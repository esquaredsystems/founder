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03" r:id="rId5"/>
    <p:sldId id="2462" r:id="rId6"/>
    <p:sldId id="2629" r:id="rId7"/>
    <p:sldId id="2597" r:id="rId8"/>
    <p:sldId id="2630" r:id="rId9"/>
    <p:sldId id="2631" r:id="rId10"/>
    <p:sldId id="2616" r:id="rId11"/>
    <p:sldId id="2632" r:id="rId12"/>
    <p:sldId id="2633" r:id="rId13"/>
    <p:sldId id="2624" r:id="rId14"/>
    <p:sldId id="2634" r:id="rId15"/>
    <p:sldId id="2635" r:id="rId16"/>
    <p:sldId id="2637" r:id="rId17"/>
    <p:sldId id="2636" r:id="rId18"/>
    <p:sldId id="2638" r:id="rId19"/>
    <p:sldId id="2639" r:id="rId20"/>
    <p:sldId id="24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629"/>
            <p14:sldId id="2597"/>
            <p14:sldId id="2630"/>
            <p14:sldId id="2631"/>
            <p14:sldId id="2616"/>
            <p14:sldId id="2632"/>
            <p14:sldId id="2633"/>
            <p14:sldId id="2624"/>
            <p14:sldId id="2634"/>
            <p14:sldId id="2635"/>
            <p14:sldId id="2637"/>
            <p14:sldId id="2636"/>
            <p14:sldId id="2638"/>
            <p14:sldId id="2639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731D0-874A-4F95-90DB-905F34715261}" v="2" dt="2026-05-08T14:44:27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8" autoAdjust="0"/>
    <p:restoredTop sz="92411"/>
  </p:normalViewPr>
  <p:slideViewPr>
    <p:cSldViewPr snapToGrid="0">
      <p:cViewPr varScale="1">
        <p:scale>
          <a:sx n="102" d="100"/>
          <a:sy n="102" d="100"/>
        </p:scale>
        <p:origin x="816" y="108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 sldOrd modSection">
      <pc:chgData name="Owais Ahmed" userId="6abc7d4556b3b071" providerId="LiveId" clId="{641304C9-537E-56B8-9D3B-F295291B91EB}" dt="2026-05-02T09:29:06.654" v="16789" actId="20577"/>
      <pc:docMkLst>
        <pc:docMk/>
      </pc:docMkLst>
      <pc:sldChg chg="modSp mod">
        <pc:chgData name="Owais Ahmed" userId="6abc7d4556b3b071" providerId="LiveId" clId="{641304C9-537E-56B8-9D3B-F295291B91EB}" dt="2026-05-02T08:30:48.491" v="16778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5-02T08:30:48.491" v="1677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641304C9-537E-56B8-9D3B-F295291B91EB}" dt="2026-05-02T07:31:24.857" v="14828" actId="20577"/>
        <pc:sldMkLst>
          <pc:docMk/>
          <pc:sldMk cId="3969978779" sldId="2597"/>
        </pc:sldMkLst>
        <pc:spChg chg="mod">
          <ac:chgData name="Owais Ahmed" userId="6abc7d4556b3b071" providerId="LiveId" clId="{641304C9-537E-56B8-9D3B-F295291B91EB}" dt="2026-05-02T07:31:06.786" v="14803" actId="20577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641304C9-537E-56B8-9D3B-F295291B91EB}" dt="2026-05-02T07:31:24.857" v="14828" actId="20577"/>
          <ac:spMkLst>
            <pc:docMk/>
            <pc:sldMk cId="3969978779" sldId="2597"/>
            <ac:spMk id="215" creationId="{221D6FF5-44DD-2B72-B5A9-A205F59F9D03}"/>
          </ac:spMkLst>
        </pc:spChg>
      </pc:sldChg>
      <pc:sldChg chg="delSp modSp add del mod ord delAnim">
        <pc:chgData name="Owais Ahmed" userId="6abc7d4556b3b071" providerId="LiveId" clId="{641304C9-537E-56B8-9D3B-F295291B91EB}" dt="2026-05-02T08:03:34.286" v="15725" actId="20578"/>
        <pc:sldMkLst>
          <pc:docMk/>
          <pc:sldMk cId="1358657845" sldId="2616"/>
        </pc:sldMkLst>
        <pc:spChg chg="mod">
          <ac:chgData name="Owais Ahmed" userId="6abc7d4556b3b071" providerId="LiveId" clId="{641304C9-537E-56B8-9D3B-F295291B91EB}" dt="2026-05-02T07:28:49.666" v="14498" actId="20577"/>
          <ac:spMkLst>
            <pc:docMk/>
            <pc:sldMk cId="1358657845" sldId="2616"/>
            <ac:spMk id="215" creationId="{65143D32-441F-5D88-98E7-0F2ADEB72679}"/>
          </ac:spMkLst>
        </pc:spChg>
        <pc:graphicFrameChg chg="mod">
          <ac:chgData name="Owais Ahmed" userId="6abc7d4556b3b071" providerId="LiveId" clId="{641304C9-537E-56B8-9D3B-F295291B91EB}" dt="2026-05-02T07:29:00.142" v="14500" actId="14100"/>
          <ac:graphicFrameMkLst>
            <pc:docMk/>
            <pc:sldMk cId="1358657845" sldId="2616"/>
            <ac:graphicFrameMk id="3" creationId="{41E4041D-E95C-A901-4596-BD36A0968F90}"/>
          </ac:graphicFrameMkLst>
        </pc:graphicFrameChg>
      </pc:sldChg>
      <pc:sldChg chg="modSp add mod ord modAnim">
        <pc:chgData name="Owais Ahmed" userId="6abc7d4556b3b071" providerId="LiveId" clId="{641304C9-537E-56B8-9D3B-F295291B91EB}" dt="2026-05-02T08:13:01.357" v="16079"/>
        <pc:sldMkLst>
          <pc:docMk/>
          <pc:sldMk cId="2627895204" sldId="2624"/>
        </pc:sldMkLst>
        <pc:spChg chg="mod">
          <ac:chgData name="Owais Ahmed" userId="6abc7d4556b3b071" providerId="LiveId" clId="{641304C9-537E-56B8-9D3B-F295291B91EB}" dt="2026-05-02T08:06:25.028" v="15848" actId="20577"/>
          <ac:spMkLst>
            <pc:docMk/>
            <pc:sldMk cId="2627895204" sldId="2624"/>
            <ac:spMk id="4" creationId="{5B941B9B-EA11-6ED6-3D32-C28A36DC9B15}"/>
          </ac:spMkLst>
        </pc:spChg>
        <pc:spChg chg="mod">
          <ac:chgData name="Owais Ahmed" userId="6abc7d4556b3b071" providerId="LiveId" clId="{641304C9-537E-56B8-9D3B-F295291B91EB}" dt="2026-05-02T08:08:01.971" v="15893" actId="20577"/>
          <ac:spMkLst>
            <pc:docMk/>
            <pc:sldMk cId="2627895204" sldId="2624"/>
            <ac:spMk id="215" creationId="{8EA6B2BC-ED25-82EE-7EBA-CF0D223B67E0}"/>
          </ac:spMkLst>
        </pc:spChg>
      </pc:sldChg>
      <pc:sldChg chg="delSp modSp add mod delAnim modAnim">
        <pc:chgData name="Owais Ahmed" userId="6abc7d4556b3b071" providerId="LiveId" clId="{641304C9-537E-56B8-9D3B-F295291B91EB}" dt="2026-05-02T07:26:38.912" v="14411" actId="20577"/>
        <pc:sldMkLst>
          <pc:docMk/>
          <pc:sldMk cId="2708291656" sldId="2629"/>
        </pc:sldMkLst>
        <pc:spChg chg="mod">
          <ac:chgData name="Owais Ahmed" userId="6abc7d4556b3b071" providerId="LiveId" clId="{641304C9-537E-56B8-9D3B-F295291B91EB}" dt="2026-05-02T07:26:38.912" v="14411" actId="20577"/>
          <ac:spMkLst>
            <pc:docMk/>
            <pc:sldMk cId="2708291656" sldId="2629"/>
            <ac:spMk id="3" creationId="{08D0F3D7-CE48-3784-1D89-AC23BC96507B}"/>
          </ac:spMkLst>
        </pc:spChg>
        <pc:spChg chg="mod">
          <ac:chgData name="Owais Ahmed" userId="6abc7d4556b3b071" providerId="LiveId" clId="{641304C9-537E-56B8-9D3B-F295291B91EB}" dt="2026-05-02T07:24:20.386" v="13977" actId="20577"/>
          <ac:spMkLst>
            <pc:docMk/>
            <pc:sldMk cId="2708291656" sldId="2629"/>
            <ac:spMk id="215" creationId="{38804837-7ECD-818F-BF7A-AB34117F5B66}"/>
          </ac:spMkLst>
        </pc:spChg>
      </pc:sldChg>
      <pc:sldChg chg="addSp delSp modSp add mod modAnim">
        <pc:chgData name="Owais Ahmed" userId="6abc7d4556b3b071" providerId="LiveId" clId="{641304C9-537E-56B8-9D3B-F295291B91EB}" dt="2026-05-02T08:12:05.522" v="16073"/>
        <pc:sldMkLst>
          <pc:docMk/>
          <pc:sldMk cId="1870768639" sldId="2630"/>
        </pc:sldMkLst>
        <pc:spChg chg="mod">
          <ac:chgData name="Owais Ahmed" userId="6abc7d4556b3b071" providerId="LiveId" clId="{641304C9-537E-56B8-9D3B-F295291B91EB}" dt="2026-05-02T07:55:45.562" v="15294" actId="20577"/>
          <ac:spMkLst>
            <pc:docMk/>
            <pc:sldMk cId="1870768639" sldId="2630"/>
            <ac:spMk id="4" creationId="{140264CC-7322-0BFB-220A-F5AD6A9A152C}"/>
          </ac:spMkLst>
        </pc:spChg>
        <pc:picChg chg="add mod">
          <ac:chgData name="Owais Ahmed" userId="6abc7d4556b3b071" providerId="LiveId" clId="{641304C9-537E-56B8-9D3B-F295291B91EB}" dt="2026-05-02T07:56:29.209" v="15301" actId="14100"/>
          <ac:picMkLst>
            <pc:docMk/>
            <pc:sldMk cId="1870768639" sldId="2630"/>
            <ac:picMk id="6" creationId="{09D911E2-0390-438E-6CD9-BBF819829DC1}"/>
          </ac:picMkLst>
        </pc:picChg>
      </pc:sldChg>
      <pc:sldChg chg="addSp delSp modSp add mod delAnim modAnim">
        <pc:chgData name="Owais Ahmed" userId="6abc7d4556b3b071" providerId="LiveId" clId="{641304C9-537E-56B8-9D3B-F295291B91EB}" dt="2026-05-02T08:12:09.626" v="16074"/>
        <pc:sldMkLst>
          <pc:docMk/>
          <pc:sldMk cId="2155765207" sldId="2631"/>
        </pc:sldMkLst>
        <pc:spChg chg="add mod">
          <ac:chgData name="Owais Ahmed" userId="6abc7d4556b3b071" providerId="LiveId" clId="{641304C9-537E-56B8-9D3B-F295291B91EB}" dt="2026-05-02T07:58:37.297" v="15439" actId="20577"/>
          <ac:spMkLst>
            <pc:docMk/>
            <pc:sldMk cId="2155765207" sldId="2631"/>
            <ac:spMk id="5" creationId="{39AD5860-B739-178A-DAFB-D4E9C5A9EC66}"/>
          </ac:spMkLst>
        </pc:spChg>
        <pc:spChg chg="mod">
          <ac:chgData name="Owais Ahmed" userId="6abc7d4556b3b071" providerId="LiveId" clId="{641304C9-537E-56B8-9D3B-F295291B91EB}" dt="2026-05-02T07:57:24.015" v="15326" actId="20577"/>
          <ac:spMkLst>
            <pc:docMk/>
            <pc:sldMk cId="2155765207" sldId="2631"/>
            <ac:spMk id="215" creationId="{12FDC892-9AD4-7D61-B888-EB9676B8F897}"/>
          </ac:spMkLst>
        </pc:spChg>
        <pc:picChg chg="add mod modCrop">
          <ac:chgData name="Owais Ahmed" userId="6abc7d4556b3b071" providerId="LiveId" clId="{641304C9-537E-56B8-9D3B-F295291B91EB}" dt="2026-05-02T07:58:02.645" v="15345" actId="1076"/>
          <ac:picMkLst>
            <pc:docMk/>
            <pc:sldMk cId="2155765207" sldId="2631"/>
            <ac:picMk id="3" creationId="{01D7AF3F-B059-0F46-EC90-28F4D0ADCCFB}"/>
          </ac:picMkLst>
        </pc:picChg>
      </pc:sldChg>
      <pc:sldChg chg="delSp modSp add mod modAnim">
        <pc:chgData name="Owais Ahmed" userId="6abc7d4556b3b071" providerId="LiveId" clId="{641304C9-537E-56B8-9D3B-F295291B91EB}" dt="2026-05-02T08:08:10.931" v="15899" actId="20577"/>
        <pc:sldMkLst>
          <pc:docMk/>
          <pc:sldMk cId="4290500537" sldId="2632"/>
        </pc:sldMkLst>
        <pc:spChg chg="mod">
          <ac:chgData name="Owais Ahmed" userId="6abc7d4556b3b071" providerId="LiveId" clId="{641304C9-537E-56B8-9D3B-F295291B91EB}" dt="2026-05-02T08:00:53.991" v="15498" actId="27636"/>
          <ac:spMkLst>
            <pc:docMk/>
            <pc:sldMk cId="4290500537" sldId="2632"/>
            <ac:spMk id="5" creationId="{28CB95A6-901F-81ED-14C6-7F95F2314912}"/>
          </ac:spMkLst>
        </pc:spChg>
        <pc:spChg chg="mod">
          <ac:chgData name="Owais Ahmed" userId="6abc7d4556b3b071" providerId="LiveId" clId="{641304C9-537E-56B8-9D3B-F295291B91EB}" dt="2026-05-02T08:08:10.931" v="15899" actId="20577"/>
          <ac:spMkLst>
            <pc:docMk/>
            <pc:sldMk cId="4290500537" sldId="2632"/>
            <ac:spMk id="215" creationId="{07713039-C0A6-CE16-80B5-C24AB753FFA1}"/>
          </ac:spMkLst>
        </pc:spChg>
      </pc:sldChg>
      <pc:sldChg chg="modSp add mod modAnim modNotesTx">
        <pc:chgData name="Owais Ahmed" userId="6abc7d4556b3b071" providerId="LiveId" clId="{641304C9-537E-56B8-9D3B-F295291B91EB}" dt="2026-05-02T08:12:48.512" v="16078"/>
        <pc:sldMkLst>
          <pc:docMk/>
          <pc:sldMk cId="2391449866" sldId="2633"/>
        </pc:sldMkLst>
        <pc:spChg chg="mod">
          <ac:chgData name="Owais Ahmed" userId="6abc7d4556b3b071" providerId="LiveId" clId="{641304C9-537E-56B8-9D3B-F295291B91EB}" dt="2026-05-02T08:02:30.155" v="15613" actId="20577"/>
          <ac:spMkLst>
            <pc:docMk/>
            <pc:sldMk cId="2391449866" sldId="2633"/>
            <ac:spMk id="5" creationId="{77EBE262-679C-45BE-CCE5-3BBD7B1AB709}"/>
          </ac:spMkLst>
        </pc:spChg>
        <pc:spChg chg="mod">
          <ac:chgData name="Owais Ahmed" userId="6abc7d4556b3b071" providerId="LiveId" clId="{641304C9-537E-56B8-9D3B-F295291B91EB}" dt="2026-05-02T08:08:04.778" v="15896" actId="20577"/>
          <ac:spMkLst>
            <pc:docMk/>
            <pc:sldMk cId="2391449866" sldId="2633"/>
            <ac:spMk id="215" creationId="{CCD8DEA4-B34A-753E-B64B-879D4DA48713}"/>
          </ac:spMkLst>
        </pc:spChg>
      </pc:sldChg>
      <pc:sldChg chg="modSp add mod modAnim">
        <pc:chgData name="Owais Ahmed" userId="6abc7d4556b3b071" providerId="LiveId" clId="{641304C9-537E-56B8-9D3B-F295291B91EB}" dt="2026-05-02T09:29:06.654" v="16789" actId="20577"/>
        <pc:sldMkLst>
          <pc:docMk/>
          <pc:sldMk cId="265256787" sldId="2634"/>
        </pc:sldMkLst>
        <pc:spChg chg="mod">
          <ac:chgData name="Owais Ahmed" userId="6abc7d4556b3b071" providerId="LiveId" clId="{641304C9-537E-56B8-9D3B-F295291B91EB}" dt="2026-05-02T09:29:06.654" v="16789" actId="20577"/>
          <ac:spMkLst>
            <pc:docMk/>
            <pc:sldMk cId="265256787" sldId="2634"/>
            <ac:spMk id="4" creationId="{F31C1F58-E680-8BF2-BD16-96F784C564BA}"/>
          </ac:spMkLst>
        </pc:spChg>
        <pc:spChg chg="mod">
          <ac:chgData name="Owais Ahmed" userId="6abc7d4556b3b071" providerId="LiveId" clId="{641304C9-537E-56B8-9D3B-F295291B91EB}" dt="2026-05-02T08:07:57.064" v="15887" actId="1076"/>
          <ac:spMkLst>
            <pc:docMk/>
            <pc:sldMk cId="265256787" sldId="2634"/>
            <ac:spMk id="89" creationId="{9FA88127-A9D2-69D2-74F5-27DA0D19F7AF}"/>
          </ac:spMkLst>
        </pc:spChg>
        <pc:spChg chg="mod">
          <ac:chgData name="Owais Ahmed" userId="6abc7d4556b3b071" providerId="LiveId" clId="{641304C9-537E-56B8-9D3B-F295291B91EB}" dt="2026-05-02T08:07:58.935" v="15890" actId="20577"/>
          <ac:spMkLst>
            <pc:docMk/>
            <pc:sldMk cId="265256787" sldId="2634"/>
            <ac:spMk id="215" creationId="{08A28AD1-AB6D-E111-4ED6-AD0ACD272F1D}"/>
          </ac:spMkLst>
        </pc:spChg>
      </pc:sldChg>
      <pc:sldChg chg="addSp modSp add mod ord modAnim modNotesTx">
        <pc:chgData name="Owais Ahmed" userId="6abc7d4556b3b071" providerId="LiveId" clId="{641304C9-537E-56B8-9D3B-F295291B91EB}" dt="2026-05-02T08:13:42.103" v="16082" actId="20578"/>
        <pc:sldMkLst>
          <pc:docMk/>
          <pc:sldMk cId="2564205182" sldId="2635"/>
        </pc:sldMkLst>
        <pc:spChg chg="mod">
          <ac:chgData name="Owais Ahmed" userId="6abc7d4556b3b071" providerId="LiveId" clId="{641304C9-537E-56B8-9D3B-F295291B91EB}" dt="2026-05-02T08:11:27.882" v="16072" actId="27636"/>
          <ac:spMkLst>
            <pc:docMk/>
            <pc:sldMk cId="2564205182" sldId="2635"/>
            <ac:spMk id="4" creationId="{E55E8AB8-4933-590A-A478-68D5E5868542}"/>
          </ac:spMkLst>
        </pc:spChg>
        <pc:spChg chg="mod">
          <ac:chgData name="Owais Ahmed" userId="6abc7d4556b3b071" providerId="LiveId" clId="{641304C9-537E-56B8-9D3B-F295291B91EB}" dt="2026-05-02T08:07:53.546" v="15885" actId="20577"/>
          <ac:spMkLst>
            <pc:docMk/>
            <pc:sldMk cId="2564205182" sldId="2635"/>
            <ac:spMk id="215" creationId="{B2449DBD-C622-4FAD-9BE9-945CC8F5AFB7}"/>
          </ac:spMkLst>
        </pc:spChg>
        <pc:picChg chg="add mod">
          <ac:chgData name="Owais Ahmed" userId="6abc7d4556b3b071" providerId="LiveId" clId="{641304C9-537E-56B8-9D3B-F295291B91EB}" dt="2026-05-02T08:10:59.317" v="16055" actId="14100"/>
          <ac:picMkLst>
            <pc:docMk/>
            <pc:sldMk cId="2564205182" sldId="2635"/>
            <ac:picMk id="3" creationId="{76D79524-C18E-2875-5F00-56345432E966}"/>
          </ac:picMkLst>
        </pc:picChg>
      </pc:sldChg>
      <pc:sldChg chg="modSp add mod modAnim">
        <pc:chgData name="Owais Ahmed" userId="6abc7d4556b3b071" providerId="LiveId" clId="{641304C9-537E-56B8-9D3B-F295291B91EB}" dt="2026-05-02T08:30:21.571" v="16738" actId="20577"/>
        <pc:sldMkLst>
          <pc:docMk/>
          <pc:sldMk cId="1213067201" sldId="2636"/>
        </pc:sldMkLst>
        <pc:spChg chg="mod">
          <ac:chgData name="Owais Ahmed" userId="6abc7d4556b3b071" providerId="LiveId" clId="{641304C9-537E-56B8-9D3B-F295291B91EB}" dt="2026-05-02T08:14:30.838" v="16183" actId="20577"/>
          <ac:spMkLst>
            <pc:docMk/>
            <pc:sldMk cId="1213067201" sldId="2636"/>
            <ac:spMk id="4" creationId="{935DC284-3BE1-7F4D-4842-54CB26B0ADC7}"/>
          </ac:spMkLst>
        </pc:spChg>
        <pc:spChg chg="mod">
          <ac:chgData name="Owais Ahmed" userId="6abc7d4556b3b071" providerId="LiveId" clId="{641304C9-537E-56B8-9D3B-F295291B91EB}" dt="2026-05-02T08:30:21.571" v="16738" actId="20577"/>
          <ac:spMkLst>
            <pc:docMk/>
            <pc:sldMk cId="1213067201" sldId="2636"/>
            <ac:spMk id="215" creationId="{E09A5B59-B5C7-CA82-6472-287693FFCC05}"/>
          </ac:spMkLst>
        </pc:spChg>
      </pc:sldChg>
      <pc:sldChg chg="addSp delSp modSp add mod delAnim modAnim">
        <pc:chgData name="Owais Ahmed" userId="6abc7d4556b3b071" providerId="LiveId" clId="{641304C9-537E-56B8-9D3B-F295291B91EB}" dt="2026-05-02T08:20:03.319" v="16296"/>
        <pc:sldMkLst>
          <pc:docMk/>
          <pc:sldMk cId="4086576765" sldId="2637"/>
        </pc:sldMkLst>
        <pc:spChg chg="mod">
          <ac:chgData name="Owais Ahmed" userId="6abc7d4556b3b071" providerId="LiveId" clId="{641304C9-537E-56B8-9D3B-F295291B91EB}" dt="2026-05-02T08:19:49.067" v="16295" actId="20577"/>
          <ac:spMkLst>
            <pc:docMk/>
            <pc:sldMk cId="4086576765" sldId="2637"/>
            <ac:spMk id="4" creationId="{A187E5AE-969D-D745-6CE6-6B6543EEC4CC}"/>
          </ac:spMkLst>
        </pc:spChg>
        <pc:spChg chg="mod">
          <ac:chgData name="Owais Ahmed" userId="6abc7d4556b3b071" providerId="LiveId" clId="{641304C9-537E-56B8-9D3B-F295291B91EB}" dt="2026-05-02T08:18:37.385" v="16222" actId="20577"/>
          <ac:spMkLst>
            <pc:docMk/>
            <pc:sldMk cId="4086576765" sldId="2637"/>
            <ac:spMk id="215" creationId="{295D919B-DFBE-4457-9865-859A2926592C}"/>
          </ac:spMkLst>
        </pc:spChg>
        <pc:picChg chg="add mod">
          <ac:chgData name="Owais Ahmed" userId="6abc7d4556b3b071" providerId="LiveId" clId="{641304C9-537E-56B8-9D3B-F295291B91EB}" dt="2026-05-02T08:18:59.628" v="16227" actId="1076"/>
          <ac:picMkLst>
            <pc:docMk/>
            <pc:sldMk cId="4086576765" sldId="2637"/>
            <ac:picMk id="5" creationId="{4238D863-841D-ED59-0BDC-0D8827EECC70}"/>
          </ac:picMkLst>
        </pc:picChg>
      </pc:sldChg>
      <pc:sldChg chg="modSp add mod modAnim modNotesTx">
        <pc:chgData name="Owais Ahmed" userId="6abc7d4556b3b071" providerId="LiveId" clId="{641304C9-537E-56B8-9D3B-F295291B91EB}" dt="2026-05-02T08:25:08.208" v="16673" actId="20577"/>
        <pc:sldMkLst>
          <pc:docMk/>
          <pc:sldMk cId="963090895" sldId="2638"/>
        </pc:sldMkLst>
        <pc:spChg chg="mod">
          <ac:chgData name="Owais Ahmed" userId="6abc7d4556b3b071" providerId="LiveId" clId="{641304C9-537E-56B8-9D3B-F295291B91EB}" dt="2026-05-02T08:24:16.674" v="16667" actId="20577"/>
          <ac:spMkLst>
            <pc:docMk/>
            <pc:sldMk cId="963090895" sldId="2638"/>
            <ac:spMk id="4" creationId="{C7249A55-333E-C69F-820F-FB2ADFA15ECB}"/>
          </ac:spMkLst>
        </pc:spChg>
        <pc:spChg chg="mod">
          <ac:chgData name="Owais Ahmed" userId="6abc7d4556b3b071" providerId="LiveId" clId="{641304C9-537E-56B8-9D3B-F295291B91EB}" dt="2026-05-02T08:20:16.582" v="16305" actId="20577"/>
          <ac:spMkLst>
            <pc:docMk/>
            <pc:sldMk cId="963090895" sldId="2638"/>
            <ac:spMk id="215" creationId="{2EE8CBB7-748A-FA27-A58D-87FD2413046A}"/>
          </ac:spMkLst>
        </pc:spChg>
      </pc:sldChg>
      <pc:sldChg chg="addSp modSp add mod modAnim modNotesTx">
        <pc:chgData name="Owais Ahmed" userId="6abc7d4556b3b071" providerId="LiveId" clId="{641304C9-537E-56B8-9D3B-F295291B91EB}" dt="2026-05-02T08:25:57.598" v="16734" actId="20577"/>
        <pc:sldMkLst>
          <pc:docMk/>
          <pc:sldMk cId="3302263052" sldId="2639"/>
        </pc:sldMkLst>
        <pc:spChg chg="mod">
          <ac:chgData name="Owais Ahmed" userId="6abc7d4556b3b071" providerId="LiveId" clId="{641304C9-537E-56B8-9D3B-F295291B91EB}" dt="2026-05-02T08:25:57.598" v="16734" actId="20577"/>
          <ac:spMkLst>
            <pc:docMk/>
            <pc:sldMk cId="3302263052" sldId="2639"/>
            <ac:spMk id="4" creationId="{A8E4F927-BB56-3E82-B041-D37EF9E61462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5-08T14:44:27.950" v="34513" actId="115"/>
      <pc:docMkLst>
        <pc:docMk/>
      </pc:docMkLst>
      <pc:sldChg chg="modSp mod">
        <pc:chgData name="Owais Ahmed" userId="6abc7d4556b3b071" providerId="LiveId" clId="{D0A51F83-B713-4A4D-8105-C75936B8E1D2}" dt="2026-04-17T15:32:12.810" v="33128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4-17T15:32:12.810" v="3312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ord modAnim modNotesTx">
        <pc:chgData name="Owais Ahmed" userId="6abc7d4556b3b071" providerId="LiveId" clId="{D0A51F83-B713-4A4D-8105-C75936B8E1D2}" dt="2026-04-17T15:10:45.584" v="32443" actId="6549"/>
        <pc:sldMkLst>
          <pc:docMk/>
          <pc:sldMk cId="3969978779" sldId="2597"/>
        </pc:sldMkLst>
        <pc:spChg chg="mod">
          <ac:chgData name="Owais Ahmed" userId="6abc7d4556b3b071" providerId="LiveId" clId="{D0A51F83-B713-4A4D-8105-C75936B8E1D2}" dt="2026-04-17T15:10:45.584" v="32443" actId="6549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D0A51F83-B713-4A4D-8105-C75936B8E1D2}" dt="2026-04-17T12:54:12.946" v="30017" actId="20577"/>
          <ac:spMkLst>
            <pc:docMk/>
            <pc:sldMk cId="3969978779" sldId="2597"/>
            <ac:spMk id="215" creationId="{221D6FF5-44DD-2B72-B5A9-A205F59F9D03}"/>
          </ac:spMkLst>
        </pc:spChg>
      </pc:sldChg>
      <pc:sldChg chg="addSp delSp modSp add mod delAnim modAnim">
        <pc:chgData name="Owais Ahmed" userId="6abc7d4556b3b071" providerId="LiveId" clId="{D0A51F83-B713-4A4D-8105-C75936B8E1D2}" dt="2026-04-17T15:23:38.885" v="33073"/>
        <pc:sldMkLst>
          <pc:docMk/>
          <pc:sldMk cId="1358657845" sldId="2616"/>
        </pc:sldMkLst>
        <pc:spChg chg="mod">
          <ac:chgData name="Owais Ahmed" userId="6abc7d4556b3b071" providerId="LiveId" clId="{D0A51F83-B713-4A4D-8105-C75936B8E1D2}" dt="2026-04-17T15:23:38.885" v="33073"/>
          <ac:spMkLst>
            <pc:docMk/>
            <pc:sldMk cId="1358657845" sldId="2616"/>
            <ac:spMk id="215" creationId="{65143D32-441F-5D88-98E7-0F2ADEB72679}"/>
          </ac:spMkLst>
        </pc:spChg>
        <pc:graphicFrameChg chg="mod modGraphic">
          <ac:chgData name="Owais Ahmed" userId="6abc7d4556b3b071" providerId="LiveId" clId="{D0A51F83-B713-4A4D-8105-C75936B8E1D2}" dt="2026-04-17T14:35:56.388" v="32311" actId="478"/>
          <ac:graphicFrameMkLst>
            <pc:docMk/>
            <pc:sldMk cId="1358657845" sldId="2616"/>
            <ac:graphicFrameMk id="3" creationId="{41E4041D-E95C-A901-4596-BD36A0968F90}"/>
          </ac:graphicFrameMkLst>
        </pc:graphicFrameChg>
      </pc:sldChg>
      <pc:sldChg chg="modSp">
        <pc:chgData name="Owais Ahmed" userId="6abc7d4556b3b071" providerId="LiveId" clId="{D0A51F83-B713-4A4D-8105-C75936B8E1D2}" dt="2026-05-08T14:44:27.950" v="34513" actId="115"/>
        <pc:sldMkLst>
          <pc:docMk/>
          <pc:sldMk cId="963090895" sldId="2638"/>
        </pc:sldMkLst>
        <pc:spChg chg="mod">
          <ac:chgData name="Owais Ahmed" userId="6abc7d4556b3b071" providerId="LiveId" clId="{D0A51F83-B713-4A4D-8105-C75936B8E1D2}" dt="2026-05-08T14:44:27.950" v="34513" actId="115"/>
          <ac:spMkLst>
            <pc:docMk/>
            <pc:sldMk cId="963090895" sldId="2638"/>
            <ac:spMk id="4" creationId="{C7249A55-333E-C69F-820F-FB2ADFA15EC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CD6AAA-7F2E-417E-A84C-213863EA1B4B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PK"/>
        </a:p>
      </dgm:t>
    </dgm:pt>
    <dgm:pt modelId="{03B9492D-49DF-495F-955D-7E2E8E4B299B}">
      <dgm:prSet phldrT="[Text]" phldr="0"/>
      <dgm:spPr/>
      <dgm:t>
        <a:bodyPr/>
        <a:lstStyle/>
        <a:p>
          <a:r>
            <a:rPr lang="en-US" dirty="0" err="1"/>
            <a:t>PakWheels</a:t>
          </a:r>
          <a:r>
            <a:rPr lang="en-US" dirty="0"/>
            <a:t> Auto-shop</a:t>
          </a:r>
          <a:endParaRPr lang="en-PK" dirty="0"/>
        </a:p>
      </dgm:t>
    </dgm:pt>
    <dgm:pt modelId="{7B401768-635B-43D5-9E7C-04E69CDF6DE2}" type="parTrans" cxnId="{36D4E61D-B2BF-4A61-886A-79E019DA32BC}">
      <dgm:prSet/>
      <dgm:spPr/>
      <dgm:t>
        <a:bodyPr/>
        <a:lstStyle/>
        <a:p>
          <a:endParaRPr lang="en-PK"/>
        </a:p>
      </dgm:t>
    </dgm:pt>
    <dgm:pt modelId="{9CD7A889-4E6F-4952-B10A-591F02D80080}" type="sibTrans" cxnId="{36D4E61D-B2BF-4A61-886A-79E019DA32BC}">
      <dgm:prSet/>
      <dgm:spPr/>
      <dgm:t>
        <a:bodyPr/>
        <a:lstStyle/>
        <a:p>
          <a:endParaRPr lang="en-PK"/>
        </a:p>
      </dgm:t>
    </dgm:pt>
    <dgm:pt modelId="{32F53088-44C6-4B81-8036-75B4922F0EE1}">
      <dgm:prSet phldrT="[Text]" phldr="0"/>
      <dgm:spPr/>
      <dgm:t>
        <a:bodyPr/>
        <a:lstStyle/>
        <a:p>
          <a:r>
            <a:rPr lang="en-US" dirty="0"/>
            <a:t>Register</a:t>
          </a:r>
          <a:endParaRPr lang="en-PK" dirty="0"/>
        </a:p>
      </dgm:t>
    </dgm:pt>
    <dgm:pt modelId="{798B7DE1-D2CD-43EB-9EE9-7012087A56ED}" type="parTrans" cxnId="{B0475C10-5BCA-42A7-B271-1EAF8A0E8E9F}">
      <dgm:prSet/>
      <dgm:spPr/>
      <dgm:t>
        <a:bodyPr/>
        <a:lstStyle/>
        <a:p>
          <a:endParaRPr lang="en-PK"/>
        </a:p>
      </dgm:t>
    </dgm:pt>
    <dgm:pt modelId="{C41BD383-9826-49A1-B2BE-44A3B0ECA9E6}" type="sibTrans" cxnId="{B0475C10-5BCA-42A7-B271-1EAF8A0E8E9F}">
      <dgm:prSet/>
      <dgm:spPr/>
      <dgm:t>
        <a:bodyPr/>
        <a:lstStyle/>
        <a:p>
          <a:endParaRPr lang="en-PK"/>
        </a:p>
      </dgm:t>
    </dgm:pt>
    <dgm:pt modelId="{84B4875C-604D-4E7F-A20B-2089141DF7AC}">
      <dgm:prSet phldrT="[Text]" phldr="0"/>
      <dgm:spPr/>
      <dgm:t>
        <a:bodyPr/>
        <a:lstStyle/>
        <a:p>
          <a:r>
            <a:rPr lang="en-US" dirty="0"/>
            <a:t>Login</a:t>
          </a:r>
          <a:endParaRPr lang="en-PK" dirty="0"/>
        </a:p>
      </dgm:t>
    </dgm:pt>
    <dgm:pt modelId="{11F1A67D-275F-4200-977F-F95F2F05F59F}" type="parTrans" cxnId="{1882D1CF-4F91-437F-9BAA-559C28BDB611}">
      <dgm:prSet/>
      <dgm:spPr/>
      <dgm:t>
        <a:bodyPr/>
        <a:lstStyle/>
        <a:p>
          <a:endParaRPr lang="en-PK"/>
        </a:p>
      </dgm:t>
    </dgm:pt>
    <dgm:pt modelId="{3B6ADC0B-E19B-446D-A03A-765B3E1A87A0}" type="sibTrans" cxnId="{1882D1CF-4F91-437F-9BAA-559C28BDB611}">
      <dgm:prSet/>
      <dgm:spPr/>
      <dgm:t>
        <a:bodyPr/>
        <a:lstStyle/>
        <a:p>
          <a:endParaRPr lang="en-PK"/>
        </a:p>
      </dgm:t>
    </dgm:pt>
    <dgm:pt modelId="{F3BD0223-1BC6-4BD4-AF2E-A82FE755673A}">
      <dgm:prSet phldrT="[Text]" phldr="0"/>
      <dgm:spPr/>
      <dgm:t>
        <a:bodyPr/>
        <a:lstStyle/>
        <a:p>
          <a:r>
            <a:rPr lang="en-US" dirty="0"/>
            <a:t>Browse</a:t>
          </a:r>
          <a:endParaRPr lang="en-PK" dirty="0"/>
        </a:p>
      </dgm:t>
    </dgm:pt>
    <dgm:pt modelId="{B3928663-19AE-4AEE-97C2-009E1DDAB51D}" type="parTrans" cxnId="{E41CFBB7-B17C-4416-BA5F-021C8B5FB6DD}">
      <dgm:prSet/>
      <dgm:spPr/>
      <dgm:t>
        <a:bodyPr/>
        <a:lstStyle/>
        <a:p>
          <a:endParaRPr lang="en-PK"/>
        </a:p>
      </dgm:t>
    </dgm:pt>
    <dgm:pt modelId="{6D793269-91C5-485C-880F-B20828F4588C}" type="sibTrans" cxnId="{E41CFBB7-B17C-4416-BA5F-021C8B5FB6DD}">
      <dgm:prSet/>
      <dgm:spPr/>
      <dgm:t>
        <a:bodyPr/>
        <a:lstStyle/>
        <a:p>
          <a:endParaRPr lang="en-PK"/>
        </a:p>
      </dgm:t>
    </dgm:pt>
    <dgm:pt modelId="{F6F5693F-A83B-4476-8CAB-E20D3D32472B}">
      <dgm:prSet phldrT="[Text]" phldr="0"/>
      <dgm:spPr/>
      <dgm:t>
        <a:bodyPr/>
        <a:lstStyle/>
        <a:p>
          <a:r>
            <a:rPr lang="en-US" dirty="0"/>
            <a:t>Cart Management</a:t>
          </a:r>
          <a:endParaRPr lang="en-PK" dirty="0"/>
        </a:p>
      </dgm:t>
    </dgm:pt>
    <dgm:pt modelId="{A60B2636-1E8B-4A88-A229-5E01FBCE6B55}" type="parTrans" cxnId="{4682AAAA-137D-4C8F-95B4-57012384C03A}">
      <dgm:prSet/>
      <dgm:spPr/>
      <dgm:t>
        <a:bodyPr/>
        <a:lstStyle/>
        <a:p>
          <a:endParaRPr lang="en-PK"/>
        </a:p>
      </dgm:t>
    </dgm:pt>
    <dgm:pt modelId="{F0E9DC1D-2380-4DEF-90D3-B5AD0B64C753}" type="sibTrans" cxnId="{4682AAAA-137D-4C8F-95B4-57012384C03A}">
      <dgm:prSet/>
      <dgm:spPr/>
      <dgm:t>
        <a:bodyPr/>
        <a:lstStyle/>
        <a:p>
          <a:endParaRPr lang="en-PK"/>
        </a:p>
      </dgm:t>
    </dgm:pt>
    <dgm:pt modelId="{145B2828-DF17-442E-9A96-38D0178ECF9D}">
      <dgm:prSet phldrT="[Text]" phldr="0"/>
      <dgm:spPr/>
      <dgm:t>
        <a:bodyPr/>
        <a:lstStyle/>
        <a:p>
          <a:r>
            <a:rPr lang="en-US" dirty="0"/>
            <a:t>Vendor</a:t>
          </a:r>
          <a:endParaRPr lang="en-PK" dirty="0"/>
        </a:p>
      </dgm:t>
    </dgm:pt>
    <dgm:pt modelId="{29DB17D3-D8D1-4100-876F-459730CC51D8}" type="parTrans" cxnId="{2D65F7B5-F9A5-4720-BF81-36030B1ED081}">
      <dgm:prSet/>
      <dgm:spPr/>
      <dgm:t>
        <a:bodyPr/>
        <a:lstStyle/>
        <a:p>
          <a:endParaRPr lang="en-PK"/>
        </a:p>
      </dgm:t>
    </dgm:pt>
    <dgm:pt modelId="{8A594894-BCD5-4A00-81B3-22C670A02AC5}" type="sibTrans" cxnId="{2D65F7B5-F9A5-4720-BF81-36030B1ED081}">
      <dgm:prSet/>
      <dgm:spPr/>
      <dgm:t>
        <a:bodyPr/>
        <a:lstStyle/>
        <a:p>
          <a:endParaRPr lang="en-PK"/>
        </a:p>
      </dgm:t>
    </dgm:pt>
    <dgm:pt modelId="{5E1030C9-84A6-4BC0-B16A-63D1554FE5FA}">
      <dgm:prSet phldrT="[Text]" phldr="0"/>
      <dgm:spPr/>
      <dgm:t>
        <a:bodyPr/>
        <a:lstStyle/>
        <a:p>
          <a:r>
            <a:rPr lang="en-US" dirty="0"/>
            <a:t>Customer</a:t>
          </a:r>
          <a:endParaRPr lang="en-PK" dirty="0"/>
        </a:p>
      </dgm:t>
    </dgm:pt>
    <dgm:pt modelId="{51DC299D-6515-4FEC-BA6E-A3E9AD917913}" type="parTrans" cxnId="{0393EC47-8E1E-4A63-BC6D-BEEBBE6AAB71}">
      <dgm:prSet/>
      <dgm:spPr/>
      <dgm:t>
        <a:bodyPr/>
        <a:lstStyle/>
        <a:p>
          <a:endParaRPr lang="en-PK"/>
        </a:p>
      </dgm:t>
    </dgm:pt>
    <dgm:pt modelId="{77DE0CC1-F52B-49D5-81ED-9642FA2DA5A0}" type="sibTrans" cxnId="{0393EC47-8E1E-4A63-BC6D-BEEBBE6AAB71}">
      <dgm:prSet/>
      <dgm:spPr/>
      <dgm:t>
        <a:bodyPr/>
        <a:lstStyle/>
        <a:p>
          <a:endParaRPr lang="en-PK"/>
        </a:p>
      </dgm:t>
    </dgm:pt>
    <dgm:pt modelId="{A2D23DC9-2B7D-4B02-9CF4-963A080295F4}">
      <dgm:prSet phldrT="[Text]" phldr="0"/>
      <dgm:spPr/>
      <dgm:t>
        <a:bodyPr/>
        <a:lstStyle/>
        <a:p>
          <a:r>
            <a:rPr lang="en-US" dirty="0"/>
            <a:t>Vendor</a:t>
          </a:r>
          <a:endParaRPr lang="en-PK" dirty="0"/>
        </a:p>
      </dgm:t>
    </dgm:pt>
    <dgm:pt modelId="{D0BC7227-4E75-44F6-BBBE-5DB3FEAD6779}" type="parTrans" cxnId="{99146189-DB3E-4549-8431-4A055C04EF76}">
      <dgm:prSet/>
      <dgm:spPr/>
      <dgm:t>
        <a:bodyPr/>
        <a:lstStyle/>
        <a:p>
          <a:endParaRPr lang="en-PK"/>
        </a:p>
      </dgm:t>
    </dgm:pt>
    <dgm:pt modelId="{1F96D49C-6310-4227-8FD2-2F84407F17A0}" type="sibTrans" cxnId="{99146189-DB3E-4549-8431-4A055C04EF76}">
      <dgm:prSet/>
      <dgm:spPr/>
      <dgm:t>
        <a:bodyPr/>
        <a:lstStyle/>
        <a:p>
          <a:endParaRPr lang="en-PK"/>
        </a:p>
      </dgm:t>
    </dgm:pt>
    <dgm:pt modelId="{5B0B1D3C-594F-4293-8A44-E8C1659C5E12}">
      <dgm:prSet phldrT="[Text]" phldr="0"/>
      <dgm:spPr/>
      <dgm:t>
        <a:bodyPr/>
        <a:lstStyle/>
        <a:p>
          <a:r>
            <a:rPr lang="en-US" dirty="0"/>
            <a:t>Customer</a:t>
          </a:r>
          <a:endParaRPr lang="en-PK" dirty="0"/>
        </a:p>
      </dgm:t>
    </dgm:pt>
    <dgm:pt modelId="{6DF94855-DCA2-44DE-B3DF-F0B5F32B5838}" type="parTrans" cxnId="{5964FC17-F886-41CB-93F3-CD22CAC7B69F}">
      <dgm:prSet/>
      <dgm:spPr/>
      <dgm:t>
        <a:bodyPr/>
        <a:lstStyle/>
        <a:p>
          <a:endParaRPr lang="en-PK"/>
        </a:p>
      </dgm:t>
    </dgm:pt>
    <dgm:pt modelId="{3D317AE8-9249-4A6A-9270-F622830C22DA}" type="sibTrans" cxnId="{5964FC17-F886-41CB-93F3-CD22CAC7B69F}">
      <dgm:prSet/>
      <dgm:spPr/>
      <dgm:t>
        <a:bodyPr/>
        <a:lstStyle/>
        <a:p>
          <a:endParaRPr lang="en-PK"/>
        </a:p>
      </dgm:t>
    </dgm:pt>
    <dgm:pt modelId="{DCA1D87E-5C3B-42AF-9ECB-E470DA3D1620}">
      <dgm:prSet phldrT="[Text]" phldr="0"/>
      <dgm:spPr/>
      <dgm:t>
        <a:bodyPr/>
        <a:lstStyle/>
        <a:p>
          <a:r>
            <a:rPr lang="en-US" dirty="0"/>
            <a:t>Guest</a:t>
          </a:r>
          <a:endParaRPr lang="en-PK" dirty="0"/>
        </a:p>
      </dgm:t>
    </dgm:pt>
    <dgm:pt modelId="{AA840DBC-97CE-4484-B22E-27833B7F5B86}" type="parTrans" cxnId="{AB66F95F-FD70-448C-8706-CD0E5F5FB31C}">
      <dgm:prSet/>
      <dgm:spPr/>
      <dgm:t>
        <a:bodyPr/>
        <a:lstStyle/>
        <a:p>
          <a:endParaRPr lang="en-PK"/>
        </a:p>
      </dgm:t>
    </dgm:pt>
    <dgm:pt modelId="{C6DB381C-D18B-4A3C-AA97-56A00CA7E064}" type="sibTrans" cxnId="{AB66F95F-FD70-448C-8706-CD0E5F5FB31C}">
      <dgm:prSet/>
      <dgm:spPr/>
      <dgm:t>
        <a:bodyPr/>
        <a:lstStyle/>
        <a:p>
          <a:endParaRPr lang="en-PK"/>
        </a:p>
      </dgm:t>
    </dgm:pt>
    <dgm:pt modelId="{31E231F0-0C27-4A92-8D3C-49138990D9DF}">
      <dgm:prSet phldrT="[Text]" phldr="0"/>
      <dgm:spPr/>
      <dgm:t>
        <a:bodyPr/>
        <a:lstStyle/>
        <a:p>
          <a:r>
            <a:rPr lang="en-US" dirty="0"/>
            <a:t>Search</a:t>
          </a:r>
          <a:endParaRPr lang="en-PK" dirty="0"/>
        </a:p>
      </dgm:t>
    </dgm:pt>
    <dgm:pt modelId="{C7BADD26-5388-40A9-AA1D-EA75E6F79984}" type="parTrans" cxnId="{9123B7EE-9CB6-4CEF-BA87-66B27615DC20}">
      <dgm:prSet/>
      <dgm:spPr/>
      <dgm:t>
        <a:bodyPr/>
        <a:lstStyle/>
        <a:p>
          <a:endParaRPr lang="en-PK"/>
        </a:p>
      </dgm:t>
    </dgm:pt>
    <dgm:pt modelId="{5E5E1955-57AA-4F50-850C-6C67A065B1F2}" type="sibTrans" cxnId="{9123B7EE-9CB6-4CEF-BA87-66B27615DC20}">
      <dgm:prSet/>
      <dgm:spPr/>
      <dgm:t>
        <a:bodyPr/>
        <a:lstStyle/>
        <a:p>
          <a:endParaRPr lang="en-PK"/>
        </a:p>
      </dgm:t>
    </dgm:pt>
    <dgm:pt modelId="{86E4DB9C-A122-494D-ACD7-707322EF8C39}">
      <dgm:prSet phldrT="[Text]" phldr="0"/>
      <dgm:spPr/>
      <dgm:t>
        <a:bodyPr/>
        <a:lstStyle/>
        <a:p>
          <a:r>
            <a:rPr lang="en-US" dirty="0"/>
            <a:t>Update</a:t>
          </a:r>
          <a:endParaRPr lang="en-PK" dirty="0"/>
        </a:p>
      </dgm:t>
    </dgm:pt>
    <dgm:pt modelId="{FF5B799A-0408-449D-8CC9-9CEA766C72FD}" type="parTrans" cxnId="{A1DC9BBD-2897-428D-84D0-3F67EE5E763C}">
      <dgm:prSet/>
      <dgm:spPr/>
      <dgm:t>
        <a:bodyPr/>
        <a:lstStyle/>
        <a:p>
          <a:endParaRPr lang="en-PK"/>
        </a:p>
      </dgm:t>
    </dgm:pt>
    <dgm:pt modelId="{C08A95D6-16FF-4E3B-8C3C-8B1490F38A16}" type="sibTrans" cxnId="{A1DC9BBD-2897-428D-84D0-3F67EE5E763C}">
      <dgm:prSet/>
      <dgm:spPr/>
      <dgm:t>
        <a:bodyPr/>
        <a:lstStyle/>
        <a:p>
          <a:endParaRPr lang="en-PK"/>
        </a:p>
      </dgm:t>
    </dgm:pt>
    <dgm:pt modelId="{88FB5E40-4EA8-41E5-BAA5-5A945EAC8C96}">
      <dgm:prSet phldrT="[Text]" phldr="0"/>
      <dgm:spPr/>
      <dgm:t>
        <a:bodyPr/>
        <a:lstStyle/>
        <a:p>
          <a:r>
            <a:rPr lang="en-US" dirty="0"/>
            <a:t>Filter</a:t>
          </a:r>
          <a:endParaRPr lang="en-PK" dirty="0"/>
        </a:p>
      </dgm:t>
    </dgm:pt>
    <dgm:pt modelId="{37A17460-AA57-4998-BF97-DE487ECA125D}" type="parTrans" cxnId="{F1DBB0C8-9DCE-4C2B-A63D-5001A6D15CAB}">
      <dgm:prSet/>
      <dgm:spPr/>
      <dgm:t>
        <a:bodyPr/>
        <a:lstStyle/>
        <a:p>
          <a:endParaRPr lang="en-PK"/>
        </a:p>
      </dgm:t>
    </dgm:pt>
    <dgm:pt modelId="{944CD0AF-1696-48CB-B4E3-BE4D37575C3D}" type="sibTrans" cxnId="{F1DBB0C8-9DCE-4C2B-A63D-5001A6D15CAB}">
      <dgm:prSet/>
      <dgm:spPr/>
      <dgm:t>
        <a:bodyPr/>
        <a:lstStyle/>
        <a:p>
          <a:endParaRPr lang="en-PK"/>
        </a:p>
      </dgm:t>
    </dgm:pt>
    <dgm:pt modelId="{A46BF42A-0115-40FD-80B1-5A9C14EFED87}">
      <dgm:prSet phldrT="[Text]" phldr="0"/>
      <dgm:spPr/>
      <dgm:t>
        <a:bodyPr/>
        <a:lstStyle/>
        <a:p>
          <a:r>
            <a:rPr lang="en-US" dirty="0"/>
            <a:t>Sort</a:t>
          </a:r>
          <a:endParaRPr lang="en-PK" dirty="0"/>
        </a:p>
      </dgm:t>
    </dgm:pt>
    <dgm:pt modelId="{C0C384D3-E7BF-4F48-9AE9-DB163FD3F005}" type="parTrans" cxnId="{7C9748F4-667C-4CF1-9AB1-3FB9522CFC90}">
      <dgm:prSet/>
      <dgm:spPr/>
      <dgm:t>
        <a:bodyPr/>
        <a:lstStyle/>
        <a:p>
          <a:endParaRPr lang="en-PK"/>
        </a:p>
      </dgm:t>
    </dgm:pt>
    <dgm:pt modelId="{D7838C4E-53A6-4BA0-AD1F-E08A030E4F99}" type="sibTrans" cxnId="{7C9748F4-667C-4CF1-9AB1-3FB9522CFC90}">
      <dgm:prSet/>
      <dgm:spPr/>
      <dgm:t>
        <a:bodyPr/>
        <a:lstStyle/>
        <a:p>
          <a:endParaRPr lang="en-PK"/>
        </a:p>
      </dgm:t>
    </dgm:pt>
    <dgm:pt modelId="{A6D1332A-45F3-44A0-9A07-12A9FA2D215D}">
      <dgm:prSet phldrT="[Text]" phldr="0"/>
      <dgm:spPr/>
      <dgm:t>
        <a:bodyPr/>
        <a:lstStyle/>
        <a:p>
          <a:r>
            <a:rPr lang="en-US" dirty="0"/>
            <a:t>Add Item</a:t>
          </a:r>
          <a:endParaRPr lang="en-PK" dirty="0"/>
        </a:p>
      </dgm:t>
    </dgm:pt>
    <dgm:pt modelId="{1618C84C-C65B-4938-BFAA-0BB958AC68AC}" type="parTrans" cxnId="{373BDFB9-2B51-4834-9A90-D26AEF3F6CC4}">
      <dgm:prSet/>
      <dgm:spPr/>
      <dgm:t>
        <a:bodyPr/>
        <a:lstStyle/>
        <a:p>
          <a:endParaRPr lang="en-PK"/>
        </a:p>
      </dgm:t>
    </dgm:pt>
    <dgm:pt modelId="{588C523B-A85C-4F35-9E04-5785E9221690}" type="sibTrans" cxnId="{373BDFB9-2B51-4834-9A90-D26AEF3F6CC4}">
      <dgm:prSet/>
      <dgm:spPr/>
      <dgm:t>
        <a:bodyPr/>
        <a:lstStyle/>
        <a:p>
          <a:endParaRPr lang="en-PK"/>
        </a:p>
      </dgm:t>
    </dgm:pt>
    <dgm:pt modelId="{DAD8E980-A642-4BD1-8AAD-429C0CA8DF0C}">
      <dgm:prSet phldrT="[Text]" phldr="0"/>
      <dgm:spPr/>
      <dgm:t>
        <a:bodyPr/>
        <a:lstStyle/>
        <a:p>
          <a:r>
            <a:rPr lang="en-US" dirty="0"/>
            <a:t>Update Detail</a:t>
          </a:r>
          <a:endParaRPr lang="en-PK" dirty="0"/>
        </a:p>
      </dgm:t>
    </dgm:pt>
    <dgm:pt modelId="{A3A72F3F-C744-4288-A490-4AA0FE8D1F33}" type="parTrans" cxnId="{E4FB4BCF-5CA0-4B5D-AD8C-39BD0638339D}">
      <dgm:prSet/>
      <dgm:spPr/>
      <dgm:t>
        <a:bodyPr/>
        <a:lstStyle/>
        <a:p>
          <a:endParaRPr lang="en-PK"/>
        </a:p>
      </dgm:t>
    </dgm:pt>
    <dgm:pt modelId="{BEAD2AF7-96DC-4CDD-B3B8-6A3CD3EF6004}" type="sibTrans" cxnId="{E4FB4BCF-5CA0-4B5D-AD8C-39BD0638339D}">
      <dgm:prSet/>
      <dgm:spPr/>
      <dgm:t>
        <a:bodyPr/>
        <a:lstStyle/>
        <a:p>
          <a:endParaRPr lang="en-PK"/>
        </a:p>
      </dgm:t>
    </dgm:pt>
    <dgm:pt modelId="{F34C34BC-B2F0-4EA0-A094-15738DE370F0}">
      <dgm:prSet phldrT="[Text]" phldr="0"/>
      <dgm:spPr/>
      <dgm:t>
        <a:bodyPr/>
        <a:lstStyle/>
        <a:p>
          <a:r>
            <a:rPr lang="en-US" dirty="0"/>
            <a:t>Delete Unavailable</a:t>
          </a:r>
          <a:endParaRPr lang="en-PK" dirty="0"/>
        </a:p>
      </dgm:t>
    </dgm:pt>
    <dgm:pt modelId="{875B067B-3123-48CB-B0B2-83E0B0E46CD5}" type="parTrans" cxnId="{03C1123E-F27B-4D05-B4A5-10CF624712F5}">
      <dgm:prSet/>
      <dgm:spPr/>
      <dgm:t>
        <a:bodyPr/>
        <a:lstStyle/>
        <a:p>
          <a:endParaRPr lang="en-PK"/>
        </a:p>
      </dgm:t>
    </dgm:pt>
    <dgm:pt modelId="{CAF3086D-DDE0-4C51-BFE6-A37C57AF3579}" type="sibTrans" cxnId="{03C1123E-F27B-4D05-B4A5-10CF624712F5}">
      <dgm:prSet/>
      <dgm:spPr/>
      <dgm:t>
        <a:bodyPr/>
        <a:lstStyle/>
        <a:p>
          <a:endParaRPr lang="en-PK"/>
        </a:p>
      </dgm:t>
    </dgm:pt>
    <dgm:pt modelId="{E23AFCC5-20C5-4A2B-999E-9A1F08095A0E}">
      <dgm:prSet phldrT="[Text]" phldr="0"/>
      <dgm:spPr/>
      <dgm:t>
        <a:bodyPr/>
        <a:lstStyle/>
        <a:p>
          <a:r>
            <a:rPr lang="en-US" dirty="0"/>
            <a:t>By Type</a:t>
          </a:r>
          <a:endParaRPr lang="en-PK" dirty="0"/>
        </a:p>
      </dgm:t>
    </dgm:pt>
    <dgm:pt modelId="{59BD1825-A742-410D-AFD4-6B32BB9409B1}" type="parTrans" cxnId="{6D7A81EA-D929-48B4-8FFF-437015A96D3D}">
      <dgm:prSet/>
      <dgm:spPr/>
      <dgm:t>
        <a:bodyPr/>
        <a:lstStyle/>
        <a:p>
          <a:endParaRPr lang="en-PK"/>
        </a:p>
      </dgm:t>
    </dgm:pt>
    <dgm:pt modelId="{54BD51EA-09CF-4A59-9665-FBCFEF23DC9E}" type="sibTrans" cxnId="{6D7A81EA-D929-48B4-8FFF-437015A96D3D}">
      <dgm:prSet/>
      <dgm:spPr/>
      <dgm:t>
        <a:bodyPr/>
        <a:lstStyle/>
        <a:p>
          <a:endParaRPr lang="en-PK"/>
        </a:p>
      </dgm:t>
    </dgm:pt>
    <dgm:pt modelId="{8F1A98BD-C76E-402E-A5C5-C6595FDF81E1}">
      <dgm:prSet phldrT="[Text]" phldr="0"/>
      <dgm:spPr/>
      <dgm:t>
        <a:bodyPr/>
        <a:lstStyle/>
        <a:p>
          <a:r>
            <a:rPr lang="en-US" dirty="0"/>
            <a:t>Pagination</a:t>
          </a:r>
          <a:endParaRPr lang="en-PK" dirty="0"/>
        </a:p>
      </dgm:t>
    </dgm:pt>
    <dgm:pt modelId="{F44E5902-6B1B-43C6-9FF4-D446AFD2935B}" type="parTrans" cxnId="{5E0B94E3-9A06-442A-87BF-F9DFF6A8E04A}">
      <dgm:prSet/>
      <dgm:spPr/>
      <dgm:t>
        <a:bodyPr/>
        <a:lstStyle/>
        <a:p>
          <a:endParaRPr lang="en-PK"/>
        </a:p>
      </dgm:t>
    </dgm:pt>
    <dgm:pt modelId="{1F44204E-D788-48C2-B745-DEA6047BAA73}" type="sibTrans" cxnId="{5E0B94E3-9A06-442A-87BF-F9DFF6A8E04A}">
      <dgm:prSet/>
      <dgm:spPr/>
      <dgm:t>
        <a:bodyPr/>
        <a:lstStyle/>
        <a:p>
          <a:endParaRPr lang="en-PK"/>
        </a:p>
      </dgm:t>
    </dgm:pt>
    <dgm:pt modelId="{28613AC1-D468-4F82-BA34-BB21DEC83132}">
      <dgm:prSet phldrT="[Text]" phldr="0"/>
      <dgm:spPr/>
      <dgm:t>
        <a:bodyPr/>
        <a:lstStyle/>
        <a:p>
          <a:r>
            <a:rPr lang="en-US" dirty="0"/>
            <a:t>By Vendor</a:t>
          </a:r>
          <a:endParaRPr lang="en-PK" dirty="0"/>
        </a:p>
      </dgm:t>
    </dgm:pt>
    <dgm:pt modelId="{20CE3987-7845-46D9-8980-D6A1047500CA}" type="parTrans" cxnId="{520A9908-BF20-4168-B08C-806B7754E872}">
      <dgm:prSet/>
      <dgm:spPr/>
      <dgm:t>
        <a:bodyPr/>
        <a:lstStyle/>
        <a:p>
          <a:endParaRPr lang="en-PK"/>
        </a:p>
      </dgm:t>
    </dgm:pt>
    <dgm:pt modelId="{8DBE3C84-4B5C-4629-A7E2-36C8252352D7}" type="sibTrans" cxnId="{520A9908-BF20-4168-B08C-806B7754E872}">
      <dgm:prSet/>
      <dgm:spPr/>
      <dgm:t>
        <a:bodyPr/>
        <a:lstStyle/>
        <a:p>
          <a:endParaRPr lang="en-PK"/>
        </a:p>
      </dgm:t>
    </dgm:pt>
    <dgm:pt modelId="{180AB977-D545-4386-8C60-06CE8F698BB1}">
      <dgm:prSet phldrT="[Text]" phldr="0"/>
      <dgm:spPr/>
      <dgm:t>
        <a:bodyPr/>
        <a:lstStyle/>
        <a:p>
          <a:r>
            <a:rPr lang="en-US" dirty="0"/>
            <a:t>Payments</a:t>
          </a:r>
          <a:endParaRPr lang="en-PK" dirty="0"/>
        </a:p>
      </dgm:t>
    </dgm:pt>
    <dgm:pt modelId="{6EE92A2A-CDAF-4D85-B73D-6B0B260FBF34}" type="parTrans" cxnId="{85C50078-39CF-48FA-A396-F8C6863B8793}">
      <dgm:prSet/>
      <dgm:spPr/>
      <dgm:t>
        <a:bodyPr/>
        <a:lstStyle/>
        <a:p>
          <a:endParaRPr lang="en-PK"/>
        </a:p>
      </dgm:t>
    </dgm:pt>
    <dgm:pt modelId="{7FA43862-CB69-4B93-B08E-8D4BD4EEB821}" type="sibTrans" cxnId="{85C50078-39CF-48FA-A396-F8C6863B8793}">
      <dgm:prSet/>
      <dgm:spPr/>
      <dgm:t>
        <a:bodyPr/>
        <a:lstStyle/>
        <a:p>
          <a:endParaRPr lang="en-PK"/>
        </a:p>
      </dgm:t>
    </dgm:pt>
    <dgm:pt modelId="{3541F3F6-F54A-4810-A9C3-596700D8F74F}">
      <dgm:prSet phldrT="[Text]" phldr="0"/>
      <dgm:spPr/>
      <dgm:t>
        <a:bodyPr/>
        <a:lstStyle/>
        <a:p>
          <a:r>
            <a:rPr lang="en-US" dirty="0"/>
            <a:t>Add to Cart</a:t>
          </a:r>
          <a:endParaRPr lang="en-PK" dirty="0"/>
        </a:p>
      </dgm:t>
    </dgm:pt>
    <dgm:pt modelId="{32524125-0DEF-4C30-849F-3B427DE23B57}" type="parTrans" cxnId="{9A286376-594D-4CA3-B701-28B6BD0F80AB}">
      <dgm:prSet/>
      <dgm:spPr/>
      <dgm:t>
        <a:bodyPr/>
        <a:lstStyle/>
        <a:p>
          <a:endParaRPr lang="en-PK"/>
        </a:p>
      </dgm:t>
    </dgm:pt>
    <dgm:pt modelId="{99F018CC-14DB-4182-A9C8-8D2614B7536E}" type="sibTrans" cxnId="{9A286376-594D-4CA3-B701-28B6BD0F80AB}">
      <dgm:prSet/>
      <dgm:spPr/>
      <dgm:t>
        <a:bodyPr/>
        <a:lstStyle/>
        <a:p>
          <a:endParaRPr lang="en-PK"/>
        </a:p>
      </dgm:t>
    </dgm:pt>
    <dgm:pt modelId="{00D31E6F-11CE-4959-AF6A-17BF0252D074}">
      <dgm:prSet phldrT="[Text]" phldr="0"/>
      <dgm:spPr/>
      <dgm:t>
        <a:bodyPr/>
        <a:lstStyle/>
        <a:p>
          <a:r>
            <a:rPr lang="en-US" dirty="0"/>
            <a:t>Track Shipment</a:t>
          </a:r>
          <a:endParaRPr lang="en-PK" dirty="0"/>
        </a:p>
      </dgm:t>
    </dgm:pt>
    <dgm:pt modelId="{0C3DF86D-E11B-4736-B36B-896E4C7ADE6B}" type="parTrans" cxnId="{44E4ACCB-0989-4A34-AED2-A931873FA8B1}">
      <dgm:prSet/>
      <dgm:spPr/>
      <dgm:t>
        <a:bodyPr/>
        <a:lstStyle/>
        <a:p>
          <a:endParaRPr lang="en-PK"/>
        </a:p>
      </dgm:t>
    </dgm:pt>
    <dgm:pt modelId="{D99B0F17-924A-4734-92EC-A5C14D24D80F}" type="sibTrans" cxnId="{44E4ACCB-0989-4A34-AED2-A931873FA8B1}">
      <dgm:prSet/>
      <dgm:spPr/>
      <dgm:t>
        <a:bodyPr/>
        <a:lstStyle/>
        <a:p>
          <a:endParaRPr lang="en-PK"/>
        </a:p>
      </dgm:t>
    </dgm:pt>
    <dgm:pt modelId="{145795BB-0288-4E1D-9C57-7945B7AA3800}">
      <dgm:prSet phldrT="[Text]" phldr="0"/>
      <dgm:spPr/>
      <dgm:t>
        <a:bodyPr/>
        <a:lstStyle/>
        <a:p>
          <a:r>
            <a:rPr lang="en-US" dirty="0"/>
            <a:t>Shipping</a:t>
          </a:r>
          <a:endParaRPr lang="en-PK" dirty="0"/>
        </a:p>
      </dgm:t>
    </dgm:pt>
    <dgm:pt modelId="{726E8F89-2042-4BE2-A4A7-FDB087B94B30}" type="parTrans" cxnId="{B03D336C-F7D8-4529-98DE-DA5365F3D359}">
      <dgm:prSet/>
      <dgm:spPr/>
      <dgm:t>
        <a:bodyPr/>
        <a:lstStyle/>
        <a:p>
          <a:endParaRPr lang="en-PK"/>
        </a:p>
      </dgm:t>
    </dgm:pt>
    <dgm:pt modelId="{3F09C242-D20C-489F-BEE5-C424D5DDF404}" type="sibTrans" cxnId="{B03D336C-F7D8-4529-98DE-DA5365F3D359}">
      <dgm:prSet/>
      <dgm:spPr/>
      <dgm:t>
        <a:bodyPr/>
        <a:lstStyle/>
        <a:p>
          <a:endParaRPr lang="en-PK"/>
        </a:p>
      </dgm:t>
    </dgm:pt>
    <dgm:pt modelId="{F1603C61-2A62-4599-9477-A991250C165D}">
      <dgm:prSet phldrT="[Text]" phldr="0"/>
      <dgm:spPr/>
      <dgm:t>
        <a:bodyPr/>
        <a:lstStyle/>
        <a:p>
          <a:r>
            <a:rPr lang="en-US" dirty="0"/>
            <a:t>Via Credit Card</a:t>
          </a:r>
          <a:endParaRPr lang="en-PK" dirty="0"/>
        </a:p>
      </dgm:t>
    </dgm:pt>
    <dgm:pt modelId="{D7CB4208-E7C1-439C-BB70-47B1D343D724}" type="parTrans" cxnId="{87D24D9B-2A3A-424C-9647-D2ABC338373E}">
      <dgm:prSet/>
      <dgm:spPr/>
      <dgm:t>
        <a:bodyPr/>
        <a:lstStyle/>
        <a:p>
          <a:endParaRPr lang="en-PK"/>
        </a:p>
      </dgm:t>
    </dgm:pt>
    <dgm:pt modelId="{6E962F14-6AB7-4FD7-AC02-1E3D4C858DFF}" type="sibTrans" cxnId="{87D24D9B-2A3A-424C-9647-D2ABC338373E}">
      <dgm:prSet/>
      <dgm:spPr/>
      <dgm:t>
        <a:bodyPr/>
        <a:lstStyle/>
        <a:p>
          <a:endParaRPr lang="en-PK"/>
        </a:p>
      </dgm:t>
    </dgm:pt>
    <dgm:pt modelId="{88DB6600-D154-44C3-9DC8-508B86980CAC}">
      <dgm:prSet phldrT="[Text]" phldr="0"/>
      <dgm:spPr/>
      <dgm:t>
        <a:bodyPr/>
        <a:lstStyle/>
        <a:p>
          <a:r>
            <a:rPr lang="en-US" dirty="0"/>
            <a:t>Remove from Cart</a:t>
          </a:r>
          <a:endParaRPr lang="en-PK" dirty="0"/>
        </a:p>
      </dgm:t>
    </dgm:pt>
    <dgm:pt modelId="{7D73DC23-15CE-47F9-85CC-27BB8E01EC68}" type="parTrans" cxnId="{89E0D195-E97B-475F-82A6-7CE4FB1BC3A1}">
      <dgm:prSet/>
      <dgm:spPr/>
      <dgm:t>
        <a:bodyPr/>
        <a:lstStyle/>
        <a:p>
          <a:endParaRPr lang="en-GB"/>
        </a:p>
      </dgm:t>
    </dgm:pt>
    <dgm:pt modelId="{4784DEC6-45D5-4D75-8424-B764D9ADAF7D}" type="sibTrans" cxnId="{89E0D195-E97B-475F-82A6-7CE4FB1BC3A1}">
      <dgm:prSet/>
      <dgm:spPr/>
      <dgm:t>
        <a:bodyPr/>
        <a:lstStyle/>
        <a:p>
          <a:endParaRPr lang="en-GB"/>
        </a:p>
      </dgm:t>
    </dgm:pt>
    <dgm:pt modelId="{47E0B413-49F0-4F3F-A61A-055AC8DE0877}">
      <dgm:prSet phldrT="[Text]" phldr="0"/>
      <dgm:spPr/>
      <dgm:t>
        <a:bodyPr/>
        <a:lstStyle/>
        <a:p>
          <a:r>
            <a:rPr lang="en-US" dirty="0"/>
            <a:t>Cash on Delivery</a:t>
          </a:r>
          <a:endParaRPr lang="en-PK" dirty="0"/>
        </a:p>
      </dgm:t>
    </dgm:pt>
    <dgm:pt modelId="{396736E1-E13E-4E87-AE9A-A021420833CC}" type="parTrans" cxnId="{6D7897CE-7D3F-43DE-8A1C-D5D8F48348B8}">
      <dgm:prSet/>
      <dgm:spPr/>
      <dgm:t>
        <a:bodyPr/>
        <a:lstStyle/>
        <a:p>
          <a:endParaRPr lang="en-GB"/>
        </a:p>
      </dgm:t>
    </dgm:pt>
    <dgm:pt modelId="{1B1EDD8E-D2FC-4059-8441-F14C4E5F3CF5}" type="sibTrans" cxnId="{6D7897CE-7D3F-43DE-8A1C-D5D8F48348B8}">
      <dgm:prSet/>
      <dgm:spPr/>
      <dgm:t>
        <a:bodyPr/>
        <a:lstStyle/>
        <a:p>
          <a:endParaRPr lang="en-GB"/>
        </a:p>
      </dgm:t>
    </dgm:pt>
    <dgm:pt modelId="{BF7823C6-A88C-4F33-9D6C-6B8EC054C4A3}">
      <dgm:prSet phldrT="[Text]" phldr="0"/>
      <dgm:spPr/>
      <dgm:t>
        <a:bodyPr/>
        <a:lstStyle/>
        <a:p>
          <a:r>
            <a:rPr lang="en-US" dirty="0"/>
            <a:t>Update Address</a:t>
          </a:r>
          <a:endParaRPr lang="en-PK" dirty="0"/>
        </a:p>
      </dgm:t>
    </dgm:pt>
    <dgm:pt modelId="{75DCF4C0-26DE-484E-896A-DFD64BE17E83}" type="parTrans" cxnId="{52E6E27D-880A-4EB4-8A8C-FB93775E42DB}">
      <dgm:prSet/>
      <dgm:spPr/>
      <dgm:t>
        <a:bodyPr/>
        <a:lstStyle/>
        <a:p>
          <a:endParaRPr lang="en-GB"/>
        </a:p>
      </dgm:t>
    </dgm:pt>
    <dgm:pt modelId="{A967B396-7F7D-402B-8FDC-79612710136C}" type="sibTrans" cxnId="{52E6E27D-880A-4EB4-8A8C-FB93775E42DB}">
      <dgm:prSet/>
      <dgm:spPr/>
      <dgm:t>
        <a:bodyPr/>
        <a:lstStyle/>
        <a:p>
          <a:endParaRPr lang="en-GB"/>
        </a:p>
      </dgm:t>
    </dgm:pt>
    <dgm:pt modelId="{7E23E1EF-B38C-4D3A-A416-2F3479D87AFA}">
      <dgm:prSet phldrT="[Text]" phldr="0"/>
      <dgm:spPr/>
      <dgm:t>
        <a:bodyPr/>
        <a:lstStyle/>
        <a:p>
          <a:r>
            <a:rPr lang="en-US" dirty="0"/>
            <a:t>Notify when Available</a:t>
          </a:r>
          <a:endParaRPr lang="en-PK" dirty="0"/>
        </a:p>
      </dgm:t>
    </dgm:pt>
    <dgm:pt modelId="{787DD595-933A-4C8C-906D-AA7D9E2A71E3}" type="parTrans" cxnId="{9605B780-71D4-4486-9E48-885ABAEE459B}">
      <dgm:prSet/>
      <dgm:spPr/>
      <dgm:t>
        <a:bodyPr/>
        <a:lstStyle/>
        <a:p>
          <a:endParaRPr lang="en-GB"/>
        </a:p>
      </dgm:t>
    </dgm:pt>
    <dgm:pt modelId="{A9114724-32B1-45DC-8364-CA276C117ACE}" type="sibTrans" cxnId="{9605B780-71D4-4486-9E48-885ABAEE459B}">
      <dgm:prSet/>
      <dgm:spPr/>
      <dgm:t>
        <a:bodyPr/>
        <a:lstStyle/>
        <a:p>
          <a:endParaRPr lang="en-GB"/>
        </a:p>
      </dgm:t>
    </dgm:pt>
    <dgm:pt modelId="{EEA032E0-D87A-4949-A564-14DB510C3F49}" type="pres">
      <dgm:prSet presAssocID="{19CD6AAA-7F2E-417E-A84C-213863EA1B4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69D43B-2ED2-4C55-A55F-BA779420B83B}" type="pres">
      <dgm:prSet presAssocID="{03B9492D-49DF-495F-955D-7E2E8E4B299B}" presName="hierRoot1" presStyleCnt="0">
        <dgm:presLayoutVars>
          <dgm:hierBranch val="init"/>
        </dgm:presLayoutVars>
      </dgm:prSet>
      <dgm:spPr/>
    </dgm:pt>
    <dgm:pt modelId="{C3908B4D-8FC8-4FF6-9711-CC8D0C678839}" type="pres">
      <dgm:prSet presAssocID="{03B9492D-49DF-495F-955D-7E2E8E4B299B}" presName="rootComposite1" presStyleCnt="0"/>
      <dgm:spPr/>
    </dgm:pt>
    <dgm:pt modelId="{3936BEA8-32DC-41C8-9871-BF2CE87B91C1}" type="pres">
      <dgm:prSet presAssocID="{03B9492D-49DF-495F-955D-7E2E8E4B299B}" presName="rootText1" presStyleLbl="node0" presStyleIdx="0" presStyleCnt="1">
        <dgm:presLayoutVars>
          <dgm:chPref val="3"/>
        </dgm:presLayoutVars>
      </dgm:prSet>
      <dgm:spPr/>
    </dgm:pt>
    <dgm:pt modelId="{8B25526A-F938-49A0-B076-EDA050FC2BCA}" type="pres">
      <dgm:prSet presAssocID="{03B9492D-49DF-495F-955D-7E2E8E4B299B}" presName="rootConnector1" presStyleLbl="node1" presStyleIdx="0" presStyleCnt="0"/>
      <dgm:spPr/>
    </dgm:pt>
    <dgm:pt modelId="{8BE0E1A0-E258-46C6-BD80-9F982907DA83}" type="pres">
      <dgm:prSet presAssocID="{03B9492D-49DF-495F-955D-7E2E8E4B299B}" presName="hierChild2" presStyleCnt="0"/>
      <dgm:spPr/>
    </dgm:pt>
    <dgm:pt modelId="{00A2437C-4904-47BE-BCF7-94EF7EBAFC6D}" type="pres">
      <dgm:prSet presAssocID="{798B7DE1-D2CD-43EB-9EE9-7012087A56ED}" presName="Name37" presStyleLbl="parChTrans1D2" presStyleIdx="0" presStyleCnt="8"/>
      <dgm:spPr/>
    </dgm:pt>
    <dgm:pt modelId="{5932092A-1ED1-4F11-9B7E-4285BA0946F5}" type="pres">
      <dgm:prSet presAssocID="{32F53088-44C6-4B81-8036-75B4922F0EE1}" presName="hierRoot2" presStyleCnt="0">
        <dgm:presLayoutVars>
          <dgm:hierBranch val="init"/>
        </dgm:presLayoutVars>
      </dgm:prSet>
      <dgm:spPr/>
    </dgm:pt>
    <dgm:pt modelId="{F7A2990C-40E5-4C90-A1C0-7AD6AEF1B195}" type="pres">
      <dgm:prSet presAssocID="{32F53088-44C6-4B81-8036-75B4922F0EE1}" presName="rootComposite" presStyleCnt="0"/>
      <dgm:spPr/>
    </dgm:pt>
    <dgm:pt modelId="{BED5B6A0-7E12-48A3-9C35-D76C20A5026F}" type="pres">
      <dgm:prSet presAssocID="{32F53088-44C6-4B81-8036-75B4922F0EE1}" presName="rootText" presStyleLbl="node2" presStyleIdx="0" presStyleCnt="8">
        <dgm:presLayoutVars>
          <dgm:chPref val="3"/>
        </dgm:presLayoutVars>
      </dgm:prSet>
      <dgm:spPr/>
    </dgm:pt>
    <dgm:pt modelId="{BCC2446A-9036-4F81-9D86-1635597C26E0}" type="pres">
      <dgm:prSet presAssocID="{32F53088-44C6-4B81-8036-75B4922F0EE1}" presName="rootConnector" presStyleLbl="node2" presStyleIdx="0" presStyleCnt="8"/>
      <dgm:spPr/>
    </dgm:pt>
    <dgm:pt modelId="{480D5C4E-700B-4263-A3F5-7924D4C1B10D}" type="pres">
      <dgm:prSet presAssocID="{32F53088-44C6-4B81-8036-75B4922F0EE1}" presName="hierChild4" presStyleCnt="0"/>
      <dgm:spPr/>
    </dgm:pt>
    <dgm:pt modelId="{36F3561C-936D-4FB5-852C-693FD2210824}" type="pres">
      <dgm:prSet presAssocID="{29DB17D3-D8D1-4100-876F-459730CC51D8}" presName="Name37" presStyleLbl="parChTrans1D3" presStyleIdx="0" presStyleCnt="20"/>
      <dgm:spPr/>
    </dgm:pt>
    <dgm:pt modelId="{672EBCCA-4DEE-403C-92C1-70021A5B45F4}" type="pres">
      <dgm:prSet presAssocID="{145B2828-DF17-442E-9A96-38D0178ECF9D}" presName="hierRoot2" presStyleCnt="0">
        <dgm:presLayoutVars>
          <dgm:hierBranch val="init"/>
        </dgm:presLayoutVars>
      </dgm:prSet>
      <dgm:spPr/>
    </dgm:pt>
    <dgm:pt modelId="{A9424A85-8666-4C74-8EBD-63E611478368}" type="pres">
      <dgm:prSet presAssocID="{145B2828-DF17-442E-9A96-38D0178ECF9D}" presName="rootComposite" presStyleCnt="0"/>
      <dgm:spPr/>
    </dgm:pt>
    <dgm:pt modelId="{69A938E9-8198-4FB1-BC8F-FEF1323413B5}" type="pres">
      <dgm:prSet presAssocID="{145B2828-DF17-442E-9A96-38D0178ECF9D}" presName="rootText" presStyleLbl="node3" presStyleIdx="0" presStyleCnt="20">
        <dgm:presLayoutVars>
          <dgm:chPref val="3"/>
        </dgm:presLayoutVars>
      </dgm:prSet>
      <dgm:spPr/>
    </dgm:pt>
    <dgm:pt modelId="{2BB4F16E-090B-4ABD-AEE4-AC2088CBCB84}" type="pres">
      <dgm:prSet presAssocID="{145B2828-DF17-442E-9A96-38D0178ECF9D}" presName="rootConnector" presStyleLbl="node3" presStyleIdx="0" presStyleCnt="20"/>
      <dgm:spPr/>
    </dgm:pt>
    <dgm:pt modelId="{FF5A9951-882C-4206-9AE7-8F32ADF4B5C1}" type="pres">
      <dgm:prSet presAssocID="{145B2828-DF17-442E-9A96-38D0178ECF9D}" presName="hierChild4" presStyleCnt="0"/>
      <dgm:spPr/>
    </dgm:pt>
    <dgm:pt modelId="{8313632F-3B3F-45F0-831F-51B19061AC9A}" type="pres">
      <dgm:prSet presAssocID="{145B2828-DF17-442E-9A96-38D0178ECF9D}" presName="hierChild5" presStyleCnt="0"/>
      <dgm:spPr/>
    </dgm:pt>
    <dgm:pt modelId="{0CD80121-C5C6-4B1E-9026-0E6E499AD119}" type="pres">
      <dgm:prSet presAssocID="{51DC299D-6515-4FEC-BA6E-A3E9AD917913}" presName="Name37" presStyleLbl="parChTrans1D3" presStyleIdx="1" presStyleCnt="20"/>
      <dgm:spPr/>
    </dgm:pt>
    <dgm:pt modelId="{6520F794-F4A8-4CAE-A579-190C7E0AFD08}" type="pres">
      <dgm:prSet presAssocID="{5E1030C9-84A6-4BC0-B16A-63D1554FE5FA}" presName="hierRoot2" presStyleCnt="0">
        <dgm:presLayoutVars>
          <dgm:hierBranch val="init"/>
        </dgm:presLayoutVars>
      </dgm:prSet>
      <dgm:spPr/>
    </dgm:pt>
    <dgm:pt modelId="{9D819B99-0A1D-4FAF-995B-B502E5660129}" type="pres">
      <dgm:prSet presAssocID="{5E1030C9-84A6-4BC0-B16A-63D1554FE5FA}" presName="rootComposite" presStyleCnt="0"/>
      <dgm:spPr/>
    </dgm:pt>
    <dgm:pt modelId="{154BFB8B-BBBB-4869-8D87-22A5A0235FEA}" type="pres">
      <dgm:prSet presAssocID="{5E1030C9-84A6-4BC0-B16A-63D1554FE5FA}" presName="rootText" presStyleLbl="node3" presStyleIdx="1" presStyleCnt="20">
        <dgm:presLayoutVars>
          <dgm:chPref val="3"/>
        </dgm:presLayoutVars>
      </dgm:prSet>
      <dgm:spPr/>
    </dgm:pt>
    <dgm:pt modelId="{FC9C86C8-5E4A-4AAF-B13B-4383F9D21700}" type="pres">
      <dgm:prSet presAssocID="{5E1030C9-84A6-4BC0-B16A-63D1554FE5FA}" presName="rootConnector" presStyleLbl="node3" presStyleIdx="1" presStyleCnt="20"/>
      <dgm:spPr/>
    </dgm:pt>
    <dgm:pt modelId="{7EB47DE3-3CD3-43AF-BFC3-E01FA48D3925}" type="pres">
      <dgm:prSet presAssocID="{5E1030C9-84A6-4BC0-B16A-63D1554FE5FA}" presName="hierChild4" presStyleCnt="0"/>
      <dgm:spPr/>
    </dgm:pt>
    <dgm:pt modelId="{1F5C7728-0EE7-43AF-B0C3-12C3F0A485D4}" type="pres">
      <dgm:prSet presAssocID="{5E1030C9-84A6-4BC0-B16A-63D1554FE5FA}" presName="hierChild5" presStyleCnt="0"/>
      <dgm:spPr/>
    </dgm:pt>
    <dgm:pt modelId="{F6E02C16-0F73-4F95-B3E3-E527BF800BCF}" type="pres">
      <dgm:prSet presAssocID="{32F53088-44C6-4B81-8036-75B4922F0EE1}" presName="hierChild5" presStyleCnt="0"/>
      <dgm:spPr/>
    </dgm:pt>
    <dgm:pt modelId="{BF2DCEDB-DE8B-4DED-ABC1-DC869A74ECE4}" type="pres">
      <dgm:prSet presAssocID="{11F1A67D-275F-4200-977F-F95F2F05F59F}" presName="Name37" presStyleLbl="parChTrans1D2" presStyleIdx="1" presStyleCnt="8"/>
      <dgm:spPr/>
    </dgm:pt>
    <dgm:pt modelId="{7B6F866C-3D2C-48C3-A000-7FF519898641}" type="pres">
      <dgm:prSet presAssocID="{84B4875C-604D-4E7F-A20B-2089141DF7AC}" presName="hierRoot2" presStyleCnt="0">
        <dgm:presLayoutVars>
          <dgm:hierBranch val="init"/>
        </dgm:presLayoutVars>
      </dgm:prSet>
      <dgm:spPr/>
    </dgm:pt>
    <dgm:pt modelId="{9F80E067-89AA-4426-8287-64DC26718FAF}" type="pres">
      <dgm:prSet presAssocID="{84B4875C-604D-4E7F-A20B-2089141DF7AC}" presName="rootComposite" presStyleCnt="0"/>
      <dgm:spPr/>
    </dgm:pt>
    <dgm:pt modelId="{DA165373-2059-41E5-ABDC-EA98C393A8F8}" type="pres">
      <dgm:prSet presAssocID="{84B4875C-604D-4E7F-A20B-2089141DF7AC}" presName="rootText" presStyleLbl="node2" presStyleIdx="1" presStyleCnt="8">
        <dgm:presLayoutVars>
          <dgm:chPref val="3"/>
        </dgm:presLayoutVars>
      </dgm:prSet>
      <dgm:spPr/>
    </dgm:pt>
    <dgm:pt modelId="{81BA6369-D6DB-4567-8B3B-750FA0416E0A}" type="pres">
      <dgm:prSet presAssocID="{84B4875C-604D-4E7F-A20B-2089141DF7AC}" presName="rootConnector" presStyleLbl="node2" presStyleIdx="1" presStyleCnt="8"/>
      <dgm:spPr/>
    </dgm:pt>
    <dgm:pt modelId="{08044B52-2742-4FE6-AD29-04EC3C91D85F}" type="pres">
      <dgm:prSet presAssocID="{84B4875C-604D-4E7F-A20B-2089141DF7AC}" presName="hierChild4" presStyleCnt="0"/>
      <dgm:spPr/>
    </dgm:pt>
    <dgm:pt modelId="{E753781B-CD9A-4478-80DB-A28AF20E07ED}" type="pres">
      <dgm:prSet presAssocID="{D0BC7227-4E75-44F6-BBBE-5DB3FEAD6779}" presName="Name37" presStyleLbl="parChTrans1D3" presStyleIdx="2" presStyleCnt="20"/>
      <dgm:spPr/>
    </dgm:pt>
    <dgm:pt modelId="{BE5EAF1E-2304-4A1D-B358-B13EB952A1D9}" type="pres">
      <dgm:prSet presAssocID="{A2D23DC9-2B7D-4B02-9CF4-963A080295F4}" presName="hierRoot2" presStyleCnt="0">
        <dgm:presLayoutVars>
          <dgm:hierBranch val="init"/>
        </dgm:presLayoutVars>
      </dgm:prSet>
      <dgm:spPr/>
    </dgm:pt>
    <dgm:pt modelId="{E062B143-1D10-4E24-B1C3-AD983E9871C1}" type="pres">
      <dgm:prSet presAssocID="{A2D23DC9-2B7D-4B02-9CF4-963A080295F4}" presName="rootComposite" presStyleCnt="0"/>
      <dgm:spPr/>
    </dgm:pt>
    <dgm:pt modelId="{A957EDD8-0578-4251-98E0-6183F62C42C0}" type="pres">
      <dgm:prSet presAssocID="{A2D23DC9-2B7D-4B02-9CF4-963A080295F4}" presName="rootText" presStyleLbl="node3" presStyleIdx="2" presStyleCnt="20">
        <dgm:presLayoutVars>
          <dgm:chPref val="3"/>
        </dgm:presLayoutVars>
      </dgm:prSet>
      <dgm:spPr/>
    </dgm:pt>
    <dgm:pt modelId="{7F85434C-0305-4EC7-8F1B-E7DDF5E76491}" type="pres">
      <dgm:prSet presAssocID="{A2D23DC9-2B7D-4B02-9CF4-963A080295F4}" presName="rootConnector" presStyleLbl="node3" presStyleIdx="2" presStyleCnt="20"/>
      <dgm:spPr/>
    </dgm:pt>
    <dgm:pt modelId="{E58B0F54-9B0B-4D0A-8397-C3F742F46E37}" type="pres">
      <dgm:prSet presAssocID="{A2D23DC9-2B7D-4B02-9CF4-963A080295F4}" presName="hierChild4" presStyleCnt="0"/>
      <dgm:spPr/>
    </dgm:pt>
    <dgm:pt modelId="{9A04FC5A-CFBE-4A02-B184-A0F420EB5B6F}" type="pres">
      <dgm:prSet presAssocID="{A2D23DC9-2B7D-4B02-9CF4-963A080295F4}" presName="hierChild5" presStyleCnt="0"/>
      <dgm:spPr/>
    </dgm:pt>
    <dgm:pt modelId="{6BA15B8B-D540-4FD0-9EB0-9D174337262E}" type="pres">
      <dgm:prSet presAssocID="{6DF94855-DCA2-44DE-B3DF-F0B5F32B5838}" presName="Name37" presStyleLbl="parChTrans1D3" presStyleIdx="3" presStyleCnt="20"/>
      <dgm:spPr/>
    </dgm:pt>
    <dgm:pt modelId="{28E632BA-D5F5-4969-8CC6-E027B129AF72}" type="pres">
      <dgm:prSet presAssocID="{5B0B1D3C-594F-4293-8A44-E8C1659C5E12}" presName="hierRoot2" presStyleCnt="0">
        <dgm:presLayoutVars>
          <dgm:hierBranch val="init"/>
        </dgm:presLayoutVars>
      </dgm:prSet>
      <dgm:spPr/>
    </dgm:pt>
    <dgm:pt modelId="{698056FE-2DED-4CB0-9863-8A67A43C8014}" type="pres">
      <dgm:prSet presAssocID="{5B0B1D3C-594F-4293-8A44-E8C1659C5E12}" presName="rootComposite" presStyleCnt="0"/>
      <dgm:spPr/>
    </dgm:pt>
    <dgm:pt modelId="{955C611C-35A5-4159-9A5D-1510AAD51E8A}" type="pres">
      <dgm:prSet presAssocID="{5B0B1D3C-594F-4293-8A44-E8C1659C5E12}" presName="rootText" presStyleLbl="node3" presStyleIdx="3" presStyleCnt="20">
        <dgm:presLayoutVars>
          <dgm:chPref val="3"/>
        </dgm:presLayoutVars>
      </dgm:prSet>
      <dgm:spPr/>
    </dgm:pt>
    <dgm:pt modelId="{A7D0651E-2BFF-42F1-AD87-05A438AD7C4D}" type="pres">
      <dgm:prSet presAssocID="{5B0B1D3C-594F-4293-8A44-E8C1659C5E12}" presName="rootConnector" presStyleLbl="node3" presStyleIdx="3" presStyleCnt="20"/>
      <dgm:spPr/>
    </dgm:pt>
    <dgm:pt modelId="{CC482E2D-E1CD-4615-B209-19504C10C970}" type="pres">
      <dgm:prSet presAssocID="{5B0B1D3C-594F-4293-8A44-E8C1659C5E12}" presName="hierChild4" presStyleCnt="0"/>
      <dgm:spPr/>
    </dgm:pt>
    <dgm:pt modelId="{DC5D7B0B-2760-49C4-AA8E-DF8D5CCAC7B2}" type="pres">
      <dgm:prSet presAssocID="{5B0B1D3C-594F-4293-8A44-E8C1659C5E12}" presName="hierChild5" presStyleCnt="0"/>
      <dgm:spPr/>
    </dgm:pt>
    <dgm:pt modelId="{E631EB45-45E5-49BD-AC0C-3AAD34A1334D}" type="pres">
      <dgm:prSet presAssocID="{AA840DBC-97CE-4484-B22E-27833B7F5B86}" presName="Name37" presStyleLbl="parChTrans1D3" presStyleIdx="4" presStyleCnt="20"/>
      <dgm:spPr/>
    </dgm:pt>
    <dgm:pt modelId="{54B58EC2-8F59-47F1-AF7E-476CEF658A4F}" type="pres">
      <dgm:prSet presAssocID="{DCA1D87E-5C3B-42AF-9ECB-E470DA3D1620}" presName="hierRoot2" presStyleCnt="0">
        <dgm:presLayoutVars>
          <dgm:hierBranch val="init"/>
        </dgm:presLayoutVars>
      </dgm:prSet>
      <dgm:spPr/>
    </dgm:pt>
    <dgm:pt modelId="{5B6AD4CD-03DA-4508-A5E2-BD700077EFD6}" type="pres">
      <dgm:prSet presAssocID="{DCA1D87E-5C3B-42AF-9ECB-E470DA3D1620}" presName="rootComposite" presStyleCnt="0"/>
      <dgm:spPr/>
    </dgm:pt>
    <dgm:pt modelId="{0E6794E4-2422-4377-9423-5F02511FA0D9}" type="pres">
      <dgm:prSet presAssocID="{DCA1D87E-5C3B-42AF-9ECB-E470DA3D1620}" presName="rootText" presStyleLbl="node3" presStyleIdx="4" presStyleCnt="20">
        <dgm:presLayoutVars>
          <dgm:chPref val="3"/>
        </dgm:presLayoutVars>
      </dgm:prSet>
      <dgm:spPr/>
    </dgm:pt>
    <dgm:pt modelId="{4E2834A3-D06A-46C9-BC9B-7D7D83DD4E33}" type="pres">
      <dgm:prSet presAssocID="{DCA1D87E-5C3B-42AF-9ECB-E470DA3D1620}" presName="rootConnector" presStyleLbl="node3" presStyleIdx="4" presStyleCnt="20"/>
      <dgm:spPr/>
    </dgm:pt>
    <dgm:pt modelId="{0DA68591-5E75-42B9-919A-2A156705C2CA}" type="pres">
      <dgm:prSet presAssocID="{DCA1D87E-5C3B-42AF-9ECB-E470DA3D1620}" presName="hierChild4" presStyleCnt="0"/>
      <dgm:spPr/>
    </dgm:pt>
    <dgm:pt modelId="{3A8942AF-18D9-4E43-A845-2C1BE8F961B7}" type="pres">
      <dgm:prSet presAssocID="{DCA1D87E-5C3B-42AF-9ECB-E470DA3D1620}" presName="hierChild5" presStyleCnt="0"/>
      <dgm:spPr/>
    </dgm:pt>
    <dgm:pt modelId="{8053B2FE-DA86-4236-AF95-BBBEBEB0E709}" type="pres">
      <dgm:prSet presAssocID="{84B4875C-604D-4E7F-A20B-2089141DF7AC}" presName="hierChild5" presStyleCnt="0"/>
      <dgm:spPr/>
    </dgm:pt>
    <dgm:pt modelId="{94D26305-849B-4855-BBCE-247534EC48D7}" type="pres">
      <dgm:prSet presAssocID="{B3928663-19AE-4AEE-97C2-009E1DDAB51D}" presName="Name37" presStyleLbl="parChTrans1D2" presStyleIdx="2" presStyleCnt="8"/>
      <dgm:spPr/>
    </dgm:pt>
    <dgm:pt modelId="{5523CA80-9D38-4FCF-AC95-4B4F5FA5144A}" type="pres">
      <dgm:prSet presAssocID="{F3BD0223-1BC6-4BD4-AF2E-A82FE755673A}" presName="hierRoot2" presStyleCnt="0">
        <dgm:presLayoutVars>
          <dgm:hierBranch val="init"/>
        </dgm:presLayoutVars>
      </dgm:prSet>
      <dgm:spPr/>
    </dgm:pt>
    <dgm:pt modelId="{751C3BCC-C77D-4D70-8F19-A03085167BEE}" type="pres">
      <dgm:prSet presAssocID="{F3BD0223-1BC6-4BD4-AF2E-A82FE755673A}" presName="rootComposite" presStyleCnt="0"/>
      <dgm:spPr/>
    </dgm:pt>
    <dgm:pt modelId="{71BD1725-0DAE-4CED-AAB2-944268F512B2}" type="pres">
      <dgm:prSet presAssocID="{F3BD0223-1BC6-4BD4-AF2E-A82FE755673A}" presName="rootText" presStyleLbl="node2" presStyleIdx="2" presStyleCnt="8">
        <dgm:presLayoutVars>
          <dgm:chPref val="3"/>
        </dgm:presLayoutVars>
      </dgm:prSet>
      <dgm:spPr/>
    </dgm:pt>
    <dgm:pt modelId="{25833BE9-7F8B-4D14-BA9D-3A631F3AF386}" type="pres">
      <dgm:prSet presAssocID="{F3BD0223-1BC6-4BD4-AF2E-A82FE755673A}" presName="rootConnector" presStyleLbl="node2" presStyleIdx="2" presStyleCnt="8"/>
      <dgm:spPr/>
    </dgm:pt>
    <dgm:pt modelId="{56E3563D-359B-4D2C-8320-AF9E6F492A19}" type="pres">
      <dgm:prSet presAssocID="{F3BD0223-1BC6-4BD4-AF2E-A82FE755673A}" presName="hierChild4" presStyleCnt="0"/>
      <dgm:spPr/>
    </dgm:pt>
    <dgm:pt modelId="{CC0EBDD9-D559-45FE-9D0A-6294EC43659B}" type="pres">
      <dgm:prSet presAssocID="{59BD1825-A742-410D-AFD4-6B32BB9409B1}" presName="Name37" presStyleLbl="parChTrans1D3" presStyleIdx="5" presStyleCnt="20"/>
      <dgm:spPr/>
    </dgm:pt>
    <dgm:pt modelId="{78501DAF-5588-46D1-B329-ABD3F028FEE8}" type="pres">
      <dgm:prSet presAssocID="{E23AFCC5-20C5-4A2B-999E-9A1F08095A0E}" presName="hierRoot2" presStyleCnt="0">
        <dgm:presLayoutVars>
          <dgm:hierBranch val="init"/>
        </dgm:presLayoutVars>
      </dgm:prSet>
      <dgm:spPr/>
    </dgm:pt>
    <dgm:pt modelId="{DA4B9B2A-5E13-444D-82BF-CF5BCD682B51}" type="pres">
      <dgm:prSet presAssocID="{E23AFCC5-20C5-4A2B-999E-9A1F08095A0E}" presName="rootComposite" presStyleCnt="0"/>
      <dgm:spPr/>
    </dgm:pt>
    <dgm:pt modelId="{A0B0728F-8B06-49D0-8939-E44AF610FB47}" type="pres">
      <dgm:prSet presAssocID="{E23AFCC5-20C5-4A2B-999E-9A1F08095A0E}" presName="rootText" presStyleLbl="node3" presStyleIdx="5" presStyleCnt="20">
        <dgm:presLayoutVars>
          <dgm:chPref val="3"/>
        </dgm:presLayoutVars>
      </dgm:prSet>
      <dgm:spPr/>
    </dgm:pt>
    <dgm:pt modelId="{5CFA7ECB-C6BC-45C7-9A0B-9D21C3EE2E62}" type="pres">
      <dgm:prSet presAssocID="{E23AFCC5-20C5-4A2B-999E-9A1F08095A0E}" presName="rootConnector" presStyleLbl="node3" presStyleIdx="5" presStyleCnt="20"/>
      <dgm:spPr/>
    </dgm:pt>
    <dgm:pt modelId="{F6EAE652-FA76-4C1D-8EF9-1F34CAA9CA1E}" type="pres">
      <dgm:prSet presAssocID="{E23AFCC5-20C5-4A2B-999E-9A1F08095A0E}" presName="hierChild4" presStyleCnt="0"/>
      <dgm:spPr/>
    </dgm:pt>
    <dgm:pt modelId="{6414DE02-72BE-4260-B3D0-5C02EAC4A405}" type="pres">
      <dgm:prSet presAssocID="{E23AFCC5-20C5-4A2B-999E-9A1F08095A0E}" presName="hierChild5" presStyleCnt="0"/>
      <dgm:spPr/>
    </dgm:pt>
    <dgm:pt modelId="{1A8EAA10-8F35-4682-9071-75F58275BC76}" type="pres">
      <dgm:prSet presAssocID="{20CE3987-7845-46D9-8980-D6A1047500CA}" presName="Name37" presStyleLbl="parChTrans1D3" presStyleIdx="6" presStyleCnt="20"/>
      <dgm:spPr/>
    </dgm:pt>
    <dgm:pt modelId="{E62844F0-D2DE-4D3E-82BB-C313A359E49D}" type="pres">
      <dgm:prSet presAssocID="{28613AC1-D468-4F82-BA34-BB21DEC83132}" presName="hierRoot2" presStyleCnt="0">
        <dgm:presLayoutVars>
          <dgm:hierBranch val="init"/>
        </dgm:presLayoutVars>
      </dgm:prSet>
      <dgm:spPr/>
    </dgm:pt>
    <dgm:pt modelId="{860CEC76-951F-4232-9826-C56C23A0C648}" type="pres">
      <dgm:prSet presAssocID="{28613AC1-D468-4F82-BA34-BB21DEC83132}" presName="rootComposite" presStyleCnt="0"/>
      <dgm:spPr/>
    </dgm:pt>
    <dgm:pt modelId="{B1D9806C-75DC-4EA7-85DA-F4BF8261CD1A}" type="pres">
      <dgm:prSet presAssocID="{28613AC1-D468-4F82-BA34-BB21DEC83132}" presName="rootText" presStyleLbl="node3" presStyleIdx="6" presStyleCnt="20">
        <dgm:presLayoutVars>
          <dgm:chPref val="3"/>
        </dgm:presLayoutVars>
      </dgm:prSet>
      <dgm:spPr/>
    </dgm:pt>
    <dgm:pt modelId="{C7EECFC0-6C50-4AA0-97E9-E3A5D98754D8}" type="pres">
      <dgm:prSet presAssocID="{28613AC1-D468-4F82-BA34-BB21DEC83132}" presName="rootConnector" presStyleLbl="node3" presStyleIdx="6" presStyleCnt="20"/>
      <dgm:spPr/>
    </dgm:pt>
    <dgm:pt modelId="{CFD6CAD8-4FCA-451B-B791-6E1E418FB0D9}" type="pres">
      <dgm:prSet presAssocID="{28613AC1-D468-4F82-BA34-BB21DEC83132}" presName="hierChild4" presStyleCnt="0"/>
      <dgm:spPr/>
    </dgm:pt>
    <dgm:pt modelId="{2770F4DC-BF91-4825-9E99-0C588A866CE7}" type="pres">
      <dgm:prSet presAssocID="{28613AC1-D468-4F82-BA34-BB21DEC83132}" presName="hierChild5" presStyleCnt="0"/>
      <dgm:spPr/>
    </dgm:pt>
    <dgm:pt modelId="{2990DECD-ED79-492B-B11E-82D124CF77DD}" type="pres">
      <dgm:prSet presAssocID="{F44E5902-6B1B-43C6-9FF4-D446AFD2935B}" presName="Name37" presStyleLbl="parChTrans1D3" presStyleIdx="7" presStyleCnt="20"/>
      <dgm:spPr/>
    </dgm:pt>
    <dgm:pt modelId="{9482E165-F004-4B3B-A8A2-E98ED31ADFDC}" type="pres">
      <dgm:prSet presAssocID="{8F1A98BD-C76E-402E-A5C5-C6595FDF81E1}" presName="hierRoot2" presStyleCnt="0">
        <dgm:presLayoutVars>
          <dgm:hierBranch val="init"/>
        </dgm:presLayoutVars>
      </dgm:prSet>
      <dgm:spPr/>
    </dgm:pt>
    <dgm:pt modelId="{1F886F95-E173-4A6F-95E9-B5A103BF001F}" type="pres">
      <dgm:prSet presAssocID="{8F1A98BD-C76E-402E-A5C5-C6595FDF81E1}" presName="rootComposite" presStyleCnt="0"/>
      <dgm:spPr/>
    </dgm:pt>
    <dgm:pt modelId="{30DA77A3-E23C-49FB-9553-89DD162F8D1D}" type="pres">
      <dgm:prSet presAssocID="{8F1A98BD-C76E-402E-A5C5-C6595FDF81E1}" presName="rootText" presStyleLbl="node3" presStyleIdx="7" presStyleCnt="20">
        <dgm:presLayoutVars>
          <dgm:chPref val="3"/>
        </dgm:presLayoutVars>
      </dgm:prSet>
      <dgm:spPr/>
    </dgm:pt>
    <dgm:pt modelId="{2871C7E2-5705-4656-947F-69C422C3A489}" type="pres">
      <dgm:prSet presAssocID="{8F1A98BD-C76E-402E-A5C5-C6595FDF81E1}" presName="rootConnector" presStyleLbl="node3" presStyleIdx="7" presStyleCnt="20"/>
      <dgm:spPr/>
    </dgm:pt>
    <dgm:pt modelId="{B2CA9497-4E71-4D9B-B84F-B7B08F94F52A}" type="pres">
      <dgm:prSet presAssocID="{8F1A98BD-C76E-402E-A5C5-C6595FDF81E1}" presName="hierChild4" presStyleCnt="0"/>
      <dgm:spPr/>
    </dgm:pt>
    <dgm:pt modelId="{32B1A8C7-9F09-4FF2-9A89-44144C7E74A6}" type="pres">
      <dgm:prSet presAssocID="{8F1A98BD-C76E-402E-A5C5-C6595FDF81E1}" presName="hierChild5" presStyleCnt="0"/>
      <dgm:spPr/>
    </dgm:pt>
    <dgm:pt modelId="{63EDBA4E-E3F6-4179-9214-CD797EC5D099}" type="pres">
      <dgm:prSet presAssocID="{F3BD0223-1BC6-4BD4-AF2E-A82FE755673A}" presName="hierChild5" presStyleCnt="0"/>
      <dgm:spPr/>
    </dgm:pt>
    <dgm:pt modelId="{84504024-F917-44C2-AAF7-F31A035BEBC4}" type="pres">
      <dgm:prSet presAssocID="{C7BADD26-5388-40A9-AA1D-EA75E6F79984}" presName="Name37" presStyleLbl="parChTrans1D2" presStyleIdx="3" presStyleCnt="8"/>
      <dgm:spPr/>
    </dgm:pt>
    <dgm:pt modelId="{160C9E3E-52F7-464F-8C5E-10C8B664C862}" type="pres">
      <dgm:prSet presAssocID="{31E231F0-0C27-4A92-8D3C-49138990D9DF}" presName="hierRoot2" presStyleCnt="0">
        <dgm:presLayoutVars>
          <dgm:hierBranch val="init"/>
        </dgm:presLayoutVars>
      </dgm:prSet>
      <dgm:spPr/>
    </dgm:pt>
    <dgm:pt modelId="{85603A61-AAC1-4EDF-A8BF-C0112D135229}" type="pres">
      <dgm:prSet presAssocID="{31E231F0-0C27-4A92-8D3C-49138990D9DF}" presName="rootComposite" presStyleCnt="0"/>
      <dgm:spPr/>
    </dgm:pt>
    <dgm:pt modelId="{BF144789-9BB3-4C65-A321-29C88D438B84}" type="pres">
      <dgm:prSet presAssocID="{31E231F0-0C27-4A92-8D3C-49138990D9DF}" presName="rootText" presStyleLbl="node2" presStyleIdx="3" presStyleCnt="8">
        <dgm:presLayoutVars>
          <dgm:chPref val="3"/>
        </dgm:presLayoutVars>
      </dgm:prSet>
      <dgm:spPr/>
    </dgm:pt>
    <dgm:pt modelId="{FEA49FC2-9B0D-4967-8666-245E26621CA0}" type="pres">
      <dgm:prSet presAssocID="{31E231F0-0C27-4A92-8D3C-49138990D9DF}" presName="rootConnector" presStyleLbl="node2" presStyleIdx="3" presStyleCnt="8"/>
      <dgm:spPr/>
    </dgm:pt>
    <dgm:pt modelId="{9C2117DC-8253-4DBB-B6CF-9F1B7EF84060}" type="pres">
      <dgm:prSet presAssocID="{31E231F0-0C27-4A92-8D3C-49138990D9DF}" presName="hierChild4" presStyleCnt="0"/>
      <dgm:spPr/>
    </dgm:pt>
    <dgm:pt modelId="{8A224422-F569-403F-8CD0-195B946CBF05}" type="pres">
      <dgm:prSet presAssocID="{37A17460-AA57-4998-BF97-DE487ECA125D}" presName="Name37" presStyleLbl="parChTrans1D3" presStyleIdx="8" presStyleCnt="20"/>
      <dgm:spPr/>
    </dgm:pt>
    <dgm:pt modelId="{A5E1DB32-1C57-4C83-B901-B57DC060B43B}" type="pres">
      <dgm:prSet presAssocID="{88FB5E40-4EA8-41E5-BAA5-5A945EAC8C96}" presName="hierRoot2" presStyleCnt="0">
        <dgm:presLayoutVars>
          <dgm:hierBranch val="init"/>
        </dgm:presLayoutVars>
      </dgm:prSet>
      <dgm:spPr/>
    </dgm:pt>
    <dgm:pt modelId="{E1461B67-DC62-4073-B646-9D0C456DD8C9}" type="pres">
      <dgm:prSet presAssocID="{88FB5E40-4EA8-41E5-BAA5-5A945EAC8C96}" presName="rootComposite" presStyleCnt="0"/>
      <dgm:spPr/>
    </dgm:pt>
    <dgm:pt modelId="{B1C88AB5-21A4-4768-8838-356F6519318A}" type="pres">
      <dgm:prSet presAssocID="{88FB5E40-4EA8-41E5-BAA5-5A945EAC8C96}" presName="rootText" presStyleLbl="node3" presStyleIdx="8" presStyleCnt="20">
        <dgm:presLayoutVars>
          <dgm:chPref val="3"/>
        </dgm:presLayoutVars>
      </dgm:prSet>
      <dgm:spPr/>
    </dgm:pt>
    <dgm:pt modelId="{1F849F76-67DF-485F-BC15-34F5C17F3E0F}" type="pres">
      <dgm:prSet presAssocID="{88FB5E40-4EA8-41E5-BAA5-5A945EAC8C96}" presName="rootConnector" presStyleLbl="node3" presStyleIdx="8" presStyleCnt="20"/>
      <dgm:spPr/>
    </dgm:pt>
    <dgm:pt modelId="{3B5E0256-066A-4090-A9F0-4DB1A4CC0595}" type="pres">
      <dgm:prSet presAssocID="{88FB5E40-4EA8-41E5-BAA5-5A945EAC8C96}" presName="hierChild4" presStyleCnt="0"/>
      <dgm:spPr/>
    </dgm:pt>
    <dgm:pt modelId="{F2C75D48-D99B-4749-8D2B-6B9AE20BC03F}" type="pres">
      <dgm:prSet presAssocID="{88FB5E40-4EA8-41E5-BAA5-5A945EAC8C96}" presName="hierChild5" presStyleCnt="0"/>
      <dgm:spPr/>
    </dgm:pt>
    <dgm:pt modelId="{C7603335-9B10-4E57-8110-DEB470810325}" type="pres">
      <dgm:prSet presAssocID="{C0C384D3-E7BF-4F48-9AE9-DB163FD3F005}" presName="Name37" presStyleLbl="parChTrans1D3" presStyleIdx="9" presStyleCnt="20"/>
      <dgm:spPr/>
    </dgm:pt>
    <dgm:pt modelId="{845E7B5F-5553-4426-925A-FE11DF1AA6E8}" type="pres">
      <dgm:prSet presAssocID="{A46BF42A-0115-40FD-80B1-5A9C14EFED87}" presName="hierRoot2" presStyleCnt="0">
        <dgm:presLayoutVars>
          <dgm:hierBranch val="init"/>
        </dgm:presLayoutVars>
      </dgm:prSet>
      <dgm:spPr/>
    </dgm:pt>
    <dgm:pt modelId="{E10829C8-245B-478C-9454-A2290F814396}" type="pres">
      <dgm:prSet presAssocID="{A46BF42A-0115-40FD-80B1-5A9C14EFED87}" presName="rootComposite" presStyleCnt="0"/>
      <dgm:spPr/>
    </dgm:pt>
    <dgm:pt modelId="{39F7877B-283B-40D4-B4FC-8C2F3CECE7E3}" type="pres">
      <dgm:prSet presAssocID="{A46BF42A-0115-40FD-80B1-5A9C14EFED87}" presName="rootText" presStyleLbl="node3" presStyleIdx="9" presStyleCnt="20">
        <dgm:presLayoutVars>
          <dgm:chPref val="3"/>
        </dgm:presLayoutVars>
      </dgm:prSet>
      <dgm:spPr/>
    </dgm:pt>
    <dgm:pt modelId="{92802576-6D4D-43ED-8E33-15F15CF6823B}" type="pres">
      <dgm:prSet presAssocID="{A46BF42A-0115-40FD-80B1-5A9C14EFED87}" presName="rootConnector" presStyleLbl="node3" presStyleIdx="9" presStyleCnt="20"/>
      <dgm:spPr/>
    </dgm:pt>
    <dgm:pt modelId="{F46F3F82-8B95-4D83-853F-577CE03F17EB}" type="pres">
      <dgm:prSet presAssocID="{A46BF42A-0115-40FD-80B1-5A9C14EFED87}" presName="hierChild4" presStyleCnt="0"/>
      <dgm:spPr/>
    </dgm:pt>
    <dgm:pt modelId="{0D2193C1-17EC-452D-85BB-C979C43DB889}" type="pres">
      <dgm:prSet presAssocID="{A46BF42A-0115-40FD-80B1-5A9C14EFED87}" presName="hierChild5" presStyleCnt="0"/>
      <dgm:spPr/>
    </dgm:pt>
    <dgm:pt modelId="{084D7060-EE22-44AE-9658-C701BEFF50EE}" type="pres">
      <dgm:prSet presAssocID="{31E231F0-0C27-4A92-8D3C-49138990D9DF}" presName="hierChild5" presStyleCnt="0"/>
      <dgm:spPr/>
    </dgm:pt>
    <dgm:pt modelId="{A7BF7221-E1BD-4B37-AA6E-BB3FBB35430E}" type="pres">
      <dgm:prSet presAssocID="{FF5B799A-0408-449D-8CC9-9CEA766C72FD}" presName="Name37" presStyleLbl="parChTrans1D2" presStyleIdx="4" presStyleCnt="8"/>
      <dgm:spPr/>
    </dgm:pt>
    <dgm:pt modelId="{C3F50DE5-75B5-4B5A-9807-8D7FDE11366F}" type="pres">
      <dgm:prSet presAssocID="{86E4DB9C-A122-494D-ACD7-707322EF8C39}" presName="hierRoot2" presStyleCnt="0">
        <dgm:presLayoutVars>
          <dgm:hierBranch val="init"/>
        </dgm:presLayoutVars>
      </dgm:prSet>
      <dgm:spPr/>
    </dgm:pt>
    <dgm:pt modelId="{5A7F3AE7-2131-497A-897D-1D458FBA1023}" type="pres">
      <dgm:prSet presAssocID="{86E4DB9C-A122-494D-ACD7-707322EF8C39}" presName="rootComposite" presStyleCnt="0"/>
      <dgm:spPr/>
    </dgm:pt>
    <dgm:pt modelId="{6219AD27-19B8-4BD8-8992-C7B490BA3006}" type="pres">
      <dgm:prSet presAssocID="{86E4DB9C-A122-494D-ACD7-707322EF8C39}" presName="rootText" presStyleLbl="node2" presStyleIdx="4" presStyleCnt="8">
        <dgm:presLayoutVars>
          <dgm:chPref val="3"/>
        </dgm:presLayoutVars>
      </dgm:prSet>
      <dgm:spPr/>
    </dgm:pt>
    <dgm:pt modelId="{F87C0ABC-7E63-4756-9ACF-77299E2B64D3}" type="pres">
      <dgm:prSet presAssocID="{86E4DB9C-A122-494D-ACD7-707322EF8C39}" presName="rootConnector" presStyleLbl="node2" presStyleIdx="4" presStyleCnt="8"/>
      <dgm:spPr/>
    </dgm:pt>
    <dgm:pt modelId="{63DF8A54-9942-4206-9465-4735AA6558B3}" type="pres">
      <dgm:prSet presAssocID="{86E4DB9C-A122-494D-ACD7-707322EF8C39}" presName="hierChild4" presStyleCnt="0"/>
      <dgm:spPr/>
    </dgm:pt>
    <dgm:pt modelId="{AB57B4E9-F115-4A4E-9939-8593E8751A6A}" type="pres">
      <dgm:prSet presAssocID="{1618C84C-C65B-4938-BFAA-0BB958AC68AC}" presName="Name37" presStyleLbl="parChTrans1D3" presStyleIdx="10" presStyleCnt="20"/>
      <dgm:spPr/>
    </dgm:pt>
    <dgm:pt modelId="{12DC03D9-15FC-4CE0-80DB-24F14EB42BE1}" type="pres">
      <dgm:prSet presAssocID="{A6D1332A-45F3-44A0-9A07-12A9FA2D215D}" presName="hierRoot2" presStyleCnt="0">
        <dgm:presLayoutVars>
          <dgm:hierBranch val="init"/>
        </dgm:presLayoutVars>
      </dgm:prSet>
      <dgm:spPr/>
    </dgm:pt>
    <dgm:pt modelId="{98DE7594-C823-495F-9263-663347742BF1}" type="pres">
      <dgm:prSet presAssocID="{A6D1332A-45F3-44A0-9A07-12A9FA2D215D}" presName="rootComposite" presStyleCnt="0"/>
      <dgm:spPr/>
    </dgm:pt>
    <dgm:pt modelId="{6BC8494A-F667-42E4-B75C-60BAA9E9CBCC}" type="pres">
      <dgm:prSet presAssocID="{A6D1332A-45F3-44A0-9A07-12A9FA2D215D}" presName="rootText" presStyleLbl="node3" presStyleIdx="10" presStyleCnt="20">
        <dgm:presLayoutVars>
          <dgm:chPref val="3"/>
        </dgm:presLayoutVars>
      </dgm:prSet>
      <dgm:spPr/>
    </dgm:pt>
    <dgm:pt modelId="{3D79B794-16D6-48CE-9CA4-886882BE44D3}" type="pres">
      <dgm:prSet presAssocID="{A6D1332A-45F3-44A0-9A07-12A9FA2D215D}" presName="rootConnector" presStyleLbl="node3" presStyleIdx="10" presStyleCnt="20"/>
      <dgm:spPr/>
    </dgm:pt>
    <dgm:pt modelId="{7BDC1500-BE85-46B8-85C7-0AE4657AF25E}" type="pres">
      <dgm:prSet presAssocID="{A6D1332A-45F3-44A0-9A07-12A9FA2D215D}" presName="hierChild4" presStyleCnt="0"/>
      <dgm:spPr/>
    </dgm:pt>
    <dgm:pt modelId="{36B83020-6A73-4719-B1F2-0A22471B721A}" type="pres">
      <dgm:prSet presAssocID="{A6D1332A-45F3-44A0-9A07-12A9FA2D215D}" presName="hierChild5" presStyleCnt="0"/>
      <dgm:spPr/>
    </dgm:pt>
    <dgm:pt modelId="{E33A45C0-5E4A-4138-863B-CC9DE2E73634}" type="pres">
      <dgm:prSet presAssocID="{A3A72F3F-C744-4288-A490-4AA0FE8D1F33}" presName="Name37" presStyleLbl="parChTrans1D3" presStyleIdx="11" presStyleCnt="20"/>
      <dgm:spPr/>
    </dgm:pt>
    <dgm:pt modelId="{EA8DF5B0-D8A9-428A-9398-2F273B48241E}" type="pres">
      <dgm:prSet presAssocID="{DAD8E980-A642-4BD1-8AAD-429C0CA8DF0C}" presName="hierRoot2" presStyleCnt="0">
        <dgm:presLayoutVars>
          <dgm:hierBranch val="init"/>
        </dgm:presLayoutVars>
      </dgm:prSet>
      <dgm:spPr/>
    </dgm:pt>
    <dgm:pt modelId="{D9675317-EDF6-4BF8-A179-450B223156FB}" type="pres">
      <dgm:prSet presAssocID="{DAD8E980-A642-4BD1-8AAD-429C0CA8DF0C}" presName="rootComposite" presStyleCnt="0"/>
      <dgm:spPr/>
    </dgm:pt>
    <dgm:pt modelId="{3BE2E796-2EF9-4189-BC6B-6D6F8A3CF7F5}" type="pres">
      <dgm:prSet presAssocID="{DAD8E980-A642-4BD1-8AAD-429C0CA8DF0C}" presName="rootText" presStyleLbl="node3" presStyleIdx="11" presStyleCnt="20">
        <dgm:presLayoutVars>
          <dgm:chPref val="3"/>
        </dgm:presLayoutVars>
      </dgm:prSet>
      <dgm:spPr/>
    </dgm:pt>
    <dgm:pt modelId="{857A5C78-648B-4C9C-ADED-41E988735390}" type="pres">
      <dgm:prSet presAssocID="{DAD8E980-A642-4BD1-8AAD-429C0CA8DF0C}" presName="rootConnector" presStyleLbl="node3" presStyleIdx="11" presStyleCnt="20"/>
      <dgm:spPr/>
    </dgm:pt>
    <dgm:pt modelId="{A85D0D66-AA38-4C54-8593-BC8E6E6A3398}" type="pres">
      <dgm:prSet presAssocID="{DAD8E980-A642-4BD1-8AAD-429C0CA8DF0C}" presName="hierChild4" presStyleCnt="0"/>
      <dgm:spPr/>
    </dgm:pt>
    <dgm:pt modelId="{F32B9E37-AFA0-4ADE-9808-5CEB95D3CFD1}" type="pres">
      <dgm:prSet presAssocID="{DAD8E980-A642-4BD1-8AAD-429C0CA8DF0C}" presName="hierChild5" presStyleCnt="0"/>
      <dgm:spPr/>
    </dgm:pt>
    <dgm:pt modelId="{B2DC7429-D392-4B64-8E58-76EAD2E58BA0}" type="pres">
      <dgm:prSet presAssocID="{875B067B-3123-48CB-B0B2-83E0B0E46CD5}" presName="Name37" presStyleLbl="parChTrans1D3" presStyleIdx="12" presStyleCnt="20"/>
      <dgm:spPr/>
    </dgm:pt>
    <dgm:pt modelId="{723BB0C4-9464-4823-943C-0DECE9ABAEC7}" type="pres">
      <dgm:prSet presAssocID="{F34C34BC-B2F0-4EA0-A094-15738DE370F0}" presName="hierRoot2" presStyleCnt="0">
        <dgm:presLayoutVars>
          <dgm:hierBranch val="init"/>
        </dgm:presLayoutVars>
      </dgm:prSet>
      <dgm:spPr/>
    </dgm:pt>
    <dgm:pt modelId="{E5C606B7-55C3-46E3-964C-F1B12346026F}" type="pres">
      <dgm:prSet presAssocID="{F34C34BC-B2F0-4EA0-A094-15738DE370F0}" presName="rootComposite" presStyleCnt="0"/>
      <dgm:spPr/>
    </dgm:pt>
    <dgm:pt modelId="{ECDC5801-CD15-4276-BC01-57C157E59C42}" type="pres">
      <dgm:prSet presAssocID="{F34C34BC-B2F0-4EA0-A094-15738DE370F0}" presName="rootText" presStyleLbl="node3" presStyleIdx="12" presStyleCnt="20">
        <dgm:presLayoutVars>
          <dgm:chPref val="3"/>
        </dgm:presLayoutVars>
      </dgm:prSet>
      <dgm:spPr/>
    </dgm:pt>
    <dgm:pt modelId="{A58835A9-0EE1-4681-9A06-C58FEE393F41}" type="pres">
      <dgm:prSet presAssocID="{F34C34BC-B2F0-4EA0-A094-15738DE370F0}" presName="rootConnector" presStyleLbl="node3" presStyleIdx="12" presStyleCnt="20"/>
      <dgm:spPr/>
    </dgm:pt>
    <dgm:pt modelId="{4DF63866-52D9-4431-902B-E135A8928E9A}" type="pres">
      <dgm:prSet presAssocID="{F34C34BC-B2F0-4EA0-A094-15738DE370F0}" presName="hierChild4" presStyleCnt="0"/>
      <dgm:spPr/>
    </dgm:pt>
    <dgm:pt modelId="{6C8D73E3-B866-4124-B0B3-3042B3C09588}" type="pres">
      <dgm:prSet presAssocID="{F34C34BC-B2F0-4EA0-A094-15738DE370F0}" presName="hierChild5" presStyleCnt="0"/>
      <dgm:spPr/>
    </dgm:pt>
    <dgm:pt modelId="{7A8353A1-B50D-49DF-A8F5-116637E495B9}" type="pres">
      <dgm:prSet presAssocID="{86E4DB9C-A122-494D-ACD7-707322EF8C39}" presName="hierChild5" presStyleCnt="0"/>
      <dgm:spPr/>
    </dgm:pt>
    <dgm:pt modelId="{F1EF53CA-65A0-4546-938F-8CFF182923EA}" type="pres">
      <dgm:prSet presAssocID="{A60B2636-1E8B-4A88-A229-5E01FBCE6B55}" presName="Name37" presStyleLbl="parChTrans1D2" presStyleIdx="5" presStyleCnt="8"/>
      <dgm:spPr/>
    </dgm:pt>
    <dgm:pt modelId="{070AE937-E09C-4066-B333-B3219DB13CC2}" type="pres">
      <dgm:prSet presAssocID="{F6F5693F-A83B-4476-8CAB-E20D3D32472B}" presName="hierRoot2" presStyleCnt="0">
        <dgm:presLayoutVars>
          <dgm:hierBranch val="init"/>
        </dgm:presLayoutVars>
      </dgm:prSet>
      <dgm:spPr/>
    </dgm:pt>
    <dgm:pt modelId="{3D74B967-C444-4CD2-9861-6B5EF0CEE506}" type="pres">
      <dgm:prSet presAssocID="{F6F5693F-A83B-4476-8CAB-E20D3D32472B}" presName="rootComposite" presStyleCnt="0"/>
      <dgm:spPr/>
    </dgm:pt>
    <dgm:pt modelId="{147ED431-04BD-4C0E-ACCE-768E19B4225E}" type="pres">
      <dgm:prSet presAssocID="{F6F5693F-A83B-4476-8CAB-E20D3D32472B}" presName="rootText" presStyleLbl="node2" presStyleIdx="5" presStyleCnt="8">
        <dgm:presLayoutVars>
          <dgm:chPref val="3"/>
        </dgm:presLayoutVars>
      </dgm:prSet>
      <dgm:spPr/>
    </dgm:pt>
    <dgm:pt modelId="{EC4CDD50-DC08-4290-9334-0A07C13DBD5F}" type="pres">
      <dgm:prSet presAssocID="{F6F5693F-A83B-4476-8CAB-E20D3D32472B}" presName="rootConnector" presStyleLbl="node2" presStyleIdx="5" presStyleCnt="8"/>
      <dgm:spPr/>
    </dgm:pt>
    <dgm:pt modelId="{9CBB9448-FD7B-4A6A-B26C-01325E0AB643}" type="pres">
      <dgm:prSet presAssocID="{F6F5693F-A83B-4476-8CAB-E20D3D32472B}" presName="hierChild4" presStyleCnt="0"/>
      <dgm:spPr/>
    </dgm:pt>
    <dgm:pt modelId="{A0EAFF68-EBAF-48F8-9BFA-C121591EF353}" type="pres">
      <dgm:prSet presAssocID="{32524125-0DEF-4C30-849F-3B427DE23B57}" presName="Name37" presStyleLbl="parChTrans1D3" presStyleIdx="13" presStyleCnt="20"/>
      <dgm:spPr/>
    </dgm:pt>
    <dgm:pt modelId="{222ECCB5-F350-4C1F-B259-FD27B452FF29}" type="pres">
      <dgm:prSet presAssocID="{3541F3F6-F54A-4810-A9C3-596700D8F74F}" presName="hierRoot2" presStyleCnt="0">
        <dgm:presLayoutVars>
          <dgm:hierBranch val="init"/>
        </dgm:presLayoutVars>
      </dgm:prSet>
      <dgm:spPr/>
    </dgm:pt>
    <dgm:pt modelId="{E5B967C5-C0CE-4C81-A1D3-ACAA4BFA80D3}" type="pres">
      <dgm:prSet presAssocID="{3541F3F6-F54A-4810-A9C3-596700D8F74F}" presName="rootComposite" presStyleCnt="0"/>
      <dgm:spPr/>
    </dgm:pt>
    <dgm:pt modelId="{6356787F-7915-43AB-9CD7-7F8018502AAD}" type="pres">
      <dgm:prSet presAssocID="{3541F3F6-F54A-4810-A9C3-596700D8F74F}" presName="rootText" presStyleLbl="node3" presStyleIdx="13" presStyleCnt="20">
        <dgm:presLayoutVars>
          <dgm:chPref val="3"/>
        </dgm:presLayoutVars>
      </dgm:prSet>
      <dgm:spPr/>
    </dgm:pt>
    <dgm:pt modelId="{EDB80103-98EA-4105-82F0-679E4A1CD50A}" type="pres">
      <dgm:prSet presAssocID="{3541F3F6-F54A-4810-A9C3-596700D8F74F}" presName="rootConnector" presStyleLbl="node3" presStyleIdx="13" presStyleCnt="20"/>
      <dgm:spPr/>
    </dgm:pt>
    <dgm:pt modelId="{79310C85-8DB7-4B39-B5D2-C0A875290DBE}" type="pres">
      <dgm:prSet presAssocID="{3541F3F6-F54A-4810-A9C3-596700D8F74F}" presName="hierChild4" presStyleCnt="0"/>
      <dgm:spPr/>
    </dgm:pt>
    <dgm:pt modelId="{016B0207-20EF-451E-801C-77FEC2E7884D}" type="pres">
      <dgm:prSet presAssocID="{3541F3F6-F54A-4810-A9C3-596700D8F74F}" presName="hierChild5" presStyleCnt="0"/>
      <dgm:spPr/>
    </dgm:pt>
    <dgm:pt modelId="{A5108C3C-A4B7-4441-A2A1-C21B7776C954}" type="pres">
      <dgm:prSet presAssocID="{7D73DC23-15CE-47F9-85CC-27BB8E01EC68}" presName="Name37" presStyleLbl="parChTrans1D3" presStyleIdx="14" presStyleCnt="20"/>
      <dgm:spPr/>
    </dgm:pt>
    <dgm:pt modelId="{462B1080-4FCB-46F2-AE3D-6EF20B647FEF}" type="pres">
      <dgm:prSet presAssocID="{88DB6600-D154-44C3-9DC8-508B86980CAC}" presName="hierRoot2" presStyleCnt="0">
        <dgm:presLayoutVars>
          <dgm:hierBranch val="init"/>
        </dgm:presLayoutVars>
      </dgm:prSet>
      <dgm:spPr/>
    </dgm:pt>
    <dgm:pt modelId="{78814674-B494-4B0B-A0F3-5C925C9B5D33}" type="pres">
      <dgm:prSet presAssocID="{88DB6600-D154-44C3-9DC8-508B86980CAC}" presName="rootComposite" presStyleCnt="0"/>
      <dgm:spPr/>
    </dgm:pt>
    <dgm:pt modelId="{EF230A45-B685-437F-B1E0-D54C31AC4495}" type="pres">
      <dgm:prSet presAssocID="{88DB6600-D154-44C3-9DC8-508B86980CAC}" presName="rootText" presStyleLbl="node3" presStyleIdx="14" presStyleCnt="20">
        <dgm:presLayoutVars>
          <dgm:chPref val="3"/>
        </dgm:presLayoutVars>
      </dgm:prSet>
      <dgm:spPr/>
    </dgm:pt>
    <dgm:pt modelId="{54040D6E-BBFB-4323-B3B4-F3895118F878}" type="pres">
      <dgm:prSet presAssocID="{88DB6600-D154-44C3-9DC8-508B86980CAC}" presName="rootConnector" presStyleLbl="node3" presStyleIdx="14" presStyleCnt="20"/>
      <dgm:spPr/>
    </dgm:pt>
    <dgm:pt modelId="{4A1BF05F-E541-4C19-8B7B-FB32A879A113}" type="pres">
      <dgm:prSet presAssocID="{88DB6600-D154-44C3-9DC8-508B86980CAC}" presName="hierChild4" presStyleCnt="0"/>
      <dgm:spPr/>
    </dgm:pt>
    <dgm:pt modelId="{C0EFC3AC-1BE4-45AC-B560-BF125CFB8E45}" type="pres">
      <dgm:prSet presAssocID="{88DB6600-D154-44C3-9DC8-508B86980CAC}" presName="hierChild5" presStyleCnt="0"/>
      <dgm:spPr/>
    </dgm:pt>
    <dgm:pt modelId="{D478BD42-B405-4E19-BAFF-C1F41FD82687}" type="pres">
      <dgm:prSet presAssocID="{787DD595-933A-4C8C-906D-AA7D9E2A71E3}" presName="Name37" presStyleLbl="parChTrans1D3" presStyleIdx="15" presStyleCnt="20"/>
      <dgm:spPr/>
    </dgm:pt>
    <dgm:pt modelId="{7AE35F23-EE86-4E9D-AE15-7F2D54B0AE5D}" type="pres">
      <dgm:prSet presAssocID="{7E23E1EF-B38C-4D3A-A416-2F3479D87AFA}" presName="hierRoot2" presStyleCnt="0">
        <dgm:presLayoutVars>
          <dgm:hierBranch val="init"/>
        </dgm:presLayoutVars>
      </dgm:prSet>
      <dgm:spPr/>
    </dgm:pt>
    <dgm:pt modelId="{84F58136-8904-4950-806C-4D865AB81DA5}" type="pres">
      <dgm:prSet presAssocID="{7E23E1EF-B38C-4D3A-A416-2F3479D87AFA}" presName="rootComposite" presStyleCnt="0"/>
      <dgm:spPr/>
    </dgm:pt>
    <dgm:pt modelId="{8E5A367B-D7B1-46B1-A78E-E05D99436D22}" type="pres">
      <dgm:prSet presAssocID="{7E23E1EF-B38C-4D3A-A416-2F3479D87AFA}" presName="rootText" presStyleLbl="node3" presStyleIdx="15" presStyleCnt="20">
        <dgm:presLayoutVars>
          <dgm:chPref val="3"/>
        </dgm:presLayoutVars>
      </dgm:prSet>
      <dgm:spPr/>
    </dgm:pt>
    <dgm:pt modelId="{0C3C812B-5C8F-4B0F-AD73-AF996FB6BF5F}" type="pres">
      <dgm:prSet presAssocID="{7E23E1EF-B38C-4D3A-A416-2F3479D87AFA}" presName="rootConnector" presStyleLbl="node3" presStyleIdx="15" presStyleCnt="20"/>
      <dgm:spPr/>
    </dgm:pt>
    <dgm:pt modelId="{75CAC603-8323-4F4D-9A3E-8F5FD182D40B}" type="pres">
      <dgm:prSet presAssocID="{7E23E1EF-B38C-4D3A-A416-2F3479D87AFA}" presName="hierChild4" presStyleCnt="0"/>
      <dgm:spPr/>
    </dgm:pt>
    <dgm:pt modelId="{588352CA-8B4B-498F-96EA-B10161C93560}" type="pres">
      <dgm:prSet presAssocID="{7E23E1EF-B38C-4D3A-A416-2F3479D87AFA}" presName="hierChild5" presStyleCnt="0"/>
      <dgm:spPr/>
    </dgm:pt>
    <dgm:pt modelId="{BF0EBE18-9FC8-4B8A-8E20-FD1D3AD6BB42}" type="pres">
      <dgm:prSet presAssocID="{F6F5693F-A83B-4476-8CAB-E20D3D32472B}" presName="hierChild5" presStyleCnt="0"/>
      <dgm:spPr/>
    </dgm:pt>
    <dgm:pt modelId="{2565DC93-5EBA-41DE-AA32-FC56EFAB6E92}" type="pres">
      <dgm:prSet presAssocID="{6EE92A2A-CDAF-4D85-B73D-6B0B260FBF34}" presName="Name37" presStyleLbl="parChTrans1D2" presStyleIdx="6" presStyleCnt="8"/>
      <dgm:spPr/>
    </dgm:pt>
    <dgm:pt modelId="{8D3DCE38-1FE5-4845-90F2-3C62B5C45485}" type="pres">
      <dgm:prSet presAssocID="{180AB977-D545-4386-8C60-06CE8F698BB1}" presName="hierRoot2" presStyleCnt="0">
        <dgm:presLayoutVars>
          <dgm:hierBranch val="init"/>
        </dgm:presLayoutVars>
      </dgm:prSet>
      <dgm:spPr/>
    </dgm:pt>
    <dgm:pt modelId="{32B9FA5E-3F6E-445D-9BF3-99221991D03F}" type="pres">
      <dgm:prSet presAssocID="{180AB977-D545-4386-8C60-06CE8F698BB1}" presName="rootComposite" presStyleCnt="0"/>
      <dgm:spPr/>
    </dgm:pt>
    <dgm:pt modelId="{1FC6F8FF-CA2F-4CD5-AC48-5C735703C216}" type="pres">
      <dgm:prSet presAssocID="{180AB977-D545-4386-8C60-06CE8F698BB1}" presName="rootText" presStyleLbl="node2" presStyleIdx="6" presStyleCnt="8">
        <dgm:presLayoutVars>
          <dgm:chPref val="3"/>
        </dgm:presLayoutVars>
      </dgm:prSet>
      <dgm:spPr/>
    </dgm:pt>
    <dgm:pt modelId="{1DFC7349-AAB0-4AF0-83B1-B9FF1F483591}" type="pres">
      <dgm:prSet presAssocID="{180AB977-D545-4386-8C60-06CE8F698BB1}" presName="rootConnector" presStyleLbl="node2" presStyleIdx="6" presStyleCnt="8"/>
      <dgm:spPr/>
    </dgm:pt>
    <dgm:pt modelId="{30B7EEC4-F4F0-4C80-87D4-4F8513A0F932}" type="pres">
      <dgm:prSet presAssocID="{180AB977-D545-4386-8C60-06CE8F698BB1}" presName="hierChild4" presStyleCnt="0"/>
      <dgm:spPr/>
    </dgm:pt>
    <dgm:pt modelId="{F80F2C3E-A3B0-4B87-BD15-275E6A0D8CCE}" type="pres">
      <dgm:prSet presAssocID="{D7CB4208-E7C1-439C-BB70-47B1D343D724}" presName="Name37" presStyleLbl="parChTrans1D3" presStyleIdx="16" presStyleCnt="20"/>
      <dgm:spPr/>
    </dgm:pt>
    <dgm:pt modelId="{0D38593B-86CF-4C7E-B300-1247EDDD2D25}" type="pres">
      <dgm:prSet presAssocID="{F1603C61-2A62-4599-9477-A991250C165D}" presName="hierRoot2" presStyleCnt="0">
        <dgm:presLayoutVars>
          <dgm:hierBranch val="init"/>
        </dgm:presLayoutVars>
      </dgm:prSet>
      <dgm:spPr/>
    </dgm:pt>
    <dgm:pt modelId="{4B228F62-C5D8-45A4-92C6-6515A6BD06ED}" type="pres">
      <dgm:prSet presAssocID="{F1603C61-2A62-4599-9477-A991250C165D}" presName="rootComposite" presStyleCnt="0"/>
      <dgm:spPr/>
    </dgm:pt>
    <dgm:pt modelId="{8418CE30-52BF-47D0-A987-FB5D90AB01CA}" type="pres">
      <dgm:prSet presAssocID="{F1603C61-2A62-4599-9477-A991250C165D}" presName="rootText" presStyleLbl="node3" presStyleIdx="16" presStyleCnt="20">
        <dgm:presLayoutVars>
          <dgm:chPref val="3"/>
        </dgm:presLayoutVars>
      </dgm:prSet>
      <dgm:spPr/>
    </dgm:pt>
    <dgm:pt modelId="{987C6F10-6447-4223-B32E-97D762FD6206}" type="pres">
      <dgm:prSet presAssocID="{F1603C61-2A62-4599-9477-A991250C165D}" presName="rootConnector" presStyleLbl="node3" presStyleIdx="16" presStyleCnt="20"/>
      <dgm:spPr/>
    </dgm:pt>
    <dgm:pt modelId="{151D8C71-B453-437C-8238-16FF12930909}" type="pres">
      <dgm:prSet presAssocID="{F1603C61-2A62-4599-9477-A991250C165D}" presName="hierChild4" presStyleCnt="0"/>
      <dgm:spPr/>
    </dgm:pt>
    <dgm:pt modelId="{326C55DD-0A5F-4CC9-AB08-19C9448A75FF}" type="pres">
      <dgm:prSet presAssocID="{F1603C61-2A62-4599-9477-A991250C165D}" presName="hierChild5" presStyleCnt="0"/>
      <dgm:spPr/>
    </dgm:pt>
    <dgm:pt modelId="{3A121BE8-CA82-44A7-BA3A-6D9C27F4D0A3}" type="pres">
      <dgm:prSet presAssocID="{396736E1-E13E-4E87-AE9A-A021420833CC}" presName="Name37" presStyleLbl="parChTrans1D3" presStyleIdx="17" presStyleCnt="20"/>
      <dgm:spPr/>
    </dgm:pt>
    <dgm:pt modelId="{BE5AD0FC-B7BB-4DB3-95A8-0E4BFF34DCDA}" type="pres">
      <dgm:prSet presAssocID="{47E0B413-49F0-4F3F-A61A-055AC8DE0877}" presName="hierRoot2" presStyleCnt="0">
        <dgm:presLayoutVars>
          <dgm:hierBranch val="init"/>
        </dgm:presLayoutVars>
      </dgm:prSet>
      <dgm:spPr/>
    </dgm:pt>
    <dgm:pt modelId="{DFF2C04F-BAAC-4771-824E-8E0D2BE96123}" type="pres">
      <dgm:prSet presAssocID="{47E0B413-49F0-4F3F-A61A-055AC8DE0877}" presName="rootComposite" presStyleCnt="0"/>
      <dgm:spPr/>
    </dgm:pt>
    <dgm:pt modelId="{8FBA0D79-66A8-43CB-B163-1940B80DFCA3}" type="pres">
      <dgm:prSet presAssocID="{47E0B413-49F0-4F3F-A61A-055AC8DE0877}" presName="rootText" presStyleLbl="node3" presStyleIdx="17" presStyleCnt="20">
        <dgm:presLayoutVars>
          <dgm:chPref val="3"/>
        </dgm:presLayoutVars>
      </dgm:prSet>
      <dgm:spPr/>
    </dgm:pt>
    <dgm:pt modelId="{1E69473F-1359-40D1-8C8F-EEAA1E6754F1}" type="pres">
      <dgm:prSet presAssocID="{47E0B413-49F0-4F3F-A61A-055AC8DE0877}" presName="rootConnector" presStyleLbl="node3" presStyleIdx="17" presStyleCnt="20"/>
      <dgm:spPr/>
    </dgm:pt>
    <dgm:pt modelId="{C659DD03-1A4A-40BE-A224-695F3318430B}" type="pres">
      <dgm:prSet presAssocID="{47E0B413-49F0-4F3F-A61A-055AC8DE0877}" presName="hierChild4" presStyleCnt="0"/>
      <dgm:spPr/>
    </dgm:pt>
    <dgm:pt modelId="{A9ECF2CC-AD08-4F82-8F49-8883955DC6B4}" type="pres">
      <dgm:prSet presAssocID="{47E0B413-49F0-4F3F-A61A-055AC8DE0877}" presName="hierChild5" presStyleCnt="0"/>
      <dgm:spPr/>
    </dgm:pt>
    <dgm:pt modelId="{367689D7-6385-40B9-AAA9-E7E6286091C1}" type="pres">
      <dgm:prSet presAssocID="{180AB977-D545-4386-8C60-06CE8F698BB1}" presName="hierChild5" presStyleCnt="0"/>
      <dgm:spPr/>
    </dgm:pt>
    <dgm:pt modelId="{3E389339-5653-4365-8F23-CC29C1B40493}" type="pres">
      <dgm:prSet presAssocID="{726E8F89-2042-4BE2-A4A7-FDB087B94B30}" presName="Name37" presStyleLbl="parChTrans1D2" presStyleIdx="7" presStyleCnt="8"/>
      <dgm:spPr/>
    </dgm:pt>
    <dgm:pt modelId="{98A8F661-17DF-4D3F-94B4-D06FDDC65F9E}" type="pres">
      <dgm:prSet presAssocID="{145795BB-0288-4E1D-9C57-7945B7AA3800}" presName="hierRoot2" presStyleCnt="0">
        <dgm:presLayoutVars>
          <dgm:hierBranch val="init"/>
        </dgm:presLayoutVars>
      </dgm:prSet>
      <dgm:spPr/>
    </dgm:pt>
    <dgm:pt modelId="{302A7275-5F9B-4A18-964D-A711B0BE7FF1}" type="pres">
      <dgm:prSet presAssocID="{145795BB-0288-4E1D-9C57-7945B7AA3800}" presName="rootComposite" presStyleCnt="0"/>
      <dgm:spPr/>
    </dgm:pt>
    <dgm:pt modelId="{3348A328-C2BA-438D-AC0A-661B41982E0D}" type="pres">
      <dgm:prSet presAssocID="{145795BB-0288-4E1D-9C57-7945B7AA3800}" presName="rootText" presStyleLbl="node2" presStyleIdx="7" presStyleCnt="8">
        <dgm:presLayoutVars>
          <dgm:chPref val="3"/>
        </dgm:presLayoutVars>
      </dgm:prSet>
      <dgm:spPr/>
    </dgm:pt>
    <dgm:pt modelId="{A1DB9CB3-CEC0-4FAF-B074-BFB85CB52193}" type="pres">
      <dgm:prSet presAssocID="{145795BB-0288-4E1D-9C57-7945B7AA3800}" presName="rootConnector" presStyleLbl="node2" presStyleIdx="7" presStyleCnt="8"/>
      <dgm:spPr/>
    </dgm:pt>
    <dgm:pt modelId="{C29C1426-D51B-436C-A0AF-88549B4FF5FF}" type="pres">
      <dgm:prSet presAssocID="{145795BB-0288-4E1D-9C57-7945B7AA3800}" presName="hierChild4" presStyleCnt="0"/>
      <dgm:spPr/>
    </dgm:pt>
    <dgm:pt modelId="{341AEFFC-42E0-436C-B1FC-BC065BA95962}" type="pres">
      <dgm:prSet presAssocID="{75DCF4C0-26DE-484E-896A-DFD64BE17E83}" presName="Name37" presStyleLbl="parChTrans1D3" presStyleIdx="18" presStyleCnt="20"/>
      <dgm:spPr/>
    </dgm:pt>
    <dgm:pt modelId="{0ADF921E-B88B-4C88-AC2D-F558EEBB38F7}" type="pres">
      <dgm:prSet presAssocID="{BF7823C6-A88C-4F33-9D6C-6B8EC054C4A3}" presName="hierRoot2" presStyleCnt="0">
        <dgm:presLayoutVars>
          <dgm:hierBranch val="init"/>
        </dgm:presLayoutVars>
      </dgm:prSet>
      <dgm:spPr/>
    </dgm:pt>
    <dgm:pt modelId="{D7669BE6-0AB9-466E-BA48-D1117D074A34}" type="pres">
      <dgm:prSet presAssocID="{BF7823C6-A88C-4F33-9D6C-6B8EC054C4A3}" presName="rootComposite" presStyleCnt="0"/>
      <dgm:spPr/>
    </dgm:pt>
    <dgm:pt modelId="{2F94B609-E7D3-453D-B8CE-6674D89E985D}" type="pres">
      <dgm:prSet presAssocID="{BF7823C6-A88C-4F33-9D6C-6B8EC054C4A3}" presName="rootText" presStyleLbl="node3" presStyleIdx="18" presStyleCnt="20">
        <dgm:presLayoutVars>
          <dgm:chPref val="3"/>
        </dgm:presLayoutVars>
      </dgm:prSet>
      <dgm:spPr/>
    </dgm:pt>
    <dgm:pt modelId="{C6E400F7-1092-4B5B-96CC-C1CF6A67CB9E}" type="pres">
      <dgm:prSet presAssocID="{BF7823C6-A88C-4F33-9D6C-6B8EC054C4A3}" presName="rootConnector" presStyleLbl="node3" presStyleIdx="18" presStyleCnt="20"/>
      <dgm:spPr/>
    </dgm:pt>
    <dgm:pt modelId="{7297CC9E-A603-483D-94F7-F58FED0F752F}" type="pres">
      <dgm:prSet presAssocID="{BF7823C6-A88C-4F33-9D6C-6B8EC054C4A3}" presName="hierChild4" presStyleCnt="0"/>
      <dgm:spPr/>
    </dgm:pt>
    <dgm:pt modelId="{750844CE-96F9-47A1-8211-FE835B87002A}" type="pres">
      <dgm:prSet presAssocID="{BF7823C6-A88C-4F33-9D6C-6B8EC054C4A3}" presName="hierChild5" presStyleCnt="0"/>
      <dgm:spPr/>
    </dgm:pt>
    <dgm:pt modelId="{511A4B88-4F91-4B44-A2C4-F3A242338B55}" type="pres">
      <dgm:prSet presAssocID="{0C3DF86D-E11B-4736-B36B-896E4C7ADE6B}" presName="Name37" presStyleLbl="parChTrans1D3" presStyleIdx="19" presStyleCnt="20"/>
      <dgm:spPr/>
    </dgm:pt>
    <dgm:pt modelId="{2A529506-E948-4173-A938-2108B5305FB6}" type="pres">
      <dgm:prSet presAssocID="{00D31E6F-11CE-4959-AF6A-17BF0252D074}" presName="hierRoot2" presStyleCnt="0">
        <dgm:presLayoutVars>
          <dgm:hierBranch val="init"/>
        </dgm:presLayoutVars>
      </dgm:prSet>
      <dgm:spPr/>
    </dgm:pt>
    <dgm:pt modelId="{852B7704-2819-4594-82F3-C2A833106A1A}" type="pres">
      <dgm:prSet presAssocID="{00D31E6F-11CE-4959-AF6A-17BF0252D074}" presName="rootComposite" presStyleCnt="0"/>
      <dgm:spPr/>
    </dgm:pt>
    <dgm:pt modelId="{F48A8D07-2BC4-4D0D-A344-DF9005A8E1EE}" type="pres">
      <dgm:prSet presAssocID="{00D31E6F-11CE-4959-AF6A-17BF0252D074}" presName="rootText" presStyleLbl="node3" presStyleIdx="19" presStyleCnt="20">
        <dgm:presLayoutVars>
          <dgm:chPref val="3"/>
        </dgm:presLayoutVars>
      </dgm:prSet>
      <dgm:spPr/>
    </dgm:pt>
    <dgm:pt modelId="{2DA1DF50-7E50-4647-9DBA-38469E3362D7}" type="pres">
      <dgm:prSet presAssocID="{00D31E6F-11CE-4959-AF6A-17BF0252D074}" presName="rootConnector" presStyleLbl="node3" presStyleIdx="19" presStyleCnt="20"/>
      <dgm:spPr/>
    </dgm:pt>
    <dgm:pt modelId="{290C8EE4-DA39-4B6E-8417-92CADAD82F78}" type="pres">
      <dgm:prSet presAssocID="{00D31E6F-11CE-4959-AF6A-17BF0252D074}" presName="hierChild4" presStyleCnt="0"/>
      <dgm:spPr/>
    </dgm:pt>
    <dgm:pt modelId="{E84AA8CC-1FA2-43DB-8115-18EB49F80D53}" type="pres">
      <dgm:prSet presAssocID="{00D31E6F-11CE-4959-AF6A-17BF0252D074}" presName="hierChild5" presStyleCnt="0"/>
      <dgm:spPr/>
    </dgm:pt>
    <dgm:pt modelId="{DC560CA9-F126-491A-A514-45E85E5E4EE4}" type="pres">
      <dgm:prSet presAssocID="{145795BB-0288-4E1D-9C57-7945B7AA3800}" presName="hierChild5" presStyleCnt="0"/>
      <dgm:spPr/>
    </dgm:pt>
    <dgm:pt modelId="{9F3F6C67-42F7-4314-912F-60B9B0A5E1F4}" type="pres">
      <dgm:prSet presAssocID="{03B9492D-49DF-495F-955D-7E2E8E4B299B}" presName="hierChild3" presStyleCnt="0"/>
      <dgm:spPr/>
    </dgm:pt>
  </dgm:ptLst>
  <dgm:cxnLst>
    <dgm:cxn modelId="{A4085101-DB41-4A4B-9E0C-1FC706D822F3}" type="presOf" srcId="{145B2828-DF17-442E-9A96-38D0178ECF9D}" destId="{69A938E9-8198-4FB1-BC8F-FEF1323413B5}" srcOrd="0" destOrd="0" presId="urn:microsoft.com/office/officeart/2005/8/layout/orgChart1"/>
    <dgm:cxn modelId="{BFA29602-DD82-4311-BFA1-47ED500C89FF}" type="presOf" srcId="{DAD8E980-A642-4BD1-8AAD-429C0CA8DF0C}" destId="{857A5C78-648B-4C9C-ADED-41E988735390}" srcOrd="1" destOrd="0" presId="urn:microsoft.com/office/officeart/2005/8/layout/orgChart1"/>
    <dgm:cxn modelId="{CD80D704-06C0-4797-8E05-0056DA869FB7}" type="presOf" srcId="{D0BC7227-4E75-44F6-BBBE-5DB3FEAD6779}" destId="{E753781B-CD9A-4478-80DB-A28AF20E07ED}" srcOrd="0" destOrd="0" presId="urn:microsoft.com/office/officeart/2005/8/layout/orgChart1"/>
    <dgm:cxn modelId="{30E5FA04-F787-49A4-99CB-AC848F1A8F6B}" type="presOf" srcId="{C7BADD26-5388-40A9-AA1D-EA75E6F79984}" destId="{84504024-F917-44C2-AAF7-F31A035BEBC4}" srcOrd="0" destOrd="0" presId="urn:microsoft.com/office/officeart/2005/8/layout/orgChart1"/>
    <dgm:cxn modelId="{2D298305-B4EA-463A-BAF2-917658A3A77A}" type="presOf" srcId="{3541F3F6-F54A-4810-A9C3-596700D8F74F}" destId="{6356787F-7915-43AB-9CD7-7F8018502AAD}" srcOrd="0" destOrd="0" presId="urn:microsoft.com/office/officeart/2005/8/layout/orgChart1"/>
    <dgm:cxn modelId="{520A9908-BF20-4168-B08C-806B7754E872}" srcId="{F3BD0223-1BC6-4BD4-AF2E-A82FE755673A}" destId="{28613AC1-D468-4F82-BA34-BB21DEC83132}" srcOrd="1" destOrd="0" parTransId="{20CE3987-7845-46D9-8980-D6A1047500CA}" sibTransId="{8DBE3C84-4B5C-4629-A7E2-36C8252352D7}"/>
    <dgm:cxn modelId="{FF860D09-93DD-46DC-A25C-67885B0526A7}" type="presOf" srcId="{88DB6600-D154-44C3-9DC8-508B86980CAC}" destId="{54040D6E-BBFB-4323-B3B4-F3895118F878}" srcOrd="1" destOrd="0" presId="urn:microsoft.com/office/officeart/2005/8/layout/orgChart1"/>
    <dgm:cxn modelId="{BB11080D-9384-465C-8340-4350DD6F6D8A}" type="presOf" srcId="{D7CB4208-E7C1-439C-BB70-47B1D343D724}" destId="{F80F2C3E-A3B0-4B87-BD15-275E6A0D8CCE}" srcOrd="0" destOrd="0" presId="urn:microsoft.com/office/officeart/2005/8/layout/orgChart1"/>
    <dgm:cxn modelId="{C4040E0E-46CB-47C7-906F-95A8FE509628}" type="presOf" srcId="{37A17460-AA57-4998-BF97-DE487ECA125D}" destId="{8A224422-F569-403F-8CD0-195B946CBF05}" srcOrd="0" destOrd="0" presId="urn:microsoft.com/office/officeart/2005/8/layout/orgChart1"/>
    <dgm:cxn modelId="{B0475C10-5BCA-42A7-B271-1EAF8A0E8E9F}" srcId="{03B9492D-49DF-495F-955D-7E2E8E4B299B}" destId="{32F53088-44C6-4B81-8036-75B4922F0EE1}" srcOrd="0" destOrd="0" parTransId="{798B7DE1-D2CD-43EB-9EE9-7012087A56ED}" sibTransId="{C41BD383-9826-49A1-B2BE-44A3B0ECA9E6}"/>
    <dgm:cxn modelId="{50F8B310-D5C2-4B41-9F92-6CFF6E6E1411}" type="presOf" srcId="{E23AFCC5-20C5-4A2B-999E-9A1F08095A0E}" destId="{A0B0728F-8B06-49D0-8939-E44AF610FB47}" srcOrd="0" destOrd="0" presId="urn:microsoft.com/office/officeart/2005/8/layout/orgChart1"/>
    <dgm:cxn modelId="{5964FC17-F886-41CB-93F3-CD22CAC7B69F}" srcId="{84B4875C-604D-4E7F-A20B-2089141DF7AC}" destId="{5B0B1D3C-594F-4293-8A44-E8C1659C5E12}" srcOrd="1" destOrd="0" parTransId="{6DF94855-DCA2-44DE-B3DF-F0B5F32B5838}" sibTransId="{3D317AE8-9249-4A6A-9270-F622830C22DA}"/>
    <dgm:cxn modelId="{602C751C-B170-4786-92F6-62D65731CA89}" type="presOf" srcId="{C0C384D3-E7BF-4F48-9AE9-DB163FD3F005}" destId="{C7603335-9B10-4E57-8110-DEB470810325}" srcOrd="0" destOrd="0" presId="urn:microsoft.com/office/officeart/2005/8/layout/orgChart1"/>
    <dgm:cxn modelId="{36D4E61D-B2BF-4A61-886A-79E019DA32BC}" srcId="{19CD6AAA-7F2E-417E-A84C-213863EA1B4B}" destId="{03B9492D-49DF-495F-955D-7E2E8E4B299B}" srcOrd="0" destOrd="0" parTransId="{7B401768-635B-43D5-9E7C-04E69CDF6DE2}" sibTransId="{9CD7A889-4E6F-4952-B10A-591F02D80080}"/>
    <dgm:cxn modelId="{F6022F1E-0117-4144-88B7-1C61A32954C9}" type="presOf" srcId="{3541F3F6-F54A-4810-A9C3-596700D8F74F}" destId="{EDB80103-98EA-4105-82F0-679E4A1CD50A}" srcOrd="1" destOrd="0" presId="urn:microsoft.com/office/officeart/2005/8/layout/orgChart1"/>
    <dgm:cxn modelId="{9C637E1E-606F-4C84-913C-C4240112122D}" type="presOf" srcId="{00D31E6F-11CE-4959-AF6A-17BF0252D074}" destId="{F48A8D07-2BC4-4D0D-A344-DF9005A8E1EE}" srcOrd="0" destOrd="0" presId="urn:microsoft.com/office/officeart/2005/8/layout/orgChart1"/>
    <dgm:cxn modelId="{4A7AE422-8E7F-41BB-83EE-12971225C163}" type="presOf" srcId="{F6F5693F-A83B-4476-8CAB-E20D3D32472B}" destId="{EC4CDD50-DC08-4290-9334-0A07C13DBD5F}" srcOrd="1" destOrd="0" presId="urn:microsoft.com/office/officeart/2005/8/layout/orgChart1"/>
    <dgm:cxn modelId="{DEB02A25-449A-4207-B4A4-2FE697597589}" type="presOf" srcId="{20CE3987-7845-46D9-8980-D6A1047500CA}" destId="{1A8EAA10-8F35-4682-9071-75F58275BC76}" srcOrd="0" destOrd="0" presId="urn:microsoft.com/office/officeart/2005/8/layout/orgChart1"/>
    <dgm:cxn modelId="{DA632227-E069-4297-B22B-A0068CA5A76A}" type="presOf" srcId="{88DB6600-D154-44C3-9DC8-508B86980CAC}" destId="{EF230A45-B685-437F-B1E0-D54C31AC4495}" srcOrd="0" destOrd="0" presId="urn:microsoft.com/office/officeart/2005/8/layout/orgChart1"/>
    <dgm:cxn modelId="{0AD47F27-2D3C-45B4-8F67-111FD1073456}" type="presOf" srcId="{A60B2636-1E8B-4A88-A229-5E01FBCE6B55}" destId="{F1EF53CA-65A0-4546-938F-8CFF182923EA}" srcOrd="0" destOrd="0" presId="urn:microsoft.com/office/officeart/2005/8/layout/orgChart1"/>
    <dgm:cxn modelId="{59118829-7EEA-4671-A1D9-BA1D51B0DAB7}" type="presOf" srcId="{F1603C61-2A62-4599-9477-A991250C165D}" destId="{987C6F10-6447-4223-B32E-97D762FD6206}" srcOrd="1" destOrd="0" presId="urn:microsoft.com/office/officeart/2005/8/layout/orgChart1"/>
    <dgm:cxn modelId="{F1B16F30-D54C-42D5-AB6A-918142E5A203}" type="presOf" srcId="{F6F5693F-A83B-4476-8CAB-E20D3D32472B}" destId="{147ED431-04BD-4C0E-ACCE-768E19B4225E}" srcOrd="0" destOrd="0" presId="urn:microsoft.com/office/officeart/2005/8/layout/orgChart1"/>
    <dgm:cxn modelId="{20CA7030-EFCA-446E-8EC3-B10884C5C358}" type="presOf" srcId="{5E1030C9-84A6-4BC0-B16A-63D1554FE5FA}" destId="{154BFB8B-BBBB-4869-8D87-22A5A0235FEA}" srcOrd="0" destOrd="0" presId="urn:microsoft.com/office/officeart/2005/8/layout/orgChart1"/>
    <dgm:cxn modelId="{D3648831-F4BA-4978-A28F-CD8FE71B8F36}" type="presOf" srcId="{F34C34BC-B2F0-4EA0-A094-15738DE370F0}" destId="{ECDC5801-CD15-4276-BC01-57C157E59C42}" srcOrd="0" destOrd="0" presId="urn:microsoft.com/office/officeart/2005/8/layout/orgChart1"/>
    <dgm:cxn modelId="{85514B33-EAF3-40FD-979C-01190682C73B}" type="presOf" srcId="{84B4875C-604D-4E7F-A20B-2089141DF7AC}" destId="{81BA6369-D6DB-4567-8B3B-750FA0416E0A}" srcOrd="1" destOrd="0" presId="urn:microsoft.com/office/officeart/2005/8/layout/orgChart1"/>
    <dgm:cxn modelId="{AF427335-4038-4095-A018-6130CE591AC9}" type="presOf" srcId="{A2D23DC9-2B7D-4B02-9CF4-963A080295F4}" destId="{7F85434C-0305-4EC7-8F1B-E7DDF5E76491}" srcOrd="1" destOrd="0" presId="urn:microsoft.com/office/officeart/2005/8/layout/orgChart1"/>
    <dgm:cxn modelId="{36109E3A-A4D0-4353-AEA8-3430BE1D23D3}" type="presOf" srcId="{75DCF4C0-26DE-484E-896A-DFD64BE17E83}" destId="{341AEFFC-42E0-436C-B1FC-BC065BA95962}" srcOrd="0" destOrd="0" presId="urn:microsoft.com/office/officeart/2005/8/layout/orgChart1"/>
    <dgm:cxn modelId="{F9ED0B3B-1CD8-4233-8E39-A09273A076E7}" type="presOf" srcId="{396736E1-E13E-4E87-AE9A-A021420833CC}" destId="{3A121BE8-CA82-44A7-BA3A-6D9C27F4D0A3}" srcOrd="0" destOrd="0" presId="urn:microsoft.com/office/officeart/2005/8/layout/orgChart1"/>
    <dgm:cxn modelId="{BBAE213B-1C39-4DE8-9457-1FF71320CBD0}" type="presOf" srcId="{F44E5902-6B1B-43C6-9FF4-D446AFD2935B}" destId="{2990DECD-ED79-492B-B11E-82D124CF77DD}" srcOrd="0" destOrd="0" presId="urn:microsoft.com/office/officeart/2005/8/layout/orgChart1"/>
    <dgm:cxn modelId="{92C7D13C-C5DF-441C-802A-B750947F9DAF}" type="presOf" srcId="{F34C34BC-B2F0-4EA0-A094-15738DE370F0}" destId="{A58835A9-0EE1-4681-9A06-C58FEE393F41}" srcOrd="1" destOrd="0" presId="urn:microsoft.com/office/officeart/2005/8/layout/orgChart1"/>
    <dgm:cxn modelId="{1EB53A3D-F809-4253-8A23-1E97A16659E1}" type="presOf" srcId="{145B2828-DF17-442E-9A96-38D0178ECF9D}" destId="{2BB4F16E-090B-4ABD-AEE4-AC2088CBCB84}" srcOrd="1" destOrd="0" presId="urn:microsoft.com/office/officeart/2005/8/layout/orgChart1"/>
    <dgm:cxn modelId="{03C1123E-F27B-4D05-B4A5-10CF624712F5}" srcId="{86E4DB9C-A122-494D-ACD7-707322EF8C39}" destId="{F34C34BC-B2F0-4EA0-A094-15738DE370F0}" srcOrd="2" destOrd="0" parTransId="{875B067B-3123-48CB-B0B2-83E0B0E46CD5}" sibTransId="{CAF3086D-DDE0-4C51-BFE6-A37C57AF3579}"/>
    <dgm:cxn modelId="{AB66F95F-FD70-448C-8706-CD0E5F5FB31C}" srcId="{84B4875C-604D-4E7F-A20B-2089141DF7AC}" destId="{DCA1D87E-5C3B-42AF-9ECB-E470DA3D1620}" srcOrd="2" destOrd="0" parTransId="{AA840DBC-97CE-4484-B22E-27833B7F5B86}" sibTransId="{C6DB381C-D18B-4A3C-AA97-56A00CA7E064}"/>
    <dgm:cxn modelId="{CEB0A663-4BAC-4D9F-BD9A-13AFCC714FC7}" type="presOf" srcId="{6EE92A2A-CDAF-4D85-B73D-6B0B260FBF34}" destId="{2565DC93-5EBA-41DE-AA32-FC56EFAB6E92}" srcOrd="0" destOrd="0" presId="urn:microsoft.com/office/officeart/2005/8/layout/orgChart1"/>
    <dgm:cxn modelId="{CDF11845-896D-429A-91C5-8FBB43F8F07D}" type="presOf" srcId="{32F53088-44C6-4B81-8036-75B4922F0EE1}" destId="{BED5B6A0-7E12-48A3-9C35-D76C20A5026F}" srcOrd="0" destOrd="0" presId="urn:microsoft.com/office/officeart/2005/8/layout/orgChart1"/>
    <dgm:cxn modelId="{A03DE245-3A47-4656-ABF1-701B2BDEA424}" type="presOf" srcId="{F3BD0223-1BC6-4BD4-AF2E-A82FE755673A}" destId="{25833BE9-7F8B-4D14-BA9D-3A631F3AF386}" srcOrd="1" destOrd="0" presId="urn:microsoft.com/office/officeart/2005/8/layout/orgChart1"/>
    <dgm:cxn modelId="{F344EF65-2701-41E2-B5EB-18CFF5CD4FB0}" type="presOf" srcId="{787DD595-933A-4C8C-906D-AA7D9E2A71E3}" destId="{D478BD42-B405-4E19-BAFF-C1F41FD82687}" srcOrd="0" destOrd="0" presId="urn:microsoft.com/office/officeart/2005/8/layout/orgChart1"/>
    <dgm:cxn modelId="{0393EC47-8E1E-4A63-BC6D-BEEBBE6AAB71}" srcId="{32F53088-44C6-4B81-8036-75B4922F0EE1}" destId="{5E1030C9-84A6-4BC0-B16A-63D1554FE5FA}" srcOrd="1" destOrd="0" parTransId="{51DC299D-6515-4FEC-BA6E-A3E9AD917913}" sibTransId="{77DE0CC1-F52B-49D5-81ED-9642FA2DA5A0}"/>
    <dgm:cxn modelId="{D3817468-D86E-4524-A2D3-EA5BFE41624E}" type="presOf" srcId="{86E4DB9C-A122-494D-ACD7-707322EF8C39}" destId="{F87C0ABC-7E63-4756-9ACF-77299E2B64D3}" srcOrd="1" destOrd="0" presId="urn:microsoft.com/office/officeart/2005/8/layout/orgChart1"/>
    <dgm:cxn modelId="{C7DAFF48-59BE-4E36-8BFA-317AD6CE297B}" type="presOf" srcId="{145795BB-0288-4E1D-9C57-7945B7AA3800}" destId="{A1DB9CB3-CEC0-4FAF-B074-BFB85CB52193}" srcOrd="1" destOrd="0" presId="urn:microsoft.com/office/officeart/2005/8/layout/orgChart1"/>
    <dgm:cxn modelId="{BC735B4A-87D6-4D22-93AA-DF272846BF76}" type="presOf" srcId="{6DF94855-DCA2-44DE-B3DF-F0B5F32B5838}" destId="{6BA15B8B-D540-4FD0-9EB0-9D174337262E}" srcOrd="0" destOrd="0" presId="urn:microsoft.com/office/officeart/2005/8/layout/orgChart1"/>
    <dgm:cxn modelId="{B671E14B-8154-4C69-B3C7-51284CB5F7A5}" type="presOf" srcId="{32F53088-44C6-4B81-8036-75B4922F0EE1}" destId="{BCC2446A-9036-4F81-9D86-1635597C26E0}" srcOrd="1" destOrd="0" presId="urn:microsoft.com/office/officeart/2005/8/layout/orgChart1"/>
    <dgm:cxn modelId="{253AFB6B-B9A0-40EA-827E-567B62ED4425}" type="presOf" srcId="{145795BB-0288-4E1D-9C57-7945B7AA3800}" destId="{3348A328-C2BA-438D-AC0A-661B41982E0D}" srcOrd="0" destOrd="0" presId="urn:microsoft.com/office/officeart/2005/8/layout/orgChart1"/>
    <dgm:cxn modelId="{B03D336C-F7D8-4529-98DE-DA5365F3D359}" srcId="{03B9492D-49DF-495F-955D-7E2E8E4B299B}" destId="{145795BB-0288-4E1D-9C57-7945B7AA3800}" srcOrd="7" destOrd="0" parTransId="{726E8F89-2042-4BE2-A4A7-FDB087B94B30}" sibTransId="{3F09C242-D20C-489F-BEE5-C424D5DDF404}"/>
    <dgm:cxn modelId="{AAB07C6C-18ED-4111-9924-708C75A0E1E0}" type="presOf" srcId="{A3A72F3F-C744-4288-A490-4AA0FE8D1F33}" destId="{E33A45C0-5E4A-4138-863B-CC9DE2E73634}" srcOrd="0" destOrd="0" presId="urn:microsoft.com/office/officeart/2005/8/layout/orgChart1"/>
    <dgm:cxn modelId="{B31F064D-F32C-44FE-A41D-63596EEAEFF9}" type="presOf" srcId="{7E23E1EF-B38C-4D3A-A416-2F3479D87AFA}" destId="{0C3C812B-5C8F-4B0F-AD73-AF996FB6BF5F}" srcOrd="1" destOrd="0" presId="urn:microsoft.com/office/officeart/2005/8/layout/orgChart1"/>
    <dgm:cxn modelId="{5A74B170-C943-4948-BDD7-7939EA70A2D9}" type="presOf" srcId="{DAD8E980-A642-4BD1-8AAD-429C0CA8DF0C}" destId="{3BE2E796-2EF9-4189-BC6B-6D6F8A3CF7F5}" srcOrd="0" destOrd="0" presId="urn:microsoft.com/office/officeart/2005/8/layout/orgChart1"/>
    <dgm:cxn modelId="{F44EDD70-B24B-4A24-A359-A853D9BAB222}" type="presOf" srcId="{5E1030C9-84A6-4BC0-B16A-63D1554FE5FA}" destId="{FC9C86C8-5E4A-4AAF-B13B-4383F9D21700}" srcOrd="1" destOrd="0" presId="urn:microsoft.com/office/officeart/2005/8/layout/orgChart1"/>
    <dgm:cxn modelId="{63A08B52-AAAD-474B-A2D3-4AAEE518C8B5}" type="presOf" srcId="{BF7823C6-A88C-4F33-9D6C-6B8EC054C4A3}" destId="{2F94B609-E7D3-453D-B8CE-6674D89E985D}" srcOrd="0" destOrd="0" presId="urn:microsoft.com/office/officeart/2005/8/layout/orgChart1"/>
    <dgm:cxn modelId="{FEE89B73-D2CC-4A5A-9686-A37CE44CA0BB}" type="presOf" srcId="{47E0B413-49F0-4F3F-A61A-055AC8DE0877}" destId="{1E69473F-1359-40D1-8C8F-EEAA1E6754F1}" srcOrd="1" destOrd="0" presId="urn:microsoft.com/office/officeart/2005/8/layout/orgChart1"/>
    <dgm:cxn modelId="{BBA9A853-2CEF-48B5-8B5B-E3D815A63760}" type="presOf" srcId="{88FB5E40-4EA8-41E5-BAA5-5A945EAC8C96}" destId="{B1C88AB5-21A4-4768-8838-356F6519318A}" srcOrd="0" destOrd="0" presId="urn:microsoft.com/office/officeart/2005/8/layout/orgChart1"/>
    <dgm:cxn modelId="{D0670E54-DD05-47BC-8D6E-DD04FBDC1531}" type="presOf" srcId="{FF5B799A-0408-449D-8CC9-9CEA766C72FD}" destId="{A7BF7221-E1BD-4B37-AA6E-BB3FBB35430E}" srcOrd="0" destOrd="0" presId="urn:microsoft.com/office/officeart/2005/8/layout/orgChart1"/>
    <dgm:cxn modelId="{928BC574-39E0-4C6E-B5AA-C8C0C0CC96AF}" type="presOf" srcId="{1618C84C-C65B-4938-BFAA-0BB958AC68AC}" destId="{AB57B4E9-F115-4A4E-9939-8593E8751A6A}" srcOrd="0" destOrd="0" presId="urn:microsoft.com/office/officeart/2005/8/layout/orgChart1"/>
    <dgm:cxn modelId="{9A286376-594D-4CA3-B701-28B6BD0F80AB}" srcId="{F6F5693F-A83B-4476-8CAB-E20D3D32472B}" destId="{3541F3F6-F54A-4810-A9C3-596700D8F74F}" srcOrd="0" destOrd="0" parTransId="{32524125-0DEF-4C30-849F-3B427DE23B57}" sibTransId="{99F018CC-14DB-4182-A9C8-8D2614B7536E}"/>
    <dgm:cxn modelId="{85C50078-39CF-48FA-A396-F8C6863B8793}" srcId="{03B9492D-49DF-495F-955D-7E2E8E4B299B}" destId="{180AB977-D545-4386-8C60-06CE8F698BB1}" srcOrd="6" destOrd="0" parTransId="{6EE92A2A-CDAF-4D85-B73D-6B0B260FBF34}" sibTransId="{7FA43862-CB69-4B93-B08E-8D4BD4EEB821}"/>
    <dgm:cxn modelId="{CD13E378-7D83-4CDB-B18A-183D884DE4E3}" type="presOf" srcId="{E23AFCC5-20C5-4A2B-999E-9A1F08095A0E}" destId="{5CFA7ECB-C6BC-45C7-9A0B-9D21C3EE2E62}" srcOrd="1" destOrd="0" presId="urn:microsoft.com/office/officeart/2005/8/layout/orgChart1"/>
    <dgm:cxn modelId="{57317A59-27A1-430F-A26D-781960B1F839}" type="presOf" srcId="{7D73DC23-15CE-47F9-85CC-27BB8E01EC68}" destId="{A5108C3C-A4B7-4441-A2A1-C21B7776C954}" srcOrd="0" destOrd="0" presId="urn:microsoft.com/office/officeart/2005/8/layout/orgChart1"/>
    <dgm:cxn modelId="{57C3705A-F73C-4CF3-83A6-CD3B1B0E9A78}" type="presOf" srcId="{59BD1825-A742-410D-AFD4-6B32BB9409B1}" destId="{CC0EBDD9-D559-45FE-9D0A-6294EC43659B}" srcOrd="0" destOrd="0" presId="urn:microsoft.com/office/officeart/2005/8/layout/orgChart1"/>
    <dgm:cxn modelId="{A5DAD97C-007B-468A-9782-77AAEE93EFD0}" type="presOf" srcId="{180AB977-D545-4386-8C60-06CE8F698BB1}" destId="{1FC6F8FF-CA2F-4CD5-AC48-5C735703C216}" srcOrd="0" destOrd="0" presId="urn:microsoft.com/office/officeart/2005/8/layout/orgChart1"/>
    <dgm:cxn modelId="{52E6E27D-880A-4EB4-8A8C-FB93775E42DB}" srcId="{145795BB-0288-4E1D-9C57-7945B7AA3800}" destId="{BF7823C6-A88C-4F33-9D6C-6B8EC054C4A3}" srcOrd="0" destOrd="0" parTransId="{75DCF4C0-26DE-484E-896A-DFD64BE17E83}" sibTransId="{A967B396-7F7D-402B-8FDC-79612710136C}"/>
    <dgm:cxn modelId="{4471DF7E-3E20-4E4E-BECE-83964EE4AD21}" type="presOf" srcId="{8F1A98BD-C76E-402E-A5C5-C6595FDF81E1}" destId="{2871C7E2-5705-4656-947F-69C422C3A489}" srcOrd="1" destOrd="0" presId="urn:microsoft.com/office/officeart/2005/8/layout/orgChart1"/>
    <dgm:cxn modelId="{9605B780-71D4-4486-9E48-885ABAEE459B}" srcId="{F6F5693F-A83B-4476-8CAB-E20D3D32472B}" destId="{7E23E1EF-B38C-4D3A-A416-2F3479D87AFA}" srcOrd="2" destOrd="0" parTransId="{787DD595-933A-4C8C-906D-AA7D9E2A71E3}" sibTransId="{A9114724-32B1-45DC-8364-CA276C117ACE}"/>
    <dgm:cxn modelId="{C8B1C683-26A9-419E-BFD6-41B3E6577BFD}" type="presOf" srcId="{726E8F89-2042-4BE2-A4A7-FDB087B94B30}" destId="{3E389339-5653-4365-8F23-CC29C1B40493}" srcOrd="0" destOrd="0" presId="urn:microsoft.com/office/officeart/2005/8/layout/orgChart1"/>
    <dgm:cxn modelId="{3E07F885-3B65-4B73-9979-A71E4E54BC7A}" type="presOf" srcId="{DCA1D87E-5C3B-42AF-9ECB-E470DA3D1620}" destId="{4E2834A3-D06A-46C9-BC9B-7D7D83DD4E33}" srcOrd="1" destOrd="0" presId="urn:microsoft.com/office/officeart/2005/8/layout/orgChart1"/>
    <dgm:cxn modelId="{432A5F86-0939-4386-A6EA-63CCA5B71FD5}" type="presOf" srcId="{A6D1332A-45F3-44A0-9A07-12A9FA2D215D}" destId="{6BC8494A-F667-42E4-B75C-60BAA9E9CBCC}" srcOrd="0" destOrd="0" presId="urn:microsoft.com/office/officeart/2005/8/layout/orgChart1"/>
    <dgm:cxn modelId="{99146189-DB3E-4549-8431-4A055C04EF76}" srcId="{84B4875C-604D-4E7F-A20B-2089141DF7AC}" destId="{A2D23DC9-2B7D-4B02-9CF4-963A080295F4}" srcOrd="0" destOrd="0" parTransId="{D0BC7227-4E75-44F6-BBBE-5DB3FEAD6779}" sibTransId="{1F96D49C-6310-4227-8FD2-2F84407F17A0}"/>
    <dgm:cxn modelId="{477F498A-F560-4529-9DC5-EAE5BD296FDD}" type="presOf" srcId="{88FB5E40-4EA8-41E5-BAA5-5A945EAC8C96}" destId="{1F849F76-67DF-485F-BC15-34F5C17F3E0F}" srcOrd="1" destOrd="0" presId="urn:microsoft.com/office/officeart/2005/8/layout/orgChart1"/>
    <dgm:cxn modelId="{DF0BB18B-8479-4AB2-93EF-8AB9FCFD56FC}" type="presOf" srcId="{A46BF42A-0115-40FD-80B1-5A9C14EFED87}" destId="{39F7877B-283B-40D4-B4FC-8C2F3CECE7E3}" srcOrd="0" destOrd="0" presId="urn:microsoft.com/office/officeart/2005/8/layout/orgChart1"/>
    <dgm:cxn modelId="{8F2BAF90-9768-4778-BA07-230BE1B1A51C}" type="presOf" srcId="{00D31E6F-11CE-4959-AF6A-17BF0252D074}" destId="{2DA1DF50-7E50-4647-9DBA-38469E3362D7}" srcOrd="1" destOrd="0" presId="urn:microsoft.com/office/officeart/2005/8/layout/orgChart1"/>
    <dgm:cxn modelId="{92B13294-49C7-491F-ADDF-F0F9087CB3E8}" type="presOf" srcId="{F3BD0223-1BC6-4BD4-AF2E-A82FE755673A}" destId="{71BD1725-0DAE-4CED-AAB2-944268F512B2}" srcOrd="0" destOrd="0" presId="urn:microsoft.com/office/officeart/2005/8/layout/orgChart1"/>
    <dgm:cxn modelId="{89E0D195-E97B-475F-82A6-7CE4FB1BC3A1}" srcId="{F6F5693F-A83B-4476-8CAB-E20D3D32472B}" destId="{88DB6600-D154-44C3-9DC8-508B86980CAC}" srcOrd="1" destOrd="0" parTransId="{7D73DC23-15CE-47F9-85CC-27BB8E01EC68}" sibTransId="{4784DEC6-45D5-4D75-8424-B764D9ADAF7D}"/>
    <dgm:cxn modelId="{9911CF98-E205-4F9E-A791-D55323261D3A}" type="presOf" srcId="{A2D23DC9-2B7D-4B02-9CF4-963A080295F4}" destId="{A957EDD8-0578-4251-98E0-6183F62C42C0}" srcOrd="0" destOrd="0" presId="urn:microsoft.com/office/officeart/2005/8/layout/orgChart1"/>
    <dgm:cxn modelId="{D74E4299-8D8D-4893-B7B7-2012A72B270B}" type="presOf" srcId="{DCA1D87E-5C3B-42AF-9ECB-E470DA3D1620}" destId="{0E6794E4-2422-4377-9423-5F02511FA0D9}" srcOrd="0" destOrd="0" presId="urn:microsoft.com/office/officeart/2005/8/layout/orgChart1"/>
    <dgm:cxn modelId="{9698E49A-D0DC-4554-A81D-6AD5E1290523}" type="presOf" srcId="{875B067B-3123-48CB-B0B2-83E0B0E46CD5}" destId="{B2DC7429-D392-4B64-8E58-76EAD2E58BA0}" srcOrd="0" destOrd="0" presId="urn:microsoft.com/office/officeart/2005/8/layout/orgChart1"/>
    <dgm:cxn modelId="{E3D65C9B-B915-4629-9B8D-465CACB436BF}" type="presOf" srcId="{32524125-0DEF-4C30-849F-3B427DE23B57}" destId="{A0EAFF68-EBAF-48F8-9BFA-C121591EF353}" srcOrd="0" destOrd="0" presId="urn:microsoft.com/office/officeart/2005/8/layout/orgChart1"/>
    <dgm:cxn modelId="{BB12649B-F999-4C16-866E-6AC094559624}" type="presOf" srcId="{47E0B413-49F0-4F3F-A61A-055AC8DE0877}" destId="{8FBA0D79-66A8-43CB-B163-1940B80DFCA3}" srcOrd="0" destOrd="0" presId="urn:microsoft.com/office/officeart/2005/8/layout/orgChart1"/>
    <dgm:cxn modelId="{87D24D9B-2A3A-424C-9647-D2ABC338373E}" srcId="{180AB977-D545-4386-8C60-06CE8F698BB1}" destId="{F1603C61-2A62-4599-9477-A991250C165D}" srcOrd="0" destOrd="0" parTransId="{D7CB4208-E7C1-439C-BB70-47B1D343D724}" sibTransId="{6E962F14-6AB7-4FD7-AC02-1E3D4C858DFF}"/>
    <dgm:cxn modelId="{CA1E709E-CFBD-477B-B9FB-680D6F61A344}" type="presOf" srcId="{29DB17D3-D8D1-4100-876F-459730CC51D8}" destId="{36F3561C-936D-4FB5-852C-693FD2210824}" srcOrd="0" destOrd="0" presId="urn:microsoft.com/office/officeart/2005/8/layout/orgChart1"/>
    <dgm:cxn modelId="{D43EE8A2-119F-42C2-8349-061F8B258999}" type="presOf" srcId="{51DC299D-6515-4FEC-BA6E-A3E9AD917913}" destId="{0CD80121-C5C6-4B1E-9026-0E6E499AD119}" srcOrd="0" destOrd="0" presId="urn:microsoft.com/office/officeart/2005/8/layout/orgChart1"/>
    <dgm:cxn modelId="{6E5544A7-5441-4E54-8A77-88C8946476F8}" type="presOf" srcId="{798B7DE1-D2CD-43EB-9EE9-7012087A56ED}" destId="{00A2437C-4904-47BE-BCF7-94EF7EBAFC6D}" srcOrd="0" destOrd="0" presId="urn:microsoft.com/office/officeart/2005/8/layout/orgChart1"/>
    <dgm:cxn modelId="{F7436DA7-F531-432B-85DB-D23DBFC4A25D}" type="presOf" srcId="{B3928663-19AE-4AEE-97C2-009E1DDAB51D}" destId="{94D26305-849B-4855-BBCE-247534EC48D7}" srcOrd="0" destOrd="0" presId="urn:microsoft.com/office/officeart/2005/8/layout/orgChart1"/>
    <dgm:cxn modelId="{4682AAAA-137D-4C8F-95B4-57012384C03A}" srcId="{03B9492D-49DF-495F-955D-7E2E8E4B299B}" destId="{F6F5693F-A83B-4476-8CAB-E20D3D32472B}" srcOrd="5" destOrd="0" parTransId="{A60B2636-1E8B-4A88-A229-5E01FBCE6B55}" sibTransId="{F0E9DC1D-2380-4DEF-90D3-B5AD0B64C753}"/>
    <dgm:cxn modelId="{1AC92AAC-14F4-42C5-A283-0B53AFA70A49}" type="presOf" srcId="{A46BF42A-0115-40FD-80B1-5A9C14EFED87}" destId="{92802576-6D4D-43ED-8E33-15F15CF6823B}" srcOrd="1" destOrd="0" presId="urn:microsoft.com/office/officeart/2005/8/layout/orgChart1"/>
    <dgm:cxn modelId="{CE0ADDAE-86A2-4987-9085-498FC59842DC}" type="presOf" srcId="{AA840DBC-97CE-4484-B22E-27833B7F5B86}" destId="{E631EB45-45E5-49BD-AC0C-3AAD34A1334D}" srcOrd="0" destOrd="0" presId="urn:microsoft.com/office/officeart/2005/8/layout/orgChart1"/>
    <dgm:cxn modelId="{0759DEAF-3979-4591-995D-1CAC3C7B3DF0}" type="presOf" srcId="{F1603C61-2A62-4599-9477-A991250C165D}" destId="{8418CE30-52BF-47D0-A987-FB5D90AB01CA}" srcOrd="0" destOrd="0" presId="urn:microsoft.com/office/officeart/2005/8/layout/orgChart1"/>
    <dgm:cxn modelId="{77AF1CB1-6534-4C07-ADC2-DC6ABDB8A120}" type="presOf" srcId="{84B4875C-604D-4E7F-A20B-2089141DF7AC}" destId="{DA165373-2059-41E5-ABDC-EA98C393A8F8}" srcOrd="0" destOrd="0" presId="urn:microsoft.com/office/officeart/2005/8/layout/orgChart1"/>
    <dgm:cxn modelId="{2D65F7B5-F9A5-4720-BF81-36030B1ED081}" srcId="{32F53088-44C6-4B81-8036-75B4922F0EE1}" destId="{145B2828-DF17-442E-9A96-38D0178ECF9D}" srcOrd="0" destOrd="0" parTransId="{29DB17D3-D8D1-4100-876F-459730CC51D8}" sibTransId="{8A594894-BCD5-4A00-81B3-22C670A02AC5}"/>
    <dgm:cxn modelId="{2C8F90B7-2722-421C-B758-22F96CEA2926}" type="presOf" srcId="{BF7823C6-A88C-4F33-9D6C-6B8EC054C4A3}" destId="{C6E400F7-1092-4B5B-96CC-C1CF6A67CB9E}" srcOrd="1" destOrd="0" presId="urn:microsoft.com/office/officeart/2005/8/layout/orgChart1"/>
    <dgm:cxn modelId="{E41CFBB7-B17C-4416-BA5F-021C8B5FB6DD}" srcId="{03B9492D-49DF-495F-955D-7E2E8E4B299B}" destId="{F3BD0223-1BC6-4BD4-AF2E-A82FE755673A}" srcOrd="2" destOrd="0" parTransId="{B3928663-19AE-4AEE-97C2-009E1DDAB51D}" sibTransId="{6D793269-91C5-485C-880F-B20828F4588C}"/>
    <dgm:cxn modelId="{C30196B8-5EB4-4D70-900D-A160092B9B09}" type="presOf" srcId="{A6D1332A-45F3-44A0-9A07-12A9FA2D215D}" destId="{3D79B794-16D6-48CE-9CA4-886882BE44D3}" srcOrd="1" destOrd="0" presId="urn:microsoft.com/office/officeart/2005/8/layout/orgChart1"/>
    <dgm:cxn modelId="{373BDFB9-2B51-4834-9A90-D26AEF3F6CC4}" srcId="{86E4DB9C-A122-494D-ACD7-707322EF8C39}" destId="{A6D1332A-45F3-44A0-9A07-12A9FA2D215D}" srcOrd="0" destOrd="0" parTransId="{1618C84C-C65B-4938-BFAA-0BB958AC68AC}" sibTransId="{588C523B-A85C-4F35-9E04-5785E9221690}"/>
    <dgm:cxn modelId="{A1DC9BBD-2897-428D-84D0-3F67EE5E763C}" srcId="{03B9492D-49DF-495F-955D-7E2E8E4B299B}" destId="{86E4DB9C-A122-494D-ACD7-707322EF8C39}" srcOrd="4" destOrd="0" parTransId="{FF5B799A-0408-449D-8CC9-9CEA766C72FD}" sibTransId="{C08A95D6-16FF-4E3B-8C3C-8B1490F38A16}"/>
    <dgm:cxn modelId="{118DA2BD-1FE7-4F61-89AB-78A6510FF3B7}" type="presOf" srcId="{7E23E1EF-B38C-4D3A-A416-2F3479D87AFA}" destId="{8E5A367B-D7B1-46B1-A78E-E05D99436D22}" srcOrd="0" destOrd="0" presId="urn:microsoft.com/office/officeart/2005/8/layout/orgChart1"/>
    <dgm:cxn modelId="{F2AA11BF-C54E-460E-8ED9-69097692535C}" type="presOf" srcId="{19CD6AAA-7F2E-417E-A84C-213863EA1B4B}" destId="{EEA032E0-D87A-4949-A564-14DB510C3F49}" srcOrd="0" destOrd="0" presId="urn:microsoft.com/office/officeart/2005/8/layout/orgChart1"/>
    <dgm:cxn modelId="{965DD0BF-17AC-483F-8029-7DDA7E23DE7A}" type="presOf" srcId="{03B9492D-49DF-495F-955D-7E2E8E4B299B}" destId="{3936BEA8-32DC-41C8-9871-BF2CE87B91C1}" srcOrd="0" destOrd="0" presId="urn:microsoft.com/office/officeart/2005/8/layout/orgChart1"/>
    <dgm:cxn modelId="{3E90EBC3-5E88-495D-A878-8CD4B89F7400}" type="presOf" srcId="{5B0B1D3C-594F-4293-8A44-E8C1659C5E12}" destId="{A7D0651E-2BFF-42F1-AD87-05A438AD7C4D}" srcOrd="1" destOrd="0" presId="urn:microsoft.com/office/officeart/2005/8/layout/orgChart1"/>
    <dgm:cxn modelId="{F1DBB0C8-9DCE-4C2B-A63D-5001A6D15CAB}" srcId="{31E231F0-0C27-4A92-8D3C-49138990D9DF}" destId="{88FB5E40-4EA8-41E5-BAA5-5A945EAC8C96}" srcOrd="0" destOrd="0" parTransId="{37A17460-AA57-4998-BF97-DE487ECA125D}" sibTransId="{944CD0AF-1696-48CB-B4E3-BE4D37575C3D}"/>
    <dgm:cxn modelId="{572C51C9-68AA-4A75-8B72-B6A74FD3F931}" type="presOf" srcId="{28613AC1-D468-4F82-BA34-BB21DEC83132}" destId="{B1D9806C-75DC-4EA7-85DA-F4BF8261CD1A}" srcOrd="0" destOrd="0" presId="urn:microsoft.com/office/officeart/2005/8/layout/orgChart1"/>
    <dgm:cxn modelId="{44E4ACCB-0989-4A34-AED2-A931873FA8B1}" srcId="{145795BB-0288-4E1D-9C57-7945B7AA3800}" destId="{00D31E6F-11CE-4959-AF6A-17BF0252D074}" srcOrd="1" destOrd="0" parTransId="{0C3DF86D-E11B-4736-B36B-896E4C7ADE6B}" sibTransId="{D99B0F17-924A-4734-92EC-A5C14D24D80F}"/>
    <dgm:cxn modelId="{764486CC-70EE-42F8-BDD1-E39A02C5B6FD}" type="presOf" srcId="{5B0B1D3C-594F-4293-8A44-E8C1659C5E12}" destId="{955C611C-35A5-4159-9A5D-1510AAD51E8A}" srcOrd="0" destOrd="0" presId="urn:microsoft.com/office/officeart/2005/8/layout/orgChart1"/>
    <dgm:cxn modelId="{6D7897CE-7D3F-43DE-8A1C-D5D8F48348B8}" srcId="{180AB977-D545-4386-8C60-06CE8F698BB1}" destId="{47E0B413-49F0-4F3F-A61A-055AC8DE0877}" srcOrd="1" destOrd="0" parTransId="{396736E1-E13E-4E87-AE9A-A021420833CC}" sibTransId="{1B1EDD8E-D2FC-4059-8441-F14C4E5F3CF5}"/>
    <dgm:cxn modelId="{E4FB4BCF-5CA0-4B5D-AD8C-39BD0638339D}" srcId="{86E4DB9C-A122-494D-ACD7-707322EF8C39}" destId="{DAD8E980-A642-4BD1-8AAD-429C0CA8DF0C}" srcOrd="1" destOrd="0" parTransId="{A3A72F3F-C744-4288-A490-4AA0FE8D1F33}" sibTransId="{BEAD2AF7-96DC-4CDD-B3B8-6A3CD3EF6004}"/>
    <dgm:cxn modelId="{1882D1CF-4F91-437F-9BAA-559C28BDB611}" srcId="{03B9492D-49DF-495F-955D-7E2E8E4B299B}" destId="{84B4875C-604D-4E7F-A20B-2089141DF7AC}" srcOrd="1" destOrd="0" parTransId="{11F1A67D-275F-4200-977F-F95F2F05F59F}" sibTransId="{3B6ADC0B-E19B-446D-A03A-765B3E1A87A0}"/>
    <dgm:cxn modelId="{C7E765D0-C3C5-4B97-AE49-E01C77E44321}" type="presOf" srcId="{8F1A98BD-C76E-402E-A5C5-C6595FDF81E1}" destId="{30DA77A3-E23C-49FB-9553-89DD162F8D1D}" srcOrd="0" destOrd="0" presId="urn:microsoft.com/office/officeart/2005/8/layout/orgChart1"/>
    <dgm:cxn modelId="{58B0CDD9-47E6-4D81-8371-CDED930A4A27}" type="presOf" srcId="{0C3DF86D-E11B-4736-B36B-896E4C7ADE6B}" destId="{511A4B88-4F91-4B44-A2C4-F3A242338B55}" srcOrd="0" destOrd="0" presId="urn:microsoft.com/office/officeart/2005/8/layout/orgChart1"/>
    <dgm:cxn modelId="{8FF0DCDD-DE62-4390-8C09-873800638B75}" type="presOf" srcId="{86E4DB9C-A122-494D-ACD7-707322EF8C39}" destId="{6219AD27-19B8-4BD8-8992-C7B490BA3006}" srcOrd="0" destOrd="0" presId="urn:microsoft.com/office/officeart/2005/8/layout/orgChart1"/>
    <dgm:cxn modelId="{5E0B94E3-9A06-442A-87BF-F9DFF6A8E04A}" srcId="{F3BD0223-1BC6-4BD4-AF2E-A82FE755673A}" destId="{8F1A98BD-C76E-402E-A5C5-C6595FDF81E1}" srcOrd="2" destOrd="0" parTransId="{F44E5902-6B1B-43C6-9FF4-D446AFD2935B}" sibTransId="{1F44204E-D788-48C2-B745-DEA6047BAA73}"/>
    <dgm:cxn modelId="{A117E1E7-E553-481F-9C8A-EAFDE4AD83C1}" type="presOf" srcId="{03B9492D-49DF-495F-955D-7E2E8E4B299B}" destId="{8B25526A-F938-49A0-B076-EDA050FC2BCA}" srcOrd="1" destOrd="0" presId="urn:microsoft.com/office/officeart/2005/8/layout/orgChart1"/>
    <dgm:cxn modelId="{5EC2D1E9-545C-409C-B59B-820D0E3BF2C1}" type="presOf" srcId="{28613AC1-D468-4F82-BA34-BB21DEC83132}" destId="{C7EECFC0-6C50-4AA0-97E9-E3A5D98754D8}" srcOrd="1" destOrd="0" presId="urn:microsoft.com/office/officeart/2005/8/layout/orgChart1"/>
    <dgm:cxn modelId="{6D7A81EA-D929-48B4-8FFF-437015A96D3D}" srcId="{F3BD0223-1BC6-4BD4-AF2E-A82FE755673A}" destId="{E23AFCC5-20C5-4A2B-999E-9A1F08095A0E}" srcOrd="0" destOrd="0" parTransId="{59BD1825-A742-410D-AFD4-6B32BB9409B1}" sibTransId="{54BD51EA-09CF-4A59-9665-FBCFEF23DC9E}"/>
    <dgm:cxn modelId="{39A5DAEB-6AB9-46E1-BBA1-3A10CE7FEABB}" type="presOf" srcId="{31E231F0-0C27-4A92-8D3C-49138990D9DF}" destId="{FEA49FC2-9B0D-4967-8666-245E26621CA0}" srcOrd="1" destOrd="0" presId="urn:microsoft.com/office/officeart/2005/8/layout/orgChart1"/>
    <dgm:cxn modelId="{9123B7EE-9CB6-4CEF-BA87-66B27615DC20}" srcId="{03B9492D-49DF-495F-955D-7E2E8E4B299B}" destId="{31E231F0-0C27-4A92-8D3C-49138990D9DF}" srcOrd="3" destOrd="0" parTransId="{C7BADD26-5388-40A9-AA1D-EA75E6F79984}" sibTransId="{5E5E1955-57AA-4F50-850C-6C67A065B1F2}"/>
    <dgm:cxn modelId="{7C9748F4-667C-4CF1-9AB1-3FB9522CFC90}" srcId="{31E231F0-0C27-4A92-8D3C-49138990D9DF}" destId="{A46BF42A-0115-40FD-80B1-5A9C14EFED87}" srcOrd="1" destOrd="0" parTransId="{C0C384D3-E7BF-4F48-9AE9-DB163FD3F005}" sibTransId="{D7838C4E-53A6-4BA0-AD1F-E08A030E4F99}"/>
    <dgm:cxn modelId="{104B05F5-15B9-462E-BF82-F90D54001420}" type="presOf" srcId="{31E231F0-0C27-4A92-8D3C-49138990D9DF}" destId="{BF144789-9BB3-4C65-A321-29C88D438B84}" srcOrd="0" destOrd="0" presId="urn:microsoft.com/office/officeart/2005/8/layout/orgChart1"/>
    <dgm:cxn modelId="{BFC406FB-C002-4F4C-9B6D-0373DAAB704A}" type="presOf" srcId="{11F1A67D-275F-4200-977F-F95F2F05F59F}" destId="{BF2DCEDB-DE8B-4DED-ABC1-DC869A74ECE4}" srcOrd="0" destOrd="0" presId="urn:microsoft.com/office/officeart/2005/8/layout/orgChart1"/>
    <dgm:cxn modelId="{16A749FC-39D6-4E08-A0DC-83EBE2413152}" type="presOf" srcId="{180AB977-D545-4386-8C60-06CE8F698BB1}" destId="{1DFC7349-AAB0-4AF0-83B1-B9FF1F483591}" srcOrd="1" destOrd="0" presId="urn:microsoft.com/office/officeart/2005/8/layout/orgChart1"/>
    <dgm:cxn modelId="{B3F15D2E-6CD6-4D6D-B8D2-621EDD0A0960}" type="presParOf" srcId="{EEA032E0-D87A-4949-A564-14DB510C3F49}" destId="{5769D43B-2ED2-4C55-A55F-BA779420B83B}" srcOrd="0" destOrd="0" presId="urn:microsoft.com/office/officeart/2005/8/layout/orgChart1"/>
    <dgm:cxn modelId="{D2FDBBFA-F858-4949-94DE-13CB80B84524}" type="presParOf" srcId="{5769D43B-2ED2-4C55-A55F-BA779420B83B}" destId="{C3908B4D-8FC8-4FF6-9711-CC8D0C678839}" srcOrd="0" destOrd="0" presId="urn:microsoft.com/office/officeart/2005/8/layout/orgChart1"/>
    <dgm:cxn modelId="{37A69E25-96C4-4447-9CBA-B4D58C35B2F0}" type="presParOf" srcId="{C3908B4D-8FC8-4FF6-9711-CC8D0C678839}" destId="{3936BEA8-32DC-41C8-9871-BF2CE87B91C1}" srcOrd="0" destOrd="0" presId="urn:microsoft.com/office/officeart/2005/8/layout/orgChart1"/>
    <dgm:cxn modelId="{D75DC739-326C-470C-BD00-1DE81E3583E4}" type="presParOf" srcId="{C3908B4D-8FC8-4FF6-9711-CC8D0C678839}" destId="{8B25526A-F938-49A0-B076-EDA050FC2BCA}" srcOrd="1" destOrd="0" presId="urn:microsoft.com/office/officeart/2005/8/layout/orgChart1"/>
    <dgm:cxn modelId="{4FFCEC91-E916-41DC-8C59-1272811278F1}" type="presParOf" srcId="{5769D43B-2ED2-4C55-A55F-BA779420B83B}" destId="{8BE0E1A0-E258-46C6-BD80-9F982907DA83}" srcOrd="1" destOrd="0" presId="urn:microsoft.com/office/officeart/2005/8/layout/orgChart1"/>
    <dgm:cxn modelId="{6DE557DD-4F2F-41DC-8025-187234F13D41}" type="presParOf" srcId="{8BE0E1A0-E258-46C6-BD80-9F982907DA83}" destId="{00A2437C-4904-47BE-BCF7-94EF7EBAFC6D}" srcOrd="0" destOrd="0" presId="urn:microsoft.com/office/officeart/2005/8/layout/orgChart1"/>
    <dgm:cxn modelId="{F41E1488-6DFF-49A3-9157-D75529F32F4C}" type="presParOf" srcId="{8BE0E1A0-E258-46C6-BD80-9F982907DA83}" destId="{5932092A-1ED1-4F11-9B7E-4285BA0946F5}" srcOrd="1" destOrd="0" presId="urn:microsoft.com/office/officeart/2005/8/layout/orgChart1"/>
    <dgm:cxn modelId="{F7B32787-5E59-458A-8F46-FF97E145CDA2}" type="presParOf" srcId="{5932092A-1ED1-4F11-9B7E-4285BA0946F5}" destId="{F7A2990C-40E5-4C90-A1C0-7AD6AEF1B195}" srcOrd="0" destOrd="0" presId="urn:microsoft.com/office/officeart/2005/8/layout/orgChart1"/>
    <dgm:cxn modelId="{E4D9C407-089F-4ACE-8C6C-D4851887C4AA}" type="presParOf" srcId="{F7A2990C-40E5-4C90-A1C0-7AD6AEF1B195}" destId="{BED5B6A0-7E12-48A3-9C35-D76C20A5026F}" srcOrd="0" destOrd="0" presId="urn:microsoft.com/office/officeart/2005/8/layout/orgChart1"/>
    <dgm:cxn modelId="{D80921FC-9413-4F46-9F61-8927CF671BF0}" type="presParOf" srcId="{F7A2990C-40E5-4C90-A1C0-7AD6AEF1B195}" destId="{BCC2446A-9036-4F81-9D86-1635597C26E0}" srcOrd="1" destOrd="0" presId="urn:microsoft.com/office/officeart/2005/8/layout/orgChart1"/>
    <dgm:cxn modelId="{D9DE2EF6-C742-49E7-99DE-440BE0F9A1C9}" type="presParOf" srcId="{5932092A-1ED1-4F11-9B7E-4285BA0946F5}" destId="{480D5C4E-700B-4263-A3F5-7924D4C1B10D}" srcOrd="1" destOrd="0" presId="urn:microsoft.com/office/officeart/2005/8/layout/orgChart1"/>
    <dgm:cxn modelId="{51671F2C-02BC-4EB1-BA04-73347D88C63F}" type="presParOf" srcId="{480D5C4E-700B-4263-A3F5-7924D4C1B10D}" destId="{36F3561C-936D-4FB5-852C-693FD2210824}" srcOrd="0" destOrd="0" presId="urn:microsoft.com/office/officeart/2005/8/layout/orgChart1"/>
    <dgm:cxn modelId="{9C4577DF-EAFC-40F4-8628-39C9C2BB65B7}" type="presParOf" srcId="{480D5C4E-700B-4263-A3F5-7924D4C1B10D}" destId="{672EBCCA-4DEE-403C-92C1-70021A5B45F4}" srcOrd="1" destOrd="0" presId="urn:microsoft.com/office/officeart/2005/8/layout/orgChart1"/>
    <dgm:cxn modelId="{9D3DD393-34D8-4214-BE3F-5F08EC47D687}" type="presParOf" srcId="{672EBCCA-4DEE-403C-92C1-70021A5B45F4}" destId="{A9424A85-8666-4C74-8EBD-63E611478368}" srcOrd="0" destOrd="0" presId="urn:microsoft.com/office/officeart/2005/8/layout/orgChart1"/>
    <dgm:cxn modelId="{81E5084E-C0E4-405B-96BE-62BDB75BF84A}" type="presParOf" srcId="{A9424A85-8666-4C74-8EBD-63E611478368}" destId="{69A938E9-8198-4FB1-BC8F-FEF1323413B5}" srcOrd="0" destOrd="0" presId="urn:microsoft.com/office/officeart/2005/8/layout/orgChart1"/>
    <dgm:cxn modelId="{DFDB7949-11BF-46C7-BB08-CDF8D48E7C1B}" type="presParOf" srcId="{A9424A85-8666-4C74-8EBD-63E611478368}" destId="{2BB4F16E-090B-4ABD-AEE4-AC2088CBCB84}" srcOrd="1" destOrd="0" presId="urn:microsoft.com/office/officeart/2005/8/layout/orgChart1"/>
    <dgm:cxn modelId="{B9CDC5F2-8EA0-4053-89D4-89E39B6A2629}" type="presParOf" srcId="{672EBCCA-4DEE-403C-92C1-70021A5B45F4}" destId="{FF5A9951-882C-4206-9AE7-8F32ADF4B5C1}" srcOrd="1" destOrd="0" presId="urn:microsoft.com/office/officeart/2005/8/layout/orgChart1"/>
    <dgm:cxn modelId="{A6880ED3-7183-4FC8-A209-A840D4CF6648}" type="presParOf" srcId="{672EBCCA-4DEE-403C-92C1-70021A5B45F4}" destId="{8313632F-3B3F-45F0-831F-51B19061AC9A}" srcOrd="2" destOrd="0" presId="urn:microsoft.com/office/officeart/2005/8/layout/orgChart1"/>
    <dgm:cxn modelId="{5018B12E-C9AE-44BE-B3FE-37436BAF1BB3}" type="presParOf" srcId="{480D5C4E-700B-4263-A3F5-7924D4C1B10D}" destId="{0CD80121-C5C6-4B1E-9026-0E6E499AD119}" srcOrd="2" destOrd="0" presId="urn:microsoft.com/office/officeart/2005/8/layout/orgChart1"/>
    <dgm:cxn modelId="{5ECC04EA-2B47-4D09-81B6-805B1FCFD1E0}" type="presParOf" srcId="{480D5C4E-700B-4263-A3F5-7924D4C1B10D}" destId="{6520F794-F4A8-4CAE-A579-190C7E0AFD08}" srcOrd="3" destOrd="0" presId="urn:microsoft.com/office/officeart/2005/8/layout/orgChart1"/>
    <dgm:cxn modelId="{AAA4F7DD-3B84-42B1-B44F-C4FB115CB760}" type="presParOf" srcId="{6520F794-F4A8-4CAE-A579-190C7E0AFD08}" destId="{9D819B99-0A1D-4FAF-995B-B502E5660129}" srcOrd="0" destOrd="0" presId="urn:microsoft.com/office/officeart/2005/8/layout/orgChart1"/>
    <dgm:cxn modelId="{2FC4AD09-6524-4001-AC74-CB1D71DF5625}" type="presParOf" srcId="{9D819B99-0A1D-4FAF-995B-B502E5660129}" destId="{154BFB8B-BBBB-4869-8D87-22A5A0235FEA}" srcOrd="0" destOrd="0" presId="urn:microsoft.com/office/officeart/2005/8/layout/orgChart1"/>
    <dgm:cxn modelId="{200B410F-B3FE-41D8-A417-C01B32B87F70}" type="presParOf" srcId="{9D819B99-0A1D-4FAF-995B-B502E5660129}" destId="{FC9C86C8-5E4A-4AAF-B13B-4383F9D21700}" srcOrd="1" destOrd="0" presId="urn:microsoft.com/office/officeart/2005/8/layout/orgChart1"/>
    <dgm:cxn modelId="{D865DA6F-2C35-4A65-8137-FD60D23DAB4D}" type="presParOf" srcId="{6520F794-F4A8-4CAE-A579-190C7E0AFD08}" destId="{7EB47DE3-3CD3-43AF-BFC3-E01FA48D3925}" srcOrd="1" destOrd="0" presId="urn:microsoft.com/office/officeart/2005/8/layout/orgChart1"/>
    <dgm:cxn modelId="{BD6208B6-F1F7-45E0-92A4-AA5D412E48B8}" type="presParOf" srcId="{6520F794-F4A8-4CAE-A579-190C7E0AFD08}" destId="{1F5C7728-0EE7-43AF-B0C3-12C3F0A485D4}" srcOrd="2" destOrd="0" presId="urn:microsoft.com/office/officeart/2005/8/layout/orgChart1"/>
    <dgm:cxn modelId="{B3DE38D5-99AD-4517-B04C-0E4884F083CF}" type="presParOf" srcId="{5932092A-1ED1-4F11-9B7E-4285BA0946F5}" destId="{F6E02C16-0F73-4F95-B3E3-E527BF800BCF}" srcOrd="2" destOrd="0" presId="urn:microsoft.com/office/officeart/2005/8/layout/orgChart1"/>
    <dgm:cxn modelId="{8885EA78-CACD-4E21-B06F-4F891F6C6CD1}" type="presParOf" srcId="{8BE0E1A0-E258-46C6-BD80-9F982907DA83}" destId="{BF2DCEDB-DE8B-4DED-ABC1-DC869A74ECE4}" srcOrd="2" destOrd="0" presId="urn:microsoft.com/office/officeart/2005/8/layout/orgChart1"/>
    <dgm:cxn modelId="{69D6A133-6A97-49B0-A4B4-58123AFE848A}" type="presParOf" srcId="{8BE0E1A0-E258-46C6-BD80-9F982907DA83}" destId="{7B6F866C-3D2C-48C3-A000-7FF519898641}" srcOrd="3" destOrd="0" presId="urn:microsoft.com/office/officeart/2005/8/layout/orgChart1"/>
    <dgm:cxn modelId="{531FAD54-5058-486A-9476-1ADFB19085B7}" type="presParOf" srcId="{7B6F866C-3D2C-48C3-A000-7FF519898641}" destId="{9F80E067-89AA-4426-8287-64DC26718FAF}" srcOrd="0" destOrd="0" presId="urn:microsoft.com/office/officeart/2005/8/layout/orgChart1"/>
    <dgm:cxn modelId="{8529DA72-BBC5-4C5B-950D-9C9F7D18C259}" type="presParOf" srcId="{9F80E067-89AA-4426-8287-64DC26718FAF}" destId="{DA165373-2059-41E5-ABDC-EA98C393A8F8}" srcOrd="0" destOrd="0" presId="urn:microsoft.com/office/officeart/2005/8/layout/orgChart1"/>
    <dgm:cxn modelId="{EA52DE7F-FE68-482F-910F-F2BA55654E9A}" type="presParOf" srcId="{9F80E067-89AA-4426-8287-64DC26718FAF}" destId="{81BA6369-D6DB-4567-8B3B-750FA0416E0A}" srcOrd="1" destOrd="0" presId="urn:microsoft.com/office/officeart/2005/8/layout/orgChart1"/>
    <dgm:cxn modelId="{CDDF625E-4202-4274-AEB5-F6E9A4EB289C}" type="presParOf" srcId="{7B6F866C-3D2C-48C3-A000-7FF519898641}" destId="{08044B52-2742-4FE6-AD29-04EC3C91D85F}" srcOrd="1" destOrd="0" presId="urn:microsoft.com/office/officeart/2005/8/layout/orgChart1"/>
    <dgm:cxn modelId="{679B783F-639A-4567-9E97-4408B51C9B9F}" type="presParOf" srcId="{08044B52-2742-4FE6-AD29-04EC3C91D85F}" destId="{E753781B-CD9A-4478-80DB-A28AF20E07ED}" srcOrd="0" destOrd="0" presId="urn:microsoft.com/office/officeart/2005/8/layout/orgChart1"/>
    <dgm:cxn modelId="{6DF5BDCB-5FB4-4DCA-B023-77319D66E7F7}" type="presParOf" srcId="{08044B52-2742-4FE6-AD29-04EC3C91D85F}" destId="{BE5EAF1E-2304-4A1D-B358-B13EB952A1D9}" srcOrd="1" destOrd="0" presId="urn:microsoft.com/office/officeart/2005/8/layout/orgChart1"/>
    <dgm:cxn modelId="{A02E6DFD-D457-4878-8FD0-5847B2F46FEE}" type="presParOf" srcId="{BE5EAF1E-2304-4A1D-B358-B13EB952A1D9}" destId="{E062B143-1D10-4E24-B1C3-AD983E9871C1}" srcOrd="0" destOrd="0" presId="urn:microsoft.com/office/officeart/2005/8/layout/orgChart1"/>
    <dgm:cxn modelId="{6E48FB17-4440-4CDC-9E70-673B8BAA0A79}" type="presParOf" srcId="{E062B143-1D10-4E24-B1C3-AD983E9871C1}" destId="{A957EDD8-0578-4251-98E0-6183F62C42C0}" srcOrd="0" destOrd="0" presId="urn:microsoft.com/office/officeart/2005/8/layout/orgChart1"/>
    <dgm:cxn modelId="{88827873-CAFD-4A7B-B63A-81D8EDEDD723}" type="presParOf" srcId="{E062B143-1D10-4E24-B1C3-AD983E9871C1}" destId="{7F85434C-0305-4EC7-8F1B-E7DDF5E76491}" srcOrd="1" destOrd="0" presId="urn:microsoft.com/office/officeart/2005/8/layout/orgChart1"/>
    <dgm:cxn modelId="{1D5C54A5-0C02-4D57-B1BE-A77A57B23EBA}" type="presParOf" srcId="{BE5EAF1E-2304-4A1D-B358-B13EB952A1D9}" destId="{E58B0F54-9B0B-4D0A-8397-C3F742F46E37}" srcOrd="1" destOrd="0" presId="urn:microsoft.com/office/officeart/2005/8/layout/orgChart1"/>
    <dgm:cxn modelId="{2314B07E-9ACC-4561-B85A-8F01CAC2CC49}" type="presParOf" srcId="{BE5EAF1E-2304-4A1D-B358-B13EB952A1D9}" destId="{9A04FC5A-CFBE-4A02-B184-A0F420EB5B6F}" srcOrd="2" destOrd="0" presId="urn:microsoft.com/office/officeart/2005/8/layout/orgChart1"/>
    <dgm:cxn modelId="{446BFB0A-A918-4460-96D9-52EDDE9EAA5C}" type="presParOf" srcId="{08044B52-2742-4FE6-AD29-04EC3C91D85F}" destId="{6BA15B8B-D540-4FD0-9EB0-9D174337262E}" srcOrd="2" destOrd="0" presId="urn:microsoft.com/office/officeart/2005/8/layout/orgChart1"/>
    <dgm:cxn modelId="{EED041AC-632A-4076-960E-7E1747CD0C87}" type="presParOf" srcId="{08044B52-2742-4FE6-AD29-04EC3C91D85F}" destId="{28E632BA-D5F5-4969-8CC6-E027B129AF72}" srcOrd="3" destOrd="0" presId="urn:microsoft.com/office/officeart/2005/8/layout/orgChart1"/>
    <dgm:cxn modelId="{32ADD836-12B1-42F1-8309-CBF41E76C791}" type="presParOf" srcId="{28E632BA-D5F5-4969-8CC6-E027B129AF72}" destId="{698056FE-2DED-4CB0-9863-8A67A43C8014}" srcOrd="0" destOrd="0" presId="urn:microsoft.com/office/officeart/2005/8/layout/orgChart1"/>
    <dgm:cxn modelId="{DC0D4709-E484-4104-8563-1D40E812D197}" type="presParOf" srcId="{698056FE-2DED-4CB0-9863-8A67A43C8014}" destId="{955C611C-35A5-4159-9A5D-1510AAD51E8A}" srcOrd="0" destOrd="0" presId="urn:microsoft.com/office/officeart/2005/8/layout/orgChart1"/>
    <dgm:cxn modelId="{DFFBA8F8-D872-4918-A750-5EF33EB8C765}" type="presParOf" srcId="{698056FE-2DED-4CB0-9863-8A67A43C8014}" destId="{A7D0651E-2BFF-42F1-AD87-05A438AD7C4D}" srcOrd="1" destOrd="0" presId="urn:microsoft.com/office/officeart/2005/8/layout/orgChart1"/>
    <dgm:cxn modelId="{36657699-5AED-417B-A92B-89261A189C1D}" type="presParOf" srcId="{28E632BA-D5F5-4969-8CC6-E027B129AF72}" destId="{CC482E2D-E1CD-4615-B209-19504C10C970}" srcOrd="1" destOrd="0" presId="urn:microsoft.com/office/officeart/2005/8/layout/orgChart1"/>
    <dgm:cxn modelId="{3027ABBB-266E-41C4-9CB8-07FE33085080}" type="presParOf" srcId="{28E632BA-D5F5-4969-8CC6-E027B129AF72}" destId="{DC5D7B0B-2760-49C4-AA8E-DF8D5CCAC7B2}" srcOrd="2" destOrd="0" presId="urn:microsoft.com/office/officeart/2005/8/layout/orgChart1"/>
    <dgm:cxn modelId="{1F872AE9-2C3E-4EE5-BDD3-B741D0B568E0}" type="presParOf" srcId="{08044B52-2742-4FE6-AD29-04EC3C91D85F}" destId="{E631EB45-45E5-49BD-AC0C-3AAD34A1334D}" srcOrd="4" destOrd="0" presId="urn:microsoft.com/office/officeart/2005/8/layout/orgChart1"/>
    <dgm:cxn modelId="{8E7F4ADC-AA77-4D46-9A7E-2CDEFAB67F47}" type="presParOf" srcId="{08044B52-2742-4FE6-AD29-04EC3C91D85F}" destId="{54B58EC2-8F59-47F1-AF7E-476CEF658A4F}" srcOrd="5" destOrd="0" presId="urn:microsoft.com/office/officeart/2005/8/layout/orgChart1"/>
    <dgm:cxn modelId="{A674AD9F-2AD8-40D9-B243-E57227997955}" type="presParOf" srcId="{54B58EC2-8F59-47F1-AF7E-476CEF658A4F}" destId="{5B6AD4CD-03DA-4508-A5E2-BD700077EFD6}" srcOrd="0" destOrd="0" presId="urn:microsoft.com/office/officeart/2005/8/layout/orgChart1"/>
    <dgm:cxn modelId="{DEC53E18-F702-44FB-8AC3-521B70543870}" type="presParOf" srcId="{5B6AD4CD-03DA-4508-A5E2-BD700077EFD6}" destId="{0E6794E4-2422-4377-9423-5F02511FA0D9}" srcOrd="0" destOrd="0" presId="urn:microsoft.com/office/officeart/2005/8/layout/orgChart1"/>
    <dgm:cxn modelId="{CE55D6B6-2A99-4A67-B52E-A33D9CFD216C}" type="presParOf" srcId="{5B6AD4CD-03DA-4508-A5E2-BD700077EFD6}" destId="{4E2834A3-D06A-46C9-BC9B-7D7D83DD4E33}" srcOrd="1" destOrd="0" presId="urn:microsoft.com/office/officeart/2005/8/layout/orgChart1"/>
    <dgm:cxn modelId="{29A1CA51-3D3C-407F-ADBA-D6D4B85ABD91}" type="presParOf" srcId="{54B58EC2-8F59-47F1-AF7E-476CEF658A4F}" destId="{0DA68591-5E75-42B9-919A-2A156705C2CA}" srcOrd="1" destOrd="0" presId="urn:microsoft.com/office/officeart/2005/8/layout/orgChart1"/>
    <dgm:cxn modelId="{411A6712-467E-45EC-A24B-A7D6091ADF66}" type="presParOf" srcId="{54B58EC2-8F59-47F1-AF7E-476CEF658A4F}" destId="{3A8942AF-18D9-4E43-A845-2C1BE8F961B7}" srcOrd="2" destOrd="0" presId="urn:microsoft.com/office/officeart/2005/8/layout/orgChart1"/>
    <dgm:cxn modelId="{2687544B-54B6-4CED-AB3F-983D1D2B726D}" type="presParOf" srcId="{7B6F866C-3D2C-48C3-A000-7FF519898641}" destId="{8053B2FE-DA86-4236-AF95-BBBEBEB0E709}" srcOrd="2" destOrd="0" presId="urn:microsoft.com/office/officeart/2005/8/layout/orgChart1"/>
    <dgm:cxn modelId="{0D319808-F6DF-422F-AB92-5AC6865B44BD}" type="presParOf" srcId="{8BE0E1A0-E258-46C6-BD80-9F982907DA83}" destId="{94D26305-849B-4855-BBCE-247534EC48D7}" srcOrd="4" destOrd="0" presId="urn:microsoft.com/office/officeart/2005/8/layout/orgChart1"/>
    <dgm:cxn modelId="{9C840D16-C0B0-4262-A38F-DBFDAE0D37C0}" type="presParOf" srcId="{8BE0E1A0-E258-46C6-BD80-9F982907DA83}" destId="{5523CA80-9D38-4FCF-AC95-4B4F5FA5144A}" srcOrd="5" destOrd="0" presId="urn:microsoft.com/office/officeart/2005/8/layout/orgChart1"/>
    <dgm:cxn modelId="{263815C9-0B6C-454F-84D1-D734210CDDD2}" type="presParOf" srcId="{5523CA80-9D38-4FCF-AC95-4B4F5FA5144A}" destId="{751C3BCC-C77D-4D70-8F19-A03085167BEE}" srcOrd="0" destOrd="0" presId="urn:microsoft.com/office/officeart/2005/8/layout/orgChart1"/>
    <dgm:cxn modelId="{457C7029-2E00-45C7-B8F5-5A3CE468E5BC}" type="presParOf" srcId="{751C3BCC-C77D-4D70-8F19-A03085167BEE}" destId="{71BD1725-0DAE-4CED-AAB2-944268F512B2}" srcOrd="0" destOrd="0" presId="urn:microsoft.com/office/officeart/2005/8/layout/orgChart1"/>
    <dgm:cxn modelId="{8119C2CC-ECD9-430A-9E3E-BB900AE81FBB}" type="presParOf" srcId="{751C3BCC-C77D-4D70-8F19-A03085167BEE}" destId="{25833BE9-7F8B-4D14-BA9D-3A631F3AF386}" srcOrd="1" destOrd="0" presId="urn:microsoft.com/office/officeart/2005/8/layout/orgChart1"/>
    <dgm:cxn modelId="{12630DE1-C5DD-4441-A8DD-D6D5F5B9A672}" type="presParOf" srcId="{5523CA80-9D38-4FCF-AC95-4B4F5FA5144A}" destId="{56E3563D-359B-4D2C-8320-AF9E6F492A19}" srcOrd="1" destOrd="0" presId="urn:microsoft.com/office/officeart/2005/8/layout/orgChart1"/>
    <dgm:cxn modelId="{9CF1091C-3554-4308-8C8D-B326B197205E}" type="presParOf" srcId="{56E3563D-359B-4D2C-8320-AF9E6F492A19}" destId="{CC0EBDD9-D559-45FE-9D0A-6294EC43659B}" srcOrd="0" destOrd="0" presId="urn:microsoft.com/office/officeart/2005/8/layout/orgChart1"/>
    <dgm:cxn modelId="{D614F8D1-6A4B-4349-AD18-DD05C1F5BCC4}" type="presParOf" srcId="{56E3563D-359B-4D2C-8320-AF9E6F492A19}" destId="{78501DAF-5588-46D1-B329-ABD3F028FEE8}" srcOrd="1" destOrd="0" presId="urn:microsoft.com/office/officeart/2005/8/layout/orgChart1"/>
    <dgm:cxn modelId="{1692DEA0-EB89-4306-88A1-061DD2F78F92}" type="presParOf" srcId="{78501DAF-5588-46D1-B329-ABD3F028FEE8}" destId="{DA4B9B2A-5E13-444D-82BF-CF5BCD682B51}" srcOrd="0" destOrd="0" presId="urn:microsoft.com/office/officeart/2005/8/layout/orgChart1"/>
    <dgm:cxn modelId="{8D8B2B2F-C899-4E5B-A355-7A386447DE40}" type="presParOf" srcId="{DA4B9B2A-5E13-444D-82BF-CF5BCD682B51}" destId="{A0B0728F-8B06-49D0-8939-E44AF610FB47}" srcOrd="0" destOrd="0" presId="urn:microsoft.com/office/officeart/2005/8/layout/orgChart1"/>
    <dgm:cxn modelId="{4F1DDEFE-8CE5-4CF8-9E74-4558EA1EBFA4}" type="presParOf" srcId="{DA4B9B2A-5E13-444D-82BF-CF5BCD682B51}" destId="{5CFA7ECB-C6BC-45C7-9A0B-9D21C3EE2E62}" srcOrd="1" destOrd="0" presId="urn:microsoft.com/office/officeart/2005/8/layout/orgChart1"/>
    <dgm:cxn modelId="{E9E4E5D9-0934-4CED-ADBA-A3D0A15C47D0}" type="presParOf" srcId="{78501DAF-5588-46D1-B329-ABD3F028FEE8}" destId="{F6EAE652-FA76-4C1D-8EF9-1F34CAA9CA1E}" srcOrd="1" destOrd="0" presId="urn:microsoft.com/office/officeart/2005/8/layout/orgChart1"/>
    <dgm:cxn modelId="{A6EE5CEA-63F0-4DDA-9479-FC23F5A815EC}" type="presParOf" srcId="{78501DAF-5588-46D1-B329-ABD3F028FEE8}" destId="{6414DE02-72BE-4260-B3D0-5C02EAC4A405}" srcOrd="2" destOrd="0" presId="urn:microsoft.com/office/officeart/2005/8/layout/orgChart1"/>
    <dgm:cxn modelId="{20075535-683F-4701-A629-D5DAC91819FC}" type="presParOf" srcId="{56E3563D-359B-4D2C-8320-AF9E6F492A19}" destId="{1A8EAA10-8F35-4682-9071-75F58275BC76}" srcOrd="2" destOrd="0" presId="urn:microsoft.com/office/officeart/2005/8/layout/orgChart1"/>
    <dgm:cxn modelId="{F14D9E3A-8E43-4F13-81AD-AB016258EECD}" type="presParOf" srcId="{56E3563D-359B-4D2C-8320-AF9E6F492A19}" destId="{E62844F0-D2DE-4D3E-82BB-C313A359E49D}" srcOrd="3" destOrd="0" presId="urn:microsoft.com/office/officeart/2005/8/layout/orgChart1"/>
    <dgm:cxn modelId="{B929BE48-9AEF-46AE-AD75-F1FB91722AB5}" type="presParOf" srcId="{E62844F0-D2DE-4D3E-82BB-C313A359E49D}" destId="{860CEC76-951F-4232-9826-C56C23A0C648}" srcOrd="0" destOrd="0" presId="urn:microsoft.com/office/officeart/2005/8/layout/orgChart1"/>
    <dgm:cxn modelId="{69EA0980-D781-4D80-95A9-F92752783BBC}" type="presParOf" srcId="{860CEC76-951F-4232-9826-C56C23A0C648}" destId="{B1D9806C-75DC-4EA7-85DA-F4BF8261CD1A}" srcOrd="0" destOrd="0" presId="urn:microsoft.com/office/officeart/2005/8/layout/orgChart1"/>
    <dgm:cxn modelId="{371D59B0-F166-49C6-AB38-57BB63A972C6}" type="presParOf" srcId="{860CEC76-951F-4232-9826-C56C23A0C648}" destId="{C7EECFC0-6C50-4AA0-97E9-E3A5D98754D8}" srcOrd="1" destOrd="0" presId="urn:microsoft.com/office/officeart/2005/8/layout/orgChart1"/>
    <dgm:cxn modelId="{C3F9BD39-6A08-40AE-A8E5-3CA1AB93C77A}" type="presParOf" srcId="{E62844F0-D2DE-4D3E-82BB-C313A359E49D}" destId="{CFD6CAD8-4FCA-451B-B791-6E1E418FB0D9}" srcOrd="1" destOrd="0" presId="urn:microsoft.com/office/officeart/2005/8/layout/orgChart1"/>
    <dgm:cxn modelId="{17DFA300-9E25-4095-9A7C-BFCBAAD4FC79}" type="presParOf" srcId="{E62844F0-D2DE-4D3E-82BB-C313A359E49D}" destId="{2770F4DC-BF91-4825-9E99-0C588A866CE7}" srcOrd="2" destOrd="0" presId="urn:microsoft.com/office/officeart/2005/8/layout/orgChart1"/>
    <dgm:cxn modelId="{FDD044EE-2369-4C35-A8C1-8F9201AADE2D}" type="presParOf" srcId="{56E3563D-359B-4D2C-8320-AF9E6F492A19}" destId="{2990DECD-ED79-492B-B11E-82D124CF77DD}" srcOrd="4" destOrd="0" presId="urn:microsoft.com/office/officeart/2005/8/layout/orgChart1"/>
    <dgm:cxn modelId="{DCD3B798-28F4-4022-AFD3-E383307CC31E}" type="presParOf" srcId="{56E3563D-359B-4D2C-8320-AF9E6F492A19}" destId="{9482E165-F004-4B3B-A8A2-E98ED31ADFDC}" srcOrd="5" destOrd="0" presId="urn:microsoft.com/office/officeart/2005/8/layout/orgChart1"/>
    <dgm:cxn modelId="{4D0AE801-24E6-4AC2-9C50-722F882F993C}" type="presParOf" srcId="{9482E165-F004-4B3B-A8A2-E98ED31ADFDC}" destId="{1F886F95-E173-4A6F-95E9-B5A103BF001F}" srcOrd="0" destOrd="0" presId="urn:microsoft.com/office/officeart/2005/8/layout/orgChart1"/>
    <dgm:cxn modelId="{BA117C07-30B4-4267-90C2-150C436BDB28}" type="presParOf" srcId="{1F886F95-E173-4A6F-95E9-B5A103BF001F}" destId="{30DA77A3-E23C-49FB-9553-89DD162F8D1D}" srcOrd="0" destOrd="0" presId="urn:microsoft.com/office/officeart/2005/8/layout/orgChart1"/>
    <dgm:cxn modelId="{57DA74B5-E468-4EBB-BD58-ECB4082F7A61}" type="presParOf" srcId="{1F886F95-E173-4A6F-95E9-B5A103BF001F}" destId="{2871C7E2-5705-4656-947F-69C422C3A489}" srcOrd="1" destOrd="0" presId="urn:microsoft.com/office/officeart/2005/8/layout/orgChart1"/>
    <dgm:cxn modelId="{3DF6970A-C84A-4E15-B8DF-05A9FD0F8B49}" type="presParOf" srcId="{9482E165-F004-4B3B-A8A2-E98ED31ADFDC}" destId="{B2CA9497-4E71-4D9B-B84F-B7B08F94F52A}" srcOrd="1" destOrd="0" presId="urn:microsoft.com/office/officeart/2005/8/layout/orgChart1"/>
    <dgm:cxn modelId="{24657589-83CE-4254-B602-43C4B4EF509E}" type="presParOf" srcId="{9482E165-F004-4B3B-A8A2-E98ED31ADFDC}" destId="{32B1A8C7-9F09-4FF2-9A89-44144C7E74A6}" srcOrd="2" destOrd="0" presId="urn:microsoft.com/office/officeart/2005/8/layout/orgChart1"/>
    <dgm:cxn modelId="{650E33B8-719E-4293-9FB5-54DE90451E60}" type="presParOf" srcId="{5523CA80-9D38-4FCF-AC95-4B4F5FA5144A}" destId="{63EDBA4E-E3F6-4179-9214-CD797EC5D099}" srcOrd="2" destOrd="0" presId="urn:microsoft.com/office/officeart/2005/8/layout/orgChart1"/>
    <dgm:cxn modelId="{43B7B829-14C8-4820-B6BE-4F7AB0FE34B0}" type="presParOf" srcId="{8BE0E1A0-E258-46C6-BD80-9F982907DA83}" destId="{84504024-F917-44C2-AAF7-F31A035BEBC4}" srcOrd="6" destOrd="0" presId="urn:microsoft.com/office/officeart/2005/8/layout/orgChart1"/>
    <dgm:cxn modelId="{AE61A3C5-8AEE-45B7-9A35-055BB24E14B9}" type="presParOf" srcId="{8BE0E1A0-E258-46C6-BD80-9F982907DA83}" destId="{160C9E3E-52F7-464F-8C5E-10C8B664C862}" srcOrd="7" destOrd="0" presId="urn:microsoft.com/office/officeart/2005/8/layout/orgChart1"/>
    <dgm:cxn modelId="{27FF44D6-455A-4B0E-8F47-D0C229BD7A62}" type="presParOf" srcId="{160C9E3E-52F7-464F-8C5E-10C8B664C862}" destId="{85603A61-AAC1-4EDF-A8BF-C0112D135229}" srcOrd="0" destOrd="0" presId="urn:microsoft.com/office/officeart/2005/8/layout/orgChart1"/>
    <dgm:cxn modelId="{A63CBD86-E4F7-496F-A8F7-0FEA7F998EEE}" type="presParOf" srcId="{85603A61-AAC1-4EDF-A8BF-C0112D135229}" destId="{BF144789-9BB3-4C65-A321-29C88D438B84}" srcOrd="0" destOrd="0" presId="urn:microsoft.com/office/officeart/2005/8/layout/orgChart1"/>
    <dgm:cxn modelId="{745E269C-50C6-4219-A9CC-545F4A0FB1E4}" type="presParOf" srcId="{85603A61-AAC1-4EDF-A8BF-C0112D135229}" destId="{FEA49FC2-9B0D-4967-8666-245E26621CA0}" srcOrd="1" destOrd="0" presId="urn:microsoft.com/office/officeart/2005/8/layout/orgChart1"/>
    <dgm:cxn modelId="{FA075413-4F9D-4E5D-98F9-7BA50EE95AB4}" type="presParOf" srcId="{160C9E3E-52F7-464F-8C5E-10C8B664C862}" destId="{9C2117DC-8253-4DBB-B6CF-9F1B7EF84060}" srcOrd="1" destOrd="0" presId="urn:microsoft.com/office/officeart/2005/8/layout/orgChart1"/>
    <dgm:cxn modelId="{E700D6D5-71EB-471D-A9A0-CB997CAD1830}" type="presParOf" srcId="{9C2117DC-8253-4DBB-B6CF-9F1B7EF84060}" destId="{8A224422-F569-403F-8CD0-195B946CBF05}" srcOrd="0" destOrd="0" presId="urn:microsoft.com/office/officeart/2005/8/layout/orgChart1"/>
    <dgm:cxn modelId="{72F9E12F-61D4-474A-ABC9-B3F3B6A60130}" type="presParOf" srcId="{9C2117DC-8253-4DBB-B6CF-9F1B7EF84060}" destId="{A5E1DB32-1C57-4C83-B901-B57DC060B43B}" srcOrd="1" destOrd="0" presId="urn:microsoft.com/office/officeart/2005/8/layout/orgChart1"/>
    <dgm:cxn modelId="{F8DA8368-23AC-47CA-BAAD-65DF96B28DC4}" type="presParOf" srcId="{A5E1DB32-1C57-4C83-B901-B57DC060B43B}" destId="{E1461B67-DC62-4073-B646-9D0C456DD8C9}" srcOrd="0" destOrd="0" presId="urn:microsoft.com/office/officeart/2005/8/layout/orgChart1"/>
    <dgm:cxn modelId="{9AF2E012-E410-4751-9B59-4089A64CFDED}" type="presParOf" srcId="{E1461B67-DC62-4073-B646-9D0C456DD8C9}" destId="{B1C88AB5-21A4-4768-8838-356F6519318A}" srcOrd="0" destOrd="0" presId="urn:microsoft.com/office/officeart/2005/8/layout/orgChart1"/>
    <dgm:cxn modelId="{E52F5E5D-F606-4827-8568-7DDEC0B2D584}" type="presParOf" srcId="{E1461B67-DC62-4073-B646-9D0C456DD8C9}" destId="{1F849F76-67DF-485F-BC15-34F5C17F3E0F}" srcOrd="1" destOrd="0" presId="urn:microsoft.com/office/officeart/2005/8/layout/orgChart1"/>
    <dgm:cxn modelId="{2B7F9315-506A-41A9-9ADB-DE6550223391}" type="presParOf" srcId="{A5E1DB32-1C57-4C83-B901-B57DC060B43B}" destId="{3B5E0256-066A-4090-A9F0-4DB1A4CC0595}" srcOrd="1" destOrd="0" presId="urn:microsoft.com/office/officeart/2005/8/layout/orgChart1"/>
    <dgm:cxn modelId="{4C53B339-F880-40CF-B82C-253B3C714F27}" type="presParOf" srcId="{A5E1DB32-1C57-4C83-B901-B57DC060B43B}" destId="{F2C75D48-D99B-4749-8D2B-6B9AE20BC03F}" srcOrd="2" destOrd="0" presId="urn:microsoft.com/office/officeart/2005/8/layout/orgChart1"/>
    <dgm:cxn modelId="{C8BC2731-5DE0-473B-9243-73581C7BAF27}" type="presParOf" srcId="{9C2117DC-8253-4DBB-B6CF-9F1B7EF84060}" destId="{C7603335-9B10-4E57-8110-DEB470810325}" srcOrd="2" destOrd="0" presId="urn:microsoft.com/office/officeart/2005/8/layout/orgChart1"/>
    <dgm:cxn modelId="{3B5DF545-9109-4C41-9260-5A671DA4FF15}" type="presParOf" srcId="{9C2117DC-8253-4DBB-B6CF-9F1B7EF84060}" destId="{845E7B5F-5553-4426-925A-FE11DF1AA6E8}" srcOrd="3" destOrd="0" presId="urn:microsoft.com/office/officeart/2005/8/layout/orgChart1"/>
    <dgm:cxn modelId="{26B4B834-A39E-4476-A155-F76D742E5295}" type="presParOf" srcId="{845E7B5F-5553-4426-925A-FE11DF1AA6E8}" destId="{E10829C8-245B-478C-9454-A2290F814396}" srcOrd="0" destOrd="0" presId="urn:microsoft.com/office/officeart/2005/8/layout/orgChart1"/>
    <dgm:cxn modelId="{A374B494-8B30-4F17-A023-F5C426F12386}" type="presParOf" srcId="{E10829C8-245B-478C-9454-A2290F814396}" destId="{39F7877B-283B-40D4-B4FC-8C2F3CECE7E3}" srcOrd="0" destOrd="0" presId="urn:microsoft.com/office/officeart/2005/8/layout/orgChart1"/>
    <dgm:cxn modelId="{66A4A73C-6D0A-497B-A80C-FC6743236ECA}" type="presParOf" srcId="{E10829C8-245B-478C-9454-A2290F814396}" destId="{92802576-6D4D-43ED-8E33-15F15CF6823B}" srcOrd="1" destOrd="0" presId="urn:microsoft.com/office/officeart/2005/8/layout/orgChart1"/>
    <dgm:cxn modelId="{C70C3579-B4B9-48F0-A499-6E0484A047CF}" type="presParOf" srcId="{845E7B5F-5553-4426-925A-FE11DF1AA6E8}" destId="{F46F3F82-8B95-4D83-853F-577CE03F17EB}" srcOrd="1" destOrd="0" presId="urn:microsoft.com/office/officeart/2005/8/layout/orgChart1"/>
    <dgm:cxn modelId="{2308DF28-72B2-44D8-AB60-7A3B647096A0}" type="presParOf" srcId="{845E7B5F-5553-4426-925A-FE11DF1AA6E8}" destId="{0D2193C1-17EC-452D-85BB-C979C43DB889}" srcOrd="2" destOrd="0" presId="urn:microsoft.com/office/officeart/2005/8/layout/orgChart1"/>
    <dgm:cxn modelId="{5B7D2EC6-ED05-472F-A014-B954422A58E1}" type="presParOf" srcId="{160C9E3E-52F7-464F-8C5E-10C8B664C862}" destId="{084D7060-EE22-44AE-9658-C701BEFF50EE}" srcOrd="2" destOrd="0" presId="urn:microsoft.com/office/officeart/2005/8/layout/orgChart1"/>
    <dgm:cxn modelId="{67ECB2EA-8B02-4665-8160-2A3C0FCE2BAD}" type="presParOf" srcId="{8BE0E1A0-E258-46C6-BD80-9F982907DA83}" destId="{A7BF7221-E1BD-4B37-AA6E-BB3FBB35430E}" srcOrd="8" destOrd="0" presId="urn:microsoft.com/office/officeart/2005/8/layout/orgChart1"/>
    <dgm:cxn modelId="{B1E40AAE-1F04-406D-85A9-C9E0C1E0FD05}" type="presParOf" srcId="{8BE0E1A0-E258-46C6-BD80-9F982907DA83}" destId="{C3F50DE5-75B5-4B5A-9807-8D7FDE11366F}" srcOrd="9" destOrd="0" presId="urn:microsoft.com/office/officeart/2005/8/layout/orgChart1"/>
    <dgm:cxn modelId="{99966FA7-0EEA-491D-AC2C-DF343C9950B6}" type="presParOf" srcId="{C3F50DE5-75B5-4B5A-9807-8D7FDE11366F}" destId="{5A7F3AE7-2131-497A-897D-1D458FBA1023}" srcOrd="0" destOrd="0" presId="urn:microsoft.com/office/officeart/2005/8/layout/orgChart1"/>
    <dgm:cxn modelId="{EF3ECA77-3B06-4ABD-84B3-3CC90500AA16}" type="presParOf" srcId="{5A7F3AE7-2131-497A-897D-1D458FBA1023}" destId="{6219AD27-19B8-4BD8-8992-C7B490BA3006}" srcOrd="0" destOrd="0" presId="urn:microsoft.com/office/officeart/2005/8/layout/orgChart1"/>
    <dgm:cxn modelId="{7FA81FA5-A95B-4207-B30B-EAC5C45BB907}" type="presParOf" srcId="{5A7F3AE7-2131-497A-897D-1D458FBA1023}" destId="{F87C0ABC-7E63-4756-9ACF-77299E2B64D3}" srcOrd="1" destOrd="0" presId="urn:microsoft.com/office/officeart/2005/8/layout/orgChart1"/>
    <dgm:cxn modelId="{F4FB9D96-36E6-4A8D-BB53-A9AE0E952AD7}" type="presParOf" srcId="{C3F50DE5-75B5-4B5A-9807-8D7FDE11366F}" destId="{63DF8A54-9942-4206-9465-4735AA6558B3}" srcOrd="1" destOrd="0" presId="urn:microsoft.com/office/officeart/2005/8/layout/orgChart1"/>
    <dgm:cxn modelId="{4F3F668B-8AEC-4034-A22F-46786D04C8EA}" type="presParOf" srcId="{63DF8A54-9942-4206-9465-4735AA6558B3}" destId="{AB57B4E9-F115-4A4E-9939-8593E8751A6A}" srcOrd="0" destOrd="0" presId="urn:microsoft.com/office/officeart/2005/8/layout/orgChart1"/>
    <dgm:cxn modelId="{2FE8844A-447F-4531-82BB-D302B11F0220}" type="presParOf" srcId="{63DF8A54-9942-4206-9465-4735AA6558B3}" destId="{12DC03D9-15FC-4CE0-80DB-24F14EB42BE1}" srcOrd="1" destOrd="0" presId="urn:microsoft.com/office/officeart/2005/8/layout/orgChart1"/>
    <dgm:cxn modelId="{49A95171-152C-481C-BE92-FA394D44143A}" type="presParOf" srcId="{12DC03D9-15FC-4CE0-80DB-24F14EB42BE1}" destId="{98DE7594-C823-495F-9263-663347742BF1}" srcOrd="0" destOrd="0" presId="urn:microsoft.com/office/officeart/2005/8/layout/orgChart1"/>
    <dgm:cxn modelId="{F98E6350-2832-4C63-8FCF-7D5C56EDCE31}" type="presParOf" srcId="{98DE7594-C823-495F-9263-663347742BF1}" destId="{6BC8494A-F667-42E4-B75C-60BAA9E9CBCC}" srcOrd="0" destOrd="0" presId="urn:microsoft.com/office/officeart/2005/8/layout/orgChart1"/>
    <dgm:cxn modelId="{E6B5521E-B738-495C-A827-A9CAD1CF398B}" type="presParOf" srcId="{98DE7594-C823-495F-9263-663347742BF1}" destId="{3D79B794-16D6-48CE-9CA4-886882BE44D3}" srcOrd="1" destOrd="0" presId="urn:microsoft.com/office/officeart/2005/8/layout/orgChart1"/>
    <dgm:cxn modelId="{09AD8FB7-2860-4682-B0C8-E36B6AEE64D0}" type="presParOf" srcId="{12DC03D9-15FC-4CE0-80DB-24F14EB42BE1}" destId="{7BDC1500-BE85-46B8-85C7-0AE4657AF25E}" srcOrd="1" destOrd="0" presId="urn:microsoft.com/office/officeart/2005/8/layout/orgChart1"/>
    <dgm:cxn modelId="{E9934B48-A241-44FD-B32E-00CEA8FD7F61}" type="presParOf" srcId="{12DC03D9-15FC-4CE0-80DB-24F14EB42BE1}" destId="{36B83020-6A73-4719-B1F2-0A22471B721A}" srcOrd="2" destOrd="0" presId="urn:microsoft.com/office/officeart/2005/8/layout/orgChart1"/>
    <dgm:cxn modelId="{B6A3B623-8C32-42EA-9DC4-A62999F26891}" type="presParOf" srcId="{63DF8A54-9942-4206-9465-4735AA6558B3}" destId="{E33A45C0-5E4A-4138-863B-CC9DE2E73634}" srcOrd="2" destOrd="0" presId="urn:microsoft.com/office/officeart/2005/8/layout/orgChart1"/>
    <dgm:cxn modelId="{08FF4DB6-1B6C-4C07-9AC3-1B9F4C48D556}" type="presParOf" srcId="{63DF8A54-9942-4206-9465-4735AA6558B3}" destId="{EA8DF5B0-D8A9-428A-9398-2F273B48241E}" srcOrd="3" destOrd="0" presId="urn:microsoft.com/office/officeart/2005/8/layout/orgChart1"/>
    <dgm:cxn modelId="{E41FF019-B7F4-4160-ABE2-0F74960D6155}" type="presParOf" srcId="{EA8DF5B0-D8A9-428A-9398-2F273B48241E}" destId="{D9675317-EDF6-4BF8-A179-450B223156FB}" srcOrd="0" destOrd="0" presId="urn:microsoft.com/office/officeart/2005/8/layout/orgChart1"/>
    <dgm:cxn modelId="{95951951-AF49-4C0C-8871-938DD0504010}" type="presParOf" srcId="{D9675317-EDF6-4BF8-A179-450B223156FB}" destId="{3BE2E796-2EF9-4189-BC6B-6D6F8A3CF7F5}" srcOrd="0" destOrd="0" presId="urn:microsoft.com/office/officeart/2005/8/layout/orgChart1"/>
    <dgm:cxn modelId="{DB670C4D-D3D6-405A-828E-60F9EB3E6A7F}" type="presParOf" srcId="{D9675317-EDF6-4BF8-A179-450B223156FB}" destId="{857A5C78-648B-4C9C-ADED-41E988735390}" srcOrd="1" destOrd="0" presId="urn:microsoft.com/office/officeart/2005/8/layout/orgChart1"/>
    <dgm:cxn modelId="{95D65880-22CC-42A3-9B2A-60D54B365617}" type="presParOf" srcId="{EA8DF5B0-D8A9-428A-9398-2F273B48241E}" destId="{A85D0D66-AA38-4C54-8593-BC8E6E6A3398}" srcOrd="1" destOrd="0" presId="urn:microsoft.com/office/officeart/2005/8/layout/orgChart1"/>
    <dgm:cxn modelId="{3D8C612B-B0FF-4CC4-AC70-81AC5AE3E924}" type="presParOf" srcId="{EA8DF5B0-D8A9-428A-9398-2F273B48241E}" destId="{F32B9E37-AFA0-4ADE-9808-5CEB95D3CFD1}" srcOrd="2" destOrd="0" presId="urn:microsoft.com/office/officeart/2005/8/layout/orgChart1"/>
    <dgm:cxn modelId="{04DD018D-8656-4536-BB0D-3E9FD51679BE}" type="presParOf" srcId="{63DF8A54-9942-4206-9465-4735AA6558B3}" destId="{B2DC7429-D392-4B64-8E58-76EAD2E58BA0}" srcOrd="4" destOrd="0" presId="urn:microsoft.com/office/officeart/2005/8/layout/orgChart1"/>
    <dgm:cxn modelId="{F1658194-BA0D-4FEE-B9AD-CD8C37B52475}" type="presParOf" srcId="{63DF8A54-9942-4206-9465-4735AA6558B3}" destId="{723BB0C4-9464-4823-943C-0DECE9ABAEC7}" srcOrd="5" destOrd="0" presId="urn:microsoft.com/office/officeart/2005/8/layout/orgChart1"/>
    <dgm:cxn modelId="{A4A2014A-8855-4E02-A6B2-6D0207A7AEB6}" type="presParOf" srcId="{723BB0C4-9464-4823-943C-0DECE9ABAEC7}" destId="{E5C606B7-55C3-46E3-964C-F1B12346026F}" srcOrd="0" destOrd="0" presId="urn:microsoft.com/office/officeart/2005/8/layout/orgChart1"/>
    <dgm:cxn modelId="{BB6965A2-7D04-4CB5-B2A9-0A21F6B04F52}" type="presParOf" srcId="{E5C606B7-55C3-46E3-964C-F1B12346026F}" destId="{ECDC5801-CD15-4276-BC01-57C157E59C42}" srcOrd="0" destOrd="0" presId="urn:microsoft.com/office/officeart/2005/8/layout/orgChart1"/>
    <dgm:cxn modelId="{D0E05816-2D07-4126-B347-9E0E6C5E55A8}" type="presParOf" srcId="{E5C606B7-55C3-46E3-964C-F1B12346026F}" destId="{A58835A9-0EE1-4681-9A06-C58FEE393F41}" srcOrd="1" destOrd="0" presId="urn:microsoft.com/office/officeart/2005/8/layout/orgChart1"/>
    <dgm:cxn modelId="{AB4D0351-DCDB-419D-8040-B2FA48F97524}" type="presParOf" srcId="{723BB0C4-9464-4823-943C-0DECE9ABAEC7}" destId="{4DF63866-52D9-4431-902B-E135A8928E9A}" srcOrd="1" destOrd="0" presId="urn:microsoft.com/office/officeart/2005/8/layout/orgChart1"/>
    <dgm:cxn modelId="{DE93D08C-BB2C-4299-AF47-8DABCFFA1EFA}" type="presParOf" srcId="{723BB0C4-9464-4823-943C-0DECE9ABAEC7}" destId="{6C8D73E3-B866-4124-B0B3-3042B3C09588}" srcOrd="2" destOrd="0" presId="urn:microsoft.com/office/officeart/2005/8/layout/orgChart1"/>
    <dgm:cxn modelId="{570C4997-0869-405A-92EA-4465AAB1619E}" type="presParOf" srcId="{C3F50DE5-75B5-4B5A-9807-8D7FDE11366F}" destId="{7A8353A1-B50D-49DF-A8F5-116637E495B9}" srcOrd="2" destOrd="0" presId="urn:microsoft.com/office/officeart/2005/8/layout/orgChart1"/>
    <dgm:cxn modelId="{503C3F5A-65B4-4256-B2AC-7CA794564995}" type="presParOf" srcId="{8BE0E1A0-E258-46C6-BD80-9F982907DA83}" destId="{F1EF53CA-65A0-4546-938F-8CFF182923EA}" srcOrd="10" destOrd="0" presId="urn:microsoft.com/office/officeart/2005/8/layout/orgChart1"/>
    <dgm:cxn modelId="{8A58C3D9-1B91-4FD8-B970-C1E1FBEC058D}" type="presParOf" srcId="{8BE0E1A0-E258-46C6-BD80-9F982907DA83}" destId="{070AE937-E09C-4066-B333-B3219DB13CC2}" srcOrd="11" destOrd="0" presId="urn:microsoft.com/office/officeart/2005/8/layout/orgChart1"/>
    <dgm:cxn modelId="{4A01A1C5-11BB-4FF9-AA6D-5C42433C2E11}" type="presParOf" srcId="{070AE937-E09C-4066-B333-B3219DB13CC2}" destId="{3D74B967-C444-4CD2-9861-6B5EF0CEE506}" srcOrd="0" destOrd="0" presId="urn:microsoft.com/office/officeart/2005/8/layout/orgChart1"/>
    <dgm:cxn modelId="{F036B9EE-8304-49C1-A3B1-1FFC9EC6C917}" type="presParOf" srcId="{3D74B967-C444-4CD2-9861-6B5EF0CEE506}" destId="{147ED431-04BD-4C0E-ACCE-768E19B4225E}" srcOrd="0" destOrd="0" presId="urn:microsoft.com/office/officeart/2005/8/layout/orgChart1"/>
    <dgm:cxn modelId="{5718F465-B7AF-4F3D-955E-D18383F75568}" type="presParOf" srcId="{3D74B967-C444-4CD2-9861-6B5EF0CEE506}" destId="{EC4CDD50-DC08-4290-9334-0A07C13DBD5F}" srcOrd="1" destOrd="0" presId="urn:microsoft.com/office/officeart/2005/8/layout/orgChart1"/>
    <dgm:cxn modelId="{212974B3-CB6C-41D7-8F4A-9D4E11E14201}" type="presParOf" srcId="{070AE937-E09C-4066-B333-B3219DB13CC2}" destId="{9CBB9448-FD7B-4A6A-B26C-01325E0AB643}" srcOrd="1" destOrd="0" presId="urn:microsoft.com/office/officeart/2005/8/layout/orgChart1"/>
    <dgm:cxn modelId="{5BB764C8-C8C7-4927-BBF7-5E730A9B604B}" type="presParOf" srcId="{9CBB9448-FD7B-4A6A-B26C-01325E0AB643}" destId="{A0EAFF68-EBAF-48F8-9BFA-C121591EF353}" srcOrd="0" destOrd="0" presId="urn:microsoft.com/office/officeart/2005/8/layout/orgChart1"/>
    <dgm:cxn modelId="{1493974B-257E-4C4D-8375-D754B13E8DFB}" type="presParOf" srcId="{9CBB9448-FD7B-4A6A-B26C-01325E0AB643}" destId="{222ECCB5-F350-4C1F-B259-FD27B452FF29}" srcOrd="1" destOrd="0" presId="urn:microsoft.com/office/officeart/2005/8/layout/orgChart1"/>
    <dgm:cxn modelId="{19104304-44A4-4E5A-9D02-0AD6B4A16703}" type="presParOf" srcId="{222ECCB5-F350-4C1F-B259-FD27B452FF29}" destId="{E5B967C5-C0CE-4C81-A1D3-ACAA4BFA80D3}" srcOrd="0" destOrd="0" presId="urn:microsoft.com/office/officeart/2005/8/layout/orgChart1"/>
    <dgm:cxn modelId="{119B63E6-9340-4D2F-B98F-C6C32E7AD29F}" type="presParOf" srcId="{E5B967C5-C0CE-4C81-A1D3-ACAA4BFA80D3}" destId="{6356787F-7915-43AB-9CD7-7F8018502AAD}" srcOrd="0" destOrd="0" presId="urn:microsoft.com/office/officeart/2005/8/layout/orgChart1"/>
    <dgm:cxn modelId="{7077865A-B6CB-4069-9F66-484AF97C4B55}" type="presParOf" srcId="{E5B967C5-C0CE-4C81-A1D3-ACAA4BFA80D3}" destId="{EDB80103-98EA-4105-82F0-679E4A1CD50A}" srcOrd="1" destOrd="0" presId="urn:microsoft.com/office/officeart/2005/8/layout/orgChart1"/>
    <dgm:cxn modelId="{3F77C43F-4F9E-421C-8774-DAB6B5BB1101}" type="presParOf" srcId="{222ECCB5-F350-4C1F-B259-FD27B452FF29}" destId="{79310C85-8DB7-4B39-B5D2-C0A875290DBE}" srcOrd="1" destOrd="0" presId="urn:microsoft.com/office/officeart/2005/8/layout/orgChart1"/>
    <dgm:cxn modelId="{C82B43AA-8963-45E5-B35D-6B39CD4199BC}" type="presParOf" srcId="{222ECCB5-F350-4C1F-B259-FD27B452FF29}" destId="{016B0207-20EF-451E-801C-77FEC2E7884D}" srcOrd="2" destOrd="0" presId="urn:microsoft.com/office/officeart/2005/8/layout/orgChart1"/>
    <dgm:cxn modelId="{A8ABAC1F-77B4-48EE-BF66-0312611D3ECD}" type="presParOf" srcId="{9CBB9448-FD7B-4A6A-B26C-01325E0AB643}" destId="{A5108C3C-A4B7-4441-A2A1-C21B7776C954}" srcOrd="2" destOrd="0" presId="urn:microsoft.com/office/officeart/2005/8/layout/orgChart1"/>
    <dgm:cxn modelId="{4A8E32EC-71C2-4A64-B93D-DADF4699ECD6}" type="presParOf" srcId="{9CBB9448-FD7B-4A6A-B26C-01325E0AB643}" destId="{462B1080-4FCB-46F2-AE3D-6EF20B647FEF}" srcOrd="3" destOrd="0" presId="urn:microsoft.com/office/officeart/2005/8/layout/orgChart1"/>
    <dgm:cxn modelId="{C99E02B8-23B0-4609-9433-1D8ADDEF5112}" type="presParOf" srcId="{462B1080-4FCB-46F2-AE3D-6EF20B647FEF}" destId="{78814674-B494-4B0B-A0F3-5C925C9B5D33}" srcOrd="0" destOrd="0" presId="urn:microsoft.com/office/officeart/2005/8/layout/orgChart1"/>
    <dgm:cxn modelId="{ABF5B7F0-34B9-47BB-A1A1-000A05951D8A}" type="presParOf" srcId="{78814674-B494-4B0B-A0F3-5C925C9B5D33}" destId="{EF230A45-B685-437F-B1E0-D54C31AC4495}" srcOrd="0" destOrd="0" presId="urn:microsoft.com/office/officeart/2005/8/layout/orgChart1"/>
    <dgm:cxn modelId="{7F34DD3B-A836-4960-9BE8-5C59D233C871}" type="presParOf" srcId="{78814674-B494-4B0B-A0F3-5C925C9B5D33}" destId="{54040D6E-BBFB-4323-B3B4-F3895118F878}" srcOrd="1" destOrd="0" presId="urn:microsoft.com/office/officeart/2005/8/layout/orgChart1"/>
    <dgm:cxn modelId="{AF133F1F-DAF1-4486-AEB5-223811B8FC38}" type="presParOf" srcId="{462B1080-4FCB-46F2-AE3D-6EF20B647FEF}" destId="{4A1BF05F-E541-4C19-8B7B-FB32A879A113}" srcOrd="1" destOrd="0" presId="urn:microsoft.com/office/officeart/2005/8/layout/orgChart1"/>
    <dgm:cxn modelId="{8B0CE217-1EFC-486C-A4EB-9470DE0F01B0}" type="presParOf" srcId="{462B1080-4FCB-46F2-AE3D-6EF20B647FEF}" destId="{C0EFC3AC-1BE4-45AC-B560-BF125CFB8E45}" srcOrd="2" destOrd="0" presId="urn:microsoft.com/office/officeart/2005/8/layout/orgChart1"/>
    <dgm:cxn modelId="{2F1976AD-7678-4854-8DB6-49F1AC05D687}" type="presParOf" srcId="{9CBB9448-FD7B-4A6A-B26C-01325E0AB643}" destId="{D478BD42-B405-4E19-BAFF-C1F41FD82687}" srcOrd="4" destOrd="0" presId="urn:microsoft.com/office/officeart/2005/8/layout/orgChart1"/>
    <dgm:cxn modelId="{7E18947C-6F32-4641-9C7C-F9BEC1BD58B3}" type="presParOf" srcId="{9CBB9448-FD7B-4A6A-B26C-01325E0AB643}" destId="{7AE35F23-EE86-4E9D-AE15-7F2D54B0AE5D}" srcOrd="5" destOrd="0" presId="urn:microsoft.com/office/officeart/2005/8/layout/orgChart1"/>
    <dgm:cxn modelId="{F4476880-72F6-4F05-8155-D3A7DE56EFAA}" type="presParOf" srcId="{7AE35F23-EE86-4E9D-AE15-7F2D54B0AE5D}" destId="{84F58136-8904-4950-806C-4D865AB81DA5}" srcOrd="0" destOrd="0" presId="urn:microsoft.com/office/officeart/2005/8/layout/orgChart1"/>
    <dgm:cxn modelId="{BF47560E-9D94-4B4C-B8FB-89D6799A7A3D}" type="presParOf" srcId="{84F58136-8904-4950-806C-4D865AB81DA5}" destId="{8E5A367B-D7B1-46B1-A78E-E05D99436D22}" srcOrd="0" destOrd="0" presId="urn:microsoft.com/office/officeart/2005/8/layout/orgChart1"/>
    <dgm:cxn modelId="{DD1F7D20-E718-4060-B368-50AC7F1FFB26}" type="presParOf" srcId="{84F58136-8904-4950-806C-4D865AB81DA5}" destId="{0C3C812B-5C8F-4B0F-AD73-AF996FB6BF5F}" srcOrd="1" destOrd="0" presId="urn:microsoft.com/office/officeart/2005/8/layout/orgChart1"/>
    <dgm:cxn modelId="{64C9ED77-C195-457B-9F91-10ED6F7C467E}" type="presParOf" srcId="{7AE35F23-EE86-4E9D-AE15-7F2D54B0AE5D}" destId="{75CAC603-8323-4F4D-9A3E-8F5FD182D40B}" srcOrd="1" destOrd="0" presId="urn:microsoft.com/office/officeart/2005/8/layout/orgChart1"/>
    <dgm:cxn modelId="{2203B726-849F-4184-A6C1-7654500EAA15}" type="presParOf" srcId="{7AE35F23-EE86-4E9D-AE15-7F2D54B0AE5D}" destId="{588352CA-8B4B-498F-96EA-B10161C93560}" srcOrd="2" destOrd="0" presId="urn:microsoft.com/office/officeart/2005/8/layout/orgChart1"/>
    <dgm:cxn modelId="{CD4FE79D-A134-4FB8-B6E9-0042FE53161D}" type="presParOf" srcId="{070AE937-E09C-4066-B333-B3219DB13CC2}" destId="{BF0EBE18-9FC8-4B8A-8E20-FD1D3AD6BB42}" srcOrd="2" destOrd="0" presId="urn:microsoft.com/office/officeart/2005/8/layout/orgChart1"/>
    <dgm:cxn modelId="{1AA0E069-2C63-4FCE-84B5-0584E76EC146}" type="presParOf" srcId="{8BE0E1A0-E258-46C6-BD80-9F982907DA83}" destId="{2565DC93-5EBA-41DE-AA32-FC56EFAB6E92}" srcOrd="12" destOrd="0" presId="urn:microsoft.com/office/officeart/2005/8/layout/orgChart1"/>
    <dgm:cxn modelId="{AD3B2E49-38A3-4BE9-BD58-075FF8CE66FB}" type="presParOf" srcId="{8BE0E1A0-E258-46C6-BD80-9F982907DA83}" destId="{8D3DCE38-1FE5-4845-90F2-3C62B5C45485}" srcOrd="13" destOrd="0" presId="urn:microsoft.com/office/officeart/2005/8/layout/orgChart1"/>
    <dgm:cxn modelId="{B15ACCA2-BD0E-4017-866F-C33F4592B3DF}" type="presParOf" srcId="{8D3DCE38-1FE5-4845-90F2-3C62B5C45485}" destId="{32B9FA5E-3F6E-445D-9BF3-99221991D03F}" srcOrd="0" destOrd="0" presId="urn:microsoft.com/office/officeart/2005/8/layout/orgChart1"/>
    <dgm:cxn modelId="{9A9BDE09-CE47-43A1-833D-1A85E541B2D8}" type="presParOf" srcId="{32B9FA5E-3F6E-445D-9BF3-99221991D03F}" destId="{1FC6F8FF-CA2F-4CD5-AC48-5C735703C216}" srcOrd="0" destOrd="0" presId="urn:microsoft.com/office/officeart/2005/8/layout/orgChart1"/>
    <dgm:cxn modelId="{517D3DDE-6085-47FF-9FBD-17538DB06E5F}" type="presParOf" srcId="{32B9FA5E-3F6E-445D-9BF3-99221991D03F}" destId="{1DFC7349-AAB0-4AF0-83B1-B9FF1F483591}" srcOrd="1" destOrd="0" presId="urn:microsoft.com/office/officeart/2005/8/layout/orgChart1"/>
    <dgm:cxn modelId="{3F4B2A8A-9087-46F5-9756-6C55C7EFA9DE}" type="presParOf" srcId="{8D3DCE38-1FE5-4845-90F2-3C62B5C45485}" destId="{30B7EEC4-F4F0-4C80-87D4-4F8513A0F932}" srcOrd="1" destOrd="0" presId="urn:microsoft.com/office/officeart/2005/8/layout/orgChart1"/>
    <dgm:cxn modelId="{1310B58D-0EAD-487A-9723-954A36D48619}" type="presParOf" srcId="{30B7EEC4-F4F0-4C80-87D4-4F8513A0F932}" destId="{F80F2C3E-A3B0-4B87-BD15-275E6A0D8CCE}" srcOrd="0" destOrd="0" presId="urn:microsoft.com/office/officeart/2005/8/layout/orgChart1"/>
    <dgm:cxn modelId="{29437C02-8E56-4C01-92C4-805498DA6460}" type="presParOf" srcId="{30B7EEC4-F4F0-4C80-87D4-4F8513A0F932}" destId="{0D38593B-86CF-4C7E-B300-1247EDDD2D25}" srcOrd="1" destOrd="0" presId="urn:microsoft.com/office/officeart/2005/8/layout/orgChart1"/>
    <dgm:cxn modelId="{23F69455-7BAB-4265-B94E-00B9E7C595E0}" type="presParOf" srcId="{0D38593B-86CF-4C7E-B300-1247EDDD2D25}" destId="{4B228F62-C5D8-45A4-92C6-6515A6BD06ED}" srcOrd="0" destOrd="0" presId="urn:microsoft.com/office/officeart/2005/8/layout/orgChart1"/>
    <dgm:cxn modelId="{585F228E-B1FD-4F71-9024-69E2965A56E4}" type="presParOf" srcId="{4B228F62-C5D8-45A4-92C6-6515A6BD06ED}" destId="{8418CE30-52BF-47D0-A987-FB5D90AB01CA}" srcOrd="0" destOrd="0" presId="urn:microsoft.com/office/officeart/2005/8/layout/orgChart1"/>
    <dgm:cxn modelId="{79D0A1EA-17B2-4A6E-AA6C-8A1F5F04C1B9}" type="presParOf" srcId="{4B228F62-C5D8-45A4-92C6-6515A6BD06ED}" destId="{987C6F10-6447-4223-B32E-97D762FD6206}" srcOrd="1" destOrd="0" presId="urn:microsoft.com/office/officeart/2005/8/layout/orgChart1"/>
    <dgm:cxn modelId="{462B6C22-D9FE-4099-8EED-76263D0301F2}" type="presParOf" srcId="{0D38593B-86CF-4C7E-B300-1247EDDD2D25}" destId="{151D8C71-B453-437C-8238-16FF12930909}" srcOrd="1" destOrd="0" presId="urn:microsoft.com/office/officeart/2005/8/layout/orgChart1"/>
    <dgm:cxn modelId="{1760B583-5BEF-44F2-88DB-33A3265A9578}" type="presParOf" srcId="{0D38593B-86CF-4C7E-B300-1247EDDD2D25}" destId="{326C55DD-0A5F-4CC9-AB08-19C9448A75FF}" srcOrd="2" destOrd="0" presId="urn:microsoft.com/office/officeart/2005/8/layout/orgChart1"/>
    <dgm:cxn modelId="{2A16AB46-7727-4E86-9D62-A469B60F65F8}" type="presParOf" srcId="{30B7EEC4-F4F0-4C80-87D4-4F8513A0F932}" destId="{3A121BE8-CA82-44A7-BA3A-6D9C27F4D0A3}" srcOrd="2" destOrd="0" presId="urn:microsoft.com/office/officeart/2005/8/layout/orgChart1"/>
    <dgm:cxn modelId="{503D7772-98AB-4932-A03A-AB71F7DE07C0}" type="presParOf" srcId="{30B7EEC4-F4F0-4C80-87D4-4F8513A0F932}" destId="{BE5AD0FC-B7BB-4DB3-95A8-0E4BFF34DCDA}" srcOrd="3" destOrd="0" presId="urn:microsoft.com/office/officeart/2005/8/layout/orgChart1"/>
    <dgm:cxn modelId="{12BE2BC0-CDA2-425A-9518-378F3DE59207}" type="presParOf" srcId="{BE5AD0FC-B7BB-4DB3-95A8-0E4BFF34DCDA}" destId="{DFF2C04F-BAAC-4771-824E-8E0D2BE96123}" srcOrd="0" destOrd="0" presId="urn:microsoft.com/office/officeart/2005/8/layout/orgChart1"/>
    <dgm:cxn modelId="{F41D9598-540A-4063-9310-3C46306D2ADE}" type="presParOf" srcId="{DFF2C04F-BAAC-4771-824E-8E0D2BE96123}" destId="{8FBA0D79-66A8-43CB-B163-1940B80DFCA3}" srcOrd="0" destOrd="0" presId="urn:microsoft.com/office/officeart/2005/8/layout/orgChart1"/>
    <dgm:cxn modelId="{3A88F94D-049F-42C7-96CF-3BF49894336D}" type="presParOf" srcId="{DFF2C04F-BAAC-4771-824E-8E0D2BE96123}" destId="{1E69473F-1359-40D1-8C8F-EEAA1E6754F1}" srcOrd="1" destOrd="0" presId="urn:microsoft.com/office/officeart/2005/8/layout/orgChart1"/>
    <dgm:cxn modelId="{0402DFB9-0653-487F-AC52-DB1A42F3CDEF}" type="presParOf" srcId="{BE5AD0FC-B7BB-4DB3-95A8-0E4BFF34DCDA}" destId="{C659DD03-1A4A-40BE-A224-695F3318430B}" srcOrd="1" destOrd="0" presId="urn:microsoft.com/office/officeart/2005/8/layout/orgChart1"/>
    <dgm:cxn modelId="{6CAE912C-6E61-4088-9356-5F2E71CCA0BA}" type="presParOf" srcId="{BE5AD0FC-B7BB-4DB3-95A8-0E4BFF34DCDA}" destId="{A9ECF2CC-AD08-4F82-8F49-8883955DC6B4}" srcOrd="2" destOrd="0" presId="urn:microsoft.com/office/officeart/2005/8/layout/orgChart1"/>
    <dgm:cxn modelId="{9FF0B1AF-D614-41E7-B949-72E67577E66B}" type="presParOf" srcId="{8D3DCE38-1FE5-4845-90F2-3C62B5C45485}" destId="{367689D7-6385-40B9-AAA9-E7E6286091C1}" srcOrd="2" destOrd="0" presId="urn:microsoft.com/office/officeart/2005/8/layout/orgChart1"/>
    <dgm:cxn modelId="{5A15295A-F672-41D5-94A7-681DA0320566}" type="presParOf" srcId="{8BE0E1A0-E258-46C6-BD80-9F982907DA83}" destId="{3E389339-5653-4365-8F23-CC29C1B40493}" srcOrd="14" destOrd="0" presId="urn:microsoft.com/office/officeart/2005/8/layout/orgChart1"/>
    <dgm:cxn modelId="{C23D02E1-C70D-467B-8D09-E22C4FCCE30C}" type="presParOf" srcId="{8BE0E1A0-E258-46C6-BD80-9F982907DA83}" destId="{98A8F661-17DF-4D3F-94B4-D06FDDC65F9E}" srcOrd="15" destOrd="0" presId="urn:microsoft.com/office/officeart/2005/8/layout/orgChart1"/>
    <dgm:cxn modelId="{66BA1B8A-8284-4230-BD47-73371F2E52B9}" type="presParOf" srcId="{98A8F661-17DF-4D3F-94B4-D06FDDC65F9E}" destId="{302A7275-5F9B-4A18-964D-A711B0BE7FF1}" srcOrd="0" destOrd="0" presId="urn:microsoft.com/office/officeart/2005/8/layout/orgChart1"/>
    <dgm:cxn modelId="{8783CD47-54BF-4524-9036-E46575E74A07}" type="presParOf" srcId="{302A7275-5F9B-4A18-964D-A711B0BE7FF1}" destId="{3348A328-C2BA-438D-AC0A-661B41982E0D}" srcOrd="0" destOrd="0" presId="urn:microsoft.com/office/officeart/2005/8/layout/orgChart1"/>
    <dgm:cxn modelId="{CCEE0FD1-3984-4770-9727-F21507330F31}" type="presParOf" srcId="{302A7275-5F9B-4A18-964D-A711B0BE7FF1}" destId="{A1DB9CB3-CEC0-4FAF-B074-BFB85CB52193}" srcOrd="1" destOrd="0" presId="urn:microsoft.com/office/officeart/2005/8/layout/orgChart1"/>
    <dgm:cxn modelId="{BD73ECDD-C96B-4627-8E6D-9E2BE818DE0E}" type="presParOf" srcId="{98A8F661-17DF-4D3F-94B4-D06FDDC65F9E}" destId="{C29C1426-D51B-436C-A0AF-88549B4FF5FF}" srcOrd="1" destOrd="0" presId="urn:microsoft.com/office/officeart/2005/8/layout/orgChart1"/>
    <dgm:cxn modelId="{687A7328-D663-4053-B04B-898B92C9D33F}" type="presParOf" srcId="{C29C1426-D51B-436C-A0AF-88549B4FF5FF}" destId="{341AEFFC-42E0-436C-B1FC-BC065BA95962}" srcOrd="0" destOrd="0" presId="urn:microsoft.com/office/officeart/2005/8/layout/orgChart1"/>
    <dgm:cxn modelId="{D28DF2DB-8D29-495D-9BA3-2BC0B24867AF}" type="presParOf" srcId="{C29C1426-D51B-436C-A0AF-88549B4FF5FF}" destId="{0ADF921E-B88B-4C88-AC2D-F558EEBB38F7}" srcOrd="1" destOrd="0" presId="urn:microsoft.com/office/officeart/2005/8/layout/orgChart1"/>
    <dgm:cxn modelId="{49A498D3-D43B-42E8-84EA-06877F787644}" type="presParOf" srcId="{0ADF921E-B88B-4C88-AC2D-F558EEBB38F7}" destId="{D7669BE6-0AB9-466E-BA48-D1117D074A34}" srcOrd="0" destOrd="0" presId="urn:microsoft.com/office/officeart/2005/8/layout/orgChart1"/>
    <dgm:cxn modelId="{F0E527E9-906B-4B55-B8AB-A927F8341F8C}" type="presParOf" srcId="{D7669BE6-0AB9-466E-BA48-D1117D074A34}" destId="{2F94B609-E7D3-453D-B8CE-6674D89E985D}" srcOrd="0" destOrd="0" presId="urn:microsoft.com/office/officeart/2005/8/layout/orgChart1"/>
    <dgm:cxn modelId="{5445874F-2C63-4593-95A8-1D69820D4B9A}" type="presParOf" srcId="{D7669BE6-0AB9-466E-BA48-D1117D074A34}" destId="{C6E400F7-1092-4B5B-96CC-C1CF6A67CB9E}" srcOrd="1" destOrd="0" presId="urn:microsoft.com/office/officeart/2005/8/layout/orgChart1"/>
    <dgm:cxn modelId="{4CD366E6-A7AC-4798-86F9-CD535B32B2FB}" type="presParOf" srcId="{0ADF921E-B88B-4C88-AC2D-F558EEBB38F7}" destId="{7297CC9E-A603-483D-94F7-F58FED0F752F}" srcOrd="1" destOrd="0" presId="urn:microsoft.com/office/officeart/2005/8/layout/orgChart1"/>
    <dgm:cxn modelId="{FE28C0CD-B1AC-4940-B3FD-C3976B55BC68}" type="presParOf" srcId="{0ADF921E-B88B-4C88-AC2D-F558EEBB38F7}" destId="{750844CE-96F9-47A1-8211-FE835B87002A}" srcOrd="2" destOrd="0" presId="urn:microsoft.com/office/officeart/2005/8/layout/orgChart1"/>
    <dgm:cxn modelId="{2B8AA9E1-87DC-406F-B19E-91A428515B93}" type="presParOf" srcId="{C29C1426-D51B-436C-A0AF-88549B4FF5FF}" destId="{511A4B88-4F91-4B44-A2C4-F3A242338B55}" srcOrd="2" destOrd="0" presId="urn:microsoft.com/office/officeart/2005/8/layout/orgChart1"/>
    <dgm:cxn modelId="{6AD0E883-7D7F-43A6-B284-40665EFAFDD2}" type="presParOf" srcId="{C29C1426-D51B-436C-A0AF-88549B4FF5FF}" destId="{2A529506-E948-4173-A938-2108B5305FB6}" srcOrd="3" destOrd="0" presId="urn:microsoft.com/office/officeart/2005/8/layout/orgChart1"/>
    <dgm:cxn modelId="{02E4E71C-740C-4B3B-9219-82737F30C7FE}" type="presParOf" srcId="{2A529506-E948-4173-A938-2108B5305FB6}" destId="{852B7704-2819-4594-82F3-C2A833106A1A}" srcOrd="0" destOrd="0" presId="urn:microsoft.com/office/officeart/2005/8/layout/orgChart1"/>
    <dgm:cxn modelId="{21BC8424-1130-4F7D-8FFB-B222895DCF91}" type="presParOf" srcId="{852B7704-2819-4594-82F3-C2A833106A1A}" destId="{F48A8D07-2BC4-4D0D-A344-DF9005A8E1EE}" srcOrd="0" destOrd="0" presId="urn:microsoft.com/office/officeart/2005/8/layout/orgChart1"/>
    <dgm:cxn modelId="{6B5E7207-FFDF-46AB-AD52-6DF014C20138}" type="presParOf" srcId="{852B7704-2819-4594-82F3-C2A833106A1A}" destId="{2DA1DF50-7E50-4647-9DBA-38469E3362D7}" srcOrd="1" destOrd="0" presId="urn:microsoft.com/office/officeart/2005/8/layout/orgChart1"/>
    <dgm:cxn modelId="{B955B1E1-A59C-4A29-A210-D7083C9EC0C7}" type="presParOf" srcId="{2A529506-E948-4173-A938-2108B5305FB6}" destId="{290C8EE4-DA39-4B6E-8417-92CADAD82F78}" srcOrd="1" destOrd="0" presId="urn:microsoft.com/office/officeart/2005/8/layout/orgChart1"/>
    <dgm:cxn modelId="{D6D9A811-AB44-4E28-A5A7-F9CD0F506286}" type="presParOf" srcId="{2A529506-E948-4173-A938-2108B5305FB6}" destId="{E84AA8CC-1FA2-43DB-8115-18EB49F80D53}" srcOrd="2" destOrd="0" presId="urn:microsoft.com/office/officeart/2005/8/layout/orgChart1"/>
    <dgm:cxn modelId="{3DDACFF1-93B4-4C0E-8229-BBD5BFC0E35A}" type="presParOf" srcId="{98A8F661-17DF-4D3F-94B4-D06FDDC65F9E}" destId="{DC560CA9-F126-491A-A514-45E85E5E4EE4}" srcOrd="2" destOrd="0" presId="urn:microsoft.com/office/officeart/2005/8/layout/orgChart1"/>
    <dgm:cxn modelId="{FF2ED5CB-6F69-4561-8996-6F95F4ABECD0}" type="presParOf" srcId="{5769D43B-2ED2-4C55-A55F-BA779420B83B}" destId="{9F3F6C67-42F7-4314-912F-60B9B0A5E1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1A4B88-4F91-4B44-A2C4-F3A242338B55}">
      <dsp:nvSpPr>
        <dsp:cNvPr id="0" name=""/>
        <dsp:cNvSpPr/>
      </dsp:nvSpPr>
      <dsp:spPr>
        <a:xfrm>
          <a:off x="10352080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1AEFFC-42E0-436C-B1FC-BC065BA95962}">
      <dsp:nvSpPr>
        <dsp:cNvPr id="0" name=""/>
        <dsp:cNvSpPr/>
      </dsp:nvSpPr>
      <dsp:spPr>
        <a:xfrm>
          <a:off x="10352080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389339-5653-4365-8F23-CC29C1B40493}">
      <dsp:nvSpPr>
        <dsp:cNvPr id="0" name=""/>
        <dsp:cNvSpPr/>
      </dsp:nvSpPr>
      <dsp:spPr>
        <a:xfrm>
          <a:off x="5720545" y="1068992"/>
          <a:ext cx="5114616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5114616" y="126808"/>
              </a:lnTo>
              <a:lnTo>
                <a:pt x="5114616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121BE8-CA82-44A7-BA3A-6D9C27F4D0A3}">
      <dsp:nvSpPr>
        <dsp:cNvPr id="0" name=""/>
        <dsp:cNvSpPr/>
      </dsp:nvSpPr>
      <dsp:spPr>
        <a:xfrm>
          <a:off x="8890761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0F2C3E-A3B0-4B87-BD15-275E6A0D8CCE}">
      <dsp:nvSpPr>
        <dsp:cNvPr id="0" name=""/>
        <dsp:cNvSpPr/>
      </dsp:nvSpPr>
      <dsp:spPr>
        <a:xfrm>
          <a:off x="8890761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5DC93-5EBA-41DE-AA32-FC56EFAB6E92}">
      <dsp:nvSpPr>
        <dsp:cNvPr id="0" name=""/>
        <dsp:cNvSpPr/>
      </dsp:nvSpPr>
      <dsp:spPr>
        <a:xfrm>
          <a:off x="5720545" y="1068992"/>
          <a:ext cx="3653297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3653297" y="126808"/>
              </a:lnTo>
              <a:lnTo>
                <a:pt x="3653297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8BD42-B405-4E19-BAFF-C1F41FD82687}">
      <dsp:nvSpPr>
        <dsp:cNvPr id="0" name=""/>
        <dsp:cNvSpPr/>
      </dsp:nvSpPr>
      <dsp:spPr>
        <a:xfrm>
          <a:off x="7429442" y="1926460"/>
          <a:ext cx="181155" cy="2270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0478"/>
              </a:lnTo>
              <a:lnTo>
                <a:pt x="181155" y="227047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108C3C-A4B7-4441-A2A1-C21B7776C954}">
      <dsp:nvSpPr>
        <dsp:cNvPr id="0" name=""/>
        <dsp:cNvSpPr/>
      </dsp:nvSpPr>
      <dsp:spPr>
        <a:xfrm>
          <a:off x="7429442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EAFF68-EBAF-48F8-9BFA-C121591EF353}">
      <dsp:nvSpPr>
        <dsp:cNvPr id="0" name=""/>
        <dsp:cNvSpPr/>
      </dsp:nvSpPr>
      <dsp:spPr>
        <a:xfrm>
          <a:off x="7429442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EF53CA-65A0-4546-938F-8CFF182923EA}">
      <dsp:nvSpPr>
        <dsp:cNvPr id="0" name=""/>
        <dsp:cNvSpPr/>
      </dsp:nvSpPr>
      <dsp:spPr>
        <a:xfrm>
          <a:off x="5720545" y="1068992"/>
          <a:ext cx="2191978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2191978" y="126808"/>
              </a:lnTo>
              <a:lnTo>
                <a:pt x="2191978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DC7429-D392-4B64-8E58-76EAD2E58BA0}">
      <dsp:nvSpPr>
        <dsp:cNvPr id="0" name=""/>
        <dsp:cNvSpPr/>
      </dsp:nvSpPr>
      <dsp:spPr>
        <a:xfrm>
          <a:off x="5968124" y="1926460"/>
          <a:ext cx="181155" cy="2270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0478"/>
              </a:lnTo>
              <a:lnTo>
                <a:pt x="181155" y="227047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A45C0-5E4A-4138-863B-CC9DE2E73634}">
      <dsp:nvSpPr>
        <dsp:cNvPr id="0" name=""/>
        <dsp:cNvSpPr/>
      </dsp:nvSpPr>
      <dsp:spPr>
        <a:xfrm>
          <a:off x="5968124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57B4E9-F115-4A4E-9939-8593E8751A6A}">
      <dsp:nvSpPr>
        <dsp:cNvPr id="0" name=""/>
        <dsp:cNvSpPr/>
      </dsp:nvSpPr>
      <dsp:spPr>
        <a:xfrm>
          <a:off x="5968124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BF7221-E1BD-4B37-AA6E-BB3FBB35430E}">
      <dsp:nvSpPr>
        <dsp:cNvPr id="0" name=""/>
        <dsp:cNvSpPr/>
      </dsp:nvSpPr>
      <dsp:spPr>
        <a:xfrm>
          <a:off x="5720545" y="1068992"/>
          <a:ext cx="730659" cy="253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08"/>
              </a:lnTo>
              <a:lnTo>
                <a:pt x="730659" y="126808"/>
              </a:lnTo>
              <a:lnTo>
                <a:pt x="730659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603335-9B10-4E57-8110-DEB470810325}">
      <dsp:nvSpPr>
        <dsp:cNvPr id="0" name=""/>
        <dsp:cNvSpPr/>
      </dsp:nvSpPr>
      <dsp:spPr>
        <a:xfrm>
          <a:off x="4506805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224422-F569-403F-8CD0-195B946CBF05}">
      <dsp:nvSpPr>
        <dsp:cNvPr id="0" name=""/>
        <dsp:cNvSpPr/>
      </dsp:nvSpPr>
      <dsp:spPr>
        <a:xfrm>
          <a:off x="4506805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504024-F917-44C2-AAF7-F31A035BEBC4}">
      <dsp:nvSpPr>
        <dsp:cNvPr id="0" name=""/>
        <dsp:cNvSpPr/>
      </dsp:nvSpPr>
      <dsp:spPr>
        <a:xfrm>
          <a:off x="4989885" y="1068992"/>
          <a:ext cx="730659" cy="253617"/>
        </a:xfrm>
        <a:custGeom>
          <a:avLst/>
          <a:gdLst/>
          <a:ahLst/>
          <a:cxnLst/>
          <a:rect l="0" t="0" r="0" b="0"/>
          <a:pathLst>
            <a:path>
              <a:moveTo>
                <a:pt x="730659" y="0"/>
              </a:moveTo>
              <a:lnTo>
                <a:pt x="730659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0DECD-ED79-492B-B11E-82D124CF77DD}">
      <dsp:nvSpPr>
        <dsp:cNvPr id="0" name=""/>
        <dsp:cNvSpPr/>
      </dsp:nvSpPr>
      <dsp:spPr>
        <a:xfrm>
          <a:off x="3045486" y="1926460"/>
          <a:ext cx="181155" cy="2270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0478"/>
              </a:lnTo>
              <a:lnTo>
                <a:pt x="181155" y="227047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8EAA10-8F35-4682-9071-75F58275BC76}">
      <dsp:nvSpPr>
        <dsp:cNvPr id="0" name=""/>
        <dsp:cNvSpPr/>
      </dsp:nvSpPr>
      <dsp:spPr>
        <a:xfrm>
          <a:off x="3045486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EBDD9-D559-45FE-9D0A-6294EC43659B}">
      <dsp:nvSpPr>
        <dsp:cNvPr id="0" name=""/>
        <dsp:cNvSpPr/>
      </dsp:nvSpPr>
      <dsp:spPr>
        <a:xfrm>
          <a:off x="3045486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26305-849B-4855-BBCE-247534EC48D7}">
      <dsp:nvSpPr>
        <dsp:cNvPr id="0" name=""/>
        <dsp:cNvSpPr/>
      </dsp:nvSpPr>
      <dsp:spPr>
        <a:xfrm>
          <a:off x="3528567" y="1068992"/>
          <a:ext cx="2191978" cy="253617"/>
        </a:xfrm>
        <a:custGeom>
          <a:avLst/>
          <a:gdLst/>
          <a:ahLst/>
          <a:cxnLst/>
          <a:rect l="0" t="0" r="0" b="0"/>
          <a:pathLst>
            <a:path>
              <a:moveTo>
                <a:pt x="2191978" y="0"/>
              </a:moveTo>
              <a:lnTo>
                <a:pt x="2191978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1EB45-45E5-49BD-AC0C-3AAD34A1334D}">
      <dsp:nvSpPr>
        <dsp:cNvPr id="0" name=""/>
        <dsp:cNvSpPr/>
      </dsp:nvSpPr>
      <dsp:spPr>
        <a:xfrm>
          <a:off x="1584167" y="1926460"/>
          <a:ext cx="181155" cy="2270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0478"/>
              </a:lnTo>
              <a:lnTo>
                <a:pt x="181155" y="227047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A15B8B-D540-4FD0-9EB0-9D174337262E}">
      <dsp:nvSpPr>
        <dsp:cNvPr id="0" name=""/>
        <dsp:cNvSpPr/>
      </dsp:nvSpPr>
      <dsp:spPr>
        <a:xfrm>
          <a:off x="1584167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53781B-CD9A-4478-80DB-A28AF20E07ED}">
      <dsp:nvSpPr>
        <dsp:cNvPr id="0" name=""/>
        <dsp:cNvSpPr/>
      </dsp:nvSpPr>
      <dsp:spPr>
        <a:xfrm>
          <a:off x="1584167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DCEDB-DE8B-4DED-ABC1-DC869A74ECE4}">
      <dsp:nvSpPr>
        <dsp:cNvPr id="0" name=""/>
        <dsp:cNvSpPr/>
      </dsp:nvSpPr>
      <dsp:spPr>
        <a:xfrm>
          <a:off x="2067248" y="1068992"/>
          <a:ext cx="3653297" cy="253617"/>
        </a:xfrm>
        <a:custGeom>
          <a:avLst/>
          <a:gdLst/>
          <a:ahLst/>
          <a:cxnLst/>
          <a:rect l="0" t="0" r="0" b="0"/>
          <a:pathLst>
            <a:path>
              <a:moveTo>
                <a:pt x="3653297" y="0"/>
              </a:moveTo>
              <a:lnTo>
                <a:pt x="3653297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80121-C5C6-4B1E-9026-0E6E499AD119}">
      <dsp:nvSpPr>
        <dsp:cNvPr id="0" name=""/>
        <dsp:cNvSpPr/>
      </dsp:nvSpPr>
      <dsp:spPr>
        <a:xfrm>
          <a:off x="122848" y="1926460"/>
          <a:ext cx="181155" cy="141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010"/>
              </a:lnTo>
              <a:lnTo>
                <a:pt x="181155" y="14130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F3561C-936D-4FB5-852C-693FD2210824}">
      <dsp:nvSpPr>
        <dsp:cNvPr id="0" name=""/>
        <dsp:cNvSpPr/>
      </dsp:nvSpPr>
      <dsp:spPr>
        <a:xfrm>
          <a:off x="122848" y="1926460"/>
          <a:ext cx="181155" cy="555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5542"/>
              </a:lnTo>
              <a:lnTo>
                <a:pt x="181155" y="5555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A2437C-4904-47BE-BCF7-94EF7EBAFC6D}">
      <dsp:nvSpPr>
        <dsp:cNvPr id="0" name=""/>
        <dsp:cNvSpPr/>
      </dsp:nvSpPr>
      <dsp:spPr>
        <a:xfrm>
          <a:off x="605929" y="1068992"/>
          <a:ext cx="5114616" cy="253617"/>
        </a:xfrm>
        <a:custGeom>
          <a:avLst/>
          <a:gdLst/>
          <a:ahLst/>
          <a:cxnLst/>
          <a:rect l="0" t="0" r="0" b="0"/>
          <a:pathLst>
            <a:path>
              <a:moveTo>
                <a:pt x="5114616" y="0"/>
              </a:moveTo>
              <a:lnTo>
                <a:pt x="5114616" y="126808"/>
              </a:lnTo>
              <a:lnTo>
                <a:pt x="0" y="126808"/>
              </a:lnTo>
              <a:lnTo>
                <a:pt x="0" y="25361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6BEA8-32DC-41C8-9871-BF2CE87B91C1}">
      <dsp:nvSpPr>
        <dsp:cNvPr id="0" name=""/>
        <dsp:cNvSpPr/>
      </dsp:nvSpPr>
      <dsp:spPr>
        <a:xfrm>
          <a:off x="5116694" y="465141"/>
          <a:ext cx="1207701" cy="603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PakWheels</a:t>
          </a:r>
          <a:r>
            <a:rPr lang="en-US" sz="1700" kern="1200" dirty="0"/>
            <a:t> Auto-shop</a:t>
          </a:r>
          <a:endParaRPr lang="en-PK" sz="1700" kern="1200" dirty="0"/>
        </a:p>
      </dsp:txBody>
      <dsp:txXfrm>
        <a:off x="5116694" y="465141"/>
        <a:ext cx="1207701" cy="603850"/>
      </dsp:txXfrm>
    </dsp:sp>
    <dsp:sp modelId="{BED5B6A0-7E12-48A3-9C35-D76C20A5026F}">
      <dsp:nvSpPr>
        <dsp:cNvPr id="0" name=""/>
        <dsp:cNvSpPr/>
      </dsp:nvSpPr>
      <dsp:spPr>
        <a:xfrm>
          <a:off x="2078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Register</a:t>
          </a:r>
          <a:endParaRPr lang="en-PK" sz="1700" kern="1200" dirty="0"/>
        </a:p>
      </dsp:txBody>
      <dsp:txXfrm>
        <a:off x="2078" y="1322610"/>
        <a:ext cx="1207701" cy="603850"/>
      </dsp:txXfrm>
    </dsp:sp>
    <dsp:sp modelId="{69A938E9-8198-4FB1-BC8F-FEF1323413B5}">
      <dsp:nvSpPr>
        <dsp:cNvPr id="0" name=""/>
        <dsp:cNvSpPr/>
      </dsp:nvSpPr>
      <dsp:spPr>
        <a:xfrm>
          <a:off x="304003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Vendor</a:t>
          </a:r>
          <a:endParaRPr lang="en-PK" sz="1700" kern="1200" dirty="0"/>
        </a:p>
      </dsp:txBody>
      <dsp:txXfrm>
        <a:off x="304003" y="2180078"/>
        <a:ext cx="1207701" cy="603850"/>
      </dsp:txXfrm>
    </dsp:sp>
    <dsp:sp modelId="{154BFB8B-BBBB-4869-8D87-22A5A0235FEA}">
      <dsp:nvSpPr>
        <dsp:cNvPr id="0" name=""/>
        <dsp:cNvSpPr/>
      </dsp:nvSpPr>
      <dsp:spPr>
        <a:xfrm>
          <a:off x="304003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Customer</a:t>
          </a:r>
          <a:endParaRPr lang="en-PK" sz="1700" kern="1200" dirty="0"/>
        </a:p>
      </dsp:txBody>
      <dsp:txXfrm>
        <a:off x="304003" y="3037546"/>
        <a:ext cx="1207701" cy="603850"/>
      </dsp:txXfrm>
    </dsp:sp>
    <dsp:sp modelId="{DA165373-2059-41E5-ABDC-EA98C393A8F8}">
      <dsp:nvSpPr>
        <dsp:cNvPr id="0" name=""/>
        <dsp:cNvSpPr/>
      </dsp:nvSpPr>
      <dsp:spPr>
        <a:xfrm>
          <a:off x="1463397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Login</a:t>
          </a:r>
          <a:endParaRPr lang="en-PK" sz="1700" kern="1200" dirty="0"/>
        </a:p>
      </dsp:txBody>
      <dsp:txXfrm>
        <a:off x="1463397" y="1322610"/>
        <a:ext cx="1207701" cy="603850"/>
      </dsp:txXfrm>
    </dsp:sp>
    <dsp:sp modelId="{A957EDD8-0578-4251-98E0-6183F62C42C0}">
      <dsp:nvSpPr>
        <dsp:cNvPr id="0" name=""/>
        <dsp:cNvSpPr/>
      </dsp:nvSpPr>
      <dsp:spPr>
        <a:xfrm>
          <a:off x="1765322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Vendor</a:t>
          </a:r>
          <a:endParaRPr lang="en-PK" sz="1700" kern="1200" dirty="0"/>
        </a:p>
      </dsp:txBody>
      <dsp:txXfrm>
        <a:off x="1765322" y="2180078"/>
        <a:ext cx="1207701" cy="603850"/>
      </dsp:txXfrm>
    </dsp:sp>
    <dsp:sp modelId="{955C611C-35A5-4159-9A5D-1510AAD51E8A}">
      <dsp:nvSpPr>
        <dsp:cNvPr id="0" name=""/>
        <dsp:cNvSpPr/>
      </dsp:nvSpPr>
      <dsp:spPr>
        <a:xfrm>
          <a:off x="1765322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Customer</a:t>
          </a:r>
          <a:endParaRPr lang="en-PK" sz="1700" kern="1200" dirty="0"/>
        </a:p>
      </dsp:txBody>
      <dsp:txXfrm>
        <a:off x="1765322" y="3037546"/>
        <a:ext cx="1207701" cy="603850"/>
      </dsp:txXfrm>
    </dsp:sp>
    <dsp:sp modelId="{0E6794E4-2422-4377-9423-5F02511FA0D9}">
      <dsp:nvSpPr>
        <dsp:cNvPr id="0" name=""/>
        <dsp:cNvSpPr/>
      </dsp:nvSpPr>
      <dsp:spPr>
        <a:xfrm>
          <a:off x="1765322" y="3895014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Guest</a:t>
          </a:r>
          <a:endParaRPr lang="en-PK" sz="1700" kern="1200" dirty="0"/>
        </a:p>
      </dsp:txBody>
      <dsp:txXfrm>
        <a:off x="1765322" y="3895014"/>
        <a:ext cx="1207701" cy="603850"/>
      </dsp:txXfrm>
    </dsp:sp>
    <dsp:sp modelId="{71BD1725-0DAE-4CED-AAB2-944268F512B2}">
      <dsp:nvSpPr>
        <dsp:cNvPr id="0" name=""/>
        <dsp:cNvSpPr/>
      </dsp:nvSpPr>
      <dsp:spPr>
        <a:xfrm>
          <a:off x="2924716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Browse</a:t>
          </a:r>
          <a:endParaRPr lang="en-PK" sz="1700" kern="1200" dirty="0"/>
        </a:p>
      </dsp:txBody>
      <dsp:txXfrm>
        <a:off x="2924716" y="1322610"/>
        <a:ext cx="1207701" cy="603850"/>
      </dsp:txXfrm>
    </dsp:sp>
    <dsp:sp modelId="{A0B0728F-8B06-49D0-8939-E44AF610FB47}">
      <dsp:nvSpPr>
        <dsp:cNvPr id="0" name=""/>
        <dsp:cNvSpPr/>
      </dsp:nvSpPr>
      <dsp:spPr>
        <a:xfrm>
          <a:off x="3226641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Type</a:t>
          </a:r>
          <a:endParaRPr lang="en-PK" sz="1700" kern="1200" dirty="0"/>
        </a:p>
      </dsp:txBody>
      <dsp:txXfrm>
        <a:off x="3226641" y="2180078"/>
        <a:ext cx="1207701" cy="603850"/>
      </dsp:txXfrm>
    </dsp:sp>
    <dsp:sp modelId="{B1D9806C-75DC-4EA7-85DA-F4BF8261CD1A}">
      <dsp:nvSpPr>
        <dsp:cNvPr id="0" name=""/>
        <dsp:cNvSpPr/>
      </dsp:nvSpPr>
      <dsp:spPr>
        <a:xfrm>
          <a:off x="3226641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Vendor</a:t>
          </a:r>
          <a:endParaRPr lang="en-PK" sz="1700" kern="1200" dirty="0"/>
        </a:p>
      </dsp:txBody>
      <dsp:txXfrm>
        <a:off x="3226641" y="3037546"/>
        <a:ext cx="1207701" cy="603850"/>
      </dsp:txXfrm>
    </dsp:sp>
    <dsp:sp modelId="{30DA77A3-E23C-49FB-9553-89DD162F8D1D}">
      <dsp:nvSpPr>
        <dsp:cNvPr id="0" name=""/>
        <dsp:cNvSpPr/>
      </dsp:nvSpPr>
      <dsp:spPr>
        <a:xfrm>
          <a:off x="3226641" y="3895014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Pagination</a:t>
          </a:r>
          <a:endParaRPr lang="en-PK" sz="1700" kern="1200" dirty="0"/>
        </a:p>
      </dsp:txBody>
      <dsp:txXfrm>
        <a:off x="3226641" y="3895014"/>
        <a:ext cx="1207701" cy="603850"/>
      </dsp:txXfrm>
    </dsp:sp>
    <dsp:sp modelId="{BF144789-9BB3-4C65-A321-29C88D438B84}">
      <dsp:nvSpPr>
        <dsp:cNvPr id="0" name=""/>
        <dsp:cNvSpPr/>
      </dsp:nvSpPr>
      <dsp:spPr>
        <a:xfrm>
          <a:off x="4386035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Search</a:t>
          </a:r>
          <a:endParaRPr lang="en-PK" sz="1700" kern="1200" dirty="0"/>
        </a:p>
      </dsp:txBody>
      <dsp:txXfrm>
        <a:off x="4386035" y="1322610"/>
        <a:ext cx="1207701" cy="603850"/>
      </dsp:txXfrm>
    </dsp:sp>
    <dsp:sp modelId="{B1C88AB5-21A4-4768-8838-356F6519318A}">
      <dsp:nvSpPr>
        <dsp:cNvPr id="0" name=""/>
        <dsp:cNvSpPr/>
      </dsp:nvSpPr>
      <dsp:spPr>
        <a:xfrm>
          <a:off x="4687960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Filter</a:t>
          </a:r>
          <a:endParaRPr lang="en-PK" sz="1700" kern="1200" dirty="0"/>
        </a:p>
      </dsp:txBody>
      <dsp:txXfrm>
        <a:off x="4687960" y="2180078"/>
        <a:ext cx="1207701" cy="603850"/>
      </dsp:txXfrm>
    </dsp:sp>
    <dsp:sp modelId="{39F7877B-283B-40D4-B4FC-8C2F3CECE7E3}">
      <dsp:nvSpPr>
        <dsp:cNvPr id="0" name=""/>
        <dsp:cNvSpPr/>
      </dsp:nvSpPr>
      <dsp:spPr>
        <a:xfrm>
          <a:off x="4687960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Sort</a:t>
          </a:r>
          <a:endParaRPr lang="en-PK" sz="1700" kern="1200" dirty="0"/>
        </a:p>
      </dsp:txBody>
      <dsp:txXfrm>
        <a:off x="4687960" y="3037546"/>
        <a:ext cx="1207701" cy="603850"/>
      </dsp:txXfrm>
    </dsp:sp>
    <dsp:sp modelId="{6219AD27-19B8-4BD8-8992-C7B490BA3006}">
      <dsp:nvSpPr>
        <dsp:cNvPr id="0" name=""/>
        <dsp:cNvSpPr/>
      </dsp:nvSpPr>
      <dsp:spPr>
        <a:xfrm>
          <a:off x="5847353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Update</a:t>
          </a:r>
          <a:endParaRPr lang="en-PK" sz="1700" kern="1200" dirty="0"/>
        </a:p>
      </dsp:txBody>
      <dsp:txXfrm>
        <a:off x="5847353" y="1322610"/>
        <a:ext cx="1207701" cy="603850"/>
      </dsp:txXfrm>
    </dsp:sp>
    <dsp:sp modelId="{6BC8494A-F667-42E4-B75C-60BAA9E9CBCC}">
      <dsp:nvSpPr>
        <dsp:cNvPr id="0" name=""/>
        <dsp:cNvSpPr/>
      </dsp:nvSpPr>
      <dsp:spPr>
        <a:xfrm>
          <a:off x="6149279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Item</a:t>
          </a:r>
          <a:endParaRPr lang="en-PK" sz="1700" kern="1200" dirty="0"/>
        </a:p>
      </dsp:txBody>
      <dsp:txXfrm>
        <a:off x="6149279" y="2180078"/>
        <a:ext cx="1207701" cy="603850"/>
      </dsp:txXfrm>
    </dsp:sp>
    <dsp:sp modelId="{3BE2E796-2EF9-4189-BC6B-6D6F8A3CF7F5}">
      <dsp:nvSpPr>
        <dsp:cNvPr id="0" name=""/>
        <dsp:cNvSpPr/>
      </dsp:nvSpPr>
      <dsp:spPr>
        <a:xfrm>
          <a:off x="6149279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Update Detail</a:t>
          </a:r>
          <a:endParaRPr lang="en-PK" sz="1700" kern="1200" dirty="0"/>
        </a:p>
      </dsp:txBody>
      <dsp:txXfrm>
        <a:off x="6149279" y="3037546"/>
        <a:ext cx="1207701" cy="603850"/>
      </dsp:txXfrm>
    </dsp:sp>
    <dsp:sp modelId="{ECDC5801-CD15-4276-BC01-57C157E59C42}">
      <dsp:nvSpPr>
        <dsp:cNvPr id="0" name=""/>
        <dsp:cNvSpPr/>
      </dsp:nvSpPr>
      <dsp:spPr>
        <a:xfrm>
          <a:off x="6149279" y="3895014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Delete Unavailable</a:t>
          </a:r>
          <a:endParaRPr lang="en-PK" sz="1700" kern="1200" dirty="0"/>
        </a:p>
      </dsp:txBody>
      <dsp:txXfrm>
        <a:off x="6149279" y="3895014"/>
        <a:ext cx="1207701" cy="603850"/>
      </dsp:txXfrm>
    </dsp:sp>
    <dsp:sp modelId="{147ED431-04BD-4C0E-ACCE-768E19B4225E}">
      <dsp:nvSpPr>
        <dsp:cNvPr id="0" name=""/>
        <dsp:cNvSpPr/>
      </dsp:nvSpPr>
      <dsp:spPr>
        <a:xfrm>
          <a:off x="7308672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Cart Management</a:t>
          </a:r>
          <a:endParaRPr lang="en-PK" sz="1700" kern="1200" dirty="0"/>
        </a:p>
      </dsp:txBody>
      <dsp:txXfrm>
        <a:off x="7308672" y="1322610"/>
        <a:ext cx="1207701" cy="603850"/>
      </dsp:txXfrm>
    </dsp:sp>
    <dsp:sp modelId="{6356787F-7915-43AB-9CD7-7F8018502AAD}">
      <dsp:nvSpPr>
        <dsp:cNvPr id="0" name=""/>
        <dsp:cNvSpPr/>
      </dsp:nvSpPr>
      <dsp:spPr>
        <a:xfrm>
          <a:off x="7610598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to Cart</a:t>
          </a:r>
          <a:endParaRPr lang="en-PK" sz="1700" kern="1200" dirty="0"/>
        </a:p>
      </dsp:txBody>
      <dsp:txXfrm>
        <a:off x="7610598" y="2180078"/>
        <a:ext cx="1207701" cy="603850"/>
      </dsp:txXfrm>
    </dsp:sp>
    <dsp:sp modelId="{EF230A45-B685-437F-B1E0-D54C31AC4495}">
      <dsp:nvSpPr>
        <dsp:cNvPr id="0" name=""/>
        <dsp:cNvSpPr/>
      </dsp:nvSpPr>
      <dsp:spPr>
        <a:xfrm>
          <a:off x="7610598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Remove from Cart</a:t>
          </a:r>
          <a:endParaRPr lang="en-PK" sz="1700" kern="1200" dirty="0"/>
        </a:p>
      </dsp:txBody>
      <dsp:txXfrm>
        <a:off x="7610598" y="3037546"/>
        <a:ext cx="1207701" cy="603850"/>
      </dsp:txXfrm>
    </dsp:sp>
    <dsp:sp modelId="{8E5A367B-D7B1-46B1-A78E-E05D99436D22}">
      <dsp:nvSpPr>
        <dsp:cNvPr id="0" name=""/>
        <dsp:cNvSpPr/>
      </dsp:nvSpPr>
      <dsp:spPr>
        <a:xfrm>
          <a:off x="7610598" y="3895014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Notify when Available</a:t>
          </a:r>
          <a:endParaRPr lang="en-PK" sz="1700" kern="1200" dirty="0"/>
        </a:p>
      </dsp:txBody>
      <dsp:txXfrm>
        <a:off x="7610598" y="3895014"/>
        <a:ext cx="1207701" cy="603850"/>
      </dsp:txXfrm>
    </dsp:sp>
    <dsp:sp modelId="{1FC6F8FF-CA2F-4CD5-AC48-5C735703C216}">
      <dsp:nvSpPr>
        <dsp:cNvPr id="0" name=""/>
        <dsp:cNvSpPr/>
      </dsp:nvSpPr>
      <dsp:spPr>
        <a:xfrm>
          <a:off x="8769991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Payments</a:t>
          </a:r>
          <a:endParaRPr lang="en-PK" sz="1700" kern="1200" dirty="0"/>
        </a:p>
      </dsp:txBody>
      <dsp:txXfrm>
        <a:off x="8769991" y="1322610"/>
        <a:ext cx="1207701" cy="603850"/>
      </dsp:txXfrm>
    </dsp:sp>
    <dsp:sp modelId="{8418CE30-52BF-47D0-A987-FB5D90AB01CA}">
      <dsp:nvSpPr>
        <dsp:cNvPr id="0" name=""/>
        <dsp:cNvSpPr/>
      </dsp:nvSpPr>
      <dsp:spPr>
        <a:xfrm>
          <a:off x="9071917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Via Credit Card</a:t>
          </a:r>
          <a:endParaRPr lang="en-PK" sz="1700" kern="1200" dirty="0"/>
        </a:p>
      </dsp:txBody>
      <dsp:txXfrm>
        <a:off x="9071917" y="2180078"/>
        <a:ext cx="1207701" cy="603850"/>
      </dsp:txXfrm>
    </dsp:sp>
    <dsp:sp modelId="{8FBA0D79-66A8-43CB-B163-1940B80DFCA3}">
      <dsp:nvSpPr>
        <dsp:cNvPr id="0" name=""/>
        <dsp:cNvSpPr/>
      </dsp:nvSpPr>
      <dsp:spPr>
        <a:xfrm>
          <a:off x="9071917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Cash on Delivery</a:t>
          </a:r>
          <a:endParaRPr lang="en-PK" sz="1700" kern="1200" dirty="0"/>
        </a:p>
      </dsp:txBody>
      <dsp:txXfrm>
        <a:off x="9071917" y="3037546"/>
        <a:ext cx="1207701" cy="603850"/>
      </dsp:txXfrm>
    </dsp:sp>
    <dsp:sp modelId="{3348A328-C2BA-438D-AC0A-661B41982E0D}">
      <dsp:nvSpPr>
        <dsp:cNvPr id="0" name=""/>
        <dsp:cNvSpPr/>
      </dsp:nvSpPr>
      <dsp:spPr>
        <a:xfrm>
          <a:off x="10231310" y="1322610"/>
          <a:ext cx="1207701" cy="6038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Shipping</a:t>
          </a:r>
          <a:endParaRPr lang="en-PK" sz="1700" kern="1200" dirty="0"/>
        </a:p>
      </dsp:txBody>
      <dsp:txXfrm>
        <a:off x="10231310" y="1322610"/>
        <a:ext cx="1207701" cy="603850"/>
      </dsp:txXfrm>
    </dsp:sp>
    <dsp:sp modelId="{2F94B609-E7D3-453D-B8CE-6674D89E985D}">
      <dsp:nvSpPr>
        <dsp:cNvPr id="0" name=""/>
        <dsp:cNvSpPr/>
      </dsp:nvSpPr>
      <dsp:spPr>
        <a:xfrm>
          <a:off x="10533235" y="2180078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Update Address</a:t>
          </a:r>
          <a:endParaRPr lang="en-PK" sz="1700" kern="1200" dirty="0"/>
        </a:p>
      </dsp:txBody>
      <dsp:txXfrm>
        <a:off x="10533235" y="2180078"/>
        <a:ext cx="1207701" cy="603850"/>
      </dsp:txXfrm>
    </dsp:sp>
    <dsp:sp modelId="{F48A8D07-2BC4-4D0D-A344-DF9005A8E1EE}">
      <dsp:nvSpPr>
        <dsp:cNvPr id="0" name=""/>
        <dsp:cNvSpPr/>
      </dsp:nvSpPr>
      <dsp:spPr>
        <a:xfrm>
          <a:off x="10533235" y="3037546"/>
          <a:ext cx="1207701" cy="6038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Track Shipment</a:t>
          </a:r>
          <a:endParaRPr lang="en-PK" sz="1700" kern="1200" dirty="0"/>
        </a:p>
      </dsp:txBody>
      <dsp:txXfrm>
        <a:off x="10533235" y="3037546"/>
        <a:ext cx="1207701" cy="6038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D426-907A-03E2-9CD9-E6CEE4C0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BF53F-DF0C-0CB7-4398-4B29B2390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6B17C-2FCE-F1A2-CD83-C62ED4F8F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B55E-09A5-9AEB-74FD-C67E0F437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50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7902-E9E3-F0D2-1BF9-E59BC64D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C5D58-7CF3-C1D4-E5AA-B0FCE871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62105-2C10-60F3-B279-BD76D1820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A6E0-DFF2-D03C-09F1-DA3FDF79C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63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5C4E-E473-865F-A28D-EC60DA95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7648C-8F86-BCED-709F-0A7CEDE37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D2DDE-AC61-00DF-1AFC-9E1881962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62802-986F-525E-56DB-DF7F70B6E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93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9A79-E081-7C27-5BDA-B7675E5C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277FE-12B6-235B-0726-9FBF447FD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0E2DA-2C11-0394-86C2-0A0A49573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D3116-ED26-1E5F-1256-33411EE6A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87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056DB-416F-E23E-CF8E-5CC17C874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7D838-24F3-AD56-1154-30893C055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5FCF5-A5F1-E10E-FDE9-FABF8D0F9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6FB6A-C109-28D8-5D93-7DE1C7F78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2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F222-AC55-9368-76E8-5DB33F50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DA580-61EE-DFA0-89AD-38D205386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845D1-CF8A-09FE-5FD3-462C387E6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E6BEE-248E-0765-7167-18C3A182B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33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B05C-1895-8305-3D17-70405775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4214E-879E-A155-1937-0F6CC162E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8B12F-ABE4-BF48-8F42-F725274B8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Activity. Identify shared and different attributes as well as </a:t>
            </a:r>
            <a:r>
              <a:rPr lang="en-US" b="0" dirty="0" err="1"/>
              <a:t>behaviours</a:t>
            </a:r>
            <a:r>
              <a:rPr lang="en-US" b="0" dirty="0"/>
              <a:t> of all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3F221-833A-4599-B6F8-E251DA94D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71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97FB-4D82-B9F7-7E56-D0889DA2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A0684-FF93-5F7F-976C-138A81F93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57930-9EBD-CBA1-8791-02F5251B4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C0999-B0E4-3B3E-8610-1F3E8B7F8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13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14A2-AEF3-2284-4241-77E1BBB9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E51A7-11DF-CD18-4A16-F0B776D9A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06FCA-1D0B-A4FE-63B3-4BA0E52CE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D4414-C55A-957D-292C-6D6066510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08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065E-5C2C-E71E-762F-BA8B02E6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F7EF3-24BE-158E-3CD3-E7D79A275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6A74E-1F50-B347-6662-9FC3F86AA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Tip! Recall the concept of Cardinality in ER Diagrams.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F2436-9232-F4F6-C25E-DD829AECB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39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A76B-951C-56ED-FE21-DF869265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9DC40-C35F-1859-3867-54D7FE1CC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D9320-BEB9-777E-6823-E60115AB9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Tip! Recall the concept of Cardinality in ER Diagrams.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4175C-4225-2053-4DC8-AAF76ACC2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46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CF4A-80E9-9C01-11F1-0C0C04A6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D2B8C-03DD-BA5C-AD07-7679CC15F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FEFFB-D8E9-4A2F-A27D-810981B48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EEA1B-6F4A-425E-2C65-694CFAC46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9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76801-87A5-84A3-54E1-E90F54B3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05437-DC0F-50D6-E6AC-A3B68F556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270CA-7EAC-F7E1-01D3-0E89F076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User (Abstract)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Customer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Vendor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Admin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Product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err="1"/>
              <a:t>CartItem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err="1"/>
              <a:t>OrderItem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Shipment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F60AD-6F1E-7EDF-E9FC-CB0227AAD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287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8D4D1-6F7F-0533-B399-CFF6BA99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BD956-20B9-250C-7E8D-A505D936E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53336-57B0-1B74-0B0B-E3CF56BA2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4AC03-5ECF-EBFD-766E-745D0C030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32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Class Diagram</a:t>
            </a:r>
          </a:p>
          <a:p>
            <a:r>
              <a:rPr lang="en-US" dirty="0"/>
              <a:t>Relationships</a:t>
            </a:r>
          </a:p>
          <a:p>
            <a:r>
              <a:rPr lang="en-US" dirty="0"/>
              <a:t>Multiplicity</a:t>
            </a:r>
          </a:p>
          <a:p>
            <a:r>
              <a:rPr lang="en-US" dirty="0"/>
              <a:t>Access Modifiers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D96E-9577-76C5-3225-BAC7A9B9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5FA38D-BB15-0538-86B9-6835FA15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943A46A-7E2B-363C-B709-775104920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8804837-7ECD-818F-BF7A-AB34117F5B6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B25020-A32B-2FFA-526D-67B1724B0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4755A0F-C3AE-6798-3BF3-522B611A0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F3D7-CE48-3784-1D89-AC23BC96507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studied Requirements Engineering process.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practiced designing Work breakdown structure from raw requirements.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covered the significance of UML diagrams in 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With the help of WBS, we designed Use Case diagrams.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Now we move to the most important UML diagram in Object-oriented design, i.e. Class Diagram.</a:t>
            </a:r>
          </a:p>
        </p:txBody>
      </p:sp>
    </p:spTree>
    <p:extLst>
      <p:ext uri="{BB962C8B-B14F-4D97-AF65-F5344CB8AC3E}">
        <p14:creationId xmlns:p14="http://schemas.microsoft.com/office/powerpoint/2010/main" val="27082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D80-153C-1EEE-75DA-4E570DB2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74C8790-D137-675D-BEF7-2EC47695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B89CB8D-2014-3C51-95B7-3DF2E85AE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21D6FF5-44DD-2B72-B5A9-A205F59F9D0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A828739-7F44-315A-C5A3-FB4609E1F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17E3E8A-8F3C-0992-926B-3CDAD932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898225-7AFE-C7B7-1970-E06CD280448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Class Diagram is the most fundamental diagram in Object-oriented design.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Class Diagrams represent the </a:t>
            </a:r>
            <a:r>
              <a:rPr lang="en-GB" sz="3400" i="1" dirty="0"/>
              <a:t>structure</a:t>
            </a:r>
            <a:r>
              <a:rPr lang="en-GB" sz="3400" dirty="0"/>
              <a:t> and some behaviour of the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It captures: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Entities and their attributes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Behaviour of entities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Relationships between entities</a:t>
            </a:r>
          </a:p>
        </p:txBody>
      </p:sp>
    </p:spTree>
    <p:extLst>
      <p:ext uri="{BB962C8B-B14F-4D97-AF65-F5344CB8AC3E}">
        <p14:creationId xmlns:p14="http://schemas.microsoft.com/office/powerpoint/2010/main" val="39699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84C1F-09B8-A889-4091-5744BEDA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A4BA0A-5D6E-0F35-69A4-1DC04BE82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31E256F-DB32-D5C9-6712-625EE59C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C6A2184-EEA4-1038-6CE1-92D3D055D70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113BB81-D0B5-D444-E92C-2310587C9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BE75D2D-D058-97E5-4301-7D67C77D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0264CC-7322-0BFB-220A-F5AD6A9A152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An entity is called a class. It is represented by a rectangle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Name: unique name representing the entity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Stereotype: gives extra meaning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Attributes: defining characters of the entity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Operations: functions that the entity performs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D911E2-0390-438E-6CD9-BBF819829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206" y="1239098"/>
            <a:ext cx="3752421" cy="541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6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4A90-1A5F-5B37-A630-6E6E7016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06FA50-9269-E61F-E154-0833888F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722BE43-9E0B-DECA-2216-2B116E090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2FDC892-9AD4-7D61-B888-EB9676B8F89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 - Relationships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607B02A-D357-5EAB-6B47-630A40D1B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334DA3-93AC-A7E0-615F-89B1F6F5F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7AF3F-B059-0F46-EC90-28F4D0AD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5" b="6566"/>
          <a:stretch>
            <a:fillRect/>
          </a:stretch>
        </p:blipFill>
        <p:spPr>
          <a:xfrm>
            <a:off x="4851400" y="1371599"/>
            <a:ext cx="7340600" cy="518160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AD5860-B739-178A-DAFB-D4E9C5A9EC6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4631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Dependency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Association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Aggregation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Composition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Generalization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5576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EFE2-E746-AC73-ABBA-C4F90AAD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8FE8C8D-66D1-3AA9-EA5D-E9D9C686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31C4040-3B10-5CA5-6BA3-AA8E1E40F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5143D32-441F-5D88-98E7-0F2ADEB7267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Model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DD47C1-E84A-8CAE-A70F-5B641DB82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E95908B-828C-90F1-83D8-85793E41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1E4041D-E95C-A901-4596-BD36A0968F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4694199"/>
              </p:ext>
            </p:extLst>
          </p:nvPr>
        </p:nvGraphicFramePr>
        <p:xfrm>
          <a:off x="220384" y="1511409"/>
          <a:ext cx="11743016" cy="4964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865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A1D0-AA8F-20E1-2398-B7ADA1B0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C9CEC49-272C-76B2-5940-FB5FA602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19FAC10-7071-AE1E-652D-E5D5094A3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7713039-C0A6-CE16-80B5-C24AB753FFA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 – Relationships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9BEA895-D08A-33F9-5751-94712286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9192245-4917-1D57-7BE8-1DA333B50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CB95A6-901F-81ED-14C6-7F95F231491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Association is a basic relationship where two classes are connected because they interact.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Customer ↔ Order: A customer places an order.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 ownership implied. Just “these two things are related”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Example: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Customer places Order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Vendor manages Product</a:t>
            </a:r>
          </a:p>
        </p:txBody>
      </p:sp>
    </p:spTree>
    <p:extLst>
      <p:ext uri="{BB962C8B-B14F-4D97-AF65-F5344CB8AC3E}">
        <p14:creationId xmlns:p14="http://schemas.microsoft.com/office/powerpoint/2010/main" val="429050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79CA-6C55-0794-5368-EC608EEF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A108B61-3B2D-3670-0168-494C6487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200F128-CCFD-B802-A24E-407625229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CD8DEA4-B34A-753E-B64B-879D4DA4871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 – Relationships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0F713A9-CD1A-DFFA-3D75-87646BA6A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961E72A-9009-8E40-EEA2-CF5442B21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EBE262-679C-45BE-CCE5-3BBD7B1AB70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Generalization is inheritance.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User → Customer, Vendor, Admin: each Customer, Vendor, Admin is-a User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Shared attributes: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name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email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password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Different behaviours: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Customer → </a:t>
            </a:r>
            <a:r>
              <a:rPr lang="en-GB" sz="3200" dirty="0" err="1"/>
              <a:t>placeOrder</a:t>
            </a:r>
            <a:r>
              <a:rPr lang="en-GB" sz="3200" dirty="0"/>
              <a:t>()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Vendor → </a:t>
            </a:r>
            <a:r>
              <a:rPr lang="en-GB" sz="3200" dirty="0" err="1"/>
              <a:t>updateProduct</a:t>
            </a:r>
            <a:r>
              <a:rPr lang="en-GB" sz="3200" dirty="0"/>
              <a:t>()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239144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76E88-27D8-8C87-40F1-7DA4B208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2D8869-D3F6-5BF8-485F-6816F4E9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1B91989-48DB-0D5F-65E5-451D7226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EA6B2BC-ED25-82EE-7EBA-CF0D223B67E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 – Relationships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9C5FC3E-9EB4-1E10-B24F-426C2314C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E65A039-D6EE-5B48-754B-D1C0A27E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941B9B-EA11-6ED6-3D32-C28A36DC9B1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Composition is a STRONG ownership, where a part cannot exist without the whole.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Order ◼── </a:t>
            </a:r>
            <a:r>
              <a:rPr lang="en-GB" sz="3400" dirty="0" err="1"/>
              <a:t>OrderItem</a:t>
            </a:r>
            <a:r>
              <a:rPr lang="en-GB" sz="3400" dirty="0"/>
              <a:t>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If Order is deleted → </a:t>
            </a:r>
            <a:r>
              <a:rPr lang="en-GB" sz="3200" dirty="0" err="1"/>
              <a:t>OrderItems</a:t>
            </a:r>
            <a:r>
              <a:rPr lang="en-GB" sz="3200" dirty="0"/>
              <a:t> are deleted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 err="1"/>
              <a:t>OrderItem</a:t>
            </a:r>
            <a:r>
              <a:rPr lang="en-GB" sz="3200" dirty="0"/>
              <a:t> has no meaning alone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Order → Product (wrong)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Order → </a:t>
            </a:r>
            <a:r>
              <a:rPr lang="en-GB" sz="3200" dirty="0" err="1"/>
              <a:t>OrderItem</a:t>
            </a:r>
            <a:r>
              <a:rPr lang="en-GB" sz="3200" dirty="0"/>
              <a:t> → Product (correct)</a:t>
            </a:r>
          </a:p>
        </p:txBody>
      </p:sp>
    </p:spTree>
    <p:extLst>
      <p:ext uri="{BB962C8B-B14F-4D97-AF65-F5344CB8AC3E}">
        <p14:creationId xmlns:p14="http://schemas.microsoft.com/office/powerpoint/2010/main" val="262789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2B9DB-AD8E-155B-8B74-AD7C8C01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669187D-F447-8CFB-5CB8-7784777A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FA88127-A9D2-69D2-74F5-27DA0D19F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8A28AD1-AB6D-E111-4ED6-AD0ACD272F1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 – Relationships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14264FA-F300-2BF7-6CD0-382876259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E8A09A7-ACB0-8D1B-3129-02D19BBCC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1C1F58-E680-8BF2-BD16-96F784C564B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Aggregation </a:t>
            </a:r>
            <a:r>
              <a:rPr lang="en-GB" sz="3400" dirty="0"/>
              <a:t>is a WEAK ownership, where a part can exist without the whole.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Cart ◇── Product</a:t>
            </a:r>
            <a:r>
              <a:rPr lang="en-GB" sz="3400" dirty="0"/>
              <a:t>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Cart contains Products but Products exist even if Cart is deleted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Removing cart ≠ deleting products</a:t>
            </a:r>
          </a:p>
        </p:txBody>
      </p:sp>
    </p:spTree>
    <p:extLst>
      <p:ext uri="{BB962C8B-B14F-4D97-AF65-F5344CB8AC3E}">
        <p14:creationId xmlns:p14="http://schemas.microsoft.com/office/powerpoint/2010/main" val="26525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C5E7-DCE0-90FC-C38E-D6D7CA4E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D35C80A-F81C-9261-DD5D-E485D39D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BA224E6-E1AA-BC4D-84B8-E4E0BDB1D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2449DBD-C622-4FAD-9BE9-945CC8F5AFB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 – Multiplicity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61283FA-03FB-B442-03BE-E7C87BC76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0FC8894-9C35-76F3-A523-A0D7238AD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5E8AB8-4933-590A-A478-68D5E586854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6566545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Multiplicity defines how many objects can be related.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400" dirty="0"/>
              <a:t>Customer → Order: 1 Customer → 0..* Orders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400" dirty="0"/>
              <a:t>Order → </a:t>
            </a:r>
            <a:r>
              <a:rPr lang="en-GB" sz="2400" dirty="0" err="1"/>
              <a:t>OrderItem</a:t>
            </a:r>
            <a:r>
              <a:rPr lang="en-GB" sz="2400" dirty="0"/>
              <a:t>: 1 Order → 1..* </a:t>
            </a:r>
            <a:r>
              <a:rPr lang="en-GB" sz="2400" dirty="0" err="1"/>
              <a:t>OrderItems</a:t>
            </a:r>
            <a:endParaRPr lang="en-GB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400" dirty="0"/>
              <a:t>Vendor → Product: 1 Vendor → 0..* Products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400" dirty="0" err="1"/>
              <a:t>OrderItem</a:t>
            </a:r>
            <a:r>
              <a:rPr lang="en-GB" sz="2400" dirty="0"/>
              <a:t> → Product: Many </a:t>
            </a:r>
            <a:r>
              <a:rPr lang="en-GB" sz="2400" dirty="0" err="1"/>
              <a:t>OrderItems</a:t>
            </a:r>
            <a:r>
              <a:rPr lang="en-GB" sz="2400" dirty="0"/>
              <a:t> → 1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79524-C18E-2875-5F00-56345432E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929" y="1532587"/>
            <a:ext cx="5403483" cy="468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0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4F44-22DA-F397-C757-CF0A9BF0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41A1E60-2419-443A-59A6-93223083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0BA6EA7-B57B-4B68-C325-385B64B8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95D919B-DFBE-4457-9865-859A2926592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 – Access Modifiers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07D9408-0701-CFF9-3A3D-13109799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10CE839-8DFB-C9A8-FE57-A380C9872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87E5AE-969D-D745-6CE6-6B6543EEC4CC}"/>
              </a:ext>
            </a:extLst>
          </p:cNvPr>
          <p:cNvSpPr txBox="1">
            <a:spLocks/>
          </p:cNvSpPr>
          <p:nvPr/>
        </p:nvSpPr>
        <p:spPr>
          <a:xfrm>
            <a:off x="220385" y="1532587"/>
            <a:ext cx="4197628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+ public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- private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# protected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~ package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8D863-841D-ED59-0BDC-0D8827EE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12" y="1333500"/>
            <a:ext cx="7772400" cy="500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7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C0BD-576D-7AE9-27F9-656F82AC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DDB9B34-C50B-9900-66B0-ACEB82D6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8897498-B0F6-6E53-DB55-44A8D011D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09A5B59-B5C7-CA82-6472-287693FFCC0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Class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E5B453-6487-FBC9-F800-8C0026DD3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15D7384-E5BD-84D0-C706-16E0A2493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5DC284-3BE1-7F4D-4842-54CB26B0ADC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Common mistakes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Treat everything as Association. Precisely define wherever possible.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Skipping </a:t>
            </a:r>
            <a:r>
              <a:rPr lang="en-GB" sz="3200" dirty="0" err="1"/>
              <a:t>OrderItem</a:t>
            </a:r>
            <a:r>
              <a:rPr lang="en-GB" sz="3200" dirty="0"/>
              <a:t> entirely.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Confuse aggregation and composition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Ignore multiplicity (big mistake)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21306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72E0-2ED0-B979-A829-BA67B712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1DD6A0-00D3-58BD-0908-BC344FC2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85C7C4-AD91-EC48-3D96-D6CC8A49A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EE8CBB7-748A-FA27-A58D-87FD2413046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66951A3-5B70-7E0F-51DE-777160114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11A2B83-0516-D154-9B63-CC734F80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249A55-333E-C69F-820F-FB2ADFA15EC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Construct Class Diagram for </a:t>
            </a:r>
            <a:r>
              <a:rPr lang="en-GB" sz="3400" dirty="0" err="1"/>
              <a:t>PakWheels</a:t>
            </a:r>
            <a:r>
              <a:rPr lang="en-GB" sz="3400" dirty="0"/>
              <a:t> in an </a:t>
            </a:r>
            <a:r>
              <a:rPr lang="en-GB" sz="3400" b="1" u="sng" dirty="0"/>
              <a:t>interactive session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List Entities first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Identify Relationships between them (association for now)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Identify attributes and behaviours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Do the Abstraction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Specify types of Associations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Write multiplicity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Add access modifiers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96309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70DF1-E258-166D-6977-70296D5A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0216B09-6D29-2BC1-D01B-66347898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5A8BB75-BC36-D264-CB25-9C71455D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09B70D5-9C2B-A925-1B9C-5E5673596A5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F3A2E15-FFD0-BCF3-E041-4EDADAFE8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1144A9B-EEE8-2C7B-1AF4-DEE0D088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E4F927-BB56-3E82-B041-D37EF9E6146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Entities: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User (Abstract), Customer, Vendor, Admin, Product, Cart, </a:t>
            </a:r>
            <a:r>
              <a:rPr lang="en-GB" sz="3400" dirty="0" err="1"/>
              <a:t>CartItem</a:t>
            </a:r>
            <a:r>
              <a:rPr lang="en-GB" sz="3400" dirty="0"/>
              <a:t>, Order, </a:t>
            </a:r>
            <a:r>
              <a:rPr lang="en-GB" sz="3400" dirty="0" err="1"/>
              <a:t>OrderItem</a:t>
            </a:r>
            <a:r>
              <a:rPr lang="en-GB" sz="3400" dirty="0"/>
              <a:t>, Shipment</a:t>
            </a:r>
          </a:p>
        </p:txBody>
      </p:sp>
    </p:spTree>
    <p:extLst>
      <p:ext uri="{BB962C8B-B14F-4D97-AF65-F5344CB8AC3E}">
        <p14:creationId xmlns:p14="http://schemas.microsoft.com/office/powerpoint/2010/main" val="330226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1276</TotalTime>
  <Words>679</Words>
  <Application>Microsoft Office PowerPoint</Application>
  <PresentationFormat>Widescreen</PresentationFormat>
  <Paragraphs>172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2026-05-08T14:44:28Z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