
<file path=[Content_Types].xml><?xml version="1.0" encoding="utf-8"?>
<Types xmlns="http://schemas.openxmlformats.org/package/2006/content-types">
  <Default Extension="mkv" ContentType="video/unknown"/>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handoutMasterIdLst>
    <p:handoutMasterId r:id="rId27"/>
  </p:handoutMasterIdLst>
  <p:sldIdLst>
    <p:sldId id="2503" r:id="rId5"/>
    <p:sldId id="2462" r:id="rId6"/>
    <p:sldId id="2536" r:id="rId7"/>
    <p:sldId id="2546" r:id="rId8"/>
    <p:sldId id="2547" r:id="rId9"/>
    <p:sldId id="2545" r:id="rId10"/>
    <p:sldId id="2549" r:id="rId11"/>
    <p:sldId id="2550" r:id="rId12"/>
    <p:sldId id="2556" r:id="rId13"/>
    <p:sldId id="2557" r:id="rId14"/>
    <p:sldId id="2558" r:id="rId15"/>
    <p:sldId id="2559" r:id="rId16"/>
    <p:sldId id="2560" r:id="rId17"/>
    <p:sldId id="2551" r:id="rId18"/>
    <p:sldId id="2548" r:id="rId19"/>
    <p:sldId id="2552" r:id="rId20"/>
    <p:sldId id="2554" r:id="rId21"/>
    <p:sldId id="2553" r:id="rId22"/>
    <p:sldId id="2544" r:id="rId23"/>
    <p:sldId id="2555" r:id="rId24"/>
    <p:sldId id="243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E61EF6-8A7E-4A7D-B87A-765A346927A7}" v="980" dt="2023-08-09T07:14:30.5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40" autoAdjust="0"/>
    <p:restoredTop sz="89150" autoAdjust="0"/>
  </p:normalViewPr>
  <p:slideViewPr>
    <p:cSldViewPr snapToGrid="0">
      <p:cViewPr varScale="1">
        <p:scale>
          <a:sx n="42" d="100"/>
          <a:sy n="42" d="100"/>
        </p:scale>
        <p:origin x="43" y="734"/>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B625B757-8EA5-47D7-8626-DA1020D487D0}"/>
    <pc:docChg chg="undo redo custSel addSld delSld modSld sldOrd addSection delSection modSection">
      <pc:chgData name="Owais Ahmed" userId="6abc7d4556b3b071" providerId="LiveId" clId="{B625B757-8EA5-47D7-8626-DA1020D487D0}" dt="2023-02-28T06:44:59.946" v="2629" actId="20577"/>
      <pc:docMkLst>
        <pc:docMk/>
      </pc:docMkLst>
      <pc:sldChg chg="del">
        <pc:chgData name="Owais Ahmed" userId="6abc7d4556b3b071" providerId="LiveId" clId="{B625B757-8EA5-47D7-8626-DA1020D487D0}" dt="2023-02-28T06:04:27.712" v="384" actId="47"/>
        <pc:sldMkLst>
          <pc:docMk/>
          <pc:sldMk cId="1459829511" sldId="278"/>
        </pc:sldMkLst>
      </pc:sldChg>
      <pc:sldChg chg="modSp">
        <pc:chgData name="Owais Ahmed" userId="6abc7d4556b3b071" providerId="LiveId" clId="{B625B757-8EA5-47D7-8626-DA1020D487D0}" dt="2023-02-28T05:39:27.204" v="51" actId="20577"/>
        <pc:sldMkLst>
          <pc:docMk/>
          <pc:sldMk cId="1287457047" sldId="522"/>
        </pc:sldMkLst>
        <pc:spChg chg="mod">
          <ac:chgData name="Owais Ahmed" userId="6abc7d4556b3b071" providerId="LiveId" clId="{B625B757-8EA5-47D7-8626-DA1020D487D0}" dt="2023-02-28T05:39:24.499" v="50" actId="20577"/>
          <ac:spMkLst>
            <pc:docMk/>
            <pc:sldMk cId="1287457047" sldId="522"/>
            <ac:spMk id="210" creationId="{00000000-0000-0000-0000-000000000000}"/>
          </ac:spMkLst>
        </pc:spChg>
        <pc:spChg chg="mod">
          <ac:chgData name="Owais Ahmed" userId="6abc7d4556b3b071" providerId="LiveId" clId="{B625B757-8EA5-47D7-8626-DA1020D487D0}" dt="2023-02-28T05:39:27.204" v="51" actId="20577"/>
          <ac:spMkLst>
            <pc:docMk/>
            <pc:sldMk cId="1287457047" sldId="522"/>
            <ac:spMk id="211" creationId="{00000000-0000-0000-0000-000000000000}"/>
          </ac:spMkLst>
        </pc:spChg>
      </pc:sldChg>
      <pc:sldChg chg="modSp add del mod ord">
        <pc:chgData name="Owais Ahmed" userId="6abc7d4556b3b071" providerId="LiveId" clId="{B625B757-8EA5-47D7-8626-DA1020D487D0}" dt="2023-02-28T06:04:32.575" v="388"/>
        <pc:sldMkLst>
          <pc:docMk/>
          <pc:sldMk cId="927727573" sldId="2436"/>
        </pc:sldMkLst>
        <pc:spChg chg="mod">
          <ac:chgData name="Owais Ahmed" userId="6abc7d4556b3b071" providerId="LiveId" clId="{B625B757-8EA5-47D7-8626-DA1020D487D0}" dt="2023-02-28T06:04:21.019" v="383" actId="20577"/>
          <ac:spMkLst>
            <pc:docMk/>
            <pc:sldMk cId="927727573" sldId="2436"/>
            <ac:spMk id="9" creationId="{9E2524A0-105C-4170-BB48-CD0756FB3DFE}"/>
          </ac:spMkLst>
        </pc:spChg>
        <pc:spChg chg="mod">
          <ac:chgData name="Owais Ahmed" userId="6abc7d4556b3b071" providerId="LiveId" clId="{B625B757-8EA5-47D7-8626-DA1020D487D0}" dt="2023-02-28T06:04:03.887" v="377" actId="27636"/>
          <ac:spMkLst>
            <pc:docMk/>
            <pc:sldMk cId="927727573" sldId="2436"/>
            <ac:spMk id="10" creationId="{6E57A531-5B0F-485D-A015-BC78AD089BA6}"/>
          </ac:spMkLst>
        </pc:spChg>
      </pc:sldChg>
      <pc:sldChg chg="modSp mod">
        <pc:chgData name="Owais Ahmed" userId="6abc7d4556b3b071" providerId="LiveId" clId="{B625B757-8EA5-47D7-8626-DA1020D487D0}" dt="2023-02-28T05:39:19.635" v="49" actId="20577"/>
        <pc:sldMkLst>
          <pc:docMk/>
          <pc:sldMk cId="3927832306" sldId="2448"/>
        </pc:sldMkLst>
        <pc:spChg chg="mod">
          <ac:chgData name="Owais Ahmed" userId="6abc7d4556b3b071" providerId="LiveId" clId="{B625B757-8EA5-47D7-8626-DA1020D487D0}" dt="2023-02-28T05:39:19.635" v="49" actId="20577"/>
          <ac:spMkLst>
            <pc:docMk/>
            <pc:sldMk cId="3927832306" sldId="2448"/>
            <ac:spMk id="3" creationId="{C0AE828D-1E63-455F-949D-0C5454A7FE88}"/>
          </ac:spMkLst>
        </pc:spChg>
        <pc:spChg chg="mod">
          <ac:chgData name="Owais Ahmed" userId="6abc7d4556b3b071" providerId="LiveId" clId="{B625B757-8EA5-47D7-8626-DA1020D487D0}" dt="2023-02-28T05:39:07.271" v="28" actId="20577"/>
          <ac:spMkLst>
            <pc:docMk/>
            <pc:sldMk cId="3927832306" sldId="2448"/>
            <ac:spMk id="9" creationId="{79DC1498-E692-42BA-B69F-6D37E6CFACA0}"/>
          </ac:spMkLst>
        </pc:spChg>
      </pc:sldChg>
      <pc:sldChg chg="modSp mod">
        <pc:chgData name="Owais Ahmed" userId="6abc7d4556b3b071" providerId="LiveId" clId="{B625B757-8EA5-47D7-8626-DA1020D487D0}" dt="2023-02-28T06:35:33.047" v="1909"/>
        <pc:sldMkLst>
          <pc:docMk/>
          <pc:sldMk cId="1649098948" sldId="2462"/>
        </pc:sldMkLst>
        <pc:spChg chg="mod">
          <ac:chgData name="Owais Ahmed" userId="6abc7d4556b3b071" providerId="LiveId" clId="{B625B757-8EA5-47D7-8626-DA1020D487D0}" dt="2023-02-28T06:35:33.047" v="1909"/>
          <ac:spMkLst>
            <pc:docMk/>
            <pc:sldMk cId="1649098948" sldId="2462"/>
            <ac:spMk id="6" creationId="{F3C89A40-EEAA-43AB-9A3A-B2CFDE450F1B}"/>
          </ac:spMkLst>
        </pc:spChg>
      </pc:sldChg>
      <pc:sldChg chg="modSp mod modAnim modNotesTx">
        <pc:chgData name="Owais Ahmed" userId="6abc7d4556b3b071" providerId="LiveId" clId="{B625B757-8EA5-47D7-8626-DA1020D487D0}" dt="2023-02-28T06:09:15.858" v="668"/>
        <pc:sldMkLst>
          <pc:docMk/>
          <pc:sldMk cId="641030253" sldId="2479"/>
        </pc:sldMkLst>
        <pc:spChg chg="mod">
          <ac:chgData name="Owais Ahmed" userId="6abc7d4556b3b071" providerId="LiveId" clId="{B625B757-8EA5-47D7-8626-DA1020D487D0}" dt="2023-02-28T06:08:38.926" v="645" actId="20577"/>
          <ac:spMkLst>
            <pc:docMk/>
            <pc:sldMk cId="641030253" sldId="2479"/>
            <ac:spMk id="3" creationId="{4A1C0383-58FE-E486-295E-B33B8683B938}"/>
          </ac:spMkLst>
        </pc:spChg>
        <pc:spChg chg="mod">
          <ac:chgData name="Owais Ahmed" userId="6abc7d4556b3b071" providerId="LiveId" clId="{B625B757-8EA5-47D7-8626-DA1020D487D0}" dt="2023-02-28T06:04:54.278" v="401" actId="20577"/>
          <ac:spMkLst>
            <pc:docMk/>
            <pc:sldMk cId="641030253" sldId="2479"/>
            <ac:spMk id="215" creationId="{00000000-0000-0000-0000-000000000000}"/>
          </ac:spMkLst>
        </pc:spChg>
      </pc:sldChg>
      <pc:sldChg chg="del">
        <pc:chgData name="Owais Ahmed" userId="6abc7d4556b3b071" providerId="LiveId" clId="{B625B757-8EA5-47D7-8626-DA1020D487D0}" dt="2023-02-28T06:32:48.590" v="1580" actId="47"/>
        <pc:sldMkLst>
          <pc:docMk/>
          <pc:sldMk cId="1476319960" sldId="2480"/>
        </pc:sldMkLst>
      </pc:sldChg>
      <pc:sldChg chg="del">
        <pc:chgData name="Owais Ahmed" userId="6abc7d4556b3b071" providerId="LiveId" clId="{B625B757-8EA5-47D7-8626-DA1020D487D0}" dt="2023-02-28T06:32:49.489" v="1581" actId="47"/>
        <pc:sldMkLst>
          <pc:docMk/>
          <pc:sldMk cId="3336402349" sldId="2481"/>
        </pc:sldMkLst>
      </pc:sldChg>
      <pc:sldChg chg="del">
        <pc:chgData name="Owais Ahmed" userId="6abc7d4556b3b071" providerId="LiveId" clId="{B625B757-8EA5-47D7-8626-DA1020D487D0}" dt="2023-02-28T06:32:50.572" v="1582" actId="47"/>
        <pc:sldMkLst>
          <pc:docMk/>
          <pc:sldMk cId="1810203590" sldId="2482"/>
        </pc:sldMkLst>
      </pc:sldChg>
      <pc:sldChg chg="del">
        <pc:chgData name="Owais Ahmed" userId="6abc7d4556b3b071" providerId="LiveId" clId="{B625B757-8EA5-47D7-8626-DA1020D487D0}" dt="2023-02-28T06:32:52.990" v="1583" actId="47"/>
        <pc:sldMkLst>
          <pc:docMk/>
          <pc:sldMk cId="1304413050" sldId="2483"/>
        </pc:sldMkLst>
      </pc:sldChg>
      <pc:sldChg chg="modSp mod modAnim modNotesTx">
        <pc:chgData name="Owais Ahmed" userId="6abc7d4556b3b071" providerId="LiveId" clId="{B625B757-8EA5-47D7-8626-DA1020D487D0}" dt="2023-02-28T06:40:56.305" v="2388" actId="20577"/>
        <pc:sldMkLst>
          <pc:docMk/>
          <pc:sldMk cId="2426892836" sldId="2485"/>
        </pc:sldMkLst>
        <pc:spChg chg="mod">
          <ac:chgData name="Owais Ahmed" userId="6abc7d4556b3b071" providerId="LiveId" clId="{B625B757-8EA5-47D7-8626-DA1020D487D0}" dt="2023-02-28T06:35:09.643" v="1907" actId="27636"/>
          <ac:spMkLst>
            <pc:docMk/>
            <pc:sldMk cId="2426892836" sldId="2485"/>
            <ac:spMk id="3" creationId="{4A1C0383-58FE-E486-295E-B33B8683B938}"/>
          </ac:spMkLst>
        </pc:spChg>
        <pc:spChg chg="mod">
          <ac:chgData name="Owais Ahmed" userId="6abc7d4556b3b071" providerId="LiveId" clId="{B625B757-8EA5-47D7-8626-DA1020D487D0}" dt="2023-02-28T06:39:26.178" v="2299" actId="20577"/>
          <ac:spMkLst>
            <pc:docMk/>
            <pc:sldMk cId="2426892836" sldId="2485"/>
            <ac:spMk id="215" creationId="{00000000-0000-0000-0000-000000000000}"/>
          </ac:spMkLst>
        </pc:spChg>
      </pc:sldChg>
      <pc:sldChg chg="addSp delSp modSp add mod modClrScheme modAnim chgLayout modNotesTx">
        <pc:chgData name="Owais Ahmed" userId="6abc7d4556b3b071" providerId="LiveId" clId="{B625B757-8EA5-47D7-8626-DA1020D487D0}" dt="2023-02-28T06:14:22.100" v="962" actId="20577"/>
        <pc:sldMkLst>
          <pc:docMk/>
          <pc:sldMk cId="3132224988" sldId="2486"/>
        </pc:sldMkLst>
        <pc:spChg chg="mod ord">
          <ac:chgData name="Owais Ahmed" userId="6abc7d4556b3b071" providerId="LiveId" clId="{B625B757-8EA5-47D7-8626-DA1020D487D0}" dt="2023-02-28T06:12:02.897" v="865" actId="700"/>
          <ac:spMkLst>
            <pc:docMk/>
            <pc:sldMk cId="3132224988" sldId="2486"/>
            <ac:spMk id="2" creationId="{00000000-0000-0000-0000-000000000000}"/>
          </ac:spMkLst>
        </pc:spChg>
        <pc:spChg chg="mod">
          <ac:chgData name="Owais Ahmed" userId="6abc7d4556b3b071" providerId="LiveId" clId="{B625B757-8EA5-47D7-8626-DA1020D487D0}" dt="2023-02-28T06:13:50.755" v="956" actId="14100"/>
          <ac:spMkLst>
            <pc:docMk/>
            <pc:sldMk cId="3132224988" sldId="2486"/>
            <ac:spMk id="3" creationId="{4A1C0383-58FE-E486-295E-B33B8683B938}"/>
          </ac:spMkLst>
        </pc:spChg>
        <pc:spChg chg="add del mod ord">
          <ac:chgData name="Owais Ahmed" userId="6abc7d4556b3b071" providerId="LiveId" clId="{B625B757-8EA5-47D7-8626-DA1020D487D0}" dt="2023-02-28T06:12:02.897" v="865" actId="700"/>
          <ac:spMkLst>
            <pc:docMk/>
            <pc:sldMk cId="3132224988" sldId="2486"/>
            <ac:spMk id="4" creationId="{859AAD20-7314-E559-7D8A-0DC34160522F}"/>
          </ac:spMkLst>
        </pc:spChg>
        <pc:spChg chg="add del mod ord">
          <ac:chgData name="Owais Ahmed" userId="6abc7d4556b3b071" providerId="LiveId" clId="{B625B757-8EA5-47D7-8626-DA1020D487D0}" dt="2023-02-28T06:12:02.897" v="865" actId="700"/>
          <ac:spMkLst>
            <pc:docMk/>
            <pc:sldMk cId="3132224988" sldId="2486"/>
            <ac:spMk id="5" creationId="{8A5BE477-AA8E-D072-D852-46674083989F}"/>
          </ac:spMkLst>
        </pc:spChg>
        <pc:spChg chg="add del mod ord">
          <ac:chgData name="Owais Ahmed" userId="6abc7d4556b3b071" providerId="LiveId" clId="{B625B757-8EA5-47D7-8626-DA1020D487D0}" dt="2023-02-28T06:12:02.897" v="865" actId="700"/>
          <ac:spMkLst>
            <pc:docMk/>
            <pc:sldMk cId="3132224988" sldId="2486"/>
            <ac:spMk id="6" creationId="{035E1E46-D674-BB9A-8DF9-0424EF92AF7D}"/>
          </ac:spMkLst>
        </pc:spChg>
        <pc:spChg chg="add del mod ord">
          <ac:chgData name="Owais Ahmed" userId="6abc7d4556b3b071" providerId="LiveId" clId="{B625B757-8EA5-47D7-8626-DA1020D487D0}" dt="2023-02-28T06:12:02.897" v="865" actId="700"/>
          <ac:spMkLst>
            <pc:docMk/>
            <pc:sldMk cId="3132224988" sldId="2486"/>
            <ac:spMk id="7" creationId="{C2F19D94-40EB-8143-72C2-8C85F8BEEAE5}"/>
          </ac:spMkLst>
        </pc:spChg>
        <pc:spChg chg="add del mod ord">
          <ac:chgData name="Owais Ahmed" userId="6abc7d4556b3b071" providerId="LiveId" clId="{B625B757-8EA5-47D7-8626-DA1020D487D0}" dt="2023-02-28T06:12:02.897" v="865" actId="700"/>
          <ac:spMkLst>
            <pc:docMk/>
            <pc:sldMk cId="3132224988" sldId="2486"/>
            <ac:spMk id="8" creationId="{3D11E90D-CD49-EC3B-6B2E-8C0EA25556E2}"/>
          </ac:spMkLst>
        </pc:spChg>
        <pc:spChg chg="add del mod ord">
          <ac:chgData name="Owais Ahmed" userId="6abc7d4556b3b071" providerId="LiveId" clId="{B625B757-8EA5-47D7-8626-DA1020D487D0}" dt="2023-02-28T06:12:02.897" v="865" actId="700"/>
          <ac:spMkLst>
            <pc:docMk/>
            <pc:sldMk cId="3132224988" sldId="2486"/>
            <ac:spMk id="9" creationId="{CB758099-0357-038B-3804-2B9CC6C5EBD3}"/>
          </ac:spMkLst>
        </pc:spChg>
        <pc:spChg chg="mod">
          <ac:chgData name="Owais Ahmed" userId="6abc7d4556b3b071" providerId="LiveId" clId="{B625B757-8EA5-47D7-8626-DA1020D487D0}" dt="2023-02-28T06:08:54.639" v="667" actId="20577"/>
          <ac:spMkLst>
            <pc:docMk/>
            <pc:sldMk cId="3132224988" sldId="2486"/>
            <ac:spMk id="215" creationId="{00000000-0000-0000-0000-000000000000}"/>
          </ac:spMkLst>
        </pc:spChg>
      </pc:sldChg>
      <pc:sldChg chg="addSp delSp modSp add mod modAnim modNotesTx">
        <pc:chgData name="Owais Ahmed" userId="6abc7d4556b3b071" providerId="LiveId" clId="{B625B757-8EA5-47D7-8626-DA1020D487D0}" dt="2023-02-28T06:36:21.024" v="2026" actId="20577"/>
        <pc:sldMkLst>
          <pc:docMk/>
          <pc:sldMk cId="2805003587" sldId="2487"/>
        </pc:sldMkLst>
        <pc:spChg chg="mod">
          <ac:chgData name="Owais Ahmed" userId="6abc7d4556b3b071" providerId="LiveId" clId="{B625B757-8EA5-47D7-8626-DA1020D487D0}" dt="2023-02-28T06:20:30.704" v="1209" actId="20577"/>
          <ac:spMkLst>
            <pc:docMk/>
            <pc:sldMk cId="2805003587" sldId="2487"/>
            <ac:spMk id="3" creationId="{4A1C0383-58FE-E486-295E-B33B8683B938}"/>
          </ac:spMkLst>
        </pc:spChg>
        <pc:spChg chg="add mod">
          <ac:chgData name="Owais Ahmed" userId="6abc7d4556b3b071" providerId="LiveId" clId="{B625B757-8EA5-47D7-8626-DA1020D487D0}" dt="2023-02-28T06:31:10.700" v="1459" actId="5793"/>
          <ac:spMkLst>
            <pc:docMk/>
            <pc:sldMk cId="2805003587" sldId="2487"/>
            <ac:spMk id="4" creationId="{6BAD1345-C97E-6E2D-586E-9183375409AA}"/>
          </ac:spMkLst>
        </pc:spChg>
        <pc:spChg chg="add mod">
          <ac:chgData name="Owais Ahmed" userId="6abc7d4556b3b071" providerId="LiveId" clId="{B625B757-8EA5-47D7-8626-DA1020D487D0}" dt="2023-02-28T06:25:38.358" v="1241" actId="207"/>
          <ac:spMkLst>
            <pc:docMk/>
            <pc:sldMk cId="2805003587" sldId="2487"/>
            <ac:spMk id="7" creationId="{DDF95A81-328D-B22D-EF9C-0D6CA6F15F2A}"/>
          </ac:spMkLst>
        </pc:spChg>
        <pc:spChg chg="add mod">
          <ac:chgData name="Owais Ahmed" userId="6abc7d4556b3b071" providerId="LiveId" clId="{B625B757-8EA5-47D7-8626-DA1020D487D0}" dt="2023-02-28T06:31:58.545" v="1479" actId="20577"/>
          <ac:spMkLst>
            <pc:docMk/>
            <pc:sldMk cId="2805003587" sldId="2487"/>
            <ac:spMk id="8" creationId="{3FF9B1FB-1044-C275-C723-970AE674B69E}"/>
          </ac:spMkLst>
        </pc:spChg>
        <pc:spChg chg="mod">
          <ac:chgData name="Owais Ahmed" userId="6abc7d4556b3b071" providerId="LiveId" clId="{B625B757-8EA5-47D7-8626-DA1020D487D0}" dt="2023-02-28T06:14:50.738" v="984" actId="20577"/>
          <ac:spMkLst>
            <pc:docMk/>
            <pc:sldMk cId="2805003587" sldId="2487"/>
            <ac:spMk id="215" creationId="{00000000-0000-0000-0000-000000000000}"/>
          </ac:spMkLst>
        </pc:spChg>
        <pc:picChg chg="add del">
          <ac:chgData name="Owais Ahmed" userId="6abc7d4556b3b071" providerId="LiveId" clId="{B625B757-8EA5-47D7-8626-DA1020D487D0}" dt="2023-02-28T06:24:04.666" v="1215"/>
          <ac:picMkLst>
            <pc:docMk/>
            <pc:sldMk cId="2805003587" sldId="2487"/>
            <ac:picMk id="1026" creationId="{DEF79F96-A87A-18B9-64F0-926009C470C0}"/>
          </ac:picMkLst>
        </pc:picChg>
        <pc:inkChg chg="add del">
          <ac:chgData name="Owais Ahmed" userId="6abc7d4556b3b071" providerId="LiveId" clId="{B625B757-8EA5-47D7-8626-DA1020D487D0}" dt="2023-02-28T06:22:55.231" v="1213" actId="9405"/>
          <ac:inkMkLst>
            <pc:docMk/>
            <pc:sldMk cId="2805003587" sldId="2487"/>
            <ac:inkMk id="5" creationId="{FE5E47C1-73F8-2AB0-9A6E-2ED6C4D27FD4}"/>
          </ac:inkMkLst>
        </pc:inkChg>
        <pc:inkChg chg="add del">
          <ac:chgData name="Owais Ahmed" userId="6abc7d4556b3b071" providerId="LiveId" clId="{B625B757-8EA5-47D7-8626-DA1020D487D0}" dt="2023-02-28T06:22:54.933" v="1212" actId="9405"/>
          <ac:inkMkLst>
            <pc:docMk/>
            <pc:sldMk cId="2805003587" sldId="2487"/>
            <ac:inkMk id="6" creationId="{DBB01586-36AC-0D2F-2518-46E376963A01}"/>
          </ac:inkMkLst>
        </pc:inkChg>
      </pc:sldChg>
      <pc:sldChg chg="add del">
        <pc:chgData name="Owais Ahmed" userId="6abc7d4556b3b071" providerId="LiveId" clId="{B625B757-8EA5-47D7-8626-DA1020D487D0}" dt="2023-02-28T06:36:36.836" v="2027" actId="47"/>
        <pc:sldMkLst>
          <pc:docMk/>
          <pc:sldMk cId="50712674" sldId="2488"/>
        </pc:sldMkLst>
      </pc:sldChg>
      <pc:sldChg chg="modSp add modAnim">
        <pc:chgData name="Owais Ahmed" userId="6abc7d4556b3b071" providerId="LiveId" clId="{B625B757-8EA5-47D7-8626-DA1020D487D0}" dt="2023-02-28T06:38:59.463" v="2284" actId="20577"/>
        <pc:sldMkLst>
          <pc:docMk/>
          <pc:sldMk cId="918376006" sldId="2488"/>
        </pc:sldMkLst>
        <pc:spChg chg="mod">
          <ac:chgData name="Owais Ahmed" userId="6abc7d4556b3b071" providerId="LiveId" clId="{B625B757-8EA5-47D7-8626-DA1020D487D0}" dt="2023-02-28T06:38:59.463" v="2284" actId="20577"/>
          <ac:spMkLst>
            <pc:docMk/>
            <pc:sldMk cId="918376006" sldId="2488"/>
            <ac:spMk id="3" creationId="{4A1C0383-58FE-E486-295E-B33B8683B938}"/>
          </ac:spMkLst>
        </pc:spChg>
        <pc:spChg chg="mod">
          <ac:chgData name="Owais Ahmed" userId="6abc7d4556b3b071" providerId="LiveId" clId="{B625B757-8EA5-47D7-8626-DA1020D487D0}" dt="2023-02-28T06:36:59.830" v="2067" actId="20577"/>
          <ac:spMkLst>
            <pc:docMk/>
            <pc:sldMk cId="918376006" sldId="2488"/>
            <ac:spMk id="215" creationId="{00000000-0000-0000-0000-000000000000}"/>
          </ac:spMkLst>
        </pc:spChg>
      </pc:sldChg>
      <pc:sldChg chg="modSp add mod ord modAnim modNotesTx">
        <pc:chgData name="Owais Ahmed" userId="6abc7d4556b3b071" providerId="LiveId" clId="{B625B757-8EA5-47D7-8626-DA1020D487D0}" dt="2023-02-28T06:44:30.393" v="2606" actId="20577"/>
        <pc:sldMkLst>
          <pc:docMk/>
          <pc:sldMk cId="3454217637" sldId="2489"/>
        </pc:sldMkLst>
        <pc:spChg chg="mod">
          <ac:chgData name="Owais Ahmed" userId="6abc7d4556b3b071" providerId="LiveId" clId="{B625B757-8EA5-47D7-8626-DA1020D487D0}" dt="2023-02-28T06:44:18.315" v="2605" actId="20577"/>
          <ac:spMkLst>
            <pc:docMk/>
            <pc:sldMk cId="3454217637" sldId="2489"/>
            <ac:spMk id="3" creationId="{4A1C0383-58FE-E486-295E-B33B8683B938}"/>
          </ac:spMkLst>
        </pc:spChg>
        <pc:spChg chg="mod">
          <ac:chgData name="Owais Ahmed" userId="6abc7d4556b3b071" providerId="LiveId" clId="{B625B757-8EA5-47D7-8626-DA1020D487D0}" dt="2023-02-28T06:41:26.557" v="2410" actId="20577"/>
          <ac:spMkLst>
            <pc:docMk/>
            <pc:sldMk cId="3454217637" sldId="2489"/>
            <ac:spMk id="215" creationId="{00000000-0000-0000-0000-000000000000}"/>
          </ac:spMkLst>
        </pc:spChg>
      </pc:sldChg>
      <pc:sldChg chg="modSp add mod">
        <pc:chgData name="Owais Ahmed" userId="6abc7d4556b3b071" providerId="LiveId" clId="{B625B757-8EA5-47D7-8626-DA1020D487D0}" dt="2023-02-28T06:44:59.946" v="2629" actId="20577"/>
        <pc:sldMkLst>
          <pc:docMk/>
          <pc:sldMk cId="3828703945" sldId="2490"/>
        </pc:sldMkLst>
        <pc:spChg chg="mod">
          <ac:chgData name="Owais Ahmed" userId="6abc7d4556b3b071" providerId="LiveId" clId="{B625B757-8EA5-47D7-8626-DA1020D487D0}" dt="2023-02-28T06:44:59.946" v="2629" actId="20577"/>
          <ac:spMkLst>
            <pc:docMk/>
            <pc:sldMk cId="3828703945" sldId="2490"/>
            <ac:spMk id="215" creationId="{00000000-0000-0000-0000-000000000000}"/>
          </ac:spMkLst>
        </pc:spChg>
      </pc:sldChg>
      <pc:sldMasterChg chg="delSldLayout">
        <pc:chgData name="Owais Ahmed" userId="6abc7d4556b3b071" providerId="LiveId" clId="{B625B757-8EA5-47D7-8626-DA1020D487D0}" dt="2023-02-28T06:04:27.712" v="384" actId="47"/>
        <pc:sldMasterMkLst>
          <pc:docMk/>
          <pc:sldMasterMk cId="692820" sldId="2147483648"/>
        </pc:sldMasterMkLst>
        <pc:sldLayoutChg chg="del">
          <pc:chgData name="Owais Ahmed" userId="6abc7d4556b3b071" providerId="LiveId" clId="{B625B757-8EA5-47D7-8626-DA1020D487D0}" dt="2023-02-28T06:04:27.712" v="384" actId="47"/>
          <pc:sldLayoutMkLst>
            <pc:docMk/>
            <pc:sldMasterMk cId="692820" sldId="2147483648"/>
            <pc:sldLayoutMk cId="1939976995" sldId="2147483682"/>
          </pc:sldLayoutMkLst>
        </pc:sldLayoutChg>
      </pc:sldMasterChg>
    </pc:docChg>
  </pc:docChgLst>
  <pc:docChgLst>
    <pc:chgData name="Owais Ahmed" userId="6abc7d4556b3b071" providerId="LiveId" clId="{0FDD8DE3-F1AE-4516-94DB-A1902CE94C41}"/>
    <pc:docChg chg="undo custSel addSld delSld modSld sldOrd">
      <pc:chgData name="Owais Ahmed" userId="6abc7d4556b3b071" providerId="LiveId" clId="{0FDD8DE3-F1AE-4516-94DB-A1902CE94C41}" dt="2023-03-02T06:18:36.400" v="3919" actId="20577"/>
      <pc:docMkLst>
        <pc:docMk/>
      </pc:docMkLst>
      <pc:sldChg chg="del">
        <pc:chgData name="Owais Ahmed" userId="6abc7d4556b3b071" providerId="LiveId" clId="{0FDD8DE3-F1AE-4516-94DB-A1902CE94C41}" dt="2023-03-02T04:27:58.588" v="0" actId="47"/>
        <pc:sldMkLst>
          <pc:docMk/>
          <pc:sldMk cId="1287457047" sldId="522"/>
        </pc:sldMkLst>
      </pc:sldChg>
      <pc:sldChg chg="modSp mod">
        <pc:chgData name="Owais Ahmed" userId="6abc7d4556b3b071" providerId="LiveId" clId="{0FDD8DE3-F1AE-4516-94DB-A1902CE94C41}" dt="2023-03-02T04:34:37.750" v="253" actId="20577"/>
        <pc:sldMkLst>
          <pc:docMk/>
          <pc:sldMk cId="1649098948" sldId="2462"/>
        </pc:sldMkLst>
        <pc:spChg chg="mod">
          <ac:chgData name="Owais Ahmed" userId="6abc7d4556b3b071" providerId="LiveId" clId="{0FDD8DE3-F1AE-4516-94DB-A1902CE94C41}" dt="2023-03-02T04:34:37.750" v="253" actId="20577"/>
          <ac:spMkLst>
            <pc:docMk/>
            <pc:sldMk cId="1649098948" sldId="2462"/>
            <ac:spMk id="6" creationId="{F3C89A40-EEAA-43AB-9A3A-B2CFDE450F1B}"/>
          </ac:spMkLst>
        </pc:spChg>
      </pc:sldChg>
      <pc:sldChg chg="modSp add del mod modAnim modNotesTx">
        <pc:chgData name="Owais Ahmed" userId="6abc7d4556b3b071" providerId="LiveId" clId="{0FDD8DE3-F1AE-4516-94DB-A1902CE94C41}" dt="2023-03-02T04:56:35.318" v="824" actId="20577"/>
        <pc:sldMkLst>
          <pc:docMk/>
          <pc:sldMk cId="641030253" sldId="2479"/>
        </pc:sldMkLst>
        <pc:spChg chg="mod">
          <ac:chgData name="Owais Ahmed" userId="6abc7d4556b3b071" providerId="LiveId" clId="{0FDD8DE3-F1AE-4516-94DB-A1902CE94C41}" dt="2023-03-02T04:56:35.318" v="824" actId="20577"/>
          <ac:spMkLst>
            <pc:docMk/>
            <pc:sldMk cId="641030253" sldId="2479"/>
            <ac:spMk id="3" creationId="{4A1C0383-58FE-E486-295E-B33B8683B938}"/>
          </ac:spMkLst>
        </pc:spChg>
      </pc:sldChg>
      <pc:sldChg chg="addSp delSp modSp add mod addAnim delAnim modAnim">
        <pc:chgData name="Owais Ahmed" userId="6abc7d4556b3b071" providerId="LiveId" clId="{0FDD8DE3-F1AE-4516-94DB-A1902CE94C41}" dt="2023-03-02T05:02:47.390" v="1015" actId="20577"/>
        <pc:sldMkLst>
          <pc:docMk/>
          <pc:sldMk cId="33298473" sldId="2480"/>
        </pc:sldMkLst>
        <pc:spChg chg="mod">
          <ac:chgData name="Owais Ahmed" userId="6abc7d4556b3b071" providerId="LiveId" clId="{0FDD8DE3-F1AE-4516-94DB-A1902CE94C41}" dt="2023-03-02T05:02:47.390" v="1015" actId="20577"/>
          <ac:spMkLst>
            <pc:docMk/>
            <pc:sldMk cId="33298473" sldId="2480"/>
            <ac:spMk id="3" creationId="{4A1C0383-58FE-E486-295E-B33B8683B938}"/>
          </ac:spMkLst>
        </pc:spChg>
        <pc:spChg chg="add del mod">
          <ac:chgData name="Owais Ahmed" userId="6abc7d4556b3b071" providerId="LiveId" clId="{0FDD8DE3-F1AE-4516-94DB-A1902CE94C41}" dt="2023-03-02T04:59:41.959" v="915" actId="478"/>
          <ac:spMkLst>
            <pc:docMk/>
            <pc:sldMk cId="33298473" sldId="2480"/>
            <ac:spMk id="4" creationId="{68AC28BA-EE78-7111-9C67-B260CC8C0AF1}"/>
          </ac:spMkLst>
        </pc:spChg>
        <pc:spChg chg="add del mod">
          <ac:chgData name="Owais Ahmed" userId="6abc7d4556b3b071" providerId="LiveId" clId="{0FDD8DE3-F1AE-4516-94DB-A1902CE94C41}" dt="2023-03-02T04:59:50.009" v="917"/>
          <ac:spMkLst>
            <pc:docMk/>
            <pc:sldMk cId="33298473" sldId="2480"/>
            <ac:spMk id="5" creationId="{3C596777-B16B-C4E4-DB12-E1F5A73BD828}"/>
          </ac:spMkLst>
        </pc:spChg>
        <pc:spChg chg="mod">
          <ac:chgData name="Owais Ahmed" userId="6abc7d4556b3b071" providerId="LiveId" clId="{0FDD8DE3-F1AE-4516-94DB-A1902CE94C41}" dt="2023-03-02T04:57:10.298" v="868" actId="20577"/>
          <ac:spMkLst>
            <pc:docMk/>
            <pc:sldMk cId="33298473" sldId="2480"/>
            <ac:spMk id="215" creationId="{00000000-0000-0000-0000-000000000000}"/>
          </ac:spMkLst>
        </pc:spChg>
        <pc:grpChg chg="add mod">
          <ac:chgData name="Owais Ahmed" userId="6abc7d4556b3b071" providerId="LiveId" clId="{0FDD8DE3-F1AE-4516-94DB-A1902CE94C41}" dt="2023-03-02T05:01:15.772" v="952" actId="1076"/>
          <ac:grpSpMkLst>
            <pc:docMk/>
            <pc:sldMk cId="33298473" sldId="2480"/>
            <ac:grpSpMk id="6" creationId="{FD589D9F-4290-70D5-647A-B064BD51AD0F}"/>
          </ac:grpSpMkLst>
        </pc:grpChg>
        <pc:graphicFrameChg chg="mod">
          <ac:chgData name="Owais Ahmed" userId="6abc7d4556b3b071" providerId="LiveId" clId="{0FDD8DE3-F1AE-4516-94DB-A1902CE94C41}" dt="2023-03-02T05:01:09.985" v="951" actId="1076"/>
          <ac:graphicFrameMkLst>
            <pc:docMk/>
            <pc:sldMk cId="33298473" sldId="2480"/>
            <ac:graphicFrameMk id="7" creationId="{7FAACA05-2AF8-65B6-3247-494C8D83A2A3}"/>
          </ac:graphicFrameMkLst>
        </pc:graphicFrameChg>
        <pc:graphicFrameChg chg="mod">
          <ac:chgData name="Owais Ahmed" userId="6abc7d4556b3b071" providerId="LiveId" clId="{0FDD8DE3-F1AE-4516-94DB-A1902CE94C41}" dt="2023-03-02T04:59:57.098" v="918"/>
          <ac:graphicFrameMkLst>
            <pc:docMk/>
            <pc:sldMk cId="33298473" sldId="2480"/>
            <ac:graphicFrameMk id="8" creationId="{499CFD65-868C-4833-4C17-404622B9360F}"/>
          </ac:graphicFrameMkLst>
        </pc:graphicFrameChg>
        <pc:graphicFrameChg chg="mod">
          <ac:chgData name="Owais Ahmed" userId="6abc7d4556b3b071" providerId="LiveId" clId="{0FDD8DE3-F1AE-4516-94DB-A1902CE94C41}" dt="2023-03-02T05:01:05.734" v="949" actId="1076"/>
          <ac:graphicFrameMkLst>
            <pc:docMk/>
            <pc:sldMk cId="33298473" sldId="2480"/>
            <ac:graphicFrameMk id="9" creationId="{05B7410C-9230-9514-6EE0-C6BB6D00E65A}"/>
          </ac:graphicFrameMkLst>
        </pc:graphicFrameChg>
      </pc:sldChg>
      <pc:sldChg chg="addSp delSp modSp add mod">
        <pc:chgData name="Owais Ahmed" userId="6abc7d4556b3b071" providerId="LiveId" clId="{0FDD8DE3-F1AE-4516-94DB-A1902CE94C41}" dt="2023-03-02T05:04:45.391" v="1131" actId="20577"/>
        <pc:sldMkLst>
          <pc:docMk/>
          <pc:sldMk cId="2242574499" sldId="2481"/>
        </pc:sldMkLst>
        <pc:spChg chg="mod">
          <ac:chgData name="Owais Ahmed" userId="6abc7d4556b3b071" providerId="LiveId" clId="{0FDD8DE3-F1AE-4516-94DB-A1902CE94C41}" dt="2023-03-02T05:04:45.391" v="1131" actId="20577"/>
          <ac:spMkLst>
            <pc:docMk/>
            <pc:sldMk cId="2242574499" sldId="2481"/>
            <ac:spMk id="3" creationId="{4A1C0383-58FE-E486-295E-B33B8683B938}"/>
          </ac:spMkLst>
        </pc:spChg>
        <pc:grpChg chg="del">
          <ac:chgData name="Owais Ahmed" userId="6abc7d4556b3b071" providerId="LiveId" clId="{0FDD8DE3-F1AE-4516-94DB-A1902CE94C41}" dt="2023-03-02T05:04:04.357" v="1104" actId="478"/>
          <ac:grpSpMkLst>
            <pc:docMk/>
            <pc:sldMk cId="2242574499" sldId="2481"/>
            <ac:grpSpMk id="6" creationId="{FD589D9F-4290-70D5-647A-B064BD51AD0F}"/>
          </ac:grpSpMkLst>
        </pc:grpChg>
        <pc:graphicFrameChg chg="add mod">
          <ac:chgData name="Owais Ahmed" userId="6abc7d4556b3b071" providerId="LiveId" clId="{0FDD8DE3-F1AE-4516-94DB-A1902CE94C41}" dt="2023-03-02T05:04:13.311" v="1107" actId="1076"/>
          <ac:graphicFrameMkLst>
            <pc:docMk/>
            <pc:sldMk cId="2242574499" sldId="2481"/>
            <ac:graphicFrameMk id="4" creationId="{A4BC4EBA-3876-6BF4-89C0-19210A8CD91E}"/>
          </ac:graphicFrameMkLst>
        </pc:graphicFrameChg>
      </pc:sldChg>
      <pc:sldChg chg="addSp delSp modSp add mod modAnim">
        <pc:chgData name="Owais Ahmed" userId="6abc7d4556b3b071" providerId="LiveId" clId="{0FDD8DE3-F1AE-4516-94DB-A1902CE94C41}" dt="2023-03-02T05:07:54.229" v="1274"/>
        <pc:sldMkLst>
          <pc:docMk/>
          <pc:sldMk cId="3554497857" sldId="2482"/>
        </pc:sldMkLst>
        <pc:spChg chg="mod">
          <ac:chgData name="Owais Ahmed" userId="6abc7d4556b3b071" providerId="LiveId" clId="{0FDD8DE3-F1AE-4516-94DB-A1902CE94C41}" dt="2023-03-02T05:07:34.050" v="1267" actId="14100"/>
          <ac:spMkLst>
            <pc:docMk/>
            <pc:sldMk cId="3554497857" sldId="2482"/>
            <ac:spMk id="3" creationId="{4A1C0383-58FE-E486-295E-B33B8683B938}"/>
          </ac:spMkLst>
        </pc:spChg>
        <pc:spChg chg="mod">
          <ac:chgData name="Owais Ahmed" userId="6abc7d4556b3b071" providerId="LiveId" clId="{0FDD8DE3-F1AE-4516-94DB-A1902CE94C41}" dt="2023-03-02T05:07:49.003" v="1273" actId="1076"/>
          <ac:spMkLst>
            <pc:docMk/>
            <pc:sldMk cId="3554497857" sldId="2482"/>
            <ac:spMk id="7" creationId="{C4E1FD69-13E5-3FE3-DBBD-F4EDBD0B4548}"/>
          </ac:spMkLst>
        </pc:spChg>
        <pc:spChg chg="mod">
          <ac:chgData name="Owais Ahmed" userId="6abc7d4556b3b071" providerId="LiveId" clId="{0FDD8DE3-F1AE-4516-94DB-A1902CE94C41}" dt="2023-03-02T05:07:49.003" v="1273" actId="1076"/>
          <ac:spMkLst>
            <pc:docMk/>
            <pc:sldMk cId="3554497857" sldId="2482"/>
            <ac:spMk id="8" creationId="{A3151781-A385-D86F-D674-1B13A34E15FD}"/>
          </ac:spMkLst>
        </pc:spChg>
        <pc:spChg chg="mod">
          <ac:chgData name="Owais Ahmed" userId="6abc7d4556b3b071" providerId="LiveId" clId="{0FDD8DE3-F1AE-4516-94DB-A1902CE94C41}" dt="2023-03-02T05:07:49.003" v="1273" actId="1076"/>
          <ac:spMkLst>
            <pc:docMk/>
            <pc:sldMk cId="3554497857" sldId="2482"/>
            <ac:spMk id="9" creationId="{7FEA710A-3158-0DA2-73B7-9B738D7CB45C}"/>
          </ac:spMkLst>
        </pc:spChg>
        <pc:spChg chg="mod">
          <ac:chgData name="Owais Ahmed" userId="6abc7d4556b3b071" providerId="LiveId" clId="{0FDD8DE3-F1AE-4516-94DB-A1902CE94C41}" dt="2023-03-02T05:07:49.003" v="1273" actId="1076"/>
          <ac:spMkLst>
            <pc:docMk/>
            <pc:sldMk cId="3554497857" sldId="2482"/>
            <ac:spMk id="10" creationId="{4E343397-BF21-8FB1-2BA8-F2FBF2316C97}"/>
          </ac:spMkLst>
        </pc:spChg>
        <pc:spChg chg="mod">
          <ac:chgData name="Owais Ahmed" userId="6abc7d4556b3b071" providerId="LiveId" clId="{0FDD8DE3-F1AE-4516-94DB-A1902CE94C41}" dt="2023-03-02T05:07:49.003" v="1273" actId="1076"/>
          <ac:spMkLst>
            <pc:docMk/>
            <pc:sldMk cId="3554497857" sldId="2482"/>
            <ac:spMk id="11" creationId="{CE1638A0-80E0-117E-C1B2-FD5E695BDC5B}"/>
          </ac:spMkLst>
        </pc:spChg>
        <pc:spChg chg="mod">
          <ac:chgData name="Owais Ahmed" userId="6abc7d4556b3b071" providerId="LiveId" clId="{0FDD8DE3-F1AE-4516-94DB-A1902CE94C41}" dt="2023-03-02T05:07:49.003" v="1273" actId="1076"/>
          <ac:spMkLst>
            <pc:docMk/>
            <pc:sldMk cId="3554497857" sldId="2482"/>
            <ac:spMk id="12" creationId="{B708FF02-D0A1-390F-D4A4-141B061E2351}"/>
          </ac:spMkLst>
        </pc:spChg>
        <pc:spChg chg="mod">
          <ac:chgData name="Owais Ahmed" userId="6abc7d4556b3b071" providerId="LiveId" clId="{0FDD8DE3-F1AE-4516-94DB-A1902CE94C41}" dt="2023-03-02T05:07:49.003" v="1273" actId="1076"/>
          <ac:spMkLst>
            <pc:docMk/>
            <pc:sldMk cId="3554497857" sldId="2482"/>
            <ac:spMk id="13" creationId="{9D5025B5-0745-F2E3-16E8-8CA67BAAD609}"/>
          </ac:spMkLst>
        </pc:spChg>
        <pc:grpChg chg="add del mod">
          <ac:chgData name="Owais Ahmed" userId="6abc7d4556b3b071" providerId="LiveId" clId="{0FDD8DE3-F1AE-4516-94DB-A1902CE94C41}" dt="2023-03-02T05:07:49.003" v="1273" actId="1076"/>
          <ac:grpSpMkLst>
            <pc:docMk/>
            <pc:sldMk cId="3554497857" sldId="2482"/>
            <ac:grpSpMk id="5" creationId="{94258CDA-92B0-B5D6-384D-F2A3E75B7760}"/>
          </ac:grpSpMkLst>
        </pc:grpChg>
        <pc:graphicFrameChg chg="del">
          <ac:chgData name="Owais Ahmed" userId="6abc7d4556b3b071" providerId="LiveId" clId="{0FDD8DE3-F1AE-4516-94DB-A1902CE94C41}" dt="2023-03-02T05:06:19.043" v="1232" actId="478"/>
          <ac:graphicFrameMkLst>
            <pc:docMk/>
            <pc:sldMk cId="3554497857" sldId="2482"/>
            <ac:graphicFrameMk id="4" creationId="{A4BC4EBA-3876-6BF4-89C0-19210A8CD91E}"/>
          </ac:graphicFrameMkLst>
        </pc:graphicFrameChg>
        <pc:graphicFrameChg chg="mod">
          <ac:chgData name="Owais Ahmed" userId="6abc7d4556b3b071" providerId="LiveId" clId="{0FDD8DE3-F1AE-4516-94DB-A1902CE94C41}" dt="2023-03-02T05:07:49.003" v="1273" actId="1076"/>
          <ac:graphicFrameMkLst>
            <pc:docMk/>
            <pc:sldMk cId="3554497857" sldId="2482"/>
            <ac:graphicFrameMk id="6" creationId="{E263AE06-16F9-EA63-2B55-AFAFDFF05400}"/>
          </ac:graphicFrameMkLst>
        </pc:graphicFrameChg>
      </pc:sldChg>
      <pc:sldChg chg="addSp delSp modSp add mod modAnim">
        <pc:chgData name="Owais Ahmed" userId="6abc7d4556b3b071" providerId="LiveId" clId="{0FDD8DE3-F1AE-4516-94DB-A1902CE94C41}" dt="2023-03-02T05:12:04.645" v="1365" actId="20577"/>
        <pc:sldMkLst>
          <pc:docMk/>
          <pc:sldMk cId="677534828" sldId="2483"/>
        </pc:sldMkLst>
        <pc:spChg chg="mod">
          <ac:chgData name="Owais Ahmed" userId="6abc7d4556b3b071" providerId="LiveId" clId="{0FDD8DE3-F1AE-4516-94DB-A1902CE94C41}" dt="2023-03-02T05:12:04.645" v="1365" actId="20577"/>
          <ac:spMkLst>
            <pc:docMk/>
            <pc:sldMk cId="677534828" sldId="2483"/>
            <ac:spMk id="3" creationId="{4A1C0383-58FE-E486-295E-B33B8683B938}"/>
          </ac:spMkLst>
        </pc:spChg>
        <pc:grpChg chg="del">
          <ac:chgData name="Owais Ahmed" userId="6abc7d4556b3b071" providerId="LiveId" clId="{0FDD8DE3-F1AE-4516-94DB-A1902CE94C41}" dt="2023-03-02T05:08:35.450" v="1276" actId="478"/>
          <ac:grpSpMkLst>
            <pc:docMk/>
            <pc:sldMk cId="677534828" sldId="2483"/>
            <ac:grpSpMk id="5" creationId="{94258CDA-92B0-B5D6-384D-F2A3E75B7760}"/>
          </ac:grpSpMkLst>
        </pc:grpChg>
        <pc:graphicFrameChg chg="add mod">
          <ac:chgData name="Owais Ahmed" userId="6abc7d4556b3b071" providerId="LiveId" clId="{0FDD8DE3-F1AE-4516-94DB-A1902CE94C41}" dt="2023-03-02T05:09:36.384" v="1301" actId="1076"/>
          <ac:graphicFrameMkLst>
            <pc:docMk/>
            <pc:sldMk cId="677534828" sldId="2483"/>
            <ac:graphicFrameMk id="4" creationId="{976AB35B-B8A7-3F4B-F4BD-5863694BCC5D}"/>
          </ac:graphicFrameMkLst>
        </pc:graphicFrameChg>
      </pc:sldChg>
      <pc:sldChg chg="addSp delSp modSp add mod">
        <pc:chgData name="Owais Ahmed" userId="6abc7d4556b3b071" providerId="LiveId" clId="{0FDD8DE3-F1AE-4516-94DB-A1902CE94C41}" dt="2023-03-02T05:19:22.243" v="1681" actId="20577"/>
        <pc:sldMkLst>
          <pc:docMk/>
          <pc:sldMk cId="278977406" sldId="2484"/>
        </pc:sldMkLst>
        <pc:spChg chg="mod">
          <ac:chgData name="Owais Ahmed" userId="6abc7d4556b3b071" providerId="LiveId" clId="{0FDD8DE3-F1AE-4516-94DB-A1902CE94C41}" dt="2023-03-02T05:19:22.243" v="1681" actId="20577"/>
          <ac:spMkLst>
            <pc:docMk/>
            <pc:sldMk cId="278977406" sldId="2484"/>
            <ac:spMk id="3" creationId="{4A1C0383-58FE-E486-295E-B33B8683B938}"/>
          </ac:spMkLst>
        </pc:spChg>
        <pc:spChg chg="mod">
          <ac:chgData name="Owais Ahmed" userId="6abc7d4556b3b071" providerId="LiveId" clId="{0FDD8DE3-F1AE-4516-94DB-A1902CE94C41}" dt="2023-03-02T05:16:06.728" v="1373" actId="1076"/>
          <ac:spMkLst>
            <pc:docMk/>
            <pc:sldMk cId="278977406" sldId="2484"/>
            <ac:spMk id="7" creationId="{55BA099A-CF9D-DA01-089D-3FB73BCCDF0D}"/>
          </ac:spMkLst>
        </pc:spChg>
        <pc:spChg chg="mod">
          <ac:chgData name="Owais Ahmed" userId="6abc7d4556b3b071" providerId="LiveId" clId="{0FDD8DE3-F1AE-4516-94DB-A1902CE94C41}" dt="2023-03-02T05:16:06.728" v="1373" actId="1076"/>
          <ac:spMkLst>
            <pc:docMk/>
            <pc:sldMk cId="278977406" sldId="2484"/>
            <ac:spMk id="8" creationId="{8B5CD697-AFB4-87A3-6AE0-3E13DFFBFE9A}"/>
          </ac:spMkLst>
        </pc:spChg>
        <pc:spChg chg="mod">
          <ac:chgData name="Owais Ahmed" userId="6abc7d4556b3b071" providerId="LiveId" clId="{0FDD8DE3-F1AE-4516-94DB-A1902CE94C41}" dt="2023-03-02T05:16:06.728" v="1373" actId="1076"/>
          <ac:spMkLst>
            <pc:docMk/>
            <pc:sldMk cId="278977406" sldId="2484"/>
            <ac:spMk id="9" creationId="{14D7CFE0-500B-EE3E-0916-F312008148CA}"/>
          </ac:spMkLst>
        </pc:spChg>
        <pc:spChg chg="mod">
          <ac:chgData name="Owais Ahmed" userId="6abc7d4556b3b071" providerId="LiveId" clId="{0FDD8DE3-F1AE-4516-94DB-A1902CE94C41}" dt="2023-03-02T05:16:06.728" v="1373" actId="1076"/>
          <ac:spMkLst>
            <pc:docMk/>
            <pc:sldMk cId="278977406" sldId="2484"/>
            <ac:spMk id="11" creationId="{43214471-716B-DD60-6ABE-109DFA27050D}"/>
          </ac:spMkLst>
        </pc:spChg>
        <pc:spChg chg="mod">
          <ac:chgData name="Owais Ahmed" userId="6abc7d4556b3b071" providerId="LiveId" clId="{0FDD8DE3-F1AE-4516-94DB-A1902CE94C41}" dt="2023-03-02T05:16:06.728" v="1373" actId="1076"/>
          <ac:spMkLst>
            <pc:docMk/>
            <pc:sldMk cId="278977406" sldId="2484"/>
            <ac:spMk id="13" creationId="{FAA990E2-2821-A383-E799-8067629CA75C}"/>
          </ac:spMkLst>
        </pc:spChg>
        <pc:spChg chg="mod">
          <ac:chgData name="Owais Ahmed" userId="6abc7d4556b3b071" providerId="LiveId" clId="{0FDD8DE3-F1AE-4516-94DB-A1902CE94C41}" dt="2023-03-02T05:16:06.728" v="1373" actId="1076"/>
          <ac:spMkLst>
            <pc:docMk/>
            <pc:sldMk cId="278977406" sldId="2484"/>
            <ac:spMk id="15" creationId="{7DA1DB7D-B35C-DE61-9AFF-134B326B0FD9}"/>
          </ac:spMkLst>
        </pc:spChg>
        <pc:spChg chg="mod">
          <ac:chgData name="Owais Ahmed" userId="6abc7d4556b3b071" providerId="LiveId" clId="{0FDD8DE3-F1AE-4516-94DB-A1902CE94C41}" dt="2023-03-02T05:16:06.728" v="1373" actId="1076"/>
          <ac:spMkLst>
            <pc:docMk/>
            <pc:sldMk cId="278977406" sldId="2484"/>
            <ac:spMk id="16" creationId="{29E538EA-8887-71D8-6567-6AE1C312A98A}"/>
          </ac:spMkLst>
        </pc:spChg>
        <pc:spChg chg="mod">
          <ac:chgData name="Owais Ahmed" userId="6abc7d4556b3b071" providerId="LiveId" clId="{0FDD8DE3-F1AE-4516-94DB-A1902CE94C41}" dt="2023-03-02T05:16:06.728" v="1373" actId="1076"/>
          <ac:spMkLst>
            <pc:docMk/>
            <pc:sldMk cId="278977406" sldId="2484"/>
            <ac:spMk id="17" creationId="{FCAA705B-E173-3247-BD24-8A5E9844FF2A}"/>
          </ac:spMkLst>
        </pc:spChg>
        <pc:spChg chg="mod">
          <ac:chgData name="Owais Ahmed" userId="6abc7d4556b3b071" providerId="LiveId" clId="{0FDD8DE3-F1AE-4516-94DB-A1902CE94C41}" dt="2023-03-02T05:16:06.728" v="1373" actId="1076"/>
          <ac:spMkLst>
            <pc:docMk/>
            <pc:sldMk cId="278977406" sldId="2484"/>
            <ac:spMk id="18" creationId="{FD1EE0E5-528C-1471-6132-2C95A8FF34DB}"/>
          </ac:spMkLst>
        </pc:spChg>
        <pc:spChg chg="mod">
          <ac:chgData name="Owais Ahmed" userId="6abc7d4556b3b071" providerId="LiveId" clId="{0FDD8DE3-F1AE-4516-94DB-A1902CE94C41}" dt="2023-03-02T05:16:06.728" v="1373" actId="1076"/>
          <ac:spMkLst>
            <pc:docMk/>
            <pc:sldMk cId="278977406" sldId="2484"/>
            <ac:spMk id="19" creationId="{8638A1AB-9E42-C187-D2AC-D9C9A3F3A5D1}"/>
          </ac:spMkLst>
        </pc:spChg>
        <pc:spChg chg="mod">
          <ac:chgData name="Owais Ahmed" userId="6abc7d4556b3b071" providerId="LiveId" clId="{0FDD8DE3-F1AE-4516-94DB-A1902CE94C41}" dt="2023-03-02T05:16:06.728" v="1373" actId="1076"/>
          <ac:spMkLst>
            <pc:docMk/>
            <pc:sldMk cId="278977406" sldId="2484"/>
            <ac:spMk id="20" creationId="{FB75DA1E-A533-0DC9-6375-3B13FE54D5FD}"/>
          </ac:spMkLst>
        </pc:spChg>
        <pc:spChg chg="mod">
          <ac:chgData name="Owais Ahmed" userId="6abc7d4556b3b071" providerId="LiveId" clId="{0FDD8DE3-F1AE-4516-94DB-A1902CE94C41}" dt="2023-03-02T05:16:06.728" v="1373" actId="1076"/>
          <ac:spMkLst>
            <pc:docMk/>
            <pc:sldMk cId="278977406" sldId="2484"/>
            <ac:spMk id="21" creationId="{05D4747D-C55A-27A8-A503-97067BF659CD}"/>
          </ac:spMkLst>
        </pc:spChg>
        <pc:spChg chg="mod">
          <ac:chgData name="Owais Ahmed" userId="6abc7d4556b3b071" providerId="LiveId" clId="{0FDD8DE3-F1AE-4516-94DB-A1902CE94C41}" dt="2023-03-02T05:16:06.728" v="1373" actId="1076"/>
          <ac:spMkLst>
            <pc:docMk/>
            <pc:sldMk cId="278977406" sldId="2484"/>
            <ac:spMk id="22" creationId="{060909E4-FC5A-F3CB-0DCE-7A6B2C8D85FE}"/>
          </ac:spMkLst>
        </pc:spChg>
        <pc:spChg chg="mod">
          <ac:chgData name="Owais Ahmed" userId="6abc7d4556b3b071" providerId="LiveId" clId="{0FDD8DE3-F1AE-4516-94DB-A1902CE94C41}" dt="2023-03-02T05:16:06.728" v="1373" actId="1076"/>
          <ac:spMkLst>
            <pc:docMk/>
            <pc:sldMk cId="278977406" sldId="2484"/>
            <ac:spMk id="23" creationId="{A34C6B58-56E8-825F-57FF-2ED8615E7079}"/>
          </ac:spMkLst>
        </pc:spChg>
        <pc:spChg chg="mod">
          <ac:chgData name="Owais Ahmed" userId="6abc7d4556b3b071" providerId="LiveId" clId="{0FDD8DE3-F1AE-4516-94DB-A1902CE94C41}" dt="2023-03-02T05:16:06.728" v="1373" actId="1076"/>
          <ac:spMkLst>
            <pc:docMk/>
            <pc:sldMk cId="278977406" sldId="2484"/>
            <ac:spMk id="24" creationId="{97FFB713-4A4F-385D-29BA-E73F9F9AF409}"/>
          </ac:spMkLst>
        </pc:spChg>
        <pc:spChg chg="mod">
          <ac:chgData name="Owais Ahmed" userId="6abc7d4556b3b071" providerId="LiveId" clId="{0FDD8DE3-F1AE-4516-94DB-A1902CE94C41}" dt="2023-03-02T05:16:06.728" v="1373" actId="1076"/>
          <ac:spMkLst>
            <pc:docMk/>
            <pc:sldMk cId="278977406" sldId="2484"/>
            <ac:spMk id="25" creationId="{83D4EE20-4465-2F99-20E4-96B41FE72BAA}"/>
          </ac:spMkLst>
        </pc:spChg>
        <pc:spChg chg="mod">
          <ac:chgData name="Owais Ahmed" userId="6abc7d4556b3b071" providerId="LiveId" clId="{0FDD8DE3-F1AE-4516-94DB-A1902CE94C41}" dt="2023-03-02T05:16:06.728" v="1373" actId="1076"/>
          <ac:spMkLst>
            <pc:docMk/>
            <pc:sldMk cId="278977406" sldId="2484"/>
            <ac:spMk id="26" creationId="{CBD0581F-8EAF-DD54-9931-F722097CCF36}"/>
          </ac:spMkLst>
        </pc:spChg>
        <pc:spChg chg="mod">
          <ac:chgData name="Owais Ahmed" userId="6abc7d4556b3b071" providerId="LiveId" clId="{0FDD8DE3-F1AE-4516-94DB-A1902CE94C41}" dt="2023-03-02T05:16:06.728" v="1373" actId="1076"/>
          <ac:spMkLst>
            <pc:docMk/>
            <pc:sldMk cId="278977406" sldId="2484"/>
            <ac:spMk id="27" creationId="{65B31570-2F7D-A625-6849-372E2DEECD85}"/>
          </ac:spMkLst>
        </pc:spChg>
        <pc:spChg chg="mod">
          <ac:chgData name="Owais Ahmed" userId="6abc7d4556b3b071" providerId="LiveId" clId="{0FDD8DE3-F1AE-4516-94DB-A1902CE94C41}" dt="2023-03-02T05:16:06.728" v="1373" actId="1076"/>
          <ac:spMkLst>
            <pc:docMk/>
            <pc:sldMk cId="278977406" sldId="2484"/>
            <ac:spMk id="28" creationId="{EF6A9AF1-BD6E-86CB-85D2-48629D499C36}"/>
          </ac:spMkLst>
        </pc:spChg>
        <pc:spChg chg="mod">
          <ac:chgData name="Owais Ahmed" userId="6abc7d4556b3b071" providerId="LiveId" clId="{0FDD8DE3-F1AE-4516-94DB-A1902CE94C41}" dt="2023-03-02T05:16:06.728" v="1373" actId="1076"/>
          <ac:spMkLst>
            <pc:docMk/>
            <pc:sldMk cId="278977406" sldId="2484"/>
            <ac:spMk id="29" creationId="{598807CE-1E04-5612-F554-B4F4EF64953A}"/>
          </ac:spMkLst>
        </pc:spChg>
        <pc:grpChg chg="add mod">
          <ac:chgData name="Owais Ahmed" userId="6abc7d4556b3b071" providerId="LiveId" clId="{0FDD8DE3-F1AE-4516-94DB-A1902CE94C41}" dt="2023-03-02T05:16:06.728" v="1373" actId="1076"/>
          <ac:grpSpMkLst>
            <pc:docMk/>
            <pc:sldMk cId="278977406" sldId="2484"/>
            <ac:grpSpMk id="5" creationId="{F299F5F0-22E0-D1A1-49CA-0FA87EC7C3F5}"/>
          </ac:grpSpMkLst>
        </pc:grpChg>
        <pc:grpChg chg="mod">
          <ac:chgData name="Owais Ahmed" userId="6abc7d4556b3b071" providerId="LiveId" clId="{0FDD8DE3-F1AE-4516-94DB-A1902CE94C41}" dt="2023-03-02T05:16:06.728" v="1373" actId="1076"/>
          <ac:grpSpMkLst>
            <pc:docMk/>
            <pc:sldMk cId="278977406" sldId="2484"/>
            <ac:grpSpMk id="10" creationId="{5F8B08D4-6C65-A4B4-7200-EEB2C72E35C3}"/>
          </ac:grpSpMkLst>
        </pc:grpChg>
        <pc:grpChg chg="mod">
          <ac:chgData name="Owais Ahmed" userId="6abc7d4556b3b071" providerId="LiveId" clId="{0FDD8DE3-F1AE-4516-94DB-A1902CE94C41}" dt="2023-03-02T05:16:06.728" v="1373" actId="1076"/>
          <ac:grpSpMkLst>
            <pc:docMk/>
            <pc:sldMk cId="278977406" sldId="2484"/>
            <ac:grpSpMk id="12" creationId="{C08FEAF3-94E6-1EEA-45F3-B6619E861383}"/>
          </ac:grpSpMkLst>
        </pc:grpChg>
        <pc:grpChg chg="mod">
          <ac:chgData name="Owais Ahmed" userId="6abc7d4556b3b071" providerId="LiveId" clId="{0FDD8DE3-F1AE-4516-94DB-A1902CE94C41}" dt="2023-03-02T05:16:06.728" v="1373" actId="1076"/>
          <ac:grpSpMkLst>
            <pc:docMk/>
            <pc:sldMk cId="278977406" sldId="2484"/>
            <ac:grpSpMk id="14" creationId="{65F0AE59-9C85-3533-161C-A401EAF2021F}"/>
          </ac:grpSpMkLst>
        </pc:grpChg>
        <pc:graphicFrameChg chg="del">
          <ac:chgData name="Owais Ahmed" userId="6abc7d4556b3b071" providerId="LiveId" clId="{0FDD8DE3-F1AE-4516-94DB-A1902CE94C41}" dt="2023-03-02T05:12:28.584" v="1367" actId="478"/>
          <ac:graphicFrameMkLst>
            <pc:docMk/>
            <pc:sldMk cId="278977406" sldId="2484"/>
            <ac:graphicFrameMk id="4" creationId="{976AB35B-B8A7-3F4B-F4BD-5863694BCC5D}"/>
          </ac:graphicFrameMkLst>
        </pc:graphicFrameChg>
        <pc:graphicFrameChg chg="mod">
          <ac:chgData name="Owais Ahmed" userId="6abc7d4556b3b071" providerId="LiveId" clId="{0FDD8DE3-F1AE-4516-94DB-A1902CE94C41}" dt="2023-03-02T05:16:06.728" v="1373" actId="1076"/>
          <ac:graphicFrameMkLst>
            <pc:docMk/>
            <pc:sldMk cId="278977406" sldId="2484"/>
            <ac:graphicFrameMk id="6" creationId="{D6062A98-8C21-5037-803E-40FA7421CEF0}"/>
          </ac:graphicFrameMkLst>
        </pc:graphicFrameChg>
      </pc:sldChg>
      <pc:sldChg chg="add del">
        <pc:chgData name="Owais Ahmed" userId="6abc7d4556b3b071" providerId="LiveId" clId="{0FDD8DE3-F1AE-4516-94DB-A1902CE94C41}" dt="2023-03-02T04:35:20.256" v="256" actId="47"/>
        <pc:sldMkLst>
          <pc:docMk/>
          <pc:sldMk cId="2426892836" sldId="2485"/>
        </pc:sldMkLst>
      </pc:sldChg>
      <pc:sldChg chg="delSp modSp add mod modAnim">
        <pc:chgData name="Owais Ahmed" userId="6abc7d4556b3b071" providerId="LiveId" clId="{0FDD8DE3-F1AE-4516-94DB-A1902CE94C41}" dt="2023-03-02T05:33:14.169" v="1944" actId="20577"/>
        <pc:sldMkLst>
          <pc:docMk/>
          <pc:sldMk cId="2995985000" sldId="2485"/>
        </pc:sldMkLst>
        <pc:spChg chg="mod">
          <ac:chgData name="Owais Ahmed" userId="6abc7d4556b3b071" providerId="LiveId" clId="{0FDD8DE3-F1AE-4516-94DB-A1902CE94C41}" dt="2023-03-02T05:33:14.169" v="1944" actId="20577"/>
          <ac:spMkLst>
            <pc:docMk/>
            <pc:sldMk cId="2995985000" sldId="2485"/>
            <ac:spMk id="3" creationId="{4A1C0383-58FE-E486-295E-B33B8683B938}"/>
          </ac:spMkLst>
        </pc:spChg>
        <pc:grpChg chg="del">
          <ac:chgData name="Owais Ahmed" userId="6abc7d4556b3b071" providerId="LiveId" clId="{0FDD8DE3-F1AE-4516-94DB-A1902CE94C41}" dt="2023-03-02T05:19:52.045" v="1683" actId="478"/>
          <ac:grpSpMkLst>
            <pc:docMk/>
            <pc:sldMk cId="2995985000" sldId="2485"/>
            <ac:grpSpMk id="5" creationId="{F299F5F0-22E0-D1A1-49CA-0FA87EC7C3F5}"/>
          </ac:grpSpMkLst>
        </pc:grpChg>
      </pc:sldChg>
      <pc:sldChg chg="modSp add mod modAnim">
        <pc:chgData name="Owais Ahmed" userId="6abc7d4556b3b071" providerId="LiveId" clId="{0FDD8DE3-F1AE-4516-94DB-A1902CE94C41}" dt="2023-03-02T05:36:18.701" v="2006" actId="20577"/>
        <pc:sldMkLst>
          <pc:docMk/>
          <pc:sldMk cId="1088870247" sldId="2486"/>
        </pc:sldMkLst>
        <pc:spChg chg="mod">
          <ac:chgData name="Owais Ahmed" userId="6abc7d4556b3b071" providerId="LiveId" clId="{0FDD8DE3-F1AE-4516-94DB-A1902CE94C41}" dt="2023-03-02T05:36:18.701" v="2006" actId="20577"/>
          <ac:spMkLst>
            <pc:docMk/>
            <pc:sldMk cId="1088870247" sldId="2486"/>
            <ac:spMk id="3" creationId="{4A1C0383-58FE-E486-295E-B33B8683B938}"/>
          </ac:spMkLst>
        </pc:spChg>
        <pc:spChg chg="mod">
          <ac:chgData name="Owais Ahmed" userId="6abc7d4556b3b071" providerId="LiveId" clId="{0FDD8DE3-F1AE-4516-94DB-A1902CE94C41}" dt="2023-03-02T05:33:51.460" v="1964" actId="5793"/>
          <ac:spMkLst>
            <pc:docMk/>
            <pc:sldMk cId="1088870247" sldId="2486"/>
            <ac:spMk id="215" creationId="{00000000-0000-0000-0000-000000000000}"/>
          </ac:spMkLst>
        </pc:spChg>
      </pc:sldChg>
      <pc:sldChg chg="del">
        <pc:chgData name="Owais Ahmed" userId="6abc7d4556b3b071" providerId="LiveId" clId="{0FDD8DE3-F1AE-4516-94DB-A1902CE94C41}" dt="2023-03-02T04:35:18.933" v="254" actId="47"/>
        <pc:sldMkLst>
          <pc:docMk/>
          <pc:sldMk cId="3132224988" sldId="2486"/>
        </pc:sldMkLst>
      </pc:sldChg>
      <pc:sldChg chg="addSp modSp add mod ord modAnim modNotesTx">
        <pc:chgData name="Owais Ahmed" userId="6abc7d4556b3b071" providerId="LiveId" clId="{0FDD8DE3-F1AE-4516-94DB-A1902CE94C41}" dt="2023-03-02T05:44:54.853" v="2642" actId="20577"/>
        <pc:sldMkLst>
          <pc:docMk/>
          <pc:sldMk cId="1653736541" sldId="2487"/>
        </pc:sldMkLst>
        <pc:spChg chg="mod">
          <ac:chgData name="Owais Ahmed" userId="6abc7d4556b3b071" providerId="LiveId" clId="{0FDD8DE3-F1AE-4516-94DB-A1902CE94C41}" dt="2023-03-02T05:44:06.203" v="2472" actId="20577"/>
          <ac:spMkLst>
            <pc:docMk/>
            <pc:sldMk cId="1653736541" sldId="2487"/>
            <ac:spMk id="3" creationId="{4A1C0383-58FE-E486-295E-B33B8683B938}"/>
          </ac:spMkLst>
        </pc:spChg>
        <pc:graphicFrameChg chg="add mod">
          <ac:chgData name="Owais Ahmed" userId="6abc7d4556b3b071" providerId="LiveId" clId="{0FDD8DE3-F1AE-4516-94DB-A1902CE94C41}" dt="2023-03-02T05:40:24.446" v="2091" actId="1076"/>
          <ac:graphicFrameMkLst>
            <pc:docMk/>
            <pc:sldMk cId="1653736541" sldId="2487"/>
            <ac:graphicFrameMk id="4" creationId="{B20B5C78-0431-0648-1A9D-66005AC79585}"/>
          </ac:graphicFrameMkLst>
        </pc:graphicFrameChg>
      </pc:sldChg>
      <pc:sldChg chg="add del">
        <pc:chgData name="Owais Ahmed" userId="6abc7d4556b3b071" providerId="LiveId" clId="{0FDD8DE3-F1AE-4516-94DB-A1902CE94C41}" dt="2023-03-02T05:39:42.723" v="2008" actId="2890"/>
        <pc:sldMkLst>
          <pc:docMk/>
          <pc:sldMk cId="1743220608" sldId="2487"/>
        </pc:sldMkLst>
      </pc:sldChg>
      <pc:sldChg chg="addSp modSp add mod ord modAnim">
        <pc:chgData name="Owais Ahmed" userId="6abc7d4556b3b071" providerId="LiveId" clId="{0FDD8DE3-F1AE-4516-94DB-A1902CE94C41}" dt="2023-03-02T05:49:25.027" v="2865"/>
        <pc:sldMkLst>
          <pc:docMk/>
          <pc:sldMk cId="633565940" sldId="2488"/>
        </pc:sldMkLst>
        <pc:spChg chg="mod">
          <ac:chgData name="Owais Ahmed" userId="6abc7d4556b3b071" providerId="LiveId" clId="{0FDD8DE3-F1AE-4516-94DB-A1902CE94C41}" dt="2023-03-02T05:47:02.045" v="2843" actId="14100"/>
          <ac:spMkLst>
            <pc:docMk/>
            <pc:sldMk cId="633565940" sldId="2488"/>
            <ac:spMk id="3" creationId="{4A1C0383-58FE-E486-295E-B33B8683B938}"/>
          </ac:spMkLst>
        </pc:spChg>
        <pc:spChg chg="mod">
          <ac:chgData name="Owais Ahmed" userId="6abc7d4556b3b071" providerId="LiveId" clId="{0FDD8DE3-F1AE-4516-94DB-A1902CE94C41}" dt="2023-03-02T05:45:50.131" v="2672" actId="20577"/>
          <ac:spMkLst>
            <pc:docMk/>
            <pc:sldMk cId="633565940" sldId="2488"/>
            <ac:spMk id="215" creationId="{00000000-0000-0000-0000-000000000000}"/>
          </ac:spMkLst>
        </pc:spChg>
        <pc:picChg chg="add mod">
          <ac:chgData name="Owais Ahmed" userId="6abc7d4556b3b071" providerId="LiveId" clId="{0FDD8DE3-F1AE-4516-94DB-A1902CE94C41}" dt="2023-03-02T05:48:56.135" v="2858" actId="1076"/>
          <ac:picMkLst>
            <pc:docMk/>
            <pc:sldMk cId="633565940" sldId="2488"/>
            <ac:picMk id="4" creationId="{2FB2FA82-BF57-F914-975C-C5DBC8806F68}"/>
          </ac:picMkLst>
        </pc:picChg>
        <pc:picChg chg="add mod">
          <ac:chgData name="Owais Ahmed" userId="6abc7d4556b3b071" providerId="LiveId" clId="{0FDD8DE3-F1AE-4516-94DB-A1902CE94C41}" dt="2023-03-02T05:48:58.691" v="2859" actId="1076"/>
          <ac:picMkLst>
            <pc:docMk/>
            <pc:sldMk cId="633565940" sldId="2488"/>
            <ac:picMk id="5" creationId="{1673933C-07C7-2F84-9017-8484D30A66DF}"/>
          </ac:picMkLst>
        </pc:picChg>
        <pc:picChg chg="add mod">
          <ac:chgData name="Owais Ahmed" userId="6abc7d4556b3b071" providerId="LiveId" clId="{0FDD8DE3-F1AE-4516-94DB-A1902CE94C41}" dt="2023-03-02T05:49:02.148" v="2860" actId="1076"/>
          <ac:picMkLst>
            <pc:docMk/>
            <pc:sldMk cId="633565940" sldId="2488"/>
            <ac:picMk id="6" creationId="{1382AA95-4B26-3C7F-D081-29C805830DC9}"/>
          </ac:picMkLst>
        </pc:picChg>
      </pc:sldChg>
      <pc:sldChg chg="add del">
        <pc:chgData name="Owais Ahmed" userId="6abc7d4556b3b071" providerId="LiveId" clId="{0FDD8DE3-F1AE-4516-94DB-A1902CE94C41}" dt="2023-03-02T04:35:19.865" v="255" actId="47"/>
        <pc:sldMkLst>
          <pc:docMk/>
          <pc:sldMk cId="918376006" sldId="2488"/>
        </pc:sldMkLst>
      </pc:sldChg>
      <pc:sldChg chg="add del">
        <pc:chgData name="Owais Ahmed" userId="6abc7d4556b3b071" providerId="LiveId" clId="{0FDD8DE3-F1AE-4516-94DB-A1902CE94C41}" dt="2023-03-02T05:49:58.669" v="2867" actId="2890"/>
        <pc:sldMkLst>
          <pc:docMk/>
          <pc:sldMk cId="1383689140" sldId="2489"/>
        </pc:sldMkLst>
      </pc:sldChg>
      <pc:sldChg chg="del">
        <pc:chgData name="Owais Ahmed" userId="6abc7d4556b3b071" providerId="LiveId" clId="{0FDD8DE3-F1AE-4516-94DB-A1902CE94C41}" dt="2023-03-02T04:35:21.399" v="257" actId="47"/>
        <pc:sldMkLst>
          <pc:docMk/>
          <pc:sldMk cId="3454217637" sldId="2489"/>
        </pc:sldMkLst>
      </pc:sldChg>
      <pc:sldChg chg="addSp delSp modSp add mod ord delAnim modAnim modNotesTx">
        <pc:chgData name="Owais Ahmed" userId="6abc7d4556b3b071" providerId="LiveId" clId="{0FDD8DE3-F1AE-4516-94DB-A1902CE94C41}" dt="2023-03-02T06:09:59.743" v="3278" actId="20577"/>
        <pc:sldMkLst>
          <pc:docMk/>
          <pc:sldMk cId="4108314565" sldId="2489"/>
        </pc:sldMkLst>
        <pc:spChg chg="mod">
          <ac:chgData name="Owais Ahmed" userId="6abc7d4556b3b071" providerId="LiveId" clId="{0FDD8DE3-F1AE-4516-94DB-A1902CE94C41}" dt="2023-03-02T05:50:58.643" v="2914" actId="20577"/>
          <ac:spMkLst>
            <pc:docMk/>
            <pc:sldMk cId="4108314565" sldId="2489"/>
            <ac:spMk id="3" creationId="{4A1C0383-58FE-E486-295E-B33B8683B938}"/>
          </ac:spMkLst>
        </pc:spChg>
        <pc:spChg chg="mod">
          <ac:chgData name="Owais Ahmed" userId="6abc7d4556b3b071" providerId="LiveId" clId="{0FDD8DE3-F1AE-4516-94DB-A1902CE94C41}" dt="2023-03-02T06:09:59.743" v="3278" actId="20577"/>
          <ac:spMkLst>
            <pc:docMk/>
            <pc:sldMk cId="4108314565" sldId="2489"/>
            <ac:spMk id="215" creationId="{00000000-0000-0000-0000-000000000000}"/>
          </ac:spMkLst>
        </pc:spChg>
        <pc:graphicFrameChg chg="del">
          <ac:chgData name="Owais Ahmed" userId="6abc7d4556b3b071" providerId="LiveId" clId="{0FDD8DE3-F1AE-4516-94DB-A1902CE94C41}" dt="2023-03-02T05:50:05.565" v="2871" actId="478"/>
          <ac:graphicFrameMkLst>
            <pc:docMk/>
            <pc:sldMk cId="4108314565" sldId="2489"/>
            <ac:graphicFrameMk id="4" creationId="{B20B5C78-0431-0648-1A9D-66005AC79585}"/>
          </ac:graphicFrameMkLst>
        </pc:graphicFrameChg>
        <pc:picChg chg="add mod">
          <ac:chgData name="Owais Ahmed" userId="6abc7d4556b3b071" providerId="LiveId" clId="{0FDD8DE3-F1AE-4516-94DB-A1902CE94C41}" dt="2023-03-02T05:51:07.524" v="2916" actId="1076"/>
          <ac:picMkLst>
            <pc:docMk/>
            <pc:sldMk cId="4108314565" sldId="2489"/>
            <ac:picMk id="5" creationId="{5A6BCF36-6817-EFD4-1129-7D5CE1797EBB}"/>
          </ac:picMkLst>
        </pc:picChg>
      </pc:sldChg>
      <pc:sldChg chg="addSp delSp modSp add mod modAnim modNotesTx">
        <pc:chgData name="Owais Ahmed" userId="6abc7d4556b3b071" providerId="LiveId" clId="{0FDD8DE3-F1AE-4516-94DB-A1902CE94C41}" dt="2023-03-02T06:15:51.487" v="3719" actId="20577"/>
        <pc:sldMkLst>
          <pc:docMk/>
          <pc:sldMk cId="768465522" sldId="2490"/>
        </pc:sldMkLst>
        <pc:spChg chg="mod">
          <ac:chgData name="Owais Ahmed" userId="6abc7d4556b3b071" providerId="LiveId" clId="{0FDD8DE3-F1AE-4516-94DB-A1902CE94C41}" dt="2023-03-02T06:15:51.487" v="3719" actId="20577"/>
          <ac:spMkLst>
            <pc:docMk/>
            <pc:sldMk cId="768465522" sldId="2490"/>
            <ac:spMk id="3" creationId="{4A1C0383-58FE-E486-295E-B33B8683B938}"/>
          </ac:spMkLst>
        </pc:spChg>
        <pc:spChg chg="mod">
          <ac:chgData name="Owais Ahmed" userId="6abc7d4556b3b071" providerId="LiveId" clId="{0FDD8DE3-F1AE-4516-94DB-A1902CE94C41}" dt="2023-03-02T06:11:16.290" v="3377" actId="20577"/>
          <ac:spMkLst>
            <pc:docMk/>
            <pc:sldMk cId="768465522" sldId="2490"/>
            <ac:spMk id="215" creationId="{00000000-0000-0000-0000-000000000000}"/>
          </ac:spMkLst>
        </pc:spChg>
        <pc:graphicFrameChg chg="add mod">
          <ac:chgData name="Owais Ahmed" userId="6abc7d4556b3b071" providerId="LiveId" clId="{0FDD8DE3-F1AE-4516-94DB-A1902CE94C41}" dt="2023-03-02T06:15:17.787" v="3695" actId="1076"/>
          <ac:graphicFrameMkLst>
            <pc:docMk/>
            <pc:sldMk cId="768465522" sldId="2490"/>
            <ac:graphicFrameMk id="4" creationId="{31FA3D9A-2BB8-CD33-B422-49DC2DF7C247}"/>
          </ac:graphicFrameMkLst>
        </pc:graphicFrameChg>
        <pc:picChg chg="del">
          <ac:chgData name="Owais Ahmed" userId="6abc7d4556b3b071" providerId="LiveId" clId="{0FDD8DE3-F1AE-4516-94DB-A1902CE94C41}" dt="2023-03-02T06:10:13.529" v="3280" actId="478"/>
          <ac:picMkLst>
            <pc:docMk/>
            <pc:sldMk cId="768465522" sldId="2490"/>
            <ac:picMk id="5" creationId="{5A6BCF36-6817-EFD4-1129-7D5CE1797EBB}"/>
          </ac:picMkLst>
        </pc:picChg>
      </pc:sldChg>
      <pc:sldChg chg="del">
        <pc:chgData name="Owais Ahmed" userId="6abc7d4556b3b071" providerId="LiveId" clId="{0FDD8DE3-F1AE-4516-94DB-A1902CE94C41}" dt="2023-03-02T04:35:21.935" v="258" actId="47"/>
        <pc:sldMkLst>
          <pc:docMk/>
          <pc:sldMk cId="3828703945" sldId="2490"/>
        </pc:sldMkLst>
      </pc:sldChg>
      <pc:sldChg chg="del">
        <pc:chgData name="Owais Ahmed" userId="6abc7d4556b3b071" providerId="LiveId" clId="{0FDD8DE3-F1AE-4516-94DB-A1902CE94C41}" dt="2023-03-02T04:35:23.076" v="259" actId="47"/>
        <pc:sldMkLst>
          <pc:docMk/>
          <pc:sldMk cId="1696537967" sldId="2491"/>
        </pc:sldMkLst>
      </pc:sldChg>
      <pc:sldChg chg="modSp add modAnim">
        <pc:chgData name="Owais Ahmed" userId="6abc7d4556b3b071" providerId="LiveId" clId="{0FDD8DE3-F1AE-4516-94DB-A1902CE94C41}" dt="2023-03-02T06:18:36.400" v="3919" actId="20577"/>
        <pc:sldMkLst>
          <pc:docMk/>
          <pc:sldMk cId="3640078836" sldId="2491"/>
        </pc:sldMkLst>
        <pc:spChg chg="mod">
          <ac:chgData name="Owais Ahmed" userId="6abc7d4556b3b071" providerId="LiveId" clId="{0FDD8DE3-F1AE-4516-94DB-A1902CE94C41}" dt="2023-03-02T06:18:36.400" v="3919" actId="20577"/>
          <ac:spMkLst>
            <pc:docMk/>
            <pc:sldMk cId="3640078836" sldId="2491"/>
            <ac:spMk id="3" creationId="{4A1C0383-58FE-E486-295E-B33B8683B938}"/>
          </ac:spMkLst>
        </pc:spChg>
      </pc:sldChg>
    </pc:docChg>
  </pc:docChgLst>
  <pc:docChgLst>
    <pc:chgData name="Owais Ahmed" userId="6abc7d4556b3b071" providerId="LiveId" clId="{959CB1E4-7D39-42F6-A5DB-453F49955B70}"/>
    <pc:docChg chg="undo custSel addSld delSld modSld sldOrd">
      <pc:chgData name="Owais Ahmed" userId="6abc7d4556b3b071" providerId="LiveId" clId="{959CB1E4-7D39-42F6-A5DB-453F49955B70}" dt="2023-07-14T08:28:26.770" v="3534" actId="20577"/>
      <pc:docMkLst>
        <pc:docMk/>
      </pc:docMkLst>
      <pc:sldChg chg="del">
        <pc:chgData name="Owais Ahmed" userId="6abc7d4556b3b071" providerId="LiveId" clId="{959CB1E4-7D39-42F6-A5DB-453F49955B70}" dt="2023-07-13T10:27:49.217" v="1" actId="47"/>
        <pc:sldMkLst>
          <pc:docMk/>
          <pc:sldMk cId="3927832306" sldId="2448"/>
        </pc:sldMkLst>
      </pc:sldChg>
      <pc:sldChg chg="modSp mod">
        <pc:chgData name="Owais Ahmed" userId="6abc7d4556b3b071" providerId="LiveId" clId="{959CB1E4-7D39-42F6-A5DB-453F49955B70}" dt="2023-07-14T07:29:02.406" v="226" actId="20577"/>
        <pc:sldMkLst>
          <pc:docMk/>
          <pc:sldMk cId="1649098948" sldId="2462"/>
        </pc:sldMkLst>
        <pc:spChg chg="mod">
          <ac:chgData name="Owais Ahmed" userId="6abc7d4556b3b071" providerId="LiveId" clId="{959CB1E4-7D39-42F6-A5DB-453F49955B70}" dt="2023-07-14T07:29:02.406" v="226" actId="20577"/>
          <ac:spMkLst>
            <pc:docMk/>
            <pc:sldMk cId="1649098948" sldId="2462"/>
            <ac:spMk id="6" creationId="{F3C89A40-EEAA-43AB-9A3A-B2CFDE450F1B}"/>
          </ac:spMkLst>
        </pc:spChg>
      </pc:sldChg>
      <pc:sldChg chg="modSp mod modAnim">
        <pc:chgData name="Owais Ahmed" userId="6abc7d4556b3b071" providerId="LiveId" clId="{959CB1E4-7D39-42F6-A5DB-453F49955B70}" dt="2023-07-14T07:14:24.888" v="95" actId="20577"/>
        <pc:sldMkLst>
          <pc:docMk/>
          <pc:sldMk cId="641030253" sldId="2479"/>
        </pc:sldMkLst>
        <pc:spChg chg="mod">
          <ac:chgData name="Owais Ahmed" userId="6abc7d4556b3b071" providerId="LiveId" clId="{959CB1E4-7D39-42F6-A5DB-453F49955B70}" dt="2023-07-14T07:14:24.888" v="95" actId="20577"/>
          <ac:spMkLst>
            <pc:docMk/>
            <pc:sldMk cId="641030253" sldId="2479"/>
            <ac:spMk id="3" creationId="{4A1C0383-58FE-E486-295E-B33B8683B938}"/>
          </ac:spMkLst>
        </pc:spChg>
      </pc:sldChg>
      <pc:sldChg chg="del">
        <pc:chgData name="Owais Ahmed" userId="6abc7d4556b3b071" providerId="LiveId" clId="{959CB1E4-7D39-42F6-A5DB-453F49955B70}" dt="2023-07-14T04:07:12.824" v="2" actId="47"/>
        <pc:sldMkLst>
          <pc:docMk/>
          <pc:sldMk cId="33298473" sldId="2480"/>
        </pc:sldMkLst>
      </pc:sldChg>
      <pc:sldChg chg="del">
        <pc:chgData name="Owais Ahmed" userId="6abc7d4556b3b071" providerId="LiveId" clId="{959CB1E4-7D39-42F6-A5DB-453F49955B70}" dt="2023-07-14T04:07:13.027" v="3" actId="47"/>
        <pc:sldMkLst>
          <pc:docMk/>
          <pc:sldMk cId="2242574499" sldId="2481"/>
        </pc:sldMkLst>
      </pc:sldChg>
      <pc:sldChg chg="del">
        <pc:chgData name="Owais Ahmed" userId="6abc7d4556b3b071" providerId="LiveId" clId="{959CB1E4-7D39-42F6-A5DB-453F49955B70}" dt="2023-07-14T04:07:13.238" v="4" actId="47"/>
        <pc:sldMkLst>
          <pc:docMk/>
          <pc:sldMk cId="3554497857" sldId="2482"/>
        </pc:sldMkLst>
      </pc:sldChg>
      <pc:sldChg chg="del">
        <pc:chgData name="Owais Ahmed" userId="6abc7d4556b3b071" providerId="LiveId" clId="{959CB1E4-7D39-42F6-A5DB-453F49955B70}" dt="2023-07-14T04:07:13.487" v="5" actId="47"/>
        <pc:sldMkLst>
          <pc:docMk/>
          <pc:sldMk cId="677534828" sldId="2483"/>
        </pc:sldMkLst>
      </pc:sldChg>
      <pc:sldChg chg="del">
        <pc:chgData name="Owais Ahmed" userId="6abc7d4556b3b071" providerId="LiveId" clId="{959CB1E4-7D39-42F6-A5DB-453F49955B70}" dt="2023-07-14T04:07:13.760" v="6" actId="47"/>
        <pc:sldMkLst>
          <pc:docMk/>
          <pc:sldMk cId="278977406" sldId="2484"/>
        </pc:sldMkLst>
      </pc:sldChg>
      <pc:sldChg chg="del">
        <pc:chgData name="Owais Ahmed" userId="6abc7d4556b3b071" providerId="LiveId" clId="{959CB1E4-7D39-42F6-A5DB-453F49955B70}" dt="2023-07-14T04:07:13.958" v="7" actId="47"/>
        <pc:sldMkLst>
          <pc:docMk/>
          <pc:sldMk cId="2995985000" sldId="2485"/>
        </pc:sldMkLst>
      </pc:sldChg>
      <pc:sldChg chg="del">
        <pc:chgData name="Owais Ahmed" userId="6abc7d4556b3b071" providerId="LiveId" clId="{959CB1E4-7D39-42F6-A5DB-453F49955B70}" dt="2023-07-14T04:07:14.073" v="8" actId="47"/>
        <pc:sldMkLst>
          <pc:docMk/>
          <pc:sldMk cId="1088870247" sldId="2486"/>
        </pc:sldMkLst>
      </pc:sldChg>
      <pc:sldChg chg="del">
        <pc:chgData name="Owais Ahmed" userId="6abc7d4556b3b071" providerId="LiveId" clId="{959CB1E4-7D39-42F6-A5DB-453F49955B70}" dt="2023-07-14T04:07:14.304" v="9" actId="47"/>
        <pc:sldMkLst>
          <pc:docMk/>
          <pc:sldMk cId="1653736541" sldId="2487"/>
        </pc:sldMkLst>
      </pc:sldChg>
      <pc:sldChg chg="del">
        <pc:chgData name="Owais Ahmed" userId="6abc7d4556b3b071" providerId="LiveId" clId="{959CB1E4-7D39-42F6-A5DB-453F49955B70}" dt="2023-07-14T04:07:14.440" v="10" actId="47"/>
        <pc:sldMkLst>
          <pc:docMk/>
          <pc:sldMk cId="633565940" sldId="2488"/>
        </pc:sldMkLst>
      </pc:sldChg>
      <pc:sldChg chg="del">
        <pc:chgData name="Owais Ahmed" userId="6abc7d4556b3b071" providerId="LiveId" clId="{959CB1E4-7D39-42F6-A5DB-453F49955B70}" dt="2023-07-14T04:07:14.614" v="11" actId="47"/>
        <pc:sldMkLst>
          <pc:docMk/>
          <pc:sldMk cId="4108314565" sldId="2489"/>
        </pc:sldMkLst>
      </pc:sldChg>
      <pc:sldChg chg="del">
        <pc:chgData name="Owais Ahmed" userId="6abc7d4556b3b071" providerId="LiveId" clId="{959CB1E4-7D39-42F6-A5DB-453F49955B70}" dt="2023-07-14T04:07:14.811" v="12" actId="47"/>
        <pc:sldMkLst>
          <pc:docMk/>
          <pc:sldMk cId="768465522" sldId="2490"/>
        </pc:sldMkLst>
      </pc:sldChg>
      <pc:sldChg chg="del">
        <pc:chgData name="Owais Ahmed" userId="6abc7d4556b3b071" providerId="LiveId" clId="{959CB1E4-7D39-42F6-A5DB-453F49955B70}" dt="2023-07-14T04:07:15.049" v="13" actId="47"/>
        <pc:sldMkLst>
          <pc:docMk/>
          <pc:sldMk cId="3640078836" sldId="2491"/>
        </pc:sldMkLst>
      </pc:sldChg>
      <pc:sldChg chg="del">
        <pc:chgData name="Owais Ahmed" userId="6abc7d4556b3b071" providerId="LiveId" clId="{959CB1E4-7D39-42F6-A5DB-453F49955B70}" dt="2023-07-14T04:07:15.190" v="14" actId="47"/>
        <pc:sldMkLst>
          <pc:docMk/>
          <pc:sldMk cId="1206654014" sldId="2492"/>
        </pc:sldMkLst>
      </pc:sldChg>
      <pc:sldChg chg="del">
        <pc:chgData name="Owais Ahmed" userId="6abc7d4556b3b071" providerId="LiveId" clId="{959CB1E4-7D39-42F6-A5DB-453F49955B70}" dt="2023-07-14T04:07:15.396" v="15" actId="47"/>
        <pc:sldMkLst>
          <pc:docMk/>
          <pc:sldMk cId="2770422083" sldId="2493"/>
        </pc:sldMkLst>
      </pc:sldChg>
      <pc:sldChg chg="del">
        <pc:chgData name="Owais Ahmed" userId="6abc7d4556b3b071" providerId="LiveId" clId="{959CB1E4-7D39-42F6-A5DB-453F49955B70}" dt="2023-07-14T04:07:15.613" v="16" actId="47"/>
        <pc:sldMkLst>
          <pc:docMk/>
          <pc:sldMk cId="1769907705" sldId="2494"/>
        </pc:sldMkLst>
      </pc:sldChg>
      <pc:sldChg chg="del">
        <pc:chgData name="Owais Ahmed" userId="6abc7d4556b3b071" providerId="LiveId" clId="{959CB1E4-7D39-42F6-A5DB-453F49955B70}" dt="2023-07-14T04:07:17.597" v="19" actId="47"/>
        <pc:sldMkLst>
          <pc:docMk/>
          <pc:sldMk cId="502436521" sldId="2495"/>
        </pc:sldMkLst>
      </pc:sldChg>
      <pc:sldChg chg="del">
        <pc:chgData name="Owais Ahmed" userId="6abc7d4556b3b071" providerId="LiveId" clId="{959CB1E4-7D39-42F6-A5DB-453F49955B70}" dt="2023-07-14T04:07:16.431" v="17" actId="47"/>
        <pc:sldMkLst>
          <pc:docMk/>
          <pc:sldMk cId="3658375322" sldId="2496"/>
        </pc:sldMkLst>
      </pc:sldChg>
      <pc:sldChg chg="del">
        <pc:chgData name="Owais Ahmed" userId="6abc7d4556b3b071" providerId="LiveId" clId="{959CB1E4-7D39-42F6-A5DB-453F49955B70}" dt="2023-07-14T04:07:16.723" v="18" actId="47"/>
        <pc:sldMkLst>
          <pc:docMk/>
          <pc:sldMk cId="1001608454" sldId="2497"/>
        </pc:sldMkLst>
      </pc:sldChg>
      <pc:sldChg chg="del">
        <pc:chgData name="Owais Ahmed" userId="6abc7d4556b3b071" providerId="LiveId" clId="{959CB1E4-7D39-42F6-A5DB-453F49955B70}" dt="2023-07-14T04:07:17.889" v="20" actId="47"/>
        <pc:sldMkLst>
          <pc:docMk/>
          <pc:sldMk cId="1881289253" sldId="2498"/>
        </pc:sldMkLst>
      </pc:sldChg>
      <pc:sldChg chg="del">
        <pc:chgData name="Owais Ahmed" userId="6abc7d4556b3b071" providerId="LiveId" clId="{959CB1E4-7D39-42F6-A5DB-453F49955B70}" dt="2023-07-14T04:07:18.534" v="21" actId="47"/>
        <pc:sldMkLst>
          <pc:docMk/>
          <pc:sldMk cId="3955736578" sldId="2499"/>
        </pc:sldMkLst>
      </pc:sldChg>
      <pc:sldChg chg="del">
        <pc:chgData name="Owais Ahmed" userId="6abc7d4556b3b071" providerId="LiveId" clId="{959CB1E4-7D39-42F6-A5DB-453F49955B70}" dt="2023-07-14T04:07:19.255" v="22" actId="47"/>
        <pc:sldMkLst>
          <pc:docMk/>
          <pc:sldMk cId="3647547761" sldId="2500"/>
        </pc:sldMkLst>
      </pc:sldChg>
      <pc:sldChg chg="del">
        <pc:chgData name="Owais Ahmed" userId="6abc7d4556b3b071" providerId="LiveId" clId="{959CB1E4-7D39-42F6-A5DB-453F49955B70}" dt="2023-07-14T04:07:19.494" v="23" actId="47"/>
        <pc:sldMkLst>
          <pc:docMk/>
          <pc:sldMk cId="3769573511" sldId="2501"/>
        </pc:sldMkLst>
      </pc:sldChg>
      <pc:sldChg chg="del">
        <pc:chgData name="Owais Ahmed" userId="6abc7d4556b3b071" providerId="LiveId" clId="{959CB1E4-7D39-42F6-A5DB-453F49955B70}" dt="2023-07-14T04:11:06.255" v="24" actId="47"/>
        <pc:sldMkLst>
          <pc:docMk/>
          <pc:sldMk cId="2150423912" sldId="2502"/>
        </pc:sldMkLst>
      </pc:sldChg>
      <pc:sldChg chg="add setBg">
        <pc:chgData name="Owais Ahmed" userId="6abc7d4556b3b071" providerId="LiveId" clId="{959CB1E4-7D39-42F6-A5DB-453F49955B70}" dt="2023-07-13T10:27:47.831" v="0"/>
        <pc:sldMkLst>
          <pc:docMk/>
          <pc:sldMk cId="146856052" sldId="2503"/>
        </pc:sldMkLst>
      </pc:sldChg>
      <pc:sldChg chg="modSp add mod">
        <pc:chgData name="Owais Ahmed" userId="6abc7d4556b3b071" providerId="LiveId" clId="{959CB1E4-7D39-42F6-A5DB-453F49955B70}" dt="2023-07-14T07:28:02.811" v="117" actId="20577"/>
        <pc:sldMkLst>
          <pc:docMk/>
          <pc:sldMk cId="1742566059" sldId="2504"/>
        </pc:sldMkLst>
        <pc:spChg chg="mod">
          <ac:chgData name="Owais Ahmed" userId="6abc7d4556b3b071" providerId="LiveId" clId="{959CB1E4-7D39-42F6-A5DB-453F49955B70}" dt="2023-07-14T07:28:02.811" v="117" actId="20577"/>
          <ac:spMkLst>
            <pc:docMk/>
            <pc:sldMk cId="1742566059" sldId="2504"/>
            <ac:spMk id="215" creationId="{00000000-0000-0000-0000-000000000000}"/>
          </ac:spMkLst>
        </pc:spChg>
      </pc:sldChg>
      <pc:sldChg chg="modSp add mod">
        <pc:chgData name="Owais Ahmed" userId="6abc7d4556b3b071" providerId="LiveId" clId="{959CB1E4-7D39-42F6-A5DB-453F49955B70}" dt="2023-07-14T07:28:14.022" v="149" actId="20577"/>
        <pc:sldMkLst>
          <pc:docMk/>
          <pc:sldMk cId="3840363020" sldId="2505"/>
        </pc:sldMkLst>
        <pc:spChg chg="mod">
          <ac:chgData name="Owais Ahmed" userId="6abc7d4556b3b071" providerId="LiveId" clId="{959CB1E4-7D39-42F6-A5DB-453F49955B70}" dt="2023-07-14T07:28:14.022" v="149" actId="20577"/>
          <ac:spMkLst>
            <pc:docMk/>
            <pc:sldMk cId="3840363020" sldId="2505"/>
            <ac:spMk id="215" creationId="{00000000-0000-0000-0000-000000000000}"/>
          </ac:spMkLst>
        </pc:spChg>
      </pc:sldChg>
      <pc:sldChg chg="modSp add mod modAnim">
        <pc:chgData name="Owais Ahmed" userId="6abc7d4556b3b071" providerId="LiveId" clId="{959CB1E4-7D39-42F6-A5DB-453F49955B70}" dt="2023-07-14T08:10:40.673" v="2840" actId="27636"/>
        <pc:sldMkLst>
          <pc:docMk/>
          <pc:sldMk cId="4221376715" sldId="2506"/>
        </pc:sldMkLst>
        <pc:spChg chg="mod">
          <ac:chgData name="Owais Ahmed" userId="6abc7d4556b3b071" providerId="LiveId" clId="{959CB1E4-7D39-42F6-A5DB-453F49955B70}" dt="2023-07-14T08:10:40.673" v="2840" actId="27636"/>
          <ac:spMkLst>
            <pc:docMk/>
            <pc:sldMk cId="4221376715" sldId="2506"/>
            <ac:spMk id="3" creationId="{4A1C0383-58FE-E486-295E-B33B8683B938}"/>
          </ac:spMkLst>
        </pc:spChg>
        <pc:spChg chg="mod">
          <ac:chgData name="Owais Ahmed" userId="6abc7d4556b3b071" providerId="LiveId" clId="{959CB1E4-7D39-42F6-A5DB-453F49955B70}" dt="2023-07-14T07:28:23.387" v="160" actId="20577"/>
          <ac:spMkLst>
            <pc:docMk/>
            <pc:sldMk cId="4221376715" sldId="2506"/>
            <ac:spMk id="215" creationId="{00000000-0000-0000-0000-000000000000}"/>
          </ac:spMkLst>
        </pc:spChg>
      </pc:sldChg>
      <pc:sldChg chg="modSp add mod modAnim">
        <pc:chgData name="Owais Ahmed" userId="6abc7d4556b3b071" providerId="LiveId" clId="{959CB1E4-7D39-42F6-A5DB-453F49955B70}" dt="2023-07-14T08:14:00.890" v="3101" actId="20577"/>
        <pc:sldMkLst>
          <pc:docMk/>
          <pc:sldMk cId="875357634" sldId="2507"/>
        </pc:sldMkLst>
        <pc:spChg chg="mod">
          <ac:chgData name="Owais Ahmed" userId="6abc7d4556b3b071" providerId="LiveId" clId="{959CB1E4-7D39-42F6-A5DB-453F49955B70}" dt="2023-07-14T08:14:00.890" v="3101" actId="20577"/>
          <ac:spMkLst>
            <pc:docMk/>
            <pc:sldMk cId="875357634" sldId="2507"/>
            <ac:spMk id="3" creationId="{4A1C0383-58FE-E486-295E-B33B8683B938}"/>
          </ac:spMkLst>
        </pc:spChg>
        <pc:spChg chg="mod">
          <ac:chgData name="Owais Ahmed" userId="6abc7d4556b3b071" providerId="LiveId" clId="{959CB1E4-7D39-42F6-A5DB-453F49955B70}" dt="2023-07-14T07:28:32.176" v="186" actId="20577"/>
          <ac:spMkLst>
            <pc:docMk/>
            <pc:sldMk cId="875357634" sldId="2507"/>
            <ac:spMk id="215" creationId="{00000000-0000-0000-0000-000000000000}"/>
          </ac:spMkLst>
        </pc:spChg>
      </pc:sldChg>
      <pc:sldChg chg="modSp add mod modAnim">
        <pc:chgData name="Owais Ahmed" userId="6abc7d4556b3b071" providerId="LiveId" clId="{959CB1E4-7D39-42F6-A5DB-453F49955B70}" dt="2023-07-14T07:36:40.612" v="1180" actId="20577"/>
        <pc:sldMkLst>
          <pc:docMk/>
          <pc:sldMk cId="1319355793" sldId="2508"/>
        </pc:sldMkLst>
        <pc:spChg chg="mod">
          <ac:chgData name="Owais Ahmed" userId="6abc7d4556b3b071" providerId="LiveId" clId="{959CB1E4-7D39-42F6-A5DB-453F49955B70}" dt="2023-07-14T07:36:39.250" v="1179" actId="20577"/>
          <ac:spMkLst>
            <pc:docMk/>
            <pc:sldMk cId="1319355793" sldId="2508"/>
            <ac:spMk id="3" creationId="{4A1C0383-58FE-E486-295E-B33B8683B938}"/>
          </ac:spMkLst>
        </pc:spChg>
        <pc:spChg chg="mod">
          <ac:chgData name="Owais Ahmed" userId="6abc7d4556b3b071" providerId="LiveId" clId="{959CB1E4-7D39-42F6-A5DB-453F49955B70}" dt="2023-07-14T07:28:43.077" v="207" actId="20577"/>
          <ac:spMkLst>
            <pc:docMk/>
            <pc:sldMk cId="1319355793" sldId="2508"/>
            <ac:spMk id="215" creationId="{00000000-0000-0000-0000-000000000000}"/>
          </ac:spMkLst>
        </pc:spChg>
      </pc:sldChg>
      <pc:sldChg chg="modSp add mod modAnim">
        <pc:chgData name="Owais Ahmed" userId="6abc7d4556b3b071" providerId="LiveId" clId="{959CB1E4-7D39-42F6-A5DB-453F49955B70}" dt="2023-07-14T07:35:48.151" v="1173" actId="114"/>
        <pc:sldMkLst>
          <pc:docMk/>
          <pc:sldMk cId="535421403" sldId="2509"/>
        </pc:sldMkLst>
        <pc:spChg chg="mod">
          <ac:chgData name="Owais Ahmed" userId="6abc7d4556b3b071" providerId="LiveId" clId="{959CB1E4-7D39-42F6-A5DB-453F49955B70}" dt="2023-07-14T07:35:48.151" v="1173" actId="114"/>
          <ac:spMkLst>
            <pc:docMk/>
            <pc:sldMk cId="535421403" sldId="2509"/>
            <ac:spMk id="3" creationId="{4A1C0383-58FE-E486-295E-B33B8683B938}"/>
          </ac:spMkLst>
        </pc:spChg>
        <pc:spChg chg="mod">
          <ac:chgData name="Owais Ahmed" userId="6abc7d4556b3b071" providerId="LiveId" clId="{959CB1E4-7D39-42F6-A5DB-453F49955B70}" dt="2023-07-14T07:28:58.076" v="225" actId="20577"/>
          <ac:spMkLst>
            <pc:docMk/>
            <pc:sldMk cId="535421403" sldId="2509"/>
            <ac:spMk id="215" creationId="{00000000-0000-0000-0000-000000000000}"/>
          </ac:spMkLst>
        </pc:spChg>
      </pc:sldChg>
      <pc:sldChg chg="addSp delSp modSp add mod modClrScheme delAnim modAnim chgLayout">
        <pc:chgData name="Owais Ahmed" userId="6abc7d4556b3b071" providerId="LiveId" clId="{959CB1E4-7D39-42F6-A5DB-453F49955B70}" dt="2023-07-14T08:25:02.360" v="3212" actId="404"/>
        <pc:sldMkLst>
          <pc:docMk/>
          <pc:sldMk cId="828323908" sldId="2510"/>
        </pc:sldMkLst>
        <pc:spChg chg="mod ord">
          <ac:chgData name="Owais Ahmed" userId="6abc7d4556b3b071" providerId="LiveId" clId="{959CB1E4-7D39-42F6-A5DB-453F49955B70}" dt="2023-07-14T07:46:22.296" v="1907" actId="700"/>
          <ac:spMkLst>
            <pc:docMk/>
            <pc:sldMk cId="828323908" sldId="2510"/>
            <ac:spMk id="2" creationId="{00000000-0000-0000-0000-000000000000}"/>
          </ac:spMkLst>
        </pc:spChg>
        <pc:spChg chg="del mod">
          <ac:chgData name="Owais Ahmed" userId="6abc7d4556b3b071" providerId="LiveId" clId="{959CB1E4-7D39-42F6-A5DB-453F49955B70}" dt="2023-07-14T07:46:09.719" v="1904" actId="478"/>
          <ac:spMkLst>
            <pc:docMk/>
            <pc:sldMk cId="828323908" sldId="2510"/>
            <ac:spMk id="3" creationId="{4A1C0383-58FE-E486-295E-B33B8683B938}"/>
          </ac:spMkLst>
        </pc:spChg>
        <pc:spChg chg="add del mod ord">
          <ac:chgData name="Owais Ahmed" userId="6abc7d4556b3b071" providerId="LiveId" clId="{959CB1E4-7D39-42F6-A5DB-453F49955B70}" dt="2023-07-14T07:46:06.987" v="1903" actId="700"/>
          <ac:spMkLst>
            <pc:docMk/>
            <pc:sldMk cId="828323908" sldId="2510"/>
            <ac:spMk id="4" creationId="{5710AE3D-E887-722C-72D0-AA8590335A2F}"/>
          </ac:spMkLst>
        </pc:spChg>
        <pc:spChg chg="add del mod">
          <ac:chgData name="Owais Ahmed" userId="6abc7d4556b3b071" providerId="LiveId" clId="{959CB1E4-7D39-42F6-A5DB-453F49955B70}" dt="2023-07-14T07:54:34.062" v="2259" actId="478"/>
          <ac:spMkLst>
            <pc:docMk/>
            <pc:sldMk cId="828323908" sldId="2510"/>
            <ac:spMk id="4" creationId="{8015C0BD-EDDD-5FF8-EC07-C74D586506FB}"/>
          </ac:spMkLst>
        </pc:spChg>
        <pc:spChg chg="add del mod ord">
          <ac:chgData name="Owais Ahmed" userId="6abc7d4556b3b071" providerId="LiveId" clId="{959CB1E4-7D39-42F6-A5DB-453F49955B70}" dt="2023-07-14T07:46:06.987" v="1903" actId="700"/>
          <ac:spMkLst>
            <pc:docMk/>
            <pc:sldMk cId="828323908" sldId="2510"/>
            <ac:spMk id="5" creationId="{B8B1DB2B-95A7-FE6A-8A11-A4F86AA53710}"/>
          </ac:spMkLst>
        </pc:spChg>
        <pc:spChg chg="add del mod">
          <ac:chgData name="Owais Ahmed" userId="6abc7d4556b3b071" providerId="LiveId" clId="{959CB1E4-7D39-42F6-A5DB-453F49955B70}" dt="2023-07-14T07:54:42.642" v="2262" actId="478"/>
          <ac:spMkLst>
            <pc:docMk/>
            <pc:sldMk cId="828323908" sldId="2510"/>
            <ac:spMk id="6" creationId="{8CA52B88-D03C-5BB6-436D-7BB5D16D3710}"/>
          </ac:spMkLst>
        </pc:spChg>
        <pc:spChg chg="add del mod ord">
          <ac:chgData name="Owais Ahmed" userId="6abc7d4556b3b071" providerId="LiveId" clId="{959CB1E4-7D39-42F6-A5DB-453F49955B70}" dt="2023-07-14T07:46:06.987" v="1903" actId="700"/>
          <ac:spMkLst>
            <pc:docMk/>
            <pc:sldMk cId="828323908" sldId="2510"/>
            <ac:spMk id="6" creationId="{C30A2C5B-4712-3314-A296-11680530FB7E}"/>
          </ac:spMkLst>
        </pc:spChg>
        <pc:spChg chg="add del mod ord">
          <ac:chgData name="Owais Ahmed" userId="6abc7d4556b3b071" providerId="LiveId" clId="{959CB1E4-7D39-42F6-A5DB-453F49955B70}" dt="2023-07-14T07:46:06.987" v="1903" actId="700"/>
          <ac:spMkLst>
            <pc:docMk/>
            <pc:sldMk cId="828323908" sldId="2510"/>
            <ac:spMk id="7" creationId="{281D0436-C823-AD5E-8498-F7318D0CBDDC}"/>
          </ac:spMkLst>
        </pc:spChg>
        <pc:spChg chg="add del mod">
          <ac:chgData name="Owais Ahmed" userId="6abc7d4556b3b071" providerId="LiveId" clId="{959CB1E4-7D39-42F6-A5DB-453F49955B70}" dt="2023-07-14T07:54:52.993" v="2266" actId="478"/>
          <ac:spMkLst>
            <pc:docMk/>
            <pc:sldMk cId="828323908" sldId="2510"/>
            <ac:spMk id="8" creationId="{2EBBBE5B-B84F-0CFD-34C6-2C28F3EA07CE}"/>
          </ac:spMkLst>
        </pc:spChg>
        <pc:spChg chg="add del mod ord">
          <ac:chgData name="Owais Ahmed" userId="6abc7d4556b3b071" providerId="LiveId" clId="{959CB1E4-7D39-42F6-A5DB-453F49955B70}" dt="2023-07-14T07:46:06.987" v="1903" actId="700"/>
          <ac:spMkLst>
            <pc:docMk/>
            <pc:sldMk cId="828323908" sldId="2510"/>
            <ac:spMk id="8" creationId="{6CFF706B-1F7F-2342-D32C-0D84C4232D84}"/>
          </ac:spMkLst>
        </pc:spChg>
        <pc:spChg chg="add del mod ord">
          <ac:chgData name="Owais Ahmed" userId="6abc7d4556b3b071" providerId="LiveId" clId="{959CB1E4-7D39-42F6-A5DB-453F49955B70}" dt="2023-07-14T07:46:06.987" v="1903" actId="700"/>
          <ac:spMkLst>
            <pc:docMk/>
            <pc:sldMk cId="828323908" sldId="2510"/>
            <ac:spMk id="9" creationId="{29EF5571-8BEF-7A9F-F782-BD47161B6628}"/>
          </ac:spMkLst>
        </pc:spChg>
        <pc:spChg chg="add mod">
          <ac:chgData name="Owais Ahmed" userId="6abc7d4556b3b071" providerId="LiveId" clId="{959CB1E4-7D39-42F6-A5DB-453F49955B70}" dt="2023-07-14T08:23:48.740" v="3159" actId="14100"/>
          <ac:spMkLst>
            <pc:docMk/>
            <pc:sldMk cId="828323908" sldId="2510"/>
            <ac:spMk id="9" creationId="{719CD7FA-0A20-A310-F301-0858C16C36AA}"/>
          </ac:spMkLst>
        </pc:spChg>
        <pc:spChg chg="add del mod ord">
          <ac:chgData name="Owais Ahmed" userId="6abc7d4556b3b071" providerId="LiveId" clId="{959CB1E4-7D39-42F6-A5DB-453F49955B70}" dt="2023-07-14T07:46:15.386" v="1906" actId="700"/>
          <ac:spMkLst>
            <pc:docMk/>
            <pc:sldMk cId="828323908" sldId="2510"/>
            <ac:spMk id="10" creationId="{00EDA668-CAB3-294A-6F51-4FD96B8A8B1E}"/>
          </ac:spMkLst>
        </pc:spChg>
        <pc:spChg chg="add mod">
          <ac:chgData name="Owais Ahmed" userId="6abc7d4556b3b071" providerId="LiveId" clId="{959CB1E4-7D39-42F6-A5DB-453F49955B70}" dt="2023-07-14T08:23:55.792" v="3160" actId="1076"/>
          <ac:spMkLst>
            <pc:docMk/>
            <pc:sldMk cId="828323908" sldId="2510"/>
            <ac:spMk id="10" creationId="{0D130943-8996-BB48-9A55-11914B9BF6EE}"/>
          </ac:spMkLst>
        </pc:spChg>
        <pc:spChg chg="add mod">
          <ac:chgData name="Owais Ahmed" userId="6abc7d4556b3b071" providerId="LiveId" clId="{959CB1E4-7D39-42F6-A5DB-453F49955B70}" dt="2023-07-14T08:25:02.360" v="3212" actId="404"/>
          <ac:spMkLst>
            <pc:docMk/>
            <pc:sldMk cId="828323908" sldId="2510"/>
            <ac:spMk id="11" creationId="{3E2BB547-3501-8DDB-6CF9-AD6AF89A1E2F}"/>
          </ac:spMkLst>
        </pc:spChg>
        <pc:spChg chg="add del mod ord">
          <ac:chgData name="Owais Ahmed" userId="6abc7d4556b3b071" providerId="LiveId" clId="{959CB1E4-7D39-42F6-A5DB-453F49955B70}" dt="2023-07-14T07:46:15.386" v="1906" actId="700"/>
          <ac:spMkLst>
            <pc:docMk/>
            <pc:sldMk cId="828323908" sldId="2510"/>
            <ac:spMk id="11" creationId="{C17079E0-15C8-7A56-DD34-81A86526ADFD}"/>
          </ac:spMkLst>
        </pc:spChg>
        <pc:spChg chg="add del mod ord">
          <ac:chgData name="Owais Ahmed" userId="6abc7d4556b3b071" providerId="LiveId" clId="{959CB1E4-7D39-42F6-A5DB-453F49955B70}" dt="2023-07-14T07:46:15.386" v="1906" actId="700"/>
          <ac:spMkLst>
            <pc:docMk/>
            <pc:sldMk cId="828323908" sldId="2510"/>
            <ac:spMk id="12" creationId="{5A41D88F-B14F-9BF4-C5CE-2CAFB37E8244}"/>
          </ac:spMkLst>
        </pc:spChg>
        <pc:spChg chg="add del mod ord">
          <ac:chgData name="Owais Ahmed" userId="6abc7d4556b3b071" providerId="LiveId" clId="{959CB1E4-7D39-42F6-A5DB-453F49955B70}" dt="2023-07-14T07:46:15.386" v="1906" actId="700"/>
          <ac:spMkLst>
            <pc:docMk/>
            <pc:sldMk cId="828323908" sldId="2510"/>
            <ac:spMk id="13" creationId="{3D028BC6-48FD-855E-8025-742D87BB0943}"/>
          </ac:spMkLst>
        </pc:spChg>
        <pc:spChg chg="add del mod ord">
          <ac:chgData name="Owais Ahmed" userId="6abc7d4556b3b071" providerId="LiveId" clId="{959CB1E4-7D39-42F6-A5DB-453F49955B70}" dt="2023-07-14T07:46:15.386" v="1906" actId="700"/>
          <ac:spMkLst>
            <pc:docMk/>
            <pc:sldMk cId="828323908" sldId="2510"/>
            <ac:spMk id="14" creationId="{9775E9D6-4A26-9340-05E9-6D7279A984BC}"/>
          </ac:spMkLst>
        </pc:spChg>
        <pc:spChg chg="add del mod ord">
          <ac:chgData name="Owais Ahmed" userId="6abc7d4556b3b071" providerId="LiveId" clId="{959CB1E4-7D39-42F6-A5DB-453F49955B70}" dt="2023-07-14T07:46:15.386" v="1906" actId="700"/>
          <ac:spMkLst>
            <pc:docMk/>
            <pc:sldMk cId="828323908" sldId="2510"/>
            <ac:spMk id="15" creationId="{21F2F17D-DF84-AF25-76EF-6F60F02E07C5}"/>
          </ac:spMkLst>
        </pc:spChg>
        <pc:spChg chg="add del mod ord">
          <ac:chgData name="Owais Ahmed" userId="6abc7d4556b3b071" providerId="LiveId" clId="{959CB1E4-7D39-42F6-A5DB-453F49955B70}" dt="2023-07-14T07:46:41.896" v="1939" actId="478"/>
          <ac:spMkLst>
            <pc:docMk/>
            <pc:sldMk cId="828323908" sldId="2510"/>
            <ac:spMk id="16" creationId="{669F00B8-43CC-8B9D-7F5B-52F722738807}"/>
          </ac:spMkLst>
        </pc:spChg>
        <pc:spChg chg="add del mod ord">
          <ac:chgData name="Owais Ahmed" userId="6abc7d4556b3b071" providerId="LiveId" clId="{959CB1E4-7D39-42F6-A5DB-453F49955B70}" dt="2023-07-14T07:46:42.862" v="1940" actId="478"/>
          <ac:spMkLst>
            <pc:docMk/>
            <pc:sldMk cId="828323908" sldId="2510"/>
            <ac:spMk id="17" creationId="{24116BB6-8258-873A-4640-AAF9B58AE974}"/>
          </ac:spMkLst>
        </pc:spChg>
        <pc:spChg chg="add del mod ord">
          <ac:chgData name="Owais Ahmed" userId="6abc7d4556b3b071" providerId="LiveId" clId="{959CB1E4-7D39-42F6-A5DB-453F49955B70}" dt="2023-07-14T07:46:56.045" v="1945" actId="478"/>
          <ac:spMkLst>
            <pc:docMk/>
            <pc:sldMk cId="828323908" sldId="2510"/>
            <ac:spMk id="18" creationId="{1117DE94-9329-9524-3D6B-45CBF2FE9EF6}"/>
          </ac:spMkLst>
        </pc:spChg>
        <pc:spChg chg="add del mod ord">
          <ac:chgData name="Owais Ahmed" userId="6abc7d4556b3b071" providerId="LiveId" clId="{959CB1E4-7D39-42F6-A5DB-453F49955B70}" dt="2023-07-14T07:54:30.944" v="2258" actId="478"/>
          <ac:spMkLst>
            <pc:docMk/>
            <pc:sldMk cId="828323908" sldId="2510"/>
            <ac:spMk id="19" creationId="{6996901C-91C4-D3D5-AF99-347B96E9D94B}"/>
          </ac:spMkLst>
        </pc:spChg>
        <pc:spChg chg="add del mod ord">
          <ac:chgData name="Owais Ahmed" userId="6abc7d4556b3b071" providerId="LiveId" clId="{959CB1E4-7D39-42F6-A5DB-453F49955B70}" dt="2023-07-14T07:54:40.369" v="2261" actId="478"/>
          <ac:spMkLst>
            <pc:docMk/>
            <pc:sldMk cId="828323908" sldId="2510"/>
            <ac:spMk id="20" creationId="{B26AD083-EC28-D45C-8E8A-DA03473A7BCA}"/>
          </ac:spMkLst>
        </pc:spChg>
        <pc:spChg chg="add del mod ord">
          <ac:chgData name="Owais Ahmed" userId="6abc7d4556b3b071" providerId="LiveId" clId="{959CB1E4-7D39-42F6-A5DB-453F49955B70}" dt="2023-07-14T07:54:50.785" v="2265" actId="478"/>
          <ac:spMkLst>
            <pc:docMk/>
            <pc:sldMk cId="828323908" sldId="2510"/>
            <ac:spMk id="21" creationId="{EE359D1F-E0D1-9A96-D985-93DE6A16A91D}"/>
          </ac:spMkLst>
        </pc:spChg>
        <pc:spChg chg="add del mod">
          <ac:chgData name="Owais Ahmed" userId="6abc7d4556b3b071" providerId="LiveId" clId="{959CB1E4-7D39-42F6-A5DB-453F49955B70}" dt="2023-07-14T07:46:54.707" v="1944" actId="478"/>
          <ac:spMkLst>
            <pc:docMk/>
            <pc:sldMk cId="828323908" sldId="2510"/>
            <ac:spMk id="23" creationId="{0AA04083-0270-C4B5-31B3-7512581FA280}"/>
          </ac:spMkLst>
        </pc:spChg>
        <pc:spChg chg="add mod">
          <ac:chgData name="Owais Ahmed" userId="6abc7d4556b3b071" providerId="LiveId" clId="{959CB1E4-7D39-42F6-A5DB-453F49955B70}" dt="2023-07-14T08:09:49.268" v="2834" actId="14100"/>
          <ac:spMkLst>
            <pc:docMk/>
            <pc:sldMk cId="828323908" sldId="2510"/>
            <ac:spMk id="24" creationId="{A19C6AD0-536B-656B-58EE-5EE8FD9FBD66}"/>
          </ac:spMkLst>
        </pc:spChg>
        <pc:spChg chg="mod">
          <ac:chgData name="Owais Ahmed" userId="6abc7d4556b3b071" providerId="LiveId" clId="{959CB1E4-7D39-42F6-A5DB-453F49955B70}" dt="2023-07-14T07:47:28.050" v="1958" actId="20577"/>
          <ac:spMkLst>
            <pc:docMk/>
            <pc:sldMk cId="828323908" sldId="2510"/>
            <ac:spMk id="215" creationId="{00000000-0000-0000-0000-000000000000}"/>
          </ac:spMkLst>
        </pc:spChg>
      </pc:sldChg>
      <pc:sldChg chg="add del">
        <pc:chgData name="Owais Ahmed" userId="6abc7d4556b3b071" providerId="LiveId" clId="{959CB1E4-7D39-42F6-A5DB-453F49955B70}" dt="2023-07-14T08:25:24.177" v="3214" actId="2890"/>
        <pc:sldMkLst>
          <pc:docMk/>
          <pc:sldMk cId="326634930" sldId="2511"/>
        </pc:sldMkLst>
      </pc:sldChg>
      <pc:sldChg chg="addSp delSp modSp add del mod addAnim delAnim modAnim">
        <pc:chgData name="Owais Ahmed" userId="6abc7d4556b3b071" providerId="LiveId" clId="{959CB1E4-7D39-42F6-A5DB-453F49955B70}" dt="2023-07-14T08:22:44.496" v="3120" actId="47"/>
        <pc:sldMkLst>
          <pc:docMk/>
          <pc:sldMk cId="783591075" sldId="2511"/>
        </pc:sldMkLst>
        <pc:spChg chg="mod">
          <ac:chgData name="Owais Ahmed" userId="6abc7d4556b3b071" providerId="LiveId" clId="{959CB1E4-7D39-42F6-A5DB-453F49955B70}" dt="2023-07-14T08:22:41.315" v="3118" actId="14100"/>
          <ac:spMkLst>
            <pc:docMk/>
            <pc:sldMk cId="783591075" sldId="2511"/>
            <ac:spMk id="9" creationId="{719CD7FA-0A20-A310-F301-0858C16C36AA}"/>
          </ac:spMkLst>
        </pc:spChg>
        <pc:spChg chg="mod">
          <ac:chgData name="Owais Ahmed" userId="6abc7d4556b3b071" providerId="LiveId" clId="{959CB1E4-7D39-42F6-A5DB-453F49955B70}" dt="2023-07-14T08:22:41.315" v="3118" actId="14100"/>
          <ac:spMkLst>
            <pc:docMk/>
            <pc:sldMk cId="783591075" sldId="2511"/>
            <ac:spMk id="10" creationId="{0D130943-8996-BB48-9A55-11914B9BF6EE}"/>
          </ac:spMkLst>
        </pc:spChg>
        <pc:spChg chg="add del">
          <ac:chgData name="Owais Ahmed" userId="6abc7d4556b3b071" providerId="LiveId" clId="{959CB1E4-7D39-42F6-A5DB-453F49955B70}" dt="2023-07-14T08:22:41.741" v="3119" actId="478"/>
          <ac:spMkLst>
            <pc:docMk/>
            <pc:sldMk cId="783591075" sldId="2511"/>
            <ac:spMk id="11" creationId="{3E2BB547-3501-8DDB-6CF9-AD6AF89A1E2F}"/>
          </ac:spMkLst>
        </pc:spChg>
      </pc:sldChg>
      <pc:sldChg chg="modSp add mod ord modAnim">
        <pc:chgData name="Owais Ahmed" userId="6abc7d4556b3b071" providerId="LiveId" clId="{959CB1E4-7D39-42F6-A5DB-453F49955B70}" dt="2023-07-14T08:28:26.770" v="3534" actId="20577"/>
        <pc:sldMkLst>
          <pc:docMk/>
          <pc:sldMk cId="1223560295" sldId="2511"/>
        </pc:sldMkLst>
        <pc:spChg chg="mod">
          <ac:chgData name="Owais Ahmed" userId="6abc7d4556b3b071" providerId="LiveId" clId="{959CB1E4-7D39-42F6-A5DB-453F49955B70}" dt="2023-07-14T08:28:26.770" v="3534" actId="20577"/>
          <ac:spMkLst>
            <pc:docMk/>
            <pc:sldMk cId="1223560295" sldId="2511"/>
            <ac:spMk id="3" creationId="{4A1C0383-58FE-E486-295E-B33B8683B938}"/>
          </ac:spMkLst>
        </pc:spChg>
        <pc:spChg chg="mod">
          <ac:chgData name="Owais Ahmed" userId="6abc7d4556b3b071" providerId="LiveId" clId="{959CB1E4-7D39-42F6-A5DB-453F49955B70}" dt="2023-07-14T08:25:34.626" v="3227" actId="20577"/>
          <ac:spMkLst>
            <pc:docMk/>
            <pc:sldMk cId="1223560295" sldId="2511"/>
            <ac:spMk id="215" creationId="{00000000-0000-0000-0000-000000000000}"/>
          </ac:spMkLst>
        </pc:spChg>
      </pc:sldChg>
    </pc:docChg>
  </pc:docChgLst>
  <pc:docChgLst>
    <pc:chgData name="Owais Ahmed" userId="6abc7d4556b3b071" providerId="LiveId" clId="{095BB69B-5D49-48E9-AE5F-D54B59F845B2}"/>
    <pc:docChg chg="undo redo custSel addSld delSld modSld sldOrd">
      <pc:chgData name="Owais Ahmed" userId="6abc7d4556b3b071" providerId="LiveId" clId="{095BB69B-5D49-48E9-AE5F-D54B59F845B2}" dt="2023-07-19T21:46:58.340" v="7353" actId="20577"/>
      <pc:docMkLst>
        <pc:docMk/>
      </pc:docMkLst>
      <pc:sldChg chg="modSp mod">
        <pc:chgData name="Owais Ahmed" userId="6abc7d4556b3b071" providerId="LiveId" clId="{095BB69B-5D49-48E9-AE5F-D54B59F845B2}" dt="2023-07-19T21:25:35.434" v="6347" actId="20577"/>
        <pc:sldMkLst>
          <pc:docMk/>
          <pc:sldMk cId="1649098948" sldId="2462"/>
        </pc:sldMkLst>
        <pc:spChg chg="mod">
          <ac:chgData name="Owais Ahmed" userId="6abc7d4556b3b071" providerId="LiveId" clId="{095BB69B-5D49-48E9-AE5F-D54B59F845B2}" dt="2023-07-19T21:25:35.434" v="6347" actId="20577"/>
          <ac:spMkLst>
            <pc:docMk/>
            <pc:sldMk cId="1649098948" sldId="2462"/>
            <ac:spMk id="6" creationId="{F3C89A40-EEAA-43AB-9A3A-B2CFDE450F1B}"/>
          </ac:spMkLst>
        </pc:spChg>
      </pc:sldChg>
      <pc:sldChg chg="del">
        <pc:chgData name="Owais Ahmed" userId="6abc7d4556b3b071" providerId="LiveId" clId="{095BB69B-5D49-48E9-AE5F-D54B59F845B2}" dt="2023-07-19T19:08:39.147" v="0" actId="47"/>
        <pc:sldMkLst>
          <pc:docMk/>
          <pc:sldMk cId="641030253" sldId="2479"/>
        </pc:sldMkLst>
      </pc:sldChg>
      <pc:sldChg chg="del">
        <pc:chgData name="Owais Ahmed" userId="6abc7d4556b3b071" providerId="LiveId" clId="{095BB69B-5D49-48E9-AE5F-D54B59F845B2}" dt="2023-07-19T19:08:41.565" v="3" actId="47"/>
        <pc:sldMkLst>
          <pc:docMk/>
          <pc:sldMk cId="1273923384" sldId="2533"/>
        </pc:sldMkLst>
      </pc:sldChg>
      <pc:sldChg chg="del">
        <pc:chgData name="Owais Ahmed" userId="6abc7d4556b3b071" providerId="LiveId" clId="{095BB69B-5D49-48E9-AE5F-D54B59F845B2}" dt="2023-07-19T19:08:39.680" v="1" actId="47"/>
        <pc:sldMkLst>
          <pc:docMk/>
          <pc:sldMk cId="1817329912" sldId="2534"/>
        </pc:sldMkLst>
      </pc:sldChg>
      <pc:sldChg chg="del">
        <pc:chgData name="Owais Ahmed" userId="6abc7d4556b3b071" providerId="LiveId" clId="{095BB69B-5D49-48E9-AE5F-D54B59F845B2}" dt="2023-07-19T19:08:40.384" v="2" actId="47"/>
        <pc:sldMkLst>
          <pc:docMk/>
          <pc:sldMk cId="490713207" sldId="2535"/>
        </pc:sldMkLst>
      </pc:sldChg>
      <pc:sldChg chg="modSp add del mod modAnim">
        <pc:chgData name="Owais Ahmed" userId="6abc7d4556b3b071" providerId="LiveId" clId="{095BB69B-5D49-48E9-AE5F-D54B59F845B2}" dt="2023-07-19T19:17:44.451" v="960" actId="20577"/>
        <pc:sldMkLst>
          <pc:docMk/>
          <pc:sldMk cId="2566977304" sldId="2536"/>
        </pc:sldMkLst>
        <pc:spChg chg="mod">
          <ac:chgData name="Owais Ahmed" userId="6abc7d4556b3b071" providerId="LiveId" clId="{095BB69B-5D49-48E9-AE5F-D54B59F845B2}" dt="2023-07-19T19:17:44.451" v="960" actId="20577"/>
          <ac:spMkLst>
            <pc:docMk/>
            <pc:sldMk cId="2566977304" sldId="2536"/>
            <ac:spMk id="3" creationId="{4A1C0383-58FE-E486-295E-B33B8683B938}"/>
          </ac:spMkLst>
        </pc:spChg>
        <pc:spChg chg="mod">
          <ac:chgData name="Owais Ahmed" userId="6abc7d4556b3b071" providerId="LiveId" clId="{095BB69B-5D49-48E9-AE5F-D54B59F845B2}" dt="2023-07-19T19:11:00.647" v="153" actId="20577"/>
          <ac:spMkLst>
            <pc:docMk/>
            <pc:sldMk cId="2566977304" sldId="2536"/>
            <ac:spMk id="215" creationId="{00000000-0000-0000-0000-000000000000}"/>
          </ac:spMkLst>
        </pc:spChg>
      </pc:sldChg>
      <pc:sldChg chg="del">
        <pc:chgData name="Owais Ahmed" userId="6abc7d4556b3b071" providerId="LiveId" clId="{095BB69B-5D49-48E9-AE5F-D54B59F845B2}" dt="2023-07-19T19:08:42.891" v="5" actId="47"/>
        <pc:sldMkLst>
          <pc:docMk/>
          <pc:sldMk cId="2507418648" sldId="2537"/>
        </pc:sldMkLst>
      </pc:sldChg>
      <pc:sldChg chg="del">
        <pc:chgData name="Owais Ahmed" userId="6abc7d4556b3b071" providerId="LiveId" clId="{095BB69B-5D49-48E9-AE5F-D54B59F845B2}" dt="2023-07-19T19:08:43.455" v="6" actId="47"/>
        <pc:sldMkLst>
          <pc:docMk/>
          <pc:sldMk cId="209923007" sldId="2538"/>
        </pc:sldMkLst>
      </pc:sldChg>
      <pc:sldChg chg="del">
        <pc:chgData name="Owais Ahmed" userId="6abc7d4556b3b071" providerId="LiveId" clId="{095BB69B-5D49-48E9-AE5F-D54B59F845B2}" dt="2023-07-19T19:08:42.412" v="4" actId="47"/>
        <pc:sldMkLst>
          <pc:docMk/>
          <pc:sldMk cId="3258025149" sldId="2539"/>
        </pc:sldMkLst>
      </pc:sldChg>
      <pc:sldChg chg="del">
        <pc:chgData name="Owais Ahmed" userId="6abc7d4556b3b071" providerId="LiveId" clId="{095BB69B-5D49-48E9-AE5F-D54B59F845B2}" dt="2023-07-19T19:08:43.975" v="7" actId="47"/>
        <pc:sldMkLst>
          <pc:docMk/>
          <pc:sldMk cId="1626198913" sldId="2540"/>
        </pc:sldMkLst>
      </pc:sldChg>
      <pc:sldChg chg="addSp modSp del mod modAnim">
        <pc:chgData name="Owais Ahmed" userId="6abc7d4556b3b071" providerId="LiveId" clId="{095BB69B-5D49-48E9-AE5F-D54B59F845B2}" dt="2023-07-19T20:27:59.109" v="5006" actId="47"/>
        <pc:sldMkLst>
          <pc:docMk/>
          <pc:sldMk cId="3438341053" sldId="2541"/>
        </pc:sldMkLst>
        <pc:spChg chg="mod">
          <ac:chgData name="Owais Ahmed" userId="6abc7d4556b3b071" providerId="LiveId" clId="{095BB69B-5D49-48E9-AE5F-D54B59F845B2}" dt="2023-07-19T20:26:30.217" v="4977" actId="27636"/>
          <ac:spMkLst>
            <pc:docMk/>
            <pc:sldMk cId="3438341053" sldId="2541"/>
            <ac:spMk id="3" creationId="{4A1C0383-58FE-E486-295E-B33B8683B938}"/>
          </ac:spMkLst>
        </pc:spChg>
        <pc:spChg chg="add mod">
          <ac:chgData name="Owais Ahmed" userId="6abc7d4556b3b071" providerId="LiveId" clId="{095BB69B-5D49-48E9-AE5F-D54B59F845B2}" dt="2023-07-19T20:27:30.204" v="4999" actId="20577"/>
          <ac:spMkLst>
            <pc:docMk/>
            <pc:sldMk cId="3438341053" sldId="2541"/>
            <ac:spMk id="4" creationId="{3993D0CB-7DC6-A705-1A2C-B45D82AF7545}"/>
          </ac:spMkLst>
        </pc:spChg>
      </pc:sldChg>
      <pc:sldChg chg="del">
        <pc:chgData name="Owais Ahmed" userId="6abc7d4556b3b071" providerId="LiveId" clId="{095BB69B-5D49-48E9-AE5F-D54B59F845B2}" dt="2023-07-19T19:08:44.549" v="8" actId="47"/>
        <pc:sldMkLst>
          <pc:docMk/>
          <pc:sldMk cId="2054533968" sldId="2542"/>
        </pc:sldMkLst>
      </pc:sldChg>
      <pc:sldChg chg="del">
        <pc:chgData name="Owais Ahmed" userId="6abc7d4556b3b071" providerId="LiveId" clId="{095BB69B-5D49-48E9-AE5F-D54B59F845B2}" dt="2023-07-19T19:08:45.160" v="9" actId="47"/>
        <pc:sldMkLst>
          <pc:docMk/>
          <pc:sldMk cId="398110444" sldId="2543"/>
        </pc:sldMkLst>
      </pc:sldChg>
      <pc:sldChg chg="modSp mod modAnim">
        <pc:chgData name="Owais Ahmed" userId="6abc7d4556b3b071" providerId="LiveId" clId="{095BB69B-5D49-48E9-AE5F-D54B59F845B2}" dt="2023-07-19T21:42:01.903" v="7180" actId="20577"/>
        <pc:sldMkLst>
          <pc:docMk/>
          <pc:sldMk cId="3072045044" sldId="2544"/>
        </pc:sldMkLst>
        <pc:spChg chg="mod">
          <ac:chgData name="Owais Ahmed" userId="6abc7d4556b3b071" providerId="LiveId" clId="{095BB69B-5D49-48E9-AE5F-D54B59F845B2}" dt="2023-07-19T21:42:01.903" v="7180" actId="20577"/>
          <ac:spMkLst>
            <pc:docMk/>
            <pc:sldMk cId="3072045044" sldId="2544"/>
            <ac:spMk id="3" creationId="{4A1C0383-58FE-E486-295E-B33B8683B938}"/>
          </ac:spMkLst>
        </pc:spChg>
      </pc:sldChg>
      <pc:sldChg chg="modSp add mod modAnim">
        <pc:chgData name="Owais Ahmed" userId="6abc7d4556b3b071" providerId="LiveId" clId="{095BB69B-5D49-48E9-AE5F-D54B59F845B2}" dt="2023-07-19T19:44:49.767" v="2748" actId="20577"/>
        <pc:sldMkLst>
          <pc:docMk/>
          <pc:sldMk cId="3861901057" sldId="2545"/>
        </pc:sldMkLst>
        <pc:spChg chg="mod">
          <ac:chgData name="Owais Ahmed" userId="6abc7d4556b3b071" providerId="LiveId" clId="{095BB69B-5D49-48E9-AE5F-D54B59F845B2}" dt="2023-07-19T19:44:49.767" v="2748" actId="20577"/>
          <ac:spMkLst>
            <pc:docMk/>
            <pc:sldMk cId="3861901057" sldId="2545"/>
            <ac:spMk id="3" creationId="{4A1C0383-58FE-E486-295E-B33B8683B938}"/>
          </ac:spMkLst>
        </pc:spChg>
        <pc:spChg chg="mod">
          <ac:chgData name="Owais Ahmed" userId="6abc7d4556b3b071" providerId="LiveId" clId="{095BB69B-5D49-48E9-AE5F-D54B59F845B2}" dt="2023-07-19T19:43:19.063" v="2553" actId="20577"/>
          <ac:spMkLst>
            <pc:docMk/>
            <pc:sldMk cId="3861901057" sldId="2545"/>
            <ac:spMk id="215" creationId="{00000000-0000-0000-0000-000000000000}"/>
          </ac:spMkLst>
        </pc:spChg>
      </pc:sldChg>
      <pc:sldChg chg="modSp add mod modAnim">
        <pc:chgData name="Owais Ahmed" userId="6abc7d4556b3b071" providerId="LiveId" clId="{095BB69B-5D49-48E9-AE5F-D54B59F845B2}" dt="2023-07-19T19:36:40.019" v="2003" actId="27636"/>
        <pc:sldMkLst>
          <pc:docMk/>
          <pc:sldMk cId="2289039328" sldId="2546"/>
        </pc:sldMkLst>
        <pc:spChg chg="mod">
          <ac:chgData name="Owais Ahmed" userId="6abc7d4556b3b071" providerId="LiveId" clId="{095BB69B-5D49-48E9-AE5F-D54B59F845B2}" dt="2023-07-19T19:36:40.019" v="2003" actId="27636"/>
          <ac:spMkLst>
            <pc:docMk/>
            <pc:sldMk cId="2289039328" sldId="2546"/>
            <ac:spMk id="3" creationId="{4A1C0383-58FE-E486-295E-B33B8683B938}"/>
          </ac:spMkLst>
        </pc:spChg>
      </pc:sldChg>
      <pc:sldChg chg="addSp delSp modSp add mod delAnim modAnim">
        <pc:chgData name="Owais Ahmed" userId="6abc7d4556b3b071" providerId="LiveId" clId="{095BB69B-5D49-48E9-AE5F-D54B59F845B2}" dt="2023-07-19T19:32:53.510" v="1817" actId="1076"/>
        <pc:sldMkLst>
          <pc:docMk/>
          <pc:sldMk cId="1852311179" sldId="2547"/>
        </pc:sldMkLst>
        <pc:spChg chg="del mod">
          <ac:chgData name="Owais Ahmed" userId="6abc7d4556b3b071" providerId="LiveId" clId="{095BB69B-5D49-48E9-AE5F-D54B59F845B2}" dt="2023-07-19T19:32:32.781" v="1813" actId="478"/>
          <ac:spMkLst>
            <pc:docMk/>
            <pc:sldMk cId="1852311179" sldId="2547"/>
            <ac:spMk id="3" creationId="{4A1C0383-58FE-E486-295E-B33B8683B938}"/>
          </ac:spMkLst>
        </pc:spChg>
        <pc:picChg chg="add del">
          <ac:chgData name="Owais Ahmed" userId="6abc7d4556b3b071" providerId="LiveId" clId="{095BB69B-5D49-48E9-AE5F-D54B59F845B2}" dt="2023-07-19T19:32:30.341" v="1812" actId="22"/>
          <ac:picMkLst>
            <pc:docMk/>
            <pc:sldMk cId="1852311179" sldId="2547"/>
            <ac:picMk id="5" creationId="{D964B978-09C2-0DC9-49A3-6EF9F71899B0}"/>
          </ac:picMkLst>
        </pc:picChg>
        <pc:picChg chg="add mod">
          <ac:chgData name="Owais Ahmed" userId="6abc7d4556b3b071" providerId="LiveId" clId="{095BB69B-5D49-48E9-AE5F-D54B59F845B2}" dt="2023-07-19T19:32:53.510" v="1817" actId="1076"/>
          <ac:picMkLst>
            <pc:docMk/>
            <pc:sldMk cId="1852311179" sldId="2547"/>
            <ac:picMk id="7" creationId="{ACD6C1E7-EBF3-73F9-83D2-8BA8D4433D75}"/>
          </ac:picMkLst>
        </pc:picChg>
      </pc:sldChg>
      <pc:sldChg chg="addSp modSp add mod modAnim modNotesTx">
        <pc:chgData name="Owais Ahmed" userId="6abc7d4556b3b071" providerId="LiveId" clId="{095BB69B-5D49-48E9-AE5F-D54B59F845B2}" dt="2023-07-19T20:26:01.006" v="4974" actId="20577"/>
        <pc:sldMkLst>
          <pc:docMk/>
          <pc:sldMk cId="3426982848" sldId="2548"/>
        </pc:sldMkLst>
        <pc:spChg chg="mod">
          <ac:chgData name="Owais Ahmed" userId="6abc7d4556b3b071" providerId="LiveId" clId="{095BB69B-5D49-48E9-AE5F-D54B59F845B2}" dt="2023-07-19T20:25:24.223" v="4878" actId="20577"/>
          <ac:spMkLst>
            <pc:docMk/>
            <pc:sldMk cId="3426982848" sldId="2548"/>
            <ac:spMk id="3" creationId="{4A1C0383-58FE-E486-295E-B33B8683B938}"/>
          </ac:spMkLst>
        </pc:spChg>
        <pc:spChg chg="add mod">
          <ac:chgData name="Owais Ahmed" userId="6abc7d4556b3b071" providerId="LiveId" clId="{095BB69B-5D49-48E9-AE5F-D54B59F845B2}" dt="2023-07-19T20:18:08.808" v="4483" actId="14100"/>
          <ac:spMkLst>
            <pc:docMk/>
            <pc:sldMk cId="3426982848" sldId="2548"/>
            <ac:spMk id="4" creationId="{A84F51D7-863A-A786-75D7-D89F2C4F06C1}"/>
          </ac:spMkLst>
        </pc:spChg>
      </pc:sldChg>
      <pc:sldChg chg="modSp add mod modAnim">
        <pc:chgData name="Owais Ahmed" userId="6abc7d4556b3b071" providerId="LiveId" clId="{095BB69B-5D49-48E9-AE5F-D54B59F845B2}" dt="2023-07-19T20:05:55.481" v="4174" actId="20577"/>
        <pc:sldMkLst>
          <pc:docMk/>
          <pc:sldMk cId="661648438" sldId="2549"/>
        </pc:sldMkLst>
        <pc:spChg chg="mod">
          <ac:chgData name="Owais Ahmed" userId="6abc7d4556b3b071" providerId="LiveId" clId="{095BB69B-5D49-48E9-AE5F-D54B59F845B2}" dt="2023-07-19T20:05:55.481" v="4174" actId="20577"/>
          <ac:spMkLst>
            <pc:docMk/>
            <pc:sldMk cId="661648438" sldId="2549"/>
            <ac:spMk id="3" creationId="{4A1C0383-58FE-E486-295E-B33B8683B938}"/>
          </ac:spMkLst>
        </pc:spChg>
      </pc:sldChg>
      <pc:sldChg chg="modSp add mod addAnim delAnim modAnim">
        <pc:chgData name="Owais Ahmed" userId="6abc7d4556b3b071" providerId="LiveId" clId="{095BB69B-5D49-48E9-AE5F-D54B59F845B2}" dt="2023-07-19T20:05:26.994" v="4159" actId="27636"/>
        <pc:sldMkLst>
          <pc:docMk/>
          <pc:sldMk cId="1909818167" sldId="2550"/>
        </pc:sldMkLst>
        <pc:spChg chg="mod">
          <ac:chgData name="Owais Ahmed" userId="6abc7d4556b3b071" providerId="LiveId" clId="{095BB69B-5D49-48E9-AE5F-D54B59F845B2}" dt="2023-07-19T20:05:26.994" v="4159" actId="27636"/>
          <ac:spMkLst>
            <pc:docMk/>
            <pc:sldMk cId="1909818167" sldId="2550"/>
            <ac:spMk id="3" creationId="{4A1C0383-58FE-E486-295E-B33B8683B938}"/>
          </ac:spMkLst>
        </pc:spChg>
      </pc:sldChg>
      <pc:sldChg chg="modSp add mod modAnim">
        <pc:chgData name="Owais Ahmed" userId="6abc7d4556b3b071" providerId="LiveId" clId="{095BB69B-5D49-48E9-AE5F-D54B59F845B2}" dt="2023-07-19T20:11:58.130" v="4452" actId="33524"/>
        <pc:sldMkLst>
          <pc:docMk/>
          <pc:sldMk cId="1377817448" sldId="2551"/>
        </pc:sldMkLst>
        <pc:spChg chg="mod">
          <ac:chgData name="Owais Ahmed" userId="6abc7d4556b3b071" providerId="LiveId" clId="{095BB69B-5D49-48E9-AE5F-D54B59F845B2}" dt="2023-07-19T20:11:58.130" v="4452" actId="33524"/>
          <ac:spMkLst>
            <pc:docMk/>
            <pc:sldMk cId="1377817448" sldId="2551"/>
            <ac:spMk id="3" creationId="{4A1C0383-58FE-E486-295E-B33B8683B938}"/>
          </ac:spMkLst>
        </pc:spChg>
        <pc:spChg chg="mod">
          <ac:chgData name="Owais Ahmed" userId="6abc7d4556b3b071" providerId="LiveId" clId="{095BB69B-5D49-48E9-AE5F-D54B59F845B2}" dt="2023-07-19T20:06:22.235" v="4183" actId="20577"/>
          <ac:spMkLst>
            <pc:docMk/>
            <pc:sldMk cId="1377817448" sldId="2551"/>
            <ac:spMk id="215" creationId="{00000000-0000-0000-0000-000000000000}"/>
          </ac:spMkLst>
        </pc:spChg>
      </pc:sldChg>
      <pc:sldChg chg="modSp add mod modAnim modNotesTx">
        <pc:chgData name="Owais Ahmed" userId="6abc7d4556b3b071" providerId="LiveId" clId="{095BB69B-5D49-48E9-AE5F-D54B59F845B2}" dt="2023-07-19T21:41:47.064" v="7179" actId="20577"/>
        <pc:sldMkLst>
          <pc:docMk/>
          <pc:sldMk cId="508579768" sldId="2552"/>
        </pc:sldMkLst>
        <pc:spChg chg="mod">
          <ac:chgData name="Owais Ahmed" userId="6abc7d4556b3b071" providerId="LiveId" clId="{095BB69B-5D49-48E9-AE5F-D54B59F845B2}" dt="2023-07-19T21:41:47.064" v="7179" actId="20577"/>
          <ac:spMkLst>
            <pc:docMk/>
            <pc:sldMk cId="508579768" sldId="2552"/>
            <ac:spMk id="3" creationId="{4A1C0383-58FE-E486-295E-B33B8683B938}"/>
          </ac:spMkLst>
        </pc:spChg>
        <pc:spChg chg="mod">
          <ac:chgData name="Owais Ahmed" userId="6abc7d4556b3b071" providerId="LiveId" clId="{095BB69B-5D49-48E9-AE5F-D54B59F845B2}" dt="2023-07-19T20:27:56.589" v="5005" actId="27636"/>
          <ac:spMkLst>
            <pc:docMk/>
            <pc:sldMk cId="508579768" sldId="2552"/>
            <ac:spMk id="4" creationId="{A84F51D7-863A-A786-75D7-D89F2C4F06C1}"/>
          </ac:spMkLst>
        </pc:spChg>
        <pc:spChg chg="mod">
          <ac:chgData name="Owais Ahmed" userId="6abc7d4556b3b071" providerId="LiveId" clId="{095BB69B-5D49-48E9-AE5F-D54B59F845B2}" dt="2023-07-19T20:27:45.699" v="5001"/>
          <ac:spMkLst>
            <pc:docMk/>
            <pc:sldMk cId="508579768" sldId="2552"/>
            <ac:spMk id="215" creationId="{00000000-0000-0000-0000-000000000000}"/>
          </ac:spMkLst>
        </pc:spChg>
      </pc:sldChg>
      <pc:sldChg chg="addSp delSp modSp add mod ord modAnim">
        <pc:chgData name="Owais Ahmed" userId="6abc7d4556b3b071" providerId="LiveId" clId="{095BB69B-5D49-48E9-AE5F-D54B59F845B2}" dt="2023-07-19T20:55:28.462" v="5503" actId="207"/>
        <pc:sldMkLst>
          <pc:docMk/>
          <pc:sldMk cId="2384820914" sldId="2553"/>
        </pc:sldMkLst>
        <pc:spChg chg="mod">
          <ac:chgData name="Owais Ahmed" userId="6abc7d4556b3b071" providerId="LiveId" clId="{095BB69B-5D49-48E9-AE5F-D54B59F845B2}" dt="2023-07-19T20:51:55.308" v="5456" actId="27636"/>
          <ac:spMkLst>
            <pc:docMk/>
            <pc:sldMk cId="2384820914" sldId="2553"/>
            <ac:spMk id="3" creationId="{4A1C0383-58FE-E486-295E-B33B8683B938}"/>
          </ac:spMkLst>
        </pc:spChg>
        <pc:spChg chg="add del mod">
          <ac:chgData name="Owais Ahmed" userId="6abc7d4556b3b071" providerId="LiveId" clId="{095BB69B-5D49-48E9-AE5F-D54B59F845B2}" dt="2023-07-19T20:48:49.166" v="5421" actId="478"/>
          <ac:spMkLst>
            <pc:docMk/>
            <pc:sldMk cId="2384820914" sldId="2553"/>
            <ac:spMk id="6" creationId="{4E4AC72A-97CC-6051-62DF-A72414278DFB}"/>
          </ac:spMkLst>
        </pc:spChg>
        <pc:spChg chg="add mod">
          <ac:chgData name="Owais Ahmed" userId="6abc7d4556b3b071" providerId="LiveId" clId="{095BB69B-5D49-48E9-AE5F-D54B59F845B2}" dt="2023-07-19T20:55:28.462" v="5503" actId="207"/>
          <ac:spMkLst>
            <pc:docMk/>
            <pc:sldMk cId="2384820914" sldId="2553"/>
            <ac:spMk id="7" creationId="{61E30D91-D978-8CF2-2430-6373931F67B2}"/>
          </ac:spMkLst>
        </pc:spChg>
        <pc:spChg chg="mod">
          <ac:chgData name="Owais Ahmed" userId="6abc7d4556b3b071" providerId="LiveId" clId="{095BB69B-5D49-48E9-AE5F-D54B59F845B2}" dt="2023-07-19T20:53:52.353" v="5491" actId="14100"/>
          <ac:spMkLst>
            <pc:docMk/>
            <pc:sldMk cId="2384820914" sldId="2553"/>
            <ac:spMk id="89" creationId="{00000000-0000-0000-0000-000000000000}"/>
          </ac:spMkLst>
        </pc:spChg>
        <pc:spChg chg="mod">
          <ac:chgData name="Owais Ahmed" userId="6abc7d4556b3b071" providerId="LiveId" clId="{095BB69B-5D49-48E9-AE5F-D54B59F845B2}" dt="2023-07-19T20:48:26.133" v="5416" actId="404"/>
          <ac:spMkLst>
            <pc:docMk/>
            <pc:sldMk cId="2384820914" sldId="2553"/>
            <ac:spMk id="214" creationId="{00000000-0000-0000-0000-000000000000}"/>
          </ac:spMkLst>
        </pc:spChg>
        <pc:spChg chg="mod">
          <ac:chgData name="Owais Ahmed" userId="6abc7d4556b3b071" providerId="LiveId" clId="{095BB69B-5D49-48E9-AE5F-D54B59F845B2}" dt="2023-07-19T20:48:26.133" v="5416" actId="404"/>
          <ac:spMkLst>
            <pc:docMk/>
            <pc:sldMk cId="2384820914" sldId="2553"/>
            <ac:spMk id="215" creationId="{00000000-0000-0000-0000-000000000000}"/>
          </ac:spMkLst>
        </pc:spChg>
        <pc:spChg chg="mod">
          <ac:chgData name="Owais Ahmed" userId="6abc7d4556b3b071" providerId="LiveId" clId="{095BB69B-5D49-48E9-AE5F-D54B59F845B2}" dt="2023-07-19T20:54:22.040" v="5495" actId="14100"/>
          <ac:spMkLst>
            <pc:docMk/>
            <pc:sldMk cId="2384820914" sldId="2553"/>
            <ac:spMk id="216" creationId="{00000000-0000-0000-0000-000000000000}"/>
          </ac:spMkLst>
        </pc:spChg>
        <pc:picChg chg="add mod">
          <ac:chgData name="Owais Ahmed" userId="6abc7d4556b3b071" providerId="LiveId" clId="{095BB69B-5D49-48E9-AE5F-D54B59F845B2}" dt="2023-07-19T20:53:41.807" v="5488" actId="1076"/>
          <ac:picMkLst>
            <pc:docMk/>
            <pc:sldMk cId="2384820914" sldId="2553"/>
            <ac:picMk id="4" creationId="{02E65330-6657-3171-BADE-5DE1311564C1}"/>
          </ac:picMkLst>
        </pc:picChg>
      </pc:sldChg>
      <pc:sldChg chg="addSp modSp add mod ord modAnim">
        <pc:chgData name="Owais Ahmed" userId="6abc7d4556b3b071" providerId="LiveId" clId="{095BB69B-5D49-48E9-AE5F-D54B59F845B2}" dt="2023-07-19T21:10:02.624" v="6143"/>
        <pc:sldMkLst>
          <pc:docMk/>
          <pc:sldMk cId="910287247" sldId="2554"/>
        </pc:sldMkLst>
        <pc:spChg chg="mod">
          <ac:chgData name="Owais Ahmed" userId="6abc7d4556b3b071" providerId="LiveId" clId="{095BB69B-5D49-48E9-AE5F-D54B59F845B2}" dt="2023-07-19T21:05:21.815" v="6036" actId="20577"/>
          <ac:spMkLst>
            <pc:docMk/>
            <pc:sldMk cId="910287247" sldId="2554"/>
            <ac:spMk id="3" creationId="{4A1C0383-58FE-E486-295E-B33B8683B938}"/>
          </ac:spMkLst>
        </pc:spChg>
        <pc:graphicFrameChg chg="add mod modGraphic">
          <ac:chgData name="Owais Ahmed" userId="6abc7d4556b3b071" providerId="LiveId" clId="{095BB69B-5D49-48E9-AE5F-D54B59F845B2}" dt="2023-07-19T21:09:40.889" v="6139" actId="120"/>
          <ac:graphicFrameMkLst>
            <pc:docMk/>
            <pc:sldMk cId="910287247" sldId="2554"/>
            <ac:graphicFrameMk id="4" creationId="{85B6CC19-C10F-7113-F3A0-B01A272F7B5B}"/>
          </ac:graphicFrameMkLst>
        </pc:graphicFrameChg>
      </pc:sldChg>
      <pc:sldChg chg="modSp add ord modAnim">
        <pc:chgData name="Owais Ahmed" userId="6abc7d4556b3b071" providerId="LiveId" clId="{095BB69B-5D49-48E9-AE5F-D54B59F845B2}" dt="2023-07-19T21:24:57.710" v="6324" actId="20577"/>
        <pc:sldMkLst>
          <pc:docMk/>
          <pc:sldMk cId="1721494728" sldId="2555"/>
        </pc:sldMkLst>
        <pc:spChg chg="mod">
          <ac:chgData name="Owais Ahmed" userId="6abc7d4556b3b071" providerId="LiveId" clId="{095BB69B-5D49-48E9-AE5F-D54B59F845B2}" dt="2023-07-19T21:24:57.710" v="6324" actId="20577"/>
          <ac:spMkLst>
            <pc:docMk/>
            <pc:sldMk cId="1721494728" sldId="2555"/>
            <ac:spMk id="3" creationId="{4A1C0383-58FE-E486-295E-B33B8683B938}"/>
          </ac:spMkLst>
        </pc:spChg>
      </pc:sldChg>
      <pc:sldChg chg="modSp add mod modAnim">
        <pc:chgData name="Owais Ahmed" userId="6abc7d4556b3b071" providerId="LiveId" clId="{095BB69B-5D49-48E9-AE5F-D54B59F845B2}" dt="2023-07-19T21:32:24.458" v="6704" actId="20577"/>
        <pc:sldMkLst>
          <pc:docMk/>
          <pc:sldMk cId="3935542565" sldId="2556"/>
        </pc:sldMkLst>
        <pc:spChg chg="mod">
          <ac:chgData name="Owais Ahmed" userId="6abc7d4556b3b071" providerId="LiveId" clId="{095BB69B-5D49-48E9-AE5F-D54B59F845B2}" dt="2023-07-19T21:32:20.310" v="6703"/>
          <ac:spMkLst>
            <pc:docMk/>
            <pc:sldMk cId="3935542565" sldId="2556"/>
            <ac:spMk id="3" creationId="{4A1C0383-58FE-E486-295E-B33B8683B938}"/>
          </ac:spMkLst>
        </pc:spChg>
        <pc:spChg chg="mod">
          <ac:chgData name="Owais Ahmed" userId="6abc7d4556b3b071" providerId="LiveId" clId="{095BB69B-5D49-48E9-AE5F-D54B59F845B2}" dt="2023-07-19T21:25:46.177" v="6364" actId="20577"/>
          <ac:spMkLst>
            <pc:docMk/>
            <pc:sldMk cId="3935542565" sldId="2556"/>
            <ac:spMk id="215" creationId="{00000000-0000-0000-0000-000000000000}"/>
          </ac:spMkLst>
        </pc:spChg>
      </pc:sldChg>
      <pc:sldChg chg="modSp add mod modAnim">
        <pc:chgData name="Owais Ahmed" userId="6abc7d4556b3b071" providerId="LiveId" clId="{095BB69B-5D49-48E9-AE5F-D54B59F845B2}" dt="2023-07-19T21:38:10.006" v="7177" actId="20577"/>
        <pc:sldMkLst>
          <pc:docMk/>
          <pc:sldMk cId="801684800" sldId="2557"/>
        </pc:sldMkLst>
        <pc:spChg chg="mod">
          <ac:chgData name="Owais Ahmed" userId="6abc7d4556b3b071" providerId="LiveId" clId="{095BB69B-5D49-48E9-AE5F-D54B59F845B2}" dt="2023-07-19T21:38:10.006" v="7177" actId="20577"/>
          <ac:spMkLst>
            <pc:docMk/>
            <pc:sldMk cId="801684800" sldId="2557"/>
            <ac:spMk id="3" creationId="{4A1C0383-58FE-E486-295E-B33B8683B938}"/>
          </ac:spMkLst>
        </pc:spChg>
      </pc:sldChg>
      <pc:sldChg chg="addSp modSp add mod modAnim">
        <pc:chgData name="Owais Ahmed" userId="6abc7d4556b3b071" providerId="LiveId" clId="{095BB69B-5D49-48E9-AE5F-D54B59F845B2}" dt="2023-07-19T21:46:58.340" v="7353" actId="20577"/>
        <pc:sldMkLst>
          <pc:docMk/>
          <pc:sldMk cId="3519223234" sldId="2558"/>
        </pc:sldMkLst>
        <pc:spChg chg="mod">
          <ac:chgData name="Owais Ahmed" userId="6abc7d4556b3b071" providerId="LiveId" clId="{095BB69B-5D49-48E9-AE5F-D54B59F845B2}" dt="2023-07-19T21:45:11.613" v="7314" actId="20577"/>
          <ac:spMkLst>
            <pc:docMk/>
            <pc:sldMk cId="3519223234" sldId="2558"/>
            <ac:spMk id="3" creationId="{4A1C0383-58FE-E486-295E-B33B8683B938}"/>
          </ac:spMkLst>
        </pc:spChg>
        <pc:spChg chg="add mod">
          <ac:chgData name="Owais Ahmed" userId="6abc7d4556b3b071" providerId="LiveId" clId="{095BB69B-5D49-48E9-AE5F-D54B59F845B2}" dt="2023-07-19T21:43:22.616" v="7280" actId="5793"/>
          <ac:spMkLst>
            <pc:docMk/>
            <pc:sldMk cId="3519223234" sldId="2558"/>
            <ac:spMk id="4" creationId="{7AFABD42-D8C4-F925-3979-2DBCC4449B67}"/>
          </ac:spMkLst>
        </pc:spChg>
        <pc:graphicFrameChg chg="add mod modGraphic">
          <ac:chgData name="Owais Ahmed" userId="6abc7d4556b3b071" providerId="LiveId" clId="{095BB69B-5D49-48E9-AE5F-D54B59F845B2}" dt="2023-07-19T21:46:58.340" v="7353" actId="20577"/>
          <ac:graphicFrameMkLst>
            <pc:docMk/>
            <pc:sldMk cId="3519223234" sldId="2558"/>
            <ac:graphicFrameMk id="5" creationId="{33863AAE-FAFA-4931-FB78-C6A184FC9B57}"/>
          </ac:graphicFrameMkLst>
        </pc:graphicFrameChg>
      </pc:sldChg>
    </pc:docChg>
  </pc:docChgLst>
  <pc:docChgLst>
    <pc:chgData name="Owais Ahmed" userId="6abc7d4556b3b071" providerId="LiveId" clId="{583CDD36-DC75-4E50-898E-AECC56DCC01A}"/>
    <pc:docChg chg="undo redo custSel addSld delSld modSld">
      <pc:chgData name="Owais Ahmed" userId="6abc7d4556b3b071" providerId="LiveId" clId="{583CDD36-DC75-4E50-898E-AECC56DCC01A}" dt="2023-03-04T13:30:34.083" v="4560" actId="6549"/>
      <pc:docMkLst>
        <pc:docMk/>
      </pc:docMkLst>
      <pc:sldChg chg="modSp mod">
        <pc:chgData name="Owais Ahmed" userId="6abc7d4556b3b071" providerId="LiveId" clId="{583CDD36-DC75-4E50-898E-AECC56DCC01A}" dt="2023-03-03T04:49:18.654" v="1951" actId="20577"/>
        <pc:sldMkLst>
          <pc:docMk/>
          <pc:sldMk cId="1649098948" sldId="2462"/>
        </pc:sldMkLst>
        <pc:spChg chg="mod">
          <ac:chgData name="Owais Ahmed" userId="6abc7d4556b3b071" providerId="LiveId" clId="{583CDD36-DC75-4E50-898E-AECC56DCC01A}" dt="2023-03-03T04:49:18.654" v="1951" actId="20577"/>
          <ac:spMkLst>
            <pc:docMk/>
            <pc:sldMk cId="1649098948" sldId="2462"/>
            <ac:spMk id="6" creationId="{F3C89A40-EEAA-43AB-9A3A-B2CFDE450F1B}"/>
          </ac:spMkLst>
        </pc:spChg>
      </pc:sldChg>
      <pc:sldChg chg="modSp mod modAnim">
        <pc:chgData name="Owais Ahmed" userId="6abc7d4556b3b071" providerId="LiveId" clId="{583CDD36-DC75-4E50-898E-AECC56DCC01A}" dt="2023-03-03T04:47:45.101" v="1938" actId="20577"/>
        <pc:sldMkLst>
          <pc:docMk/>
          <pc:sldMk cId="502436521" sldId="2495"/>
        </pc:sldMkLst>
        <pc:spChg chg="mod">
          <ac:chgData name="Owais Ahmed" userId="6abc7d4556b3b071" providerId="LiveId" clId="{583CDD36-DC75-4E50-898E-AECC56DCC01A}" dt="2023-03-03T04:47:45.101" v="1938" actId="20577"/>
          <ac:spMkLst>
            <pc:docMk/>
            <pc:sldMk cId="502436521" sldId="2495"/>
            <ac:spMk id="3" creationId="{4A1C0383-58FE-E486-295E-B33B8683B938}"/>
          </ac:spMkLst>
        </pc:spChg>
      </pc:sldChg>
      <pc:sldChg chg="addSp delSp modSp mod modAnim modNotesTx">
        <pc:chgData name="Owais Ahmed" userId="6abc7d4556b3b071" providerId="LiveId" clId="{583CDD36-DC75-4E50-898E-AECC56DCC01A}" dt="2023-03-03T04:33:09.205" v="1128" actId="20577"/>
        <pc:sldMkLst>
          <pc:docMk/>
          <pc:sldMk cId="3658375322" sldId="2496"/>
        </pc:sldMkLst>
        <pc:spChg chg="mod">
          <ac:chgData name="Owais Ahmed" userId="6abc7d4556b3b071" providerId="LiveId" clId="{583CDD36-DC75-4E50-898E-AECC56DCC01A}" dt="2023-03-03T04:33:09.205" v="1128" actId="20577"/>
          <ac:spMkLst>
            <pc:docMk/>
            <pc:sldMk cId="3658375322" sldId="2496"/>
            <ac:spMk id="3" creationId="{4A1C0383-58FE-E486-295E-B33B8683B938}"/>
          </ac:spMkLst>
        </pc:spChg>
        <pc:graphicFrameChg chg="add del mod">
          <ac:chgData name="Owais Ahmed" userId="6abc7d4556b3b071" providerId="LiveId" clId="{583CDD36-DC75-4E50-898E-AECC56DCC01A}" dt="2023-03-03T04:18:39.779" v="23"/>
          <ac:graphicFrameMkLst>
            <pc:docMk/>
            <pc:sldMk cId="3658375322" sldId="2496"/>
            <ac:graphicFrameMk id="4" creationId="{BFEC3375-B963-8923-4A6E-32818B1D2D4F}"/>
          </ac:graphicFrameMkLst>
        </pc:graphicFrameChg>
        <pc:graphicFrameChg chg="add del mod">
          <ac:chgData name="Owais Ahmed" userId="6abc7d4556b3b071" providerId="LiveId" clId="{583CDD36-DC75-4E50-898E-AECC56DCC01A}" dt="2023-03-03T04:27:20.607" v="679" actId="478"/>
          <ac:graphicFrameMkLst>
            <pc:docMk/>
            <pc:sldMk cId="3658375322" sldId="2496"/>
            <ac:graphicFrameMk id="5" creationId="{96E07031-D3A1-2C91-FA40-03175BC09D30}"/>
          </ac:graphicFrameMkLst>
        </pc:graphicFrameChg>
      </pc:sldChg>
      <pc:sldChg chg="addSp modSp add mod modAnim">
        <pc:chgData name="Owais Ahmed" userId="6abc7d4556b3b071" providerId="LiveId" clId="{583CDD36-DC75-4E50-898E-AECC56DCC01A}" dt="2023-03-03T04:43:36.685" v="1807" actId="20577"/>
        <pc:sldMkLst>
          <pc:docMk/>
          <pc:sldMk cId="1001608454" sldId="2497"/>
        </pc:sldMkLst>
        <pc:spChg chg="mod">
          <ac:chgData name="Owais Ahmed" userId="6abc7d4556b3b071" providerId="LiveId" clId="{583CDD36-DC75-4E50-898E-AECC56DCC01A}" dt="2023-03-03T04:43:36.685" v="1807" actId="20577"/>
          <ac:spMkLst>
            <pc:docMk/>
            <pc:sldMk cId="1001608454" sldId="2497"/>
            <ac:spMk id="3" creationId="{4A1C0383-58FE-E486-295E-B33B8683B938}"/>
          </ac:spMkLst>
        </pc:spChg>
        <pc:picChg chg="add mod">
          <ac:chgData name="Owais Ahmed" userId="6abc7d4556b3b071" providerId="LiveId" clId="{583CDD36-DC75-4E50-898E-AECC56DCC01A}" dt="2023-03-03T04:40:54.505" v="1617" actId="1076"/>
          <ac:picMkLst>
            <pc:docMk/>
            <pc:sldMk cId="1001608454" sldId="2497"/>
            <ac:picMk id="1026" creationId="{8DBC71CE-FCFC-758B-CB82-BF3E8407CAC9}"/>
          </ac:picMkLst>
        </pc:picChg>
      </pc:sldChg>
      <pc:sldChg chg="addSp delSp modSp add del mod modAnim">
        <pc:chgData name="Owais Ahmed" userId="6abc7d4556b3b071" providerId="LiveId" clId="{583CDD36-DC75-4E50-898E-AECC56DCC01A}" dt="2023-03-03T06:09:14.525" v="3778" actId="27636"/>
        <pc:sldMkLst>
          <pc:docMk/>
          <pc:sldMk cId="1881289253" sldId="2498"/>
        </pc:sldMkLst>
        <pc:spChg chg="mod">
          <ac:chgData name="Owais Ahmed" userId="6abc7d4556b3b071" providerId="LiveId" clId="{583CDD36-DC75-4E50-898E-AECC56DCC01A}" dt="2023-03-03T06:09:14.525" v="3778" actId="27636"/>
          <ac:spMkLst>
            <pc:docMk/>
            <pc:sldMk cId="1881289253" sldId="2498"/>
            <ac:spMk id="3" creationId="{4A1C0383-58FE-E486-295E-B33B8683B938}"/>
          </ac:spMkLst>
        </pc:spChg>
        <pc:spChg chg="add del">
          <ac:chgData name="Owais Ahmed" userId="6abc7d4556b3b071" providerId="LiveId" clId="{583CDD36-DC75-4E50-898E-AECC56DCC01A}" dt="2023-03-03T05:42:07.125" v="2139"/>
          <ac:spMkLst>
            <pc:docMk/>
            <pc:sldMk cId="1881289253" sldId="2498"/>
            <ac:spMk id="4" creationId="{F58F651D-1426-F8D8-EDE6-210C1C067CBF}"/>
          </ac:spMkLst>
        </pc:spChg>
        <pc:spChg chg="add del">
          <ac:chgData name="Owais Ahmed" userId="6abc7d4556b3b071" providerId="LiveId" clId="{583CDD36-DC75-4E50-898E-AECC56DCC01A}" dt="2023-03-03T05:42:24.465" v="2141"/>
          <ac:spMkLst>
            <pc:docMk/>
            <pc:sldMk cId="1881289253" sldId="2498"/>
            <ac:spMk id="5" creationId="{F1C8F1BD-E543-1C02-C17F-B1A2872354C4}"/>
          </ac:spMkLst>
        </pc:spChg>
        <pc:spChg chg="mod">
          <ac:chgData name="Owais Ahmed" userId="6abc7d4556b3b071" providerId="LiveId" clId="{583CDD36-DC75-4E50-898E-AECC56DCC01A}" dt="2023-03-03T04:49:38.147" v="1981" actId="20577"/>
          <ac:spMkLst>
            <pc:docMk/>
            <pc:sldMk cId="1881289253" sldId="2498"/>
            <ac:spMk id="215" creationId="{00000000-0000-0000-0000-000000000000}"/>
          </ac:spMkLst>
        </pc:spChg>
        <pc:picChg chg="add mod">
          <ac:chgData name="Owais Ahmed" userId="6abc7d4556b3b071" providerId="LiveId" clId="{583CDD36-DC75-4E50-898E-AECC56DCC01A}" dt="2023-03-03T05:43:39.544" v="2146" actId="1076"/>
          <ac:picMkLst>
            <pc:docMk/>
            <pc:sldMk cId="1881289253" sldId="2498"/>
            <ac:picMk id="3078" creationId="{FAA109FF-5D40-8692-BD65-902C9FEB4EB4}"/>
          </ac:picMkLst>
        </pc:picChg>
      </pc:sldChg>
      <pc:sldChg chg="addSp delSp modSp add mod modAnim">
        <pc:chgData name="Owais Ahmed" userId="6abc7d4556b3b071" providerId="LiveId" clId="{583CDD36-DC75-4E50-898E-AECC56DCC01A}" dt="2023-03-03T06:00:29.500" v="2818" actId="1076"/>
        <pc:sldMkLst>
          <pc:docMk/>
          <pc:sldMk cId="3955736578" sldId="2499"/>
        </pc:sldMkLst>
        <pc:spChg chg="mod">
          <ac:chgData name="Owais Ahmed" userId="6abc7d4556b3b071" providerId="LiveId" clId="{583CDD36-DC75-4E50-898E-AECC56DCC01A}" dt="2023-03-03T05:58:55.332" v="2810" actId="20577"/>
          <ac:spMkLst>
            <pc:docMk/>
            <pc:sldMk cId="3955736578" sldId="2499"/>
            <ac:spMk id="3" creationId="{4A1C0383-58FE-E486-295E-B33B8683B938}"/>
          </ac:spMkLst>
        </pc:spChg>
        <pc:spChg chg="add del">
          <ac:chgData name="Owais Ahmed" userId="6abc7d4556b3b071" providerId="LiveId" clId="{583CDD36-DC75-4E50-898E-AECC56DCC01A}" dt="2023-03-03T05:59:51.543" v="2812"/>
          <ac:spMkLst>
            <pc:docMk/>
            <pc:sldMk cId="3955736578" sldId="2499"/>
            <ac:spMk id="4" creationId="{A8C2EC14-07AD-1150-23BC-827AB83B1019}"/>
          </ac:spMkLst>
        </pc:spChg>
        <pc:picChg chg="add del">
          <ac:chgData name="Owais Ahmed" userId="6abc7d4556b3b071" providerId="LiveId" clId="{583CDD36-DC75-4E50-898E-AECC56DCC01A}" dt="2023-03-03T06:00:07.097" v="2814" actId="22"/>
          <ac:picMkLst>
            <pc:docMk/>
            <pc:sldMk cId="3955736578" sldId="2499"/>
            <ac:picMk id="6" creationId="{BE71870F-3DBA-4D1F-C222-1B194F1ECDD4}"/>
          </ac:picMkLst>
        </pc:picChg>
        <pc:picChg chg="add mod">
          <ac:chgData name="Owais Ahmed" userId="6abc7d4556b3b071" providerId="LiveId" clId="{583CDD36-DC75-4E50-898E-AECC56DCC01A}" dt="2023-03-03T06:00:29.500" v="2818" actId="1076"/>
          <ac:picMkLst>
            <pc:docMk/>
            <pc:sldMk cId="3955736578" sldId="2499"/>
            <ac:picMk id="8" creationId="{2D690B33-8A95-3481-E1DA-0C2846067CC2}"/>
          </ac:picMkLst>
        </pc:picChg>
        <pc:picChg chg="del">
          <ac:chgData name="Owais Ahmed" userId="6abc7d4556b3b071" providerId="LiveId" clId="{583CDD36-DC75-4E50-898E-AECC56DCC01A}" dt="2023-03-03T05:56:14.122" v="2676" actId="478"/>
          <ac:picMkLst>
            <pc:docMk/>
            <pc:sldMk cId="3955736578" sldId="2499"/>
            <ac:picMk id="3078" creationId="{FAA109FF-5D40-8692-BD65-902C9FEB4EB4}"/>
          </ac:picMkLst>
        </pc:picChg>
      </pc:sldChg>
      <pc:sldChg chg="delSp modSp add mod modAnim">
        <pc:chgData name="Owais Ahmed" userId="6abc7d4556b3b071" providerId="LiveId" clId="{583CDD36-DC75-4E50-898E-AECC56DCC01A}" dt="2023-03-03T06:08:11.648" v="3770" actId="20577"/>
        <pc:sldMkLst>
          <pc:docMk/>
          <pc:sldMk cId="3647547761" sldId="2500"/>
        </pc:sldMkLst>
        <pc:spChg chg="mod">
          <ac:chgData name="Owais Ahmed" userId="6abc7d4556b3b071" providerId="LiveId" clId="{583CDD36-DC75-4E50-898E-AECC56DCC01A}" dt="2023-03-03T06:08:11.648" v="3770" actId="20577"/>
          <ac:spMkLst>
            <pc:docMk/>
            <pc:sldMk cId="3647547761" sldId="2500"/>
            <ac:spMk id="3" creationId="{4A1C0383-58FE-E486-295E-B33B8683B938}"/>
          </ac:spMkLst>
        </pc:spChg>
        <pc:picChg chg="del">
          <ac:chgData name="Owais Ahmed" userId="6abc7d4556b3b071" providerId="LiveId" clId="{583CDD36-DC75-4E50-898E-AECC56DCC01A}" dt="2023-03-03T06:00:36.483" v="2820" actId="478"/>
          <ac:picMkLst>
            <pc:docMk/>
            <pc:sldMk cId="3647547761" sldId="2500"/>
            <ac:picMk id="8" creationId="{2D690B33-8A95-3481-E1DA-0C2846067CC2}"/>
          </ac:picMkLst>
        </pc:picChg>
      </pc:sldChg>
      <pc:sldChg chg="del">
        <pc:chgData name="Owais Ahmed" userId="6abc7d4556b3b071" providerId="LiveId" clId="{583CDD36-DC75-4E50-898E-AECC56DCC01A}" dt="2023-03-03T06:09:16.822" v="3779" actId="47"/>
        <pc:sldMkLst>
          <pc:docMk/>
          <pc:sldMk cId="3343540598" sldId="2501"/>
        </pc:sldMkLst>
      </pc:sldChg>
      <pc:sldChg chg="modSp add mod modAnim modNotesTx">
        <pc:chgData name="Owais Ahmed" userId="6abc7d4556b3b071" providerId="LiveId" clId="{583CDD36-DC75-4E50-898E-AECC56DCC01A}" dt="2023-03-03T06:24:32.189" v="4559" actId="20577"/>
        <pc:sldMkLst>
          <pc:docMk/>
          <pc:sldMk cId="3769573511" sldId="2501"/>
        </pc:sldMkLst>
        <pc:spChg chg="mod">
          <ac:chgData name="Owais Ahmed" userId="6abc7d4556b3b071" providerId="LiveId" clId="{583CDD36-DC75-4E50-898E-AECC56DCC01A}" dt="2023-03-03T06:14:47.884" v="4213" actId="20577"/>
          <ac:spMkLst>
            <pc:docMk/>
            <pc:sldMk cId="3769573511" sldId="2501"/>
            <ac:spMk id="3" creationId="{4A1C0383-58FE-E486-295E-B33B8683B938}"/>
          </ac:spMkLst>
        </pc:spChg>
        <pc:spChg chg="mod">
          <ac:chgData name="Owais Ahmed" userId="6abc7d4556b3b071" providerId="LiveId" clId="{583CDD36-DC75-4E50-898E-AECC56DCC01A}" dt="2023-03-03T06:09:48.808" v="3814" actId="20577"/>
          <ac:spMkLst>
            <pc:docMk/>
            <pc:sldMk cId="3769573511" sldId="2501"/>
            <ac:spMk id="215" creationId="{00000000-0000-0000-0000-000000000000}"/>
          </ac:spMkLst>
        </pc:spChg>
      </pc:sldChg>
      <pc:sldChg chg="add del">
        <pc:chgData name="Owais Ahmed" userId="6abc7d4556b3b071" providerId="LiveId" clId="{583CDD36-DC75-4E50-898E-AECC56DCC01A}" dt="2023-03-03T06:08:54.966" v="3773" actId="2890"/>
        <pc:sldMkLst>
          <pc:docMk/>
          <pc:sldMk cId="300343940" sldId="2502"/>
        </pc:sldMkLst>
      </pc:sldChg>
      <pc:sldChg chg="add del">
        <pc:chgData name="Owais Ahmed" userId="6abc7d4556b3b071" providerId="LiveId" clId="{583CDD36-DC75-4E50-898E-AECC56DCC01A}" dt="2023-03-03T06:09:06.883" v="3775"/>
        <pc:sldMkLst>
          <pc:docMk/>
          <pc:sldMk cId="675864047" sldId="2502"/>
        </pc:sldMkLst>
      </pc:sldChg>
      <pc:sldChg chg="modSp add mod modAnim modNotesTx">
        <pc:chgData name="Owais Ahmed" userId="6abc7d4556b3b071" providerId="LiveId" clId="{583CDD36-DC75-4E50-898E-AECC56DCC01A}" dt="2023-03-04T13:30:34.083" v="4560" actId="6549"/>
        <pc:sldMkLst>
          <pc:docMk/>
          <pc:sldMk cId="2150423912" sldId="2502"/>
        </pc:sldMkLst>
        <pc:spChg chg="mod">
          <ac:chgData name="Owais Ahmed" userId="6abc7d4556b3b071" providerId="LiveId" clId="{583CDD36-DC75-4E50-898E-AECC56DCC01A}" dt="2023-03-03T06:23:48.434" v="4556" actId="20577"/>
          <ac:spMkLst>
            <pc:docMk/>
            <pc:sldMk cId="2150423912" sldId="2502"/>
            <ac:spMk id="3" creationId="{4A1C0383-58FE-E486-295E-B33B8683B938}"/>
          </ac:spMkLst>
        </pc:spChg>
        <pc:spChg chg="mod">
          <ac:chgData name="Owais Ahmed" userId="6abc7d4556b3b071" providerId="LiveId" clId="{583CDD36-DC75-4E50-898E-AECC56DCC01A}" dt="2023-03-03T06:16:04.413" v="4227" actId="20577"/>
          <ac:spMkLst>
            <pc:docMk/>
            <pc:sldMk cId="2150423912" sldId="2502"/>
            <ac:spMk id="215" creationId="{00000000-0000-0000-0000-000000000000}"/>
          </ac:spMkLst>
        </pc:spChg>
      </pc:sldChg>
    </pc:docChg>
  </pc:docChgLst>
  <pc:docChgLst>
    <pc:chgData name="Owais Ahmed" userId="6abc7d4556b3b071" providerId="LiveId" clId="{05353EE9-06C8-45AA-8D20-153706DECAE0}"/>
    <pc:docChg chg="modSld">
      <pc:chgData name="Owais Ahmed" userId="6abc7d4556b3b071" providerId="LiveId" clId="{05353EE9-06C8-45AA-8D20-153706DECAE0}" dt="2023-07-19T07:01:59.448" v="137" actId="20577"/>
      <pc:docMkLst>
        <pc:docMk/>
      </pc:docMkLst>
      <pc:sldChg chg="modSp modAnim">
        <pc:chgData name="Owais Ahmed" userId="6abc7d4556b3b071" providerId="LiveId" clId="{05353EE9-06C8-45AA-8D20-153706DECAE0}" dt="2023-07-19T07:01:59.448" v="137" actId="20577"/>
        <pc:sldMkLst>
          <pc:docMk/>
          <pc:sldMk cId="490713207" sldId="2535"/>
        </pc:sldMkLst>
        <pc:spChg chg="mod">
          <ac:chgData name="Owais Ahmed" userId="6abc7d4556b3b071" providerId="LiveId" clId="{05353EE9-06C8-45AA-8D20-153706DECAE0}" dt="2023-07-19T07:01:59.448" v="137" actId="20577"/>
          <ac:spMkLst>
            <pc:docMk/>
            <pc:sldMk cId="490713207" sldId="2535"/>
            <ac:spMk id="3" creationId="{4A1C0383-58FE-E486-295E-B33B8683B938}"/>
          </ac:spMkLst>
        </pc:spChg>
      </pc:sldChg>
    </pc:docChg>
  </pc:docChgLst>
  <pc:docChgLst>
    <pc:chgData name="Owais Ahmed" userId="6abc7d4556b3b071" providerId="LiveId" clId="{7673313C-1F9D-43A3-8C51-E72C21B03D23}"/>
    <pc:docChg chg="undo custSel addSld delSld modSld sldOrd">
      <pc:chgData name="Owais Ahmed" userId="6abc7d4556b3b071" providerId="LiveId" clId="{7673313C-1F9D-43A3-8C51-E72C21B03D23}" dt="2023-07-18T17:21:54.250" v="5086" actId="20577"/>
      <pc:docMkLst>
        <pc:docMk/>
      </pc:docMkLst>
      <pc:sldChg chg="modSp mod">
        <pc:chgData name="Owais Ahmed" userId="6abc7d4556b3b071" providerId="LiveId" clId="{7673313C-1F9D-43A3-8C51-E72C21B03D23}" dt="2023-07-17T18:44:38.737" v="4181" actId="20577"/>
        <pc:sldMkLst>
          <pc:docMk/>
          <pc:sldMk cId="1649098948" sldId="2462"/>
        </pc:sldMkLst>
        <pc:spChg chg="mod">
          <ac:chgData name="Owais Ahmed" userId="6abc7d4556b3b071" providerId="LiveId" clId="{7673313C-1F9D-43A3-8C51-E72C21B03D23}" dt="2023-07-17T18:44:38.737" v="4181" actId="20577"/>
          <ac:spMkLst>
            <pc:docMk/>
            <pc:sldMk cId="1649098948" sldId="2462"/>
            <ac:spMk id="6" creationId="{F3C89A40-EEAA-43AB-9A3A-B2CFDE450F1B}"/>
          </ac:spMkLst>
        </pc:spChg>
      </pc:sldChg>
      <pc:sldChg chg="modSp mod modAnim modNotesTx">
        <pc:chgData name="Owais Ahmed" userId="6abc7d4556b3b071" providerId="LiveId" clId="{7673313C-1F9D-43A3-8C51-E72C21B03D23}" dt="2023-07-16T14:51:57.898" v="1001" actId="20577"/>
        <pc:sldMkLst>
          <pc:docMk/>
          <pc:sldMk cId="641030253" sldId="2479"/>
        </pc:sldMkLst>
        <pc:spChg chg="mod">
          <ac:chgData name="Owais Ahmed" userId="6abc7d4556b3b071" providerId="LiveId" clId="{7673313C-1F9D-43A3-8C51-E72C21B03D23}" dt="2023-07-16T14:51:57.898" v="1001" actId="20577"/>
          <ac:spMkLst>
            <pc:docMk/>
            <pc:sldMk cId="641030253" sldId="2479"/>
            <ac:spMk id="3" creationId="{4A1C0383-58FE-E486-295E-B33B8683B938}"/>
          </ac:spMkLst>
        </pc:spChg>
        <pc:spChg chg="mod">
          <ac:chgData name="Owais Ahmed" userId="6abc7d4556b3b071" providerId="LiveId" clId="{7673313C-1F9D-43A3-8C51-E72C21B03D23}" dt="2023-07-16T14:27:24.219" v="205" actId="20577"/>
          <ac:spMkLst>
            <pc:docMk/>
            <pc:sldMk cId="641030253" sldId="2479"/>
            <ac:spMk id="215" creationId="{00000000-0000-0000-0000-000000000000}"/>
          </ac:spMkLst>
        </pc:spChg>
      </pc:sldChg>
      <pc:sldChg chg="del">
        <pc:chgData name="Owais Ahmed" userId="6abc7d4556b3b071" providerId="LiveId" clId="{7673313C-1F9D-43A3-8C51-E72C21B03D23}" dt="2023-07-16T14:27:08.685" v="194" actId="47"/>
        <pc:sldMkLst>
          <pc:docMk/>
          <pc:sldMk cId="1742566059" sldId="2504"/>
        </pc:sldMkLst>
      </pc:sldChg>
      <pc:sldChg chg="del">
        <pc:chgData name="Owais Ahmed" userId="6abc7d4556b3b071" providerId="LiveId" clId="{7673313C-1F9D-43A3-8C51-E72C21B03D23}" dt="2023-07-16T14:27:08.685" v="194" actId="47"/>
        <pc:sldMkLst>
          <pc:docMk/>
          <pc:sldMk cId="3840363020" sldId="2505"/>
        </pc:sldMkLst>
      </pc:sldChg>
      <pc:sldChg chg="del">
        <pc:chgData name="Owais Ahmed" userId="6abc7d4556b3b071" providerId="LiveId" clId="{7673313C-1F9D-43A3-8C51-E72C21B03D23}" dt="2023-07-16T14:27:08.685" v="194" actId="47"/>
        <pc:sldMkLst>
          <pc:docMk/>
          <pc:sldMk cId="4221376715" sldId="2506"/>
        </pc:sldMkLst>
      </pc:sldChg>
      <pc:sldChg chg="del">
        <pc:chgData name="Owais Ahmed" userId="6abc7d4556b3b071" providerId="LiveId" clId="{7673313C-1F9D-43A3-8C51-E72C21B03D23}" dt="2023-07-16T14:27:12.292" v="196" actId="47"/>
        <pc:sldMkLst>
          <pc:docMk/>
          <pc:sldMk cId="875357634" sldId="2507"/>
        </pc:sldMkLst>
      </pc:sldChg>
      <pc:sldChg chg="del">
        <pc:chgData name="Owais Ahmed" userId="6abc7d4556b3b071" providerId="LiveId" clId="{7673313C-1F9D-43A3-8C51-E72C21B03D23}" dt="2023-07-16T14:27:13.874" v="197" actId="47"/>
        <pc:sldMkLst>
          <pc:docMk/>
          <pc:sldMk cId="1319355793" sldId="2508"/>
        </pc:sldMkLst>
      </pc:sldChg>
      <pc:sldChg chg="del">
        <pc:chgData name="Owais Ahmed" userId="6abc7d4556b3b071" providerId="LiveId" clId="{7673313C-1F9D-43A3-8C51-E72C21B03D23}" dt="2023-07-16T14:27:16.258" v="198" actId="47"/>
        <pc:sldMkLst>
          <pc:docMk/>
          <pc:sldMk cId="535421403" sldId="2509"/>
        </pc:sldMkLst>
      </pc:sldChg>
      <pc:sldChg chg="modSp del">
        <pc:chgData name="Owais Ahmed" userId="6abc7d4556b3b071" providerId="LiveId" clId="{7673313C-1F9D-43A3-8C51-E72C21B03D23}" dt="2023-07-16T14:27:10.783" v="195" actId="47"/>
        <pc:sldMkLst>
          <pc:docMk/>
          <pc:sldMk cId="1223560295" sldId="2511"/>
        </pc:sldMkLst>
        <pc:spChg chg="mod">
          <ac:chgData name="Owais Ahmed" userId="6abc7d4556b3b071" providerId="LiveId" clId="{7673313C-1F9D-43A3-8C51-E72C21B03D23}" dt="2023-07-16T13:16:20.817" v="193" actId="20577"/>
          <ac:spMkLst>
            <pc:docMk/>
            <pc:sldMk cId="1223560295" sldId="2511"/>
            <ac:spMk id="3" creationId="{4A1C0383-58FE-E486-295E-B33B8683B938}"/>
          </ac:spMkLst>
        </pc:spChg>
      </pc:sldChg>
      <pc:sldChg chg="addSp delSp modSp add mod modAnim">
        <pc:chgData name="Owais Ahmed" userId="6abc7d4556b3b071" providerId="LiveId" clId="{7673313C-1F9D-43A3-8C51-E72C21B03D23}" dt="2023-07-16T14:51:50.493" v="1000" actId="14100"/>
        <pc:sldMkLst>
          <pc:docMk/>
          <pc:sldMk cId="3720995497" sldId="2511"/>
        </pc:sldMkLst>
        <pc:spChg chg="mod">
          <ac:chgData name="Owais Ahmed" userId="6abc7d4556b3b071" providerId="LiveId" clId="{7673313C-1F9D-43A3-8C51-E72C21B03D23}" dt="2023-07-16T14:51:50.493" v="1000" actId="14100"/>
          <ac:spMkLst>
            <pc:docMk/>
            <pc:sldMk cId="3720995497" sldId="2511"/>
            <ac:spMk id="3" creationId="{4A1C0383-58FE-E486-295E-B33B8683B938}"/>
          </ac:spMkLst>
        </pc:spChg>
        <pc:graphicFrameChg chg="add del mod">
          <ac:chgData name="Owais Ahmed" userId="6abc7d4556b3b071" providerId="LiveId" clId="{7673313C-1F9D-43A3-8C51-E72C21B03D23}" dt="2023-07-16T14:41:21.045" v="902"/>
          <ac:graphicFrameMkLst>
            <pc:docMk/>
            <pc:sldMk cId="3720995497" sldId="2511"/>
            <ac:graphicFrameMk id="4" creationId="{013ED60C-2FBF-BCB8-EC2D-B6F207132105}"/>
          </ac:graphicFrameMkLst>
        </pc:graphicFrameChg>
        <pc:graphicFrameChg chg="add del mod modGraphic">
          <ac:chgData name="Owais Ahmed" userId="6abc7d4556b3b071" providerId="LiveId" clId="{7673313C-1F9D-43A3-8C51-E72C21B03D23}" dt="2023-07-16T14:41:57.534" v="916"/>
          <ac:graphicFrameMkLst>
            <pc:docMk/>
            <pc:sldMk cId="3720995497" sldId="2511"/>
            <ac:graphicFrameMk id="5" creationId="{967A0517-9ACA-239B-FF04-14DCCF9A15E1}"/>
          </ac:graphicFrameMkLst>
        </pc:graphicFrameChg>
        <pc:graphicFrameChg chg="add mod modGraphic">
          <ac:chgData name="Owais Ahmed" userId="6abc7d4556b3b071" providerId="LiveId" clId="{7673313C-1F9D-43A3-8C51-E72C21B03D23}" dt="2023-07-16T14:51:48.069" v="999" actId="1076"/>
          <ac:graphicFrameMkLst>
            <pc:docMk/>
            <pc:sldMk cId="3720995497" sldId="2511"/>
            <ac:graphicFrameMk id="6" creationId="{0F0D5C62-564D-F530-2FD8-92AF4872C0E4}"/>
          </ac:graphicFrameMkLst>
        </pc:graphicFrameChg>
      </pc:sldChg>
      <pc:sldChg chg="del">
        <pc:chgData name="Owais Ahmed" userId="6abc7d4556b3b071" providerId="LiveId" clId="{7673313C-1F9D-43A3-8C51-E72C21B03D23}" dt="2023-07-16T14:27:08.685" v="194" actId="47"/>
        <pc:sldMkLst>
          <pc:docMk/>
          <pc:sldMk cId="3544083855" sldId="2512"/>
        </pc:sldMkLst>
      </pc:sldChg>
      <pc:sldChg chg="del">
        <pc:chgData name="Owais Ahmed" userId="6abc7d4556b3b071" providerId="LiveId" clId="{7673313C-1F9D-43A3-8C51-E72C21B03D23}" dt="2023-07-16T14:27:08.685" v="194" actId="47"/>
        <pc:sldMkLst>
          <pc:docMk/>
          <pc:sldMk cId="3886361074" sldId="2513"/>
        </pc:sldMkLst>
      </pc:sldChg>
      <pc:sldChg chg="del">
        <pc:chgData name="Owais Ahmed" userId="6abc7d4556b3b071" providerId="LiveId" clId="{7673313C-1F9D-43A3-8C51-E72C21B03D23}" dt="2023-07-16T14:27:17.854" v="199" actId="47"/>
        <pc:sldMkLst>
          <pc:docMk/>
          <pc:sldMk cId="3210411380" sldId="2514"/>
        </pc:sldMkLst>
      </pc:sldChg>
      <pc:sldChg chg="modSp mod modAnim modNotesTx">
        <pc:chgData name="Owais Ahmed" userId="6abc7d4556b3b071" providerId="LiveId" clId="{7673313C-1F9D-43A3-8C51-E72C21B03D23}" dt="2023-07-17T17:36:27.373" v="3053" actId="20577"/>
        <pc:sldMkLst>
          <pc:docMk/>
          <pc:sldMk cId="2782104224" sldId="2517"/>
        </pc:sldMkLst>
        <pc:spChg chg="mod">
          <ac:chgData name="Owais Ahmed" userId="6abc7d4556b3b071" providerId="LiveId" clId="{7673313C-1F9D-43A3-8C51-E72C21B03D23}" dt="2023-07-17T17:36:27.373" v="3053" actId="20577"/>
          <ac:spMkLst>
            <pc:docMk/>
            <pc:sldMk cId="2782104224" sldId="2517"/>
            <ac:spMk id="3" creationId="{4A1C0383-58FE-E486-295E-B33B8683B938}"/>
          </ac:spMkLst>
        </pc:spChg>
        <pc:spChg chg="mod">
          <ac:chgData name="Owais Ahmed" userId="6abc7d4556b3b071" providerId="LiveId" clId="{7673313C-1F9D-43A3-8C51-E72C21B03D23}" dt="2023-07-17T15:42:19.733" v="1636" actId="20577"/>
          <ac:spMkLst>
            <pc:docMk/>
            <pc:sldMk cId="2782104224" sldId="2517"/>
            <ac:spMk id="215" creationId="{00000000-0000-0000-0000-000000000000}"/>
          </ac:spMkLst>
        </pc:spChg>
      </pc:sldChg>
      <pc:sldChg chg="modSp mod modAnim">
        <pc:chgData name="Owais Ahmed" userId="6abc7d4556b3b071" providerId="LiveId" clId="{7673313C-1F9D-43A3-8C51-E72C21B03D23}" dt="2023-07-17T17:36:19.061" v="3052" actId="20577"/>
        <pc:sldMkLst>
          <pc:docMk/>
          <pc:sldMk cId="2859866230" sldId="2518"/>
        </pc:sldMkLst>
        <pc:spChg chg="mod">
          <ac:chgData name="Owais Ahmed" userId="6abc7d4556b3b071" providerId="LiveId" clId="{7673313C-1F9D-43A3-8C51-E72C21B03D23}" dt="2023-07-17T17:36:19.061" v="3052" actId="20577"/>
          <ac:spMkLst>
            <pc:docMk/>
            <pc:sldMk cId="2859866230" sldId="2518"/>
            <ac:spMk id="3" creationId="{4A1C0383-58FE-E486-295E-B33B8683B938}"/>
          </ac:spMkLst>
        </pc:spChg>
        <pc:spChg chg="mod">
          <ac:chgData name="Owais Ahmed" userId="6abc7d4556b3b071" providerId="LiveId" clId="{7673313C-1F9D-43A3-8C51-E72C21B03D23}" dt="2023-07-17T15:35:44.166" v="1275" actId="20577"/>
          <ac:spMkLst>
            <pc:docMk/>
            <pc:sldMk cId="2859866230" sldId="2518"/>
            <ac:spMk id="215" creationId="{00000000-0000-0000-0000-000000000000}"/>
          </ac:spMkLst>
        </pc:spChg>
      </pc:sldChg>
      <pc:sldChg chg="modSp">
        <pc:chgData name="Owais Ahmed" userId="6abc7d4556b3b071" providerId="LiveId" clId="{7673313C-1F9D-43A3-8C51-E72C21B03D23}" dt="2023-07-17T17:25:24.131" v="2597" actId="20577"/>
        <pc:sldMkLst>
          <pc:docMk/>
          <pc:sldMk cId="2676351439" sldId="2519"/>
        </pc:sldMkLst>
        <pc:spChg chg="mod">
          <ac:chgData name="Owais Ahmed" userId="6abc7d4556b3b071" providerId="LiveId" clId="{7673313C-1F9D-43A3-8C51-E72C21B03D23}" dt="2023-07-17T17:25:24.131" v="2597" actId="20577"/>
          <ac:spMkLst>
            <pc:docMk/>
            <pc:sldMk cId="2676351439" sldId="2519"/>
            <ac:spMk id="3" creationId="{4A1C0383-58FE-E486-295E-B33B8683B938}"/>
          </ac:spMkLst>
        </pc:spChg>
      </pc:sldChg>
      <pc:sldChg chg="modSp mod modAnim">
        <pc:chgData name="Owais Ahmed" userId="6abc7d4556b3b071" providerId="LiveId" clId="{7673313C-1F9D-43A3-8C51-E72C21B03D23}" dt="2023-07-17T18:30:53.549" v="3411" actId="20577"/>
        <pc:sldMkLst>
          <pc:docMk/>
          <pc:sldMk cId="301858663" sldId="2521"/>
        </pc:sldMkLst>
        <pc:spChg chg="mod">
          <ac:chgData name="Owais Ahmed" userId="6abc7d4556b3b071" providerId="LiveId" clId="{7673313C-1F9D-43A3-8C51-E72C21B03D23}" dt="2023-07-17T18:30:53.549" v="3411" actId="20577"/>
          <ac:spMkLst>
            <pc:docMk/>
            <pc:sldMk cId="301858663" sldId="2521"/>
            <ac:spMk id="3" creationId="{4A1C0383-58FE-E486-295E-B33B8683B938}"/>
          </ac:spMkLst>
        </pc:spChg>
      </pc:sldChg>
      <pc:sldChg chg="modSp">
        <pc:chgData name="Owais Ahmed" userId="6abc7d4556b3b071" providerId="LiveId" clId="{7673313C-1F9D-43A3-8C51-E72C21B03D23}" dt="2023-07-17T15:39:23.509" v="1491" actId="313"/>
        <pc:sldMkLst>
          <pc:docMk/>
          <pc:sldMk cId="1534013050" sldId="2523"/>
        </pc:sldMkLst>
        <pc:spChg chg="mod">
          <ac:chgData name="Owais Ahmed" userId="6abc7d4556b3b071" providerId="LiveId" clId="{7673313C-1F9D-43A3-8C51-E72C21B03D23}" dt="2023-07-17T15:39:23.509" v="1491" actId="313"/>
          <ac:spMkLst>
            <pc:docMk/>
            <pc:sldMk cId="1534013050" sldId="2523"/>
            <ac:spMk id="3" creationId="{4A1C0383-58FE-E486-295E-B33B8683B938}"/>
          </ac:spMkLst>
        </pc:spChg>
      </pc:sldChg>
      <pc:sldChg chg="modSp">
        <pc:chgData name="Owais Ahmed" userId="6abc7d4556b3b071" providerId="LiveId" clId="{7673313C-1F9D-43A3-8C51-E72C21B03D23}" dt="2023-07-17T15:39:18.154" v="1487" actId="313"/>
        <pc:sldMkLst>
          <pc:docMk/>
          <pc:sldMk cId="953845026" sldId="2525"/>
        </pc:sldMkLst>
        <pc:spChg chg="mod">
          <ac:chgData name="Owais Ahmed" userId="6abc7d4556b3b071" providerId="LiveId" clId="{7673313C-1F9D-43A3-8C51-E72C21B03D23}" dt="2023-07-17T15:39:18.154" v="1487" actId="313"/>
          <ac:spMkLst>
            <pc:docMk/>
            <pc:sldMk cId="953845026" sldId="2525"/>
            <ac:spMk id="3" creationId="{4A1C0383-58FE-E486-295E-B33B8683B938}"/>
          </ac:spMkLst>
        </pc:spChg>
      </pc:sldChg>
      <pc:sldChg chg="addSp modSp mod">
        <pc:chgData name="Owais Ahmed" userId="6abc7d4556b3b071" providerId="LiveId" clId="{7673313C-1F9D-43A3-8C51-E72C21B03D23}" dt="2023-07-17T18:47:03.903" v="4462" actId="14100"/>
        <pc:sldMkLst>
          <pc:docMk/>
          <pc:sldMk cId="3546041546" sldId="2527"/>
        </pc:sldMkLst>
        <pc:spChg chg="mod">
          <ac:chgData name="Owais Ahmed" userId="6abc7d4556b3b071" providerId="LiveId" clId="{7673313C-1F9D-43A3-8C51-E72C21B03D23}" dt="2023-07-17T18:47:03.903" v="4462" actId="14100"/>
          <ac:spMkLst>
            <pc:docMk/>
            <pc:sldMk cId="3546041546" sldId="2527"/>
            <ac:spMk id="3" creationId="{4A1C0383-58FE-E486-295E-B33B8683B938}"/>
          </ac:spMkLst>
        </pc:spChg>
        <pc:spChg chg="mod">
          <ac:chgData name="Owais Ahmed" userId="6abc7d4556b3b071" providerId="LiveId" clId="{7673313C-1F9D-43A3-8C51-E72C21B03D23}" dt="2023-07-17T18:44:55.179" v="4212" actId="20577"/>
          <ac:spMkLst>
            <pc:docMk/>
            <pc:sldMk cId="3546041546" sldId="2527"/>
            <ac:spMk id="215" creationId="{00000000-0000-0000-0000-000000000000}"/>
          </ac:spMkLst>
        </pc:spChg>
        <pc:graphicFrameChg chg="add mod">
          <ac:chgData name="Owais Ahmed" userId="6abc7d4556b3b071" providerId="LiveId" clId="{7673313C-1F9D-43A3-8C51-E72C21B03D23}" dt="2023-07-17T18:46:31.498" v="4438" actId="1076"/>
          <ac:graphicFrameMkLst>
            <pc:docMk/>
            <pc:sldMk cId="3546041546" sldId="2527"/>
            <ac:graphicFrameMk id="4" creationId="{85101AA2-6181-BE88-622E-4F563C91029B}"/>
          </ac:graphicFrameMkLst>
        </pc:graphicFrameChg>
      </pc:sldChg>
      <pc:sldChg chg="modSp mod modAnim">
        <pc:chgData name="Owais Ahmed" userId="6abc7d4556b3b071" providerId="LiveId" clId="{7673313C-1F9D-43A3-8C51-E72C21B03D23}" dt="2023-07-17T15:58:53.858" v="1732" actId="6549"/>
        <pc:sldMkLst>
          <pc:docMk/>
          <pc:sldMk cId="3420080482" sldId="2528"/>
        </pc:sldMkLst>
        <pc:spChg chg="mod">
          <ac:chgData name="Owais Ahmed" userId="6abc7d4556b3b071" providerId="LiveId" clId="{7673313C-1F9D-43A3-8C51-E72C21B03D23}" dt="2023-07-17T15:58:49.212" v="1730" actId="6549"/>
          <ac:spMkLst>
            <pc:docMk/>
            <pc:sldMk cId="3420080482" sldId="2528"/>
            <ac:spMk id="3" creationId="{4A1C0383-58FE-E486-295E-B33B8683B938}"/>
          </ac:spMkLst>
        </pc:spChg>
      </pc:sldChg>
      <pc:sldChg chg="modSp add modAnim">
        <pc:chgData name="Owais Ahmed" userId="6abc7d4556b3b071" providerId="LiveId" clId="{7673313C-1F9D-43A3-8C51-E72C21B03D23}" dt="2023-07-17T18:38:54.407" v="3914" actId="20577"/>
        <pc:sldMkLst>
          <pc:docMk/>
          <pc:sldMk cId="2691715738" sldId="2529"/>
        </pc:sldMkLst>
        <pc:spChg chg="mod">
          <ac:chgData name="Owais Ahmed" userId="6abc7d4556b3b071" providerId="LiveId" clId="{7673313C-1F9D-43A3-8C51-E72C21B03D23}" dt="2023-07-17T18:38:54.407" v="3914" actId="20577"/>
          <ac:spMkLst>
            <pc:docMk/>
            <pc:sldMk cId="2691715738" sldId="2529"/>
            <ac:spMk id="3" creationId="{4A1C0383-58FE-E486-295E-B33B8683B938}"/>
          </ac:spMkLst>
        </pc:spChg>
      </pc:sldChg>
      <pc:sldChg chg="modSp add mod modAnim modNotesTx">
        <pc:chgData name="Owais Ahmed" userId="6abc7d4556b3b071" providerId="LiveId" clId="{7673313C-1F9D-43A3-8C51-E72C21B03D23}" dt="2023-07-17T16:16:41.771" v="2222" actId="20577"/>
        <pc:sldMkLst>
          <pc:docMk/>
          <pc:sldMk cId="1188133541" sldId="2530"/>
        </pc:sldMkLst>
        <pc:spChg chg="mod">
          <ac:chgData name="Owais Ahmed" userId="6abc7d4556b3b071" providerId="LiveId" clId="{7673313C-1F9D-43A3-8C51-E72C21B03D23}" dt="2023-07-17T15:41:22.921" v="1607" actId="20577"/>
          <ac:spMkLst>
            <pc:docMk/>
            <pc:sldMk cId="1188133541" sldId="2530"/>
            <ac:spMk id="3" creationId="{4A1C0383-58FE-E486-295E-B33B8683B938}"/>
          </ac:spMkLst>
        </pc:spChg>
        <pc:spChg chg="mod">
          <ac:chgData name="Owais Ahmed" userId="6abc7d4556b3b071" providerId="LiveId" clId="{7673313C-1F9D-43A3-8C51-E72C21B03D23}" dt="2023-07-17T15:42:27.975" v="1656" actId="20577"/>
          <ac:spMkLst>
            <pc:docMk/>
            <pc:sldMk cId="1188133541" sldId="2530"/>
            <ac:spMk id="215" creationId="{00000000-0000-0000-0000-000000000000}"/>
          </ac:spMkLst>
        </pc:spChg>
      </pc:sldChg>
      <pc:sldChg chg="modSp add mod modAnim modNotesTx">
        <pc:chgData name="Owais Ahmed" userId="6abc7d4556b3b071" providerId="LiveId" clId="{7673313C-1F9D-43A3-8C51-E72C21B03D23}" dt="2023-07-17T17:22:25.523" v="2434" actId="20577"/>
        <pc:sldMkLst>
          <pc:docMk/>
          <pc:sldMk cId="3725811554" sldId="2531"/>
        </pc:sldMkLst>
        <pc:spChg chg="mod">
          <ac:chgData name="Owais Ahmed" userId="6abc7d4556b3b071" providerId="LiveId" clId="{7673313C-1F9D-43A3-8C51-E72C21B03D23}" dt="2023-07-17T16:15:47.348" v="2137" actId="20577"/>
          <ac:spMkLst>
            <pc:docMk/>
            <pc:sldMk cId="3725811554" sldId="2531"/>
            <ac:spMk id="3" creationId="{4A1C0383-58FE-E486-295E-B33B8683B938}"/>
          </ac:spMkLst>
        </pc:spChg>
        <pc:spChg chg="mod">
          <ac:chgData name="Owais Ahmed" userId="6abc7d4556b3b071" providerId="LiveId" clId="{7673313C-1F9D-43A3-8C51-E72C21B03D23}" dt="2023-07-17T16:17:12.569" v="2264" actId="20577"/>
          <ac:spMkLst>
            <pc:docMk/>
            <pc:sldMk cId="3725811554" sldId="2531"/>
            <ac:spMk id="215" creationId="{00000000-0000-0000-0000-000000000000}"/>
          </ac:spMkLst>
        </pc:spChg>
      </pc:sldChg>
      <pc:sldChg chg="modSp add mod modAnim modNotesTx">
        <pc:chgData name="Owais Ahmed" userId="6abc7d4556b3b071" providerId="LiveId" clId="{7673313C-1F9D-43A3-8C51-E72C21B03D23}" dt="2023-07-17T18:43:55.110" v="4142" actId="20577"/>
        <pc:sldMkLst>
          <pc:docMk/>
          <pc:sldMk cId="2690808487" sldId="2532"/>
        </pc:sldMkLst>
        <pc:spChg chg="mod">
          <ac:chgData name="Owais Ahmed" userId="6abc7d4556b3b071" providerId="LiveId" clId="{7673313C-1F9D-43A3-8C51-E72C21B03D23}" dt="2023-07-17T18:43:55.110" v="4142" actId="20577"/>
          <ac:spMkLst>
            <pc:docMk/>
            <pc:sldMk cId="2690808487" sldId="2532"/>
            <ac:spMk id="3" creationId="{4A1C0383-58FE-E486-295E-B33B8683B938}"/>
          </ac:spMkLst>
        </pc:spChg>
      </pc:sldChg>
      <pc:sldChg chg="modSp add mod modAnim">
        <pc:chgData name="Owais Ahmed" userId="6abc7d4556b3b071" providerId="LiveId" clId="{7673313C-1F9D-43A3-8C51-E72C21B03D23}" dt="2023-07-17T18:44:04.874" v="4150" actId="20577"/>
        <pc:sldMkLst>
          <pc:docMk/>
          <pc:sldMk cId="1273923384" sldId="2533"/>
        </pc:sldMkLst>
        <pc:spChg chg="mod">
          <ac:chgData name="Owais Ahmed" userId="6abc7d4556b3b071" providerId="LiveId" clId="{7673313C-1F9D-43A3-8C51-E72C21B03D23}" dt="2023-07-17T18:44:04.874" v="4150" actId="20577"/>
          <ac:spMkLst>
            <pc:docMk/>
            <pc:sldMk cId="1273923384" sldId="2533"/>
            <ac:spMk id="3" creationId="{4A1C0383-58FE-E486-295E-B33B8683B938}"/>
          </ac:spMkLst>
        </pc:spChg>
      </pc:sldChg>
      <pc:sldChg chg="addSp modSp add mod modAnim">
        <pc:chgData name="Owais Ahmed" userId="6abc7d4556b3b071" providerId="LiveId" clId="{7673313C-1F9D-43A3-8C51-E72C21B03D23}" dt="2023-07-17T18:55:52.660" v="4760" actId="20577"/>
        <pc:sldMkLst>
          <pc:docMk/>
          <pc:sldMk cId="990133379" sldId="2534"/>
        </pc:sldMkLst>
        <pc:spChg chg="mod">
          <ac:chgData name="Owais Ahmed" userId="6abc7d4556b3b071" providerId="LiveId" clId="{7673313C-1F9D-43A3-8C51-E72C21B03D23}" dt="2023-07-17T18:49:47.720" v="4655" actId="20577"/>
          <ac:spMkLst>
            <pc:docMk/>
            <pc:sldMk cId="990133379" sldId="2534"/>
            <ac:spMk id="3" creationId="{4A1C0383-58FE-E486-295E-B33B8683B938}"/>
          </ac:spMkLst>
        </pc:spChg>
        <pc:graphicFrameChg chg="mod modGraphic">
          <ac:chgData name="Owais Ahmed" userId="6abc7d4556b3b071" providerId="LiveId" clId="{7673313C-1F9D-43A3-8C51-E72C21B03D23}" dt="2023-07-17T18:49:56.941" v="4657" actId="1076"/>
          <ac:graphicFrameMkLst>
            <pc:docMk/>
            <pc:sldMk cId="990133379" sldId="2534"/>
            <ac:graphicFrameMk id="4" creationId="{85101AA2-6181-BE88-622E-4F563C91029B}"/>
          </ac:graphicFrameMkLst>
        </pc:graphicFrameChg>
        <pc:graphicFrameChg chg="add mod modGraphic">
          <ac:chgData name="Owais Ahmed" userId="6abc7d4556b3b071" providerId="LiveId" clId="{7673313C-1F9D-43A3-8C51-E72C21B03D23}" dt="2023-07-17T18:55:52.660" v="4760" actId="20577"/>
          <ac:graphicFrameMkLst>
            <pc:docMk/>
            <pc:sldMk cId="990133379" sldId="2534"/>
            <ac:graphicFrameMk id="5" creationId="{3F7FD898-80FA-5E29-D7BF-E695CE99E4D1}"/>
          </ac:graphicFrameMkLst>
        </pc:graphicFrameChg>
      </pc:sldChg>
      <pc:sldChg chg="delSp modSp add mod">
        <pc:chgData name="Owais Ahmed" userId="6abc7d4556b3b071" providerId="LiveId" clId="{7673313C-1F9D-43A3-8C51-E72C21B03D23}" dt="2023-07-17T18:59:19.047" v="4971" actId="20577"/>
        <pc:sldMkLst>
          <pc:docMk/>
          <pc:sldMk cId="1201525749" sldId="2535"/>
        </pc:sldMkLst>
        <pc:spChg chg="mod">
          <ac:chgData name="Owais Ahmed" userId="6abc7d4556b3b071" providerId="LiveId" clId="{7673313C-1F9D-43A3-8C51-E72C21B03D23}" dt="2023-07-17T18:59:19.047" v="4971" actId="20577"/>
          <ac:spMkLst>
            <pc:docMk/>
            <pc:sldMk cId="1201525749" sldId="2535"/>
            <ac:spMk id="3" creationId="{4A1C0383-58FE-E486-295E-B33B8683B938}"/>
          </ac:spMkLst>
        </pc:spChg>
        <pc:graphicFrameChg chg="del">
          <ac:chgData name="Owais Ahmed" userId="6abc7d4556b3b071" providerId="LiveId" clId="{7673313C-1F9D-43A3-8C51-E72C21B03D23}" dt="2023-07-17T18:57:42.839" v="4762" actId="478"/>
          <ac:graphicFrameMkLst>
            <pc:docMk/>
            <pc:sldMk cId="1201525749" sldId="2535"/>
            <ac:graphicFrameMk id="4" creationId="{85101AA2-6181-BE88-622E-4F563C91029B}"/>
          </ac:graphicFrameMkLst>
        </pc:graphicFrameChg>
        <pc:graphicFrameChg chg="del">
          <ac:chgData name="Owais Ahmed" userId="6abc7d4556b3b071" providerId="LiveId" clId="{7673313C-1F9D-43A3-8C51-E72C21B03D23}" dt="2023-07-17T18:57:44.266" v="4763" actId="478"/>
          <ac:graphicFrameMkLst>
            <pc:docMk/>
            <pc:sldMk cId="1201525749" sldId="2535"/>
            <ac:graphicFrameMk id="5" creationId="{3F7FD898-80FA-5E29-D7BF-E695CE99E4D1}"/>
          </ac:graphicFrameMkLst>
        </pc:graphicFrameChg>
      </pc:sldChg>
      <pc:sldChg chg="modSp add mod ord modAnim">
        <pc:chgData name="Owais Ahmed" userId="6abc7d4556b3b071" providerId="LiveId" clId="{7673313C-1F9D-43A3-8C51-E72C21B03D23}" dt="2023-07-18T17:21:54.250" v="5086" actId="20577"/>
        <pc:sldMkLst>
          <pc:docMk/>
          <pc:sldMk cId="1999208753" sldId="2539"/>
        </pc:sldMkLst>
        <pc:spChg chg="mod">
          <ac:chgData name="Owais Ahmed" userId="6abc7d4556b3b071" providerId="LiveId" clId="{7673313C-1F9D-43A3-8C51-E72C21B03D23}" dt="2023-07-18T17:21:54.250" v="5086" actId="20577"/>
          <ac:spMkLst>
            <pc:docMk/>
            <pc:sldMk cId="1999208753" sldId="2539"/>
            <ac:spMk id="3" creationId="{4A1C0383-58FE-E486-295E-B33B8683B938}"/>
          </ac:spMkLst>
        </pc:spChg>
        <pc:spChg chg="mod">
          <ac:chgData name="Owais Ahmed" userId="6abc7d4556b3b071" providerId="LiveId" clId="{7673313C-1F9D-43A3-8C51-E72C21B03D23}" dt="2023-07-18T17:20:48.443" v="4982" actId="20577"/>
          <ac:spMkLst>
            <pc:docMk/>
            <pc:sldMk cId="1999208753" sldId="2539"/>
            <ac:spMk id="215" creationId="{00000000-0000-0000-0000-000000000000}"/>
          </ac:spMkLst>
        </pc:spChg>
      </pc:sldChg>
    </pc:docChg>
  </pc:docChgLst>
  <pc:docChgLst>
    <pc:chgData name="Owais Ahmed" userId="6abc7d4556b3b071" providerId="LiveId" clId="{9DA453EC-6B23-4D2A-AF2E-BC310A8ABB5A}"/>
    <pc:docChg chg="undo redo custSel addSld delSld modSld sldOrd">
      <pc:chgData name="Owais Ahmed" userId="6abc7d4556b3b071" providerId="LiveId" clId="{9DA453EC-6B23-4D2A-AF2E-BC310A8ABB5A}" dt="2023-07-19T19:05:49.645" v="9551"/>
      <pc:docMkLst>
        <pc:docMk/>
      </pc:docMkLst>
      <pc:sldChg chg="modSp mod">
        <pc:chgData name="Owais Ahmed" userId="6abc7d4556b3b071" providerId="LiveId" clId="{9DA453EC-6B23-4D2A-AF2E-BC310A8ABB5A}" dt="2023-07-19T08:41:20.704" v="5137"/>
        <pc:sldMkLst>
          <pc:docMk/>
          <pc:sldMk cId="1649098948" sldId="2462"/>
        </pc:sldMkLst>
        <pc:spChg chg="mod">
          <ac:chgData name="Owais Ahmed" userId="6abc7d4556b3b071" providerId="LiveId" clId="{9DA453EC-6B23-4D2A-AF2E-BC310A8ABB5A}" dt="2023-07-19T08:41:20.704" v="5137"/>
          <ac:spMkLst>
            <pc:docMk/>
            <pc:sldMk cId="1649098948" sldId="2462"/>
            <ac:spMk id="6" creationId="{F3C89A40-EEAA-43AB-9A3A-B2CFDE450F1B}"/>
          </ac:spMkLst>
        </pc:spChg>
      </pc:sldChg>
      <pc:sldChg chg="modSp mod modAnim">
        <pc:chgData name="Owais Ahmed" userId="6abc7d4556b3b071" providerId="LiveId" clId="{9DA453EC-6B23-4D2A-AF2E-BC310A8ABB5A}" dt="2023-07-18T19:34:55.306" v="1540" actId="20577"/>
        <pc:sldMkLst>
          <pc:docMk/>
          <pc:sldMk cId="641030253" sldId="2479"/>
        </pc:sldMkLst>
        <pc:spChg chg="mod">
          <ac:chgData name="Owais Ahmed" userId="6abc7d4556b3b071" providerId="LiveId" clId="{9DA453EC-6B23-4D2A-AF2E-BC310A8ABB5A}" dt="2023-07-18T19:34:55.306" v="1540" actId="20577"/>
          <ac:spMkLst>
            <pc:docMk/>
            <pc:sldMk cId="641030253" sldId="2479"/>
            <ac:spMk id="3" creationId="{4A1C0383-58FE-E486-295E-B33B8683B938}"/>
          </ac:spMkLst>
        </pc:spChg>
        <pc:spChg chg="mod">
          <ac:chgData name="Owais Ahmed" userId="6abc7d4556b3b071" providerId="LiveId" clId="{9DA453EC-6B23-4D2A-AF2E-BC310A8ABB5A}" dt="2023-07-18T17:27:42.539" v="210" actId="20577"/>
          <ac:spMkLst>
            <pc:docMk/>
            <pc:sldMk cId="641030253" sldId="2479"/>
            <ac:spMk id="215" creationId="{00000000-0000-0000-0000-000000000000}"/>
          </ac:spMkLst>
        </pc:spChg>
      </pc:sldChg>
      <pc:sldChg chg="modSp mod">
        <pc:chgData name="Owais Ahmed" userId="6abc7d4556b3b071" providerId="LiveId" clId="{9DA453EC-6B23-4D2A-AF2E-BC310A8ABB5A}" dt="2023-07-18T19:59:18.178" v="3287"/>
        <pc:sldMkLst>
          <pc:docMk/>
          <pc:sldMk cId="146856052" sldId="2503"/>
        </pc:sldMkLst>
        <pc:spChg chg="mod">
          <ac:chgData name="Owais Ahmed" userId="6abc7d4556b3b071" providerId="LiveId" clId="{9DA453EC-6B23-4D2A-AF2E-BC310A8ABB5A}" dt="2023-07-18T19:59:18.178" v="3287"/>
          <ac:spMkLst>
            <pc:docMk/>
            <pc:sldMk cId="146856052" sldId="2503"/>
            <ac:spMk id="9" creationId="{79DC1498-E692-42BA-B69F-6D37E6CFACA0}"/>
          </ac:spMkLst>
        </pc:spChg>
      </pc:sldChg>
      <pc:sldChg chg="del">
        <pc:chgData name="Owais Ahmed" userId="6abc7d4556b3b071" providerId="LiveId" clId="{9DA453EC-6B23-4D2A-AF2E-BC310A8ABB5A}" dt="2023-07-18T18:47:41.359" v="291" actId="47"/>
        <pc:sldMkLst>
          <pc:docMk/>
          <pc:sldMk cId="3720995497" sldId="2511"/>
        </pc:sldMkLst>
      </pc:sldChg>
      <pc:sldChg chg="del">
        <pc:chgData name="Owais Ahmed" userId="6abc7d4556b3b071" providerId="LiveId" clId="{9DA453EC-6B23-4D2A-AF2E-BC310A8ABB5A}" dt="2023-07-18T18:47:41.359" v="291" actId="47"/>
        <pc:sldMkLst>
          <pc:docMk/>
          <pc:sldMk cId="827843185" sldId="2512"/>
        </pc:sldMkLst>
      </pc:sldChg>
      <pc:sldChg chg="del">
        <pc:chgData name="Owais Ahmed" userId="6abc7d4556b3b071" providerId="LiveId" clId="{9DA453EC-6B23-4D2A-AF2E-BC310A8ABB5A}" dt="2023-07-18T18:47:41.359" v="291" actId="47"/>
        <pc:sldMkLst>
          <pc:docMk/>
          <pc:sldMk cId="4273169141" sldId="2513"/>
        </pc:sldMkLst>
      </pc:sldChg>
      <pc:sldChg chg="del">
        <pc:chgData name="Owais Ahmed" userId="6abc7d4556b3b071" providerId="LiveId" clId="{9DA453EC-6B23-4D2A-AF2E-BC310A8ABB5A}" dt="2023-07-18T18:47:41.359" v="291" actId="47"/>
        <pc:sldMkLst>
          <pc:docMk/>
          <pc:sldMk cId="2514852394" sldId="2514"/>
        </pc:sldMkLst>
      </pc:sldChg>
      <pc:sldChg chg="del">
        <pc:chgData name="Owais Ahmed" userId="6abc7d4556b3b071" providerId="LiveId" clId="{9DA453EC-6B23-4D2A-AF2E-BC310A8ABB5A}" dt="2023-07-18T18:47:41.359" v="291" actId="47"/>
        <pc:sldMkLst>
          <pc:docMk/>
          <pc:sldMk cId="92613023" sldId="2515"/>
        </pc:sldMkLst>
      </pc:sldChg>
      <pc:sldChg chg="del">
        <pc:chgData name="Owais Ahmed" userId="6abc7d4556b3b071" providerId="LiveId" clId="{9DA453EC-6B23-4D2A-AF2E-BC310A8ABB5A}" dt="2023-07-18T18:47:41.359" v="291" actId="47"/>
        <pc:sldMkLst>
          <pc:docMk/>
          <pc:sldMk cId="2782104224" sldId="2517"/>
        </pc:sldMkLst>
      </pc:sldChg>
      <pc:sldChg chg="del">
        <pc:chgData name="Owais Ahmed" userId="6abc7d4556b3b071" providerId="LiveId" clId="{9DA453EC-6B23-4D2A-AF2E-BC310A8ABB5A}" dt="2023-07-18T18:47:41.359" v="291" actId="47"/>
        <pc:sldMkLst>
          <pc:docMk/>
          <pc:sldMk cId="2859866230" sldId="2518"/>
        </pc:sldMkLst>
      </pc:sldChg>
      <pc:sldChg chg="del">
        <pc:chgData name="Owais Ahmed" userId="6abc7d4556b3b071" providerId="LiveId" clId="{9DA453EC-6B23-4D2A-AF2E-BC310A8ABB5A}" dt="2023-07-18T18:47:41.359" v="291" actId="47"/>
        <pc:sldMkLst>
          <pc:docMk/>
          <pc:sldMk cId="2676351439" sldId="2519"/>
        </pc:sldMkLst>
      </pc:sldChg>
      <pc:sldChg chg="del">
        <pc:chgData name="Owais Ahmed" userId="6abc7d4556b3b071" providerId="LiveId" clId="{9DA453EC-6B23-4D2A-AF2E-BC310A8ABB5A}" dt="2023-07-18T18:47:41.359" v="291" actId="47"/>
        <pc:sldMkLst>
          <pc:docMk/>
          <pc:sldMk cId="4030968025" sldId="2520"/>
        </pc:sldMkLst>
      </pc:sldChg>
      <pc:sldChg chg="del">
        <pc:chgData name="Owais Ahmed" userId="6abc7d4556b3b071" providerId="LiveId" clId="{9DA453EC-6B23-4D2A-AF2E-BC310A8ABB5A}" dt="2023-07-18T18:47:41.359" v="291" actId="47"/>
        <pc:sldMkLst>
          <pc:docMk/>
          <pc:sldMk cId="301858663" sldId="2521"/>
        </pc:sldMkLst>
      </pc:sldChg>
      <pc:sldChg chg="del">
        <pc:chgData name="Owais Ahmed" userId="6abc7d4556b3b071" providerId="LiveId" clId="{9DA453EC-6B23-4D2A-AF2E-BC310A8ABB5A}" dt="2023-07-18T18:47:41.359" v="291" actId="47"/>
        <pc:sldMkLst>
          <pc:docMk/>
          <pc:sldMk cId="3550206590" sldId="2522"/>
        </pc:sldMkLst>
      </pc:sldChg>
      <pc:sldChg chg="del">
        <pc:chgData name="Owais Ahmed" userId="6abc7d4556b3b071" providerId="LiveId" clId="{9DA453EC-6B23-4D2A-AF2E-BC310A8ABB5A}" dt="2023-07-18T18:47:41.359" v="291" actId="47"/>
        <pc:sldMkLst>
          <pc:docMk/>
          <pc:sldMk cId="1534013050" sldId="2523"/>
        </pc:sldMkLst>
      </pc:sldChg>
      <pc:sldChg chg="del">
        <pc:chgData name="Owais Ahmed" userId="6abc7d4556b3b071" providerId="LiveId" clId="{9DA453EC-6B23-4D2A-AF2E-BC310A8ABB5A}" dt="2023-07-18T18:47:41.359" v="291" actId="47"/>
        <pc:sldMkLst>
          <pc:docMk/>
          <pc:sldMk cId="4010945461" sldId="2524"/>
        </pc:sldMkLst>
      </pc:sldChg>
      <pc:sldChg chg="del">
        <pc:chgData name="Owais Ahmed" userId="6abc7d4556b3b071" providerId="LiveId" clId="{9DA453EC-6B23-4D2A-AF2E-BC310A8ABB5A}" dt="2023-07-18T18:47:41.359" v="291" actId="47"/>
        <pc:sldMkLst>
          <pc:docMk/>
          <pc:sldMk cId="953845026" sldId="2525"/>
        </pc:sldMkLst>
      </pc:sldChg>
      <pc:sldChg chg="del">
        <pc:chgData name="Owais Ahmed" userId="6abc7d4556b3b071" providerId="LiveId" clId="{9DA453EC-6B23-4D2A-AF2E-BC310A8ABB5A}" dt="2023-07-18T18:47:41.359" v="291" actId="47"/>
        <pc:sldMkLst>
          <pc:docMk/>
          <pc:sldMk cId="3840328188" sldId="2526"/>
        </pc:sldMkLst>
      </pc:sldChg>
      <pc:sldChg chg="del">
        <pc:chgData name="Owais Ahmed" userId="6abc7d4556b3b071" providerId="LiveId" clId="{9DA453EC-6B23-4D2A-AF2E-BC310A8ABB5A}" dt="2023-07-18T18:47:51.406" v="292" actId="47"/>
        <pc:sldMkLst>
          <pc:docMk/>
          <pc:sldMk cId="3546041546" sldId="2527"/>
        </pc:sldMkLst>
      </pc:sldChg>
      <pc:sldChg chg="del">
        <pc:chgData name="Owais Ahmed" userId="6abc7d4556b3b071" providerId="LiveId" clId="{9DA453EC-6B23-4D2A-AF2E-BC310A8ABB5A}" dt="2023-07-18T18:47:41.359" v="291" actId="47"/>
        <pc:sldMkLst>
          <pc:docMk/>
          <pc:sldMk cId="3420080482" sldId="2528"/>
        </pc:sldMkLst>
      </pc:sldChg>
      <pc:sldChg chg="del">
        <pc:chgData name="Owais Ahmed" userId="6abc7d4556b3b071" providerId="LiveId" clId="{9DA453EC-6B23-4D2A-AF2E-BC310A8ABB5A}" dt="2023-07-18T18:47:58.152" v="293" actId="47"/>
        <pc:sldMkLst>
          <pc:docMk/>
          <pc:sldMk cId="2691715738" sldId="2529"/>
        </pc:sldMkLst>
      </pc:sldChg>
      <pc:sldChg chg="del">
        <pc:chgData name="Owais Ahmed" userId="6abc7d4556b3b071" providerId="LiveId" clId="{9DA453EC-6B23-4D2A-AF2E-BC310A8ABB5A}" dt="2023-07-18T18:47:41.359" v="291" actId="47"/>
        <pc:sldMkLst>
          <pc:docMk/>
          <pc:sldMk cId="1188133541" sldId="2530"/>
        </pc:sldMkLst>
      </pc:sldChg>
      <pc:sldChg chg="del">
        <pc:chgData name="Owais Ahmed" userId="6abc7d4556b3b071" providerId="LiveId" clId="{9DA453EC-6B23-4D2A-AF2E-BC310A8ABB5A}" dt="2023-07-18T18:47:41.359" v="291" actId="47"/>
        <pc:sldMkLst>
          <pc:docMk/>
          <pc:sldMk cId="3725811554" sldId="2531"/>
        </pc:sldMkLst>
      </pc:sldChg>
      <pc:sldChg chg="del">
        <pc:chgData name="Owais Ahmed" userId="6abc7d4556b3b071" providerId="LiveId" clId="{9DA453EC-6B23-4D2A-AF2E-BC310A8ABB5A}" dt="2023-07-18T18:47:41.359" v="291" actId="47"/>
        <pc:sldMkLst>
          <pc:docMk/>
          <pc:sldMk cId="2690808487" sldId="2532"/>
        </pc:sldMkLst>
      </pc:sldChg>
      <pc:sldChg chg="modSp mod modAnim">
        <pc:chgData name="Owais Ahmed" userId="6abc7d4556b3b071" providerId="LiveId" clId="{9DA453EC-6B23-4D2A-AF2E-BC310A8ABB5A}" dt="2023-07-19T08:25:08.217" v="4378" actId="11"/>
        <pc:sldMkLst>
          <pc:docMk/>
          <pc:sldMk cId="1273923384" sldId="2533"/>
        </pc:sldMkLst>
        <pc:spChg chg="mod">
          <ac:chgData name="Owais Ahmed" userId="6abc7d4556b3b071" providerId="LiveId" clId="{9DA453EC-6B23-4D2A-AF2E-BC310A8ABB5A}" dt="2023-07-19T08:25:08.217" v="4378" actId="11"/>
          <ac:spMkLst>
            <pc:docMk/>
            <pc:sldMk cId="1273923384" sldId="2533"/>
            <ac:spMk id="3" creationId="{4A1C0383-58FE-E486-295E-B33B8683B938}"/>
          </ac:spMkLst>
        </pc:spChg>
        <pc:spChg chg="mod">
          <ac:chgData name="Owais Ahmed" userId="6abc7d4556b3b071" providerId="LiveId" clId="{9DA453EC-6B23-4D2A-AF2E-BC310A8ABB5A}" dt="2023-07-19T08:18:48.885" v="3999" actId="20577"/>
          <ac:spMkLst>
            <pc:docMk/>
            <pc:sldMk cId="1273923384" sldId="2533"/>
            <ac:spMk id="215" creationId="{00000000-0000-0000-0000-000000000000}"/>
          </ac:spMkLst>
        </pc:spChg>
      </pc:sldChg>
      <pc:sldChg chg="del">
        <pc:chgData name="Owais Ahmed" userId="6abc7d4556b3b071" providerId="LiveId" clId="{9DA453EC-6B23-4D2A-AF2E-BC310A8ABB5A}" dt="2023-07-18T18:47:51.406" v="292" actId="47"/>
        <pc:sldMkLst>
          <pc:docMk/>
          <pc:sldMk cId="990133379" sldId="2534"/>
        </pc:sldMkLst>
      </pc:sldChg>
      <pc:sldChg chg="modSp add mod modAnim">
        <pc:chgData name="Owais Ahmed" userId="6abc7d4556b3b071" providerId="LiveId" clId="{9DA453EC-6B23-4D2A-AF2E-BC310A8ABB5A}" dt="2023-07-19T08:34:30.190" v="5122" actId="20577"/>
        <pc:sldMkLst>
          <pc:docMk/>
          <pc:sldMk cId="1817329912" sldId="2534"/>
        </pc:sldMkLst>
        <pc:spChg chg="mod">
          <ac:chgData name="Owais Ahmed" userId="6abc7d4556b3b071" providerId="LiveId" clId="{9DA453EC-6B23-4D2A-AF2E-BC310A8ABB5A}" dt="2023-07-19T08:34:30.190" v="5122" actId="20577"/>
          <ac:spMkLst>
            <pc:docMk/>
            <pc:sldMk cId="1817329912" sldId="2534"/>
            <ac:spMk id="3" creationId="{4A1C0383-58FE-E486-295E-B33B8683B938}"/>
          </ac:spMkLst>
        </pc:spChg>
        <pc:spChg chg="mod">
          <ac:chgData name="Owais Ahmed" userId="6abc7d4556b3b071" providerId="LiveId" clId="{9DA453EC-6B23-4D2A-AF2E-BC310A8ABB5A}" dt="2023-07-18T19:35:10.639" v="1552" actId="20577"/>
          <ac:spMkLst>
            <pc:docMk/>
            <pc:sldMk cId="1817329912" sldId="2534"/>
            <ac:spMk id="215" creationId="{00000000-0000-0000-0000-000000000000}"/>
          </ac:spMkLst>
        </pc:spChg>
      </pc:sldChg>
      <pc:sldChg chg="addSp delSp modSp add mod delAnim modAnim modNotesTx">
        <pc:chgData name="Owais Ahmed" userId="6abc7d4556b3b071" providerId="LiveId" clId="{9DA453EC-6B23-4D2A-AF2E-BC310A8ABB5A}" dt="2023-07-19T08:57:38.009" v="5546"/>
        <pc:sldMkLst>
          <pc:docMk/>
          <pc:sldMk cId="490713207" sldId="2535"/>
        </pc:sldMkLst>
        <pc:spChg chg="mod">
          <ac:chgData name="Owais Ahmed" userId="6abc7d4556b3b071" providerId="LiveId" clId="{9DA453EC-6B23-4D2A-AF2E-BC310A8ABB5A}" dt="2023-07-19T08:43:45.184" v="5339" actId="20577"/>
          <ac:spMkLst>
            <pc:docMk/>
            <pc:sldMk cId="490713207" sldId="2535"/>
            <ac:spMk id="3" creationId="{4A1C0383-58FE-E486-295E-B33B8683B938}"/>
          </ac:spMkLst>
        </pc:spChg>
        <pc:spChg chg="mod">
          <ac:chgData name="Owais Ahmed" userId="6abc7d4556b3b071" providerId="LiveId" clId="{9DA453EC-6B23-4D2A-AF2E-BC310A8ABB5A}" dt="2023-07-18T20:15:11.331" v="3299" actId="20577"/>
          <ac:spMkLst>
            <pc:docMk/>
            <pc:sldMk cId="490713207" sldId="2535"/>
            <ac:spMk id="215" creationId="{00000000-0000-0000-0000-000000000000}"/>
          </ac:spMkLst>
        </pc:spChg>
        <pc:picChg chg="add del mod">
          <ac:chgData name="Owais Ahmed" userId="6abc7d4556b3b071" providerId="LiveId" clId="{9DA453EC-6B23-4D2A-AF2E-BC310A8ABB5A}" dt="2023-07-19T08:55:57.822" v="5537" actId="478"/>
          <ac:picMkLst>
            <pc:docMk/>
            <pc:sldMk cId="490713207" sldId="2535"/>
            <ac:picMk id="4" creationId="{CA3CA12A-A461-3723-5A10-B16763A6E557}"/>
          </ac:picMkLst>
        </pc:picChg>
        <pc:picChg chg="add mod modCrop">
          <ac:chgData name="Owais Ahmed" userId="6abc7d4556b3b071" providerId="LiveId" clId="{9DA453EC-6B23-4D2A-AF2E-BC310A8ABB5A}" dt="2023-07-19T08:56:26.693" v="5542" actId="1076"/>
          <ac:picMkLst>
            <pc:docMk/>
            <pc:sldMk cId="490713207" sldId="2535"/>
            <ac:picMk id="5" creationId="{6569D162-2E7C-03DE-42AF-29897032D7DE}"/>
          </ac:picMkLst>
        </pc:picChg>
      </pc:sldChg>
      <pc:sldChg chg="del">
        <pc:chgData name="Owais Ahmed" userId="6abc7d4556b3b071" providerId="LiveId" clId="{9DA453EC-6B23-4D2A-AF2E-BC310A8ABB5A}" dt="2023-07-18T18:47:51.406" v="292" actId="47"/>
        <pc:sldMkLst>
          <pc:docMk/>
          <pc:sldMk cId="1201525749" sldId="2535"/>
        </pc:sldMkLst>
      </pc:sldChg>
      <pc:sldChg chg="del">
        <pc:chgData name="Owais Ahmed" userId="6abc7d4556b3b071" providerId="LiveId" clId="{9DA453EC-6B23-4D2A-AF2E-BC310A8ABB5A}" dt="2023-07-18T18:47:51.406" v="292" actId="47"/>
        <pc:sldMkLst>
          <pc:docMk/>
          <pc:sldMk cId="361512169" sldId="2536"/>
        </pc:sldMkLst>
      </pc:sldChg>
      <pc:sldChg chg="delSp modSp add mod ord delAnim modAnim modNotesTx">
        <pc:chgData name="Owais Ahmed" userId="6abc7d4556b3b071" providerId="LiveId" clId="{9DA453EC-6B23-4D2A-AF2E-BC310A8ABB5A}" dt="2023-07-19T19:05:49.645" v="9551"/>
        <pc:sldMkLst>
          <pc:docMk/>
          <pc:sldMk cId="2566977304" sldId="2536"/>
        </pc:sldMkLst>
        <pc:spChg chg="mod">
          <ac:chgData name="Owais Ahmed" userId="6abc7d4556b3b071" providerId="LiveId" clId="{9DA453EC-6B23-4D2A-AF2E-BC310A8ABB5A}" dt="2023-07-19T08:33:16.266" v="5111" actId="20577"/>
          <ac:spMkLst>
            <pc:docMk/>
            <pc:sldMk cId="2566977304" sldId="2536"/>
            <ac:spMk id="3" creationId="{4A1C0383-58FE-E486-295E-B33B8683B938}"/>
          </ac:spMkLst>
        </pc:spChg>
        <pc:picChg chg="del">
          <ac:chgData name="Owais Ahmed" userId="6abc7d4556b3b071" providerId="LiveId" clId="{9DA453EC-6B23-4D2A-AF2E-BC310A8ABB5A}" dt="2023-07-19T08:26:12.292" v="4382" actId="478"/>
          <ac:picMkLst>
            <pc:docMk/>
            <pc:sldMk cId="2566977304" sldId="2536"/>
            <ac:picMk id="4" creationId="{CA3CA12A-A461-3723-5A10-B16763A6E557}"/>
          </ac:picMkLst>
        </pc:picChg>
      </pc:sldChg>
      <pc:sldChg chg="addSp delSp modSp add del mod delAnim modAnim">
        <pc:chgData name="Owais Ahmed" userId="6abc7d4556b3b071" providerId="LiveId" clId="{9DA453EC-6B23-4D2A-AF2E-BC310A8ABB5A}" dt="2023-07-19T08:18:40.244" v="3984" actId="47"/>
        <pc:sldMkLst>
          <pc:docMk/>
          <pc:sldMk cId="2673054972" sldId="2536"/>
        </pc:sldMkLst>
        <pc:spChg chg="del">
          <ac:chgData name="Owais Ahmed" userId="6abc7d4556b3b071" providerId="LiveId" clId="{9DA453EC-6B23-4D2A-AF2E-BC310A8ABB5A}" dt="2023-07-19T08:12:59.967" v="3575" actId="478"/>
          <ac:spMkLst>
            <pc:docMk/>
            <pc:sldMk cId="2673054972" sldId="2536"/>
            <ac:spMk id="3" creationId="{4A1C0383-58FE-E486-295E-B33B8683B938}"/>
          </ac:spMkLst>
        </pc:spChg>
        <pc:picChg chg="add mod modCrop">
          <ac:chgData name="Owais Ahmed" userId="6abc7d4556b3b071" providerId="LiveId" clId="{9DA453EC-6B23-4D2A-AF2E-BC310A8ABB5A}" dt="2023-07-19T08:13:36.351" v="3580" actId="732"/>
          <ac:picMkLst>
            <pc:docMk/>
            <pc:sldMk cId="2673054972" sldId="2536"/>
            <ac:picMk id="4" creationId="{9080B04E-DF60-95C8-5704-94C376935674}"/>
          </ac:picMkLst>
        </pc:picChg>
      </pc:sldChg>
      <pc:sldChg chg="del">
        <pc:chgData name="Owais Ahmed" userId="6abc7d4556b3b071" providerId="LiveId" clId="{9DA453EC-6B23-4D2A-AF2E-BC310A8ABB5A}" dt="2023-07-18T18:47:51.406" v="292" actId="47"/>
        <pc:sldMkLst>
          <pc:docMk/>
          <pc:sldMk cId="583989474" sldId="2537"/>
        </pc:sldMkLst>
      </pc:sldChg>
      <pc:sldChg chg="addSp delSp modSp add mod ord delAnim modAnim">
        <pc:chgData name="Owais Ahmed" userId="6abc7d4556b3b071" providerId="LiveId" clId="{9DA453EC-6B23-4D2A-AF2E-BC310A8ABB5A}" dt="2023-07-19T08:59:42.489" v="5587" actId="27636"/>
        <pc:sldMkLst>
          <pc:docMk/>
          <pc:sldMk cId="2507418648" sldId="2537"/>
        </pc:sldMkLst>
        <pc:spChg chg="mod">
          <ac:chgData name="Owais Ahmed" userId="6abc7d4556b3b071" providerId="LiveId" clId="{9DA453EC-6B23-4D2A-AF2E-BC310A8ABB5A}" dt="2023-07-19T08:59:42.489" v="5587" actId="27636"/>
          <ac:spMkLst>
            <pc:docMk/>
            <pc:sldMk cId="2507418648" sldId="2537"/>
            <ac:spMk id="3" creationId="{4A1C0383-58FE-E486-295E-B33B8683B938}"/>
          </ac:spMkLst>
        </pc:spChg>
        <pc:spChg chg="mod">
          <ac:chgData name="Owais Ahmed" userId="6abc7d4556b3b071" providerId="LiveId" clId="{9DA453EC-6B23-4D2A-AF2E-BC310A8ABB5A}" dt="2023-07-19T08:41:35.943" v="5146" actId="20577"/>
          <ac:spMkLst>
            <pc:docMk/>
            <pc:sldMk cId="2507418648" sldId="2537"/>
            <ac:spMk id="215" creationId="{00000000-0000-0000-0000-000000000000}"/>
          </ac:spMkLst>
        </pc:spChg>
        <pc:picChg chg="del">
          <ac:chgData name="Owais Ahmed" userId="6abc7d4556b3b071" providerId="LiveId" clId="{9DA453EC-6B23-4D2A-AF2E-BC310A8ABB5A}" dt="2023-07-19T08:49:35.732" v="5403" actId="478"/>
          <ac:picMkLst>
            <pc:docMk/>
            <pc:sldMk cId="2507418648" sldId="2537"/>
            <ac:picMk id="4" creationId="{CA3CA12A-A461-3723-5A10-B16763A6E557}"/>
          </ac:picMkLst>
        </pc:picChg>
        <pc:picChg chg="add del mod modCrop">
          <ac:chgData name="Owais Ahmed" userId="6abc7d4556b3b071" providerId="LiveId" clId="{9DA453EC-6B23-4D2A-AF2E-BC310A8ABB5A}" dt="2023-07-19T08:54:22.311" v="5536" actId="478"/>
          <ac:picMkLst>
            <pc:docMk/>
            <pc:sldMk cId="2507418648" sldId="2537"/>
            <ac:picMk id="5" creationId="{0956DC1A-999C-86FD-6F00-14BEE818DB1A}"/>
          </ac:picMkLst>
        </pc:picChg>
        <pc:picChg chg="add mod modCrop">
          <ac:chgData name="Owais Ahmed" userId="6abc7d4556b3b071" providerId="LiveId" clId="{9DA453EC-6B23-4D2A-AF2E-BC310A8ABB5A}" dt="2023-07-19T08:58:47.632" v="5562" actId="1076"/>
          <ac:picMkLst>
            <pc:docMk/>
            <pc:sldMk cId="2507418648" sldId="2537"/>
            <ac:picMk id="6" creationId="{BFA3B326-12DA-A072-A08F-BF0B70D5F7F3}"/>
          </ac:picMkLst>
        </pc:picChg>
      </pc:sldChg>
      <pc:sldChg chg="modSp add mod ord">
        <pc:chgData name="Owais Ahmed" userId="6abc7d4556b3b071" providerId="LiveId" clId="{9DA453EC-6B23-4D2A-AF2E-BC310A8ABB5A}" dt="2023-07-19T16:11:37.031" v="8056" actId="255"/>
        <pc:sldMkLst>
          <pc:docMk/>
          <pc:sldMk cId="209923007" sldId="2538"/>
        </pc:sldMkLst>
        <pc:spChg chg="mod">
          <ac:chgData name="Owais Ahmed" userId="6abc7d4556b3b071" providerId="LiveId" clId="{9DA453EC-6B23-4D2A-AF2E-BC310A8ABB5A}" dt="2023-07-19T16:11:37.031" v="8056" actId="255"/>
          <ac:spMkLst>
            <pc:docMk/>
            <pc:sldMk cId="209923007" sldId="2538"/>
            <ac:spMk id="3" creationId="{4A1C0383-58FE-E486-295E-B33B8683B938}"/>
          </ac:spMkLst>
        </pc:spChg>
        <pc:spChg chg="mod">
          <ac:chgData name="Owais Ahmed" userId="6abc7d4556b3b071" providerId="LiveId" clId="{9DA453EC-6B23-4D2A-AF2E-BC310A8ABB5A}" dt="2023-07-19T09:16:53.154" v="5605"/>
          <ac:spMkLst>
            <pc:docMk/>
            <pc:sldMk cId="209923007" sldId="2538"/>
            <ac:spMk id="215" creationId="{00000000-0000-0000-0000-000000000000}"/>
          </ac:spMkLst>
        </pc:spChg>
      </pc:sldChg>
      <pc:sldChg chg="del">
        <pc:chgData name="Owais Ahmed" userId="6abc7d4556b3b071" providerId="LiveId" clId="{9DA453EC-6B23-4D2A-AF2E-BC310A8ABB5A}" dt="2023-07-18T18:47:51.406" v="292" actId="47"/>
        <pc:sldMkLst>
          <pc:docMk/>
          <pc:sldMk cId="3548602391" sldId="2538"/>
        </pc:sldMkLst>
      </pc:sldChg>
      <pc:sldChg chg="modSp del modAnim">
        <pc:chgData name="Owais Ahmed" userId="6abc7d4556b3b071" providerId="LiveId" clId="{9DA453EC-6B23-4D2A-AF2E-BC310A8ABB5A}" dt="2023-07-18T18:44:54.492" v="288" actId="47"/>
        <pc:sldMkLst>
          <pc:docMk/>
          <pc:sldMk cId="1999208753" sldId="2539"/>
        </pc:sldMkLst>
        <pc:spChg chg="mod">
          <ac:chgData name="Owais Ahmed" userId="6abc7d4556b3b071" providerId="LiveId" clId="{9DA453EC-6B23-4D2A-AF2E-BC310A8ABB5A}" dt="2023-07-18T18:44:49.836" v="287" actId="20577"/>
          <ac:spMkLst>
            <pc:docMk/>
            <pc:sldMk cId="1999208753" sldId="2539"/>
            <ac:spMk id="3" creationId="{4A1C0383-58FE-E486-295E-B33B8683B938}"/>
          </ac:spMkLst>
        </pc:spChg>
      </pc:sldChg>
      <pc:sldChg chg="addSp delSp modSp add mod modAnim">
        <pc:chgData name="Owais Ahmed" userId="6abc7d4556b3b071" providerId="LiveId" clId="{9DA453EC-6B23-4D2A-AF2E-BC310A8ABB5A}" dt="2023-07-19T09:47:53.302" v="6538" actId="20577"/>
        <pc:sldMkLst>
          <pc:docMk/>
          <pc:sldMk cId="3258025149" sldId="2539"/>
        </pc:sldMkLst>
        <pc:spChg chg="del mod">
          <ac:chgData name="Owais Ahmed" userId="6abc7d4556b3b071" providerId="LiveId" clId="{9DA453EC-6B23-4D2A-AF2E-BC310A8ABB5A}" dt="2023-07-19T09:24:38.821" v="6097" actId="478"/>
          <ac:spMkLst>
            <pc:docMk/>
            <pc:sldMk cId="3258025149" sldId="2539"/>
            <ac:spMk id="3" creationId="{4A1C0383-58FE-E486-295E-B33B8683B938}"/>
          </ac:spMkLst>
        </pc:spChg>
        <pc:spChg chg="add mod">
          <ac:chgData name="Owais Ahmed" userId="6abc7d4556b3b071" providerId="LiveId" clId="{9DA453EC-6B23-4D2A-AF2E-BC310A8ABB5A}" dt="2023-07-19T09:47:53.302" v="6538" actId="20577"/>
          <ac:spMkLst>
            <pc:docMk/>
            <pc:sldMk cId="3258025149" sldId="2539"/>
            <ac:spMk id="4" creationId="{5E0CAD17-DE0F-21C3-4F24-20C3FBC30E83}"/>
          </ac:spMkLst>
        </pc:spChg>
        <pc:spChg chg="mod">
          <ac:chgData name="Owais Ahmed" userId="6abc7d4556b3b071" providerId="LiveId" clId="{9DA453EC-6B23-4D2A-AF2E-BC310A8ABB5A}" dt="2023-07-19T09:24:25.088" v="6095" actId="20577"/>
          <ac:spMkLst>
            <pc:docMk/>
            <pc:sldMk cId="3258025149" sldId="2539"/>
            <ac:spMk id="215" creationId="{00000000-0000-0000-0000-000000000000}"/>
          </ac:spMkLst>
        </pc:spChg>
      </pc:sldChg>
      <pc:sldChg chg="modSp add ord">
        <pc:chgData name="Owais Ahmed" userId="6abc7d4556b3b071" providerId="LiveId" clId="{9DA453EC-6B23-4D2A-AF2E-BC310A8ABB5A}" dt="2023-07-19T09:48:21.123" v="6554" actId="20577"/>
        <pc:sldMkLst>
          <pc:docMk/>
          <pc:sldMk cId="1626198913" sldId="2540"/>
        </pc:sldMkLst>
        <pc:spChg chg="mod">
          <ac:chgData name="Owais Ahmed" userId="6abc7d4556b3b071" providerId="LiveId" clId="{9DA453EC-6B23-4D2A-AF2E-BC310A8ABB5A}" dt="2023-07-19T09:48:21.123" v="6554" actId="20577"/>
          <ac:spMkLst>
            <pc:docMk/>
            <pc:sldMk cId="1626198913" sldId="2540"/>
            <ac:spMk id="4" creationId="{5E0CAD17-DE0F-21C3-4F24-20C3FBC30E83}"/>
          </ac:spMkLst>
        </pc:spChg>
      </pc:sldChg>
      <pc:sldChg chg="add del ord">
        <pc:chgData name="Owais Ahmed" userId="6abc7d4556b3b071" providerId="LiveId" clId="{9DA453EC-6B23-4D2A-AF2E-BC310A8ABB5A}" dt="2023-07-18T18:47:51.406" v="292" actId="47"/>
        <pc:sldMkLst>
          <pc:docMk/>
          <pc:sldMk cId="1999369693" sldId="2540"/>
        </pc:sldMkLst>
      </pc:sldChg>
      <pc:sldChg chg="modSp add mod ord modAnim modNotesTx">
        <pc:chgData name="Owais Ahmed" userId="6abc7d4556b3b071" providerId="LiveId" clId="{9DA453EC-6B23-4D2A-AF2E-BC310A8ABB5A}" dt="2023-07-19T19:05:33.237" v="9547"/>
        <pc:sldMkLst>
          <pc:docMk/>
          <pc:sldMk cId="3438341053" sldId="2541"/>
        </pc:sldMkLst>
        <pc:spChg chg="mod">
          <ac:chgData name="Owais Ahmed" userId="6abc7d4556b3b071" providerId="LiveId" clId="{9DA453EC-6B23-4D2A-AF2E-BC310A8ABB5A}" dt="2023-07-19T16:32:29.005" v="8379" actId="20577"/>
          <ac:spMkLst>
            <pc:docMk/>
            <pc:sldMk cId="3438341053" sldId="2541"/>
            <ac:spMk id="3" creationId="{4A1C0383-58FE-E486-295E-B33B8683B938}"/>
          </ac:spMkLst>
        </pc:spChg>
        <pc:spChg chg="mod">
          <ac:chgData name="Owais Ahmed" userId="6abc7d4556b3b071" providerId="LiveId" clId="{9DA453EC-6B23-4D2A-AF2E-BC310A8ABB5A}" dt="2023-07-19T09:55:51.736" v="6556"/>
          <ac:spMkLst>
            <pc:docMk/>
            <pc:sldMk cId="3438341053" sldId="2541"/>
            <ac:spMk id="215" creationId="{00000000-0000-0000-0000-000000000000}"/>
          </ac:spMkLst>
        </pc:spChg>
      </pc:sldChg>
      <pc:sldChg chg="addSp delSp modSp add mod ord delAnim modAnim modNotesTx">
        <pc:chgData name="Owais Ahmed" userId="6abc7d4556b3b071" providerId="LiveId" clId="{9DA453EC-6B23-4D2A-AF2E-BC310A8ABB5A}" dt="2023-07-19T16:00:17.078" v="7914"/>
        <pc:sldMkLst>
          <pc:docMk/>
          <pc:sldMk cId="2054533968" sldId="2542"/>
        </pc:sldMkLst>
        <pc:spChg chg="mod">
          <ac:chgData name="Owais Ahmed" userId="6abc7d4556b3b071" providerId="LiveId" clId="{9DA453EC-6B23-4D2A-AF2E-BC310A8ABB5A}" dt="2023-07-19T15:59:15.597" v="7783" actId="20577"/>
          <ac:spMkLst>
            <pc:docMk/>
            <pc:sldMk cId="2054533968" sldId="2542"/>
            <ac:spMk id="3" creationId="{4A1C0383-58FE-E486-295E-B33B8683B938}"/>
          </ac:spMkLst>
        </pc:spChg>
        <pc:spChg chg="mod">
          <ac:chgData name="Owais Ahmed" userId="6abc7d4556b3b071" providerId="LiveId" clId="{9DA453EC-6B23-4D2A-AF2E-BC310A8ABB5A}" dt="2023-07-19T11:26:21.887" v="7306" actId="20577"/>
          <ac:spMkLst>
            <pc:docMk/>
            <pc:sldMk cId="2054533968" sldId="2542"/>
            <ac:spMk id="215" creationId="{00000000-0000-0000-0000-000000000000}"/>
          </ac:spMkLst>
        </pc:spChg>
        <pc:picChg chg="add mod modCrop">
          <ac:chgData name="Owais Ahmed" userId="6abc7d4556b3b071" providerId="LiveId" clId="{9DA453EC-6B23-4D2A-AF2E-BC310A8ABB5A}" dt="2023-07-19T15:58:15.350" v="7730" actId="1036"/>
          <ac:picMkLst>
            <pc:docMk/>
            <pc:sldMk cId="2054533968" sldId="2542"/>
            <ac:picMk id="4" creationId="{0AB243EB-A5F7-88EE-0B70-3EA1291C57E4}"/>
          </ac:picMkLst>
        </pc:picChg>
        <pc:picChg chg="del">
          <ac:chgData name="Owais Ahmed" userId="6abc7d4556b3b071" providerId="LiveId" clId="{9DA453EC-6B23-4D2A-AF2E-BC310A8ABB5A}" dt="2023-07-19T15:36:32.426" v="7307" actId="478"/>
          <ac:picMkLst>
            <pc:docMk/>
            <pc:sldMk cId="2054533968" sldId="2542"/>
            <ac:picMk id="6" creationId="{BFA3B326-12DA-A072-A08F-BF0B70D5F7F3}"/>
          </ac:picMkLst>
        </pc:picChg>
      </pc:sldChg>
      <pc:sldChg chg="modSp add mod">
        <pc:chgData name="Owais Ahmed" userId="6abc7d4556b3b071" providerId="LiveId" clId="{9DA453EC-6B23-4D2A-AF2E-BC310A8ABB5A}" dt="2023-07-19T16:29:06.895" v="8347" actId="20577"/>
        <pc:sldMkLst>
          <pc:docMk/>
          <pc:sldMk cId="398110444" sldId="2543"/>
        </pc:sldMkLst>
        <pc:spChg chg="mod">
          <ac:chgData name="Owais Ahmed" userId="6abc7d4556b3b071" providerId="LiveId" clId="{9DA453EC-6B23-4D2A-AF2E-BC310A8ABB5A}" dt="2023-07-19T16:29:06.895" v="8347" actId="20577"/>
          <ac:spMkLst>
            <pc:docMk/>
            <pc:sldMk cId="398110444" sldId="2543"/>
            <ac:spMk id="3" creationId="{4A1C0383-58FE-E486-295E-B33B8683B938}"/>
          </ac:spMkLst>
        </pc:spChg>
        <pc:spChg chg="mod">
          <ac:chgData name="Owais Ahmed" userId="6abc7d4556b3b071" providerId="LiveId" clId="{9DA453EC-6B23-4D2A-AF2E-BC310A8ABB5A}" dt="2023-07-19T16:02:01.559" v="7924" actId="20577"/>
          <ac:spMkLst>
            <pc:docMk/>
            <pc:sldMk cId="398110444" sldId="2543"/>
            <ac:spMk id="215" creationId="{00000000-0000-0000-0000-000000000000}"/>
          </ac:spMkLst>
        </pc:spChg>
      </pc:sldChg>
      <pc:sldChg chg="modSp add del mod addAnim delAnim modAnim">
        <pc:chgData name="Owais Ahmed" userId="6abc7d4556b3b071" providerId="LiveId" clId="{9DA453EC-6B23-4D2A-AF2E-BC310A8ABB5A}" dt="2023-07-19T19:05:00.386" v="9545" actId="20577"/>
        <pc:sldMkLst>
          <pc:docMk/>
          <pc:sldMk cId="3072045044" sldId="2544"/>
        </pc:sldMkLst>
        <pc:spChg chg="mod">
          <ac:chgData name="Owais Ahmed" userId="6abc7d4556b3b071" providerId="LiveId" clId="{9DA453EC-6B23-4D2A-AF2E-BC310A8ABB5A}" dt="2023-07-19T19:05:00.386" v="9545" actId="20577"/>
          <ac:spMkLst>
            <pc:docMk/>
            <pc:sldMk cId="3072045044" sldId="2544"/>
            <ac:spMk id="3" creationId="{4A1C0383-58FE-E486-295E-B33B8683B938}"/>
          </ac:spMkLst>
        </pc:spChg>
        <pc:spChg chg="mod">
          <ac:chgData name="Owais Ahmed" userId="6abc7d4556b3b071" providerId="LiveId" clId="{9DA453EC-6B23-4D2A-AF2E-BC310A8ABB5A}" dt="2023-07-19T16:30:20.172" v="8357" actId="20577"/>
          <ac:spMkLst>
            <pc:docMk/>
            <pc:sldMk cId="3072045044" sldId="2544"/>
            <ac:spMk id="215" creationId="{00000000-0000-0000-0000-000000000000}"/>
          </ac:spMkLst>
        </pc:spChg>
      </pc:sldChg>
    </pc:docChg>
  </pc:docChgLst>
  <pc:docChgLst>
    <pc:chgData name="Owais Ahmed" userId="6abc7d4556b3b071" providerId="LiveId" clId="{85A129D3-1BA4-4A63-924B-7772A7960428}"/>
    <pc:docChg chg="undo custSel delSld modSld">
      <pc:chgData name="Owais Ahmed" userId="6abc7d4556b3b071" providerId="LiveId" clId="{85A129D3-1BA4-4A63-924B-7772A7960428}" dt="2023-03-02T04:26:09.378" v="409" actId="47"/>
      <pc:docMkLst>
        <pc:docMk/>
      </pc:docMkLst>
      <pc:sldChg chg="modSp mod">
        <pc:chgData name="Owais Ahmed" userId="6abc7d4556b3b071" providerId="LiveId" clId="{85A129D3-1BA4-4A63-924B-7772A7960428}" dt="2023-03-02T04:05:28.784" v="22" actId="20577"/>
        <pc:sldMkLst>
          <pc:docMk/>
          <pc:sldMk cId="3927832306" sldId="2448"/>
        </pc:sldMkLst>
        <pc:spChg chg="mod">
          <ac:chgData name="Owais Ahmed" userId="6abc7d4556b3b071" providerId="LiveId" clId="{85A129D3-1BA4-4A63-924B-7772A7960428}" dt="2023-03-02T04:05:28.784" v="22" actId="20577"/>
          <ac:spMkLst>
            <pc:docMk/>
            <pc:sldMk cId="3927832306" sldId="2448"/>
            <ac:spMk id="9" creationId="{79DC1498-E692-42BA-B69F-6D37E6CFACA0}"/>
          </ac:spMkLst>
        </pc:spChg>
      </pc:sldChg>
      <pc:sldChg chg="modSp mod">
        <pc:chgData name="Owais Ahmed" userId="6abc7d4556b3b071" providerId="LiveId" clId="{85A129D3-1BA4-4A63-924B-7772A7960428}" dt="2023-03-02T04:05:48.052" v="25" actId="20577"/>
        <pc:sldMkLst>
          <pc:docMk/>
          <pc:sldMk cId="1649098948" sldId="2462"/>
        </pc:sldMkLst>
        <pc:spChg chg="mod">
          <ac:chgData name="Owais Ahmed" userId="6abc7d4556b3b071" providerId="LiveId" clId="{85A129D3-1BA4-4A63-924B-7772A7960428}" dt="2023-03-02T04:05:48.052" v="25" actId="20577"/>
          <ac:spMkLst>
            <pc:docMk/>
            <pc:sldMk cId="1649098948" sldId="2462"/>
            <ac:spMk id="6" creationId="{F3C89A40-EEAA-43AB-9A3A-B2CFDE450F1B}"/>
          </ac:spMkLst>
        </pc:spChg>
      </pc:sldChg>
      <pc:sldChg chg="modSp modNotesTx">
        <pc:chgData name="Owais Ahmed" userId="6abc7d4556b3b071" providerId="LiveId" clId="{85A129D3-1BA4-4A63-924B-7772A7960428}" dt="2023-03-02T04:09:29.587" v="112"/>
        <pc:sldMkLst>
          <pc:docMk/>
          <pc:sldMk cId="641030253" sldId="2479"/>
        </pc:sldMkLst>
        <pc:spChg chg="mod">
          <ac:chgData name="Owais Ahmed" userId="6abc7d4556b3b071" providerId="LiveId" clId="{85A129D3-1BA4-4A63-924B-7772A7960428}" dt="2023-03-02T04:06:14.352" v="51" actId="20577"/>
          <ac:spMkLst>
            <pc:docMk/>
            <pc:sldMk cId="641030253" sldId="2479"/>
            <ac:spMk id="3" creationId="{4A1C0383-58FE-E486-295E-B33B8683B938}"/>
          </ac:spMkLst>
        </pc:spChg>
      </pc:sldChg>
      <pc:sldChg chg="modSp mod modAnim">
        <pc:chgData name="Owais Ahmed" userId="6abc7d4556b3b071" providerId="LiveId" clId="{85A129D3-1BA4-4A63-924B-7772A7960428}" dt="2023-03-02T04:20:49.483" v="340" actId="255"/>
        <pc:sldMkLst>
          <pc:docMk/>
          <pc:sldMk cId="2426892836" sldId="2485"/>
        </pc:sldMkLst>
        <pc:spChg chg="mod">
          <ac:chgData name="Owais Ahmed" userId="6abc7d4556b3b071" providerId="LiveId" clId="{85A129D3-1BA4-4A63-924B-7772A7960428}" dt="2023-03-02T04:20:49.483" v="340" actId="255"/>
          <ac:spMkLst>
            <pc:docMk/>
            <pc:sldMk cId="2426892836" sldId="2485"/>
            <ac:spMk id="3" creationId="{4A1C0383-58FE-E486-295E-B33B8683B938}"/>
          </ac:spMkLst>
        </pc:spChg>
      </pc:sldChg>
      <pc:sldChg chg="modSp mod modAnim modNotesTx">
        <pc:chgData name="Owais Ahmed" userId="6abc7d4556b3b071" providerId="LiveId" clId="{85A129D3-1BA4-4A63-924B-7772A7960428}" dt="2023-03-02T04:09:44.680" v="114"/>
        <pc:sldMkLst>
          <pc:docMk/>
          <pc:sldMk cId="3132224988" sldId="2486"/>
        </pc:sldMkLst>
        <pc:spChg chg="mod">
          <ac:chgData name="Owais Ahmed" userId="6abc7d4556b3b071" providerId="LiveId" clId="{85A129D3-1BA4-4A63-924B-7772A7960428}" dt="2023-03-02T04:06:46.928" v="67" actId="20577"/>
          <ac:spMkLst>
            <pc:docMk/>
            <pc:sldMk cId="3132224988" sldId="2486"/>
            <ac:spMk id="3" creationId="{4A1C0383-58FE-E486-295E-B33B8683B938}"/>
          </ac:spMkLst>
        </pc:spChg>
      </pc:sldChg>
      <pc:sldChg chg="del">
        <pc:chgData name="Owais Ahmed" userId="6abc7d4556b3b071" providerId="LiveId" clId="{85A129D3-1BA4-4A63-924B-7772A7960428}" dt="2023-03-02T04:13:21.793" v="126" actId="47"/>
        <pc:sldMkLst>
          <pc:docMk/>
          <pc:sldMk cId="2805003587" sldId="2487"/>
        </pc:sldMkLst>
      </pc:sldChg>
      <pc:sldChg chg="modSp modAnim modNotesTx">
        <pc:chgData name="Owais Ahmed" userId="6abc7d4556b3b071" providerId="LiveId" clId="{85A129D3-1BA4-4A63-924B-7772A7960428}" dt="2023-03-02T04:10:00.993" v="125" actId="20577"/>
        <pc:sldMkLst>
          <pc:docMk/>
          <pc:sldMk cId="918376006" sldId="2488"/>
        </pc:sldMkLst>
        <pc:spChg chg="mod">
          <ac:chgData name="Owais Ahmed" userId="6abc7d4556b3b071" providerId="LiveId" clId="{85A129D3-1BA4-4A63-924B-7772A7960428}" dt="2023-03-02T04:10:00.993" v="125" actId="20577"/>
          <ac:spMkLst>
            <pc:docMk/>
            <pc:sldMk cId="918376006" sldId="2488"/>
            <ac:spMk id="3" creationId="{4A1C0383-58FE-E486-295E-B33B8683B938}"/>
          </ac:spMkLst>
        </pc:spChg>
      </pc:sldChg>
      <pc:sldChg chg="modSp modAnim">
        <pc:chgData name="Owais Ahmed" userId="6abc7d4556b3b071" providerId="LiveId" clId="{85A129D3-1BA4-4A63-924B-7772A7960428}" dt="2023-03-02T04:24:07.947" v="358" actId="20577"/>
        <pc:sldMkLst>
          <pc:docMk/>
          <pc:sldMk cId="3454217637" sldId="2489"/>
        </pc:sldMkLst>
        <pc:spChg chg="mod">
          <ac:chgData name="Owais Ahmed" userId="6abc7d4556b3b071" providerId="LiveId" clId="{85A129D3-1BA4-4A63-924B-7772A7960428}" dt="2023-03-02T04:24:07.947" v="358" actId="20577"/>
          <ac:spMkLst>
            <pc:docMk/>
            <pc:sldMk cId="3454217637" sldId="2489"/>
            <ac:spMk id="3" creationId="{4A1C0383-58FE-E486-295E-B33B8683B938}"/>
          </ac:spMkLst>
        </pc:spChg>
      </pc:sldChg>
      <pc:sldChg chg="modSp modAnim modNotesTx">
        <pc:chgData name="Owais Ahmed" userId="6abc7d4556b3b071" providerId="LiveId" clId="{85A129D3-1BA4-4A63-924B-7772A7960428}" dt="2023-03-02T04:25:33.968" v="395" actId="20577"/>
        <pc:sldMkLst>
          <pc:docMk/>
          <pc:sldMk cId="3828703945" sldId="2490"/>
        </pc:sldMkLst>
        <pc:spChg chg="mod">
          <ac:chgData name="Owais Ahmed" userId="6abc7d4556b3b071" providerId="LiveId" clId="{85A129D3-1BA4-4A63-924B-7772A7960428}" dt="2023-03-02T04:24:50.592" v="382" actId="6549"/>
          <ac:spMkLst>
            <pc:docMk/>
            <pc:sldMk cId="3828703945" sldId="2490"/>
            <ac:spMk id="3" creationId="{4A1C0383-58FE-E486-295E-B33B8683B938}"/>
          </ac:spMkLst>
        </pc:spChg>
      </pc:sldChg>
      <pc:sldChg chg="modSp modAnim">
        <pc:chgData name="Owais Ahmed" userId="6abc7d4556b3b071" providerId="LiveId" clId="{85A129D3-1BA4-4A63-924B-7772A7960428}" dt="2023-03-02T04:26:05.613" v="408" actId="6549"/>
        <pc:sldMkLst>
          <pc:docMk/>
          <pc:sldMk cId="1696537967" sldId="2491"/>
        </pc:sldMkLst>
        <pc:spChg chg="mod">
          <ac:chgData name="Owais Ahmed" userId="6abc7d4556b3b071" providerId="LiveId" clId="{85A129D3-1BA4-4A63-924B-7772A7960428}" dt="2023-03-02T04:26:05.613" v="408" actId="6549"/>
          <ac:spMkLst>
            <pc:docMk/>
            <pc:sldMk cId="1696537967" sldId="2491"/>
            <ac:spMk id="3" creationId="{4A1C0383-58FE-E486-295E-B33B8683B938}"/>
          </ac:spMkLst>
        </pc:spChg>
      </pc:sldChg>
      <pc:sldChg chg="del">
        <pc:chgData name="Owais Ahmed" userId="6abc7d4556b3b071" providerId="LiveId" clId="{85A129D3-1BA4-4A63-924B-7772A7960428}" dt="2023-03-02T04:26:09.378" v="409" actId="47"/>
        <pc:sldMkLst>
          <pc:docMk/>
          <pc:sldMk cId="2509892412" sldId="2492"/>
        </pc:sldMkLst>
      </pc:sldChg>
    </pc:docChg>
  </pc:docChgLst>
  <pc:docChgLst>
    <pc:chgData name="Owais Ahmed" userId="6abc7d4556b3b071" providerId="LiveId" clId="{41E0643A-A144-4690-8197-798831CA2B77}"/>
    <pc:docChg chg="custSel addSld modSld sldOrd">
      <pc:chgData name="Owais Ahmed" userId="6abc7d4556b3b071" providerId="LiveId" clId="{41E0643A-A144-4690-8197-798831CA2B77}" dt="2023-07-16T12:09:19.492" v="5660" actId="27636"/>
      <pc:docMkLst>
        <pc:docMk/>
      </pc:docMkLst>
      <pc:sldChg chg="modSp mod modAnim modNotesTx">
        <pc:chgData name="Owais Ahmed" userId="6abc7d4556b3b071" providerId="LiveId" clId="{41E0643A-A144-4690-8197-798831CA2B77}" dt="2023-07-16T12:09:09.519" v="5658" actId="20577"/>
        <pc:sldMkLst>
          <pc:docMk/>
          <pc:sldMk cId="641030253" sldId="2479"/>
        </pc:sldMkLst>
        <pc:spChg chg="mod">
          <ac:chgData name="Owais Ahmed" userId="6abc7d4556b3b071" providerId="LiveId" clId="{41E0643A-A144-4690-8197-798831CA2B77}" dt="2023-07-16T12:09:09.519" v="5658" actId="20577"/>
          <ac:spMkLst>
            <pc:docMk/>
            <pc:sldMk cId="641030253" sldId="2479"/>
            <ac:spMk id="3" creationId="{4A1C0383-58FE-E486-295E-B33B8683B938}"/>
          </ac:spMkLst>
        </pc:spChg>
      </pc:sldChg>
      <pc:sldChg chg="modSp mod modAnim modNotesTx">
        <pc:chgData name="Owais Ahmed" userId="6abc7d4556b3b071" providerId="LiveId" clId="{41E0643A-A144-4690-8197-798831CA2B77}" dt="2023-07-16T12:09:19.492" v="5660" actId="27636"/>
        <pc:sldMkLst>
          <pc:docMk/>
          <pc:sldMk cId="1742566059" sldId="2504"/>
        </pc:sldMkLst>
        <pc:spChg chg="mod">
          <ac:chgData name="Owais Ahmed" userId="6abc7d4556b3b071" providerId="LiveId" clId="{41E0643A-A144-4690-8197-798831CA2B77}" dt="2023-07-16T12:09:19.492" v="5660" actId="27636"/>
          <ac:spMkLst>
            <pc:docMk/>
            <pc:sldMk cId="1742566059" sldId="2504"/>
            <ac:spMk id="3" creationId="{4A1C0383-58FE-E486-295E-B33B8683B938}"/>
          </ac:spMkLst>
        </pc:spChg>
      </pc:sldChg>
      <pc:sldChg chg="modSp mod modAnim">
        <pc:chgData name="Owais Ahmed" userId="6abc7d4556b3b071" providerId="LiveId" clId="{41E0643A-A144-4690-8197-798831CA2B77}" dt="2023-07-16T07:11:01.322" v="3151" actId="20577"/>
        <pc:sldMkLst>
          <pc:docMk/>
          <pc:sldMk cId="3840363020" sldId="2505"/>
        </pc:sldMkLst>
        <pc:spChg chg="mod">
          <ac:chgData name="Owais Ahmed" userId="6abc7d4556b3b071" providerId="LiveId" clId="{41E0643A-A144-4690-8197-798831CA2B77}" dt="2023-07-16T07:11:01.322" v="3151" actId="20577"/>
          <ac:spMkLst>
            <pc:docMk/>
            <pc:sldMk cId="3840363020" sldId="2505"/>
            <ac:spMk id="3" creationId="{4A1C0383-58FE-E486-295E-B33B8683B938}"/>
          </ac:spMkLst>
        </pc:spChg>
      </pc:sldChg>
      <pc:sldChg chg="modSp mod modAnim">
        <pc:chgData name="Owais Ahmed" userId="6abc7d4556b3b071" providerId="LiveId" clId="{41E0643A-A144-4690-8197-798831CA2B77}" dt="2023-07-16T06:51:09.503" v="544" actId="20577"/>
        <pc:sldMkLst>
          <pc:docMk/>
          <pc:sldMk cId="875357634" sldId="2507"/>
        </pc:sldMkLst>
        <pc:spChg chg="mod">
          <ac:chgData name="Owais Ahmed" userId="6abc7d4556b3b071" providerId="LiveId" clId="{41E0643A-A144-4690-8197-798831CA2B77}" dt="2023-07-16T06:51:09.503" v="544" actId="20577"/>
          <ac:spMkLst>
            <pc:docMk/>
            <pc:sldMk cId="875357634" sldId="2507"/>
            <ac:spMk id="3" creationId="{4A1C0383-58FE-E486-295E-B33B8683B938}"/>
          </ac:spMkLst>
        </pc:spChg>
      </pc:sldChg>
      <pc:sldChg chg="modSp mod modAnim">
        <pc:chgData name="Owais Ahmed" userId="6abc7d4556b3b071" providerId="LiveId" clId="{41E0643A-A144-4690-8197-798831CA2B77}" dt="2023-07-16T07:58:49.514" v="4931" actId="113"/>
        <pc:sldMkLst>
          <pc:docMk/>
          <pc:sldMk cId="1319355793" sldId="2508"/>
        </pc:sldMkLst>
        <pc:spChg chg="mod">
          <ac:chgData name="Owais Ahmed" userId="6abc7d4556b3b071" providerId="LiveId" clId="{41E0643A-A144-4690-8197-798831CA2B77}" dt="2023-07-16T07:58:49.514" v="4931" actId="113"/>
          <ac:spMkLst>
            <pc:docMk/>
            <pc:sldMk cId="1319355793" sldId="2508"/>
            <ac:spMk id="3" creationId="{4A1C0383-58FE-E486-295E-B33B8683B938}"/>
          </ac:spMkLst>
        </pc:spChg>
      </pc:sldChg>
      <pc:sldChg chg="modSp add mod modAnim">
        <pc:chgData name="Owais Ahmed" userId="6abc7d4556b3b071" providerId="LiveId" clId="{41E0643A-A144-4690-8197-798831CA2B77}" dt="2023-07-16T07:10:32.858" v="3130" actId="20577"/>
        <pc:sldMkLst>
          <pc:docMk/>
          <pc:sldMk cId="3544083855" sldId="2512"/>
        </pc:sldMkLst>
        <pc:spChg chg="mod">
          <ac:chgData name="Owais Ahmed" userId="6abc7d4556b3b071" providerId="LiveId" clId="{41E0643A-A144-4690-8197-798831CA2B77}" dt="2023-07-16T07:10:32.858" v="3130" actId="20577"/>
          <ac:spMkLst>
            <pc:docMk/>
            <pc:sldMk cId="3544083855" sldId="2512"/>
            <ac:spMk id="3" creationId="{4A1C0383-58FE-E486-295E-B33B8683B938}"/>
          </ac:spMkLst>
        </pc:spChg>
      </pc:sldChg>
      <pc:sldChg chg="modSp add mod modAnim">
        <pc:chgData name="Owais Ahmed" userId="6abc7d4556b3b071" providerId="LiveId" clId="{41E0643A-A144-4690-8197-798831CA2B77}" dt="2023-07-16T07:15:26.248" v="3799" actId="20577"/>
        <pc:sldMkLst>
          <pc:docMk/>
          <pc:sldMk cId="3886361074" sldId="2513"/>
        </pc:sldMkLst>
        <pc:spChg chg="mod">
          <ac:chgData name="Owais Ahmed" userId="6abc7d4556b3b071" providerId="LiveId" clId="{41E0643A-A144-4690-8197-798831CA2B77}" dt="2023-07-16T07:15:26.248" v="3799" actId="20577"/>
          <ac:spMkLst>
            <pc:docMk/>
            <pc:sldMk cId="3886361074" sldId="2513"/>
            <ac:spMk id="3" creationId="{4A1C0383-58FE-E486-295E-B33B8683B938}"/>
          </ac:spMkLst>
        </pc:spChg>
        <pc:spChg chg="mod">
          <ac:chgData name="Owais Ahmed" userId="6abc7d4556b3b071" providerId="LiveId" clId="{41E0643A-A144-4690-8197-798831CA2B77}" dt="2023-07-16T07:11:57.514" v="3213" actId="20577"/>
          <ac:spMkLst>
            <pc:docMk/>
            <pc:sldMk cId="3886361074" sldId="2513"/>
            <ac:spMk id="215" creationId="{00000000-0000-0000-0000-000000000000}"/>
          </ac:spMkLst>
        </pc:spChg>
      </pc:sldChg>
      <pc:sldChg chg="modSp add mod ord modAnim">
        <pc:chgData name="Owais Ahmed" userId="6abc7d4556b3b071" providerId="LiveId" clId="{41E0643A-A144-4690-8197-798831CA2B77}" dt="2023-07-16T11:17:36.296" v="5657" actId="20577"/>
        <pc:sldMkLst>
          <pc:docMk/>
          <pc:sldMk cId="3210411380" sldId="2514"/>
        </pc:sldMkLst>
        <pc:spChg chg="mod">
          <ac:chgData name="Owais Ahmed" userId="6abc7d4556b3b071" providerId="LiveId" clId="{41E0643A-A144-4690-8197-798831CA2B77}" dt="2023-07-16T11:17:36.296" v="5657" actId="20577"/>
          <ac:spMkLst>
            <pc:docMk/>
            <pc:sldMk cId="3210411380" sldId="2514"/>
            <ac:spMk id="3" creationId="{4A1C0383-58FE-E486-295E-B33B8683B938}"/>
          </ac:spMkLst>
        </pc:spChg>
        <pc:spChg chg="mod">
          <ac:chgData name="Owais Ahmed" userId="6abc7d4556b3b071" providerId="LiveId" clId="{41E0643A-A144-4690-8197-798831CA2B77}" dt="2023-07-16T11:10:20.111" v="4951" actId="20577"/>
          <ac:spMkLst>
            <pc:docMk/>
            <pc:sldMk cId="3210411380" sldId="2514"/>
            <ac:spMk id="215" creationId="{00000000-0000-0000-0000-000000000000}"/>
          </ac:spMkLst>
        </pc:spChg>
      </pc:sldChg>
    </pc:docChg>
  </pc:docChgLst>
  <pc:docChgLst>
    <pc:chgData name="Owais Ahmed" userId="6abc7d4556b3b071" providerId="LiveId" clId="{71926F40-B8AA-4ECA-8DEE-B4DFCD7A9F5E}"/>
    <pc:docChg chg="undo redo custSel addSld delSld modSld sldOrd">
      <pc:chgData name="Owais Ahmed" userId="6abc7d4556b3b071" providerId="LiveId" clId="{71926F40-B8AA-4ECA-8DEE-B4DFCD7A9F5E}" dt="2023-07-17T14:02:26.384" v="7896" actId="20577"/>
      <pc:docMkLst>
        <pc:docMk/>
      </pc:docMkLst>
      <pc:sldChg chg="modSp mod">
        <pc:chgData name="Owais Ahmed" userId="6abc7d4556b3b071" providerId="LiveId" clId="{71926F40-B8AA-4ECA-8DEE-B4DFCD7A9F5E}" dt="2023-07-17T05:41:32.772" v="2354" actId="20577"/>
        <pc:sldMkLst>
          <pc:docMk/>
          <pc:sldMk cId="1649098948" sldId="2462"/>
        </pc:sldMkLst>
        <pc:spChg chg="mod">
          <ac:chgData name="Owais Ahmed" userId="6abc7d4556b3b071" providerId="LiveId" clId="{71926F40-B8AA-4ECA-8DEE-B4DFCD7A9F5E}" dt="2023-07-17T05:41:32.772" v="2354" actId="20577"/>
          <ac:spMkLst>
            <pc:docMk/>
            <pc:sldMk cId="1649098948" sldId="2462"/>
            <ac:spMk id="6" creationId="{F3C89A40-EEAA-43AB-9A3A-B2CFDE450F1B}"/>
          </ac:spMkLst>
        </pc:spChg>
      </pc:sldChg>
      <pc:sldChg chg="modSp mod modAnim">
        <pc:chgData name="Owais Ahmed" userId="6abc7d4556b3b071" providerId="LiveId" clId="{71926F40-B8AA-4ECA-8DEE-B4DFCD7A9F5E}" dt="2023-07-17T04:10:14.381" v="172" actId="27636"/>
        <pc:sldMkLst>
          <pc:docMk/>
          <pc:sldMk cId="641030253" sldId="2479"/>
        </pc:sldMkLst>
        <pc:spChg chg="mod">
          <ac:chgData name="Owais Ahmed" userId="6abc7d4556b3b071" providerId="LiveId" clId="{71926F40-B8AA-4ECA-8DEE-B4DFCD7A9F5E}" dt="2023-07-17T04:10:14.381" v="172" actId="27636"/>
          <ac:spMkLst>
            <pc:docMk/>
            <pc:sldMk cId="641030253" sldId="2479"/>
            <ac:spMk id="3" creationId="{4A1C0383-58FE-E486-295E-B33B8683B938}"/>
          </ac:spMkLst>
        </pc:spChg>
      </pc:sldChg>
      <pc:sldChg chg="del">
        <pc:chgData name="Owais Ahmed" userId="6abc7d4556b3b071" providerId="LiveId" clId="{71926F40-B8AA-4ECA-8DEE-B4DFCD7A9F5E}" dt="2023-07-17T05:15:35.496" v="490" actId="47"/>
        <pc:sldMkLst>
          <pc:docMk/>
          <pc:sldMk cId="828323908" sldId="2510"/>
        </pc:sldMkLst>
      </pc:sldChg>
      <pc:sldChg chg="modSp mod ord modAnim">
        <pc:chgData name="Owais Ahmed" userId="6abc7d4556b3b071" providerId="LiveId" clId="{71926F40-B8AA-4ECA-8DEE-B4DFCD7A9F5E}" dt="2023-07-17T06:42:18.627" v="4145" actId="20577"/>
        <pc:sldMkLst>
          <pc:docMk/>
          <pc:sldMk cId="3720995497" sldId="2511"/>
        </pc:sldMkLst>
        <pc:spChg chg="mod">
          <ac:chgData name="Owais Ahmed" userId="6abc7d4556b3b071" providerId="LiveId" clId="{71926F40-B8AA-4ECA-8DEE-B4DFCD7A9F5E}" dt="2023-07-17T06:42:18.627" v="4145" actId="20577"/>
          <ac:spMkLst>
            <pc:docMk/>
            <pc:sldMk cId="3720995497" sldId="2511"/>
            <ac:spMk id="3" creationId="{4A1C0383-58FE-E486-295E-B33B8683B938}"/>
          </ac:spMkLst>
        </pc:spChg>
        <pc:spChg chg="mod">
          <ac:chgData name="Owais Ahmed" userId="6abc7d4556b3b071" providerId="LiveId" clId="{71926F40-B8AA-4ECA-8DEE-B4DFCD7A9F5E}" dt="2023-07-17T05:15:57.871" v="514" actId="20577"/>
          <ac:spMkLst>
            <pc:docMk/>
            <pc:sldMk cId="3720995497" sldId="2511"/>
            <ac:spMk id="215" creationId="{00000000-0000-0000-0000-000000000000}"/>
          </ac:spMkLst>
        </pc:spChg>
        <pc:graphicFrameChg chg="mod modGraphic">
          <ac:chgData name="Owais Ahmed" userId="6abc7d4556b3b071" providerId="LiveId" clId="{71926F40-B8AA-4ECA-8DEE-B4DFCD7A9F5E}" dt="2023-07-17T04:13:50.285" v="486" actId="1076"/>
          <ac:graphicFrameMkLst>
            <pc:docMk/>
            <pc:sldMk cId="3720995497" sldId="2511"/>
            <ac:graphicFrameMk id="6" creationId="{0F0D5C62-564D-F530-2FD8-92AF4872C0E4}"/>
          </ac:graphicFrameMkLst>
        </pc:graphicFrameChg>
      </pc:sldChg>
      <pc:sldChg chg="delSp modSp add mod modAnim">
        <pc:chgData name="Owais Ahmed" userId="6abc7d4556b3b071" providerId="LiveId" clId="{71926F40-B8AA-4ECA-8DEE-B4DFCD7A9F5E}" dt="2023-07-17T10:02:11.442" v="6475" actId="20577"/>
        <pc:sldMkLst>
          <pc:docMk/>
          <pc:sldMk cId="827843185" sldId="2512"/>
        </pc:sldMkLst>
        <pc:spChg chg="mod">
          <ac:chgData name="Owais Ahmed" userId="6abc7d4556b3b071" providerId="LiveId" clId="{71926F40-B8AA-4ECA-8DEE-B4DFCD7A9F5E}" dt="2023-07-17T10:02:11.442" v="6475" actId="20577"/>
          <ac:spMkLst>
            <pc:docMk/>
            <pc:sldMk cId="827843185" sldId="2512"/>
            <ac:spMk id="3" creationId="{4A1C0383-58FE-E486-295E-B33B8683B938}"/>
          </ac:spMkLst>
        </pc:spChg>
        <pc:graphicFrameChg chg="del">
          <ac:chgData name="Owais Ahmed" userId="6abc7d4556b3b071" providerId="LiveId" clId="{71926F40-B8AA-4ECA-8DEE-B4DFCD7A9F5E}" dt="2023-07-17T05:16:07.558" v="516" actId="478"/>
          <ac:graphicFrameMkLst>
            <pc:docMk/>
            <pc:sldMk cId="827843185" sldId="2512"/>
            <ac:graphicFrameMk id="6" creationId="{0F0D5C62-564D-F530-2FD8-92AF4872C0E4}"/>
          </ac:graphicFrameMkLst>
        </pc:graphicFrameChg>
      </pc:sldChg>
      <pc:sldChg chg="addSp modSp add mod modAnim">
        <pc:chgData name="Owais Ahmed" userId="6abc7d4556b3b071" providerId="LiveId" clId="{71926F40-B8AA-4ECA-8DEE-B4DFCD7A9F5E}" dt="2023-07-17T10:03:13.310" v="6500" actId="1076"/>
        <pc:sldMkLst>
          <pc:docMk/>
          <pc:sldMk cId="4273169141" sldId="2513"/>
        </pc:sldMkLst>
        <pc:spChg chg="mod">
          <ac:chgData name="Owais Ahmed" userId="6abc7d4556b3b071" providerId="LiveId" clId="{71926F40-B8AA-4ECA-8DEE-B4DFCD7A9F5E}" dt="2023-07-17T10:02:22.634" v="6483"/>
          <ac:spMkLst>
            <pc:docMk/>
            <pc:sldMk cId="4273169141" sldId="2513"/>
            <ac:spMk id="3" creationId="{4A1C0383-58FE-E486-295E-B33B8683B938}"/>
          </ac:spMkLst>
        </pc:spChg>
        <pc:graphicFrameChg chg="add mod modGraphic">
          <ac:chgData name="Owais Ahmed" userId="6abc7d4556b3b071" providerId="LiveId" clId="{71926F40-B8AA-4ECA-8DEE-B4DFCD7A9F5E}" dt="2023-07-17T10:03:13.310" v="6500" actId="1076"/>
          <ac:graphicFrameMkLst>
            <pc:docMk/>
            <pc:sldMk cId="4273169141" sldId="2513"/>
            <ac:graphicFrameMk id="4" creationId="{B6158D1D-E4C3-895B-17A9-6501C2823ED2}"/>
          </ac:graphicFrameMkLst>
        </pc:graphicFrameChg>
      </pc:sldChg>
      <pc:sldChg chg="add del ord">
        <pc:chgData name="Owais Ahmed" userId="6abc7d4556b3b071" providerId="LiveId" clId="{71926F40-B8AA-4ECA-8DEE-B4DFCD7A9F5E}" dt="2023-07-17T05:33:09.527" v="1377" actId="2890"/>
        <pc:sldMkLst>
          <pc:docMk/>
          <pc:sldMk cId="2045885956" sldId="2514"/>
        </pc:sldMkLst>
      </pc:sldChg>
      <pc:sldChg chg="delSp modSp add mod modAnim">
        <pc:chgData name="Owais Ahmed" userId="6abc7d4556b3b071" providerId="LiveId" clId="{71926F40-B8AA-4ECA-8DEE-B4DFCD7A9F5E}" dt="2023-07-17T10:26:49.902" v="7097" actId="27636"/>
        <pc:sldMkLst>
          <pc:docMk/>
          <pc:sldMk cId="2514852394" sldId="2514"/>
        </pc:sldMkLst>
        <pc:spChg chg="mod">
          <ac:chgData name="Owais Ahmed" userId="6abc7d4556b3b071" providerId="LiveId" clId="{71926F40-B8AA-4ECA-8DEE-B4DFCD7A9F5E}" dt="2023-07-17T10:26:49.902" v="7097" actId="27636"/>
          <ac:spMkLst>
            <pc:docMk/>
            <pc:sldMk cId="2514852394" sldId="2514"/>
            <ac:spMk id="3" creationId="{4A1C0383-58FE-E486-295E-B33B8683B938}"/>
          </ac:spMkLst>
        </pc:spChg>
        <pc:spChg chg="mod">
          <ac:chgData name="Owais Ahmed" userId="6abc7d4556b3b071" providerId="LiveId" clId="{71926F40-B8AA-4ECA-8DEE-B4DFCD7A9F5E}" dt="2023-07-17T06:39:06.886" v="4016"/>
          <ac:spMkLst>
            <pc:docMk/>
            <pc:sldMk cId="2514852394" sldId="2514"/>
            <ac:spMk id="215" creationId="{00000000-0000-0000-0000-000000000000}"/>
          </ac:spMkLst>
        </pc:spChg>
        <pc:graphicFrameChg chg="del">
          <ac:chgData name="Owais Ahmed" userId="6abc7d4556b3b071" providerId="LiveId" clId="{71926F40-B8AA-4ECA-8DEE-B4DFCD7A9F5E}" dt="2023-07-17T05:33:23.811" v="1396" actId="478"/>
          <ac:graphicFrameMkLst>
            <pc:docMk/>
            <pc:sldMk cId="2514852394" sldId="2514"/>
            <ac:graphicFrameMk id="6" creationId="{0F0D5C62-564D-F530-2FD8-92AF4872C0E4}"/>
          </ac:graphicFrameMkLst>
        </pc:graphicFrameChg>
      </pc:sldChg>
      <pc:sldChg chg="modSp add mod modAnim">
        <pc:chgData name="Owais Ahmed" userId="6abc7d4556b3b071" providerId="LiveId" clId="{71926F40-B8AA-4ECA-8DEE-B4DFCD7A9F5E}" dt="2023-07-17T10:13:12.487" v="6696" actId="20577"/>
        <pc:sldMkLst>
          <pc:docMk/>
          <pc:sldMk cId="92613023" sldId="2515"/>
        </pc:sldMkLst>
        <pc:spChg chg="mod">
          <ac:chgData name="Owais Ahmed" userId="6abc7d4556b3b071" providerId="LiveId" clId="{71926F40-B8AA-4ECA-8DEE-B4DFCD7A9F5E}" dt="2023-07-17T06:13:02.417" v="3664" actId="14"/>
          <ac:spMkLst>
            <pc:docMk/>
            <pc:sldMk cId="92613023" sldId="2515"/>
            <ac:spMk id="3" creationId="{4A1C0383-58FE-E486-295E-B33B8683B938}"/>
          </ac:spMkLst>
        </pc:spChg>
        <pc:spChg chg="mod">
          <ac:chgData name="Owais Ahmed" userId="6abc7d4556b3b071" providerId="LiveId" clId="{71926F40-B8AA-4ECA-8DEE-B4DFCD7A9F5E}" dt="2023-07-17T10:13:12.487" v="6696" actId="20577"/>
          <ac:spMkLst>
            <pc:docMk/>
            <pc:sldMk cId="92613023" sldId="2515"/>
            <ac:spMk id="215" creationId="{00000000-0000-0000-0000-000000000000}"/>
          </ac:spMkLst>
        </pc:spChg>
      </pc:sldChg>
      <pc:sldChg chg="modSp add del mod ord modAnim">
        <pc:chgData name="Owais Ahmed" userId="6abc7d4556b3b071" providerId="LiveId" clId="{71926F40-B8AA-4ECA-8DEE-B4DFCD7A9F5E}" dt="2023-07-17T06:39:16.453" v="4017" actId="47"/>
        <pc:sldMkLst>
          <pc:docMk/>
          <pc:sldMk cId="1268280978" sldId="2516"/>
        </pc:sldMkLst>
        <pc:spChg chg="mod">
          <ac:chgData name="Owais Ahmed" userId="6abc7d4556b3b071" providerId="LiveId" clId="{71926F40-B8AA-4ECA-8DEE-B4DFCD7A9F5E}" dt="2023-07-17T06:11:37.633" v="3606" actId="20577"/>
          <ac:spMkLst>
            <pc:docMk/>
            <pc:sldMk cId="1268280978" sldId="2516"/>
            <ac:spMk id="3" creationId="{4A1C0383-58FE-E486-295E-B33B8683B938}"/>
          </ac:spMkLst>
        </pc:spChg>
        <pc:spChg chg="mod">
          <ac:chgData name="Owais Ahmed" userId="6abc7d4556b3b071" providerId="LiveId" clId="{71926F40-B8AA-4ECA-8DEE-B4DFCD7A9F5E}" dt="2023-07-17T06:11:33.759" v="3603" actId="20577"/>
          <ac:spMkLst>
            <pc:docMk/>
            <pc:sldMk cId="1268280978" sldId="2516"/>
            <ac:spMk id="215" creationId="{00000000-0000-0000-0000-000000000000}"/>
          </ac:spMkLst>
        </pc:spChg>
      </pc:sldChg>
      <pc:sldChg chg="modSp add mod">
        <pc:chgData name="Owais Ahmed" userId="6abc7d4556b3b071" providerId="LiveId" clId="{71926F40-B8AA-4ECA-8DEE-B4DFCD7A9F5E}" dt="2023-07-17T05:39:08.809" v="2193" actId="20577"/>
        <pc:sldMkLst>
          <pc:docMk/>
          <pc:sldMk cId="2782104224" sldId="2517"/>
        </pc:sldMkLst>
        <pc:spChg chg="mod">
          <ac:chgData name="Owais Ahmed" userId="6abc7d4556b3b071" providerId="LiveId" clId="{71926F40-B8AA-4ECA-8DEE-B4DFCD7A9F5E}" dt="2023-07-17T05:39:08.809" v="2193" actId="20577"/>
          <ac:spMkLst>
            <pc:docMk/>
            <pc:sldMk cId="2782104224" sldId="2517"/>
            <ac:spMk id="215" creationId="{00000000-0000-0000-0000-000000000000}"/>
          </ac:spMkLst>
        </pc:spChg>
      </pc:sldChg>
      <pc:sldChg chg="modSp add mod">
        <pc:chgData name="Owais Ahmed" userId="6abc7d4556b3b071" providerId="LiveId" clId="{71926F40-B8AA-4ECA-8DEE-B4DFCD7A9F5E}" dt="2023-07-17T05:39:13.755" v="2199" actId="20577"/>
        <pc:sldMkLst>
          <pc:docMk/>
          <pc:sldMk cId="2859866230" sldId="2518"/>
        </pc:sldMkLst>
        <pc:spChg chg="mod">
          <ac:chgData name="Owais Ahmed" userId="6abc7d4556b3b071" providerId="LiveId" clId="{71926F40-B8AA-4ECA-8DEE-B4DFCD7A9F5E}" dt="2023-07-17T05:39:13.755" v="2199" actId="20577"/>
          <ac:spMkLst>
            <pc:docMk/>
            <pc:sldMk cId="2859866230" sldId="2518"/>
            <ac:spMk id="215" creationId="{00000000-0000-0000-0000-000000000000}"/>
          </ac:spMkLst>
        </pc:spChg>
      </pc:sldChg>
      <pc:sldChg chg="modSp add mod modAnim">
        <pc:chgData name="Owais Ahmed" userId="6abc7d4556b3b071" providerId="LiveId" clId="{71926F40-B8AA-4ECA-8DEE-B4DFCD7A9F5E}" dt="2023-07-17T13:58:22.940" v="7383" actId="20577"/>
        <pc:sldMkLst>
          <pc:docMk/>
          <pc:sldMk cId="2676351439" sldId="2519"/>
        </pc:sldMkLst>
        <pc:spChg chg="mod">
          <ac:chgData name="Owais Ahmed" userId="6abc7d4556b3b071" providerId="LiveId" clId="{71926F40-B8AA-4ECA-8DEE-B4DFCD7A9F5E}" dt="2023-07-17T13:58:22.940" v="7383" actId="20577"/>
          <ac:spMkLst>
            <pc:docMk/>
            <pc:sldMk cId="2676351439" sldId="2519"/>
            <ac:spMk id="3" creationId="{4A1C0383-58FE-E486-295E-B33B8683B938}"/>
          </ac:spMkLst>
        </pc:spChg>
        <pc:spChg chg="mod">
          <ac:chgData name="Owais Ahmed" userId="6abc7d4556b3b071" providerId="LiveId" clId="{71926F40-B8AA-4ECA-8DEE-B4DFCD7A9F5E}" dt="2023-07-17T05:39:52.133" v="2206" actId="20577"/>
          <ac:spMkLst>
            <pc:docMk/>
            <pc:sldMk cId="2676351439" sldId="2519"/>
            <ac:spMk id="215" creationId="{00000000-0000-0000-0000-000000000000}"/>
          </ac:spMkLst>
        </pc:spChg>
      </pc:sldChg>
      <pc:sldChg chg="addSp delSp modSp add mod addAnim delAnim modAnim">
        <pc:chgData name="Owais Ahmed" userId="6abc7d4556b3b071" providerId="LiveId" clId="{71926F40-B8AA-4ECA-8DEE-B4DFCD7A9F5E}" dt="2023-07-17T10:16:05.622" v="6751" actId="255"/>
        <pc:sldMkLst>
          <pc:docMk/>
          <pc:sldMk cId="4030968025" sldId="2520"/>
        </pc:sldMkLst>
        <pc:spChg chg="add del mod">
          <ac:chgData name="Owais Ahmed" userId="6abc7d4556b3b071" providerId="LiveId" clId="{71926F40-B8AA-4ECA-8DEE-B4DFCD7A9F5E}" dt="2023-07-17T09:40:37.939" v="5975" actId="478"/>
          <ac:spMkLst>
            <pc:docMk/>
            <pc:sldMk cId="4030968025" sldId="2520"/>
            <ac:spMk id="3" creationId="{4A1C0383-58FE-E486-295E-B33B8683B938}"/>
          </ac:spMkLst>
        </pc:spChg>
        <pc:spChg chg="add del mod">
          <ac:chgData name="Owais Ahmed" userId="6abc7d4556b3b071" providerId="LiveId" clId="{71926F40-B8AA-4ECA-8DEE-B4DFCD7A9F5E}" dt="2023-07-17T06:30:53.483" v="3690"/>
          <ac:spMkLst>
            <pc:docMk/>
            <pc:sldMk cId="4030968025" sldId="2520"/>
            <ac:spMk id="5" creationId="{591622ED-5EA7-4C81-7132-2570453FD415}"/>
          </ac:spMkLst>
        </pc:spChg>
        <pc:spChg chg="add del mod">
          <ac:chgData name="Owais Ahmed" userId="6abc7d4556b3b071" providerId="LiveId" clId="{71926F40-B8AA-4ECA-8DEE-B4DFCD7A9F5E}" dt="2023-07-17T06:30:53.483" v="3690"/>
          <ac:spMkLst>
            <pc:docMk/>
            <pc:sldMk cId="4030968025" sldId="2520"/>
            <ac:spMk id="6" creationId="{25215695-B46E-FF34-0373-4ACDC25669A1}"/>
          </ac:spMkLst>
        </pc:spChg>
        <pc:spChg chg="add mod">
          <ac:chgData name="Owais Ahmed" userId="6abc7d4556b3b071" providerId="LiveId" clId="{71926F40-B8AA-4ECA-8DEE-B4DFCD7A9F5E}" dt="2023-07-17T09:53:09.698" v="6299" actId="20577"/>
          <ac:spMkLst>
            <pc:docMk/>
            <pc:sldMk cId="4030968025" sldId="2520"/>
            <ac:spMk id="7" creationId="{9687AEBB-9A31-550B-CEC4-0F3F498A2E4E}"/>
          </ac:spMkLst>
        </pc:spChg>
        <pc:spChg chg="add del">
          <ac:chgData name="Owais Ahmed" userId="6abc7d4556b3b071" providerId="LiveId" clId="{71926F40-B8AA-4ECA-8DEE-B4DFCD7A9F5E}" dt="2023-07-17T09:44:23.559" v="6043" actId="22"/>
          <ac:spMkLst>
            <pc:docMk/>
            <pc:sldMk cId="4030968025" sldId="2520"/>
            <ac:spMk id="9" creationId="{1748E807-8657-FF14-3656-AC13CDEA9936}"/>
          </ac:spMkLst>
        </pc:spChg>
        <pc:spChg chg="add del mod">
          <ac:chgData name="Owais Ahmed" userId="6abc7d4556b3b071" providerId="LiveId" clId="{71926F40-B8AA-4ECA-8DEE-B4DFCD7A9F5E}" dt="2023-07-17T09:44:52.861" v="6049" actId="478"/>
          <ac:spMkLst>
            <pc:docMk/>
            <pc:sldMk cId="4030968025" sldId="2520"/>
            <ac:spMk id="11" creationId="{DB09BFCD-345E-DF8B-0049-52B670C29E45}"/>
          </ac:spMkLst>
        </pc:spChg>
        <pc:spChg chg="add mod">
          <ac:chgData name="Owais Ahmed" userId="6abc7d4556b3b071" providerId="LiveId" clId="{71926F40-B8AA-4ECA-8DEE-B4DFCD7A9F5E}" dt="2023-07-17T10:16:05.622" v="6751" actId="255"/>
          <ac:spMkLst>
            <pc:docMk/>
            <pc:sldMk cId="4030968025" sldId="2520"/>
            <ac:spMk id="12" creationId="{E5875AAA-A56B-915A-69CF-8E613CEF8078}"/>
          </ac:spMkLst>
        </pc:spChg>
        <pc:graphicFrameChg chg="add del">
          <ac:chgData name="Owais Ahmed" userId="6abc7d4556b3b071" providerId="LiveId" clId="{71926F40-B8AA-4ECA-8DEE-B4DFCD7A9F5E}" dt="2023-07-17T06:13:37.338" v="3670"/>
          <ac:graphicFrameMkLst>
            <pc:docMk/>
            <pc:sldMk cId="4030968025" sldId="2520"/>
            <ac:graphicFrameMk id="4" creationId="{E2D85D74-3DD2-F6A2-41CF-131190709AE7}"/>
          </ac:graphicFrameMkLst>
        </pc:graphicFrameChg>
      </pc:sldChg>
      <pc:sldChg chg="modSp add mod modAnim">
        <pc:chgData name="Owais Ahmed" userId="6abc7d4556b3b071" providerId="LiveId" clId="{71926F40-B8AA-4ECA-8DEE-B4DFCD7A9F5E}" dt="2023-07-17T10:23:28.100" v="6760" actId="20577"/>
        <pc:sldMkLst>
          <pc:docMk/>
          <pc:sldMk cId="301858663" sldId="2521"/>
        </pc:sldMkLst>
        <pc:spChg chg="mod">
          <ac:chgData name="Owais Ahmed" userId="6abc7d4556b3b071" providerId="LiveId" clId="{71926F40-B8AA-4ECA-8DEE-B4DFCD7A9F5E}" dt="2023-07-17T10:23:28.100" v="6760" actId="20577"/>
          <ac:spMkLst>
            <pc:docMk/>
            <pc:sldMk cId="301858663" sldId="2521"/>
            <ac:spMk id="3" creationId="{4A1C0383-58FE-E486-295E-B33B8683B938}"/>
          </ac:spMkLst>
        </pc:spChg>
      </pc:sldChg>
      <pc:sldChg chg="addSp delSp modSp add mod modAnim">
        <pc:chgData name="Owais Ahmed" userId="6abc7d4556b3b071" providerId="LiveId" clId="{71926F40-B8AA-4ECA-8DEE-B4DFCD7A9F5E}" dt="2023-07-17T07:08:43.767" v="5607"/>
        <pc:sldMkLst>
          <pc:docMk/>
          <pc:sldMk cId="3550206590" sldId="2522"/>
        </pc:sldMkLst>
        <pc:spChg chg="mod">
          <ac:chgData name="Owais Ahmed" userId="6abc7d4556b3b071" providerId="LiveId" clId="{71926F40-B8AA-4ECA-8DEE-B4DFCD7A9F5E}" dt="2023-07-17T07:08:24.694" v="5603"/>
          <ac:spMkLst>
            <pc:docMk/>
            <pc:sldMk cId="3550206590" sldId="2522"/>
            <ac:spMk id="3" creationId="{4A1C0383-58FE-E486-295E-B33B8683B938}"/>
          </ac:spMkLst>
        </pc:spChg>
        <pc:graphicFrameChg chg="add del mod">
          <ac:chgData name="Owais Ahmed" userId="6abc7d4556b3b071" providerId="LiveId" clId="{71926F40-B8AA-4ECA-8DEE-B4DFCD7A9F5E}" dt="2023-07-17T07:08:43.767" v="5607"/>
          <ac:graphicFrameMkLst>
            <pc:docMk/>
            <pc:sldMk cId="3550206590" sldId="2522"/>
            <ac:graphicFrameMk id="4" creationId="{C2C86A50-82E9-64E8-2131-97E8DEDFAD50}"/>
          </ac:graphicFrameMkLst>
        </pc:graphicFrameChg>
      </pc:sldChg>
      <pc:sldChg chg="delSp modSp add mod ord delAnim modAnim">
        <pc:chgData name="Owais Ahmed" userId="6abc7d4556b3b071" providerId="LiveId" clId="{71926F40-B8AA-4ECA-8DEE-B4DFCD7A9F5E}" dt="2023-07-17T10:16:17.236" v="6752" actId="255"/>
        <pc:sldMkLst>
          <pc:docMk/>
          <pc:sldMk cId="1534013050" sldId="2523"/>
        </pc:sldMkLst>
        <pc:spChg chg="mod">
          <ac:chgData name="Owais Ahmed" userId="6abc7d4556b3b071" providerId="LiveId" clId="{71926F40-B8AA-4ECA-8DEE-B4DFCD7A9F5E}" dt="2023-07-17T10:16:17.236" v="6752" actId="255"/>
          <ac:spMkLst>
            <pc:docMk/>
            <pc:sldMk cId="1534013050" sldId="2523"/>
            <ac:spMk id="3" creationId="{4A1C0383-58FE-E486-295E-B33B8683B938}"/>
          </ac:spMkLst>
        </pc:spChg>
        <pc:spChg chg="del">
          <ac:chgData name="Owais Ahmed" userId="6abc7d4556b3b071" providerId="LiveId" clId="{71926F40-B8AA-4ECA-8DEE-B4DFCD7A9F5E}" dt="2023-07-17T09:40:12.816" v="5965" actId="478"/>
          <ac:spMkLst>
            <pc:docMk/>
            <pc:sldMk cId="1534013050" sldId="2523"/>
            <ac:spMk id="7" creationId="{9687AEBB-9A31-550B-CEC4-0F3F498A2E4E}"/>
          </ac:spMkLst>
        </pc:spChg>
      </pc:sldChg>
      <pc:sldChg chg="addSp delSp modSp add mod delAnim modAnim">
        <pc:chgData name="Owais Ahmed" userId="6abc7d4556b3b071" providerId="LiveId" clId="{71926F40-B8AA-4ECA-8DEE-B4DFCD7A9F5E}" dt="2023-07-17T09:59:09.381" v="6471" actId="20577"/>
        <pc:sldMkLst>
          <pc:docMk/>
          <pc:sldMk cId="4010945461" sldId="2524"/>
        </pc:sldMkLst>
        <pc:spChg chg="del">
          <ac:chgData name="Owais Ahmed" userId="6abc7d4556b3b071" providerId="LiveId" clId="{71926F40-B8AA-4ECA-8DEE-B4DFCD7A9F5E}" dt="2023-07-17T09:54:35.478" v="6301" actId="478"/>
          <ac:spMkLst>
            <pc:docMk/>
            <pc:sldMk cId="4010945461" sldId="2524"/>
            <ac:spMk id="3" creationId="{4A1C0383-58FE-E486-295E-B33B8683B938}"/>
          </ac:spMkLst>
        </pc:spChg>
        <pc:spChg chg="add mod">
          <ac:chgData name="Owais Ahmed" userId="6abc7d4556b3b071" providerId="LiveId" clId="{71926F40-B8AA-4ECA-8DEE-B4DFCD7A9F5E}" dt="2023-07-17T09:59:09.381" v="6471" actId="20577"/>
          <ac:spMkLst>
            <pc:docMk/>
            <pc:sldMk cId="4010945461" sldId="2524"/>
            <ac:spMk id="6" creationId="{DB78C41D-6A62-3927-5ACF-B065C9D84313}"/>
          </ac:spMkLst>
        </pc:spChg>
        <pc:graphicFrameChg chg="add del mod modGraphic">
          <ac:chgData name="Owais Ahmed" userId="6abc7d4556b3b071" providerId="LiveId" clId="{71926F40-B8AA-4ECA-8DEE-B4DFCD7A9F5E}" dt="2023-07-17T09:57:49.850" v="6355" actId="478"/>
          <ac:graphicFrameMkLst>
            <pc:docMk/>
            <pc:sldMk cId="4010945461" sldId="2524"/>
            <ac:graphicFrameMk id="4" creationId="{993FACE1-D824-65CD-5FF4-CB78DA4D1C73}"/>
          </ac:graphicFrameMkLst>
        </pc:graphicFrameChg>
        <pc:graphicFrameChg chg="add del mod modGraphic">
          <ac:chgData name="Owais Ahmed" userId="6abc7d4556b3b071" providerId="LiveId" clId="{71926F40-B8AA-4ECA-8DEE-B4DFCD7A9F5E}" dt="2023-07-17T09:57:48.070" v="6354" actId="478"/>
          <ac:graphicFrameMkLst>
            <pc:docMk/>
            <pc:sldMk cId="4010945461" sldId="2524"/>
            <ac:graphicFrameMk id="5" creationId="{CE66F1DC-2821-712C-BCCB-A8DEF6ADFEC4}"/>
          </ac:graphicFrameMkLst>
        </pc:graphicFrameChg>
        <pc:picChg chg="add mod">
          <ac:chgData name="Owais Ahmed" userId="6abc7d4556b3b071" providerId="LiveId" clId="{71926F40-B8AA-4ECA-8DEE-B4DFCD7A9F5E}" dt="2023-07-17T09:57:56.701" v="6356" actId="1076"/>
          <ac:picMkLst>
            <pc:docMk/>
            <pc:sldMk cId="4010945461" sldId="2524"/>
            <ac:picMk id="2050" creationId="{B95C4D00-8AEA-FD97-E464-2F8A8DA000F8}"/>
          </ac:picMkLst>
        </pc:picChg>
      </pc:sldChg>
      <pc:sldChg chg="modSp add mod modAnim">
        <pc:chgData name="Owais Ahmed" userId="6abc7d4556b3b071" providerId="LiveId" clId="{71926F40-B8AA-4ECA-8DEE-B4DFCD7A9F5E}" dt="2023-07-17T10:16:31.479" v="6753" actId="255"/>
        <pc:sldMkLst>
          <pc:docMk/>
          <pc:sldMk cId="953845026" sldId="2525"/>
        </pc:sldMkLst>
        <pc:spChg chg="mod">
          <ac:chgData name="Owais Ahmed" userId="6abc7d4556b3b071" providerId="LiveId" clId="{71926F40-B8AA-4ECA-8DEE-B4DFCD7A9F5E}" dt="2023-07-17T10:16:31.479" v="6753" actId="255"/>
          <ac:spMkLst>
            <pc:docMk/>
            <pc:sldMk cId="953845026" sldId="2525"/>
            <ac:spMk id="3" creationId="{4A1C0383-58FE-E486-295E-B33B8683B938}"/>
          </ac:spMkLst>
        </pc:spChg>
        <pc:spChg chg="mod">
          <ac:chgData name="Owais Ahmed" userId="6abc7d4556b3b071" providerId="LiveId" clId="{71926F40-B8AA-4ECA-8DEE-B4DFCD7A9F5E}" dt="2023-07-17T10:13:16.659" v="6699" actId="20577"/>
          <ac:spMkLst>
            <pc:docMk/>
            <pc:sldMk cId="953845026" sldId="2525"/>
            <ac:spMk id="215" creationId="{00000000-0000-0000-0000-000000000000}"/>
          </ac:spMkLst>
        </pc:spChg>
      </pc:sldChg>
      <pc:sldChg chg="modSp add mod modAnim">
        <pc:chgData name="Owais Ahmed" userId="6abc7d4556b3b071" providerId="LiveId" clId="{71926F40-B8AA-4ECA-8DEE-B4DFCD7A9F5E}" dt="2023-07-17T10:16:00.486" v="6750" actId="255"/>
        <pc:sldMkLst>
          <pc:docMk/>
          <pc:sldMk cId="3840328188" sldId="2526"/>
        </pc:sldMkLst>
        <pc:spChg chg="mod">
          <ac:chgData name="Owais Ahmed" userId="6abc7d4556b3b071" providerId="LiveId" clId="{71926F40-B8AA-4ECA-8DEE-B4DFCD7A9F5E}" dt="2023-07-17T10:14:59.997" v="6731" actId="20577"/>
          <ac:spMkLst>
            <pc:docMk/>
            <pc:sldMk cId="3840328188" sldId="2526"/>
            <ac:spMk id="7" creationId="{9687AEBB-9A31-550B-CEC4-0F3F498A2E4E}"/>
          </ac:spMkLst>
        </pc:spChg>
        <pc:spChg chg="mod">
          <ac:chgData name="Owais Ahmed" userId="6abc7d4556b3b071" providerId="LiveId" clId="{71926F40-B8AA-4ECA-8DEE-B4DFCD7A9F5E}" dt="2023-07-17T10:16:00.486" v="6750" actId="255"/>
          <ac:spMkLst>
            <pc:docMk/>
            <pc:sldMk cId="3840328188" sldId="2526"/>
            <ac:spMk id="12" creationId="{E5875AAA-A56B-915A-69CF-8E613CEF8078}"/>
          </ac:spMkLst>
        </pc:spChg>
        <pc:spChg chg="mod">
          <ac:chgData name="Owais Ahmed" userId="6abc7d4556b3b071" providerId="LiveId" clId="{71926F40-B8AA-4ECA-8DEE-B4DFCD7A9F5E}" dt="2023-07-17T10:13:07.707" v="6693" actId="20577"/>
          <ac:spMkLst>
            <pc:docMk/>
            <pc:sldMk cId="3840328188" sldId="2526"/>
            <ac:spMk id="215" creationId="{00000000-0000-0000-0000-000000000000}"/>
          </ac:spMkLst>
        </pc:spChg>
      </pc:sldChg>
      <pc:sldChg chg="modSp add mod">
        <pc:chgData name="Owais Ahmed" userId="6abc7d4556b3b071" providerId="LiveId" clId="{71926F40-B8AA-4ECA-8DEE-B4DFCD7A9F5E}" dt="2023-07-17T10:23:17.210" v="6758" actId="20577"/>
        <pc:sldMkLst>
          <pc:docMk/>
          <pc:sldMk cId="3546041546" sldId="2527"/>
        </pc:sldMkLst>
        <pc:spChg chg="mod">
          <ac:chgData name="Owais Ahmed" userId="6abc7d4556b3b071" providerId="LiveId" clId="{71926F40-B8AA-4ECA-8DEE-B4DFCD7A9F5E}" dt="2023-07-17T10:23:17.210" v="6758" actId="20577"/>
          <ac:spMkLst>
            <pc:docMk/>
            <pc:sldMk cId="3546041546" sldId="2527"/>
            <ac:spMk id="215" creationId="{00000000-0000-0000-0000-000000000000}"/>
          </ac:spMkLst>
        </pc:spChg>
      </pc:sldChg>
      <pc:sldChg chg="modSp add modAnim">
        <pc:chgData name="Owais Ahmed" userId="6abc7d4556b3b071" providerId="LiveId" clId="{71926F40-B8AA-4ECA-8DEE-B4DFCD7A9F5E}" dt="2023-07-17T14:02:26.384" v="7896" actId="20577"/>
        <pc:sldMkLst>
          <pc:docMk/>
          <pc:sldMk cId="3420080482" sldId="2528"/>
        </pc:sldMkLst>
        <pc:spChg chg="mod">
          <ac:chgData name="Owais Ahmed" userId="6abc7d4556b3b071" providerId="LiveId" clId="{71926F40-B8AA-4ECA-8DEE-B4DFCD7A9F5E}" dt="2023-07-17T14:02:26.384" v="7896" actId="20577"/>
          <ac:spMkLst>
            <pc:docMk/>
            <pc:sldMk cId="3420080482" sldId="2528"/>
            <ac:spMk id="3" creationId="{4A1C0383-58FE-E486-295E-B33B8683B938}"/>
          </ac:spMkLst>
        </pc:spChg>
      </pc:sldChg>
    </pc:docChg>
  </pc:docChgLst>
  <pc:docChgLst>
    <pc:chgData name="Owais Ahmed" userId="6abc7d4556b3b071" providerId="LiveId" clId="{4AE61EF6-8A7E-4A7D-B87A-765A346927A7}"/>
    <pc:docChg chg="undo custSel addSld modSld">
      <pc:chgData name="Owais Ahmed" userId="6abc7d4556b3b071" providerId="LiveId" clId="{4AE61EF6-8A7E-4A7D-B87A-765A346927A7}" dt="2023-08-09T07:14:30.549" v="1115" actId="20577"/>
      <pc:docMkLst>
        <pc:docMk/>
      </pc:docMkLst>
      <pc:sldChg chg="modSp">
        <pc:chgData name="Owais Ahmed" userId="6abc7d4556b3b071" providerId="LiveId" clId="{4AE61EF6-8A7E-4A7D-B87A-765A346927A7}" dt="2023-08-09T07:14:30.549" v="1115" actId="20577"/>
        <pc:sldMkLst>
          <pc:docMk/>
          <pc:sldMk cId="3861901057" sldId="2545"/>
        </pc:sldMkLst>
        <pc:spChg chg="mod">
          <ac:chgData name="Owais Ahmed" userId="6abc7d4556b3b071" providerId="LiveId" clId="{4AE61EF6-8A7E-4A7D-B87A-765A346927A7}" dt="2023-08-09T07:14:30.549" v="1115" actId="20577"/>
          <ac:spMkLst>
            <pc:docMk/>
            <pc:sldMk cId="3861901057" sldId="2545"/>
            <ac:spMk id="3" creationId="{4A1C0383-58FE-E486-295E-B33B8683B938}"/>
          </ac:spMkLst>
        </pc:spChg>
      </pc:sldChg>
      <pc:sldChg chg="modSp mod">
        <pc:chgData name="Owais Ahmed" userId="6abc7d4556b3b071" providerId="LiveId" clId="{4AE61EF6-8A7E-4A7D-B87A-765A346927A7}" dt="2023-07-27T04:18:59.951" v="805"/>
        <pc:sldMkLst>
          <pc:docMk/>
          <pc:sldMk cId="2289039328" sldId="2546"/>
        </pc:sldMkLst>
        <pc:spChg chg="mod">
          <ac:chgData name="Owais Ahmed" userId="6abc7d4556b3b071" providerId="LiveId" clId="{4AE61EF6-8A7E-4A7D-B87A-765A346927A7}" dt="2023-07-27T04:18:59.951" v="805"/>
          <ac:spMkLst>
            <pc:docMk/>
            <pc:sldMk cId="2289039328" sldId="2546"/>
            <ac:spMk id="3" creationId="{4A1C0383-58FE-E486-295E-B33B8683B938}"/>
          </ac:spMkLst>
        </pc:spChg>
      </pc:sldChg>
      <pc:sldChg chg="modAnim">
        <pc:chgData name="Owais Ahmed" userId="6abc7d4556b3b071" providerId="LiveId" clId="{4AE61EF6-8A7E-4A7D-B87A-765A346927A7}" dt="2023-07-27T05:45:30.571" v="807"/>
        <pc:sldMkLst>
          <pc:docMk/>
          <pc:sldMk cId="3426982848" sldId="2548"/>
        </pc:sldMkLst>
      </pc:sldChg>
      <pc:sldChg chg="modAnim">
        <pc:chgData name="Owais Ahmed" userId="6abc7d4556b3b071" providerId="LiveId" clId="{4AE61EF6-8A7E-4A7D-B87A-765A346927A7}" dt="2023-07-27T05:45:41.085" v="809"/>
        <pc:sldMkLst>
          <pc:docMk/>
          <pc:sldMk cId="508579768" sldId="2552"/>
        </pc:sldMkLst>
      </pc:sldChg>
      <pc:sldChg chg="modAnim">
        <pc:chgData name="Owais Ahmed" userId="6abc7d4556b3b071" providerId="LiveId" clId="{4AE61EF6-8A7E-4A7D-B87A-765A346927A7}" dt="2023-07-27T05:46:04.555" v="810"/>
        <pc:sldMkLst>
          <pc:docMk/>
          <pc:sldMk cId="910287247" sldId="2554"/>
        </pc:sldMkLst>
      </pc:sldChg>
      <pc:sldChg chg="modSp mod modAnim">
        <pc:chgData name="Owais Ahmed" userId="6abc7d4556b3b071" providerId="LiveId" clId="{4AE61EF6-8A7E-4A7D-B87A-765A346927A7}" dt="2023-07-27T07:46:33.218" v="1111" actId="20577"/>
        <pc:sldMkLst>
          <pc:docMk/>
          <pc:sldMk cId="1721494728" sldId="2555"/>
        </pc:sldMkLst>
        <pc:spChg chg="mod">
          <ac:chgData name="Owais Ahmed" userId="6abc7d4556b3b071" providerId="LiveId" clId="{4AE61EF6-8A7E-4A7D-B87A-765A346927A7}" dt="2023-07-27T07:46:33.218" v="1111" actId="20577"/>
          <ac:spMkLst>
            <pc:docMk/>
            <pc:sldMk cId="1721494728" sldId="2555"/>
            <ac:spMk id="3" creationId="{4A1C0383-58FE-E486-295E-B33B8683B938}"/>
          </ac:spMkLst>
        </pc:spChg>
        <pc:spChg chg="mod">
          <ac:chgData name="Owais Ahmed" userId="6abc7d4556b3b071" providerId="LiveId" clId="{4AE61EF6-8A7E-4A7D-B87A-765A346927A7}" dt="2023-07-27T05:48:14.264" v="822" actId="20577"/>
          <ac:spMkLst>
            <pc:docMk/>
            <pc:sldMk cId="1721494728" sldId="2555"/>
            <ac:spMk id="215" creationId="{00000000-0000-0000-0000-000000000000}"/>
          </ac:spMkLst>
        </pc:spChg>
      </pc:sldChg>
      <pc:sldChg chg="modSp add mod modAnim modNotesTx">
        <pc:chgData name="Owais Ahmed" userId="6abc7d4556b3b071" providerId="LiveId" clId="{4AE61EF6-8A7E-4A7D-B87A-765A346927A7}" dt="2023-07-24T05:17:03.994" v="665" actId="20577"/>
        <pc:sldMkLst>
          <pc:docMk/>
          <pc:sldMk cId="3415906960" sldId="2559"/>
        </pc:sldMkLst>
        <pc:spChg chg="mod">
          <ac:chgData name="Owais Ahmed" userId="6abc7d4556b3b071" providerId="LiveId" clId="{4AE61EF6-8A7E-4A7D-B87A-765A346927A7}" dt="2023-07-24T05:14:58.567" v="588"/>
          <ac:spMkLst>
            <pc:docMk/>
            <pc:sldMk cId="3415906960" sldId="2559"/>
            <ac:spMk id="3" creationId="{4A1C0383-58FE-E486-295E-B33B8683B938}"/>
          </ac:spMkLst>
        </pc:spChg>
        <pc:graphicFrameChg chg="mod modGraphic">
          <ac:chgData name="Owais Ahmed" userId="6abc7d4556b3b071" providerId="LiveId" clId="{4AE61EF6-8A7E-4A7D-B87A-765A346927A7}" dt="2023-07-24T05:06:38.479" v="494" actId="1076"/>
          <ac:graphicFrameMkLst>
            <pc:docMk/>
            <pc:sldMk cId="3415906960" sldId="2559"/>
            <ac:graphicFrameMk id="5" creationId="{33863AAE-FAFA-4931-FB78-C6A184FC9B57}"/>
          </ac:graphicFrameMkLst>
        </pc:graphicFrameChg>
      </pc:sldChg>
      <pc:sldChg chg="modSp add mod modAnim">
        <pc:chgData name="Owais Ahmed" userId="6abc7d4556b3b071" providerId="LiveId" clId="{4AE61EF6-8A7E-4A7D-B87A-765A346927A7}" dt="2023-07-24T05:19:21.844" v="803" actId="20577"/>
        <pc:sldMkLst>
          <pc:docMk/>
          <pc:sldMk cId="4020471286" sldId="2560"/>
        </pc:sldMkLst>
        <pc:spChg chg="mod">
          <ac:chgData name="Owais Ahmed" userId="6abc7d4556b3b071" providerId="LiveId" clId="{4AE61EF6-8A7E-4A7D-B87A-765A346927A7}" dt="2023-07-24T05:19:21.844" v="803" actId="20577"/>
          <ac:spMkLst>
            <pc:docMk/>
            <pc:sldMk cId="4020471286" sldId="2560"/>
            <ac:spMk id="3" creationId="{4A1C0383-58FE-E486-295E-B33B8683B938}"/>
          </ac:spMkLst>
        </pc:spChg>
        <pc:graphicFrameChg chg="mod modGraphic">
          <ac:chgData name="Owais Ahmed" userId="6abc7d4556b3b071" providerId="LiveId" clId="{4AE61EF6-8A7E-4A7D-B87A-765A346927A7}" dt="2023-07-24T05:17:32.651" v="673" actId="20577"/>
          <ac:graphicFrameMkLst>
            <pc:docMk/>
            <pc:sldMk cId="4020471286" sldId="2560"/>
            <ac:graphicFrameMk id="5" creationId="{33863AAE-FAFA-4931-FB78-C6A184FC9B57}"/>
          </ac:graphicFrameMkLst>
        </pc:graphicFrameChg>
      </pc:sldChg>
    </pc:docChg>
  </pc:docChgLst>
  <pc:docChgLst>
    <pc:chgData name="Owais Ahmed" userId="6abc7d4556b3b071" providerId="LiveId" clId="{5035FDB0-07D6-44A8-AB3F-F14A5006133A}"/>
    <pc:docChg chg="modSld">
      <pc:chgData name="Owais Ahmed" userId="6abc7d4556b3b071" providerId="LiveId" clId="{5035FDB0-07D6-44A8-AB3F-F14A5006133A}" dt="2023-06-14T19:03:06.273" v="0" actId="20577"/>
      <pc:docMkLst>
        <pc:docMk/>
      </pc:docMkLst>
      <pc:sldChg chg="modSp">
        <pc:chgData name="Owais Ahmed" userId="6abc7d4556b3b071" providerId="LiveId" clId="{5035FDB0-07D6-44A8-AB3F-F14A5006133A}" dt="2023-06-14T19:03:06.273" v="0" actId="20577"/>
        <pc:sldMkLst>
          <pc:docMk/>
          <pc:sldMk cId="641030253" sldId="2479"/>
        </pc:sldMkLst>
        <pc:spChg chg="mod">
          <ac:chgData name="Owais Ahmed" userId="6abc7d4556b3b071" providerId="LiveId" clId="{5035FDB0-07D6-44A8-AB3F-F14A5006133A}" dt="2023-06-14T19:03:06.273" v="0" actId="20577"/>
          <ac:spMkLst>
            <pc:docMk/>
            <pc:sldMk cId="641030253" sldId="2479"/>
            <ac:spMk id="3" creationId="{4A1C0383-58FE-E486-295E-B33B8683B93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8/9/2023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8/9/2023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3850947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2845130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718759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953425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3197190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813471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2774938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177695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1368893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7599615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At this point, recommend the video on time complexity by Abdul Bari: https://www.youtube.com/watch?v=9SgLBjXqwd4&amp;t=1s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5067430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39826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The swap operation takes 3 statements, thus a constant. Same goes with other statements.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6123660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626625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3086868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450024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4008248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2279438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30.png"/></Relationships>
</file>

<file path=ppt/slides/_rels/slide1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5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kv"/><Relationship Id="rId1" Type="http://schemas.microsoft.com/office/2007/relationships/media" Target="../media/media1.mkv"/><Relationship Id="rId5" Type="http://schemas.openxmlformats.org/officeDocument/2006/relationships/image" Target="../media/image16.png"/><Relationship Id="rId4"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image" Target="../media/image23.png"/><Relationship Id="rId3" Type="http://schemas.microsoft.com/office/2007/relationships/hdphoto" Target="../media/hdphoto1.wdp"/><Relationship Id="rId7"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DATA STRUCTURES AND </a:t>
            </a:r>
            <a:r>
              <a:rPr lang="en-US" sz="5400" b="1"/>
              <a:t>ALGORITHMS (113215)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Complexity Analysis</a:t>
            </a:r>
          </a:p>
          <a:p>
            <a:r>
              <a:rPr lang="en-US" dirty="0"/>
              <a:t>Few Simple Examples</a:t>
            </a:r>
          </a:p>
          <a:p>
            <a:r>
              <a:rPr lang="en-US" dirty="0"/>
              <a:t>How to Calculate?</a:t>
            </a:r>
          </a:p>
          <a:p>
            <a:r>
              <a:rPr lang="en-US" dirty="0"/>
              <a:t>Bubble Sort</a:t>
            </a:r>
          </a:p>
          <a:p>
            <a:r>
              <a:rPr lang="en-US" dirty="0"/>
              <a:t>Selection Sort</a:t>
            </a:r>
          </a:p>
          <a:p>
            <a:r>
              <a:rPr lang="en-US" dirty="0"/>
              <a:t>Insertion Sort</a:t>
            </a:r>
          </a:p>
          <a:p>
            <a:r>
              <a:rPr lang="en-US" dirty="0"/>
              <a:t>DIY</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Complexity analysis consists of 3 cases:</a:t>
            </a:r>
          </a:p>
          <a:p>
            <a:pPr>
              <a:lnSpc>
                <a:spcPct val="120000"/>
              </a:lnSpc>
              <a:buFont typeface="Wingdings" panose="05000000000000000000" pitchFamily="2" charset="2"/>
              <a:buChar char="§"/>
            </a:pPr>
            <a:r>
              <a:rPr lang="en-US" sz="3200" dirty="0"/>
              <a:t>Best case: the input is as close to the solution as possible. E.g., best case scenario to check an assignment is when no student submitted.</a:t>
            </a:r>
          </a:p>
          <a:p>
            <a:pPr>
              <a:lnSpc>
                <a:spcPct val="120000"/>
              </a:lnSpc>
              <a:buFont typeface="Wingdings" panose="05000000000000000000" pitchFamily="2" charset="2"/>
              <a:buChar char="§"/>
            </a:pPr>
            <a:r>
              <a:rPr lang="en-US" sz="3200" dirty="0"/>
              <a:t>Average case: the input is as close to the real-life situation. E.g., average case for checking is when 70-80% students submitted.</a:t>
            </a:r>
          </a:p>
          <a:p>
            <a:pPr>
              <a:lnSpc>
                <a:spcPct val="120000"/>
              </a:lnSpc>
              <a:buFont typeface="Wingdings" panose="05000000000000000000" pitchFamily="2" charset="2"/>
              <a:buChar char="§"/>
            </a:pPr>
            <a:r>
              <a:rPr lang="en-US" sz="3200" dirty="0"/>
              <a:t>Worst case: the input is as far to the solution as possible. E.g., worst-case for checking an assignment is when all students made a submission.</a:t>
            </a:r>
          </a:p>
        </p:txBody>
      </p:sp>
    </p:spTree>
    <p:extLst>
      <p:ext uri="{BB962C8B-B14F-4D97-AF65-F5344CB8AC3E}">
        <p14:creationId xmlns:p14="http://schemas.microsoft.com/office/powerpoint/2010/main" val="256697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There are some general rules we need to consider when analyzing time complexity of an algorithm.</a:t>
                </a:r>
              </a:p>
              <a:p>
                <a:pPr marL="514350" indent="-514350">
                  <a:lnSpc>
                    <a:spcPct val="120000"/>
                  </a:lnSpc>
                  <a:buFont typeface="+mj-lt"/>
                  <a:buAutoNum type="arabicPeriod"/>
                </a:pPr>
                <a:r>
                  <a:rPr lang="en-US" sz="3200" dirty="0"/>
                  <a:t>Input size is denoted as </a:t>
                </a:r>
                <a14:m>
                  <m:oMath xmlns:m="http://schemas.openxmlformats.org/officeDocument/2006/math">
                    <m:r>
                      <a:rPr lang="en-US" sz="3200" b="0" i="1" smtClean="0">
                        <a:latin typeface="Cambria Math" panose="02040503050406030204" pitchFamily="18" charset="0"/>
                      </a:rPr>
                      <m:t>𝑛</m:t>
                    </m:r>
                  </m:oMath>
                </a14:m>
                <a:r>
                  <a:rPr lang="en-US" sz="3200" dirty="0"/>
                  <a:t>; time to run one statement is denoted as </a:t>
                </a:r>
                <a14:m>
                  <m:oMath xmlns:m="http://schemas.openxmlformats.org/officeDocument/2006/math">
                    <m:r>
                      <a:rPr lang="en-US" sz="3200" b="0" i="1" smtClean="0">
                        <a:latin typeface="Cambria Math" panose="02040503050406030204" pitchFamily="18" charset="0"/>
                      </a:rPr>
                      <m:t>𝑐</m:t>
                    </m:r>
                  </m:oMath>
                </a14:m>
                <a:r>
                  <a:rPr lang="en-US" sz="3200" dirty="0"/>
                  <a:t>.</a:t>
                </a:r>
              </a:p>
              <a:p>
                <a:pPr marL="514350" indent="-514350">
                  <a:lnSpc>
                    <a:spcPct val="120000"/>
                  </a:lnSpc>
                  <a:buFont typeface="+mj-lt"/>
                  <a:buAutoNum type="arabicPeriod"/>
                </a:pPr>
                <a:r>
                  <a:rPr lang="en-US" sz="3200" dirty="0"/>
                  <a:t>Constants are ignored. For example, </a:t>
                </a:r>
                <a14:m>
                  <m:oMath xmlns:m="http://schemas.openxmlformats.org/officeDocument/2006/math">
                    <m:r>
                      <m:rPr>
                        <m:sty m:val="p"/>
                      </m:rPr>
                      <a:rPr lang="en-US" sz="3200" b="0" i="0" dirty="0" smtClean="0">
                        <a:latin typeface="Cambria Math" panose="02040503050406030204" pitchFamily="18" charset="0"/>
                      </a:rPr>
                      <m:t>O</m:t>
                    </m:r>
                    <m:d>
                      <m:dPr>
                        <m:ctrlPr>
                          <a:rPr lang="en-US" sz="3200" b="0" i="1" dirty="0" smtClean="0">
                            <a:latin typeface="Cambria Math" panose="02040503050406030204" pitchFamily="18" charset="0"/>
                          </a:rPr>
                        </m:ctrlPr>
                      </m:dPr>
                      <m:e>
                        <m:r>
                          <a:rPr lang="en-US" sz="3200" i="1" dirty="0" smtClean="0">
                            <a:latin typeface="Cambria Math" panose="02040503050406030204" pitchFamily="18" charset="0"/>
                          </a:rPr>
                          <m:t>𝑛</m:t>
                        </m:r>
                        <m:r>
                          <a:rPr lang="en-US" sz="3200" i="1" dirty="0" smtClean="0">
                            <a:latin typeface="Cambria Math" panose="02040503050406030204" pitchFamily="18" charset="0"/>
                          </a:rPr>
                          <m:t>+3</m:t>
                        </m:r>
                      </m:e>
                    </m:d>
                    <m:r>
                      <a:rPr lang="en-US" sz="3200" b="0" i="1" dirty="0" smtClean="0">
                        <a:latin typeface="Cambria Math" panose="02040503050406030204" pitchFamily="18" charset="0"/>
                      </a:rPr>
                      <m:t>=</m:t>
                    </m:r>
                    <m:r>
                      <a:rPr lang="en-US" sz="3200" b="0" i="1" dirty="0" smtClean="0">
                        <a:latin typeface="Cambria Math" panose="02040503050406030204" pitchFamily="18" charset="0"/>
                      </a:rPr>
                      <m:t>𝑂</m:t>
                    </m:r>
                    <m:r>
                      <a:rPr lang="en-US" sz="3200" b="0" i="1" dirty="0" smtClean="0">
                        <a:latin typeface="Cambria Math" panose="02040503050406030204" pitchFamily="18" charset="0"/>
                      </a:rPr>
                      <m:t>(</m:t>
                    </m:r>
                    <m:r>
                      <a:rPr lang="en-US" sz="3200" b="0" i="1" dirty="0" smtClean="0">
                        <a:latin typeface="Cambria Math" panose="02040503050406030204" pitchFamily="18" charset="0"/>
                      </a:rPr>
                      <m:t>𝑛</m:t>
                    </m:r>
                    <m:r>
                      <a:rPr lang="en-US" sz="3200" b="0" i="1" dirty="0" smtClean="0">
                        <a:latin typeface="Cambria Math" panose="02040503050406030204" pitchFamily="18" charset="0"/>
                      </a:rPr>
                      <m:t>)</m:t>
                    </m:r>
                  </m:oMath>
                </a14:m>
                <a:r>
                  <a:rPr lang="en-US" sz="3200" dirty="0"/>
                  <a:t> because for high values of </a:t>
                </a:r>
                <a14:m>
                  <m:oMath xmlns:m="http://schemas.openxmlformats.org/officeDocument/2006/math">
                    <m:r>
                      <a:rPr lang="en-US" sz="3200" b="0" i="1" smtClean="0">
                        <a:latin typeface="Cambria Math" panose="02040503050406030204" pitchFamily="18" charset="0"/>
                      </a:rPr>
                      <m:t>𝑛</m:t>
                    </m:r>
                  </m:oMath>
                </a14:m>
                <a:r>
                  <a:rPr lang="en-US" sz="3200" dirty="0"/>
                  <a:t> (like 1000), the constant 3 will not matter.</a:t>
                </a:r>
              </a:p>
              <a:p>
                <a:pPr marL="514350" indent="-514350">
                  <a:lnSpc>
                    <a:spcPct val="120000"/>
                  </a:lnSpc>
                  <a:buFont typeface="+mj-lt"/>
                  <a:buAutoNum type="arabicPeriod"/>
                </a:pPr>
                <a:r>
                  <a:rPr lang="en-US" sz="3200" dirty="0"/>
                  <a:t>In case there are multiple terms, only the highest order term is considered. E.g.,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3</m:t>
                            </m:r>
                          </m:sup>
                        </m:sSup>
                        <m:r>
                          <a:rPr lang="en-US" sz="3200" b="0" i="1" smtClean="0">
                            <a:latin typeface="Cambria Math" panose="02040503050406030204" pitchFamily="18" charset="0"/>
                          </a:rPr>
                          <m:t>+3</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+11</m:t>
                        </m:r>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3</m:t>
                        </m:r>
                      </m:sup>
                    </m:sSup>
                    <m:r>
                      <a:rPr lang="en-US" sz="3200" b="0" i="1" smtClean="0">
                        <a:latin typeface="Cambria Math" panose="02040503050406030204" pitchFamily="18" charset="0"/>
                      </a:rPr>
                      <m:t>)</m:t>
                    </m:r>
                  </m:oMath>
                </a14:m>
                <a:r>
                  <a:rPr lang="en-US" sz="3200" dirty="0"/>
                  <a:t>. This is because in presence of a cubic term, the lower order terms are negligible.</a:t>
                </a:r>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r>
                      <a:rPr lang="en-US" sz="3200" b="0" i="1" smtClean="0">
                        <a:latin typeface="Cambria Math" panose="02040503050406030204" pitchFamily="18" charset="0"/>
                      </a:rPr>
                      <m:t>&lt;</m:t>
                    </m:r>
                    <m:r>
                      <a:rPr lang="en-US" sz="3200" i="1">
                        <a:latin typeface="Cambria Math" panose="02040503050406030204" pitchFamily="18" charset="0"/>
                      </a:rPr>
                      <m:t>𝑂</m:t>
                    </m:r>
                    <m:d>
                      <m:dPr>
                        <m:ctrlPr>
                          <a:rPr lang="en-US" sz="3200" i="1">
                            <a:latin typeface="Cambria Math" panose="02040503050406030204" pitchFamily="18" charset="0"/>
                          </a:rPr>
                        </m:ctrlPr>
                      </m:dPr>
                      <m:e>
                        <m:r>
                          <a:rPr lang="en-US" sz="3200" i="1">
                            <a:latin typeface="Cambria Math" panose="02040503050406030204" pitchFamily="18" charset="0"/>
                          </a:rPr>
                          <m:t>𝑙𝑜𝑔</m:t>
                        </m:r>
                        <m:r>
                          <a:rPr lang="en-US" sz="3200" i="1">
                            <a:latin typeface="Cambria Math" panose="02040503050406030204" pitchFamily="18" charset="0"/>
                          </a:rPr>
                          <m:t>.</m:t>
                        </m:r>
                        <m:r>
                          <a:rPr lang="en-US" sz="3200" i="1">
                            <a:latin typeface="Cambria Math" panose="02040503050406030204" pitchFamily="18" charset="0"/>
                          </a:rPr>
                          <m:t>𝑛</m:t>
                        </m:r>
                      </m:e>
                    </m:d>
                    <m:r>
                      <a:rPr lang="en-US" sz="3200" i="1">
                        <a:latin typeface="Cambria Math" panose="02040503050406030204" pitchFamily="18" charset="0"/>
                      </a:rPr>
                      <m:t>&lt;</m:t>
                    </m:r>
                    <m:r>
                      <a:rPr lang="en-US" sz="3200" i="1">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&lt;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m:t>
                        </m:r>
                        <m:r>
                          <a:rPr lang="en-US" sz="3200" b="0" i="1" smtClean="0">
                            <a:latin typeface="Cambria Math" panose="02040503050406030204" pitchFamily="18" charset="0"/>
                          </a:rPr>
                          <m:t>𝑙𝑜𝑔</m:t>
                        </m:r>
                        <m:r>
                          <a:rPr lang="en-US" sz="3200" b="0" i="1" smtClean="0">
                            <a:latin typeface="Cambria Math" panose="02040503050406030204" pitchFamily="18" charset="0"/>
                          </a:rPr>
                          <m:t>.</m:t>
                        </m:r>
                        <m:r>
                          <a:rPr lang="en-US" sz="3200" b="0" i="1" smtClean="0">
                            <a:latin typeface="Cambria Math" panose="02040503050406030204" pitchFamily="18" charset="0"/>
                          </a:rPr>
                          <m:t>𝑛</m:t>
                        </m:r>
                      </m:e>
                    </m:d>
                    <m:r>
                      <a:rPr lang="en-US" sz="3200" b="0" i="1" smtClean="0">
                        <a:latin typeface="Cambria Math" panose="02040503050406030204" pitchFamily="18" charset="0"/>
                      </a:rPr>
                      <m:t>&lt;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𝑐</m:t>
                            </m:r>
                          </m:sup>
                        </m:sSup>
                      </m:e>
                    </m:d>
                    <m:r>
                      <a:rPr lang="en-US" sz="3200" b="0" i="1" smtClean="0">
                        <a:latin typeface="Cambria Math" panose="02040503050406030204" pitchFamily="18" charset="0"/>
                      </a:rPr>
                      <m:t>&lt;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𝑐</m:t>
                            </m:r>
                          </m:e>
                          <m:sup>
                            <m:r>
                              <a:rPr lang="en-US" sz="3200" b="0" i="1" smtClean="0">
                                <a:latin typeface="Cambria Math" panose="02040503050406030204" pitchFamily="18" charset="0"/>
                              </a:rPr>
                              <m:t>𝑛</m:t>
                            </m:r>
                          </m:sup>
                        </m:sSup>
                      </m:e>
                    </m:d>
                    <m:r>
                      <a:rPr lang="en-US" sz="3200" b="0" i="1" smtClean="0">
                        <a:latin typeface="Cambria Math" panose="02040503050406030204" pitchFamily="18" charset="0"/>
                      </a:rPr>
                      <m:t>&lt;</m:t>
                    </m:r>
                    <m:r>
                      <a:rPr lang="en-US" sz="3200" b="0" i="1" smtClean="0">
                        <a:latin typeface="Cambria Math" panose="02040503050406030204" pitchFamily="18" charset="0"/>
                      </a:rPr>
                      <m:t>𝑂</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m:t>
                    </m:r>
                  </m:oMath>
                </a14:m>
                <a:endParaRPr lang="en-US" sz="3200" dirty="0"/>
              </a:p>
              <a:p>
                <a:pPr marL="514350" indent="-514350">
                  <a:lnSpc>
                    <a:spcPct val="120000"/>
                  </a:lnSpc>
                  <a:buFont typeface="+mj-lt"/>
                  <a:buAutoNum type="arabicPeriod"/>
                </a:pP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29"/>
              </a:xfrm>
              <a:prstGeom prst="rect">
                <a:avLst/>
              </a:prstGeom>
              <a:blipFill>
                <a:blip r:embed="rId3"/>
                <a:stretch>
                  <a:fillRect l="-1245" t="-1480" r="-1868"/>
                </a:stretch>
              </a:blipFill>
            </p:spPr>
            <p:txBody>
              <a:bodyPr/>
              <a:lstStyle/>
              <a:p>
                <a:r>
                  <a:rPr lang="en-US">
                    <a:noFill/>
                  </a:rPr>
                  <a:t> </a:t>
                </a:r>
              </a:p>
            </p:txBody>
          </p:sp>
        </mc:Fallback>
      </mc:AlternateContent>
    </p:spTree>
    <p:extLst>
      <p:ext uri="{BB962C8B-B14F-4D97-AF65-F5344CB8AC3E}">
        <p14:creationId xmlns:p14="http://schemas.microsoft.com/office/powerpoint/2010/main" val="2289039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pic>
        <p:nvPicPr>
          <p:cNvPr id="7" name="Picture 6">
            <a:extLst>
              <a:ext uri="{FF2B5EF4-FFF2-40B4-BE49-F238E27FC236}">
                <a16:creationId xmlns:a16="http://schemas.microsoft.com/office/drawing/2014/main" id="{ACD6C1E7-EBF3-73F9-83D2-8BA8D4433D75}"/>
              </a:ext>
            </a:extLst>
          </p:cNvPr>
          <p:cNvPicPr>
            <a:picLocks noChangeAspect="1"/>
          </p:cNvPicPr>
          <p:nvPr/>
        </p:nvPicPr>
        <p:blipFill>
          <a:blip r:embed="rId3"/>
          <a:stretch>
            <a:fillRect/>
          </a:stretch>
        </p:blipFill>
        <p:spPr>
          <a:xfrm>
            <a:off x="2033787" y="1371600"/>
            <a:ext cx="8104975" cy="5181600"/>
          </a:xfrm>
          <a:prstGeom prst="rect">
            <a:avLst/>
          </a:prstGeom>
        </p:spPr>
      </p:pic>
    </p:spTree>
    <p:extLst>
      <p:ext uri="{BB962C8B-B14F-4D97-AF65-F5344CB8AC3E}">
        <p14:creationId xmlns:p14="http://schemas.microsoft.com/office/powerpoint/2010/main" val="1852311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Few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An Algorithm that returns number of seconds in a day.</a:t>
                </a:r>
              </a:p>
              <a:p>
                <a:pPr marL="0" indent="0">
                  <a:lnSpc>
                    <a:spcPct val="100000"/>
                  </a:lnSpc>
                  <a:buNone/>
                </a:pPr>
                <a:r>
                  <a:rPr lang="en-US" sz="3200" dirty="0">
                    <a:latin typeface="Cascadia Code" panose="020B0609020000020004" pitchFamily="49" charset="0"/>
                    <a:ea typeface="Cascadia Code" panose="020B0609020000020004" pitchFamily="49" charset="0"/>
                    <a:cs typeface="Cascadia Code" panose="020B0609020000020004" pitchFamily="49" charset="0"/>
                  </a:rPr>
                  <a:t>SECONDS_IN_DAY</a:t>
                </a:r>
                <a:r>
                  <a:rPr lang="en-US" sz="3200" dirty="0">
                    <a:latin typeface="Cascadia Code" panose="020B0609020000020004" pitchFamily="49" charset="0"/>
                    <a:cs typeface="Cascadia Code" panose="020B0609020000020004" pitchFamily="49" charset="0"/>
                  </a:rPr>
                  <a:t>(</a:t>
                </a:r>
                <a:r>
                  <a:rPr lang="en-US" sz="3200" dirty="0">
                    <a:latin typeface="Cascadia Code" panose="020B0609020000020004" pitchFamily="49" charset="0"/>
                    <a:ea typeface="Cascadia Code" panose="020B0609020000020004" pitchFamily="49" charset="0"/>
                    <a:cs typeface="Cascadia Code" panose="020B0609020000020004" pitchFamily="49" charset="0"/>
                  </a:rPr>
                  <a:t>)</a:t>
                </a:r>
                <a:endParaRPr lang="en-US" sz="32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3200" i="1" dirty="0">
                        <a:latin typeface="Cambria Math" panose="02040503050406030204" pitchFamily="18" charset="0"/>
                        <a:ea typeface="Cascadia Code" panose="020B0609020000020004" pitchFamily="49" charset="0"/>
                        <a:cs typeface="Cascadia Code" panose="020B0609020000020004" pitchFamily="49" charset="0"/>
                      </a:rPr>
                      <m:t>𝑅𝐸𝑇</m:t>
                    </m:r>
                    <m:r>
                      <a:rPr lang="en-US" sz="3200" b="0" i="1" dirty="0" smtClean="0">
                        <a:latin typeface="Cambria Math" panose="02040503050406030204" pitchFamily="18" charset="0"/>
                        <a:ea typeface="Cascadia Code" panose="020B0609020000020004" pitchFamily="49" charset="0"/>
                        <a:cs typeface="Cascadia Code" panose="020B0609020000020004" pitchFamily="49" charset="0"/>
                      </a:rPr>
                      <m:t>𝑈𝑅𝑁</m:t>
                    </m:r>
                    <m:r>
                      <a:rPr lang="en-US" sz="3200" i="1" dirty="0">
                        <a:latin typeface="Cambria Math" panose="02040503050406030204" pitchFamily="18" charset="0"/>
                        <a:ea typeface="Cascadia Code" panose="020B0609020000020004" pitchFamily="49" charset="0"/>
                        <a:cs typeface="Cascadia Code" panose="020B0609020000020004" pitchFamily="49" charset="0"/>
                      </a:rPr>
                      <m:t> </m:t>
                    </m:r>
                    <m:r>
                      <a:rPr lang="en-US" sz="3200" b="0" i="1" dirty="0" smtClean="0">
                        <a:latin typeface="Cambria Math" panose="02040503050406030204" pitchFamily="18" charset="0"/>
                        <a:ea typeface="Cascadia Code" panose="020B0609020000020004" pitchFamily="49" charset="0"/>
                        <a:cs typeface="Cascadia Code" panose="020B0609020000020004" pitchFamily="49" charset="0"/>
                      </a:rPr>
                      <m:t>24∗60∗60</m:t>
                    </m:r>
                  </m:oMath>
                </a14:m>
                <a:endParaRPr lang="en-US" sz="3200" dirty="0">
                  <a:latin typeface="Cascadia Code" panose="020B0609020000020004" pitchFamily="49" charset="0"/>
                  <a:ea typeface="Cascadia Code" panose="020B0609020000020004" pitchFamily="49" charset="0"/>
                  <a:cs typeface="Cascadia Code" panose="020B0609020000020004" pitchFamily="49" charset="0"/>
                </a:endParaRPr>
              </a:p>
              <a:p>
                <a:pPr>
                  <a:lnSpc>
                    <a:spcPct val="120000"/>
                  </a:lnSpc>
                  <a:buFont typeface="Wingdings" panose="05000000000000000000" pitchFamily="2" charset="2"/>
                  <a:buChar char="§"/>
                </a:pPr>
                <a:r>
                  <a:rPr lang="en-US" sz="3200" dirty="0"/>
                  <a:t>The program for this algorithm will perform two multiplication operations. If it takes </a:t>
                </a:r>
                <a14:m>
                  <m:oMath xmlns:m="http://schemas.openxmlformats.org/officeDocument/2006/math">
                    <m:r>
                      <a:rPr lang="en-US" sz="3200" b="0" i="1" smtClean="0">
                        <a:latin typeface="Cambria Math" panose="02040503050406030204" pitchFamily="18" charset="0"/>
                      </a:rPr>
                      <m:t>𝑐</m:t>
                    </m:r>
                  </m:oMath>
                </a14:m>
                <a:r>
                  <a:rPr lang="en-US" sz="3200" dirty="0"/>
                  <a:t> units of time to multiply two numbers, then the time complexity will be constant </a:t>
                </a:r>
                <a14:m>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(3</m:t>
                    </m:r>
                    <m:r>
                      <a:rPr lang="en-US" sz="3200" b="0" i="1" smtClean="0">
                        <a:latin typeface="Cambria Math" panose="02040503050406030204" pitchFamily="18" charset="0"/>
                      </a:rPr>
                      <m:t>𝑐</m:t>
                    </m:r>
                    <m:r>
                      <a:rPr lang="en-US" sz="3200" b="0" i="1" smtClean="0">
                        <a:latin typeface="Cambria Math" panose="02040503050406030204" pitchFamily="18" charset="0"/>
                      </a:rPr>
                      <m:t>)</m:t>
                    </m:r>
                  </m:oMath>
                </a14:m>
                <a:r>
                  <a:rPr lang="en-US" sz="3200" dirty="0"/>
                  <a:t>.</a:t>
                </a:r>
              </a:p>
              <a:p>
                <a:pPr>
                  <a:lnSpc>
                    <a:spcPct val="120000"/>
                  </a:lnSpc>
                  <a:buFont typeface="Wingdings" panose="05000000000000000000" pitchFamily="2" charset="2"/>
                  <a:buChar char="§"/>
                </a:pPr>
                <a:r>
                  <a:rPr lang="en-US" sz="3200" dirty="0"/>
                  <a:t>This </a:t>
                </a:r>
                <a14:m>
                  <m:oMath xmlns:m="http://schemas.openxmlformats.org/officeDocument/2006/math">
                    <m:r>
                      <a:rPr lang="en-US" sz="3200" b="0" i="1" smtClean="0">
                        <a:latin typeface="Cambria Math" panose="02040503050406030204" pitchFamily="18" charset="0"/>
                      </a:rPr>
                      <m:t>𝑐</m:t>
                    </m:r>
                  </m:oMath>
                </a14:m>
                <a:r>
                  <a:rPr lang="en-US" sz="3200" dirty="0"/>
                  <a:t> can be anything depending on the CPU power; it could be 1 second, it could be 1 nano seconds. We don’t care about </a:t>
                </a:r>
                <a:r>
                  <a:rPr lang="en-US" sz="3200"/>
                  <a:t>this.</a:t>
                </a:r>
                <a:endParaRPr lang="en-US" sz="3200" dirty="0"/>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29"/>
              </a:xfrm>
              <a:prstGeom prst="rect">
                <a:avLst/>
              </a:prstGeom>
              <a:blipFill>
                <a:blip r:embed="rId3"/>
                <a:stretch>
                  <a:fillRect l="-1297" t="-1110"/>
                </a:stretch>
              </a:blipFill>
            </p:spPr>
            <p:txBody>
              <a:bodyPr/>
              <a:lstStyle/>
              <a:p>
                <a:r>
                  <a:rPr lang="en-US">
                    <a:noFill/>
                  </a:rPr>
                  <a:t> </a:t>
                </a:r>
              </a:p>
            </p:txBody>
          </p:sp>
        </mc:Fallback>
      </mc:AlternateContent>
    </p:spTree>
    <p:extLst>
      <p:ext uri="{BB962C8B-B14F-4D97-AF65-F5344CB8AC3E}">
        <p14:creationId xmlns:p14="http://schemas.microsoft.com/office/powerpoint/2010/main" val="3861901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Few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An Algorithm that calculates time period of a pendulum.</a:t>
                </a:r>
              </a:p>
              <a:p>
                <a:pPr marL="0" indent="0">
                  <a:lnSpc>
                    <a:spcPct val="100000"/>
                  </a:lnSpc>
                  <a:buNone/>
                </a:pPr>
                <a:r>
                  <a:rPr lang="en-US" sz="2600" dirty="0">
                    <a:latin typeface="Cascadia Code" panose="020B0609020000020004" pitchFamily="49" charset="0"/>
                    <a:ea typeface="Cascadia Code" panose="020B0609020000020004" pitchFamily="49" charset="0"/>
                    <a:cs typeface="Cascadia Code" panose="020B0609020000020004" pitchFamily="49" charset="0"/>
                  </a:rPr>
                  <a:t>TIME_OF_PENDULUM</a:t>
                </a:r>
                <a:r>
                  <a:rPr lang="en-US" sz="2600" dirty="0">
                    <a:latin typeface="Cascadia Code" panose="020B0609020000020004" pitchFamily="49" charset="0"/>
                    <a:cs typeface="Cascadia Code" panose="020B0609020000020004" pitchFamily="49" charset="0"/>
                  </a:rPr>
                  <a:t>(L</a:t>
                </a:r>
                <a:r>
                  <a:rPr lang="en-US" sz="2600" dirty="0">
                    <a:latin typeface="Cascadia Code" panose="020B0609020000020004" pitchFamily="49" charset="0"/>
                    <a:ea typeface="Cascadia Code" panose="020B0609020000020004" pitchFamily="49" charset="0"/>
                    <a:cs typeface="Cascadia Code" panose="020B0609020000020004" pitchFamily="49" charset="0"/>
                  </a:rPr>
                  <a:t>), where ‘L’ is the length of pendulum’s string.</a:t>
                </a:r>
                <a:endParaRPr lang="en-US" sz="26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𝑃𝐼</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:=3.143</m:t>
                    </m:r>
                  </m:oMath>
                </a14:m>
                <a:endParaRPr lang="en-US" sz="2600" b="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𝑔</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≔9.8</m:t>
                    </m:r>
                  </m:oMath>
                </a14:m>
                <a:endParaRPr lang="en-US" sz="2600" b="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𝑇𝑃</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≔2∗</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𝑃𝐼</m:t>
                    </m:r>
                    <m:r>
                      <a:rPr lang="en-US" sz="2600" i="1" dirty="0">
                        <a:latin typeface="Cambria Math" panose="02040503050406030204" pitchFamily="18" charset="0"/>
                        <a:ea typeface="Cascadia Code" panose="020B0609020000020004" pitchFamily="49" charset="0"/>
                        <a:cs typeface="Cascadia Code" panose="020B0609020000020004" pitchFamily="49" charset="0"/>
                      </a:rPr>
                      <m:t>∗</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𝑠𝑞𝑟𝑡</m:t>
                    </m:r>
                    <m:r>
                      <a:rPr lang="en-US" sz="2600" i="1" dirty="0">
                        <a:latin typeface="Cambria Math" panose="02040503050406030204" pitchFamily="18" charset="0"/>
                        <a:ea typeface="Cascadia Code" panose="020B0609020000020004" pitchFamily="49" charset="0"/>
                        <a:cs typeface="Cascadia Code" panose="020B0609020000020004" pitchFamily="49" charset="0"/>
                      </a:rPr>
                      <m:t>(</m:t>
                    </m:r>
                    <m:r>
                      <a:rPr lang="en-US" sz="2600" i="1" dirty="0">
                        <a:latin typeface="Cambria Math" panose="02040503050406030204" pitchFamily="18" charset="0"/>
                        <a:ea typeface="Cascadia Code" panose="020B0609020000020004" pitchFamily="49" charset="0"/>
                        <a:cs typeface="Cascadia Code" panose="020B0609020000020004" pitchFamily="49" charset="0"/>
                      </a:rPr>
                      <m:t>𝐿</m:t>
                    </m:r>
                    <m:r>
                      <a:rPr lang="en-US" sz="2600" i="1" dirty="0">
                        <a:latin typeface="Cambria Math" panose="02040503050406030204" pitchFamily="18" charset="0"/>
                        <a:ea typeface="Cascadia Code" panose="020B0609020000020004" pitchFamily="49" charset="0"/>
                        <a:cs typeface="Cascadia Code" panose="020B0609020000020004" pitchFamily="49" charset="0"/>
                      </a:rPr>
                      <m:t>/</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𝑔</m:t>
                    </m:r>
                    <m:r>
                      <a:rPr lang="en-US" sz="2600" i="1" dirty="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6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dirty="0">
                        <a:latin typeface="Cambria Math" panose="02040503050406030204" pitchFamily="18" charset="0"/>
                        <a:ea typeface="Cascadia Code" panose="020B0609020000020004" pitchFamily="49" charset="0"/>
                        <a:cs typeface="Cascadia Code" panose="020B0609020000020004" pitchFamily="49" charset="0"/>
                      </a:rPr>
                      <m:t>𝑅𝐸𝑇</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𝑈𝑅𝑁</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𝑇𝑃</m:t>
                    </m:r>
                  </m:oMath>
                </a14:m>
                <a:endParaRPr lang="en-US" sz="2600" dirty="0">
                  <a:latin typeface="Cascadia Code" panose="020B0609020000020004" pitchFamily="49" charset="0"/>
                  <a:ea typeface="Cascadia Code" panose="020B0609020000020004" pitchFamily="49" charset="0"/>
                  <a:cs typeface="Cascadia Code" panose="020B0609020000020004" pitchFamily="49" charset="0"/>
                </a:endParaRPr>
              </a:p>
              <a:p>
                <a:pPr>
                  <a:lnSpc>
                    <a:spcPct val="120000"/>
                  </a:lnSpc>
                  <a:buFont typeface="Wingdings" panose="05000000000000000000" pitchFamily="2" charset="2"/>
                  <a:buChar char="§"/>
                </a:pPr>
                <a:r>
                  <a:rPr lang="en-US" sz="3200" dirty="0"/>
                  <a:t>There are 3 statements in this algorithm. Line 1 takes </a:t>
                </a:r>
                <a14:m>
                  <m:oMath xmlns:m="http://schemas.openxmlformats.org/officeDocument/2006/math">
                    <m:r>
                      <a:rPr lang="en-US" sz="3200" b="0" i="1" smtClean="0">
                        <a:latin typeface="Cambria Math" panose="02040503050406030204" pitchFamily="18" charset="0"/>
                      </a:rPr>
                      <m:t>𝑐</m:t>
                    </m:r>
                  </m:oMath>
                </a14:m>
                <a:r>
                  <a:rPr lang="en-US" sz="3200" dirty="0"/>
                  <a:t> time; line 2 takes </a:t>
                </a:r>
                <a14:m>
                  <m:oMath xmlns:m="http://schemas.openxmlformats.org/officeDocument/2006/math">
                    <m:r>
                      <a:rPr lang="en-US" sz="3200" b="0" i="1" smtClean="0">
                        <a:latin typeface="Cambria Math" panose="02040503050406030204" pitchFamily="18" charset="0"/>
                      </a:rPr>
                      <m:t>𝑐</m:t>
                    </m:r>
                  </m:oMath>
                </a14:m>
                <a:r>
                  <a:rPr lang="en-US" sz="3200" dirty="0"/>
                  <a:t> time; line 3 takes </a:t>
                </a:r>
                <a14:m>
                  <m:oMath xmlns:m="http://schemas.openxmlformats.org/officeDocument/2006/math">
                    <m:r>
                      <a:rPr lang="en-US" sz="3200" b="0" i="1" dirty="0" smtClean="0">
                        <a:latin typeface="Cambria Math" panose="02040503050406030204" pitchFamily="18" charset="0"/>
                      </a:rPr>
                      <m:t>3</m:t>
                    </m:r>
                    <m:r>
                      <a:rPr lang="en-US" sz="3200" i="1" dirty="0" smtClean="0">
                        <a:latin typeface="Cambria Math" panose="02040503050406030204" pitchFamily="18" charset="0"/>
                      </a:rPr>
                      <m:t>𝑐</m:t>
                    </m:r>
                    <m:r>
                      <a:rPr lang="en-US" sz="3200" b="0" i="1" dirty="0" smtClean="0">
                        <a:latin typeface="Cambria Math" panose="02040503050406030204" pitchFamily="18" charset="0"/>
                      </a:rPr>
                      <m:t>+</m:t>
                    </m:r>
                    <m:r>
                      <a:rPr lang="en-US" sz="3200" b="0" i="1" dirty="0" smtClean="0">
                        <a:latin typeface="Cambria Math" panose="02040503050406030204" pitchFamily="18" charset="0"/>
                      </a:rPr>
                      <m:t>𝑠</m:t>
                    </m:r>
                  </m:oMath>
                </a14:m>
                <a:r>
                  <a:rPr lang="en-US" sz="3200" dirty="0"/>
                  <a:t> time if we consider </a:t>
                </a:r>
                <a14:m>
                  <m:oMath xmlns:m="http://schemas.openxmlformats.org/officeDocument/2006/math">
                    <m:r>
                      <a:rPr lang="en-US" sz="3200" i="1" dirty="0" smtClean="0">
                        <a:latin typeface="Cambria Math" panose="02040503050406030204" pitchFamily="18" charset="0"/>
                      </a:rPr>
                      <m:t>𝑠𝑞𝑟𝑡</m:t>
                    </m:r>
                  </m:oMath>
                </a14:m>
                <a:r>
                  <a:rPr lang="en-US" sz="3200" dirty="0"/>
                  <a:t> function to take </a:t>
                </a:r>
                <a14:m>
                  <m:oMath xmlns:m="http://schemas.openxmlformats.org/officeDocument/2006/math">
                    <m:r>
                      <a:rPr lang="en-US" sz="3200" b="0" i="1" smtClean="0">
                        <a:latin typeface="Cambria Math" panose="02040503050406030204" pitchFamily="18" charset="0"/>
                      </a:rPr>
                      <m:t>𝑠</m:t>
                    </m:r>
                  </m:oMath>
                </a14:m>
                <a:r>
                  <a:rPr lang="en-US" sz="3200" dirty="0"/>
                  <a:t> time. This means </a:t>
                </a:r>
                <a14:m>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(5</m:t>
                    </m:r>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𝑠</m:t>
                    </m:r>
                    <m:r>
                      <a:rPr lang="en-US" sz="3200" b="0" i="1" smtClean="0">
                        <a:latin typeface="Cambria Math" panose="02040503050406030204" pitchFamily="18" charset="0"/>
                      </a:rPr>
                      <m:t>)</m:t>
                    </m:r>
                  </m:oMath>
                </a14:m>
                <a:r>
                  <a:rPr lang="en-US" sz="3200" dirty="0"/>
                  <a:t>.</a:t>
                </a:r>
              </a:p>
              <a:p>
                <a:pPr>
                  <a:lnSpc>
                    <a:spcPct val="120000"/>
                  </a:lnSpc>
                  <a:buFont typeface="Wingdings" panose="05000000000000000000" pitchFamily="2" charset="2"/>
                  <a:buChar char="§"/>
                </a:pPr>
                <a:r>
                  <a:rPr lang="en-US" sz="3200" dirty="0"/>
                  <a:t>But if we look carefully, the </a:t>
                </a:r>
                <a14:m>
                  <m:oMath xmlns:m="http://schemas.openxmlformats.org/officeDocument/2006/math">
                    <m:r>
                      <a:rPr lang="en-US" sz="3200" i="1" dirty="0" smtClean="0">
                        <a:latin typeface="Cambria Math" panose="02040503050406030204" pitchFamily="18" charset="0"/>
                      </a:rPr>
                      <m:t>𝑠𝑞𝑟𝑡</m:t>
                    </m:r>
                  </m:oMath>
                </a14:m>
                <a:r>
                  <a:rPr lang="en-US" sz="3200" dirty="0"/>
                  <a:t> will take more time for a very high value of </a:t>
                </a:r>
                <a14:m>
                  <m:oMath xmlns:m="http://schemas.openxmlformats.org/officeDocument/2006/math">
                    <m:r>
                      <a:rPr lang="en-US" sz="3200" b="0" i="1" smtClean="0">
                        <a:latin typeface="Cambria Math" panose="02040503050406030204" pitchFamily="18" charset="0"/>
                      </a:rPr>
                      <m:t>𝐿</m:t>
                    </m:r>
                  </m:oMath>
                </a14:m>
                <a:r>
                  <a:rPr lang="en-US" sz="3200" dirty="0"/>
                  <a:t>. Which is why we ignore </a:t>
                </a:r>
                <a14:m>
                  <m:oMath xmlns:m="http://schemas.openxmlformats.org/officeDocument/2006/math">
                    <m:r>
                      <a:rPr lang="en-US" sz="3200" b="0" i="1" smtClean="0">
                        <a:latin typeface="Cambria Math" panose="02040503050406030204" pitchFamily="18" charset="0"/>
                      </a:rPr>
                      <m:t>5</m:t>
                    </m:r>
                    <m:r>
                      <a:rPr lang="en-US" sz="3200" b="0" i="1" smtClean="0">
                        <a:latin typeface="Cambria Math" panose="02040503050406030204" pitchFamily="18" charset="0"/>
                      </a:rPr>
                      <m:t>𝑐</m:t>
                    </m:r>
                  </m:oMath>
                </a14:m>
                <a:r>
                  <a:rPr lang="en-US" sz="3200" dirty="0"/>
                  <a:t> and say that </a:t>
                </a:r>
                <a14:m>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m:t>
                    </m:r>
                    <m:r>
                      <a:rPr lang="en-US" sz="3200" b="0" i="1" smtClean="0">
                        <a:latin typeface="Cambria Math" panose="02040503050406030204" pitchFamily="18" charset="0"/>
                      </a:rPr>
                      <m:t>𝑠</m:t>
                    </m:r>
                    <m:r>
                      <a:rPr lang="en-US" sz="3200" b="0" i="1" smtClean="0">
                        <a:latin typeface="Cambria Math" panose="02040503050406030204" pitchFamily="18" charset="0"/>
                      </a:rPr>
                      <m:t>)</m:t>
                    </m:r>
                  </m:oMath>
                </a14:m>
                <a:r>
                  <a:rPr lang="en-US" sz="3200" dirty="0"/>
                  <a:t> is the time complexity.</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29"/>
              </a:xfrm>
              <a:prstGeom prst="rect">
                <a:avLst/>
              </a:prstGeom>
              <a:blipFill>
                <a:blip r:embed="rId3"/>
                <a:stretch>
                  <a:fillRect l="-830" t="-986" b="-247"/>
                </a:stretch>
              </a:blipFill>
            </p:spPr>
            <p:txBody>
              <a:bodyPr/>
              <a:lstStyle/>
              <a:p>
                <a:r>
                  <a:rPr lang="en-PK">
                    <a:noFill/>
                  </a:rPr>
                  <a:t> </a:t>
                </a:r>
              </a:p>
            </p:txBody>
          </p:sp>
        </mc:Fallback>
      </mc:AlternateContent>
    </p:spTree>
    <p:extLst>
      <p:ext uri="{BB962C8B-B14F-4D97-AF65-F5344CB8AC3E}">
        <p14:creationId xmlns:p14="http://schemas.microsoft.com/office/powerpoint/2010/main" val="661648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Few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An Algorithm that calculates average marks in a semester.</a:t>
                </a:r>
              </a:p>
              <a:p>
                <a:pPr marL="0" indent="0">
                  <a:lnSpc>
                    <a:spcPct val="100000"/>
                  </a:lnSpc>
                  <a:buNone/>
                </a:pPr>
                <a:r>
                  <a:rPr lang="en-US" sz="2600" dirty="0">
                    <a:latin typeface="Cascadia Code" panose="020B0609020000020004" pitchFamily="49" charset="0"/>
                    <a:ea typeface="Cascadia Code" panose="020B0609020000020004" pitchFamily="49" charset="0"/>
                    <a:cs typeface="Cascadia Code" panose="020B0609020000020004" pitchFamily="49" charset="0"/>
                  </a:rPr>
                  <a:t>CALC_AVERAGE</a:t>
                </a:r>
                <a:r>
                  <a:rPr lang="en-US" sz="2600" dirty="0">
                    <a:latin typeface="Cascadia Code" panose="020B0609020000020004" pitchFamily="49" charset="0"/>
                    <a:cs typeface="Cascadia Code" panose="020B0609020000020004" pitchFamily="49" charset="0"/>
                  </a:rPr>
                  <a:t>(A, n</a:t>
                </a:r>
                <a:r>
                  <a:rPr lang="en-US" sz="2600" dirty="0">
                    <a:latin typeface="Cascadia Code" panose="020B0609020000020004" pitchFamily="49" charset="0"/>
                    <a:ea typeface="Cascadia Code" panose="020B0609020000020004" pitchFamily="49" charset="0"/>
                    <a:cs typeface="Cascadia Code" panose="020B0609020000020004" pitchFamily="49" charset="0"/>
                  </a:rPr>
                  <a:t>), where ‘A’ is a linear array of positive integers of size ‘n’.</a:t>
                </a:r>
                <a:endParaRPr lang="en-US" sz="26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600" i="1" dirty="0">
                        <a:latin typeface="Cambria Math" panose="02040503050406030204" pitchFamily="18" charset="0"/>
                        <a:ea typeface="Cascadia Code" panose="020B0609020000020004" pitchFamily="49" charset="0"/>
                        <a:cs typeface="Cascadia Code" panose="020B0609020000020004" pitchFamily="49" charset="0"/>
                      </a:rPr>
                      <m:t> </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𝑠𝑢𝑚</m:t>
                    </m:r>
                    <m:r>
                      <a:rPr lang="en-US" sz="2600" i="1" dirty="0">
                        <a:latin typeface="Cambria Math" panose="02040503050406030204" pitchFamily="18" charset="0"/>
                        <a:ea typeface="Cascadia Code" panose="020B0609020000020004" pitchFamily="49" charset="0"/>
                        <a:cs typeface="Cascadia Code" panose="020B0609020000020004" pitchFamily="49" charset="0"/>
                      </a:rPr>
                      <m:t>≔0, </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𝑖</m:t>
                    </m:r>
                    <m:r>
                      <a:rPr lang="en-US" sz="2600" i="1" dirty="0">
                        <a:latin typeface="Cambria Math" panose="02040503050406030204" pitchFamily="18" charset="0"/>
                        <a:ea typeface="Cascadia Code" panose="020B0609020000020004" pitchFamily="49" charset="0"/>
                        <a:cs typeface="Cascadia Code" panose="020B0609020000020004" pitchFamily="49" charset="0"/>
                      </a:rPr>
                      <m:t>≔0</m:t>
                    </m:r>
                  </m:oMath>
                </a14:m>
                <a:endParaRPr lang="en-US" sz="26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600" i="1" dirty="0">
                        <a:latin typeface="Cambria Math" panose="02040503050406030204" pitchFamily="18" charset="0"/>
                        <a:ea typeface="Cascadia Code" panose="020B0609020000020004" pitchFamily="49" charset="0"/>
                        <a:cs typeface="Cascadia Code" panose="020B0609020000020004" pitchFamily="49" charset="0"/>
                      </a:rPr>
                      <m:t> </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600" i="1" dirty="0">
                        <a:latin typeface="Cambria Math" panose="02040503050406030204" pitchFamily="18" charset="0"/>
                        <a:ea typeface="Cascadia Code" panose="020B0609020000020004" pitchFamily="49" charset="0"/>
                        <a:cs typeface="Cascadia Code" panose="020B0609020000020004" pitchFamily="49" charset="0"/>
                      </a:rPr>
                      <m:t> </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𝑖</m:t>
                    </m:r>
                    <m:r>
                      <a:rPr lang="en-US" sz="2600" i="1" dirty="0">
                        <a:latin typeface="Cambria Math" panose="02040503050406030204" pitchFamily="18" charset="0"/>
                        <a:ea typeface="Cascadia Code" panose="020B0609020000020004" pitchFamily="49" charset="0"/>
                        <a:cs typeface="Cascadia Code" panose="020B0609020000020004" pitchFamily="49" charset="0"/>
                      </a:rPr>
                      <m:t>&lt;</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𝑛</m:t>
                    </m:r>
                    <m:r>
                      <a:rPr lang="en-US" sz="2600" i="1" dirty="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6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300" i="1" dirty="0">
                        <a:latin typeface="Cambria Math" panose="02040503050406030204" pitchFamily="18" charset="0"/>
                        <a:ea typeface="Cascadia Code" panose="020B0609020000020004" pitchFamily="49" charset="0"/>
                        <a:cs typeface="Cascadia Code" panose="020B0609020000020004" pitchFamily="49" charset="0"/>
                      </a:rPr>
                      <m:t>𝑠𝑢𝑚</m:t>
                    </m:r>
                    <m:r>
                      <a:rPr lang="en-US" sz="2300" i="1" dirty="0">
                        <a:latin typeface="Cambria Math" panose="02040503050406030204" pitchFamily="18" charset="0"/>
                        <a:ea typeface="Cascadia Code" panose="020B0609020000020004" pitchFamily="49" charset="0"/>
                        <a:cs typeface="Cascadia Code" panose="020B0609020000020004" pitchFamily="49" charset="0"/>
                      </a:rPr>
                      <m:t>≔</m:t>
                    </m:r>
                    <m:r>
                      <a:rPr lang="en-US" sz="2300" i="1" dirty="0">
                        <a:latin typeface="Cambria Math" panose="02040503050406030204" pitchFamily="18" charset="0"/>
                        <a:ea typeface="Cascadia Code" panose="020B0609020000020004" pitchFamily="49" charset="0"/>
                        <a:cs typeface="Cascadia Code" panose="020B0609020000020004" pitchFamily="49" charset="0"/>
                      </a:rPr>
                      <m:t>𝑠𝑢𝑚</m:t>
                    </m:r>
                    <m:r>
                      <a:rPr lang="en-US" sz="2300" i="1" dirty="0">
                        <a:latin typeface="Cambria Math" panose="02040503050406030204" pitchFamily="18" charset="0"/>
                        <a:ea typeface="Cascadia Code" panose="020B0609020000020004" pitchFamily="49" charset="0"/>
                        <a:cs typeface="Cascadia Code" panose="020B0609020000020004" pitchFamily="49" charset="0"/>
                      </a:rPr>
                      <m:t>+</m:t>
                    </m:r>
                    <m:r>
                      <a:rPr lang="en-US" sz="2300" i="1" dirty="0">
                        <a:latin typeface="Cambria Math" panose="02040503050406030204" pitchFamily="18" charset="0"/>
                        <a:ea typeface="Cascadia Code" panose="020B0609020000020004" pitchFamily="49" charset="0"/>
                        <a:cs typeface="Cascadia Code" panose="020B0609020000020004" pitchFamily="49" charset="0"/>
                      </a:rPr>
                      <m:t>𝐴</m:t>
                    </m:r>
                    <m:r>
                      <a:rPr lang="en-US" sz="2300" i="1" dirty="0">
                        <a:latin typeface="Cambria Math" panose="02040503050406030204" pitchFamily="18" charset="0"/>
                        <a:ea typeface="Cascadia Code" panose="020B0609020000020004" pitchFamily="49" charset="0"/>
                        <a:cs typeface="Cascadia Code" panose="020B0609020000020004" pitchFamily="49" charset="0"/>
                      </a:rPr>
                      <m:t>[</m:t>
                    </m:r>
                    <m:r>
                      <a:rPr lang="en-US" sz="2300" i="1" dirty="0">
                        <a:latin typeface="Cambria Math" panose="02040503050406030204" pitchFamily="18" charset="0"/>
                        <a:ea typeface="Cascadia Code" panose="020B0609020000020004" pitchFamily="49" charset="0"/>
                        <a:cs typeface="Cascadia Code" panose="020B0609020000020004" pitchFamily="49" charset="0"/>
                      </a:rPr>
                      <m:t>𝑖</m:t>
                    </m:r>
                    <m:r>
                      <a:rPr lang="en-US" sz="2300" i="1" dirty="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3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a:latin typeface="Cambria Math" panose="02040503050406030204" pitchFamily="18" charset="0"/>
                        <a:ea typeface="Cascadia Code" panose="020B0609020000020004" pitchFamily="49" charset="0"/>
                        <a:cs typeface="Cascadia Code" panose="020B0609020000020004" pitchFamily="49" charset="0"/>
                      </a:rPr>
                      <m:t>𝑆𝐸𝑇</m:t>
                    </m:r>
                    <m:r>
                      <a:rPr lang="en-US" sz="2600" i="1">
                        <a:latin typeface="Cambria Math" panose="02040503050406030204" pitchFamily="18" charset="0"/>
                        <a:ea typeface="Cascadia Code" panose="020B0609020000020004" pitchFamily="49" charset="0"/>
                        <a:cs typeface="Cascadia Code" panose="020B0609020000020004" pitchFamily="49" charset="0"/>
                      </a:rPr>
                      <m:t> </m:t>
                    </m:r>
                    <m:r>
                      <a:rPr lang="en-US" sz="2600" i="1">
                        <a:latin typeface="Cambria Math" panose="02040503050406030204" pitchFamily="18" charset="0"/>
                        <a:ea typeface="Cascadia Code" panose="020B0609020000020004" pitchFamily="49" charset="0"/>
                        <a:cs typeface="Cascadia Code" panose="020B0609020000020004" pitchFamily="49" charset="0"/>
                      </a:rPr>
                      <m:t>𝑎𝑣𝑒𝑟𝑎𝑔𝑒</m:t>
                    </m:r>
                    <m:r>
                      <a:rPr lang="en-US" sz="2600" i="1">
                        <a:latin typeface="Cambria Math" panose="02040503050406030204" pitchFamily="18" charset="0"/>
                        <a:ea typeface="Cascadia Code" panose="020B0609020000020004" pitchFamily="49" charset="0"/>
                        <a:cs typeface="Cascadia Code" panose="020B0609020000020004" pitchFamily="49" charset="0"/>
                      </a:rPr>
                      <m:t>≔</m:t>
                    </m:r>
                    <m:f>
                      <m:fPr>
                        <m:ctrlPr>
                          <a:rPr lang="en-US" sz="2600" i="1" smtClean="0">
                            <a:latin typeface="Cambria Math" panose="02040503050406030204" pitchFamily="18" charset="0"/>
                            <a:ea typeface="Cascadia Code" panose="020B0609020000020004" pitchFamily="49" charset="0"/>
                            <a:cs typeface="Cascadia Code" panose="020B0609020000020004" pitchFamily="49" charset="0"/>
                          </a:rPr>
                        </m:ctrlPr>
                      </m:fPr>
                      <m:num>
                        <m:r>
                          <a:rPr lang="en-US" sz="2600" i="1">
                            <a:latin typeface="Cambria Math" panose="02040503050406030204" pitchFamily="18" charset="0"/>
                            <a:ea typeface="Cascadia Code" panose="020B0609020000020004" pitchFamily="49" charset="0"/>
                            <a:cs typeface="Cascadia Code" panose="020B0609020000020004" pitchFamily="49" charset="0"/>
                          </a:rPr>
                          <m:t>𝑠𝑢𝑚</m:t>
                        </m:r>
                      </m:num>
                      <m:den>
                        <m:r>
                          <a:rPr lang="en-US" sz="2600" i="1">
                            <a:latin typeface="Cambria Math" panose="02040503050406030204" pitchFamily="18" charset="0"/>
                            <a:ea typeface="Cascadia Code" panose="020B0609020000020004" pitchFamily="49" charset="0"/>
                            <a:cs typeface="Cascadia Code" panose="020B0609020000020004" pitchFamily="49" charset="0"/>
                          </a:rPr>
                          <m:t>𝑛</m:t>
                        </m:r>
                      </m:den>
                    </m:f>
                  </m:oMath>
                </a14:m>
                <a:endParaRPr lang="en-US" sz="26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dirty="0">
                        <a:latin typeface="Cambria Math" panose="02040503050406030204" pitchFamily="18" charset="0"/>
                        <a:ea typeface="Cascadia Code" panose="020B0609020000020004" pitchFamily="49" charset="0"/>
                        <a:cs typeface="Cascadia Code" panose="020B0609020000020004" pitchFamily="49" charset="0"/>
                      </a:rPr>
                      <m:t>𝑅𝐸𝑇𝑈𝑅𝑁</m:t>
                    </m:r>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𝑎𝑣𝑒𝑟𝑎𝑔𝑒</m:t>
                    </m:r>
                  </m:oMath>
                </a14:m>
                <a:endParaRPr lang="en-US" sz="2600" dirty="0">
                  <a:latin typeface="Cascadia Code" panose="020B0609020000020004" pitchFamily="49" charset="0"/>
                  <a:ea typeface="Cascadia Code" panose="020B0609020000020004" pitchFamily="49" charset="0"/>
                  <a:cs typeface="Cascadia Code" panose="020B0609020000020004" pitchFamily="49" charset="0"/>
                </a:endParaRPr>
              </a:p>
              <a:p>
                <a:pPr>
                  <a:lnSpc>
                    <a:spcPct val="120000"/>
                  </a:lnSpc>
                  <a:buFont typeface="Wingdings" panose="05000000000000000000" pitchFamily="2" charset="2"/>
                  <a:buChar char="§"/>
                </a:pPr>
                <a:r>
                  <a:rPr lang="en-US" sz="3200" dirty="0"/>
                  <a:t>Our key focus here is the loop, because in this example, the number of operations depend on the size of </a:t>
                </a:r>
                <a14:m>
                  <m:oMath xmlns:m="http://schemas.openxmlformats.org/officeDocument/2006/math">
                    <m:r>
                      <a:rPr lang="en-US" sz="3200" i="1" dirty="0" smtClean="0">
                        <a:latin typeface="Cambria Math" panose="02040503050406030204" pitchFamily="18" charset="0"/>
                      </a:rPr>
                      <m:t>𝑛</m:t>
                    </m:r>
                  </m:oMath>
                </a14:m>
                <a:r>
                  <a:rPr lang="en-US" sz="3200" dirty="0"/>
                  <a:t>. The complexity will be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𝑛𝑐</m:t>
                        </m:r>
                        <m:r>
                          <a:rPr lang="en-US" sz="3200" b="0" i="1" smtClean="0">
                            <a:latin typeface="Cambria Math" panose="02040503050406030204" pitchFamily="18" charset="0"/>
                          </a:rPr>
                          <m:t>+1</m:t>
                        </m:r>
                        <m:r>
                          <a:rPr lang="en-US" sz="3200" b="0" i="1" smtClean="0">
                            <a:latin typeface="Cambria Math" panose="02040503050406030204" pitchFamily="18" charset="0"/>
                          </a:rPr>
                          <m:t>𝑐</m:t>
                        </m:r>
                      </m:e>
                    </m:d>
                  </m:oMath>
                </a14:m>
                <a:r>
                  <a:rPr lang="en-US" sz="3200" dirty="0"/>
                  <a:t> in this case. Since </a:t>
                </a:r>
                <a14:m>
                  <m:oMath xmlns:m="http://schemas.openxmlformats.org/officeDocument/2006/math">
                    <m:r>
                      <a:rPr lang="en-US" sz="3200" b="0" i="1" smtClean="0">
                        <a:latin typeface="Cambria Math" panose="02040503050406030204" pitchFamily="18" charset="0"/>
                      </a:rPr>
                      <m:t>1</m:t>
                    </m:r>
                    <m:r>
                      <a:rPr lang="en-US" sz="3200" b="0" i="1" smtClean="0">
                        <a:latin typeface="Cambria Math" panose="02040503050406030204" pitchFamily="18" charset="0"/>
                      </a:rPr>
                      <m:t>𝑐</m:t>
                    </m:r>
                  </m:oMath>
                </a14:m>
                <a:r>
                  <a:rPr lang="en-US" sz="3200" dirty="0"/>
                  <a:t> is low order term, it will be neglected. Also assume </a:t>
                </a:r>
                <a14:m>
                  <m:oMath xmlns:m="http://schemas.openxmlformats.org/officeDocument/2006/math">
                    <m:r>
                      <a:rPr lang="en-US" sz="3200" b="0" i="1" smtClean="0">
                        <a:latin typeface="Cambria Math" panose="02040503050406030204" pitchFamily="18" charset="0"/>
                      </a:rPr>
                      <m:t>𝑐</m:t>
                    </m:r>
                    <m:r>
                      <a:rPr lang="en-US" sz="3200" b="0" i="1" smtClean="0">
                        <a:latin typeface="Cambria Math" panose="02040503050406030204" pitchFamily="18" charset="0"/>
                      </a:rPr>
                      <m:t>=1 </m:t>
                    </m:r>
                    <m:r>
                      <a:rPr lang="en-US" sz="3200" b="0" i="1" smtClean="0">
                        <a:latin typeface="Cambria Math" panose="02040503050406030204" pitchFamily="18" charset="0"/>
                      </a:rPr>
                      <m:t>𝑢𝑛𝑖𝑡</m:t>
                    </m:r>
                    <m:r>
                      <a:rPr lang="en-US" sz="3200" b="0" i="1" smtClean="0">
                        <a:latin typeface="Cambria Math" panose="02040503050406030204" pitchFamily="18" charset="0"/>
                      </a:rPr>
                      <m:t> </m:t>
                    </m:r>
                    <m:r>
                      <a:rPr lang="en-US" sz="3200" b="0" i="1" smtClean="0">
                        <a:latin typeface="Cambria Math" panose="02040503050406030204" pitchFamily="18" charset="0"/>
                      </a:rPr>
                      <m:t>𝑡𝑖𝑚𝑒</m:t>
                    </m:r>
                  </m:oMath>
                </a14:m>
                <a:r>
                  <a:rPr lang="en-US" sz="3200" dirty="0"/>
                  <a:t>. Hence </a:t>
                </a:r>
                <a14:m>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m:t>
                    </m:r>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29"/>
              </a:xfrm>
              <a:prstGeom prst="rect">
                <a:avLst/>
              </a:prstGeom>
              <a:blipFill>
                <a:blip r:embed="rId3"/>
                <a:stretch>
                  <a:fillRect l="-830" t="-986" b="-2836"/>
                </a:stretch>
              </a:blipFill>
            </p:spPr>
            <p:txBody>
              <a:bodyPr/>
              <a:lstStyle/>
              <a:p>
                <a:r>
                  <a:rPr lang="en-PK">
                    <a:noFill/>
                  </a:rPr>
                  <a:t> </a:t>
                </a:r>
              </a:p>
            </p:txBody>
          </p:sp>
        </mc:Fallback>
      </mc:AlternateContent>
    </p:spTree>
    <p:extLst>
      <p:ext uri="{BB962C8B-B14F-4D97-AF65-F5344CB8AC3E}">
        <p14:creationId xmlns:p14="http://schemas.microsoft.com/office/powerpoint/2010/main" val="190981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How to Calculate?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We’ll look at several examples to understand how complexity of an algorithm can be determined.</a:t>
                </a:r>
              </a:p>
              <a:p>
                <a:pPr marL="514350" indent="-514350">
                  <a:lnSpc>
                    <a:spcPct val="120000"/>
                  </a:lnSpc>
                  <a:buFont typeface="+mj-lt"/>
                  <a:buAutoNum type="arabicPeriod"/>
                </a:pPr>
                <a14:m>
                  <m:oMath xmlns:m="http://schemas.openxmlformats.org/officeDocument/2006/math">
                    <m:r>
                      <a:rPr lang="en-US" sz="3200" i="1" dirty="0">
                        <a:latin typeface="Cambria Math" panose="02040503050406030204" pitchFamily="18" charset="0"/>
                      </a:rPr>
                      <m:t>𝐹𝑂𝑅</m:t>
                    </m:r>
                    <m:r>
                      <a:rPr lang="en-US" sz="3200" i="1" dirty="0">
                        <a:latin typeface="Cambria Math" panose="02040503050406030204" pitchFamily="18" charset="0"/>
                      </a:rPr>
                      <m:t> </m:t>
                    </m:r>
                    <m:r>
                      <a:rPr lang="en-US" sz="3200" i="1" dirty="0" err="1">
                        <a:latin typeface="Cambria Math" panose="02040503050406030204" pitchFamily="18" charset="0"/>
                      </a:rPr>
                      <m:t>𝑖</m:t>
                    </m:r>
                    <m:r>
                      <a:rPr lang="en-US" sz="3200" b="0" i="1" dirty="0" smtClean="0">
                        <a:latin typeface="Cambria Math" panose="02040503050406030204" pitchFamily="18" charset="0"/>
                      </a:rPr>
                      <m:t>≔</m:t>
                    </m:r>
                    <m:r>
                      <a:rPr lang="en-US" sz="3200" i="1" dirty="0">
                        <a:latin typeface="Cambria Math" panose="02040503050406030204" pitchFamily="18" charset="0"/>
                      </a:rPr>
                      <m:t>1 </m:t>
                    </m:r>
                    <m:r>
                      <a:rPr lang="en-US" sz="3200" i="1" dirty="0">
                        <a:latin typeface="Cambria Math" panose="02040503050406030204" pitchFamily="18" charset="0"/>
                      </a:rPr>
                      <m:t>𝑡𝑜</m:t>
                    </m:r>
                    <m:r>
                      <a:rPr lang="en-US" sz="3200" i="1" dirty="0">
                        <a:latin typeface="Cambria Math" panose="02040503050406030204" pitchFamily="18" charset="0"/>
                      </a:rPr>
                      <m:t> 10</m:t>
                    </m:r>
                  </m:oMath>
                </a14:m>
                <a:endParaRPr lang="en-US" sz="3200" dirty="0"/>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𝑊𝑟𝑖𝑡𝑒</m:t>
                    </m:r>
                    <m:r>
                      <a:rPr lang="en-US" sz="3000" i="1" dirty="0">
                        <a:latin typeface="Cambria Math" panose="02040503050406030204" pitchFamily="18" charset="0"/>
                      </a:rPr>
                      <m:t> </m:t>
                    </m:r>
                    <m:r>
                      <a:rPr lang="en-US" sz="3000" i="1" dirty="0" err="1">
                        <a:latin typeface="Cambria Math" panose="02040503050406030204" pitchFamily="18" charset="0"/>
                      </a:rPr>
                      <m:t>𝑖</m:t>
                    </m:r>
                  </m:oMath>
                </a14:m>
                <a:r>
                  <a:rPr lang="en-US" sz="3000" dirty="0"/>
                  <a:t>	(Repeats 10 times)</a:t>
                </a:r>
              </a:p>
              <a:p>
                <a:pPr marL="457200" lvl="1" indent="0">
                  <a:lnSpc>
                    <a:spcPct val="120000"/>
                  </a:lnSpc>
                  <a:buNone/>
                </a:pPr>
                <a:r>
                  <a:rPr lang="en-US" sz="3000" dirty="0"/>
                  <a:t>	</a:t>
                </a:r>
                <a14:m>
                  <m:oMath xmlns:m="http://schemas.openxmlformats.org/officeDocument/2006/math">
                    <m:r>
                      <a:rPr lang="en-US" sz="3000" i="1" dirty="0" smtClean="0">
                        <a:latin typeface="Cambria Math" panose="02040503050406030204" pitchFamily="18" charset="0"/>
                      </a:rPr>
                      <m:t>𝑖</m:t>
                    </m:r>
                    <m:r>
                      <a:rPr lang="en-US" sz="3000" b="0" i="1" dirty="0" smtClean="0">
                        <a:latin typeface="Cambria Math" panose="02040503050406030204" pitchFamily="18" charset="0"/>
                      </a:rPr>
                      <m:t>≔</m:t>
                    </m:r>
                    <m:r>
                      <a:rPr lang="en-US" sz="3000" b="0" i="1" dirty="0" smtClean="0">
                        <a:latin typeface="Cambria Math" panose="02040503050406030204" pitchFamily="18" charset="0"/>
                      </a:rPr>
                      <m:t>𝑖</m:t>
                    </m:r>
                    <m:r>
                      <a:rPr lang="en-US" sz="3000" b="0" i="1" dirty="0" smtClean="0">
                        <a:latin typeface="Cambria Math" panose="02040503050406030204" pitchFamily="18" charset="0"/>
                      </a:rPr>
                      <m:t>+1</m:t>
                    </m:r>
                  </m:oMath>
                </a14:m>
                <a:endParaRPr lang="en-US" sz="3000" dirty="0"/>
              </a:p>
              <a:p>
                <a:pPr marL="514350" indent="-514350">
                  <a:lnSpc>
                    <a:spcPct val="120000"/>
                  </a:lnSpc>
                  <a:buFont typeface="+mj-lt"/>
                  <a:buAutoNum type="arabicPeriod"/>
                </a:pPr>
                <a14:m>
                  <m:oMath xmlns:m="http://schemas.openxmlformats.org/officeDocument/2006/math">
                    <m:r>
                      <a:rPr lang="en-US" sz="3200" i="1" dirty="0">
                        <a:latin typeface="Cambria Math" panose="02040503050406030204" pitchFamily="18" charset="0"/>
                      </a:rPr>
                      <m:t>𝐹𝑂𝑅</m:t>
                    </m:r>
                    <m:r>
                      <a:rPr lang="en-US" sz="3200" i="1" dirty="0">
                        <a:latin typeface="Cambria Math" panose="02040503050406030204" pitchFamily="18" charset="0"/>
                      </a:rPr>
                      <m:t> </m:t>
                    </m:r>
                    <m:r>
                      <a:rPr lang="en-US" sz="3200" i="1" dirty="0" err="1">
                        <a:latin typeface="Cambria Math" panose="02040503050406030204" pitchFamily="18" charset="0"/>
                      </a:rPr>
                      <m:t>𝑖</m:t>
                    </m:r>
                    <m:r>
                      <a:rPr lang="en-US" sz="3200" b="0" i="1" dirty="0" smtClean="0">
                        <a:latin typeface="Cambria Math" panose="02040503050406030204" pitchFamily="18" charset="0"/>
                      </a:rPr>
                      <m:t>≔</m:t>
                    </m:r>
                    <m:r>
                      <a:rPr lang="en-US" sz="3200" b="0" i="1" dirty="0" smtClean="0">
                        <a:latin typeface="Cambria Math" panose="02040503050406030204" pitchFamily="18" charset="0"/>
                      </a:rPr>
                      <m:t>𝑛</m:t>
                    </m:r>
                    <m:r>
                      <a:rPr lang="en-US" sz="3200" i="1" dirty="0">
                        <a:latin typeface="Cambria Math" panose="02040503050406030204" pitchFamily="18" charset="0"/>
                      </a:rPr>
                      <m:t> </m:t>
                    </m:r>
                    <m:r>
                      <a:rPr lang="en-US" sz="3200" i="1" dirty="0">
                        <a:latin typeface="Cambria Math" panose="02040503050406030204" pitchFamily="18" charset="0"/>
                      </a:rPr>
                      <m:t>𝑡𝑜</m:t>
                    </m:r>
                    <m:r>
                      <a:rPr lang="en-US" sz="3200" i="1" dirty="0">
                        <a:latin typeface="Cambria Math" panose="02040503050406030204" pitchFamily="18" charset="0"/>
                      </a:rPr>
                      <m:t> 0</m:t>
                    </m:r>
                  </m:oMath>
                </a14:m>
                <a:r>
                  <a:rPr lang="en-US" sz="3200" dirty="0"/>
                  <a:t>	(Repeats </a:t>
                </a:r>
                <a14:m>
                  <m:oMath xmlns:m="http://schemas.openxmlformats.org/officeDocument/2006/math">
                    <m:r>
                      <a:rPr lang="en-US" sz="3200" i="1" dirty="0" smtClean="0">
                        <a:latin typeface="Cambria Math" panose="02040503050406030204" pitchFamily="18" charset="0"/>
                      </a:rPr>
                      <m:t>𝑛</m:t>
                    </m:r>
                  </m:oMath>
                </a14:m>
                <a:r>
                  <a:rPr lang="en-US" sz="3200" dirty="0"/>
                  <a:t> times)</a:t>
                </a:r>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𝑊𝑟𝑖𝑡𝑒</m:t>
                    </m:r>
                    <m:r>
                      <a:rPr lang="en-US" sz="3000" i="1" dirty="0">
                        <a:latin typeface="Cambria Math" panose="02040503050406030204" pitchFamily="18" charset="0"/>
                      </a:rPr>
                      <m:t> </m:t>
                    </m:r>
                    <m:r>
                      <a:rPr lang="en-US" sz="3000" i="1" dirty="0" err="1">
                        <a:latin typeface="Cambria Math" panose="02040503050406030204" pitchFamily="18" charset="0"/>
                      </a:rPr>
                      <m:t>𝑖</m:t>
                    </m:r>
                  </m:oMath>
                </a14:m>
                <a:endParaRPr lang="en-US" sz="3000" dirty="0"/>
              </a:p>
              <a:p>
                <a:pPr marL="457200" lvl="1" indent="0">
                  <a:lnSpc>
                    <a:spcPct val="120000"/>
                  </a:lnSpc>
                  <a:buNone/>
                </a:pPr>
                <a:r>
                  <a:rPr lang="en-US" sz="3000" b="0" dirty="0"/>
                  <a:t>	</a:t>
                </a:r>
                <a14:m>
                  <m:oMath xmlns:m="http://schemas.openxmlformats.org/officeDocument/2006/math">
                    <m:r>
                      <a:rPr lang="en-US" sz="3000" b="0" i="1" smtClean="0">
                        <a:latin typeface="Cambria Math" panose="02040503050406030204" pitchFamily="18" charset="0"/>
                      </a:rPr>
                      <m:t>𝑖</m:t>
                    </m:r>
                    <m:r>
                      <a:rPr lang="en-US" sz="3000" b="0" i="1" smtClean="0">
                        <a:latin typeface="Cambria Math" panose="02040503050406030204" pitchFamily="18" charset="0"/>
                      </a:rPr>
                      <m:t>≔</m:t>
                    </m:r>
                    <m:r>
                      <a:rPr lang="en-US" sz="3000" b="0" i="1" smtClean="0">
                        <a:latin typeface="Cambria Math" panose="02040503050406030204" pitchFamily="18" charset="0"/>
                      </a:rPr>
                      <m:t>𝑖</m:t>
                    </m:r>
                    <m:r>
                      <a:rPr lang="en-US" sz="3000" b="0" i="1" smtClean="0">
                        <a:latin typeface="Cambria Math" panose="02040503050406030204" pitchFamily="18" charset="0"/>
                      </a:rPr>
                      <m:t>−1</m:t>
                    </m:r>
                  </m:oMath>
                </a14:m>
                <a:endParaRPr lang="en-US" sz="3000" b="0" dirty="0"/>
              </a:p>
              <a:p>
                <a:pPr marL="514350" indent="-514350">
                  <a:lnSpc>
                    <a:spcPct val="120000"/>
                  </a:lnSpc>
                  <a:buFont typeface="+mj-lt"/>
                  <a:buAutoNum type="arabicPeriod"/>
                </a:pPr>
                <a14:m>
                  <m:oMath xmlns:m="http://schemas.openxmlformats.org/officeDocument/2006/math">
                    <m:r>
                      <a:rPr lang="en-US" sz="3200" i="1" dirty="0">
                        <a:latin typeface="Cambria Math" panose="02040503050406030204" pitchFamily="18" charset="0"/>
                      </a:rPr>
                      <m:t>𝐹𝑂𝑅</m:t>
                    </m:r>
                    <m:r>
                      <a:rPr lang="en-US" sz="3200" i="1" dirty="0">
                        <a:latin typeface="Cambria Math" panose="02040503050406030204" pitchFamily="18" charset="0"/>
                      </a:rPr>
                      <m:t> </m:t>
                    </m:r>
                    <m:r>
                      <a:rPr lang="en-US" sz="3200" i="1" dirty="0" err="1">
                        <a:latin typeface="Cambria Math" panose="02040503050406030204" pitchFamily="18" charset="0"/>
                      </a:rPr>
                      <m:t>𝑖</m:t>
                    </m:r>
                    <m:r>
                      <a:rPr lang="en-US" sz="3200" i="1" dirty="0">
                        <a:latin typeface="Cambria Math" panose="02040503050406030204" pitchFamily="18" charset="0"/>
                      </a:rPr>
                      <m:t>≔</m:t>
                    </m:r>
                    <m:r>
                      <a:rPr lang="en-US" sz="3200" b="0" i="1" dirty="0" smtClean="0">
                        <a:latin typeface="Cambria Math" panose="02040503050406030204" pitchFamily="18" charset="0"/>
                      </a:rPr>
                      <m:t>1</m:t>
                    </m:r>
                    <m:r>
                      <a:rPr lang="en-US" sz="3200" i="1" dirty="0">
                        <a:latin typeface="Cambria Math" panose="02040503050406030204" pitchFamily="18" charset="0"/>
                      </a:rPr>
                      <m:t> </m:t>
                    </m:r>
                    <m:r>
                      <a:rPr lang="en-US" sz="3200" i="1" dirty="0">
                        <a:latin typeface="Cambria Math" panose="02040503050406030204" pitchFamily="18" charset="0"/>
                      </a:rPr>
                      <m:t>𝑡𝑜</m:t>
                    </m:r>
                    <m:r>
                      <a:rPr lang="en-US" sz="3200" i="1" dirty="0">
                        <a:latin typeface="Cambria Math" panose="02040503050406030204" pitchFamily="18" charset="0"/>
                      </a:rPr>
                      <m:t> </m:t>
                    </m:r>
                    <m:r>
                      <a:rPr lang="en-US" sz="3200" b="0" i="1" dirty="0" smtClean="0">
                        <a:latin typeface="Cambria Math" panose="02040503050406030204" pitchFamily="18" charset="0"/>
                      </a:rPr>
                      <m:t>𝑛</m:t>
                    </m:r>
                  </m:oMath>
                </a14:m>
                <a:r>
                  <a:rPr lang="en-US" sz="3200" dirty="0"/>
                  <a:t>	(Repeats half the number </a:t>
                </a:r>
                <a14:m>
                  <m:oMath xmlns:m="http://schemas.openxmlformats.org/officeDocument/2006/math">
                    <m:r>
                      <a:rPr lang="en-US" sz="3200" i="1" dirty="0">
                        <a:latin typeface="Cambria Math" panose="02040503050406030204" pitchFamily="18" charset="0"/>
                      </a:rPr>
                      <m:t>𝑛</m:t>
                    </m:r>
                  </m:oMath>
                </a14:m>
                <a:r>
                  <a:rPr lang="en-US" sz="3200" dirty="0"/>
                  <a:t> times)</a:t>
                </a:r>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𝑊𝑟𝑖𝑡𝑒</m:t>
                    </m:r>
                    <m:r>
                      <a:rPr lang="en-US" sz="3000" i="1" dirty="0">
                        <a:latin typeface="Cambria Math" panose="02040503050406030204" pitchFamily="18" charset="0"/>
                      </a:rPr>
                      <m:t> </m:t>
                    </m:r>
                    <m:r>
                      <a:rPr lang="en-US" sz="3000" i="1" dirty="0" err="1">
                        <a:latin typeface="Cambria Math" panose="02040503050406030204" pitchFamily="18" charset="0"/>
                      </a:rPr>
                      <m:t>𝑖</m:t>
                    </m:r>
                  </m:oMath>
                </a14:m>
                <a:endParaRPr lang="en-US" sz="3000" dirty="0"/>
              </a:p>
              <a:p>
                <a:pPr marL="457200" lvl="1" indent="0">
                  <a:lnSpc>
                    <a:spcPct val="120000"/>
                  </a:lnSpc>
                  <a:buNone/>
                </a:pPr>
                <a:r>
                  <a:rPr lang="en-US" sz="3000" dirty="0"/>
                  <a:t>	</a:t>
                </a:r>
                <a14:m>
                  <m:oMath xmlns:m="http://schemas.openxmlformats.org/officeDocument/2006/math">
                    <m:r>
                      <a:rPr lang="en-US" sz="3000" i="1">
                        <a:latin typeface="Cambria Math" panose="02040503050406030204" pitchFamily="18" charset="0"/>
                      </a:rPr>
                      <m:t>𝑖</m:t>
                    </m:r>
                    <m:r>
                      <a:rPr lang="en-US" sz="3000" i="1">
                        <a:latin typeface="Cambria Math" panose="02040503050406030204" pitchFamily="18" charset="0"/>
                      </a:rPr>
                      <m:t>≔</m:t>
                    </m:r>
                    <m:r>
                      <a:rPr lang="en-US" sz="3000" i="1">
                        <a:latin typeface="Cambria Math" panose="02040503050406030204" pitchFamily="18" charset="0"/>
                      </a:rPr>
                      <m:t>𝑖</m:t>
                    </m:r>
                    <m:r>
                      <a:rPr lang="en-US" sz="3000" b="0" i="1" smtClean="0">
                        <a:latin typeface="Cambria Math" panose="02040503050406030204" pitchFamily="18" charset="0"/>
                      </a:rPr>
                      <m:t>+2</m:t>
                    </m:r>
                  </m:oMath>
                </a14:m>
                <a:endParaRPr lang="en-US" sz="3000" dirty="0"/>
              </a:p>
              <a:p>
                <a:pPr marL="457200" lvl="1" indent="0">
                  <a:lnSpc>
                    <a:spcPct val="120000"/>
                  </a:lnSpc>
                  <a:buNone/>
                </a:pPr>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29"/>
              </a:xfrm>
              <a:prstGeom prst="rect">
                <a:avLst/>
              </a:prstGeom>
              <a:blipFill>
                <a:blip r:embed="rId3"/>
                <a:stretch>
                  <a:fillRect l="-830" t="-863"/>
                </a:stretch>
              </a:blipFill>
            </p:spPr>
            <p:txBody>
              <a:bodyPr/>
              <a:lstStyle/>
              <a:p>
                <a:r>
                  <a:rPr lang="en-PK">
                    <a:noFill/>
                  </a:rPr>
                  <a:t> </a:t>
                </a:r>
              </a:p>
            </p:txBody>
          </p:sp>
        </mc:Fallback>
      </mc:AlternateContent>
    </p:spTree>
    <p:extLst>
      <p:ext uri="{BB962C8B-B14F-4D97-AF65-F5344CB8AC3E}">
        <p14:creationId xmlns:p14="http://schemas.microsoft.com/office/powerpoint/2010/main" val="393554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How to Calculate?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a:pPr>
                <a14:m>
                  <m:oMath xmlns:m="http://schemas.openxmlformats.org/officeDocument/2006/math">
                    <m:r>
                      <a:rPr lang="en-US" sz="3200" i="1" dirty="0" smtClean="0">
                        <a:latin typeface="Cambria Math" panose="02040503050406030204" pitchFamily="18" charset="0"/>
                      </a:rPr>
                      <m:t>𝐹𝑂𝑅</m:t>
                    </m:r>
                    <m:r>
                      <a:rPr lang="en-US" sz="3200" i="1" dirty="0" smtClean="0">
                        <a:latin typeface="Cambria Math" panose="02040503050406030204" pitchFamily="18" charset="0"/>
                      </a:rPr>
                      <m:t> </m:t>
                    </m:r>
                    <m:r>
                      <a:rPr lang="en-US" sz="3200" i="1" dirty="0" err="1">
                        <a:latin typeface="Cambria Math" panose="02040503050406030204" pitchFamily="18" charset="0"/>
                      </a:rPr>
                      <m:t>𝑖</m:t>
                    </m:r>
                    <m:r>
                      <a:rPr lang="en-US" sz="3200" i="1" dirty="0">
                        <a:latin typeface="Cambria Math" panose="02040503050406030204" pitchFamily="18" charset="0"/>
                      </a:rPr>
                      <m:t>≔1 </m:t>
                    </m:r>
                    <m:r>
                      <a:rPr lang="en-US" sz="3200" i="1" dirty="0">
                        <a:latin typeface="Cambria Math" panose="02040503050406030204" pitchFamily="18" charset="0"/>
                      </a:rPr>
                      <m:t>𝑡𝑜</m:t>
                    </m:r>
                    <m:r>
                      <a:rPr lang="en-US" sz="3200" i="1" dirty="0">
                        <a:latin typeface="Cambria Math" panose="02040503050406030204" pitchFamily="18" charset="0"/>
                      </a:rPr>
                      <m:t> </m:t>
                    </m:r>
                    <m:r>
                      <a:rPr lang="en-US" sz="3200" b="0" i="1" dirty="0" smtClean="0">
                        <a:latin typeface="Cambria Math" panose="02040503050406030204" pitchFamily="18" charset="0"/>
                      </a:rPr>
                      <m:t>𝑛</m:t>
                    </m:r>
                  </m:oMath>
                </a14:m>
                <a:endParaRPr lang="en-US" sz="3200" dirty="0"/>
              </a:p>
              <a:p>
                <a:pPr marL="0" indent="0">
                  <a:lnSpc>
                    <a:spcPct val="120000"/>
                  </a:lnSpc>
                  <a:buNone/>
                </a:pPr>
                <a:r>
                  <a:rPr lang="en-US" sz="3200" dirty="0"/>
                  <a:t>	</a:t>
                </a:r>
                <a14:m>
                  <m:oMath xmlns:m="http://schemas.openxmlformats.org/officeDocument/2006/math">
                    <m:r>
                      <a:rPr lang="en-US" sz="3200" i="1" dirty="0">
                        <a:latin typeface="Cambria Math" panose="02040503050406030204" pitchFamily="18" charset="0"/>
                      </a:rPr>
                      <m:t>𝐹𝑂𝑅</m:t>
                    </m:r>
                    <m:r>
                      <a:rPr lang="en-US" sz="3200" i="1" dirty="0">
                        <a:latin typeface="Cambria Math" panose="02040503050406030204" pitchFamily="18" charset="0"/>
                      </a:rPr>
                      <m:t> </m:t>
                    </m:r>
                    <m:r>
                      <a:rPr lang="en-US" sz="3200" i="1" dirty="0">
                        <a:latin typeface="Cambria Math" panose="02040503050406030204" pitchFamily="18" charset="0"/>
                      </a:rPr>
                      <m:t>𝑗</m:t>
                    </m:r>
                    <m:r>
                      <a:rPr lang="en-US" sz="3200" i="1" dirty="0">
                        <a:latin typeface="Cambria Math" panose="02040503050406030204" pitchFamily="18" charset="0"/>
                      </a:rPr>
                      <m:t>≔1 </m:t>
                    </m:r>
                    <m:r>
                      <a:rPr lang="en-US" sz="3200" i="1" dirty="0">
                        <a:latin typeface="Cambria Math" panose="02040503050406030204" pitchFamily="18" charset="0"/>
                      </a:rPr>
                      <m:t>𝑡𝑜</m:t>
                    </m:r>
                    <m:r>
                      <a:rPr lang="en-US" sz="3200" i="1" dirty="0">
                        <a:latin typeface="Cambria Math" panose="02040503050406030204" pitchFamily="18" charset="0"/>
                      </a:rPr>
                      <m:t> </m:t>
                    </m:r>
                    <m:r>
                      <a:rPr lang="en-US" sz="3200" b="0" i="1" dirty="0" smtClean="0">
                        <a:latin typeface="Cambria Math" panose="02040503050406030204" pitchFamily="18" charset="0"/>
                      </a:rPr>
                      <m:t>𝑛</m:t>
                    </m:r>
                  </m:oMath>
                </a14:m>
                <a:endParaRPr lang="en-US" sz="3200" dirty="0"/>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𝑊𝑟𝑖𝑡𝑒</m:t>
                    </m:r>
                    <m:r>
                      <a:rPr lang="en-US" sz="3000" i="1" dirty="0">
                        <a:latin typeface="Cambria Math" panose="02040503050406030204" pitchFamily="18" charset="0"/>
                      </a:rPr>
                      <m:t> </m:t>
                    </m:r>
                    <m:r>
                      <a:rPr lang="en-US" sz="3000" i="1" dirty="0" err="1">
                        <a:latin typeface="Cambria Math" panose="02040503050406030204" pitchFamily="18" charset="0"/>
                      </a:rPr>
                      <m:t>𝑖</m:t>
                    </m:r>
                  </m:oMath>
                </a14:m>
                <a:r>
                  <a:rPr lang="en-US" sz="3000" dirty="0"/>
                  <a:t>	(Repeats </a:t>
                </a: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rPr>
                      <m:t>𝑛</m:t>
                    </m:r>
                  </m:oMath>
                </a14:m>
                <a:r>
                  <a:rPr lang="en-US" sz="3000" dirty="0"/>
                  <a:t> times)</a:t>
                </a:r>
              </a:p>
              <a:p>
                <a:pPr marL="457200" lvl="1" indent="0">
                  <a:lnSpc>
                    <a:spcPct val="120000"/>
                  </a:lnSpc>
                  <a:buNone/>
                </a:pPr>
                <a:r>
                  <a:rPr lang="en-US" sz="3000" dirty="0"/>
                  <a:t>		</a:t>
                </a:r>
                <a14:m>
                  <m:oMath xmlns:m="http://schemas.openxmlformats.org/officeDocument/2006/math">
                    <m:r>
                      <a:rPr lang="en-US" sz="3000" i="1">
                        <a:latin typeface="Cambria Math" panose="02040503050406030204" pitchFamily="18" charset="0"/>
                      </a:rPr>
                      <m:t>𝑗</m:t>
                    </m:r>
                    <m:r>
                      <a:rPr lang="en-US" sz="3000" i="1">
                        <a:latin typeface="Cambria Math" panose="02040503050406030204" pitchFamily="18" charset="0"/>
                      </a:rPr>
                      <m:t>≔</m:t>
                    </m:r>
                    <m:r>
                      <a:rPr lang="en-US" sz="3000" i="1">
                        <a:latin typeface="Cambria Math" panose="02040503050406030204" pitchFamily="18" charset="0"/>
                      </a:rPr>
                      <m:t>𝑗</m:t>
                    </m:r>
                    <m:r>
                      <a:rPr lang="en-US" sz="3000" i="1">
                        <a:latin typeface="Cambria Math" panose="02040503050406030204" pitchFamily="18" charset="0"/>
                      </a:rPr>
                      <m:t>+1</m:t>
                    </m:r>
                  </m:oMath>
                </a14:m>
                <a:endParaRPr lang="en-US" sz="3000" dirty="0"/>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𝑖</m:t>
                    </m:r>
                    <m:r>
                      <a:rPr lang="en-US" sz="3000" i="1" dirty="0">
                        <a:latin typeface="Cambria Math" panose="02040503050406030204" pitchFamily="18" charset="0"/>
                      </a:rPr>
                      <m:t>≔</m:t>
                    </m:r>
                    <m:r>
                      <a:rPr lang="en-US" sz="3000" i="1" dirty="0">
                        <a:latin typeface="Cambria Math" panose="02040503050406030204" pitchFamily="18" charset="0"/>
                      </a:rPr>
                      <m:t>𝑖</m:t>
                    </m:r>
                    <m:r>
                      <a:rPr lang="en-US" sz="3000" i="1" dirty="0">
                        <a:latin typeface="Cambria Math" panose="02040503050406030204" pitchFamily="18" charset="0"/>
                      </a:rPr>
                      <m:t>+1</m:t>
                    </m:r>
                  </m:oMath>
                </a14:m>
                <a:endParaRPr lang="en-US" sz="3000" dirty="0"/>
              </a:p>
              <a:p>
                <a:pPr>
                  <a:lnSpc>
                    <a:spcPct val="120000"/>
                  </a:lnSpc>
                  <a:buFont typeface="Wingdings" panose="05000000000000000000" pitchFamily="2" charset="2"/>
                  <a:buChar char="§"/>
                </a:pPr>
                <a:r>
                  <a:rPr lang="en-US" sz="3200" dirty="0"/>
                  <a:t>In this case, the </a:t>
                </a:r>
                <a14:m>
                  <m:oMath xmlns:m="http://schemas.openxmlformats.org/officeDocument/2006/math">
                    <m:r>
                      <a:rPr lang="en-US" sz="3200" b="0" i="1" smtClean="0">
                        <a:latin typeface="Cambria Math" panose="02040503050406030204" pitchFamily="18" charset="0"/>
                      </a:rPr>
                      <m:t>𝑤𝑟𝑖𝑡𝑒</m:t>
                    </m:r>
                  </m:oMath>
                </a14:m>
                <a:r>
                  <a:rPr lang="en-US" sz="3200" dirty="0"/>
                  <a:t> statement runs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 times. If we added another nested loop that runs from </a:t>
                </a:r>
                <a14:m>
                  <m:oMath xmlns:m="http://schemas.openxmlformats.org/officeDocument/2006/math">
                    <m:r>
                      <a:rPr lang="en-US" sz="3200" b="0" i="1" smtClean="0">
                        <a:latin typeface="Cambria Math" panose="02040503050406030204" pitchFamily="18" charset="0"/>
                      </a:rPr>
                      <m:t>𝑘</m:t>
                    </m:r>
                    <m:r>
                      <a:rPr lang="en-US" sz="3200" b="0" i="1" smtClean="0">
                        <a:latin typeface="Cambria Math" panose="02040503050406030204" pitchFamily="18" charset="0"/>
                      </a:rPr>
                      <m:t>≔1 </m:t>
                    </m:r>
                    <m:r>
                      <a:rPr lang="en-US" sz="3200" b="0" i="1" smtClean="0">
                        <a:latin typeface="Cambria Math" panose="02040503050406030204" pitchFamily="18" charset="0"/>
                      </a:rPr>
                      <m:t>𝑡𝑜</m:t>
                    </m:r>
                    <m:r>
                      <a:rPr lang="en-US" sz="3200" b="0" i="1" smtClean="0">
                        <a:latin typeface="Cambria Math" panose="02040503050406030204" pitchFamily="18" charset="0"/>
                      </a:rPr>
                      <m:t> </m:t>
                    </m:r>
                    <m:r>
                      <a:rPr lang="en-US" sz="3200" b="0" i="1" smtClean="0">
                        <a:latin typeface="Cambria Math" panose="02040503050406030204" pitchFamily="18" charset="0"/>
                      </a:rPr>
                      <m:t>𝑛</m:t>
                    </m:r>
                  </m:oMath>
                </a14:m>
                <a:r>
                  <a:rPr lang="en-US" sz="3200" dirty="0"/>
                  <a:t>, then the </a:t>
                </a:r>
                <a14:m>
                  <m:oMath xmlns:m="http://schemas.openxmlformats.org/officeDocument/2006/math">
                    <m:r>
                      <a:rPr lang="en-US" sz="3200" b="0" i="1" smtClean="0">
                        <a:latin typeface="Cambria Math" panose="02040503050406030204" pitchFamily="18" charset="0"/>
                      </a:rPr>
                      <m:t>𝑤𝑟𝑖𝑡𝑒</m:t>
                    </m:r>
                  </m:oMath>
                </a14:m>
                <a:r>
                  <a:rPr lang="en-US" sz="3200" dirty="0"/>
                  <a:t> statement will run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3</m:t>
                        </m:r>
                      </m:sup>
                    </m:sSup>
                  </m:oMath>
                </a14:m>
                <a:r>
                  <a:rPr lang="en-US" sz="3200" dirty="0"/>
                  <a:t> times. Therefore, the polynomial power increases with the depth of nested loops.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29"/>
              </a:xfrm>
              <a:prstGeom prst="rect">
                <a:avLst/>
              </a:prstGeom>
              <a:blipFill>
                <a:blip r:embed="rId3"/>
                <a:stretch>
                  <a:fillRect l="-1038" r="-363" b="-3699"/>
                </a:stretch>
              </a:blipFill>
            </p:spPr>
            <p:txBody>
              <a:bodyPr/>
              <a:lstStyle/>
              <a:p>
                <a:r>
                  <a:rPr lang="en-PK">
                    <a:noFill/>
                  </a:rPr>
                  <a:t> </a:t>
                </a:r>
              </a:p>
            </p:txBody>
          </p:sp>
        </mc:Fallback>
      </mc:AlternateContent>
    </p:spTree>
    <p:extLst>
      <p:ext uri="{BB962C8B-B14F-4D97-AF65-F5344CB8AC3E}">
        <p14:creationId xmlns:p14="http://schemas.microsoft.com/office/powerpoint/2010/main" val="801684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How to Calculate?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5875616" cy="4942829"/>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a:pPr>
                <a14:m>
                  <m:oMath xmlns:m="http://schemas.openxmlformats.org/officeDocument/2006/math">
                    <m:r>
                      <a:rPr lang="en-US" sz="3200" i="1" dirty="0" smtClean="0">
                        <a:latin typeface="Cambria Math" panose="02040503050406030204" pitchFamily="18" charset="0"/>
                      </a:rPr>
                      <m:t>𝐹𝑂𝑅</m:t>
                    </m:r>
                    <m:r>
                      <a:rPr lang="en-US" sz="3200" i="1" dirty="0" smtClean="0">
                        <a:latin typeface="Cambria Math" panose="02040503050406030204" pitchFamily="18" charset="0"/>
                      </a:rPr>
                      <m:t> </m:t>
                    </m:r>
                    <m:r>
                      <a:rPr lang="en-US" sz="3200" i="1" dirty="0" err="1">
                        <a:latin typeface="Cambria Math" panose="02040503050406030204" pitchFamily="18" charset="0"/>
                      </a:rPr>
                      <m:t>𝑖</m:t>
                    </m:r>
                    <m:r>
                      <a:rPr lang="en-US" sz="3200" i="1" dirty="0">
                        <a:latin typeface="Cambria Math" panose="02040503050406030204" pitchFamily="18" charset="0"/>
                      </a:rPr>
                      <m:t>≔1 </m:t>
                    </m:r>
                    <m:r>
                      <a:rPr lang="en-US" sz="3200" i="1" dirty="0">
                        <a:latin typeface="Cambria Math" panose="02040503050406030204" pitchFamily="18" charset="0"/>
                      </a:rPr>
                      <m:t>𝑡𝑜</m:t>
                    </m:r>
                    <m:r>
                      <a:rPr lang="en-US" sz="3200" i="1" dirty="0">
                        <a:latin typeface="Cambria Math" panose="02040503050406030204" pitchFamily="18" charset="0"/>
                      </a:rPr>
                      <m:t> </m:t>
                    </m:r>
                    <m:r>
                      <a:rPr lang="en-US" sz="3200" b="0" i="1" dirty="0" smtClean="0">
                        <a:latin typeface="Cambria Math" panose="02040503050406030204" pitchFamily="18" charset="0"/>
                      </a:rPr>
                      <m:t>𝑛</m:t>
                    </m:r>
                  </m:oMath>
                </a14:m>
                <a:endParaRPr lang="en-US" sz="3200" dirty="0"/>
              </a:p>
              <a:p>
                <a:pPr marL="0" indent="0">
                  <a:lnSpc>
                    <a:spcPct val="120000"/>
                  </a:lnSpc>
                  <a:buNone/>
                </a:pPr>
                <a:r>
                  <a:rPr lang="en-US" sz="3200" dirty="0"/>
                  <a:t>	</a:t>
                </a:r>
                <a14:m>
                  <m:oMath xmlns:m="http://schemas.openxmlformats.org/officeDocument/2006/math">
                    <m:r>
                      <a:rPr lang="en-US" sz="3200" i="1" dirty="0">
                        <a:latin typeface="Cambria Math" panose="02040503050406030204" pitchFamily="18" charset="0"/>
                      </a:rPr>
                      <m:t>𝐹𝑂𝑅</m:t>
                    </m:r>
                    <m:r>
                      <a:rPr lang="en-US" sz="3200" i="1" dirty="0">
                        <a:latin typeface="Cambria Math" panose="02040503050406030204" pitchFamily="18" charset="0"/>
                      </a:rPr>
                      <m:t> </m:t>
                    </m:r>
                    <m:r>
                      <a:rPr lang="en-US" sz="3200" i="1" dirty="0">
                        <a:latin typeface="Cambria Math" panose="02040503050406030204" pitchFamily="18" charset="0"/>
                      </a:rPr>
                      <m:t>𝑗</m:t>
                    </m:r>
                    <m:r>
                      <a:rPr lang="en-US" sz="3200" i="1" dirty="0">
                        <a:latin typeface="Cambria Math" panose="02040503050406030204" pitchFamily="18" charset="0"/>
                      </a:rPr>
                      <m:t>≔0 </m:t>
                    </m:r>
                    <m:r>
                      <a:rPr lang="en-US" sz="3200" i="1" dirty="0">
                        <a:latin typeface="Cambria Math" panose="02040503050406030204" pitchFamily="18" charset="0"/>
                      </a:rPr>
                      <m:t>𝑡𝑜</m:t>
                    </m:r>
                    <m:r>
                      <a:rPr lang="en-US" sz="3200" i="1" dirty="0">
                        <a:latin typeface="Cambria Math" panose="02040503050406030204" pitchFamily="18" charset="0"/>
                      </a:rPr>
                      <m:t> </m:t>
                    </m:r>
                    <m:r>
                      <a:rPr lang="en-US" sz="3200" b="0" i="1" dirty="0" smtClean="0">
                        <a:latin typeface="Cambria Math" panose="02040503050406030204" pitchFamily="18" charset="0"/>
                      </a:rPr>
                      <m:t>𝑖</m:t>
                    </m:r>
                  </m:oMath>
                </a14:m>
                <a:endParaRPr lang="en-US" sz="3200" dirty="0"/>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𝑊𝑟𝑖𝑡𝑒</m:t>
                    </m:r>
                    <m:r>
                      <a:rPr lang="en-US" sz="3000" i="1" dirty="0">
                        <a:latin typeface="Cambria Math" panose="02040503050406030204" pitchFamily="18" charset="0"/>
                      </a:rPr>
                      <m:t> </m:t>
                    </m:r>
                    <m:r>
                      <a:rPr lang="en-US" sz="3000" b="0" i="1" dirty="0" smtClean="0">
                        <a:latin typeface="Cambria Math" panose="02040503050406030204" pitchFamily="18" charset="0"/>
                      </a:rPr>
                      <m:t>𝑗</m:t>
                    </m:r>
                  </m:oMath>
                </a14:m>
                <a:endParaRPr lang="en-US" sz="3000" dirty="0"/>
              </a:p>
              <a:p>
                <a:pPr marL="457200" lvl="1" indent="0">
                  <a:lnSpc>
                    <a:spcPct val="120000"/>
                  </a:lnSpc>
                  <a:buNone/>
                </a:pPr>
                <a:r>
                  <a:rPr lang="en-US" sz="3000" dirty="0"/>
                  <a:t>		</a:t>
                </a:r>
                <a14:m>
                  <m:oMath xmlns:m="http://schemas.openxmlformats.org/officeDocument/2006/math">
                    <m:r>
                      <a:rPr lang="en-US" sz="3000" i="1">
                        <a:latin typeface="Cambria Math" panose="02040503050406030204" pitchFamily="18" charset="0"/>
                      </a:rPr>
                      <m:t>𝑗</m:t>
                    </m:r>
                    <m:r>
                      <a:rPr lang="en-US" sz="3000" i="1">
                        <a:latin typeface="Cambria Math" panose="02040503050406030204" pitchFamily="18" charset="0"/>
                      </a:rPr>
                      <m:t>≔</m:t>
                    </m:r>
                    <m:r>
                      <a:rPr lang="en-US" sz="3000" i="1">
                        <a:latin typeface="Cambria Math" panose="02040503050406030204" pitchFamily="18" charset="0"/>
                      </a:rPr>
                      <m:t>𝑗</m:t>
                    </m:r>
                    <m:r>
                      <a:rPr lang="en-US" sz="3000" i="1">
                        <a:latin typeface="Cambria Math" panose="02040503050406030204" pitchFamily="18" charset="0"/>
                      </a:rPr>
                      <m:t>+1</m:t>
                    </m:r>
                  </m:oMath>
                </a14:m>
                <a:endParaRPr lang="en-US" sz="3000" dirty="0"/>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𝑖</m:t>
                    </m:r>
                    <m:r>
                      <a:rPr lang="en-US" sz="3000" i="1" dirty="0">
                        <a:latin typeface="Cambria Math" panose="02040503050406030204" pitchFamily="18" charset="0"/>
                      </a:rPr>
                      <m:t>≔</m:t>
                    </m:r>
                    <m:r>
                      <a:rPr lang="en-US" sz="3000" i="1" dirty="0">
                        <a:latin typeface="Cambria Math" panose="02040503050406030204" pitchFamily="18" charset="0"/>
                      </a:rPr>
                      <m:t>𝑖</m:t>
                    </m:r>
                    <m:r>
                      <a:rPr lang="en-US" sz="3000" i="1" dirty="0">
                        <a:latin typeface="Cambria Math" panose="02040503050406030204" pitchFamily="18" charset="0"/>
                      </a:rPr>
                      <m:t>+1</m:t>
                    </m:r>
                  </m:oMath>
                </a14:m>
                <a:endParaRPr lang="en-US" sz="3000" dirty="0"/>
              </a:p>
              <a:p>
                <a:pPr>
                  <a:lnSpc>
                    <a:spcPct val="120000"/>
                  </a:lnSpc>
                  <a:buFont typeface="Wingdings" panose="05000000000000000000" pitchFamily="2" charset="2"/>
                  <a:buChar char="§"/>
                </a:pPr>
                <a:r>
                  <a:rPr lang="en-US" sz="3200" dirty="0"/>
                  <a:t>Let’s make a table and see how many times the </a:t>
                </a:r>
                <a14:m>
                  <m:oMath xmlns:m="http://schemas.openxmlformats.org/officeDocument/2006/math">
                    <m:r>
                      <a:rPr lang="en-US" sz="3200" b="0" i="1" smtClean="0">
                        <a:latin typeface="Cambria Math" panose="02040503050406030204" pitchFamily="18" charset="0"/>
                      </a:rPr>
                      <m:t>𝑤𝑟𝑖𝑡𝑒</m:t>
                    </m:r>
                  </m:oMath>
                </a14:m>
                <a:r>
                  <a:rPr lang="en-US" sz="3200" dirty="0"/>
                  <a:t> statement executes.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5875616" cy="4942829"/>
              </a:xfrm>
              <a:prstGeom prst="rect">
                <a:avLst/>
              </a:prstGeom>
              <a:blipFill>
                <a:blip r:embed="rId3"/>
                <a:stretch>
                  <a:fillRect l="-2282" r="-3631"/>
                </a:stretch>
              </a:blipFill>
            </p:spPr>
            <p:txBody>
              <a:bodyPr/>
              <a:lstStyle/>
              <a:p>
                <a:r>
                  <a:rPr lang="en-PK">
                    <a:noFill/>
                  </a:rPr>
                  <a:t> </a:t>
                </a:r>
              </a:p>
            </p:txBody>
          </p:sp>
        </mc:Fallback>
      </mc:AlternateContent>
      <p:sp>
        <p:nvSpPr>
          <p:cNvPr id="4" name="Content Placeholder 2">
            <a:extLst>
              <a:ext uri="{FF2B5EF4-FFF2-40B4-BE49-F238E27FC236}">
                <a16:creationId xmlns:a16="http://schemas.microsoft.com/office/drawing/2014/main" id="{7AFABD42-D8C4-F925-3979-2DBCC4449B67}"/>
              </a:ext>
            </a:extLst>
          </p:cNvPr>
          <p:cNvSpPr txBox="1">
            <a:spLocks/>
          </p:cNvSpPr>
          <p:nvPr/>
        </p:nvSpPr>
        <p:spPr>
          <a:xfrm>
            <a:off x="6086275" y="1532586"/>
            <a:ext cx="58756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en-US" sz="3200"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33863AAE-FAFA-4931-FB78-C6A184FC9B57}"/>
                  </a:ext>
                </a:extLst>
              </p:cNvPr>
              <p:cNvGraphicFramePr>
                <a:graphicFrameLocks noGrp="1"/>
              </p:cNvGraphicFramePr>
              <p:nvPr>
                <p:extLst>
                  <p:ext uri="{D42A27DB-BD31-4B8C-83A1-F6EECF244321}">
                    <p14:modId xmlns:p14="http://schemas.microsoft.com/office/powerpoint/2010/main" val="1964079597"/>
                  </p:ext>
                </p:extLst>
              </p:nvPr>
            </p:nvGraphicFramePr>
            <p:xfrm>
              <a:off x="6086274" y="1532586"/>
              <a:ext cx="5875617" cy="4226560"/>
            </p:xfrm>
            <a:graphic>
              <a:graphicData uri="http://schemas.openxmlformats.org/drawingml/2006/table">
                <a:tbl>
                  <a:tblPr firstRow="1" bandRow="1">
                    <a:tableStyleId>{073A0DAA-6AF3-43AB-8588-CEC1D06C72B9}</a:tableStyleId>
                  </a:tblPr>
                  <a:tblGrid>
                    <a:gridCol w="1958539">
                      <a:extLst>
                        <a:ext uri="{9D8B030D-6E8A-4147-A177-3AD203B41FA5}">
                          <a16:colId xmlns:a16="http://schemas.microsoft.com/office/drawing/2014/main" val="1044860251"/>
                        </a:ext>
                      </a:extLst>
                    </a:gridCol>
                    <a:gridCol w="1958539">
                      <a:extLst>
                        <a:ext uri="{9D8B030D-6E8A-4147-A177-3AD203B41FA5}">
                          <a16:colId xmlns:a16="http://schemas.microsoft.com/office/drawing/2014/main" val="3470333519"/>
                        </a:ext>
                      </a:extLst>
                    </a:gridCol>
                    <a:gridCol w="1958539">
                      <a:extLst>
                        <a:ext uri="{9D8B030D-6E8A-4147-A177-3AD203B41FA5}">
                          <a16:colId xmlns:a16="http://schemas.microsoft.com/office/drawing/2014/main" val="2347684489"/>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𝒊</m:t>
                                </m:r>
                              </m:oMath>
                            </m:oMathPara>
                          </a14:m>
                          <a:endParaRPr lang="en-PK"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𝒋</m:t>
                                </m:r>
                              </m:oMath>
                            </m:oMathPara>
                          </a14:m>
                          <a:endParaRPr lang="en-PK"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𝑬𝒙𝒆𝒄𝒖𝒕𝒊𝒐𝒏𝒔</m:t>
                                </m:r>
                              </m:oMath>
                            </m:oMathPara>
                          </a14:m>
                          <a:endParaRPr lang="en-PK" dirty="0"/>
                        </a:p>
                      </a:txBody>
                      <a:tcPr/>
                    </a:tc>
                    <a:extLst>
                      <a:ext uri="{0D108BD9-81ED-4DB2-BD59-A6C34878D82A}">
                        <a16:rowId xmlns:a16="http://schemas.microsoft.com/office/drawing/2014/main" val="23180178"/>
                      </a:ext>
                    </a:extLst>
                  </a:tr>
                  <a:tr h="370840">
                    <a:tc>
                      <a:txBody>
                        <a:bodyPr/>
                        <a:lstStyle/>
                        <a:p>
                          <a:pPr algn="ctr"/>
                          <a:r>
                            <a:rPr lang="en-US" dirty="0"/>
                            <a:t>1</a:t>
                          </a:r>
                          <a:endParaRPr lang="en-PK" dirty="0"/>
                        </a:p>
                      </a:txBody>
                      <a:tcPr/>
                    </a:tc>
                    <a:tc>
                      <a:txBody>
                        <a:bodyPr/>
                        <a:lstStyle/>
                        <a:p>
                          <a:pPr algn="ctr"/>
                          <a:r>
                            <a:rPr lang="en-US" dirty="0"/>
                            <a:t>0</a:t>
                          </a:r>
                          <a:endParaRPr lang="en-PK" dirty="0"/>
                        </a:p>
                      </a:txBody>
                      <a:tcPr/>
                    </a:tc>
                    <a:tc>
                      <a:txBody>
                        <a:bodyPr/>
                        <a:lstStyle/>
                        <a:p>
                          <a:pPr algn="ctr"/>
                          <a:r>
                            <a:rPr lang="en-US" dirty="0"/>
                            <a:t>1</a:t>
                          </a:r>
                          <a:endParaRPr lang="en-PK" dirty="0"/>
                        </a:p>
                      </a:txBody>
                      <a:tcPr/>
                    </a:tc>
                    <a:extLst>
                      <a:ext uri="{0D108BD9-81ED-4DB2-BD59-A6C34878D82A}">
                        <a16:rowId xmlns:a16="http://schemas.microsoft.com/office/drawing/2014/main" val="2401292263"/>
                      </a:ext>
                    </a:extLst>
                  </a:tr>
                  <a:tr h="370840">
                    <a:tc>
                      <a:txBody>
                        <a:bodyPr/>
                        <a:lstStyle/>
                        <a:p>
                          <a:pPr algn="ctr"/>
                          <a:r>
                            <a:rPr lang="en-US" dirty="0"/>
                            <a:t>2</a:t>
                          </a:r>
                          <a:endParaRPr lang="en-PK" dirty="0"/>
                        </a:p>
                      </a:txBody>
                      <a:tcPr/>
                    </a:tc>
                    <a:tc>
                      <a:txBody>
                        <a:bodyPr/>
                        <a:lstStyle/>
                        <a:p>
                          <a:pPr algn="ctr"/>
                          <a:r>
                            <a:rPr lang="en-US" dirty="0"/>
                            <a:t>0</a:t>
                          </a:r>
                        </a:p>
                        <a:p>
                          <a:pPr algn="ctr"/>
                          <a:r>
                            <a:rPr lang="en-US" dirty="0"/>
                            <a:t>1</a:t>
                          </a:r>
                          <a:endParaRPr lang="en-PK" dirty="0"/>
                        </a:p>
                      </a:txBody>
                      <a:tcPr/>
                    </a:tc>
                    <a:tc>
                      <a:txBody>
                        <a:bodyPr/>
                        <a:lstStyle/>
                        <a:p>
                          <a:pPr algn="ctr"/>
                          <a:r>
                            <a:rPr lang="en-US" dirty="0"/>
                            <a:t>2</a:t>
                          </a:r>
                          <a:endParaRPr lang="en-PK" dirty="0"/>
                        </a:p>
                      </a:txBody>
                      <a:tcPr/>
                    </a:tc>
                    <a:extLst>
                      <a:ext uri="{0D108BD9-81ED-4DB2-BD59-A6C34878D82A}">
                        <a16:rowId xmlns:a16="http://schemas.microsoft.com/office/drawing/2014/main" val="146293780"/>
                      </a:ext>
                    </a:extLst>
                  </a:tr>
                  <a:tr h="370840">
                    <a:tc>
                      <a:txBody>
                        <a:bodyPr/>
                        <a:lstStyle/>
                        <a:p>
                          <a:pPr algn="ctr"/>
                          <a:r>
                            <a:rPr lang="en-US" dirty="0"/>
                            <a:t>3</a:t>
                          </a:r>
                          <a:endParaRPr lang="en-PK" dirty="0"/>
                        </a:p>
                      </a:txBody>
                      <a:tcPr/>
                    </a:tc>
                    <a:tc>
                      <a:txBody>
                        <a:bodyPr/>
                        <a:lstStyle/>
                        <a:p>
                          <a:pPr algn="ctr"/>
                          <a:r>
                            <a:rPr lang="en-US" dirty="0"/>
                            <a:t>0</a:t>
                          </a:r>
                        </a:p>
                        <a:p>
                          <a:pPr algn="ctr"/>
                          <a:r>
                            <a:rPr lang="en-US" dirty="0"/>
                            <a:t>1</a:t>
                          </a:r>
                        </a:p>
                        <a:p>
                          <a:pPr algn="ctr"/>
                          <a:r>
                            <a:rPr lang="en-US" dirty="0"/>
                            <a:t>2</a:t>
                          </a:r>
                          <a:endParaRPr lang="en-PK" dirty="0"/>
                        </a:p>
                      </a:txBody>
                      <a:tcPr/>
                    </a:tc>
                    <a:tc>
                      <a:txBody>
                        <a:bodyPr/>
                        <a:lstStyle/>
                        <a:p>
                          <a:pPr algn="ctr"/>
                          <a:r>
                            <a:rPr lang="en-US" dirty="0"/>
                            <a:t>3</a:t>
                          </a:r>
                          <a:endParaRPr lang="en-PK" dirty="0"/>
                        </a:p>
                      </a:txBody>
                      <a:tcPr/>
                    </a:tc>
                    <a:extLst>
                      <a:ext uri="{0D108BD9-81ED-4DB2-BD59-A6C34878D82A}">
                        <a16:rowId xmlns:a16="http://schemas.microsoft.com/office/drawing/2014/main" val="1757395884"/>
                      </a:ext>
                    </a:extLst>
                  </a:tr>
                  <a:tr h="370840">
                    <a:tc>
                      <a:txBody>
                        <a:bodyPr/>
                        <a:lstStyle/>
                        <a:p>
                          <a:pPr algn="ctr"/>
                          <a:r>
                            <a:rPr lang="en-US" dirty="0"/>
                            <a:t>4</a:t>
                          </a:r>
                          <a:endParaRPr lang="en-PK" dirty="0"/>
                        </a:p>
                      </a:txBody>
                      <a:tcPr/>
                    </a:tc>
                    <a:tc>
                      <a:txBody>
                        <a:bodyPr/>
                        <a:lstStyle/>
                        <a:p>
                          <a:pPr algn="ctr"/>
                          <a:r>
                            <a:rPr lang="en-US" dirty="0"/>
                            <a:t>0</a:t>
                          </a:r>
                        </a:p>
                        <a:p>
                          <a:pPr algn="ctr"/>
                          <a:r>
                            <a:rPr lang="en-US" dirty="0"/>
                            <a:t>1</a:t>
                          </a:r>
                        </a:p>
                        <a:p>
                          <a:pPr algn="ctr"/>
                          <a:r>
                            <a:rPr lang="en-US" dirty="0"/>
                            <a:t>2</a:t>
                          </a:r>
                        </a:p>
                        <a:p>
                          <a:pPr algn="ctr"/>
                          <a:r>
                            <a:rPr lang="en-US" dirty="0"/>
                            <a:t>3</a:t>
                          </a:r>
                          <a:endParaRPr lang="en-PK" dirty="0"/>
                        </a:p>
                      </a:txBody>
                      <a:tcPr/>
                    </a:tc>
                    <a:tc>
                      <a:txBody>
                        <a:bodyPr/>
                        <a:lstStyle/>
                        <a:p>
                          <a:pPr algn="ctr"/>
                          <a:r>
                            <a:rPr lang="en-US"/>
                            <a:t>4</a:t>
                          </a:r>
                          <a:endParaRPr lang="en-PK" dirty="0"/>
                        </a:p>
                      </a:txBody>
                      <a:tcPr/>
                    </a:tc>
                    <a:extLst>
                      <a:ext uri="{0D108BD9-81ED-4DB2-BD59-A6C34878D82A}">
                        <a16:rowId xmlns:a16="http://schemas.microsoft.com/office/drawing/2014/main" val="167416246"/>
                      </a:ext>
                    </a:extLst>
                  </a:tr>
                  <a:tr h="370840">
                    <a:tc>
                      <a:txBody>
                        <a:bodyPr/>
                        <a:lstStyle/>
                        <a:p>
                          <a:pPr algn="ctr"/>
                          <a:r>
                            <a:rPr lang="en-US" dirty="0"/>
                            <a:t>.</a:t>
                          </a:r>
                          <a:endParaRPr lang="en-PK" dirty="0"/>
                        </a:p>
                      </a:txBody>
                      <a:tcPr/>
                    </a:tc>
                    <a:tc>
                      <a:txBody>
                        <a:bodyPr/>
                        <a:lstStyle/>
                        <a:p>
                          <a:pPr algn="ctr"/>
                          <a:r>
                            <a:rPr lang="en-US" dirty="0"/>
                            <a:t>.</a:t>
                          </a:r>
                          <a:endParaRPr lang="en-PK" dirty="0"/>
                        </a:p>
                      </a:txBody>
                      <a:tcPr/>
                    </a:tc>
                    <a:tc>
                      <a:txBody>
                        <a:bodyPr/>
                        <a:lstStyle/>
                        <a:p>
                          <a:pPr algn="ctr"/>
                          <a:r>
                            <a:rPr lang="en-US" dirty="0"/>
                            <a:t>.</a:t>
                          </a:r>
                          <a:endParaRPr lang="en-PK" dirty="0"/>
                        </a:p>
                      </a:txBody>
                      <a:tcPr/>
                    </a:tc>
                    <a:extLst>
                      <a:ext uri="{0D108BD9-81ED-4DB2-BD59-A6C34878D82A}">
                        <a16:rowId xmlns:a16="http://schemas.microsoft.com/office/drawing/2014/main" val="1913716473"/>
                      </a:ext>
                    </a:extLst>
                  </a:tr>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𝑛</m:t>
                                </m:r>
                              </m:oMath>
                            </m:oMathPara>
                          </a14:m>
                          <a:endParaRPr lang="en-PK"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PK"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PK" dirty="0"/>
                        </a:p>
                      </a:txBody>
                      <a:tcPr/>
                    </a:tc>
                    <a:extLst>
                      <a:ext uri="{0D108BD9-81ED-4DB2-BD59-A6C34878D82A}">
                        <a16:rowId xmlns:a16="http://schemas.microsoft.com/office/drawing/2014/main" val="1882269746"/>
                      </a:ext>
                    </a:extLst>
                  </a:tr>
                </a:tbl>
              </a:graphicData>
            </a:graphic>
          </p:graphicFrame>
        </mc:Choice>
        <mc:Fallback xmlns="">
          <p:graphicFrame>
            <p:nvGraphicFramePr>
              <p:cNvPr id="5" name="Table 5">
                <a:extLst>
                  <a:ext uri="{FF2B5EF4-FFF2-40B4-BE49-F238E27FC236}">
                    <a16:creationId xmlns:a16="http://schemas.microsoft.com/office/drawing/2014/main" id="{33863AAE-FAFA-4931-FB78-C6A184FC9B57}"/>
                  </a:ext>
                </a:extLst>
              </p:cNvPr>
              <p:cNvGraphicFramePr>
                <a:graphicFrameLocks noGrp="1"/>
              </p:cNvGraphicFramePr>
              <p:nvPr>
                <p:extLst>
                  <p:ext uri="{D42A27DB-BD31-4B8C-83A1-F6EECF244321}">
                    <p14:modId xmlns:p14="http://schemas.microsoft.com/office/powerpoint/2010/main" val="1964079597"/>
                  </p:ext>
                </p:extLst>
              </p:nvPr>
            </p:nvGraphicFramePr>
            <p:xfrm>
              <a:off x="6086274" y="1532586"/>
              <a:ext cx="5875617" cy="4226560"/>
            </p:xfrm>
            <a:graphic>
              <a:graphicData uri="http://schemas.openxmlformats.org/drawingml/2006/table">
                <a:tbl>
                  <a:tblPr firstRow="1" bandRow="1">
                    <a:tableStyleId>{073A0DAA-6AF3-43AB-8588-CEC1D06C72B9}</a:tableStyleId>
                  </a:tblPr>
                  <a:tblGrid>
                    <a:gridCol w="1958539">
                      <a:extLst>
                        <a:ext uri="{9D8B030D-6E8A-4147-A177-3AD203B41FA5}">
                          <a16:colId xmlns:a16="http://schemas.microsoft.com/office/drawing/2014/main" val="1044860251"/>
                        </a:ext>
                      </a:extLst>
                    </a:gridCol>
                    <a:gridCol w="1958539">
                      <a:extLst>
                        <a:ext uri="{9D8B030D-6E8A-4147-A177-3AD203B41FA5}">
                          <a16:colId xmlns:a16="http://schemas.microsoft.com/office/drawing/2014/main" val="3470333519"/>
                        </a:ext>
                      </a:extLst>
                    </a:gridCol>
                    <a:gridCol w="1958539">
                      <a:extLst>
                        <a:ext uri="{9D8B030D-6E8A-4147-A177-3AD203B41FA5}">
                          <a16:colId xmlns:a16="http://schemas.microsoft.com/office/drawing/2014/main" val="2347684489"/>
                        </a:ext>
                      </a:extLst>
                    </a:gridCol>
                  </a:tblGrid>
                  <a:tr h="370840">
                    <a:tc>
                      <a:txBody>
                        <a:bodyPr/>
                        <a:lstStyle/>
                        <a:p>
                          <a:endParaRPr lang="en-PK"/>
                        </a:p>
                      </a:txBody>
                      <a:tcPr>
                        <a:blipFill>
                          <a:blip r:embed="rId4"/>
                          <a:stretch>
                            <a:fillRect l="-311" t="-1639" r="-200932" b="-1040984"/>
                          </a:stretch>
                        </a:blipFill>
                      </a:tcPr>
                    </a:tc>
                    <a:tc>
                      <a:txBody>
                        <a:bodyPr/>
                        <a:lstStyle/>
                        <a:p>
                          <a:endParaRPr lang="en-PK"/>
                        </a:p>
                      </a:txBody>
                      <a:tcPr>
                        <a:blipFill>
                          <a:blip r:embed="rId4"/>
                          <a:stretch>
                            <a:fillRect l="-100623" t="-1639" r="-101558" b="-1040984"/>
                          </a:stretch>
                        </a:blipFill>
                      </a:tcPr>
                    </a:tc>
                    <a:tc>
                      <a:txBody>
                        <a:bodyPr/>
                        <a:lstStyle/>
                        <a:p>
                          <a:endParaRPr lang="en-PK"/>
                        </a:p>
                      </a:txBody>
                      <a:tcPr>
                        <a:blipFill>
                          <a:blip r:embed="rId4"/>
                          <a:stretch>
                            <a:fillRect l="-200000" t="-1639" r="-1242" b="-1040984"/>
                          </a:stretch>
                        </a:blipFill>
                      </a:tcPr>
                    </a:tc>
                    <a:extLst>
                      <a:ext uri="{0D108BD9-81ED-4DB2-BD59-A6C34878D82A}">
                        <a16:rowId xmlns:a16="http://schemas.microsoft.com/office/drawing/2014/main" val="23180178"/>
                      </a:ext>
                    </a:extLst>
                  </a:tr>
                  <a:tr h="370840">
                    <a:tc>
                      <a:txBody>
                        <a:bodyPr/>
                        <a:lstStyle/>
                        <a:p>
                          <a:pPr algn="ctr"/>
                          <a:r>
                            <a:rPr lang="en-US" dirty="0"/>
                            <a:t>1</a:t>
                          </a:r>
                          <a:endParaRPr lang="en-PK" dirty="0"/>
                        </a:p>
                      </a:txBody>
                      <a:tcPr/>
                    </a:tc>
                    <a:tc>
                      <a:txBody>
                        <a:bodyPr/>
                        <a:lstStyle/>
                        <a:p>
                          <a:pPr algn="ctr"/>
                          <a:r>
                            <a:rPr lang="en-US" dirty="0"/>
                            <a:t>0</a:t>
                          </a:r>
                          <a:endParaRPr lang="en-PK" dirty="0"/>
                        </a:p>
                      </a:txBody>
                      <a:tcPr/>
                    </a:tc>
                    <a:tc>
                      <a:txBody>
                        <a:bodyPr/>
                        <a:lstStyle/>
                        <a:p>
                          <a:pPr algn="ctr"/>
                          <a:r>
                            <a:rPr lang="en-US" dirty="0"/>
                            <a:t>1</a:t>
                          </a:r>
                          <a:endParaRPr lang="en-PK" dirty="0"/>
                        </a:p>
                      </a:txBody>
                      <a:tcPr/>
                    </a:tc>
                    <a:extLst>
                      <a:ext uri="{0D108BD9-81ED-4DB2-BD59-A6C34878D82A}">
                        <a16:rowId xmlns:a16="http://schemas.microsoft.com/office/drawing/2014/main" val="2401292263"/>
                      </a:ext>
                    </a:extLst>
                  </a:tr>
                  <a:tr h="640080">
                    <a:tc>
                      <a:txBody>
                        <a:bodyPr/>
                        <a:lstStyle/>
                        <a:p>
                          <a:pPr algn="ctr"/>
                          <a:r>
                            <a:rPr lang="en-US" dirty="0"/>
                            <a:t>2</a:t>
                          </a:r>
                          <a:endParaRPr lang="en-PK" dirty="0"/>
                        </a:p>
                      </a:txBody>
                      <a:tcPr/>
                    </a:tc>
                    <a:tc>
                      <a:txBody>
                        <a:bodyPr/>
                        <a:lstStyle/>
                        <a:p>
                          <a:pPr algn="ctr"/>
                          <a:r>
                            <a:rPr lang="en-US" dirty="0"/>
                            <a:t>0</a:t>
                          </a:r>
                        </a:p>
                        <a:p>
                          <a:pPr algn="ctr"/>
                          <a:r>
                            <a:rPr lang="en-US" dirty="0"/>
                            <a:t>1</a:t>
                          </a:r>
                          <a:endParaRPr lang="en-PK" dirty="0"/>
                        </a:p>
                      </a:txBody>
                      <a:tcPr/>
                    </a:tc>
                    <a:tc>
                      <a:txBody>
                        <a:bodyPr/>
                        <a:lstStyle/>
                        <a:p>
                          <a:pPr algn="ctr"/>
                          <a:r>
                            <a:rPr lang="en-US" dirty="0"/>
                            <a:t>2</a:t>
                          </a:r>
                          <a:endParaRPr lang="en-PK" dirty="0"/>
                        </a:p>
                      </a:txBody>
                      <a:tcPr/>
                    </a:tc>
                    <a:extLst>
                      <a:ext uri="{0D108BD9-81ED-4DB2-BD59-A6C34878D82A}">
                        <a16:rowId xmlns:a16="http://schemas.microsoft.com/office/drawing/2014/main" val="146293780"/>
                      </a:ext>
                    </a:extLst>
                  </a:tr>
                  <a:tr h="914400">
                    <a:tc>
                      <a:txBody>
                        <a:bodyPr/>
                        <a:lstStyle/>
                        <a:p>
                          <a:pPr algn="ctr"/>
                          <a:r>
                            <a:rPr lang="en-US" dirty="0"/>
                            <a:t>3</a:t>
                          </a:r>
                          <a:endParaRPr lang="en-PK" dirty="0"/>
                        </a:p>
                      </a:txBody>
                      <a:tcPr/>
                    </a:tc>
                    <a:tc>
                      <a:txBody>
                        <a:bodyPr/>
                        <a:lstStyle/>
                        <a:p>
                          <a:pPr algn="ctr"/>
                          <a:r>
                            <a:rPr lang="en-US" dirty="0"/>
                            <a:t>0</a:t>
                          </a:r>
                        </a:p>
                        <a:p>
                          <a:pPr algn="ctr"/>
                          <a:r>
                            <a:rPr lang="en-US" dirty="0"/>
                            <a:t>1</a:t>
                          </a:r>
                        </a:p>
                        <a:p>
                          <a:pPr algn="ctr"/>
                          <a:r>
                            <a:rPr lang="en-US" dirty="0"/>
                            <a:t>2</a:t>
                          </a:r>
                          <a:endParaRPr lang="en-PK" dirty="0"/>
                        </a:p>
                      </a:txBody>
                      <a:tcPr/>
                    </a:tc>
                    <a:tc>
                      <a:txBody>
                        <a:bodyPr/>
                        <a:lstStyle/>
                        <a:p>
                          <a:pPr algn="ctr"/>
                          <a:r>
                            <a:rPr lang="en-US" dirty="0"/>
                            <a:t>3</a:t>
                          </a:r>
                          <a:endParaRPr lang="en-PK" dirty="0"/>
                        </a:p>
                      </a:txBody>
                      <a:tcPr/>
                    </a:tc>
                    <a:extLst>
                      <a:ext uri="{0D108BD9-81ED-4DB2-BD59-A6C34878D82A}">
                        <a16:rowId xmlns:a16="http://schemas.microsoft.com/office/drawing/2014/main" val="1757395884"/>
                      </a:ext>
                    </a:extLst>
                  </a:tr>
                  <a:tr h="1188720">
                    <a:tc>
                      <a:txBody>
                        <a:bodyPr/>
                        <a:lstStyle/>
                        <a:p>
                          <a:pPr algn="ctr"/>
                          <a:r>
                            <a:rPr lang="en-US" dirty="0"/>
                            <a:t>4</a:t>
                          </a:r>
                          <a:endParaRPr lang="en-PK" dirty="0"/>
                        </a:p>
                      </a:txBody>
                      <a:tcPr/>
                    </a:tc>
                    <a:tc>
                      <a:txBody>
                        <a:bodyPr/>
                        <a:lstStyle/>
                        <a:p>
                          <a:pPr algn="ctr"/>
                          <a:r>
                            <a:rPr lang="en-US" dirty="0"/>
                            <a:t>0</a:t>
                          </a:r>
                        </a:p>
                        <a:p>
                          <a:pPr algn="ctr"/>
                          <a:r>
                            <a:rPr lang="en-US" dirty="0"/>
                            <a:t>1</a:t>
                          </a:r>
                        </a:p>
                        <a:p>
                          <a:pPr algn="ctr"/>
                          <a:r>
                            <a:rPr lang="en-US" dirty="0"/>
                            <a:t>2</a:t>
                          </a:r>
                        </a:p>
                        <a:p>
                          <a:pPr algn="ctr"/>
                          <a:r>
                            <a:rPr lang="en-US" dirty="0"/>
                            <a:t>3</a:t>
                          </a:r>
                          <a:endParaRPr lang="en-PK" dirty="0"/>
                        </a:p>
                      </a:txBody>
                      <a:tcPr/>
                    </a:tc>
                    <a:tc>
                      <a:txBody>
                        <a:bodyPr/>
                        <a:lstStyle/>
                        <a:p>
                          <a:pPr algn="ctr"/>
                          <a:r>
                            <a:rPr lang="en-US"/>
                            <a:t>4</a:t>
                          </a:r>
                          <a:endParaRPr lang="en-PK" dirty="0"/>
                        </a:p>
                      </a:txBody>
                      <a:tcPr/>
                    </a:tc>
                    <a:extLst>
                      <a:ext uri="{0D108BD9-81ED-4DB2-BD59-A6C34878D82A}">
                        <a16:rowId xmlns:a16="http://schemas.microsoft.com/office/drawing/2014/main" val="167416246"/>
                      </a:ext>
                    </a:extLst>
                  </a:tr>
                  <a:tr h="370840">
                    <a:tc>
                      <a:txBody>
                        <a:bodyPr/>
                        <a:lstStyle/>
                        <a:p>
                          <a:pPr algn="ctr"/>
                          <a:r>
                            <a:rPr lang="en-US" dirty="0"/>
                            <a:t>.</a:t>
                          </a:r>
                          <a:endParaRPr lang="en-PK" dirty="0"/>
                        </a:p>
                      </a:txBody>
                      <a:tcPr/>
                    </a:tc>
                    <a:tc>
                      <a:txBody>
                        <a:bodyPr/>
                        <a:lstStyle/>
                        <a:p>
                          <a:pPr algn="ctr"/>
                          <a:r>
                            <a:rPr lang="en-US" dirty="0"/>
                            <a:t>.</a:t>
                          </a:r>
                          <a:endParaRPr lang="en-PK" dirty="0"/>
                        </a:p>
                      </a:txBody>
                      <a:tcPr/>
                    </a:tc>
                    <a:tc>
                      <a:txBody>
                        <a:bodyPr/>
                        <a:lstStyle/>
                        <a:p>
                          <a:pPr algn="ctr"/>
                          <a:r>
                            <a:rPr lang="en-US" dirty="0"/>
                            <a:t>.</a:t>
                          </a:r>
                          <a:endParaRPr lang="en-PK" dirty="0"/>
                        </a:p>
                      </a:txBody>
                      <a:tcPr/>
                    </a:tc>
                    <a:extLst>
                      <a:ext uri="{0D108BD9-81ED-4DB2-BD59-A6C34878D82A}">
                        <a16:rowId xmlns:a16="http://schemas.microsoft.com/office/drawing/2014/main" val="1913716473"/>
                      </a:ext>
                    </a:extLst>
                  </a:tr>
                  <a:tr h="370840">
                    <a:tc>
                      <a:txBody>
                        <a:bodyPr/>
                        <a:lstStyle/>
                        <a:p>
                          <a:endParaRPr lang="en-PK"/>
                        </a:p>
                      </a:txBody>
                      <a:tcPr>
                        <a:blipFill>
                          <a:blip r:embed="rId4"/>
                          <a:stretch>
                            <a:fillRect l="-311" t="-1039344" r="-200932" b="-3279"/>
                          </a:stretch>
                        </a:blipFill>
                      </a:tcPr>
                    </a:tc>
                    <a:tc>
                      <a:txBody>
                        <a:bodyPr/>
                        <a:lstStyle/>
                        <a:p>
                          <a:endParaRPr lang="en-PK"/>
                        </a:p>
                      </a:txBody>
                      <a:tcPr>
                        <a:blipFill>
                          <a:blip r:embed="rId4"/>
                          <a:stretch>
                            <a:fillRect l="-100623" t="-1039344" r="-101558" b="-3279"/>
                          </a:stretch>
                        </a:blipFill>
                      </a:tcPr>
                    </a:tc>
                    <a:tc>
                      <a:txBody>
                        <a:bodyPr/>
                        <a:lstStyle/>
                        <a:p>
                          <a:endParaRPr lang="en-PK"/>
                        </a:p>
                      </a:txBody>
                      <a:tcPr>
                        <a:blipFill>
                          <a:blip r:embed="rId4"/>
                          <a:stretch>
                            <a:fillRect l="-200000" t="-1039344" r="-1242" b="-3279"/>
                          </a:stretch>
                        </a:blipFill>
                      </a:tcPr>
                    </a:tc>
                    <a:extLst>
                      <a:ext uri="{0D108BD9-81ED-4DB2-BD59-A6C34878D82A}">
                        <a16:rowId xmlns:a16="http://schemas.microsoft.com/office/drawing/2014/main" val="1882269746"/>
                      </a:ext>
                    </a:extLst>
                  </a:tr>
                </a:tbl>
              </a:graphicData>
            </a:graphic>
          </p:graphicFrame>
        </mc:Fallback>
      </mc:AlternateContent>
    </p:spTree>
    <p:extLst>
      <p:ext uri="{BB962C8B-B14F-4D97-AF65-F5344CB8AC3E}">
        <p14:creationId xmlns:p14="http://schemas.microsoft.com/office/powerpoint/2010/main" val="351922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nodePh="1">
                                  <p:stCondLst>
                                    <p:cond delay="0"/>
                                  </p:stCondLst>
                                  <p:endCondLst>
                                    <p:cond evt="begin" delay="0">
                                      <p:tn val="29"/>
                                    </p:cond>
                                  </p:end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How to Calculate?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6"/>
                <a:ext cx="8486581"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a:pPr>
                <a14:m>
                  <m:oMath xmlns:m="http://schemas.openxmlformats.org/officeDocument/2006/math">
                    <m:r>
                      <a:rPr lang="en-US" sz="3200" i="1" dirty="0" smtClean="0">
                        <a:latin typeface="Cambria Math" panose="02040503050406030204" pitchFamily="18" charset="0"/>
                      </a:rPr>
                      <m:t>𝐹𝑂𝑅</m:t>
                    </m:r>
                    <m:r>
                      <a:rPr lang="en-US" sz="3200" i="1" dirty="0" smtClean="0">
                        <a:latin typeface="Cambria Math" panose="02040503050406030204" pitchFamily="18" charset="0"/>
                      </a:rPr>
                      <m:t> </m:t>
                    </m:r>
                    <m:r>
                      <a:rPr lang="en-US" sz="3200" i="1" dirty="0" err="1">
                        <a:latin typeface="Cambria Math" panose="02040503050406030204" pitchFamily="18" charset="0"/>
                      </a:rPr>
                      <m:t>𝑖</m:t>
                    </m:r>
                    <m:r>
                      <a:rPr lang="en-US" sz="3200" i="1" dirty="0">
                        <a:latin typeface="Cambria Math" panose="02040503050406030204" pitchFamily="18" charset="0"/>
                      </a:rPr>
                      <m:t>≔1 </m:t>
                    </m:r>
                    <m:r>
                      <a:rPr lang="en-US" sz="3200" i="1" dirty="0">
                        <a:latin typeface="Cambria Math" panose="02040503050406030204" pitchFamily="18" charset="0"/>
                      </a:rPr>
                      <m:t>𝑡𝑜</m:t>
                    </m:r>
                    <m:r>
                      <a:rPr lang="en-US" sz="3200" i="1" dirty="0">
                        <a:latin typeface="Cambria Math" panose="02040503050406030204" pitchFamily="18" charset="0"/>
                      </a:rPr>
                      <m:t> </m:t>
                    </m:r>
                    <m:r>
                      <a:rPr lang="en-US" sz="3200" b="0" i="1" dirty="0" smtClean="0">
                        <a:latin typeface="Cambria Math" panose="02040503050406030204" pitchFamily="18" charset="0"/>
                      </a:rPr>
                      <m:t>𝑛</m:t>
                    </m:r>
                  </m:oMath>
                </a14:m>
                <a:endParaRPr lang="en-US" sz="3200" b="0" i="1" dirty="0">
                  <a:latin typeface="Cambria Math" panose="02040503050406030204" pitchFamily="18" charset="0"/>
                </a:endParaRPr>
              </a:p>
              <a:p>
                <a:pPr marL="457200" lvl="1" indent="0">
                  <a:lnSpc>
                    <a:spcPct val="120000"/>
                  </a:lnSpc>
                  <a:buNone/>
                </a:pPr>
                <a:r>
                  <a:rPr lang="en-US" sz="3000" dirty="0"/>
                  <a:t>	</a:t>
                </a:r>
                <a14:m>
                  <m:oMath xmlns:m="http://schemas.openxmlformats.org/officeDocument/2006/math">
                    <m:r>
                      <a:rPr lang="en-US" sz="3000" b="0" i="1" dirty="0" smtClean="0">
                        <a:latin typeface="Cambria Math" panose="02040503050406030204" pitchFamily="18" charset="0"/>
                      </a:rPr>
                      <m:t>𝑊𝑟𝑖𝑡𝑒</m:t>
                    </m:r>
                    <m:r>
                      <a:rPr lang="en-US" sz="3000" b="0" i="1" dirty="0" smtClean="0">
                        <a:latin typeface="Cambria Math" panose="02040503050406030204" pitchFamily="18" charset="0"/>
                      </a:rPr>
                      <m:t> </m:t>
                    </m:r>
                    <m:r>
                      <a:rPr lang="en-US" sz="3000" i="1" dirty="0">
                        <a:latin typeface="Cambria Math" panose="02040503050406030204" pitchFamily="18" charset="0"/>
                      </a:rPr>
                      <m:t>𝑖</m:t>
                    </m:r>
                  </m:oMath>
                </a14:m>
                <a:endParaRPr lang="en-US" sz="3000" dirty="0"/>
              </a:p>
              <a:p>
                <a:pPr marL="0" indent="0">
                  <a:lnSpc>
                    <a:spcPct val="120000"/>
                  </a:lnSpc>
                  <a:buNone/>
                </a:pPr>
                <a:r>
                  <a:rPr lang="en-US" sz="3200" dirty="0"/>
                  <a:t>	</a:t>
                </a:r>
                <a14:m>
                  <m:oMath xmlns:m="http://schemas.openxmlformats.org/officeDocument/2006/math">
                    <m:r>
                      <a:rPr lang="en-US" sz="3200" i="1" dirty="0">
                        <a:latin typeface="Cambria Math" panose="02040503050406030204" pitchFamily="18" charset="0"/>
                      </a:rPr>
                      <m:t>𝑖</m:t>
                    </m:r>
                    <m:r>
                      <a:rPr lang="en-US" sz="3200" i="1" dirty="0">
                        <a:latin typeface="Cambria Math" panose="02040503050406030204" pitchFamily="18" charset="0"/>
                      </a:rPr>
                      <m:t>≔</m:t>
                    </m:r>
                    <m:r>
                      <a:rPr lang="en-US" sz="3200" i="1" dirty="0">
                        <a:latin typeface="Cambria Math" panose="02040503050406030204" pitchFamily="18" charset="0"/>
                      </a:rPr>
                      <m:t>𝑖</m:t>
                    </m:r>
                    <m:r>
                      <a:rPr lang="en-US" sz="3200" i="1" dirty="0">
                        <a:latin typeface="Cambria Math" panose="02040503050406030204" pitchFamily="18" charset="0"/>
                        <a:ea typeface="Cambria Math" panose="02040503050406030204" pitchFamily="18" charset="0"/>
                      </a:rPr>
                      <m:t>×</m:t>
                    </m:r>
                    <m:r>
                      <a:rPr lang="en-US" sz="3200" i="1" dirty="0">
                        <a:latin typeface="Cambria Math" panose="02040503050406030204" pitchFamily="18" charset="0"/>
                      </a:rPr>
                      <m:t>2</m:t>
                    </m:r>
                  </m:oMath>
                </a14:m>
                <a:endParaRPr lang="en-US" sz="3200" dirty="0"/>
              </a:p>
              <a:p>
                <a:pPr>
                  <a:lnSpc>
                    <a:spcPct val="120000"/>
                  </a:lnSpc>
                  <a:buFont typeface="Wingdings" panose="05000000000000000000" pitchFamily="2" charset="2"/>
                  <a:buChar char="§"/>
                </a:pPr>
                <a:r>
                  <a:rPr lang="en-US" sz="3200" dirty="0"/>
                  <a:t>Looking at the values of </a:t>
                </a:r>
                <a14:m>
                  <m:oMath xmlns:m="http://schemas.openxmlformats.org/officeDocument/2006/math">
                    <m:r>
                      <a:rPr lang="en-US" sz="3200" b="0" i="1" smtClean="0">
                        <a:latin typeface="Cambria Math" panose="02040503050406030204" pitchFamily="18" charset="0"/>
                      </a:rPr>
                      <m:t>𝑖</m:t>
                    </m:r>
                  </m:oMath>
                </a14:m>
                <a:r>
                  <a:rPr lang="en-US" sz="3200" dirty="0"/>
                  <a:t>, we get </a:t>
                </a:r>
                <a14:m>
                  <m:oMath xmlns:m="http://schemas.openxmlformats.org/officeDocument/2006/math">
                    <m:r>
                      <a:rPr lang="en-US" sz="3200" i="1" dirty="0" smtClean="0">
                        <a:latin typeface="Cambria Math" panose="02040503050406030204" pitchFamily="18" charset="0"/>
                      </a:rPr>
                      <m:t>1,2,4,8,16,…</m:t>
                    </m:r>
                    <m:r>
                      <a:rPr lang="en-US" sz="3200" b="0" i="1" dirty="0" smtClean="0">
                        <a:latin typeface="Cambria Math" panose="02040503050406030204" pitchFamily="18" charset="0"/>
                      </a:rPr>
                      <m:t>,</m:t>
                    </m:r>
                    <m:r>
                      <a:rPr lang="en-US" sz="3200" b="0" i="1" dirty="0" smtClean="0">
                        <a:latin typeface="Cambria Math" panose="02040503050406030204" pitchFamily="18" charset="0"/>
                      </a:rPr>
                      <m:t>𝑛</m:t>
                    </m:r>
                  </m:oMath>
                </a14:m>
                <a:r>
                  <a:rPr lang="en-US" sz="3200" dirty="0"/>
                  <a:t>.</a:t>
                </a:r>
              </a:p>
              <a:p>
                <a:pPr>
                  <a:lnSpc>
                    <a:spcPct val="120000"/>
                  </a:lnSpc>
                  <a:buFont typeface="Wingdings" panose="05000000000000000000" pitchFamily="2" charset="2"/>
                  <a:buChar char="§"/>
                </a:pPr>
                <a:r>
                  <a:rPr lang="en-US" sz="3200" dirty="0"/>
                  <a:t>When </a:t>
                </a:r>
                <a14:m>
                  <m:oMath xmlns:m="http://schemas.openxmlformats.org/officeDocument/2006/math">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𝑛</m:t>
                    </m:r>
                  </m:oMath>
                </a14:m>
                <a:r>
                  <a:rPr lang="en-US" sz="3200" dirty="0"/>
                  <a:t>, then </a:t>
                </a:r>
                <a14:m>
                  <m:oMath xmlns:m="http://schemas.openxmlformats.org/officeDocument/2006/math">
                    <m:r>
                      <a:rPr lang="en-US" sz="3200" b="0" i="1" smtClean="0">
                        <a:latin typeface="Cambria Math" panose="02040503050406030204" pitchFamily="18" charset="0"/>
                      </a:rPr>
                      <m:t>𝑖</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𝑘</m:t>
                        </m:r>
                      </m:sup>
                    </m:sSup>
                  </m:oMath>
                </a14:m>
                <a:endParaRPr lang="en-US" sz="3200" dirty="0"/>
              </a:p>
              <a:p>
                <a:pPr>
                  <a:lnSpc>
                    <a:spcPct val="120000"/>
                  </a:lnSpc>
                  <a:buFont typeface="Wingdings" panose="05000000000000000000" pitchFamily="2" charset="2"/>
                  <a:buChar char="§"/>
                </a:pPr>
                <a:r>
                  <a:rPr lang="en-US" sz="3200" dirty="0"/>
                  <a:t>Or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𝑘</m:t>
                        </m:r>
                      </m:sup>
                    </m:sSup>
                    <m:r>
                      <a:rPr lang="en-US" sz="3200" b="0" i="1" smtClean="0">
                        <a:latin typeface="Cambria Math" panose="02040503050406030204" pitchFamily="18" charset="0"/>
                      </a:rPr>
                      <m:t>=</m:t>
                    </m:r>
                    <m:r>
                      <a:rPr lang="en-US" sz="3200" b="0" i="1" smtClean="0">
                        <a:latin typeface="Cambria Math" panose="02040503050406030204" pitchFamily="18" charset="0"/>
                      </a:rPr>
                      <m:t>𝑛</m:t>
                    </m:r>
                  </m:oMath>
                </a14:m>
                <a:r>
                  <a:rPr lang="en-US" sz="3200" dirty="0"/>
                  <a:t>, thus </a:t>
                </a:r>
                <a14:m>
                  <m:oMath xmlns:m="http://schemas.openxmlformats.org/officeDocument/2006/math">
                    <m:r>
                      <a:rPr lang="en-US" sz="3200" b="0" i="1" smtClean="0">
                        <a:latin typeface="Cambria Math" panose="02040503050406030204" pitchFamily="18" charset="0"/>
                      </a:rPr>
                      <m:t>𝑘</m:t>
                    </m: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2</m:t>
                            </m:r>
                          </m:sub>
                        </m:sSub>
                      </m:fName>
                      <m:e>
                        <m:r>
                          <a:rPr lang="en-US" sz="3200" b="0" i="1" smtClean="0">
                            <a:latin typeface="Cambria Math" panose="02040503050406030204" pitchFamily="18" charset="0"/>
                          </a:rPr>
                          <m:t>𝑛</m:t>
                        </m:r>
                      </m:e>
                    </m:func>
                  </m:oMath>
                </a14:m>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3" y="1532586"/>
                <a:ext cx="8486581" cy="4942829"/>
              </a:xfrm>
              <a:prstGeom prst="rect">
                <a:avLst/>
              </a:prstGeom>
              <a:blipFill>
                <a:blip r:embed="rId3"/>
                <a:stretch>
                  <a:fillRect l="-1580"/>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7AFABD42-D8C4-F925-3979-2DBCC4449B67}"/>
              </a:ext>
            </a:extLst>
          </p:cNvPr>
          <p:cNvSpPr txBox="1">
            <a:spLocks/>
          </p:cNvSpPr>
          <p:nvPr/>
        </p:nvSpPr>
        <p:spPr>
          <a:xfrm>
            <a:off x="6086275" y="1532586"/>
            <a:ext cx="58756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en-US" sz="3200"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33863AAE-FAFA-4931-FB78-C6A184FC9B57}"/>
                  </a:ext>
                </a:extLst>
              </p:cNvPr>
              <p:cNvGraphicFramePr>
                <a:graphicFrameLocks noGrp="1"/>
              </p:cNvGraphicFramePr>
              <p:nvPr>
                <p:extLst>
                  <p:ext uri="{D42A27DB-BD31-4B8C-83A1-F6EECF244321}">
                    <p14:modId xmlns:p14="http://schemas.microsoft.com/office/powerpoint/2010/main" val="3354775533"/>
                  </p:ext>
                </p:extLst>
              </p:nvPr>
            </p:nvGraphicFramePr>
            <p:xfrm>
              <a:off x="9355158" y="1987854"/>
              <a:ext cx="1958539" cy="3337560"/>
            </p:xfrm>
            <a:graphic>
              <a:graphicData uri="http://schemas.openxmlformats.org/drawingml/2006/table">
                <a:tbl>
                  <a:tblPr firstRow="1" bandRow="1">
                    <a:tableStyleId>{073A0DAA-6AF3-43AB-8588-CEC1D06C72B9}</a:tableStyleId>
                  </a:tblPr>
                  <a:tblGrid>
                    <a:gridCol w="1958539">
                      <a:extLst>
                        <a:ext uri="{9D8B030D-6E8A-4147-A177-3AD203B41FA5}">
                          <a16:colId xmlns:a16="http://schemas.microsoft.com/office/drawing/2014/main" val="1044860251"/>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𝒊</m:t>
                                </m:r>
                              </m:oMath>
                            </m:oMathPara>
                          </a14:m>
                          <a:endParaRPr lang="en-PK" dirty="0"/>
                        </a:p>
                      </a:txBody>
                      <a:tcPr/>
                    </a:tc>
                    <a:extLst>
                      <a:ext uri="{0D108BD9-81ED-4DB2-BD59-A6C34878D82A}">
                        <a16:rowId xmlns:a16="http://schemas.microsoft.com/office/drawing/2014/main" val="23180178"/>
                      </a:ext>
                    </a:extLst>
                  </a:tr>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1</m:t>
                                </m:r>
                              </m:oMath>
                            </m:oMathPara>
                          </a14:m>
                          <a:endParaRPr lang="en-PK" dirty="0"/>
                        </a:p>
                      </a:txBody>
                      <a:tcPr/>
                    </a:tc>
                    <a:extLst>
                      <a:ext uri="{0D108BD9-81ED-4DB2-BD59-A6C34878D82A}">
                        <a16:rowId xmlns:a16="http://schemas.microsoft.com/office/drawing/2014/main" val="2401292263"/>
                      </a:ext>
                    </a:extLst>
                  </a:tr>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1</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2</m:t>
                                </m:r>
                              </m:oMath>
                            </m:oMathPara>
                          </a14:m>
                          <a:endParaRPr lang="en-PK" dirty="0"/>
                        </a:p>
                      </a:txBody>
                      <a:tcPr/>
                    </a:tc>
                    <a:extLst>
                      <a:ext uri="{0D108BD9-81ED-4DB2-BD59-A6C34878D82A}">
                        <a16:rowId xmlns:a16="http://schemas.microsoft.com/office/drawing/2014/main" val="146293780"/>
                      </a:ext>
                    </a:extLst>
                  </a:tr>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2</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2</m:t>
                                </m:r>
                              </m:oMath>
                            </m:oMathPara>
                          </a14:m>
                          <a:endParaRPr lang="en-PK" dirty="0"/>
                        </a:p>
                      </a:txBody>
                      <a:tcPr/>
                    </a:tc>
                    <a:extLst>
                      <a:ext uri="{0D108BD9-81ED-4DB2-BD59-A6C34878D82A}">
                        <a16:rowId xmlns:a16="http://schemas.microsoft.com/office/drawing/2014/main" val="1757395884"/>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2</m:t>
                                    </m:r>
                                  </m:e>
                                  <m:sup>
                                    <m:r>
                                      <a:rPr lang="en-US" b="0" i="1" dirty="0" smtClean="0">
                                        <a:latin typeface="Cambria Math" panose="02040503050406030204" pitchFamily="18" charset="0"/>
                                      </a:rPr>
                                      <m:t>2</m:t>
                                    </m:r>
                                  </m:sup>
                                </m:sSup>
                                <m:r>
                                  <a:rPr lang="en-US" b="0"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2</m:t>
                                </m:r>
                              </m:oMath>
                            </m:oMathPara>
                          </a14:m>
                          <a:endParaRPr lang="en-PK" dirty="0"/>
                        </a:p>
                      </a:txBody>
                      <a:tcPr/>
                    </a:tc>
                    <a:extLst>
                      <a:ext uri="{0D108BD9-81ED-4DB2-BD59-A6C34878D82A}">
                        <a16:rowId xmlns:a16="http://schemas.microsoft.com/office/drawing/2014/main" val="167416246"/>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2</m:t>
                                    </m:r>
                                  </m:e>
                                  <m:sup>
                                    <m:r>
                                      <a:rPr lang="en-US" b="0" i="1" dirty="0" smtClean="0">
                                        <a:latin typeface="Cambria Math" panose="02040503050406030204" pitchFamily="18" charset="0"/>
                                      </a:rPr>
                                      <m:t>3</m:t>
                                    </m:r>
                                  </m:sup>
                                </m:sSup>
                                <m:r>
                                  <a:rPr lang="en-US" b="0"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2</m:t>
                                </m:r>
                              </m:oMath>
                            </m:oMathPara>
                          </a14:m>
                          <a:endParaRPr lang="en-PK" dirty="0"/>
                        </a:p>
                      </a:txBody>
                      <a:tcPr/>
                    </a:tc>
                    <a:extLst>
                      <a:ext uri="{0D108BD9-81ED-4DB2-BD59-A6C34878D82A}">
                        <a16:rowId xmlns:a16="http://schemas.microsoft.com/office/drawing/2014/main" val="3994719607"/>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2</m:t>
                                    </m:r>
                                  </m:e>
                                  <m:sup>
                                    <m:r>
                                      <a:rPr lang="en-US" b="0" i="1" dirty="0" smtClean="0">
                                        <a:latin typeface="Cambria Math" panose="02040503050406030204" pitchFamily="18" charset="0"/>
                                      </a:rPr>
                                      <m:t>4</m:t>
                                    </m:r>
                                  </m:sup>
                                </m:sSup>
                                <m:r>
                                  <a:rPr lang="en-US" b="0"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2</m:t>
                                </m:r>
                              </m:oMath>
                            </m:oMathPara>
                          </a14:m>
                          <a:endParaRPr lang="en-PK" dirty="0"/>
                        </a:p>
                      </a:txBody>
                      <a:tcPr/>
                    </a:tc>
                    <a:extLst>
                      <a:ext uri="{0D108BD9-81ED-4DB2-BD59-A6C34878D82A}">
                        <a16:rowId xmlns:a16="http://schemas.microsoft.com/office/drawing/2014/main" val="1656648759"/>
                      </a:ext>
                    </a:extLst>
                  </a:tr>
                  <a:tr h="370840">
                    <a:tc>
                      <a:txBody>
                        <a:bodyPr/>
                        <a:lstStyle/>
                        <a:p>
                          <a:pPr algn="ctr"/>
                          <a:r>
                            <a:rPr lang="en-US" dirty="0"/>
                            <a:t>.</a:t>
                          </a:r>
                          <a:endParaRPr lang="en-PK" dirty="0"/>
                        </a:p>
                      </a:txBody>
                      <a:tcPr/>
                    </a:tc>
                    <a:extLst>
                      <a:ext uri="{0D108BD9-81ED-4DB2-BD59-A6C34878D82A}">
                        <a16:rowId xmlns:a16="http://schemas.microsoft.com/office/drawing/2014/main" val="2913841510"/>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2</m:t>
                                    </m:r>
                                  </m:e>
                                  <m:sup>
                                    <m:r>
                                      <a:rPr lang="en-US" b="0" i="1" dirty="0" smtClean="0">
                                        <a:latin typeface="Cambria Math" panose="02040503050406030204" pitchFamily="18" charset="0"/>
                                      </a:rPr>
                                      <m:t>𝑘</m:t>
                                    </m:r>
                                  </m:sup>
                                </m:sSup>
                              </m:oMath>
                            </m:oMathPara>
                          </a14:m>
                          <a:endParaRPr lang="en-PK" dirty="0"/>
                        </a:p>
                      </a:txBody>
                      <a:tcPr/>
                    </a:tc>
                    <a:extLst>
                      <a:ext uri="{0D108BD9-81ED-4DB2-BD59-A6C34878D82A}">
                        <a16:rowId xmlns:a16="http://schemas.microsoft.com/office/drawing/2014/main" val="4262335712"/>
                      </a:ext>
                    </a:extLst>
                  </a:tr>
                </a:tbl>
              </a:graphicData>
            </a:graphic>
          </p:graphicFrame>
        </mc:Choice>
        <mc:Fallback xmlns="">
          <p:graphicFrame>
            <p:nvGraphicFramePr>
              <p:cNvPr id="5" name="Table 5">
                <a:extLst>
                  <a:ext uri="{FF2B5EF4-FFF2-40B4-BE49-F238E27FC236}">
                    <a16:creationId xmlns:a16="http://schemas.microsoft.com/office/drawing/2014/main" id="{33863AAE-FAFA-4931-FB78-C6A184FC9B57}"/>
                  </a:ext>
                </a:extLst>
              </p:cNvPr>
              <p:cNvGraphicFramePr>
                <a:graphicFrameLocks noGrp="1"/>
              </p:cNvGraphicFramePr>
              <p:nvPr>
                <p:extLst>
                  <p:ext uri="{D42A27DB-BD31-4B8C-83A1-F6EECF244321}">
                    <p14:modId xmlns:p14="http://schemas.microsoft.com/office/powerpoint/2010/main" val="3354775533"/>
                  </p:ext>
                </p:extLst>
              </p:nvPr>
            </p:nvGraphicFramePr>
            <p:xfrm>
              <a:off x="9355158" y="1987854"/>
              <a:ext cx="1958539" cy="3337560"/>
            </p:xfrm>
            <a:graphic>
              <a:graphicData uri="http://schemas.openxmlformats.org/drawingml/2006/table">
                <a:tbl>
                  <a:tblPr firstRow="1" bandRow="1">
                    <a:tableStyleId>{073A0DAA-6AF3-43AB-8588-CEC1D06C72B9}</a:tableStyleId>
                  </a:tblPr>
                  <a:tblGrid>
                    <a:gridCol w="1958539">
                      <a:extLst>
                        <a:ext uri="{9D8B030D-6E8A-4147-A177-3AD203B41FA5}">
                          <a16:colId xmlns:a16="http://schemas.microsoft.com/office/drawing/2014/main" val="1044860251"/>
                        </a:ext>
                      </a:extLst>
                    </a:gridCol>
                  </a:tblGrid>
                  <a:tr h="370840">
                    <a:tc>
                      <a:txBody>
                        <a:bodyPr/>
                        <a:lstStyle/>
                        <a:p>
                          <a:endParaRPr lang="en-US"/>
                        </a:p>
                      </a:txBody>
                      <a:tcPr>
                        <a:blipFill>
                          <a:blip r:embed="rId4"/>
                          <a:stretch>
                            <a:fillRect l="-311" t="-1639" r="-1553" b="-801639"/>
                          </a:stretch>
                        </a:blipFill>
                      </a:tcPr>
                    </a:tc>
                    <a:extLst>
                      <a:ext uri="{0D108BD9-81ED-4DB2-BD59-A6C34878D82A}">
                        <a16:rowId xmlns:a16="http://schemas.microsoft.com/office/drawing/2014/main" val="23180178"/>
                      </a:ext>
                    </a:extLst>
                  </a:tr>
                  <a:tr h="370840">
                    <a:tc>
                      <a:txBody>
                        <a:bodyPr/>
                        <a:lstStyle/>
                        <a:p>
                          <a:endParaRPr lang="en-US"/>
                        </a:p>
                      </a:txBody>
                      <a:tcPr>
                        <a:blipFill>
                          <a:blip r:embed="rId4"/>
                          <a:stretch>
                            <a:fillRect l="-311" t="-101639" r="-1553" b="-701639"/>
                          </a:stretch>
                        </a:blipFill>
                      </a:tcPr>
                    </a:tc>
                    <a:extLst>
                      <a:ext uri="{0D108BD9-81ED-4DB2-BD59-A6C34878D82A}">
                        <a16:rowId xmlns:a16="http://schemas.microsoft.com/office/drawing/2014/main" val="2401292263"/>
                      </a:ext>
                    </a:extLst>
                  </a:tr>
                  <a:tr h="370840">
                    <a:tc>
                      <a:txBody>
                        <a:bodyPr/>
                        <a:lstStyle/>
                        <a:p>
                          <a:endParaRPr lang="en-US"/>
                        </a:p>
                      </a:txBody>
                      <a:tcPr>
                        <a:blipFill>
                          <a:blip r:embed="rId4"/>
                          <a:stretch>
                            <a:fillRect l="-311" t="-201639" r="-1553" b="-601639"/>
                          </a:stretch>
                        </a:blipFill>
                      </a:tcPr>
                    </a:tc>
                    <a:extLst>
                      <a:ext uri="{0D108BD9-81ED-4DB2-BD59-A6C34878D82A}">
                        <a16:rowId xmlns:a16="http://schemas.microsoft.com/office/drawing/2014/main" val="146293780"/>
                      </a:ext>
                    </a:extLst>
                  </a:tr>
                  <a:tr h="370840">
                    <a:tc>
                      <a:txBody>
                        <a:bodyPr/>
                        <a:lstStyle/>
                        <a:p>
                          <a:endParaRPr lang="en-US"/>
                        </a:p>
                      </a:txBody>
                      <a:tcPr>
                        <a:blipFill>
                          <a:blip r:embed="rId4"/>
                          <a:stretch>
                            <a:fillRect l="-311" t="-301639" r="-1553" b="-501639"/>
                          </a:stretch>
                        </a:blipFill>
                      </a:tcPr>
                    </a:tc>
                    <a:extLst>
                      <a:ext uri="{0D108BD9-81ED-4DB2-BD59-A6C34878D82A}">
                        <a16:rowId xmlns:a16="http://schemas.microsoft.com/office/drawing/2014/main" val="1757395884"/>
                      </a:ext>
                    </a:extLst>
                  </a:tr>
                  <a:tr h="370840">
                    <a:tc>
                      <a:txBody>
                        <a:bodyPr/>
                        <a:lstStyle/>
                        <a:p>
                          <a:endParaRPr lang="en-US"/>
                        </a:p>
                      </a:txBody>
                      <a:tcPr>
                        <a:blipFill>
                          <a:blip r:embed="rId4"/>
                          <a:stretch>
                            <a:fillRect l="-311" t="-408333" r="-1553" b="-410000"/>
                          </a:stretch>
                        </a:blipFill>
                      </a:tcPr>
                    </a:tc>
                    <a:extLst>
                      <a:ext uri="{0D108BD9-81ED-4DB2-BD59-A6C34878D82A}">
                        <a16:rowId xmlns:a16="http://schemas.microsoft.com/office/drawing/2014/main" val="167416246"/>
                      </a:ext>
                    </a:extLst>
                  </a:tr>
                  <a:tr h="370840">
                    <a:tc>
                      <a:txBody>
                        <a:bodyPr/>
                        <a:lstStyle/>
                        <a:p>
                          <a:endParaRPr lang="en-US"/>
                        </a:p>
                      </a:txBody>
                      <a:tcPr>
                        <a:blipFill>
                          <a:blip r:embed="rId4"/>
                          <a:stretch>
                            <a:fillRect l="-311" t="-500000" r="-1553" b="-303279"/>
                          </a:stretch>
                        </a:blipFill>
                      </a:tcPr>
                    </a:tc>
                    <a:extLst>
                      <a:ext uri="{0D108BD9-81ED-4DB2-BD59-A6C34878D82A}">
                        <a16:rowId xmlns:a16="http://schemas.microsoft.com/office/drawing/2014/main" val="3994719607"/>
                      </a:ext>
                    </a:extLst>
                  </a:tr>
                  <a:tr h="370840">
                    <a:tc>
                      <a:txBody>
                        <a:bodyPr/>
                        <a:lstStyle/>
                        <a:p>
                          <a:endParaRPr lang="en-US"/>
                        </a:p>
                      </a:txBody>
                      <a:tcPr>
                        <a:blipFill>
                          <a:blip r:embed="rId4"/>
                          <a:stretch>
                            <a:fillRect l="-311" t="-600000" r="-1553" b="-203279"/>
                          </a:stretch>
                        </a:blipFill>
                      </a:tcPr>
                    </a:tc>
                    <a:extLst>
                      <a:ext uri="{0D108BD9-81ED-4DB2-BD59-A6C34878D82A}">
                        <a16:rowId xmlns:a16="http://schemas.microsoft.com/office/drawing/2014/main" val="1656648759"/>
                      </a:ext>
                    </a:extLst>
                  </a:tr>
                  <a:tr h="370840">
                    <a:tc>
                      <a:txBody>
                        <a:bodyPr/>
                        <a:lstStyle/>
                        <a:p>
                          <a:pPr algn="ctr"/>
                          <a:r>
                            <a:rPr lang="en-US" dirty="0"/>
                            <a:t>.</a:t>
                          </a:r>
                          <a:endParaRPr lang="en-PK" dirty="0"/>
                        </a:p>
                      </a:txBody>
                      <a:tcPr/>
                    </a:tc>
                    <a:extLst>
                      <a:ext uri="{0D108BD9-81ED-4DB2-BD59-A6C34878D82A}">
                        <a16:rowId xmlns:a16="http://schemas.microsoft.com/office/drawing/2014/main" val="2913841510"/>
                      </a:ext>
                    </a:extLst>
                  </a:tr>
                  <a:tr h="370840">
                    <a:tc>
                      <a:txBody>
                        <a:bodyPr/>
                        <a:lstStyle/>
                        <a:p>
                          <a:endParaRPr lang="en-US"/>
                        </a:p>
                      </a:txBody>
                      <a:tcPr>
                        <a:blipFill>
                          <a:blip r:embed="rId4"/>
                          <a:stretch>
                            <a:fillRect l="-311" t="-800000" r="-1553" b="-3279"/>
                          </a:stretch>
                        </a:blipFill>
                      </a:tcPr>
                    </a:tc>
                    <a:extLst>
                      <a:ext uri="{0D108BD9-81ED-4DB2-BD59-A6C34878D82A}">
                        <a16:rowId xmlns:a16="http://schemas.microsoft.com/office/drawing/2014/main" val="4262335712"/>
                      </a:ext>
                    </a:extLst>
                  </a:tr>
                </a:tbl>
              </a:graphicData>
            </a:graphic>
          </p:graphicFrame>
        </mc:Fallback>
      </mc:AlternateContent>
    </p:spTree>
    <p:extLst>
      <p:ext uri="{BB962C8B-B14F-4D97-AF65-F5344CB8AC3E}">
        <p14:creationId xmlns:p14="http://schemas.microsoft.com/office/powerpoint/2010/main" val="341590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nodePh="1">
                                  <p:stCondLst>
                                    <p:cond delay="0"/>
                                  </p:stCondLst>
                                  <p:endCondLst>
                                    <p:cond evt="begin" delay="0">
                                      <p:tn val="29"/>
                                    </p:cond>
                                  </p:end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How to Calculate?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6"/>
                <a:ext cx="8486581" cy="494282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a:pPr>
                <a14:m>
                  <m:oMath xmlns:m="http://schemas.openxmlformats.org/officeDocument/2006/math">
                    <m:r>
                      <a:rPr lang="en-US" sz="3200" b="0" i="1" dirty="0" smtClean="0">
                        <a:latin typeface="Cambria Math" panose="02040503050406030204" pitchFamily="18" charset="0"/>
                      </a:rPr>
                      <m:t>𝑊h𝑖𝑙𝑒</m:t>
                    </m:r>
                    <m:r>
                      <a:rPr lang="en-US" sz="3200" i="1" dirty="0" smtClean="0">
                        <a:latin typeface="Cambria Math" panose="02040503050406030204" pitchFamily="18" charset="0"/>
                      </a:rPr>
                      <m:t> </m:t>
                    </m:r>
                    <m:r>
                      <a:rPr lang="en-US" sz="3200" i="1" dirty="0" err="1">
                        <a:latin typeface="Cambria Math" panose="02040503050406030204" pitchFamily="18" charset="0"/>
                      </a:rPr>
                      <m:t>𝑖</m:t>
                    </m:r>
                    <m:r>
                      <a:rPr lang="en-US" sz="3200" i="1" dirty="0">
                        <a:latin typeface="Cambria Math" panose="02040503050406030204" pitchFamily="18" charset="0"/>
                        <a:ea typeface="Cambria Math" panose="02040503050406030204" pitchFamily="18" charset="0"/>
                      </a:rPr>
                      <m:t>×</m:t>
                    </m:r>
                    <m:r>
                      <a:rPr lang="en-US" sz="3200" i="1" dirty="0">
                        <a:latin typeface="Cambria Math" panose="02040503050406030204" pitchFamily="18" charset="0"/>
                      </a:rPr>
                      <m:t>𝑖</m:t>
                    </m:r>
                    <m:r>
                      <a:rPr lang="en-US" sz="3200" b="0" i="1" dirty="0" smtClean="0">
                        <a:latin typeface="Cambria Math" panose="02040503050406030204" pitchFamily="18" charset="0"/>
                      </a:rPr>
                      <m:t>&lt;</m:t>
                    </m:r>
                    <m:r>
                      <a:rPr lang="en-US" sz="3200" b="0" i="1" dirty="0" smtClean="0">
                        <a:latin typeface="Cambria Math" panose="02040503050406030204" pitchFamily="18" charset="0"/>
                      </a:rPr>
                      <m:t>𝑛</m:t>
                    </m:r>
                  </m:oMath>
                </a14:m>
                <a:endParaRPr lang="en-US" sz="3200" b="0" i="1" dirty="0">
                  <a:latin typeface="Cambria Math" panose="02040503050406030204" pitchFamily="18" charset="0"/>
                </a:endParaRPr>
              </a:p>
              <a:p>
                <a:pPr marL="457200" lvl="1" indent="0">
                  <a:lnSpc>
                    <a:spcPct val="120000"/>
                  </a:lnSpc>
                  <a:buNone/>
                </a:pPr>
                <a:r>
                  <a:rPr lang="en-US" sz="3000" dirty="0"/>
                  <a:t>	</a:t>
                </a:r>
                <a14:m>
                  <m:oMath xmlns:m="http://schemas.openxmlformats.org/officeDocument/2006/math">
                    <m:r>
                      <a:rPr lang="en-US" sz="3000" b="0" i="1" dirty="0" smtClean="0">
                        <a:latin typeface="Cambria Math" panose="02040503050406030204" pitchFamily="18" charset="0"/>
                      </a:rPr>
                      <m:t>𝑊𝑟𝑖𝑡𝑒</m:t>
                    </m:r>
                    <m:r>
                      <a:rPr lang="en-US" sz="3000" b="0" i="1" dirty="0" smtClean="0">
                        <a:latin typeface="Cambria Math" panose="02040503050406030204" pitchFamily="18" charset="0"/>
                      </a:rPr>
                      <m:t> </m:t>
                    </m:r>
                    <m:r>
                      <a:rPr lang="en-US" sz="3000" i="1" dirty="0">
                        <a:latin typeface="Cambria Math" panose="02040503050406030204" pitchFamily="18" charset="0"/>
                      </a:rPr>
                      <m:t>𝑖</m:t>
                    </m:r>
                  </m:oMath>
                </a14:m>
                <a:endParaRPr lang="en-US" sz="3000" dirty="0"/>
              </a:p>
              <a:p>
                <a:pPr marL="0" indent="0">
                  <a:lnSpc>
                    <a:spcPct val="120000"/>
                  </a:lnSpc>
                  <a:buNone/>
                </a:pPr>
                <a:r>
                  <a:rPr lang="en-US" sz="3200" dirty="0"/>
                  <a:t>	</a:t>
                </a:r>
                <a14:m>
                  <m:oMath xmlns:m="http://schemas.openxmlformats.org/officeDocument/2006/math">
                    <m:r>
                      <a:rPr lang="en-US" sz="3200" i="1" dirty="0">
                        <a:latin typeface="Cambria Math" panose="02040503050406030204" pitchFamily="18" charset="0"/>
                      </a:rPr>
                      <m:t>𝑖</m:t>
                    </m:r>
                    <m:r>
                      <a:rPr lang="en-US" sz="3200" i="1" dirty="0">
                        <a:latin typeface="Cambria Math" panose="02040503050406030204" pitchFamily="18" charset="0"/>
                      </a:rPr>
                      <m:t>≔</m:t>
                    </m:r>
                    <m:r>
                      <a:rPr lang="en-US" sz="3200" b="0" i="1" dirty="0" smtClean="0">
                        <a:latin typeface="Cambria Math" panose="02040503050406030204" pitchFamily="18" charset="0"/>
                      </a:rPr>
                      <m:t>𝑖</m:t>
                    </m:r>
                    <m:r>
                      <a:rPr lang="en-US" sz="3200" b="0" i="1" dirty="0" smtClean="0">
                        <a:latin typeface="Cambria Math" panose="02040503050406030204" pitchFamily="18" charset="0"/>
                      </a:rPr>
                      <m:t>+1</m:t>
                    </m:r>
                  </m:oMath>
                </a14:m>
                <a:endParaRPr lang="en-US" sz="3200" dirty="0"/>
              </a:p>
              <a:p>
                <a:pPr>
                  <a:lnSpc>
                    <a:spcPct val="120000"/>
                  </a:lnSpc>
                  <a:buFont typeface="Wingdings" panose="05000000000000000000" pitchFamily="2" charset="2"/>
                  <a:buChar char="§"/>
                </a:pPr>
                <a:r>
                  <a:rPr lang="en-US" sz="3200" dirty="0"/>
                  <a:t>Looking at the values of </a:t>
                </a:r>
                <a14:m>
                  <m:oMath xmlns:m="http://schemas.openxmlformats.org/officeDocument/2006/math">
                    <m:r>
                      <a:rPr lang="en-US" sz="3200" b="0" i="1" smtClean="0">
                        <a:latin typeface="Cambria Math" panose="02040503050406030204" pitchFamily="18" charset="0"/>
                      </a:rPr>
                      <m:t>𝑖</m:t>
                    </m:r>
                  </m:oMath>
                </a14:m>
                <a:r>
                  <a:rPr lang="en-US" sz="3200" dirty="0"/>
                  <a:t>, we get </a:t>
                </a:r>
                <a14:m>
                  <m:oMath xmlns:m="http://schemas.openxmlformats.org/officeDocument/2006/math">
                    <m:r>
                      <a:rPr lang="en-US" sz="3200" i="1" dirty="0" smtClean="0">
                        <a:latin typeface="Cambria Math" panose="02040503050406030204" pitchFamily="18" charset="0"/>
                      </a:rPr>
                      <m:t>1,2,</m:t>
                    </m:r>
                    <m:r>
                      <a:rPr lang="en-US" sz="3200" b="0" i="1" dirty="0" smtClean="0">
                        <a:latin typeface="Cambria Math" panose="02040503050406030204" pitchFamily="18" charset="0"/>
                      </a:rPr>
                      <m:t>3</m:t>
                    </m:r>
                    <m:r>
                      <a:rPr lang="en-US" sz="3200" i="1" dirty="0" smtClean="0">
                        <a:latin typeface="Cambria Math" panose="02040503050406030204" pitchFamily="18" charset="0"/>
                      </a:rPr>
                      <m:t>,</m:t>
                    </m:r>
                    <m:r>
                      <a:rPr lang="en-US" sz="3200" b="0" i="1" dirty="0" smtClean="0">
                        <a:latin typeface="Cambria Math" panose="02040503050406030204" pitchFamily="18" charset="0"/>
                      </a:rPr>
                      <m:t>4</m:t>
                    </m:r>
                    <m:r>
                      <a:rPr lang="en-US" sz="3200" i="1" dirty="0" smtClean="0">
                        <a:latin typeface="Cambria Math" panose="02040503050406030204" pitchFamily="18" charset="0"/>
                      </a:rPr>
                      <m:t>,…</m:t>
                    </m:r>
                    <m:r>
                      <a:rPr lang="en-US" sz="3200" b="0" i="1" dirty="0" smtClean="0">
                        <a:latin typeface="Cambria Math" panose="02040503050406030204" pitchFamily="18" charset="0"/>
                      </a:rPr>
                      <m:t>,</m:t>
                    </m:r>
                    <m:r>
                      <a:rPr lang="en-US" sz="3200" b="0" i="1" dirty="0" smtClean="0">
                        <a:latin typeface="Cambria Math" panose="02040503050406030204" pitchFamily="18" charset="0"/>
                      </a:rPr>
                      <m:t>𝑛</m:t>
                    </m:r>
                  </m:oMath>
                </a14:m>
                <a:r>
                  <a:rPr lang="en-US" sz="3200" dirty="0"/>
                  <a:t>.</a:t>
                </a:r>
              </a:p>
              <a:p>
                <a:pPr>
                  <a:lnSpc>
                    <a:spcPct val="120000"/>
                  </a:lnSpc>
                  <a:buFont typeface="Wingdings" panose="05000000000000000000" pitchFamily="2" charset="2"/>
                  <a:buChar char="§"/>
                </a:pPr>
                <a:r>
                  <a:rPr lang="en-US" sz="3200" dirty="0"/>
                  <a:t>But the way we are matching </a:t>
                </a:r>
                <a14:m>
                  <m:oMath xmlns:m="http://schemas.openxmlformats.org/officeDocument/2006/math">
                    <m:r>
                      <a:rPr lang="en-US" sz="3200" b="0" i="1" smtClean="0">
                        <a:latin typeface="Cambria Math" panose="02040503050406030204" pitchFamily="18" charset="0"/>
                      </a:rPr>
                      <m:t>𝑖</m:t>
                    </m:r>
                  </m:oMath>
                </a14:m>
                <a:r>
                  <a:rPr lang="en-US" sz="3200" dirty="0"/>
                  <a:t> is not the same. The loop will terminate when </a:t>
                </a:r>
                <a14:m>
                  <m:oMath xmlns:m="http://schemas.openxmlformats.org/officeDocument/2006/math">
                    <m:r>
                      <a:rPr lang="en-US" sz="3200" b="0" i="1" smtClean="0">
                        <a:latin typeface="Cambria Math" panose="02040503050406030204" pitchFamily="18" charset="0"/>
                      </a:rPr>
                      <m:t>𝑖</m:t>
                    </m:r>
                    <m:r>
                      <a:rPr lang="en-US" sz="3200" i="1" dirty="0">
                        <a:latin typeface="Cambria Math" panose="02040503050406030204" pitchFamily="18" charset="0"/>
                        <a:ea typeface="Cambria Math" panose="02040503050406030204" pitchFamily="18" charset="0"/>
                      </a:rPr>
                      <m:t>×</m:t>
                    </m:r>
                    <m:r>
                      <a:rPr lang="en-US" sz="3200" i="1" dirty="0">
                        <a:latin typeface="Cambria Math" panose="02040503050406030204" pitchFamily="18" charset="0"/>
                      </a:rPr>
                      <m:t>𝑖</m:t>
                    </m:r>
                    <m:r>
                      <a:rPr lang="en-US" sz="3200" b="0" i="1" dirty="0" smtClean="0">
                        <a:latin typeface="Cambria Math" panose="02040503050406030204" pitchFamily="18" charset="0"/>
                      </a:rPr>
                      <m:t>≥</m:t>
                    </m:r>
                    <m:r>
                      <a:rPr lang="en-US" sz="3200" b="0" i="1" dirty="0" smtClean="0">
                        <a:latin typeface="Cambria Math" panose="02040503050406030204" pitchFamily="18" charset="0"/>
                      </a:rPr>
                      <m:t>𝑛</m:t>
                    </m:r>
                  </m:oMath>
                </a14:m>
                <a:r>
                  <a:rPr lang="en-US" sz="3200" dirty="0"/>
                  <a:t>.</a:t>
                </a:r>
              </a:p>
              <a:p>
                <a:pPr>
                  <a:lnSpc>
                    <a:spcPct val="120000"/>
                  </a:lnSpc>
                  <a:buFont typeface="Wingdings" panose="05000000000000000000" pitchFamily="2" charset="2"/>
                  <a:buChar char="§"/>
                </a:pPr>
                <a:r>
                  <a:rPr lang="en-US" sz="3200" dirty="0"/>
                  <a:t>Therefore,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𝑖</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m:t>
                    </m:r>
                    <m:r>
                      <a:rPr lang="en-US" sz="3200" b="0" i="1" smtClean="0">
                        <a:latin typeface="Cambria Math" panose="02040503050406030204" pitchFamily="18" charset="0"/>
                      </a:rPr>
                      <m:t>𝑖</m:t>
                    </m:r>
                    <m:r>
                      <a:rPr lang="en-US" sz="3200" b="0" i="1" smtClean="0">
                        <a:latin typeface="Cambria Math" panose="02040503050406030204" pitchFamily="18" charset="0"/>
                      </a:rPr>
                      <m:t>=</m:t>
                    </m:r>
                    <m:rad>
                      <m:radPr>
                        <m:degHide m:val="on"/>
                        <m:ctrlPr>
                          <a:rPr lang="en-US" sz="3200" b="0" i="1" smtClean="0">
                            <a:latin typeface="Cambria Math" panose="02040503050406030204" pitchFamily="18" charset="0"/>
                          </a:rPr>
                        </m:ctrlPr>
                      </m:radPr>
                      <m:deg/>
                      <m:e>
                        <m:r>
                          <a:rPr lang="en-US" sz="3200" b="0" i="1" smtClean="0">
                            <a:latin typeface="Cambria Math" panose="02040503050406030204" pitchFamily="18" charset="0"/>
                          </a:rPr>
                          <m:t>𝑛</m:t>
                        </m:r>
                      </m:e>
                    </m:rad>
                  </m:oMath>
                </a14:m>
                <a:endParaRPr lang="en-US" sz="3200" dirty="0"/>
              </a:p>
              <a:p>
                <a:pPr>
                  <a:lnSpc>
                    <a:spcPct val="120000"/>
                  </a:lnSpc>
                  <a:buFont typeface="Wingdings" panose="05000000000000000000" pitchFamily="2" charset="2"/>
                  <a:buChar char="§"/>
                </a:pPr>
                <a:r>
                  <a:rPr lang="en-US" sz="3200"/>
                  <a:t>So, </a:t>
                </a:r>
                <a:r>
                  <a:rPr lang="en-US" sz="3200" dirty="0"/>
                  <a:t>the complexity will be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ad>
                          <m:radPr>
                            <m:degHide m:val="on"/>
                            <m:ctrlPr>
                              <a:rPr lang="en-US" sz="3200" i="1">
                                <a:latin typeface="Cambria Math" panose="02040503050406030204" pitchFamily="18" charset="0"/>
                              </a:rPr>
                            </m:ctrlPr>
                          </m:radPr>
                          <m:deg/>
                          <m:e>
                            <m:r>
                              <a:rPr lang="en-US" sz="3200" i="1">
                                <a:latin typeface="Cambria Math" panose="02040503050406030204" pitchFamily="18" charset="0"/>
                              </a:rPr>
                              <m:t>𝑛</m:t>
                            </m:r>
                          </m:e>
                        </m:rad>
                      </m:e>
                    </m:d>
                  </m:oMath>
                </a14:m>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3" y="1532586"/>
                <a:ext cx="8486581" cy="4942829"/>
              </a:xfrm>
              <a:prstGeom prst="rect">
                <a:avLst/>
              </a:prstGeom>
              <a:blipFill>
                <a:blip r:embed="rId3"/>
                <a:stretch>
                  <a:fillRect l="-1437" r="-862" b="-247"/>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7AFABD42-D8C4-F925-3979-2DBCC4449B67}"/>
              </a:ext>
            </a:extLst>
          </p:cNvPr>
          <p:cNvSpPr txBox="1">
            <a:spLocks/>
          </p:cNvSpPr>
          <p:nvPr/>
        </p:nvSpPr>
        <p:spPr>
          <a:xfrm>
            <a:off x="6086275" y="1532586"/>
            <a:ext cx="58756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en-US" sz="3200"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33863AAE-FAFA-4931-FB78-C6A184FC9B57}"/>
                  </a:ext>
                </a:extLst>
              </p:cNvPr>
              <p:cNvGraphicFramePr>
                <a:graphicFrameLocks noGrp="1"/>
              </p:cNvGraphicFramePr>
              <p:nvPr>
                <p:extLst>
                  <p:ext uri="{D42A27DB-BD31-4B8C-83A1-F6EECF244321}">
                    <p14:modId xmlns:p14="http://schemas.microsoft.com/office/powerpoint/2010/main" val="335108061"/>
                  </p:ext>
                </p:extLst>
              </p:nvPr>
            </p:nvGraphicFramePr>
            <p:xfrm>
              <a:off x="9355158" y="1987854"/>
              <a:ext cx="1958539" cy="3337560"/>
            </p:xfrm>
            <a:graphic>
              <a:graphicData uri="http://schemas.openxmlformats.org/drawingml/2006/table">
                <a:tbl>
                  <a:tblPr firstRow="1" bandRow="1">
                    <a:tableStyleId>{073A0DAA-6AF3-43AB-8588-CEC1D06C72B9}</a:tableStyleId>
                  </a:tblPr>
                  <a:tblGrid>
                    <a:gridCol w="1958539">
                      <a:extLst>
                        <a:ext uri="{9D8B030D-6E8A-4147-A177-3AD203B41FA5}">
                          <a16:colId xmlns:a16="http://schemas.microsoft.com/office/drawing/2014/main" val="1044860251"/>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𝒊</m:t>
                                </m:r>
                              </m:oMath>
                            </m:oMathPara>
                          </a14:m>
                          <a:endParaRPr lang="en-PK" dirty="0"/>
                        </a:p>
                      </a:txBody>
                      <a:tcPr/>
                    </a:tc>
                    <a:extLst>
                      <a:ext uri="{0D108BD9-81ED-4DB2-BD59-A6C34878D82A}">
                        <a16:rowId xmlns:a16="http://schemas.microsoft.com/office/drawing/2014/main" val="23180178"/>
                      </a:ext>
                    </a:extLst>
                  </a:tr>
                  <a:tr h="370840">
                    <a:tc>
                      <a:txBody>
                        <a:bodyPr/>
                        <a:lstStyle/>
                        <a:p>
                          <a:pPr algn="ct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1</m:t>
                                </m:r>
                              </m:oMath>
                            </m:oMathPara>
                          </a14:m>
                          <a:endParaRPr lang="en-PK" dirty="0"/>
                        </a:p>
                      </a:txBody>
                      <a:tcPr/>
                    </a:tc>
                    <a:extLst>
                      <a:ext uri="{0D108BD9-81ED-4DB2-BD59-A6C34878D82A}">
                        <a16:rowId xmlns:a16="http://schemas.microsoft.com/office/drawing/2014/main" val="2401292263"/>
                      </a:ext>
                    </a:extLst>
                  </a:tr>
                  <a:tr h="370840">
                    <a:tc>
                      <a:txBody>
                        <a:bodyPr/>
                        <a:lstStyle/>
                        <a:p>
                          <a:pPr algn="ct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PK" dirty="0"/>
                        </a:p>
                      </a:txBody>
                      <a:tcPr/>
                    </a:tc>
                    <a:extLst>
                      <a:ext uri="{0D108BD9-81ED-4DB2-BD59-A6C34878D82A}">
                        <a16:rowId xmlns:a16="http://schemas.microsoft.com/office/drawing/2014/main" val="146293780"/>
                      </a:ext>
                    </a:extLst>
                  </a:tr>
                  <a:tr h="370840">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m:t>
                                </m:r>
                              </m:oMath>
                            </m:oMathPara>
                          </a14:m>
                          <a:endParaRPr lang="en-PK" dirty="0"/>
                        </a:p>
                      </a:txBody>
                      <a:tcPr/>
                    </a:tc>
                    <a:extLst>
                      <a:ext uri="{0D108BD9-81ED-4DB2-BD59-A6C34878D82A}">
                        <a16:rowId xmlns:a16="http://schemas.microsoft.com/office/drawing/2014/main" val="1757395884"/>
                      </a:ext>
                    </a:extLst>
                  </a:tr>
                  <a:tr h="370840">
                    <a:tc>
                      <a:txBody>
                        <a:bodyPr/>
                        <a:lstStyle/>
                        <a:p>
                          <a:pPr algn="ctr"/>
                          <a:r>
                            <a:rPr lang="en-US" dirty="0"/>
                            <a:t>4</a:t>
                          </a:r>
                          <a:endParaRPr lang="en-PK" dirty="0"/>
                        </a:p>
                      </a:txBody>
                      <a:tcPr/>
                    </a:tc>
                    <a:extLst>
                      <a:ext uri="{0D108BD9-81ED-4DB2-BD59-A6C34878D82A}">
                        <a16:rowId xmlns:a16="http://schemas.microsoft.com/office/drawing/2014/main" val="167416246"/>
                      </a:ext>
                    </a:extLst>
                  </a:tr>
                  <a:tr h="370840">
                    <a:tc>
                      <a:txBody>
                        <a:bodyPr/>
                        <a:lstStyle/>
                        <a:p>
                          <a:pPr algn="ctr"/>
                          <a:r>
                            <a:rPr lang="en-US" dirty="0"/>
                            <a:t>5</a:t>
                          </a:r>
                          <a:endParaRPr lang="en-PK" dirty="0"/>
                        </a:p>
                      </a:txBody>
                      <a:tcPr/>
                    </a:tc>
                    <a:extLst>
                      <a:ext uri="{0D108BD9-81ED-4DB2-BD59-A6C34878D82A}">
                        <a16:rowId xmlns:a16="http://schemas.microsoft.com/office/drawing/2014/main" val="3994719607"/>
                      </a:ext>
                    </a:extLst>
                  </a:tr>
                  <a:tr h="370840">
                    <a:tc>
                      <a:txBody>
                        <a:bodyPr/>
                        <a:lstStyle/>
                        <a:p>
                          <a:pPr algn="ctr"/>
                          <a:r>
                            <a:rPr lang="en-US" dirty="0"/>
                            <a:t>6</a:t>
                          </a:r>
                          <a:endParaRPr lang="en-PK" dirty="0"/>
                        </a:p>
                      </a:txBody>
                      <a:tcPr/>
                    </a:tc>
                    <a:extLst>
                      <a:ext uri="{0D108BD9-81ED-4DB2-BD59-A6C34878D82A}">
                        <a16:rowId xmlns:a16="http://schemas.microsoft.com/office/drawing/2014/main" val="1656648759"/>
                      </a:ext>
                    </a:extLst>
                  </a:tr>
                  <a:tr h="370840">
                    <a:tc>
                      <a:txBody>
                        <a:bodyPr/>
                        <a:lstStyle/>
                        <a:p>
                          <a:pPr algn="ctr"/>
                          <a:r>
                            <a:rPr lang="en-US" dirty="0"/>
                            <a:t>.</a:t>
                          </a:r>
                          <a:endParaRPr lang="en-PK" dirty="0"/>
                        </a:p>
                      </a:txBody>
                      <a:tcPr/>
                    </a:tc>
                    <a:extLst>
                      <a:ext uri="{0D108BD9-81ED-4DB2-BD59-A6C34878D82A}">
                        <a16:rowId xmlns:a16="http://schemas.microsoft.com/office/drawing/2014/main" val="2913841510"/>
                      </a:ext>
                    </a:extLst>
                  </a:tr>
                  <a:tr h="370840">
                    <a:tc>
                      <a:txBody>
                        <a:bodyPr/>
                        <a:lstStyle/>
                        <a:p>
                          <a:pPr algn="ctr"/>
                          <a14:m>
                            <m:oMathPara xmlns:m="http://schemas.openxmlformats.org/officeDocument/2006/math">
                              <m:oMathParaPr>
                                <m:jc m:val="centerGroup"/>
                              </m:oMathParaPr>
                              <m:oMath xmlns:m="http://schemas.openxmlformats.org/officeDocument/2006/math">
                                <m:r>
                                  <a:rPr lang="en-US" sz="1800" b="0" i="1" dirty="0" smtClean="0">
                                    <a:latin typeface="Cambria Math" panose="02040503050406030204" pitchFamily="18" charset="0"/>
                                    <a:ea typeface="Cambria Math" panose="02040503050406030204" pitchFamily="18" charset="0"/>
                                  </a:rPr>
                                  <m:t>𝑖</m:t>
                                </m:r>
                                <m:r>
                                  <a:rPr lang="en-US" sz="1800" i="1" dirty="0" smtClean="0">
                                    <a:latin typeface="Cambria Math" panose="02040503050406030204" pitchFamily="18" charset="0"/>
                                    <a:ea typeface="Cambria Math" panose="02040503050406030204" pitchFamily="18" charset="0"/>
                                  </a:rPr>
                                  <m:t>×</m:t>
                                </m:r>
                                <m:r>
                                  <a:rPr lang="en-US" sz="1800" b="0" i="1" dirty="0" smtClean="0">
                                    <a:latin typeface="Cambria Math" panose="02040503050406030204" pitchFamily="18" charset="0"/>
                                  </a:rPr>
                                  <m:t>𝑖</m:t>
                                </m:r>
                              </m:oMath>
                            </m:oMathPara>
                          </a14:m>
                          <a:endParaRPr lang="en-PK" dirty="0"/>
                        </a:p>
                      </a:txBody>
                      <a:tcPr/>
                    </a:tc>
                    <a:extLst>
                      <a:ext uri="{0D108BD9-81ED-4DB2-BD59-A6C34878D82A}">
                        <a16:rowId xmlns:a16="http://schemas.microsoft.com/office/drawing/2014/main" val="4262335712"/>
                      </a:ext>
                    </a:extLst>
                  </a:tr>
                </a:tbl>
              </a:graphicData>
            </a:graphic>
          </p:graphicFrame>
        </mc:Choice>
        <mc:Fallback xmlns="">
          <p:graphicFrame>
            <p:nvGraphicFramePr>
              <p:cNvPr id="5" name="Table 5">
                <a:extLst>
                  <a:ext uri="{FF2B5EF4-FFF2-40B4-BE49-F238E27FC236}">
                    <a16:creationId xmlns:a16="http://schemas.microsoft.com/office/drawing/2014/main" id="{33863AAE-FAFA-4931-FB78-C6A184FC9B57}"/>
                  </a:ext>
                </a:extLst>
              </p:cNvPr>
              <p:cNvGraphicFramePr>
                <a:graphicFrameLocks noGrp="1"/>
              </p:cNvGraphicFramePr>
              <p:nvPr>
                <p:extLst>
                  <p:ext uri="{D42A27DB-BD31-4B8C-83A1-F6EECF244321}">
                    <p14:modId xmlns:p14="http://schemas.microsoft.com/office/powerpoint/2010/main" val="335108061"/>
                  </p:ext>
                </p:extLst>
              </p:nvPr>
            </p:nvGraphicFramePr>
            <p:xfrm>
              <a:off x="9355158" y="1987854"/>
              <a:ext cx="1958539" cy="3337560"/>
            </p:xfrm>
            <a:graphic>
              <a:graphicData uri="http://schemas.openxmlformats.org/drawingml/2006/table">
                <a:tbl>
                  <a:tblPr firstRow="1" bandRow="1">
                    <a:tableStyleId>{073A0DAA-6AF3-43AB-8588-CEC1D06C72B9}</a:tableStyleId>
                  </a:tblPr>
                  <a:tblGrid>
                    <a:gridCol w="1958539">
                      <a:extLst>
                        <a:ext uri="{9D8B030D-6E8A-4147-A177-3AD203B41FA5}">
                          <a16:colId xmlns:a16="http://schemas.microsoft.com/office/drawing/2014/main" val="1044860251"/>
                        </a:ext>
                      </a:extLst>
                    </a:gridCol>
                  </a:tblGrid>
                  <a:tr h="370840">
                    <a:tc>
                      <a:txBody>
                        <a:bodyPr/>
                        <a:lstStyle/>
                        <a:p>
                          <a:endParaRPr lang="en-US"/>
                        </a:p>
                      </a:txBody>
                      <a:tcPr>
                        <a:blipFill>
                          <a:blip r:embed="rId4"/>
                          <a:stretch>
                            <a:fillRect l="-311" t="-1639" r="-1553" b="-801639"/>
                          </a:stretch>
                        </a:blipFill>
                      </a:tcPr>
                    </a:tc>
                    <a:extLst>
                      <a:ext uri="{0D108BD9-81ED-4DB2-BD59-A6C34878D82A}">
                        <a16:rowId xmlns:a16="http://schemas.microsoft.com/office/drawing/2014/main" val="23180178"/>
                      </a:ext>
                    </a:extLst>
                  </a:tr>
                  <a:tr h="370840">
                    <a:tc>
                      <a:txBody>
                        <a:bodyPr/>
                        <a:lstStyle/>
                        <a:p>
                          <a:endParaRPr lang="en-US"/>
                        </a:p>
                      </a:txBody>
                      <a:tcPr>
                        <a:blipFill>
                          <a:blip r:embed="rId4"/>
                          <a:stretch>
                            <a:fillRect l="-311" t="-101639" r="-1553" b="-701639"/>
                          </a:stretch>
                        </a:blipFill>
                      </a:tcPr>
                    </a:tc>
                    <a:extLst>
                      <a:ext uri="{0D108BD9-81ED-4DB2-BD59-A6C34878D82A}">
                        <a16:rowId xmlns:a16="http://schemas.microsoft.com/office/drawing/2014/main" val="2401292263"/>
                      </a:ext>
                    </a:extLst>
                  </a:tr>
                  <a:tr h="370840">
                    <a:tc>
                      <a:txBody>
                        <a:bodyPr/>
                        <a:lstStyle/>
                        <a:p>
                          <a:endParaRPr lang="en-US"/>
                        </a:p>
                      </a:txBody>
                      <a:tcPr>
                        <a:blipFill>
                          <a:blip r:embed="rId4"/>
                          <a:stretch>
                            <a:fillRect l="-311" t="-201639" r="-1553" b="-601639"/>
                          </a:stretch>
                        </a:blipFill>
                      </a:tcPr>
                    </a:tc>
                    <a:extLst>
                      <a:ext uri="{0D108BD9-81ED-4DB2-BD59-A6C34878D82A}">
                        <a16:rowId xmlns:a16="http://schemas.microsoft.com/office/drawing/2014/main" val="146293780"/>
                      </a:ext>
                    </a:extLst>
                  </a:tr>
                  <a:tr h="370840">
                    <a:tc>
                      <a:txBody>
                        <a:bodyPr/>
                        <a:lstStyle/>
                        <a:p>
                          <a:endParaRPr lang="en-US"/>
                        </a:p>
                      </a:txBody>
                      <a:tcPr>
                        <a:blipFill>
                          <a:blip r:embed="rId4"/>
                          <a:stretch>
                            <a:fillRect l="-311" t="-301639" r="-1553" b="-501639"/>
                          </a:stretch>
                        </a:blipFill>
                      </a:tcPr>
                    </a:tc>
                    <a:extLst>
                      <a:ext uri="{0D108BD9-81ED-4DB2-BD59-A6C34878D82A}">
                        <a16:rowId xmlns:a16="http://schemas.microsoft.com/office/drawing/2014/main" val="1757395884"/>
                      </a:ext>
                    </a:extLst>
                  </a:tr>
                  <a:tr h="370840">
                    <a:tc>
                      <a:txBody>
                        <a:bodyPr/>
                        <a:lstStyle/>
                        <a:p>
                          <a:pPr algn="ctr"/>
                          <a:r>
                            <a:rPr lang="en-US" dirty="0"/>
                            <a:t>4</a:t>
                          </a:r>
                          <a:endParaRPr lang="en-PK" dirty="0"/>
                        </a:p>
                      </a:txBody>
                      <a:tcPr/>
                    </a:tc>
                    <a:extLst>
                      <a:ext uri="{0D108BD9-81ED-4DB2-BD59-A6C34878D82A}">
                        <a16:rowId xmlns:a16="http://schemas.microsoft.com/office/drawing/2014/main" val="167416246"/>
                      </a:ext>
                    </a:extLst>
                  </a:tr>
                  <a:tr h="370840">
                    <a:tc>
                      <a:txBody>
                        <a:bodyPr/>
                        <a:lstStyle/>
                        <a:p>
                          <a:pPr algn="ctr"/>
                          <a:r>
                            <a:rPr lang="en-US" dirty="0"/>
                            <a:t>5</a:t>
                          </a:r>
                          <a:endParaRPr lang="en-PK" dirty="0"/>
                        </a:p>
                      </a:txBody>
                      <a:tcPr/>
                    </a:tc>
                    <a:extLst>
                      <a:ext uri="{0D108BD9-81ED-4DB2-BD59-A6C34878D82A}">
                        <a16:rowId xmlns:a16="http://schemas.microsoft.com/office/drawing/2014/main" val="3994719607"/>
                      </a:ext>
                    </a:extLst>
                  </a:tr>
                  <a:tr h="370840">
                    <a:tc>
                      <a:txBody>
                        <a:bodyPr/>
                        <a:lstStyle/>
                        <a:p>
                          <a:pPr algn="ctr"/>
                          <a:r>
                            <a:rPr lang="en-US" dirty="0"/>
                            <a:t>6</a:t>
                          </a:r>
                          <a:endParaRPr lang="en-PK" dirty="0"/>
                        </a:p>
                      </a:txBody>
                      <a:tcPr/>
                    </a:tc>
                    <a:extLst>
                      <a:ext uri="{0D108BD9-81ED-4DB2-BD59-A6C34878D82A}">
                        <a16:rowId xmlns:a16="http://schemas.microsoft.com/office/drawing/2014/main" val="1656648759"/>
                      </a:ext>
                    </a:extLst>
                  </a:tr>
                  <a:tr h="370840">
                    <a:tc>
                      <a:txBody>
                        <a:bodyPr/>
                        <a:lstStyle/>
                        <a:p>
                          <a:pPr algn="ctr"/>
                          <a:r>
                            <a:rPr lang="en-US" dirty="0"/>
                            <a:t>.</a:t>
                          </a:r>
                          <a:endParaRPr lang="en-PK" dirty="0"/>
                        </a:p>
                      </a:txBody>
                      <a:tcPr/>
                    </a:tc>
                    <a:extLst>
                      <a:ext uri="{0D108BD9-81ED-4DB2-BD59-A6C34878D82A}">
                        <a16:rowId xmlns:a16="http://schemas.microsoft.com/office/drawing/2014/main" val="2913841510"/>
                      </a:ext>
                    </a:extLst>
                  </a:tr>
                  <a:tr h="370840">
                    <a:tc>
                      <a:txBody>
                        <a:bodyPr/>
                        <a:lstStyle/>
                        <a:p>
                          <a:endParaRPr lang="en-US"/>
                        </a:p>
                      </a:txBody>
                      <a:tcPr>
                        <a:blipFill>
                          <a:blip r:embed="rId4"/>
                          <a:stretch>
                            <a:fillRect l="-311" t="-800000" r="-1553" b="-3279"/>
                          </a:stretch>
                        </a:blipFill>
                      </a:tcPr>
                    </a:tc>
                    <a:extLst>
                      <a:ext uri="{0D108BD9-81ED-4DB2-BD59-A6C34878D82A}">
                        <a16:rowId xmlns:a16="http://schemas.microsoft.com/office/drawing/2014/main" val="4262335712"/>
                      </a:ext>
                    </a:extLst>
                  </a:tr>
                </a:tbl>
              </a:graphicData>
            </a:graphic>
          </p:graphicFrame>
        </mc:Fallback>
      </mc:AlternateContent>
    </p:spTree>
    <p:extLst>
      <p:ext uri="{BB962C8B-B14F-4D97-AF65-F5344CB8AC3E}">
        <p14:creationId xmlns:p14="http://schemas.microsoft.com/office/powerpoint/2010/main" val="402047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nodePh="1">
                                  <p:stCondLst>
                                    <p:cond delay="0"/>
                                  </p:stCondLst>
                                  <p:endCondLst>
                                    <p:cond evt="begin" delay="0">
                                      <p:tn val="33"/>
                                    </p:cond>
                                  </p:endCondLst>
                                  <p:childTnLst>
                                    <p:set>
                                      <p:cBhvr>
                                        <p:cTn id="3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Write Pseudocode and compute worst-case time complexity of an algorithm which takes your year of birth and current year as input and returns the total number of leap years which fell in between these two years.</a:t>
            </a:r>
          </a:p>
        </p:txBody>
      </p:sp>
    </p:spTree>
    <p:extLst>
      <p:ext uri="{BB962C8B-B14F-4D97-AF65-F5344CB8AC3E}">
        <p14:creationId xmlns:p14="http://schemas.microsoft.com/office/powerpoint/2010/main" val="137781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Bubble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54804"/>
                <a:ext cx="7031754" cy="5020612"/>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Worst-case will be if the input array is sorted in reverse order.</a:t>
                </a:r>
              </a:p>
              <a:p>
                <a:pPr>
                  <a:lnSpc>
                    <a:spcPct val="120000"/>
                  </a:lnSpc>
                  <a:buFont typeface="Wingdings" panose="05000000000000000000" pitchFamily="2" charset="2"/>
                  <a:buChar char="§"/>
                </a:pPr>
                <a:r>
                  <a:rPr lang="en-US" sz="3200" dirty="0"/>
                  <a:t>If we look closely, there is an outer loop and an inner loop.</a:t>
                </a:r>
              </a:p>
              <a:p>
                <a:pPr>
                  <a:lnSpc>
                    <a:spcPct val="120000"/>
                  </a:lnSpc>
                  <a:buFont typeface="Wingdings" panose="05000000000000000000" pitchFamily="2" charset="2"/>
                  <a:buChar char="§"/>
                </a:pPr>
                <a:r>
                  <a:rPr lang="en-US" sz="3200" dirty="0"/>
                  <a:t>The outer loop runs </a:t>
                </a:r>
                <a14:m>
                  <m:oMath xmlns:m="http://schemas.openxmlformats.org/officeDocument/2006/math">
                    <m:r>
                      <a:rPr lang="en-US" sz="3200" i="1" dirty="0" smtClean="0">
                        <a:latin typeface="Cambria Math" panose="02040503050406030204" pitchFamily="18" charset="0"/>
                      </a:rPr>
                      <m:t>𝑛</m:t>
                    </m:r>
                    <m:r>
                      <a:rPr lang="en-US" sz="3200" b="0" i="1" dirty="0" smtClean="0">
                        <a:latin typeface="Cambria Math" panose="02040503050406030204" pitchFamily="18" charset="0"/>
                      </a:rPr>
                      <m:t>−1</m:t>
                    </m:r>
                  </m:oMath>
                </a14:m>
                <a:r>
                  <a:rPr lang="en-US" sz="3200" dirty="0"/>
                  <a:t> times and for each iteration of outer loop, an inner loop runs for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−1</m:t>
                    </m:r>
                  </m:oMath>
                </a14:m>
                <a:r>
                  <a:rPr lang="en-US" sz="3200" dirty="0"/>
                  <a:t> times.</a:t>
                </a:r>
              </a:p>
              <a:p>
                <a:pPr>
                  <a:lnSpc>
                    <a:spcPct val="120000"/>
                  </a:lnSpc>
                  <a:buFont typeface="Wingdings" panose="05000000000000000000" pitchFamily="2" charset="2"/>
                  <a:buChar char="§"/>
                </a:pPr>
                <a:r>
                  <a:rPr lang="en-US" sz="3200" dirty="0"/>
                  <a:t>Now for an array of size 4, the algorithm will run for </a:t>
                </a:r>
                <a14:m>
                  <m:oMath xmlns:m="http://schemas.openxmlformats.org/officeDocument/2006/math">
                    <m:d>
                      <m:dPr>
                        <m:ctrlPr>
                          <a:rPr lang="en-US" sz="3200" i="1" dirty="0" smtClean="0">
                            <a:latin typeface="Cambria Math" panose="02040503050406030204" pitchFamily="18" charset="0"/>
                          </a:rPr>
                        </m:ctrlPr>
                      </m:dPr>
                      <m:e>
                        <m:r>
                          <a:rPr lang="en-US" sz="3200" i="1" dirty="0" smtClean="0">
                            <a:latin typeface="Cambria Math" panose="02040503050406030204" pitchFamily="18" charset="0"/>
                          </a:rPr>
                          <m:t>𝑛</m:t>
                        </m:r>
                        <m:r>
                          <a:rPr lang="en-US" sz="3200" i="1" dirty="0" smtClean="0">
                            <a:latin typeface="Cambria Math" panose="02040503050406030204" pitchFamily="18" charset="0"/>
                          </a:rPr>
                          <m:t>−1</m:t>
                        </m:r>
                      </m:e>
                    </m:d>
                  </m:oMath>
                </a14:m>
                <a:r>
                  <a:rPr lang="en-US" sz="3200" dirty="0"/>
                  <a:t> iterations 4 times, i.e.,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−1)</m:t>
                    </m:r>
                  </m:oMath>
                </a14:m>
                <a:r>
                  <a:rPr lang="en-US" sz="3200" dirty="0"/>
                  <a:t>. Therefore, the time complexity will be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r>
                      <a:rPr lang="en-US" sz="3200" b="0" i="1" smtClean="0">
                        <a:latin typeface="Cambria Math" panose="02040503050406030204" pitchFamily="18" charset="0"/>
                      </a:rPr>
                      <m:t>.</m:t>
                    </m:r>
                  </m:oMath>
                </a14:m>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454804"/>
                <a:ext cx="7031754" cy="5020612"/>
              </a:xfrm>
              <a:prstGeom prst="rect">
                <a:avLst/>
              </a:prstGeom>
              <a:blipFill>
                <a:blip r:embed="rId3"/>
                <a:stretch>
                  <a:fillRect l="-1386" t="-1094" r="-1473"/>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84F51D7-863A-A786-75D7-D89F2C4F06C1}"/>
                  </a:ext>
                </a:extLst>
              </p:cNvPr>
              <p:cNvSpPr txBox="1">
                <a:spLocks/>
              </p:cNvSpPr>
              <p:nvPr/>
            </p:nvSpPr>
            <p:spPr>
              <a:xfrm>
                <a:off x="7252138" y="1449384"/>
                <a:ext cx="4711261" cy="494441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BUBBLE_SORT</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A, n)</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:=0</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𝐼</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&gt;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1828800" lvl="3"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𝑆𝑊𝐴𝑃</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𝑗</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+1</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4" name="Content Placeholder 2">
                <a:extLst>
                  <a:ext uri="{FF2B5EF4-FFF2-40B4-BE49-F238E27FC236}">
                    <a16:creationId xmlns:a16="http://schemas.microsoft.com/office/drawing/2014/main" id="{A84F51D7-863A-A786-75D7-D89F2C4F06C1}"/>
                  </a:ext>
                </a:extLst>
              </p:cNvPr>
              <p:cNvSpPr txBox="1">
                <a:spLocks noRot="1" noChangeAspect="1" noMove="1" noResize="1" noEditPoints="1" noAdjustHandles="1" noChangeArrowheads="1" noChangeShapeType="1" noTextEdit="1"/>
              </p:cNvSpPr>
              <p:nvPr/>
            </p:nvSpPr>
            <p:spPr>
              <a:xfrm>
                <a:off x="7252138" y="1449384"/>
                <a:ext cx="4711261" cy="4944413"/>
              </a:xfrm>
              <a:prstGeom prst="rect">
                <a:avLst/>
              </a:prstGeom>
              <a:blipFill>
                <a:blip r:embed="rId4"/>
                <a:stretch>
                  <a:fillRect l="-2073" t="-986"/>
                </a:stretch>
              </a:blipFill>
            </p:spPr>
            <p:txBody>
              <a:bodyPr/>
              <a:lstStyle/>
              <a:p>
                <a:r>
                  <a:rPr lang="en-PK">
                    <a:noFill/>
                  </a:rPr>
                  <a:t> </a:t>
                </a:r>
              </a:p>
            </p:txBody>
          </p:sp>
        </mc:Fallback>
      </mc:AlternateContent>
    </p:spTree>
    <p:extLst>
      <p:ext uri="{BB962C8B-B14F-4D97-AF65-F5344CB8AC3E}">
        <p14:creationId xmlns:p14="http://schemas.microsoft.com/office/powerpoint/2010/main" val="342698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Selection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54804"/>
                <a:ext cx="7031754" cy="5020612"/>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outer loop runs for </a:t>
                </a:r>
                <a14:m>
                  <m:oMath xmlns:m="http://schemas.openxmlformats.org/officeDocument/2006/math">
                    <m:r>
                      <a:rPr lang="en-US" sz="3200" i="1" dirty="0">
                        <a:latin typeface="Cambria Math" panose="02040503050406030204" pitchFamily="18" charset="0"/>
                      </a:rPr>
                      <m:t>𝑛</m:t>
                    </m:r>
                    <m:r>
                      <a:rPr lang="en-US" sz="3200" i="1" dirty="0">
                        <a:latin typeface="Cambria Math" panose="02040503050406030204" pitchFamily="18" charset="0"/>
                      </a:rPr>
                      <m:t>−1</m:t>
                    </m:r>
                  </m:oMath>
                </a14:m>
                <a:r>
                  <a:rPr lang="en-US" sz="3200" dirty="0"/>
                  <a:t> iterations and for each iteration, an inner loop starts from </a:t>
                </a:r>
                <a14:m>
                  <m:oMath xmlns:m="http://schemas.openxmlformats.org/officeDocument/2006/math">
                    <m:r>
                      <a:rPr lang="en-US" sz="3200" i="1" dirty="0">
                        <a:latin typeface="Cambria Math" panose="02040503050406030204" pitchFamily="18" charset="0"/>
                      </a:rPr>
                      <m:t>𝑖</m:t>
                    </m:r>
                    <m:r>
                      <a:rPr lang="en-US" sz="3200" i="1" dirty="0">
                        <a:latin typeface="Cambria Math" panose="02040503050406030204" pitchFamily="18" charset="0"/>
                      </a:rPr>
                      <m:t>+1</m:t>
                    </m:r>
                  </m:oMath>
                </a14:m>
                <a:r>
                  <a:rPr lang="en-US" sz="3200" dirty="0"/>
                  <a:t> and traverses remaining array.</a:t>
                </a:r>
              </a:p>
              <a:p>
                <a:pPr>
                  <a:lnSpc>
                    <a:spcPct val="120000"/>
                  </a:lnSpc>
                  <a:buFont typeface="Wingdings" panose="05000000000000000000" pitchFamily="2" charset="2"/>
                  <a:buChar char="§"/>
                </a:pPr>
                <a:r>
                  <a:rPr lang="en-US" sz="3200" dirty="0"/>
                  <a:t>Therefore, 1</a:t>
                </a:r>
                <a:r>
                  <a:rPr lang="en-US" sz="3200" baseline="30000" dirty="0"/>
                  <a:t>st</a:t>
                </a:r>
                <a:r>
                  <a:rPr lang="en-US" sz="3200" dirty="0"/>
                  <a:t> iteration runs </a:t>
                </a:r>
                <a14:m>
                  <m:oMath xmlns:m="http://schemas.openxmlformats.org/officeDocument/2006/math">
                    <m:r>
                      <a:rPr lang="en-US" sz="3200" i="1" dirty="0">
                        <a:latin typeface="Cambria Math" panose="02040503050406030204" pitchFamily="18" charset="0"/>
                      </a:rPr>
                      <m:t>𝑛</m:t>
                    </m:r>
                    <m:r>
                      <a:rPr lang="en-US" sz="3200" i="1" dirty="0">
                        <a:latin typeface="Cambria Math" panose="02040503050406030204" pitchFamily="18" charset="0"/>
                      </a:rPr>
                      <m:t>−1</m:t>
                    </m:r>
                  </m:oMath>
                </a14:m>
                <a:r>
                  <a:rPr lang="en-US" sz="3200" dirty="0"/>
                  <a:t> times, the 2</a:t>
                </a:r>
                <a:r>
                  <a:rPr lang="en-US" sz="3200" baseline="30000" dirty="0"/>
                  <a:t>nd</a:t>
                </a:r>
                <a:r>
                  <a:rPr lang="en-US" sz="3200" dirty="0"/>
                  <a:t> runs </a:t>
                </a:r>
                <a14:m>
                  <m:oMath xmlns:m="http://schemas.openxmlformats.org/officeDocument/2006/math">
                    <m:r>
                      <a:rPr lang="en-US" sz="3200" i="1">
                        <a:latin typeface="Cambria Math" panose="02040503050406030204" pitchFamily="18" charset="0"/>
                      </a:rPr>
                      <m:t>𝑛</m:t>
                    </m:r>
                    <m:r>
                      <a:rPr lang="en-US" sz="3200" i="1">
                        <a:latin typeface="Cambria Math" panose="02040503050406030204" pitchFamily="18" charset="0"/>
                      </a:rPr>
                      <m:t>−2</m:t>
                    </m:r>
                  </m:oMath>
                </a14:m>
                <a:r>
                  <a:rPr lang="en-US" sz="3200" dirty="0"/>
                  <a:t> times, the 3</a:t>
                </a:r>
                <a:r>
                  <a:rPr lang="en-US" sz="3200" baseline="30000" dirty="0"/>
                  <a:t>rd</a:t>
                </a:r>
                <a:r>
                  <a:rPr lang="en-US" sz="3200" dirty="0"/>
                  <a:t> runs </a:t>
                </a:r>
                <a14:m>
                  <m:oMath xmlns:m="http://schemas.openxmlformats.org/officeDocument/2006/math">
                    <m:r>
                      <a:rPr lang="en-US" sz="3200" i="1">
                        <a:latin typeface="Cambria Math" panose="02040503050406030204" pitchFamily="18" charset="0"/>
                      </a:rPr>
                      <m:t>𝑛</m:t>
                    </m:r>
                    <m:r>
                      <a:rPr lang="en-US" sz="3200" i="1">
                        <a:latin typeface="Cambria Math" panose="02040503050406030204" pitchFamily="18" charset="0"/>
                      </a:rPr>
                      <m:t>−3</m:t>
                    </m:r>
                  </m:oMath>
                </a14:m>
                <a:r>
                  <a:rPr lang="en-US" sz="3200" dirty="0"/>
                  <a:t> times and so on. Hence, we have the formula for sum of natural numbers:</a:t>
                </a:r>
                <a:br>
                  <a:rPr lang="en-US" sz="3200" dirty="0"/>
                </a:br>
                <a14:m>
                  <m:oMath xmlns:m="http://schemas.openxmlformats.org/officeDocument/2006/math">
                    <m:r>
                      <m:rPr>
                        <m:sty m:val="p"/>
                      </m:rPr>
                      <a:rPr lang="en-US" sz="3200">
                        <a:latin typeface="Cambria Math" panose="02040503050406030204" pitchFamily="18" charset="0"/>
                      </a:rPr>
                      <m:t>n</m:t>
                    </m:r>
                    <m:r>
                      <a:rPr lang="en-US" sz="3200">
                        <a:latin typeface="Cambria Math" panose="02040503050406030204" pitchFamily="18" charset="0"/>
                      </a:rPr>
                      <m:t>+</m:t>
                    </m:r>
                    <m:d>
                      <m:dPr>
                        <m:ctrlPr>
                          <a:rPr lang="en-US" sz="3200" i="1">
                            <a:latin typeface="Cambria Math" panose="02040503050406030204" pitchFamily="18" charset="0"/>
                          </a:rPr>
                        </m:ctrlPr>
                      </m:dPr>
                      <m:e>
                        <m:r>
                          <m:rPr>
                            <m:sty m:val="p"/>
                          </m:rPr>
                          <a:rPr lang="en-US" sz="3200">
                            <a:latin typeface="Cambria Math" panose="02040503050406030204" pitchFamily="18" charset="0"/>
                          </a:rPr>
                          <m:t>n</m:t>
                        </m:r>
                        <m:r>
                          <a:rPr lang="en-US" sz="3200">
                            <a:latin typeface="Cambria Math" panose="02040503050406030204" pitchFamily="18" charset="0"/>
                          </a:rPr>
                          <m:t>−1</m:t>
                        </m:r>
                      </m:e>
                    </m:d>
                    <m:d>
                      <m:dPr>
                        <m:ctrlPr>
                          <a:rPr lang="en-US" sz="3200" i="1">
                            <a:latin typeface="Cambria Math" panose="02040503050406030204" pitchFamily="18" charset="0"/>
                          </a:rPr>
                        </m:ctrlPr>
                      </m:dPr>
                      <m:e>
                        <m:r>
                          <a:rPr lang="en-US" sz="3200" i="1">
                            <a:latin typeface="Cambria Math" panose="02040503050406030204" pitchFamily="18" charset="0"/>
                          </a:rPr>
                          <m:t>𝑛</m:t>
                        </m:r>
                        <m:r>
                          <a:rPr lang="en-US" sz="3200" i="1">
                            <a:latin typeface="Cambria Math" panose="02040503050406030204" pitchFamily="18" charset="0"/>
                          </a:rPr>
                          <m:t>−2</m:t>
                        </m:r>
                      </m:e>
                    </m:d>
                    <m:r>
                      <a:rPr lang="en-US" sz="3200" i="1">
                        <a:latin typeface="Cambria Math" panose="02040503050406030204" pitchFamily="18" charset="0"/>
                      </a:rPr>
                      <m:t>+</m:t>
                    </m:r>
                    <m:d>
                      <m:dPr>
                        <m:ctrlPr>
                          <a:rPr lang="en-US" sz="3200" i="1">
                            <a:latin typeface="Cambria Math" panose="02040503050406030204" pitchFamily="18" charset="0"/>
                          </a:rPr>
                        </m:ctrlPr>
                      </m:dPr>
                      <m:e>
                        <m:r>
                          <a:rPr lang="en-US" sz="3200" i="1">
                            <a:latin typeface="Cambria Math" panose="02040503050406030204" pitchFamily="18" charset="0"/>
                          </a:rPr>
                          <m:t>𝑛</m:t>
                        </m:r>
                        <m:r>
                          <a:rPr lang="en-US" sz="3200" i="1">
                            <a:latin typeface="Cambria Math" panose="02040503050406030204" pitchFamily="18" charset="0"/>
                          </a:rPr>
                          <m:t>−3</m:t>
                        </m:r>
                      </m:e>
                    </m:d>
                    <m:r>
                      <a:rPr lang="en-US" sz="3200" i="1">
                        <a:latin typeface="Cambria Math" panose="02040503050406030204" pitchFamily="18" charset="0"/>
                      </a:rPr>
                      <m:t>+…+1=</m:t>
                    </m:r>
                    <m:f>
                      <m:fPr>
                        <m:ctrlPr>
                          <a:rPr lang="en-US" sz="3200" i="1">
                            <a:latin typeface="Cambria Math" panose="02040503050406030204" pitchFamily="18" charset="0"/>
                          </a:rPr>
                        </m:ctrlPr>
                      </m:fPr>
                      <m:num>
                        <m:r>
                          <a:rPr lang="en-US" sz="3200" i="1">
                            <a:latin typeface="Cambria Math" panose="02040503050406030204" pitchFamily="18" charset="0"/>
                          </a:rPr>
                          <m:t>𝑛</m:t>
                        </m:r>
                        <m:d>
                          <m:dPr>
                            <m:ctrlPr>
                              <a:rPr lang="en-US" sz="3200" i="1">
                                <a:latin typeface="Cambria Math" panose="02040503050406030204" pitchFamily="18" charset="0"/>
                              </a:rPr>
                            </m:ctrlPr>
                          </m:dPr>
                          <m:e>
                            <m:r>
                              <a:rPr lang="en-US" sz="3200" i="1">
                                <a:latin typeface="Cambria Math" panose="02040503050406030204" pitchFamily="18" charset="0"/>
                              </a:rPr>
                              <m:t>𝑛</m:t>
                            </m:r>
                            <m:r>
                              <a:rPr lang="en-US" sz="3200" b="0" i="1" smtClean="0">
                                <a:latin typeface="Cambria Math" panose="02040503050406030204" pitchFamily="18" charset="0"/>
                              </a:rPr>
                              <m:t>+</m:t>
                            </m:r>
                            <m:r>
                              <a:rPr lang="en-US" sz="3200" i="1">
                                <a:latin typeface="Cambria Math" panose="02040503050406030204" pitchFamily="18" charset="0"/>
                              </a:rPr>
                              <m:t>1</m:t>
                            </m:r>
                          </m:e>
                        </m:d>
                      </m:num>
                      <m:den>
                        <m:r>
                          <a:rPr lang="en-US" sz="3200" i="1">
                            <a:latin typeface="Cambria Math" panose="02040503050406030204" pitchFamily="18" charset="0"/>
                          </a:rPr>
                          <m:t>2</m:t>
                        </m:r>
                      </m:den>
                    </m:f>
                    <m:r>
                      <a:rPr lang="en-US" sz="3200" i="1">
                        <a:latin typeface="Cambria Math" panose="02040503050406030204" pitchFamily="18" charset="0"/>
                      </a:rPr>
                      <m:t>=</m:t>
                    </m:r>
                    <m:r>
                      <a:rPr lang="en-US" sz="3200" i="1">
                        <a:latin typeface="Cambria Math" panose="02040503050406030204" pitchFamily="18" charset="0"/>
                      </a:rPr>
                      <m:t>𝑂</m:t>
                    </m:r>
                    <m:d>
                      <m:dPr>
                        <m:ctrlPr>
                          <a:rPr lang="en-US" sz="3200" i="1">
                            <a:latin typeface="Cambria Math" panose="02040503050406030204" pitchFamily="18" charset="0"/>
                          </a:rPr>
                        </m:ctrlPr>
                      </m:dPr>
                      <m:e>
                        <m:f>
                          <m:fPr>
                            <m:ctrlPr>
                              <a:rPr lang="en-US" sz="3200" i="1">
                                <a:latin typeface="Cambria Math" panose="02040503050406030204" pitchFamily="18" charset="0"/>
                              </a:rPr>
                            </m:ctrlPr>
                          </m:fPr>
                          <m:num>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r>
                              <a:rPr lang="en-US" sz="3200" b="0" i="1" smtClean="0">
                                <a:latin typeface="Cambria Math" panose="02040503050406030204" pitchFamily="18" charset="0"/>
                              </a:rPr>
                              <m:t>+</m:t>
                            </m:r>
                            <m:r>
                              <a:rPr lang="en-US" sz="3200" i="1">
                                <a:latin typeface="Cambria Math" panose="02040503050406030204" pitchFamily="18" charset="0"/>
                              </a:rPr>
                              <m:t>𝑛</m:t>
                            </m:r>
                          </m:num>
                          <m:den>
                            <m:r>
                              <a:rPr lang="en-US" sz="3200" i="1">
                                <a:latin typeface="Cambria Math" panose="02040503050406030204" pitchFamily="18" charset="0"/>
                              </a:rPr>
                              <m:t>2</m:t>
                            </m:r>
                          </m:den>
                        </m:f>
                      </m:e>
                    </m:d>
                  </m:oMath>
                </a14:m>
                <a:r>
                  <a:rPr lang="en-US" sz="3200" dirty="0"/>
                  <a:t> </a:t>
                </a:r>
                <a14:m>
                  <m:oMath xmlns:m="http://schemas.openxmlformats.org/officeDocument/2006/math">
                    <m:r>
                      <a:rPr lang="en-US" sz="3200" i="1">
                        <a:latin typeface="Cambria Math" panose="02040503050406030204" pitchFamily="18" charset="0"/>
                      </a:rPr>
                      <m:t>=</m:t>
                    </m:r>
                    <m:r>
                      <a:rPr lang="en-US" sz="3200" i="1">
                        <a:latin typeface="Cambria Math" panose="02040503050406030204" pitchFamily="18" charset="0"/>
                      </a:rPr>
                      <m:t>𝑂</m:t>
                    </m:r>
                    <m:d>
                      <m:dPr>
                        <m:ctrlPr>
                          <a:rPr lang="en-US" sz="3200" i="1">
                            <a:latin typeface="Cambria Math" panose="02040503050406030204" pitchFamily="18" charset="0"/>
                          </a:rPr>
                        </m:ctrlPr>
                      </m:dPr>
                      <m:e>
                        <m:f>
                          <m:fPr>
                            <m:ctrlPr>
                              <a:rPr lang="en-US" sz="3200" i="1">
                                <a:latin typeface="Cambria Math" panose="02040503050406030204" pitchFamily="18" charset="0"/>
                              </a:rPr>
                            </m:ctrlPr>
                          </m:fPr>
                          <m:num>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num>
                          <m:den>
                            <m:r>
                              <a:rPr lang="en-US" sz="3200" i="1">
                                <a:latin typeface="Cambria Math" panose="02040503050406030204" pitchFamily="18" charset="0"/>
                              </a:rPr>
                              <m:t>2</m:t>
                            </m:r>
                          </m:den>
                        </m:f>
                      </m:e>
                    </m:d>
                    <m:r>
                      <a:rPr lang="en-US" sz="3200" b="0" i="1" smtClean="0">
                        <a:latin typeface="Cambria Math" panose="02040503050406030204" pitchFamily="18" charset="0"/>
                      </a:rPr>
                      <m:t>=</m:t>
                    </m:r>
                    <m:r>
                      <a:rPr lang="en-US" sz="3200" b="0" i="1" smtClean="0">
                        <a:latin typeface="Cambria Math" panose="02040503050406030204" pitchFamily="18" charset="0"/>
                      </a:rPr>
                      <m:t>𝑂</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oMath>
                </a14:m>
                <a:endParaRPr lang="en-US" sz="3200" dirty="0"/>
              </a:p>
              <a:p>
                <a:pPr>
                  <a:lnSpc>
                    <a:spcPct val="120000"/>
                  </a:lnSpc>
                  <a:buFont typeface="Wingdings" panose="05000000000000000000" pitchFamily="2" charset="2"/>
                  <a:buChar char="§"/>
                </a:pPr>
                <a:r>
                  <a:rPr lang="en-US" sz="3200" dirty="0"/>
                  <a:t>Yes. Even the constant denominator goes away.</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454804"/>
                <a:ext cx="7031754" cy="5020612"/>
              </a:xfrm>
              <a:prstGeom prst="rect">
                <a:avLst/>
              </a:prstGeom>
              <a:blipFill>
                <a:blip r:embed="rId3"/>
                <a:stretch>
                  <a:fillRect l="-1386" t="-1094" r="-1993"/>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84F51D7-863A-A786-75D7-D89F2C4F06C1}"/>
                  </a:ext>
                </a:extLst>
              </p:cNvPr>
              <p:cNvSpPr txBox="1">
                <a:spLocks/>
              </p:cNvSpPr>
              <p:nvPr/>
            </p:nvSpPr>
            <p:spPr>
              <a:xfrm>
                <a:off x="7252138" y="1449384"/>
                <a:ext cx="4711261" cy="4944413"/>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SELECTION_SORT</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A, n)</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0</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b="0" i="1" smtClean="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𝑚𝑖𝑛</m:t>
                        </m:r>
                      </m:sub>
                    </m:sSub>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𝐼</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&gt;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i="1">
                                <a:latin typeface="Cambria Math" panose="02040503050406030204" pitchFamily="18" charset="0"/>
                                <a:ea typeface="Cascadia Code" panose="020B0609020000020004" pitchFamily="49" charset="0"/>
                                <a:cs typeface="Cascadia Code" panose="020B0609020000020004" pitchFamily="49" charset="0"/>
                              </a:rPr>
                            </m:ctrlPr>
                          </m:sSubPr>
                          <m:e>
                            <m:r>
                              <a:rPr lang="en-US" sz="2400" i="1">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i="1">
                                <a:latin typeface="Cambria Math" panose="02040503050406030204" pitchFamily="18" charset="0"/>
                                <a:ea typeface="Cascadia Code" panose="020B0609020000020004" pitchFamily="49" charset="0"/>
                                <a:cs typeface="Cascadia Code" panose="020B0609020000020004" pitchFamily="49" charset="0"/>
                              </a:rPr>
                              <m:t>𝑚𝑖𝑛</m:t>
                            </m:r>
                          </m:sub>
                        </m:sSub>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1828800" lvl="3"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b="0" i="1" smtClean="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𝑚𝑖𝑛</m:t>
                        </m:r>
                      </m:sub>
                    </m:sSub>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d>
                      <m:dPr>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𝑚𝑖𝑛</m:t>
                            </m:r>
                          </m:sub>
                        </m:sSub>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𝑆𝑊𝐴𝑃</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i="1" dirty="0">
                            <a:latin typeface="Cambria Math" panose="02040503050406030204" pitchFamily="18" charset="0"/>
                            <a:ea typeface="Cascadia Code" panose="020B0609020000020004" pitchFamily="49" charset="0"/>
                            <a:cs typeface="Cascadia Code" panose="020B0609020000020004" pitchFamily="49" charset="0"/>
                          </a:rPr>
                          <m:t>𝑚𝑖𝑛</m:t>
                        </m:r>
                      </m:sub>
                    </m:sSub>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4" name="Content Placeholder 2">
                <a:extLst>
                  <a:ext uri="{FF2B5EF4-FFF2-40B4-BE49-F238E27FC236}">
                    <a16:creationId xmlns:a16="http://schemas.microsoft.com/office/drawing/2014/main" id="{A84F51D7-863A-A786-75D7-D89F2C4F06C1}"/>
                  </a:ext>
                </a:extLst>
              </p:cNvPr>
              <p:cNvSpPr txBox="1">
                <a:spLocks noRot="1" noChangeAspect="1" noMove="1" noResize="1" noEditPoints="1" noAdjustHandles="1" noChangeArrowheads="1" noChangeShapeType="1" noTextEdit="1"/>
              </p:cNvSpPr>
              <p:nvPr/>
            </p:nvSpPr>
            <p:spPr>
              <a:xfrm>
                <a:off x="7252138" y="1449384"/>
                <a:ext cx="4711261" cy="4944413"/>
              </a:xfrm>
              <a:prstGeom prst="rect">
                <a:avLst/>
              </a:prstGeom>
              <a:blipFill>
                <a:blip r:embed="rId4"/>
                <a:stretch>
                  <a:fillRect l="-1684" t="-2219"/>
                </a:stretch>
              </a:blipFill>
            </p:spPr>
            <p:txBody>
              <a:bodyPr/>
              <a:lstStyle/>
              <a:p>
                <a:r>
                  <a:rPr lang="en-PK">
                    <a:noFill/>
                  </a:rPr>
                  <a:t> </a:t>
                </a:r>
              </a:p>
            </p:txBody>
          </p:sp>
        </mc:Fallback>
      </mc:AlternateContent>
    </p:spTree>
    <p:extLst>
      <p:ext uri="{BB962C8B-B14F-4D97-AF65-F5344CB8AC3E}">
        <p14:creationId xmlns:p14="http://schemas.microsoft.com/office/powerpoint/2010/main" val="508579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3537254"/>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Form groups of 5 students each.</a:t>
            </a:r>
          </a:p>
          <a:p>
            <a:pPr>
              <a:lnSpc>
                <a:spcPct val="120000"/>
              </a:lnSpc>
              <a:buFont typeface="Wingdings" panose="05000000000000000000" pitchFamily="2" charset="2"/>
              <a:buChar char="§"/>
            </a:pPr>
            <a:r>
              <a:rPr lang="en-US" sz="3200" dirty="0"/>
              <a:t>Given an array of SIDs in your group written in random order.</a:t>
            </a:r>
          </a:p>
          <a:p>
            <a:pPr>
              <a:lnSpc>
                <a:spcPct val="120000"/>
              </a:lnSpc>
              <a:buFont typeface="Wingdings" panose="05000000000000000000" pitchFamily="2" charset="2"/>
              <a:buChar char="§"/>
            </a:pPr>
            <a:r>
              <a:rPr lang="en-US" sz="3200" dirty="0"/>
              <a:t>Assuming each statement costs 2ms to run, what will be the total runtime of your execution in milliseconds?</a:t>
            </a:r>
          </a:p>
          <a:p>
            <a:pPr>
              <a:lnSpc>
                <a:spcPct val="120000"/>
              </a:lnSpc>
              <a:buFont typeface="Wingdings" panose="05000000000000000000" pitchFamily="2" charset="2"/>
              <a:buChar char="§"/>
            </a:pPr>
            <a:r>
              <a:rPr lang="en-US" sz="3200" dirty="0"/>
              <a:t>Tip! Make a state table to mimic how the array will be sorted. Like:</a:t>
            </a:r>
          </a:p>
        </p:txBody>
      </p:sp>
      <p:graphicFrame>
        <p:nvGraphicFramePr>
          <p:cNvPr id="4" name="Table 4">
            <a:extLst>
              <a:ext uri="{FF2B5EF4-FFF2-40B4-BE49-F238E27FC236}">
                <a16:creationId xmlns:a16="http://schemas.microsoft.com/office/drawing/2014/main" id="{85B6CC19-C10F-7113-F3A0-B01A272F7B5B}"/>
              </a:ext>
            </a:extLst>
          </p:cNvPr>
          <p:cNvGraphicFramePr>
            <a:graphicFrameLocks noGrp="1"/>
          </p:cNvGraphicFramePr>
          <p:nvPr>
            <p:extLst>
              <p:ext uri="{D42A27DB-BD31-4B8C-83A1-F6EECF244321}">
                <p14:modId xmlns:p14="http://schemas.microsoft.com/office/powerpoint/2010/main" val="2423406681"/>
              </p:ext>
            </p:extLst>
          </p:nvPr>
        </p:nvGraphicFramePr>
        <p:xfrm>
          <a:off x="2032000" y="5069840"/>
          <a:ext cx="5987309" cy="1483360"/>
        </p:xfrm>
        <a:graphic>
          <a:graphicData uri="http://schemas.openxmlformats.org/drawingml/2006/table">
            <a:tbl>
              <a:tblPr firstRow="1" bandRow="1">
                <a:tableStyleId>{073A0DAA-6AF3-43AB-8588-CEC1D06C72B9}</a:tableStyleId>
              </a:tblPr>
              <a:tblGrid>
                <a:gridCol w="568643">
                  <a:extLst>
                    <a:ext uri="{9D8B030D-6E8A-4147-A177-3AD203B41FA5}">
                      <a16:colId xmlns:a16="http://schemas.microsoft.com/office/drawing/2014/main" val="476648050"/>
                    </a:ext>
                  </a:extLst>
                </a:gridCol>
                <a:gridCol w="2709333">
                  <a:extLst>
                    <a:ext uri="{9D8B030D-6E8A-4147-A177-3AD203B41FA5}">
                      <a16:colId xmlns:a16="http://schemas.microsoft.com/office/drawing/2014/main" val="2581396862"/>
                    </a:ext>
                  </a:extLst>
                </a:gridCol>
                <a:gridCol w="2709333">
                  <a:extLst>
                    <a:ext uri="{9D8B030D-6E8A-4147-A177-3AD203B41FA5}">
                      <a16:colId xmlns:a16="http://schemas.microsoft.com/office/drawing/2014/main" val="1744900014"/>
                    </a:ext>
                  </a:extLst>
                </a:gridCol>
              </a:tblGrid>
              <a:tr h="370840">
                <a:tc>
                  <a:txBody>
                    <a:bodyPr/>
                    <a:lstStyle/>
                    <a:p>
                      <a:pPr algn="l"/>
                      <a:r>
                        <a:rPr lang="en-US" dirty="0"/>
                        <a:t>No.</a:t>
                      </a:r>
                      <a:endParaRPr lang="en-PK" dirty="0"/>
                    </a:p>
                  </a:txBody>
                  <a:tcPr/>
                </a:tc>
                <a:tc>
                  <a:txBody>
                    <a:bodyPr/>
                    <a:lstStyle/>
                    <a:p>
                      <a:pPr algn="l"/>
                      <a:r>
                        <a:rPr lang="en-US" dirty="0"/>
                        <a:t>Current state</a:t>
                      </a:r>
                      <a:endParaRPr lang="en-PK" dirty="0"/>
                    </a:p>
                  </a:txBody>
                  <a:tcPr/>
                </a:tc>
                <a:tc>
                  <a:txBody>
                    <a:bodyPr/>
                    <a:lstStyle/>
                    <a:p>
                      <a:pPr algn="l"/>
                      <a:r>
                        <a:rPr lang="en-US" dirty="0"/>
                        <a:t>Next state</a:t>
                      </a:r>
                      <a:endParaRPr lang="en-PK" dirty="0"/>
                    </a:p>
                  </a:txBody>
                  <a:tcPr/>
                </a:tc>
                <a:extLst>
                  <a:ext uri="{0D108BD9-81ED-4DB2-BD59-A6C34878D82A}">
                    <a16:rowId xmlns:a16="http://schemas.microsoft.com/office/drawing/2014/main" val="2443143468"/>
                  </a:ext>
                </a:extLst>
              </a:tr>
              <a:tr h="370840">
                <a:tc>
                  <a:txBody>
                    <a:bodyPr/>
                    <a:lstStyle/>
                    <a:p>
                      <a:pPr algn="l"/>
                      <a:r>
                        <a:rPr lang="en-US" dirty="0"/>
                        <a:t>1</a:t>
                      </a:r>
                      <a:endParaRPr lang="en-PK" dirty="0"/>
                    </a:p>
                  </a:txBody>
                  <a:tcPr/>
                </a:tc>
                <a:tc>
                  <a:txBody>
                    <a:bodyPr/>
                    <a:lstStyle/>
                    <a:p>
                      <a:pPr algn="l"/>
                      <a:r>
                        <a:rPr lang="en-US" u="sng" dirty="0"/>
                        <a:t>11, 51</a:t>
                      </a:r>
                      <a:r>
                        <a:rPr lang="en-US" dirty="0"/>
                        <a:t>, 40, 19, 9</a:t>
                      </a:r>
                      <a:endParaRPr lang="en-PK" dirty="0"/>
                    </a:p>
                  </a:txBody>
                  <a:tcPr/>
                </a:tc>
                <a:tc>
                  <a:txBody>
                    <a:bodyPr/>
                    <a:lstStyle/>
                    <a:p>
                      <a:pPr algn="l"/>
                      <a:r>
                        <a:rPr lang="en-US" dirty="0"/>
                        <a:t>11, 51, 40, 19, 9</a:t>
                      </a:r>
                      <a:endParaRPr lang="en-PK" dirty="0"/>
                    </a:p>
                  </a:txBody>
                  <a:tcPr/>
                </a:tc>
                <a:extLst>
                  <a:ext uri="{0D108BD9-81ED-4DB2-BD59-A6C34878D82A}">
                    <a16:rowId xmlns:a16="http://schemas.microsoft.com/office/drawing/2014/main" val="338732097"/>
                  </a:ext>
                </a:extLst>
              </a:tr>
              <a:tr h="370840">
                <a:tc>
                  <a:txBody>
                    <a:bodyPr/>
                    <a:lstStyle/>
                    <a:p>
                      <a:pPr algn="l"/>
                      <a:r>
                        <a:rPr lang="en-US" dirty="0"/>
                        <a:t>2</a:t>
                      </a:r>
                      <a:endParaRPr lang="en-PK" dirty="0"/>
                    </a:p>
                  </a:txBody>
                  <a:tcPr/>
                </a:tc>
                <a:tc>
                  <a:txBody>
                    <a:bodyPr/>
                    <a:lstStyle/>
                    <a:p>
                      <a:pPr algn="l"/>
                      <a:r>
                        <a:rPr lang="en-US" dirty="0"/>
                        <a:t>11, </a:t>
                      </a:r>
                      <a:r>
                        <a:rPr lang="en-US" u="sng" dirty="0"/>
                        <a:t>51, 40</a:t>
                      </a:r>
                      <a:r>
                        <a:rPr lang="en-US" dirty="0"/>
                        <a:t>, 19, 9</a:t>
                      </a:r>
                      <a:endParaRPr lang="en-PK" dirty="0"/>
                    </a:p>
                  </a:txBody>
                  <a:tcPr/>
                </a:tc>
                <a:tc>
                  <a:txBody>
                    <a:bodyPr/>
                    <a:lstStyle/>
                    <a:p>
                      <a:pPr algn="l"/>
                      <a:r>
                        <a:rPr lang="en-US" dirty="0"/>
                        <a:t>11, 40, 51, 19, 9</a:t>
                      </a:r>
                      <a:endParaRPr lang="en-PK" dirty="0"/>
                    </a:p>
                  </a:txBody>
                  <a:tcPr/>
                </a:tc>
                <a:extLst>
                  <a:ext uri="{0D108BD9-81ED-4DB2-BD59-A6C34878D82A}">
                    <a16:rowId xmlns:a16="http://schemas.microsoft.com/office/drawing/2014/main" val="2789741374"/>
                  </a:ext>
                </a:extLst>
              </a:tr>
              <a:tr h="370840">
                <a:tc>
                  <a:txBody>
                    <a:bodyPr/>
                    <a:lstStyle/>
                    <a:p>
                      <a:pPr algn="l"/>
                      <a:r>
                        <a:rPr lang="en-US" dirty="0"/>
                        <a:t>3</a:t>
                      </a:r>
                      <a:endParaRPr lang="en-PK" dirty="0"/>
                    </a:p>
                  </a:txBody>
                  <a:tcPr/>
                </a:tc>
                <a:tc>
                  <a:txBody>
                    <a:bodyPr/>
                    <a:lstStyle/>
                    <a:p>
                      <a:pPr algn="l" rtl="0"/>
                      <a:r>
                        <a:rPr lang="en-US" dirty="0"/>
                        <a:t>11, 40, </a:t>
                      </a:r>
                      <a:r>
                        <a:rPr lang="en-US" u="sng" dirty="0"/>
                        <a:t>51, 19</a:t>
                      </a:r>
                      <a:r>
                        <a:rPr lang="en-US" dirty="0"/>
                        <a:t>, 9</a:t>
                      </a:r>
                      <a:endParaRPr lang="en-PK" dirty="0"/>
                    </a:p>
                  </a:txBody>
                  <a:tcPr/>
                </a:tc>
                <a:tc>
                  <a:txBody>
                    <a:bodyPr/>
                    <a:lstStyle/>
                    <a:p>
                      <a:pPr algn="l"/>
                      <a:r>
                        <a:rPr lang="en-US" dirty="0"/>
                        <a:t>11, 40, 19, 51, 9</a:t>
                      </a:r>
                      <a:endParaRPr lang="en-PK" dirty="0"/>
                    </a:p>
                  </a:txBody>
                  <a:tcPr/>
                </a:tc>
                <a:extLst>
                  <a:ext uri="{0D108BD9-81ED-4DB2-BD59-A6C34878D82A}">
                    <a16:rowId xmlns:a16="http://schemas.microsoft.com/office/drawing/2014/main" val="1972474624"/>
                  </a:ext>
                </a:extLst>
              </a:tr>
            </a:tbl>
          </a:graphicData>
        </a:graphic>
      </p:graphicFrame>
    </p:spTree>
    <p:extLst>
      <p:ext uri="{BB962C8B-B14F-4D97-AF65-F5344CB8AC3E}">
        <p14:creationId xmlns:p14="http://schemas.microsoft.com/office/powerpoint/2010/main" val="910287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7368353"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Insertion Sort</a:t>
            </a:r>
          </a:p>
        </p:txBody>
      </p:sp>
      <p:sp>
        <p:nvSpPr>
          <p:cNvPr id="216" name="Rectangle 215">
            <a:extLst>
              <a:ext uri="{C183D7F6-B498-43B3-948B-1728B52AA6E4}">
                <adec:decorative xmlns:adec="http://schemas.microsoft.com/office/drawing/2017/decorative" val="1"/>
              </a:ext>
            </a:extLst>
          </p:cNvPr>
          <p:cNvSpPr/>
          <p:nvPr/>
        </p:nvSpPr>
        <p:spPr bwMode="auto">
          <a:xfrm>
            <a:off x="-11112" y="1295400"/>
            <a:ext cx="7368352"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6"/>
            <a:ext cx="7136857" cy="272251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Let’s now try to guess the time complexity only by looking at the simulation.</a:t>
            </a:r>
          </a:p>
          <a:p>
            <a:pPr>
              <a:lnSpc>
                <a:spcPct val="120000"/>
              </a:lnSpc>
              <a:buFont typeface="Wingdings" panose="05000000000000000000" pitchFamily="2" charset="2"/>
              <a:buChar char="§"/>
            </a:pPr>
            <a:r>
              <a:rPr lang="en-US" sz="3200" dirty="0"/>
              <a:t>Watch carefully the simulation as well as the runtime log of the program which sorts this array using Insertion sort.</a:t>
            </a:r>
          </a:p>
        </p:txBody>
      </p:sp>
      <p:pic>
        <p:nvPicPr>
          <p:cNvPr id="4" name="2023-07-19 20-52-11">
            <a:hlinkClick r:id="" action="ppaction://media"/>
            <a:extLst>
              <a:ext uri="{FF2B5EF4-FFF2-40B4-BE49-F238E27FC236}">
                <a16:creationId xmlns:a16="http://schemas.microsoft.com/office/drawing/2014/main" id="{02E65330-6657-3171-BADE-5DE1311564C1}"/>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l="26099" t="32719" r="25280" b="34445"/>
          <a:stretch/>
        </p:blipFill>
        <p:spPr>
          <a:xfrm>
            <a:off x="824893" y="4255105"/>
            <a:ext cx="5927836" cy="2251841"/>
          </a:xfrm>
          <a:prstGeom prst="rect">
            <a:avLst/>
          </a:prstGeom>
        </p:spPr>
      </p:pic>
      <p:sp>
        <p:nvSpPr>
          <p:cNvPr id="7" name="Content Placeholder 2">
            <a:extLst>
              <a:ext uri="{FF2B5EF4-FFF2-40B4-BE49-F238E27FC236}">
                <a16:creationId xmlns:a16="http://schemas.microsoft.com/office/drawing/2014/main" id="{61E30D91-D978-8CF2-2430-6373931F67B2}"/>
              </a:ext>
            </a:extLst>
          </p:cNvPr>
          <p:cNvSpPr txBox="1">
            <a:spLocks/>
          </p:cNvSpPr>
          <p:nvPr/>
        </p:nvSpPr>
        <p:spPr>
          <a:xfrm>
            <a:off x="7357241" y="0"/>
            <a:ext cx="4834758" cy="6553200"/>
          </a:xfrm>
          <a:prstGeom prst="rect">
            <a:avLst/>
          </a:prstGeom>
          <a:solidFill>
            <a:schemeClr val="bg1">
              <a:lumMod val="85000"/>
            </a:schemeClr>
          </a:solidFill>
        </p:spPr>
        <p:txBody>
          <a:bodyPr numCol="2">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2000" dirty="0">
                <a:latin typeface="Abadi" panose="020B0604020104020204" pitchFamily="34" charset="0"/>
              </a:rPr>
              <a:t>The array is:</a:t>
            </a:r>
          </a:p>
          <a:p>
            <a:pPr marL="0" indent="0">
              <a:lnSpc>
                <a:spcPct val="120000"/>
              </a:lnSpc>
              <a:buNone/>
            </a:pPr>
            <a:r>
              <a:rPr lang="en-US" sz="2000" dirty="0">
                <a:latin typeface="Abadi" panose="020B0604020104020204" pitchFamily="34" charset="0"/>
              </a:rPr>
              <a:t>2 8 5 3 9 4 1</a:t>
            </a:r>
          </a:p>
          <a:p>
            <a:pPr marL="0" indent="0">
              <a:lnSpc>
                <a:spcPct val="120000"/>
              </a:lnSpc>
              <a:buNone/>
            </a:pPr>
            <a:r>
              <a:rPr lang="en-US" sz="2000" dirty="0">
                <a:latin typeface="Abadi" panose="020B0604020104020204" pitchFamily="34" charset="0"/>
              </a:rPr>
              <a:t>The array is:</a:t>
            </a:r>
          </a:p>
          <a:p>
            <a:pPr marL="0" indent="0">
              <a:lnSpc>
                <a:spcPct val="120000"/>
              </a:lnSpc>
              <a:buNone/>
            </a:pPr>
            <a:r>
              <a:rPr lang="en-US" sz="2000" dirty="0">
                <a:latin typeface="Abadi" panose="020B0604020104020204" pitchFamily="34" charset="0"/>
              </a:rPr>
              <a:t>2 8 5 3 9 4 1</a:t>
            </a:r>
          </a:p>
          <a:p>
            <a:pPr marL="0" indent="0">
              <a:lnSpc>
                <a:spcPct val="120000"/>
              </a:lnSpc>
              <a:buNone/>
            </a:pPr>
            <a:r>
              <a:rPr lang="en-US" sz="2000" dirty="0">
                <a:latin typeface="Abadi" panose="020B0604020104020204" pitchFamily="34" charset="0"/>
              </a:rPr>
              <a:t>Swapping 8 with 5</a:t>
            </a:r>
          </a:p>
          <a:p>
            <a:pPr marL="0" indent="0">
              <a:lnSpc>
                <a:spcPct val="120000"/>
              </a:lnSpc>
              <a:buNone/>
            </a:pPr>
            <a:r>
              <a:rPr lang="en-US" sz="2000" dirty="0">
                <a:latin typeface="Abadi" panose="020B0604020104020204" pitchFamily="34" charset="0"/>
              </a:rPr>
              <a:t>The array is:</a:t>
            </a:r>
          </a:p>
          <a:p>
            <a:pPr marL="0" indent="0">
              <a:lnSpc>
                <a:spcPct val="120000"/>
              </a:lnSpc>
              <a:buNone/>
            </a:pPr>
            <a:r>
              <a:rPr lang="en-US" sz="2000" dirty="0">
                <a:latin typeface="Abadi" panose="020B0604020104020204" pitchFamily="34" charset="0"/>
              </a:rPr>
              <a:t>2 5 8 3 9 4 1</a:t>
            </a:r>
          </a:p>
          <a:p>
            <a:pPr marL="0" indent="0">
              <a:lnSpc>
                <a:spcPct val="120000"/>
              </a:lnSpc>
              <a:buNone/>
            </a:pPr>
            <a:r>
              <a:rPr lang="en-US" sz="2000" dirty="0">
                <a:latin typeface="Abadi" panose="020B0604020104020204" pitchFamily="34" charset="0"/>
              </a:rPr>
              <a:t>Swapping 8 with 3</a:t>
            </a:r>
          </a:p>
          <a:p>
            <a:pPr marL="0" indent="0">
              <a:lnSpc>
                <a:spcPct val="120000"/>
              </a:lnSpc>
              <a:buNone/>
            </a:pPr>
            <a:r>
              <a:rPr lang="en-US" sz="2000" dirty="0">
                <a:latin typeface="Abadi" panose="020B0604020104020204" pitchFamily="34" charset="0"/>
              </a:rPr>
              <a:t>Swapping 5 with 3</a:t>
            </a:r>
          </a:p>
          <a:p>
            <a:pPr marL="0" indent="0">
              <a:lnSpc>
                <a:spcPct val="120000"/>
              </a:lnSpc>
              <a:buNone/>
            </a:pPr>
            <a:r>
              <a:rPr lang="en-US" sz="2000" dirty="0">
                <a:latin typeface="Abadi" panose="020B0604020104020204" pitchFamily="34" charset="0"/>
              </a:rPr>
              <a:t>The array is:</a:t>
            </a:r>
          </a:p>
          <a:p>
            <a:pPr marL="0" indent="0">
              <a:lnSpc>
                <a:spcPct val="120000"/>
              </a:lnSpc>
              <a:buNone/>
            </a:pPr>
            <a:r>
              <a:rPr lang="en-US" sz="2000" dirty="0">
                <a:latin typeface="Abadi" panose="020B0604020104020204" pitchFamily="34" charset="0"/>
              </a:rPr>
              <a:t>2 3 5 8 9 4 1</a:t>
            </a:r>
          </a:p>
          <a:p>
            <a:pPr marL="0" indent="0">
              <a:lnSpc>
                <a:spcPct val="120000"/>
              </a:lnSpc>
              <a:buNone/>
            </a:pPr>
            <a:r>
              <a:rPr lang="en-US" sz="2000" dirty="0">
                <a:latin typeface="Abadi" panose="020B0604020104020204" pitchFamily="34" charset="0"/>
              </a:rPr>
              <a:t>The array is:</a:t>
            </a:r>
          </a:p>
          <a:p>
            <a:pPr marL="0" indent="0">
              <a:lnSpc>
                <a:spcPct val="120000"/>
              </a:lnSpc>
              <a:buNone/>
            </a:pPr>
            <a:r>
              <a:rPr lang="en-US" sz="2000" dirty="0">
                <a:latin typeface="Abadi" panose="020B0604020104020204" pitchFamily="34" charset="0"/>
              </a:rPr>
              <a:t>2 3 5 8 9 4 1</a:t>
            </a:r>
          </a:p>
          <a:p>
            <a:pPr marL="0" indent="0">
              <a:lnSpc>
                <a:spcPct val="120000"/>
              </a:lnSpc>
              <a:buNone/>
            </a:pPr>
            <a:r>
              <a:rPr lang="en-US" sz="2000" dirty="0">
                <a:latin typeface="Abadi" panose="020B0604020104020204" pitchFamily="34" charset="0"/>
              </a:rPr>
              <a:t>Swapping 9 with 4</a:t>
            </a:r>
          </a:p>
          <a:p>
            <a:pPr marL="0" indent="0">
              <a:lnSpc>
                <a:spcPct val="120000"/>
              </a:lnSpc>
              <a:buNone/>
            </a:pPr>
            <a:r>
              <a:rPr lang="en-US" sz="2000" dirty="0">
                <a:latin typeface="Abadi" panose="020B0604020104020204" pitchFamily="34" charset="0"/>
              </a:rPr>
              <a:t>Swapping 8 with 4</a:t>
            </a:r>
          </a:p>
          <a:p>
            <a:pPr marL="0" indent="0">
              <a:lnSpc>
                <a:spcPct val="120000"/>
              </a:lnSpc>
              <a:buNone/>
            </a:pPr>
            <a:r>
              <a:rPr lang="en-US" sz="2000" dirty="0">
                <a:latin typeface="Abadi" panose="020B0604020104020204" pitchFamily="34" charset="0"/>
              </a:rPr>
              <a:t>Swapping 5 with 4</a:t>
            </a:r>
          </a:p>
          <a:p>
            <a:pPr marL="0" indent="0">
              <a:lnSpc>
                <a:spcPct val="120000"/>
              </a:lnSpc>
              <a:buNone/>
            </a:pPr>
            <a:r>
              <a:rPr lang="en-US" sz="2000" dirty="0">
                <a:latin typeface="Abadi" panose="020B0604020104020204" pitchFamily="34" charset="0"/>
              </a:rPr>
              <a:t>The array is:</a:t>
            </a:r>
          </a:p>
          <a:p>
            <a:pPr marL="0" indent="0">
              <a:lnSpc>
                <a:spcPct val="120000"/>
              </a:lnSpc>
              <a:buNone/>
            </a:pPr>
            <a:r>
              <a:rPr lang="en-US" sz="2000" dirty="0">
                <a:latin typeface="Abadi" panose="020B0604020104020204" pitchFamily="34" charset="0"/>
              </a:rPr>
              <a:t>2 3 4 5 8 9 1</a:t>
            </a:r>
          </a:p>
          <a:p>
            <a:pPr marL="0" indent="0">
              <a:lnSpc>
                <a:spcPct val="120000"/>
              </a:lnSpc>
              <a:buNone/>
            </a:pPr>
            <a:r>
              <a:rPr lang="en-US" sz="2000" dirty="0">
                <a:latin typeface="Abadi" panose="020B0604020104020204" pitchFamily="34" charset="0"/>
              </a:rPr>
              <a:t>Swapping 9 with 1</a:t>
            </a:r>
          </a:p>
          <a:p>
            <a:pPr marL="0" indent="0">
              <a:lnSpc>
                <a:spcPct val="120000"/>
              </a:lnSpc>
              <a:buNone/>
            </a:pPr>
            <a:r>
              <a:rPr lang="en-US" sz="2000" dirty="0">
                <a:latin typeface="Abadi" panose="020B0604020104020204" pitchFamily="34" charset="0"/>
              </a:rPr>
              <a:t>Swapping 8 with 1</a:t>
            </a:r>
          </a:p>
          <a:p>
            <a:pPr marL="0" indent="0">
              <a:lnSpc>
                <a:spcPct val="120000"/>
              </a:lnSpc>
              <a:buNone/>
            </a:pPr>
            <a:r>
              <a:rPr lang="en-US" sz="2000" dirty="0">
                <a:latin typeface="Abadi" panose="020B0604020104020204" pitchFamily="34" charset="0"/>
              </a:rPr>
              <a:t>Swapping 5 with 1</a:t>
            </a:r>
          </a:p>
          <a:p>
            <a:pPr marL="0" indent="0">
              <a:lnSpc>
                <a:spcPct val="120000"/>
              </a:lnSpc>
              <a:buNone/>
            </a:pPr>
            <a:r>
              <a:rPr lang="en-US" sz="2000" dirty="0">
                <a:latin typeface="Abadi" panose="020B0604020104020204" pitchFamily="34" charset="0"/>
              </a:rPr>
              <a:t>Swapping 4 with 1</a:t>
            </a:r>
          </a:p>
          <a:p>
            <a:pPr marL="0" indent="0">
              <a:lnSpc>
                <a:spcPct val="120000"/>
              </a:lnSpc>
              <a:buNone/>
            </a:pPr>
            <a:r>
              <a:rPr lang="en-US" sz="2000" dirty="0">
                <a:latin typeface="Abadi" panose="020B0604020104020204" pitchFamily="34" charset="0"/>
              </a:rPr>
              <a:t>Swapping 3 with 1</a:t>
            </a:r>
          </a:p>
          <a:p>
            <a:pPr marL="0" indent="0">
              <a:lnSpc>
                <a:spcPct val="120000"/>
              </a:lnSpc>
              <a:buNone/>
            </a:pPr>
            <a:r>
              <a:rPr lang="en-US" sz="2000" dirty="0">
                <a:latin typeface="Abadi" panose="020B0604020104020204" pitchFamily="34" charset="0"/>
              </a:rPr>
              <a:t>Swapping 2 with 1</a:t>
            </a:r>
          </a:p>
          <a:p>
            <a:pPr marL="0" indent="0">
              <a:lnSpc>
                <a:spcPct val="120000"/>
              </a:lnSpc>
              <a:buNone/>
            </a:pPr>
            <a:r>
              <a:rPr lang="en-US" sz="2000" dirty="0">
                <a:latin typeface="Abadi" panose="020B0604020104020204" pitchFamily="34" charset="0"/>
              </a:rPr>
              <a:t>The array is:</a:t>
            </a:r>
          </a:p>
          <a:p>
            <a:pPr marL="0" indent="0">
              <a:lnSpc>
                <a:spcPct val="120000"/>
              </a:lnSpc>
              <a:buNone/>
            </a:pPr>
            <a:r>
              <a:rPr lang="en-US" sz="2000" dirty="0">
                <a:latin typeface="Abadi" panose="020B0604020104020204" pitchFamily="34" charset="0"/>
              </a:rPr>
              <a:t>1 2 3 4 5 8 9</a:t>
            </a:r>
          </a:p>
        </p:txBody>
      </p:sp>
    </p:spTree>
    <p:extLst>
      <p:ext uri="{BB962C8B-B14F-4D97-AF65-F5344CB8AC3E}">
        <p14:creationId xmlns:p14="http://schemas.microsoft.com/office/powerpoint/2010/main" val="2384820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
                                            <p:txEl>
                                              <p:pRg st="15" end="15"/>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
                                            <p:txEl>
                                              <p:pRg st="16" end="16"/>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
                                            <p:txEl>
                                              <p:pRg st="17" end="17"/>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
                                            <p:txEl>
                                              <p:pRg st="18" end="18"/>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
                                            <p:txEl>
                                              <p:pRg st="19" end="19"/>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
                                            <p:txEl>
                                              <p:pRg st="20" end="20"/>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
                                            <p:txEl>
                                              <p:pRg st="21" end="21"/>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
                                            <p:txEl>
                                              <p:pRg st="22" end="22"/>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
                                            <p:txEl>
                                              <p:pRg st="23" end="23"/>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
                                            <p:txEl>
                                              <p:pRg st="24" end="24"/>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7">
                                            <p:txEl>
                                              <p:pRg st="25" end="2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9" fill="hold" display="0">
                  <p:stCondLst>
                    <p:cond delay="indefinite"/>
                  </p:stCondLst>
                </p:cTn>
                <p:tgtEl>
                  <p:spTgt spid="4"/>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Insertion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2300" dirty="0"/>
                  <a:t>For 6 elements, the main loop runs 6 times. Let’s say the time cost of each operation of outer loop is </a:t>
                </a:r>
                <a14:m>
                  <m:oMath xmlns:m="http://schemas.openxmlformats.org/officeDocument/2006/math">
                    <m:r>
                      <a:rPr lang="en-US" sz="2300" b="0" i="1" smtClean="0">
                        <a:latin typeface="Cambria Math" panose="02040503050406030204" pitchFamily="18" charset="0"/>
                      </a:rPr>
                      <m:t>{</m:t>
                    </m:r>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𝐶</m:t>
                        </m:r>
                      </m:e>
                      <m:sub>
                        <m:r>
                          <a:rPr lang="en-US" sz="2300" b="0" i="1" smtClean="0">
                            <a:latin typeface="Cambria Math" panose="02040503050406030204" pitchFamily="18" charset="0"/>
                          </a:rPr>
                          <m:t>1</m:t>
                        </m:r>
                      </m:sub>
                    </m:sSub>
                    <m:r>
                      <a:rPr lang="en-US" sz="2300" b="0" i="1" smtClean="0">
                        <a:latin typeface="Cambria Math" panose="02040503050406030204" pitchFamily="18" charset="0"/>
                      </a:rPr>
                      <m:t>,</m:t>
                    </m:r>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𝐶</m:t>
                        </m:r>
                      </m:e>
                      <m:sub>
                        <m:r>
                          <a:rPr lang="en-US" sz="2300" b="0" i="1" smtClean="0">
                            <a:latin typeface="Cambria Math" panose="02040503050406030204" pitchFamily="18" charset="0"/>
                          </a:rPr>
                          <m:t>2</m:t>
                        </m:r>
                      </m:sub>
                    </m:sSub>
                    <m:r>
                      <a:rPr lang="en-US" sz="2300" b="0" i="1" smtClean="0">
                        <a:latin typeface="Cambria Math" panose="02040503050406030204" pitchFamily="18" charset="0"/>
                      </a:rPr>
                      <m:t>,…,</m:t>
                    </m:r>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𝐶</m:t>
                        </m:r>
                      </m:e>
                      <m:sub>
                        <m:r>
                          <a:rPr lang="en-US" sz="2300" b="0" i="1" smtClean="0">
                            <a:latin typeface="Cambria Math" panose="02040503050406030204" pitchFamily="18" charset="0"/>
                          </a:rPr>
                          <m:t>6</m:t>
                        </m:r>
                      </m:sub>
                    </m:sSub>
                    <m:r>
                      <a:rPr lang="en-US" sz="2300" b="0" i="1" smtClean="0">
                        <a:latin typeface="Cambria Math" panose="02040503050406030204" pitchFamily="18" charset="0"/>
                      </a:rPr>
                      <m:t>}</m:t>
                    </m:r>
                  </m:oMath>
                </a14:m>
                <a:r>
                  <a:rPr lang="en-US" sz="2300" dirty="0"/>
                  <a:t>. Hence, the number of operations for each of them will be:</a:t>
                </a:r>
              </a:p>
              <a:p>
                <a:pPr>
                  <a:lnSpc>
                    <a:spcPct val="100000"/>
                  </a:lnSpc>
                  <a:buFont typeface="Wingdings" panose="05000000000000000000" pitchFamily="2" charset="2"/>
                  <a:buChar char="§"/>
                </a:pPr>
                <a14:m>
                  <m:oMath xmlns:m="http://schemas.openxmlformats.org/officeDocument/2006/math">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𝐶</m:t>
                        </m:r>
                      </m:e>
                      <m:sub>
                        <m:r>
                          <a:rPr lang="en-US" sz="2300" b="0" i="1" smtClean="0">
                            <a:latin typeface="Cambria Math" panose="02040503050406030204" pitchFamily="18" charset="0"/>
                          </a:rPr>
                          <m:t>1</m:t>
                        </m:r>
                      </m:sub>
                    </m:sSub>
                    <m:r>
                      <a:rPr lang="en-US" sz="2300" b="0" i="1" smtClean="0">
                        <a:latin typeface="Cambria Math" panose="02040503050406030204" pitchFamily="18" charset="0"/>
                      </a:rPr>
                      <m:t>=1</m:t>
                    </m:r>
                  </m:oMath>
                </a14:m>
                <a:r>
                  <a:rPr lang="en-US" sz="2300" dirty="0"/>
                  <a:t> because 2 doesn’t have any element on its left.</a:t>
                </a:r>
              </a:p>
              <a:p>
                <a:pPr>
                  <a:lnSpc>
                    <a:spcPct val="100000"/>
                  </a:lnSpc>
                  <a:buFont typeface="Wingdings" panose="05000000000000000000" pitchFamily="2" charset="2"/>
                  <a:buChar char="§"/>
                </a:pPr>
                <a14:m>
                  <m:oMath xmlns:m="http://schemas.openxmlformats.org/officeDocument/2006/math">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𝐶</m:t>
                        </m:r>
                      </m:e>
                      <m:sub>
                        <m:r>
                          <a:rPr lang="en-US" sz="2300" b="0" i="1" smtClean="0">
                            <a:latin typeface="Cambria Math" panose="02040503050406030204" pitchFamily="18" charset="0"/>
                          </a:rPr>
                          <m:t>2</m:t>
                        </m:r>
                      </m:sub>
                    </m:sSub>
                    <m:r>
                      <a:rPr lang="en-US" sz="2300" b="0" i="1" smtClean="0">
                        <a:latin typeface="Cambria Math" panose="02040503050406030204" pitchFamily="18" charset="0"/>
                      </a:rPr>
                      <m:t>=</m:t>
                    </m:r>
                    <m:r>
                      <a:rPr lang="en-US" sz="2300" b="0" i="0" smtClean="0">
                        <a:latin typeface="Cambria Math" panose="02040503050406030204" pitchFamily="18" charset="0"/>
                      </a:rPr>
                      <m:t>2</m:t>
                    </m:r>
                  </m:oMath>
                </a14:m>
                <a:r>
                  <a:rPr lang="en-US" sz="2300" dirty="0"/>
                  <a:t> since 8 is swapped with 5.</a:t>
                </a:r>
              </a:p>
              <a:p>
                <a:pPr>
                  <a:lnSpc>
                    <a:spcPct val="100000"/>
                  </a:lnSpc>
                  <a:buFont typeface="Wingdings" panose="05000000000000000000" pitchFamily="2" charset="2"/>
                  <a:buChar char="§"/>
                </a:pPr>
                <a14:m>
                  <m:oMath xmlns:m="http://schemas.openxmlformats.org/officeDocument/2006/math">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𝐶</m:t>
                        </m:r>
                      </m:e>
                      <m:sub>
                        <m:r>
                          <a:rPr lang="en-US" sz="2300" b="0" i="1" smtClean="0">
                            <a:latin typeface="Cambria Math" panose="02040503050406030204" pitchFamily="18" charset="0"/>
                          </a:rPr>
                          <m:t>3</m:t>
                        </m:r>
                      </m:sub>
                    </m:sSub>
                    <m:r>
                      <a:rPr lang="en-US" sz="2300" b="0" i="1" smtClean="0">
                        <a:latin typeface="Cambria Math" panose="02040503050406030204" pitchFamily="18" charset="0"/>
                      </a:rPr>
                      <m:t>=3</m:t>
                    </m:r>
                  </m:oMath>
                </a14:m>
                <a:r>
                  <a:rPr lang="en-US" sz="2300" dirty="0"/>
                  <a:t> because 3 is first swapped with 8, then 5.</a:t>
                </a:r>
              </a:p>
              <a:p>
                <a:pPr>
                  <a:lnSpc>
                    <a:spcPct val="100000"/>
                  </a:lnSpc>
                  <a:buFont typeface="Wingdings" panose="05000000000000000000" pitchFamily="2" charset="2"/>
                  <a:buChar char="§"/>
                </a:pPr>
                <a14:m>
                  <m:oMath xmlns:m="http://schemas.openxmlformats.org/officeDocument/2006/math">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𝐶</m:t>
                        </m:r>
                      </m:e>
                      <m:sub>
                        <m:r>
                          <a:rPr lang="en-US" sz="2300" b="0" i="1" smtClean="0">
                            <a:latin typeface="Cambria Math" panose="02040503050406030204" pitchFamily="18" charset="0"/>
                          </a:rPr>
                          <m:t>4</m:t>
                        </m:r>
                      </m:sub>
                    </m:sSub>
                    <m:r>
                      <a:rPr lang="en-US" sz="2300" b="0" i="1" smtClean="0">
                        <a:latin typeface="Cambria Math" panose="02040503050406030204" pitchFamily="18" charset="0"/>
                      </a:rPr>
                      <m:t>=1</m:t>
                    </m:r>
                  </m:oMath>
                </a14:m>
                <a:r>
                  <a:rPr lang="en-US" sz="2300" dirty="0"/>
                  <a:t> as 9 is already higher than 8.</a:t>
                </a:r>
              </a:p>
              <a:p>
                <a:pPr>
                  <a:lnSpc>
                    <a:spcPct val="100000"/>
                  </a:lnSpc>
                  <a:buFont typeface="Wingdings" panose="05000000000000000000" pitchFamily="2" charset="2"/>
                  <a:buChar char="§"/>
                </a:pPr>
                <a14:m>
                  <m:oMath xmlns:m="http://schemas.openxmlformats.org/officeDocument/2006/math">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𝐶</m:t>
                        </m:r>
                      </m:e>
                      <m:sub>
                        <m:r>
                          <a:rPr lang="en-US" sz="2300" b="0" i="1" smtClean="0">
                            <a:latin typeface="Cambria Math" panose="02040503050406030204" pitchFamily="18" charset="0"/>
                          </a:rPr>
                          <m:t>5</m:t>
                        </m:r>
                      </m:sub>
                    </m:sSub>
                    <m:r>
                      <a:rPr lang="en-US" sz="2300" b="0" i="1" smtClean="0">
                        <a:latin typeface="Cambria Math" panose="02040503050406030204" pitchFamily="18" charset="0"/>
                      </a:rPr>
                      <m:t>=4</m:t>
                    </m:r>
                  </m:oMath>
                </a14:m>
                <a:r>
                  <a:rPr lang="en-US" sz="2300" dirty="0"/>
                  <a:t> because it is swapped with 9, then 8, then 5.</a:t>
                </a:r>
              </a:p>
              <a:p>
                <a:pPr>
                  <a:lnSpc>
                    <a:spcPct val="100000"/>
                  </a:lnSpc>
                  <a:buFont typeface="Wingdings" panose="05000000000000000000" pitchFamily="2" charset="2"/>
                  <a:buChar char="§"/>
                </a:pPr>
                <a14:m>
                  <m:oMath xmlns:m="http://schemas.openxmlformats.org/officeDocument/2006/math">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𝐶</m:t>
                        </m:r>
                      </m:e>
                      <m:sub>
                        <m:r>
                          <a:rPr lang="en-US" sz="2300" b="0" i="1" smtClean="0">
                            <a:latin typeface="Cambria Math" panose="02040503050406030204" pitchFamily="18" charset="0"/>
                          </a:rPr>
                          <m:t>6</m:t>
                        </m:r>
                      </m:sub>
                    </m:sSub>
                    <m:r>
                      <a:rPr lang="en-US" sz="2300" b="0" i="1" smtClean="0">
                        <a:latin typeface="Cambria Math" panose="02040503050406030204" pitchFamily="18" charset="0"/>
                      </a:rPr>
                      <m:t>=6</m:t>
                    </m:r>
                  </m:oMath>
                </a14:m>
                <a:r>
                  <a:rPr lang="en-US" sz="2300" dirty="0"/>
                  <a:t> as it travels all the way to first position.</a:t>
                </a:r>
              </a:p>
              <a:p>
                <a:pPr>
                  <a:lnSpc>
                    <a:spcPct val="100000"/>
                  </a:lnSpc>
                  <a:buFont typeface="Wingdings" panose="05000000000000000000" pitchFamily="2" charset="2"/>
                  <a:buChar char="§"/>
                </a:pPr>
                <a:r>
                  <a:rPr lang="en-US" sz="2300" dirty="0"/>
                  <a:t>Even in the worst-case scenario, the inner loop does not run more than the current index of outer loop. Therefore, we can say that </a:t>
                </a:r>
                <a14:m>
                  <m:oMath xmlns:m="http://schemas.openxmlformats.org/officeDocument/2006/math">
                    <m:r>
                      <a:rPr lang="en-US" sz="2300" b="0" i="1" smtClean="0">
                        <a:latin typeface="Cambria Math" panose="02040503050406030204" pitchFamily="18" charset="0"/>
                      </a:rPr>
                      <m:t>𝑂</m:t>
                    </m:r>
                    <m:r>
                      <a:rPr lang="en-US" sz="2300" b="0" i="1" smtClean="0">
                        <a:latin typeface="Cambria Math" panose="02040503050406030204" pitchFamily="18" charset="0"/>
                      </a:rPr>
                      <m:t>=1+2+3+…+</m:t>
                    </m:r>
                    <m:r>
                      <a:rPr lang="en-US" sz="2300" b="0" i="1" smtClean="0">
                        <a:latin typeface="Cambria Math" panose="02040503050406030204" pitchFamily="18" charset="0"/>
                      </a:rPr>
                      <m:t>𝑛</m:t>
                    </m:r>
                    <m:r>
                      <a:rPr lang="en-US" sz="2300" b="0" i="1" smtClean="0">
                        <a:latin typeface="Cambria Math" panose="02040503050406030204" pitchFamily="18" charset="0"/>
                      </a:rPr>
                      <m:t>=</m:t>
                    </m:r>
                    <m:f>
                      <m:fPr>
                        <m:ctrlPr>
                          <a:rPr lang="en-US" sz="2300" b="0" i="1" smtClean="0">
                            <a:latin typeface="Cambria Math" panose="02040503050406030204" pitchFamily="18" charset="0"/>
                          </a:rPr>
                        </m:ctrlPr>
                      </m:fPr>
                      <m:num>
                        <m:r>
                          <a:rPr lang="en-US" sz="2300" b="0" i="1" smtClean="0">
                            <a:latin typeface="Cambria Math" panose="02040503050406030204" pitchFamily="18" charset="0"/>
                          </a:rPr>
                          <m:t>𝑛</m:t>
                        </m:r>
                        <m:d>
                          <m:dPr>
                            <m:ctrlPr>
                              <a:rPr lang="en-US" sz="2300" b="0" i="1" smtClean="0">
                                <a:latin typeface="Cambria Math" panose="02040503050406030204" pitchFamily="18" charset="0"/>
                              </a:rPr>
                            </m:ctrlPr>
                          </m:dPr>
                          <m:e>
                            <m:r>
                              <a:rPr lang="en-US" sz="2300" b="0" i="1" smtClean="0">
                                <a:latin typeface="Cambria Math" panose="02040503050406030204" pitchFamily="18" charset="0"/>
                              </a:rPr>
                              <m:t>𝑛</m:t>
                            </m:r>
                            <m:r>
                              <a:rPr lang="en-US" sz="2300" b="0" i="1" smtClean="0">
                                <a:latin typeface="Cambria Math" panose="02040503050406030204" pitchFamily="18" charset="0"/>
                              </a:rPr>
                              <m:t>+1</m:t>
                            </m:r>
                          </m:e>
                        </m:d>
                      </m:num>
                      <m:den>
                        <m:r>
                          <a:rPr lang="en-US" sz="2300" b="0" i="1" smtClean="0">
                            <a:latin typeface="Cambria Math" panose="02040503050406030204" pitchFamily="18" charset="0"/>
                          </a:rPr>
                          <m:t>2</m:t>
                        </m:r>
                      </m:den>
                    </m:f>
                    <m:r>
                      <a:rPr lang="en-US" sz="2300" b="0" i="1" smtClean="0">
                        <a:latin typeface="Cambria Math" panose="02040503050406030204" pitchFamily="18" charset="0"/>
                      </a:rPr>
                      <m:t>=</m:t>
                    </m:r>
                    <m:r>
                      <a:rPr lang="en-US" sz="2300" b="0" i="1" smtClean="0">
                        <a:latin typeface="Cambria Math" panose="02040503050406030204" pitchFamily="18" charset="0"/>
                      </a:rPr>
                      <m:t>𝑂</m:t>
                    </m:r>
                    <m:r>
                      <a:rPr lang="en-US" sz="2300" b="0" i="1" smtClean="0">
                        <a:latin typeface="Cambria Math" panose="02040503050406030204" pitchFamily="18" charset="0"/>
                      </a:rPr>
                      <m:t>(</m:t>
                    </m:r>
                    <m:sSup>
                      <m:sSupPr>
                        <m:ctrlPr>
                          <a:rPr lang="en-US" sz="2300" b="0" i="1" smtClean="0">
                            <a:latin typeface="Cambria Math" panose="02040503050406030204" pitchFamily="18" charset="0"/>
                          </a:rPr>
                        </m:ctrlPr>
                      </m:sSupPr>
                      <m:e>
                        <m:r>
                          <a:rPr lang="en-US" sz="2300" b="0" i="1" smtClean="0">
                            <a:latin typeface="Cambria Math" panose="02040503050406030204" pitchFamily="18" charset="0"/>
                          </a:rPr>
                          <m:t>𝑛</m:t>
                        </m:r>
                      </m:e>
                      <m:sup>
                        <m:r>
                          <a:rPr lang="en-US" sz="2300" b="0" i="1" smtClean="0">
                            <a:latin typeface="Cambria Math" panose="02040503050406030204" pitchFamily="18" charset="0"/>
                          </a:rPr>
                          <m:t>2</m:t>
                        </m:r>
                      </m:sup>
                    </m:sSup>
                    <m:r>
                      <a:rPr lang="en-US" sz="2300" b="0" i="1" smtClean="0">
                        <a:latin typeface="Cambria Math" panose="02040503050406030204" pitchFamily="18" charset="0"/>
                      </a:rPr>
                      <m:t>)</m:t>
                    </m:r>
                  </m:oMath>
                </a14:m>
                <a:endParaRPr lang="en-US" sz="23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29"/>
              </a:xfrm>
              <a:prstGeom prst="rect">
                <a:avLst/>
              </a:prstGeom>
              <a:blipFill>
                <a:blip r:embed="rId3"/>
                <a:stretch>
                  <a:fillRect l="-623" t="-863"/>
                </a:stretch>
              </a:blipFill>
            </p:spPr>
            <p:txBody>
              <a:bodyPr/>
              <a:lstStyle/>
              <a:p>
                <a:r>
                  <a:rPr lang="en-PK">
                    <a:noFill/>
                  </a:rPr>
                  <a:t> </a:t>
                </a:r>
              </a:p>
            </p:txBody>
          </p:sp>
        </mc:Fallback>
      </mc:AlternateContent>
    </p:spTree>
    <p:extLst>
      <p:ext uri="{BB962C8B-B14F-4D97-AF65-F5344CB8AC3E}">
        <p14:creationId xmlns:p14="http://schemas.microsoft.com/office/powerpoint/2010/main" val="307204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 2</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Write the program to perform sorting floating point decimal numbers using Insertion sort.</a:t>
                </a:r>
              </a:p>
              <a:p>
                <a:pPr>
                  <a:lnSpc>
                    <a:spcPct val="120000"/>
                  </a:lnSpc>
                  <a:buFont typeface="Wingdings" panose="05000000000000000000" pitchFamily="2" charset="2"/>
                  <a:buChar char="§"/>
                </a:pPr>
                <a:r>
                  <a:rPr lang="en-US" sz="3200" dirty="0"/>
                  <a:t>Run the program and produce complete output log on console.</a:t>
                </a:r>
              </a:p>
              <a:p>
                <a:pPr>
                  <a:lnSpc>
                    <a:spcPct val="120000"/>
                  </a:lnSpc>
                  <a:buFont typeface="Wingdings" panose="05000000000000000000" pitchFamily="2" charset="2"/>
                  <a:buChar char="§"/>
                </a:pPr>
                <a:r>
                  <a:rPr lang="en-US" sz="3200" dirty="0"/>
                  <a:t>What will be the input for best and worst-case scenarios for Insertion sort algorithm for students’ CGPAs if the number of students is </a:t>
                </a:r>
                <a14:m>
                  <m:oMath xmlns:m="http://schemas.openxmlformats.org/officeDocument/2006/math">
                    <m:r>
                      <a:rPr lang="en-US" sz="3200" b="0" i="1" smtClean="0">
                        <a:latin typeface="Cambria Math" panose="02040503050406030204" pitchFamily="18" charset="0"/>
                      </a:rPr>
                      <m:t>𝑛</m:t>
                    </m:r>
                  </m:oMath>
                </a14:m>
                <a:r>
                  <a:rPr lang="en-US" sz="3200" dirty="0"/>
                  <a:t>? Provide complete </a:t>
                </a:r>
                <a:r>
                  <a:rPr lang="en-US" sz="3200"/>
                  <a:t>analysis.</a:t>
                </a: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29"/>
              </a:xfrm>
              <a:prstGeom prst="rect">
                <a:avLst/>
              </a:prstGeom>
              <a:blipFill>
                <a:blip r:embed="rId3"/>
                <a:stretch>
                  <a:fillRect l="-1142" t="-370"/>
                </a:stretch>
              </a:blipFill>
            </p:spPr>
            <p:txBody>
              <a:bodyPr/>
              <a:lstStyle/>
              <a:p>
                <a:r>
                  <a:rPr lang="en-US">
                    <a:noFill/>
                  </a:rPr>
                  <a:t> </a:t>
                </a:r>
              </a:p>
            </p:txBody>
          </p:sp>
        </mc:Fallback>
      </mc:AlternateContent>
    </p:spTree>
    <p:extLst>
      <p:ext uri="{BB962C8B-B14F-4D97-AF65-F5344CB8AC3E}">
        <p14:creationId xmlns:p14="http://schemas.microsoft.com/office/powerpoint/2010/main" val="1721494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presentation</Template>
  <TotalTime>3802</TotalTime>
  <Words>2031</Words>
  <Application>Microsoft Office PowerPoint</Application>
  <PresentationFormat>Widescreen</PresentationFormat>
  <Paragraphs>268</Paragraphs>
  <Slides>21</Slides>
  <Notes>18</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Abadi</vt:lpstr>
      <vt:lpstr>Arial</vt:lpstr>
      <vt:lpstr>Calibri</vt:lpstr>
      <vt:lpstr>Calibri Light</vt:lpstr>
      <vt:lpstr>Cambria Math</vt:lpstr>
      <vt:lpstr>Cascadia Code</vt:lpstr>
      <vt:lpstr>Wingdings</vt:lpstr>
      <vt:lpstr>Office Theme</vt:lpstr>
      <vt:lpstr>DATA STRUCTURES AND ALGORITHMS (113215)</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175</cp:revision>
  <dcterms:created xsi:type="dcterms:W3CDTF">2022-11-22T20:08:03Z</dcterms:created>
  <dcterms:modified xsi:type="dcterms:W3CDTF">2023-08-09T07:14:32Z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