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03" r:id="rId5"/>
    <p:sldId id="2462" r:id="rId6"/>
    <p:sldId id="2557" r:id="rId7"/>
    <p:sldId id="2565" r:id="rId8"/>
    <p:sldId id="2566" r:id="rId9"/>
    <p:sldId id="2567" r:id="rId10"/>
    <p:sldId id="2568" r:id="rId11"/>
    <p:sldId id="2558" r:id="rId12"/>
    <p:sldId id="2569" r:id="rId13"/>
    <p:sldId id="2570" r:id="rId14"/>
    <p:sldId id="24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F8BE6-0793-4CC3-92A1-28CD9668A693}" v="7061" dt="2023-08-28T08:52:58.163"/>
    <p1510:client id="{ABBB17B0-94F6-4CCA-B49F-D97CA4BFAEFA}" v="3827" dt="2023-08-29T05:20:33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8" autoAdjust="0"/>
    <p:restoredTop sz="92267" autoAdjust="0"/>
  </p:normalViewPr>
  <p:slideViewPr>
    <p:cSldViewPr snapToGrid="0">
      <p:cViewPr varScale="1">
        <p:scale>
          <a:sx n="76" d="100"/>
          <a:sy n="76" d="100"/>
        </p:scale>
        <p:origin x="667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FC71800D-6C77-4311-91CC-2C226E46ADC8}"/>
    <pc:docChg chg="undo custSel addSld delSld modSld">
      <pc:chgData name="Owais Ahmed" userId="6abc7d4556b3b071" providerId="LiveId" clId="{FC71800D-6C77-4311-91CC-2C226E46ADC8}" dt="2023-08-04T14:26:40.459" v="1001" actId="20577"/>
      <pc:docMkLst>
        <pc:docMk/>
      </pc:docMkLst>
      <pc:sldChg chg="modSp">
        <pc:chgData name="Owais Ahmed" userId="6abc7d4556b3b071" providerId="LiveId" clId="{FC71800D-6C77-4311-91CC-2C226E46ADC8}" dt="2023-08-04T14:20:09.761" v="145" actId="20577"/>
        <pc:sldMkLst>
          <pc:docMk/>
          <pc:sldMk cId="3909667495" sldId="2558"/>
        </pc:sldMkLst>
        <pc:spChg chg="mod">
          <ac:chgData name="Owais Ahmed" userId="6abc7d4556b3b071" providerId="LiveId" clId="{FC71800D-6C77-4311-91CC-2C226E46ADC8}" dt="2023-08-04T14:20:09.761" v="145" actId="20577"/>
          <ac:spMkLst>
            <pc:docMk/>
            <pc:sldMk cId="3909667495" sldId="255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FC71800D-6C77-4311-91CC-2C226E46ADC8}" dt="2023-08-04T14:18:33.439" v="28" actId="47"/>
        <pc:sldMkLst>
          <pc:docMk/>
          <pc:sldMk cId="1343035549" sldId="2561"/>
        </pc:sldMkLst>
        <pc:spChg chg="mod">
          <ac:chgData name="Owais Ahmed" userId="6abc7d4556b3b071" providerId="LiveId" clId="{FC71800D-6C77-4311-91CC-2C226E46ADC8}" dt="2023-08-04T14:18:12.783" v="26" actId="20577"/>
          <ac:spMkLst>
            <pc:docMk/>
            <pc:sldMk cId="1343035549" sldId="2561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7:25.517" v="2" actId="20577"/>
          <ac:spMkLst>
            <pc:docMk/>
            <pc:sldMk cId="1343035549" sldId="2561"/>
            <ac:spMk id="215" creationId="{00000000-0000-0000-0000-000000000000}"/>
          </ac:spMkLst>
        </pc:spChg>
      </pc:sldChg>
      <pc:sldChg chg="modSp add mod addAnim delAnim modAnim">
        <pc:chgData name="Owais Ahmed" userId="6abc7d4556b3b071" providerId="LiveId" clId="{FC71800D-6C77-4311-91CC-2C226E46ADC8}" dt="2023-08-04T14:23:09.607" v="525" actId="14100"/>
        <pc:sldMkLst>
          <pc:docMk/>
          <pc:sldMk cId="1835063850" sldId="2562"/>
        </pc:sldMkLst>
        <pc:spChg chg="mod">
          <ac:chgData name="Owais Ahmed" userId="6abc7d4556b3b071" providerId="LiveId" clId="{FC71800D-6C77-4311-91CC-2C226E46ADC8}" dt="2023-08-04T14:23:09.607" v="525" actId="14100"/>
          <ac:spMkLst>
            <pc:docMk/>
            <pc:sldMk cId="1835063850" sldId="2562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8:37.746" v="29" actId="20577"/>
          <ac:spMkLst>
            <pc:docMk/>
            <pc:sldMk cId="1835063850" sldId="2562"/>
            <ac:spMk id="215" creationId="{00000000-0000-0000-0000-000000000000}"/>
          </ac:spMkLst>
        </pc:spChg>
        <pc:graphicFrameChg chg="mod modGraphic">
          <ac:chgData name="Owais Ahmed" userId="6abc7d4556b3b071" providerId="LiveId" clId="{FC71800D-6C77-4311-91CC-2C226E46ADC8}" dt="2023-08-04T14:19:42.253" v="124"/>
          <ac:graphicFrameMkLst>
            <pc:docMk/>
            <pc:sldMk cId="1835063850" sldId="2562"/>
            <ac:graphicFrameMk id="5" creationId="{C244DA9B-A3BA-1738-3D3E-32FF339EF18B}"/>
          </ac:graphicFrameMkLst>
        </pc:graphicFrameChg>
      </pc:sldChg>
      <pc:sldChg chg="modSp add mod modAnim">
        <pc:chgData name="Owais Ahmed" userId="6abc7d4556b3b071" providerId="LiveId" clId="{FC71800D-6C77-4311-91CC-2C226E46ADC8}" dt="2023-08-04T14:26:40.459" v="1001" actId="20577"/>
        <pc:sldMkLst>
          <pc:docMk/>
          <pc:sldMk cId="150925741" sldId="2563"/>
        </pc:sldMkLst>
        <pc:spChg chg="mod">
          <ac:chgData name="Owais Ahmed" userId="6abc7d4556b3b071" providerId="LiveId" clId="{FC71800D-6C77-4311-91CC-2C226E46ADC8}" dt="2023-08-04T14:26:40.459" v="1001" actId="20577"/>
          <ac:spMkLst>
            <pc:docMk/>
            <pc:sldMk cId="150925741" sldId="2563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654F8BE6-0793-4CC3-92A1-28CD9668A693}"/>
    <pc:docChg chg="undo redo custSel addSld delSld modSld sldOrd">
      <pc:chgData name="Owais Ahmed" userId="6abc7d4556b3b071" providerId="LiveId" clId="{654F8BE6-0793-4CC3-92A1-28CD9668A693}" dt="2023-08-28T08:52:58.163" v="17788" actId="20577"/>
      <pc:docMkLst>
        <pc:docMk/>
      </pc:docMkLst>
      <pc:sldChg chg="modSp mod">
        <pc:chgData name="Owais Ahmed" userId="6abc7d4556b3b071" providerId="LiveId" clId="{654F8BE6-0793-4CC3-92A1-28CD9668A693}" dt="2023-08-28T06:37:27.074" v="14327" actId="20577"/>
        <pc:sldMkLst>
          <pc:docMk/>
          <pc:sldMk cId="1649098948" sldId="2462"/>
        </pc:sldMkLst>
        <pc:spChg chg="mod">
          <ac:chgData name="Owais Ahmed" userId="6abc7d4556b3b071" providerId="LiveId" clId="{654F8BE6-0793-4CC3-92A1-28CD9668A693}" dt="2023-08-28T06:37:27.074" v="143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654F8BE6-0793-4CC3-92A1-28CD9668A693}" dt="2023-08-23T05:07:07.623" v="956" actId="20577"/>
        <pc:sldMkLst>
          <pc:docMk/>
          <pc:sldMk cId="296501705" sldId="2557"/>
        </pc:sldMkLst>
        <pc:spChg chg="mod">
          <ac:chgData name="Owais Ahmed" userId="6abc7d4556b3b071" providerId="LiveId" clId="{654F8BE6-0793-4CC3-92A1-28CD9668A693}" dt="2023-08-23T05:07:07.623" v="956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3T05:02:46.125" v="884" actId="6549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654F8BE6-0793-4CC3-92A1-28CD9668A693}" dt="2023-08-22T11:13:57.706" v="541" actId="47"/>
        <pc:sldMkLst>
          <pc:docMk/>
          <pc:sldMk cId="3909667495" sldId="2558"/>
        </pc:sldMkLst>
      </pc:sldChg>
      <pc:sldChg chg="addSp delSp modSp add mod modAnim">
        <pc:chgData name="Owais Ahmed" userId="6abc7d4556b3b071" providerId="LiveId" clId="{654F8BE6-0793-4CC3-92A1-28CD9668A693}" dt="2023-08-23T06:42:09.779" v="4912" actId="20577"/>
        <pc:sldMkLst>
          <pc:docMk/>
          <pc:sldMk cId="4025122635" sldId="2558"/>
        </pc:sldMkLst>
        <pc:spChg chg="mod">
          <ac:chgData name="Owais Ahmed" userId="6abc7d4556b3b071" providerId="LiveId" clId="{654F8BE6-0793-4CC3-92A1-28CD9668A693}" dt="2023-08-23T06:42:09.779" v="4912" actId="20577"/>
          <ac:spMkLst>
            <pc:docMk/>
            <pc:sldMk cId="4025122635" sldId="2558"/>
            <ac:spMk id="3" creationId="{4A1C0383-58FE-E486-295E-B33B8683B938}"/>
          </ac:spMkLst>
        </pc:spChg>
        <pc:graphicFrameChg chg="add del mod modGraphic">
          <ac:chgData name="Owais Ahmed" userId="6abc7d4556b3b071" providerId="LiveId" clId="{654F8BE6-0793-4CC3-92A1-28CD9668A693}" dt="2023-08-23T05:16:17.803" v="1199" actId="14100"/>
          <ac:graphicFrameMkLst>
            <pc:docMk/>
            <pc:sldMk cId="4025122635" sldId="2558"/>
            <ac:graphicFrameMk id="4" creationId="{9AB67E05-3A87-91A8-3B30-46F707BCE7DB}"/>
          </ac:graphicFrameMkLst>
        </pc:graphicFrameChg>
        <pc:graphicFrameChg chg="add mod">
          <ac:chgData name="Owais Ahmed" userId="6abc7d4556b3b071" providerId="LiveId" clId="{654F8BE6-0793-4CC3-92A1-28CD9668A693}" dt="2023-08-23T05:59:25.773" v="3229" actId="20577"/>
          <ac:graphicFrameMkLst>
            <pc:docMk/>
            <pc:sldMk cId="4025122635" sldId="2558"/>
            <ac:graphicFrameMk id="5" creationId="{86B136B2-39BE-7359-2E19-7A7CD1DEE1DA}"/>
          </ac:graphicFrameMkLst>
        </pc:graphicFrameChg>
      </pc:sldChg>
      <pc:sldChg chg="modSp add mod ord modAnim">
        <pc:chgData name="Owais Ahmed" userId="6abc7d4556b3b071" providerId="LiveId" clId="{654F8BE6-0793-4CC3-92A1-28CD9668A693}" dt="2023-08-23T06:07:53.251" v="3362" actId="14100"/>
        <pc:sldMkLst>
          <pc:docMk/>
          <pc:sldMk cId="2676486563" sldId="2559"/>
        </pc:sldMkLst>
        <pc:spChg chg="mod">
          <ac:chgData name="Owais Ahmed" userId="6abc7d4556b3b071" providerId="LiveId" clId="{654F8BE6-0793-4CC3-92A1-28CD9668A693}" dt="2023-08-23T06:07:53.251" v="3362" actId="14100"/>
          <ac:spMkLst>
            <pc:docMk/>
            <pc:sldMk cId="2676486563" sldId="2559"/>
            <ac:spMk id="3" creationId="{4A1C0383-58FE-E486-295E-B33B8683B938}"/>
          </ac:spMkLst>
        </pc:sp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3856755703" sldId="2559"/>
        </pc:sldMkLst>
      </pc:sldChg>
      <pc:sldChg chg="addSp delSp modSp add mod delAnim modAnim">
        <pc:chgData name="Owais Ahmed" userId="6abc7d4556b3b071" providerId="LiveId" clId="{654F8BE6-0793-4CC3-92A1-28CD9668A693}" dt="2023-08-23T06:00:24.545" v="3255"/>
        <pc:sldMkLst>
          <pc:docMk/>
          <pc:sldMk cId="814533421" sldId="2560"/>
        </pc:sldMkLst>
        <pc:spChg chg="del mod">
          <ac:chgData name="Owais Ahmed" userId="6abc7d4556b3b071" providerId="LiveId" clId="{654F8BE6-0793-4CC3-92A1-28CD9668A693}" dt="2023-08-23T05:32:20.938" v="2080" actId="478"/>
          <ac:spMkLst>
            <pc:docMk/>
            <pc:sldMk cId="814533421" sldId="2560"/>
            <ac:spMk id="3" creationId="{4A1C0383-58FE-E486-295E-B33B8683B938}"/>
          </ac:spMkLst>
        </pc:spChg>
        <pc:spChg chg="add mod">
          <ac:chgData name="Owais Ahmed" userId="6abc7d4556b3b071" providerId="LiveId" clId="{654F8BE6-0793-4CC3-92A1-28CD9668A693}" dt="2023-08-23T05:34:17.244" v="2128" actId="14100"/>
          <ac:spMkLst>
            <pc:docMk/>
            <pc:sldMk cId="814533421" sldId="2560"/>
            <ac:spMk id="5" creationId="{FB15A564-B6BD-E0E2-861F-35FFD0AB97FC}"/>
          </ac:spMkLst>
        </pc:spChg>
        <pc:graphicFrameChg chg="add del mod">
          <ac:chgData name="Owais Ahmed" userId="6abc7d4556b3b071" providerId="LiveId" clId="{654F8BE6-0793-4CC3-92A1-28CD9668A693}" dt="2023-08-23T05:36:38.807" v="2155" actId="478"/>
          <ac:graphicFrameMkLst>
            <pc:docMk/>
            <pc:sldMk cId="814533421" sldId="2560"/>
            <ac:graphicFrameMk id="4" creationId="{78BB61EB-3C1A-7B5A-C732-959CF4C259FF}"/>
          </ac:graphicFrameMkLst>
        </pc:graphicFrameChg>
        <pc:graphicFrameChg chg="add mod">
          <ac:chgData name="Owais Ahmed" userId="6abc7d4556b3b071" providerId="LiveId" clId="{654F8BE6-0793-4CC3-92A1-28CD9668A693}" dt="2023-08-23T06:00:01.491" v="3242"/>
          <ac:graphicFrameMkLst>
            <pc:docMk/>
            <pc:sldMk cId="814533421" sldId="2560"/>
            <ac:graphicFrameMk id="6" creationId="{AD1D1AF4-2022-928F-321B-1D93F08FDF2C}"/>
          </ac:graphicFrameMkLst>
        </pc:graphicFrameChg>
        <pc:graphicFrameChg chg="add mod">
          <ac:chgData name="Owais Ahmed" userId="6abc7d4556b3b071" providerId="LiveId" clId="{654F8BE6-0793-4CC3-92A1-28CD9668A693}" dt="2023-08-23T05:59:50.208" v="3236" actId="20577"/>
          <ac:graphicFrameMkLst>
            <pc:docMk/>
            <pc:sldMk cId="814533421" sldId="2560"/>
            <ac:graphicFrameMk id="7" creationId="{56EE8F7F-322D-2D1D-5A40-810FF4E27776}"/>
          </ac:graphicFrameMkLst>
        </pc:graphicFrameChg>
        <pc:graphicFrameChg chg="add del mod">
          <ac:chgData name="Owais Ahmed" userId="6abc7d4556b3b071" providerId="LiveId" clId="{654F8BE6-0793-4CC3-92A1-28CD9668A693}" dt="2023-08-23T05:37:04.672" v="2158" actId="478"/>
          <ac:graphicFrameMkLst>
            <pc:docMk/>
            <pc:sldMk cId="814533421" sldId="2560"/>
            <ac:graphicFrameMk id="8" creationId="{681447CA-B08D-C5C1-38C8-9C47FD4B5044}"/>
          </ac:graphicFrameMkLst>
        </pc:graphicFrameChg>
        <pc:graphicFrameChg chg="add mod">
          <ac:chgData name="Owais Ahmed" userId="6abc7d4556b3b071" providerId="LiveId" clId="{654F8BE6-0793-4CC3-92A1-28CD9668A693}" dt="2023-08-23T06:00:10.671" v="3248"/>
          <ac:graphicFrameMkLst>
            <pc:docMk/>
            <pc:sldMk cId="814533421" sldId="2560"/>
            <ac:graphicFrameMk id="9" creationId="{85BCDC92-7B32-2176-B2B1-0126D96D1C48}"/>
          </ac:graphicFrameMkLst>
        </pc:graphicFrameChg>
        <pc:graphicFrameChg chg="add mod">
          <ac:chgData name="Owais Ahmed" userId="6abc7d4556b3b071" providerId="LiveId" clId="{654F8BE6-0793-4CC3-92A1-28CD9668A693}" dt="2023-08-23T06:00:24.545" v="3255"/>
          <ac:graphicFrameMkLst>
            <pc:docMk/>
            <pc:sldMk cId="814533421" sldId="2560"/>
            <ac:graphicFrameMk id="10" creationId="{4B0BA684-69FC-1D4F-8F84-8F7DBADE5E3B}"/>
          </ac:graphicFrameMkLst>
        </pc:graphicFrame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3846338403" sldId="2560"/>
        </pc:sldMkLst>
      </pc:sldChg>
      <pc:sldChg chg="modSp add mod ord modAnim modNotesTx">
        <pc:chgData name="Owais Ahmed" userId="6abc7d4556b3b071" providerId="LiveId" clId="{654F8BE6-0793-4CC3-92A1-28CD9668A693}" dt="2023-08-23T06:08:43.799" v="3430" actId="27636"/>
        <pc:sldMkLst>
          <pc:docMk/>
          <pc:sldMk cId="3909102300" sldId="2561"/>
        </pc:sldMkLst>
        <pc:spChg chg="mod">
          <ac:chgData name="Owais Ahmed" userId="6abc7d4556b3b071" providerId="LiveId" clId="{654F8BE6-0793-4CC3-92A1-28CD9668A693}" dt="2023-08-23T06:08:43.799" v="3430" actId="27636"/>
          <ac:spMkLst>
            <pc:docMk/>
            <pc:sldMk cId="3909102300" sldId="2561"/>
            <ac:spMk id="3" creationId="{4A1C0383-58FE-E486-295E-B33B8683B938}"/>
          </ac:spMkLst>
        </pc:sp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1835063850" sldId="2562"/>
        </pc:sldMkLst>
      </pc:sldChg>
      <pc:sldChg chg="addSp delSp modSp add mod addAnim delAnim modAnim">
        <pc:chgData name="Owais Ahmed" userId="6abc7d4556b3b071" providerId="LiveId" clId="{654F8BE6-0793-4CC3-92A1-28CD9668A693}" dt="2023-08-23T06:06:35.723" v="3347"/>
        <pc:sldMkLst>
          <pc:docMk/>
          <pc:sldMk cId="2471706585" sldId="2562"/>
        </pc:sldMkLst>
        <pc:spChg chg="mod">
          <ac:chgData name="Owais Ahmed" userId="6abc7d4556b3b071" providerId="LiveId" clId="{654F8BE6-0793-4CC3-92A1-28CD9668A693}" dt="2023-08-23T05:56:33.018" v="3208" actId="20577"/>
          <ac:spMkLst>
            <pc:docMk/>
            <pc:sldMk cId="2471706585" sldId="2562"/>
            <ac:spMk id="5" creationId="{FB15A564-B6BD-E0E2-861F-35FFD0AB97FC}"/>
          </ac:spMkLst>
        </pc:spChg>
        <pc:spChg chg="add mod">
          <ac:chgData name="Owais Ahmed" userId="6abc7d4556b3b071" providerId="LiveId" clId="{654F8BE6-0793-4CC3-92A1-28CD9668A693}" dt="2023-08-23T06:05:53.089" v="3346" actId="20577"/>
          <ac:spMkLst>
            <pc:docMk/>
            <pc:sldMk cId="2471706585" sldId="2562"/>
            <ac:spMk id="11" creationId="{E73331A6-F305-D372-2795-C57149D62CB8}"/>
          </ac:spMkLst>
        </pc:spChg>
        <pc:graphicFrameChg chg="add mod">
          <ac:chgData name="Owais Ahmed" userId="6abc7d4556b3b071" providerId="LiveId" clId="{654F8BE6-0793-4CC3-92A1-28CD9668A693}" dt="2023-08-23T06:04:55.267" v="3308" actId="14100"/>
          <ac:graphicFrameMkLst>
            <pc:docMk/>
            <pc:sldMk cId="2471706585" sldId="2562"/>
            <ac:graphicFrameMk id="3" creationId="{F29A803C-15FD-7D3C-CE40-F1E9CBD83915}"/>
          </ac:graphicFrameMkLst>
        </pc:graphicFrameChg>
        <pc:graphicFrameChg chg="add mod">
          <ac:chgData name="Owais Ahmed" userId="6abc7d4556b3b071" providerId="LiveId" clId="{654F8BE6-0793-4CC3-92A1-28CD9668A693}" dt="2023-08-23T06:04:55.267" v="3308" actId="14100"/>
          <ac:graphicFrameMkLst>
            <pc:docMk/>
            <pc:sldMk cId="2471706585" sldId="2562"/>
            <ac:graphicFrameMk id="4" creationId="{875D8977-1084-BF4D-8101-E583EE353369}"/>
          </ac:graphicFrameMkLst>
        </pc:graphicFrameChg>
        <pc:graphicFrameChg chg="add del mod">
          <ac:chgData name="Owais Ahmed" userId="6abc7d4556b3b071" providerId="LiveId" clId="{654F8BE6-0793-4CC3-92A1-28CD9668A693}" dt="2023-08-23T06:05:06.139" v="3309" actId="1076"/>
          <ac:graphicFrameMkLst>
            <pc:docMk/>
            <pc:sldMk cId="2471706585" sldId="2562"/>
            <ac:graphicFrameMk id="6" creationId="{AD1D1AF4-2022-928F-321B-1D93F08FDF2C}"/>
          </ac:graphicFrameMkLst>
        </pc:graphicFrameChg>
        <pc:graphicFrameChg chg="del">
          <ac:chgData name="Owais Ahmed" userId="6abc7d4556b3b071" providerId="LiveId" clId="{654F8BE6-0793-4CC3-92A1-28CD9668A693}" dt="2023-08-23T05:56:40.303" v="3209" actId="478"/>
          <ac:graphicFrameMkLst>
            <pc:docMk/>
            <pc:sldMk cId="2471706585" sldId="2562"/>
            <ac:graphicFrameMk id="7" creationId="{56EE8F7F-322D-2D1D-5A40-810FF4E27776}"/>
          </ac:graphicFrameMkLst>
        </pc:graphicFrameChg>
        <pc:graphicFrameChg chg="add mod">
          <ac:chgData name="Owais Ahmed" userId="6abc7d4556b3b071" providerId="LiveId" clId="{654F8BE6-0793-4CC3-92A1-28CD9668A693}" dt="2023-08-23T06:05:06.139" v="3309" actId="1076"/>
          <ac:graphicFrameMkLst>
            <pc:docMk/>
            <pc:sldMk cId="2471706585" sldId="2562"/>
            <ac:graphicFrameMk id="8" creationId="{0706DEB8-767A-3BA2-A3C2-F7D6CDE5E351}"/>
          </ac:graphicFrameMkLst>
        </pc:graphicFrameChg>
        <pc:graphicFrameChg chg="del">
          <ac:chgData name="Owais Ahmed" userId="6abc7d4556b3b071" providerId="LiveId" clId="{654F8BE6-0793-4CC3-92A1-28CD9668A693}" dt="2023-08-23T06:01:29.311" v="3268" actId="478"/>
          <ac:graphicFrameMkLst>
            <pc:docMk/>
            <pc:sldMk cId="2471706585" sldId="2562"/>
            <ac:graphicFrameMk id="9" creationId="{85BCDC92-7B32-2176-B2B1-0126D96D1C48}"/>
          </ac:graphicFrameMkLst>
        </pc:graphicFrameChg>
        <pc:graphicFrameChg chg="del">
          <ac:chgData name="Owais Ahmed" userId="6abc7d4556b3b071" providerId="LiveId" clId="{654F8BE6-0793-4CC3-92A1-28CD9668A693}" dt="2023-08-23T06:03:31.479" v="3290" actId="478"/>
          <ac:graphicFrameMkLst>
            <pc:docMk/>
            <pc:sldMk cId="2471706585" sldId="2562"/>
            <ac:graphicFrameMk id="10" creationId="{4B0BA684-69FC-1D4F-8F84-8F7DBADE5E3B}"/>
          </ac:graphicFrameMkLst>
        </pc:graphicFrame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150925741" sldId="2563"/>
        </pc:sldMkLst>
      </pc:sldChg>
      <pc:sldChg chg="modSp add mod ord modAnim modNotesTx">
        <pc:chgData name="Owais Ahmed" userId="6abc7d4556b3b071" providerId="LiveId" clId="{654F8BE6-0793-4CC3-92A1-28CD9668A693}" dt="2023-08-23T06:14:12.782" v="3969" actId="20577"/>
        <pc:sldMkLst>
          <pc:docMk/>
          <pc:sldMk cId="2552667422" sldId="2563"/>
        </pc:sldMkLst>
        <pc:spChg chg="mod">
          <ac:chgData name="Owais Ahmed" userId="6abc7d4556b3b071" providerId="LiveId" clId="{654F8BE6-0793-4CC3-92A1-28CD9668A693}" dt="2023-08-23T06:14:12.782" v="3969" actId="20577"/>
          <ac:spMkLst>
            <pc:docMk/>
            <pc:sldMk cId="2552667422" sldId="2563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3T06:07:36.351" v="3356" actId="20577"/>
          <ac:spMkLst>
            <pc:docMk/>
            <pc:sldMk cId="2552667422" sldId="2563"/>
            <ac:spMk id="215" creationId="{00000000-0000-0000-0000-000000000000}"/>
          </ac:spMkLst>
        </pc:sp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3164841762" sldId="2564"/>
        </pc:sldMkLst>
      </pc:sldChg>
      <pc:sldChg chg="addSp delSp modSp add mod delAnim modAnim">
        <pc:chgData name="Owais Ahmed" userId="6abc7d4556b3b071" providerId="LiveId" clId="{654F8BE6-0793-4CC3-92A1-28CD9668A693}" dt="2023-08-23T06:32:44.356" v="4354" actId="20577"/>
        <pc:sldMkLst>
          <pc:docMk/>
          <pc:sldMk cId="4199798657" sldId="2564"/>
        </pc:sldMkLst>
        <pc:spChg chg="mod">
          <ac:chgData name="Owais Ahmed" userId="6abc7d4556b3b071" providerId="LiveId" clId="{654F8BE6-0793-4CC3-92A1-28CD9668A693}" dt="2023-08-23T06:32:44.356" v="4354" actId="20577"/>
          <ac:spMkLst>
            <pc:docMk/>
            <pc:sldMk cId="4199798657" sldId="2564"/>
            <ac:spMk id="3" creationId="{4A1C0383-58FE-E486-295E-B33B8683B938}"/>
          </ac:spMkLst>
        </pc:spChg>
        <pc:graphicFrameChg chg="add mod">
          <ac:chgData name="Owais Ahmed" userId="6abc7d4556b3b071" providerId="LiveId" clId="{654F8BE6-0793-4CC3-92A1-28CD9668A693}" dt="2023-08-23T06:20:27.237" v="4082" actId="20577"/>
          <ac:graphicFrameMkLst>
            <pc:docMk/>
            <pc:sldMk cId="4199798657" sldId="2564"/>
            <ac:graphicFrameMk id="4" creationId="{55A18BD5-DFB1-E574-CF54-DACE34F0E208}"/>
          </ac:graphicFrameMkLst>
        </pc:graphicFrameChg>
        <pc:graphicFrameChg chg="add mod">
          <ac:chgData name="Owais Ahmed" userId="6abc7d4556b3b071" providerId="LiveId" clId="{654F8BE6-0793-4CC3-92A1-28CD9668A693}" dt="2023-08-23T06:20:43.810" v="4091" actId="20577"/>
          <ac:graphicFrameMkLst>
            <pc:docMk/>
            <pc:sldMk cId="4199798657" sldId="2564"/>
            <ac:graphicFrameMk id="5" creationId="{513812BD-D655-F5D3-36B7-713BE1F572B8}"/>
          </ac:graphicFrameMkLst>
        </pc:graphicFrameChg>
        <pc:graphicFrameChg chg="add del mod">
          <ac:chgData name="Owais Ahmed" userId="6abc7d4556b3b071" providerId="LiveId" clId="{654F8BE6-0793-4CC3-92A1-28CD9668A693}" dt="2023-08-23T06:20:36.863" v="4087" actId="478"/>
          <ac:graphicFrameMkLst>
            <pc:docMk/>
            <pc:sldMk cId="4199798657" sldId="2564"/>
            <ac:graphicFrameMk id="6" creationId="{FCDEF418-FBA3-479B-0B85-1A49C297222E}"/>
          </ac:graphicFrameMkLst>
        </pc:graphicFrameChg>
        <pc:graphicFrameChg chg="add mod">
          <ac:chgData name="Owais Ahmed" userId="6abc7d4556b3b071" providerId="LiveId" clId="{654F8BE6-0793-4CC3-92A1-28CD9668A693}" dt="2023-08-23T06:21:01.660" v="4097" actId="20577"/>
          <ac:graphicFrameMkLst>
            <pc:docMk/>
            <pc:sldMk cId="4199798657" sldId="2564"/>
            <ac:graphicFrameMk id="7" creationId="{96EC4DF7-AFB3-526A-E575-60B87E38FC82}"/>
          </ac:graphicFrameMkLst>
        </pc:graphicFrameChg>
        <pc:graphicFrameChg chg="add mod">
          <ac:chgData name="Owais Ahmed" userId="6abc7d4556b3b071" providerId="LiveId" clId="{654F8BE6-0793-4CC3-92A1-28CD9668A693}" dt="2023-08-23T06:21:29.238" v="4107" actId="20577"/>
          <ac:graphicFrameMkLst>
            <pc:docMk/>
            <pc:sldMk cId="4199798657" sldId="2564"/>
            <ac:graphicFrameMk id="8" creationId="{AFAAABEA-7436-4864-0FDE-9D04D695E82F}"/>
          </ac:graphicFrameMkLst>
        </pc:graphicFrameChg>
        <pc:graphicFrameChg chg="add mod">
          <ac:chgData name="Owais Ahmed" userId="6abc7d4556b3b071" providerId="LiveId" clId="{654F8BE6-0793-4CC3-92A1-28CD9668A693}" dt="2023-08-23T06:22:21.023" v="4146" actId="20577"/>
          <ac:graphicFrameMkLst>
            <pc:docMk/>
            <pc:sldMk cId="4199798657" sldId="2564"/>
            <ac:graphicFrameMk id="9" creationId="{64E74109-E5D8-1122-DE31-F7BFE3084874}"/>
          </ac:graphicFrameMkLst>
        </pc:graphicFrameChg>
        <pc:graphicFrameChg chg="add mod">
          <ac:chgData name="Owais Ahmed" userId="6abc7d4556b3b071" providerId="LiveId" clId="{654F8BE6-0793-4CC3-92A1-28CD9668A693}" dt="2023-08-23T06:23:28.335" v="4163" actId="20577"/>
          <ac:graphicFrameMkLst>
            <pc:docMk/>
            <pc:sldMk cId="4199798657" sldId="2564"/>
            <ac:graphicFrameMk id="10" creationId="{B6BF8969-CE16-E095-F484-898E6DE551C8}"/>
          </ac:graphicFrameMkLst>
        </pc:graphicFrameChg>
      </pc:sldChg>
      <pc:sldChg chg="addSp delSp modSp add mod delAnim modAnim modNotesTx">
        <pc:chgData name="Owais Ahmed" userId="6abc7d4556b3b071" providerId="LiveId" clId="{654F8BE6-0793-4CC3-92A1-28CD9668A693}" dt="2023-08-23T06:40:49.366" v="4888"/>
        <pc:sldMkLst>
          <pc:docMk/>
          <pc:sldMk cId="1237102936" sldId="2565"/>
        </pc:sldMkLst>
        <pc:spChg chg="mod">
          <ac:chgData name="Owais Ahmed" userId="6abc7d4556b3b071" providerId="LiveId" clId="{654F8BE6-0793-4CC3-92A1-28CD9668A693}" dt="2023-08-23T06:24:23.592" v="4242" actId="20577"/>
          <ac:spMkLst>
            <pc:docMk/>
            <pc:sldMk cId="1237102936" sldId="2565"/>
            <ac:spMk id="3" creationId="{4A1C0383-58FE-E486-295E-B33B8683B938}"/>
          </ac:spMkLst>
        </pc:spChg>
        <pc:grpChg chg="add mod">
          <ac:chgData name="Owais Ahmed" userId="6abc7d4556b3b071" providerId="LiveId" clId="{654F8BE6-0793-4CC3-92A1-28CD9668A693}" dt="2023-08-23T06:35:22.796" v="4538" actId="164"/>
          <ac:grpSpMkLst>
            <pc:docMk/>
            <pc:sldMk cId="1237102936" sldId="2565"/>
            <ac:grpSpMk id="20" creationId="{07B8643B-E212-5D09-295A-41E604F2C488}"/>
          </ac:grpSpMkLst>
        </pc:grpChg>
        <pc:graphicFrameChg chg="del">
          <ac:chgData name="Owais Ahmed" userId="6abc7d4556b3b071" providerId="LiveId" clId="{654F8BE6-0793-4CC3-92A1-28CD9668A693}" dt="2023-08-23T06:23:52.594" v="4165" actId="478"/>
          <ac:graphicFrameMkLst>
            <pc:docMk/>
            <pc:sldMk cId="1237102936" sldId="2565"/>
            <ac:graphicFrameMk id="4" creationId="{55A18BD5-DFB1-E574-CF54-DACE34F0E208}"/>
          </ac:graphicFrameMkLst>
        </pc:graphicFrameChg>
        <pc:graphicFrameChg chg="del">
          <ac:chgData name="Owais Ahmed" userId="6abc7d4556b3b071" providerId="LiveId" clId="{654F8BE6-0793-4CC3-92A1-28CD9668A693}" dt="2023-08-23T06:24:52.396" v="4244" actId="478"/>
          <ac:graphicFrameMkLst>
            <pc:docMk/>
            <pc:sldMk cId="1237102936" sldId="2565"/>
            <ac:graphicFrameMk id="5" creationId="{513812BD-D655-F5D3-36B7-713BE1F572B8}"/>
          </ac:graphicFrameMkLst>
        </pc:graphicFrameChg>
        <pc:graphicFrameChg chg="add mod">
          <ac:chgData name="Owais Ahmed" userId="6abc7d4556b3b071" providerId="LiveId" clId="{654F8BE6-0793-4CC3-92A1-28CD9668A693}" dt="2023-08-23T06:25:07.375" v="4247" actId="207"/>
          <ac:graphicFrameMkLst>
            <pc:docMk/>
            <pc:sldMk cId="1237102936" sldId="2565"/>
            <ac:graphicFrameMk id="6" creationId="{6F8C5D4E-DC34-F7D6-ED2D-E9DE2FA4FBD5}"/>
          </ac:graphicFrameMkLst>
        </pc:graphicFrameChg>
        <pc:graphicFrameChg chg="del">
          <ac:chgData name="Owais Ahmed" userId="6abc7d4556b3b071" providerId="LiveId" clId="{654F8BE6-0793-4CC3-92A1-28CD9668A693}" dt="2023-08-23T06:26:25.523" v="4259" actId="478"/>
          <ac:graphicFrameMkLst>
            <pc:docMk/>
            <pc:sldMk cId="1237102936" sldId="2565"/>
            <ac:graphicFrameMk id="7" creationId="{96EC4DF7-AFB3-526A-E575-60B87E38FC82}"/>
          </ac:graphicFrameMkLst>
        </pc:graphicFrameChg>
        <pc:graphicFrameChg chg="del">
          <ac:chgData name="Owais Ahmed" userId="6abc7d4556b3b071" providerId="LiveId" clId="{654F8BE6-0793-4CC3-92A1-28CD9668A693}" dt="2023-08-23T06:28:44.768" v="4275" actId="478"/>
          <ac:graphicFrameMkLst>
            <pc:docMk/>
            <pc:sldMk cId="1237102936" sldId="2565"/>
            <ac:graphicFrameMk id="8" creationId="{AFAAABEA-7436-4864-0FDE-9D04D695E82F}"/>
          </ac:graphicFrameMkLst>
        </pc:graphicFrameChg>
        <pc:graphicFrameChg chg="del">
          <ac:chgData name="Owais Ahmed" userId="6abc7d4556b3b071" providerId="LiveId" clId="{654F8BE6-0793-4CC3-92A1-28CD9668A693}" dt="2023-08-23T06:29:22.882" v="4280" actId="478"/>
          <ac:graphicFrameMkLst>
            <pc:docMk/>
            <pc:sldMk cId="1237102936" sldId="2565"/>
            <ac:graphicFrameMk id="9" creationId="{64E74109-E5D8-1122-DE31-F7BFE3084874}"/>
          </ac:graphicFrameMkLst>
        </pc:graphicFrameChg>
        <pc:graphicFrameChg chg="del">
          <ac:chgData name="Owais Ahmed" userId="6abc7d4556b3b071" providerId="LiveId" clId="{654F8BE6-0793-4CC3-92A1-28CD9668A693}" dt="2023-08-23T06:29:23.986" v="4281" actId="478"/>
          <ac:graphicFrameMkLst>
            <pc:docMk/>
            <pc:sldMk cId="1237102936" sldId="2565"/>
            <ac:graphicFrameMk id="10" creationId="{B6BF8969-CE16-E095-F484-898E6DE551C8}"/>
          </ac:graphicFrameMkLst>
        </pc:graphicFrameChg>
        <pc:graphicFrameChg chg="add mod">
          <ac:chgData name="Owais Ahmed" userId="6abc7d4556b3b071" providerId="LiveId" clId="{654F8BE6-0793-4CC3-92A1-28CD9668A693}" dt="2023-08-23T06:27:40.647" v="4273" actId="207"/>
          <ac:graphicFrameMkLst>
            <pc:docMk/>
            <pc:sldMk cId="1237102936" sldId="2565"/>
            <ac:graphicFrameMk id="11" creationId="{8C77CE1A-DE8B-D6F2-5496-00C1A6EEDF0B}"/>
          </ac:graphicFrameMkLst>
        </pc:graphicFrameChg>
        <pc:graphicFrameChg chg="add mod">
          <ac:chgData name="Owais Ahmed" userId="6abc7d4556b3b071" providerId="LiveId" clId="{654F8BE6-0793-4CC3-92A1-28CD9668A693}" dt="2023-08-23T06:29:18.062" v="4278" actId="20577"/>
          <ac:graphicFrameMkLst>
            <pc:docMk/>
            <pc:sldMk cId="1237102936" sldId="2565"/>
            <ac:graphicFrameMk id="12" creationId="{8F46339C-03CA-C65C-C8B3-67B8B215F7AF}"/>
          </ac:graphicFrameMkLst>
        </pc:graphicFrameChg>
        <pc:graphicFrameChg chg="add mod">
          <ac:chgData name="Owais Ahmed" userId="6abc7d4556b3b071" providerId="LiveId" clId="{654F8BE6-0793-4CC3-92A1-28CD9668A693}" dt="2023-08-23T06:30:07.359" v="4292" actId="20577"/>
          <ac:graphicFrameMkLst>
            <pc:docMk/>
            <pc:sldMk cId="1237102936" sldId="2565"/>
            <ac:graphicFrameMk id="13" creationId="{FC9289A5-8839-B4B3-0D2B-6109740F9091}"/>
          </ac:graphicFrameMkLst>
        </pc:graphicFrameChg>
        <pc:graphicFrameChg chg="add mod">
          <ac:chgData name="Owais Ahmed" userId="6abc7d4556b3b071" providerId="LiveId" clId="{654F8BE6-0793-4CC3-92A1-28CD9668A693}" dt="2023-08-23T06:31:20.081" v="4305" actId="20577"/>
          <ac:graphicFrameMkLst>
            <pc:docMk/>
            <pc:sldMk cId="1237102936" sldId="2565"/>
            <ac:graphicFrameMk id="14" creationId="{6596A7A3-852F-514E-33BC-EF42360740D2}"/>
          </ac:graphicFrameMkLst>
        </pc:graphicFrameChg>
        <pc:graphicFrameChg chg="add mod">
          <ac:chgData name="Owais Ahmed" userId="6abc7d4556b3b071" providerId="LiveId" clId="{654F8BE6-0793-4CC3-92A1-28CD9668A693}" dt="2023-08-23T06:35:22.796" v="4538" actId="164"/>
          <ac:graphicFrameMkLst>
            <pc:docMk/>
            <pc:sldMk cId="1237102936" sldId="2565"/>
            <ac:graphicFrameMk id="15" creationId="{50D2DF72-A546-B8AD-B17E-44FB4E49002B}"/>
          </ac:graphicFrameMkLst>
        </pc:graphicFrameChg>
        <pc:cxnChg chg="add mod">
          <ac:chgData name="Owais Ahmed" userId="6abc7d4556b3b071" providerId="LiveId" clId="{654F8BE6-0793-4CC3-92A1-28CD9668A693}" dt="2023-08-23T06:35:22.796" v="4538" actId="164"/>
          <ac:cxnSpMkLst>
            <pc:docMk/>
            <pc:sldMk cId="1237102936" sldId="2565"/>
            <ac:cxnSpMk id="17" creationId="{DEA98A71-0BC3-DAA3-7A23-D689F54788F7}"/>
          </ac:cxnSpMkLst>
        </pc:cxnChg>
        <pc:cxnChg chg="add del">
          <ac:chgData name="Owais Ahmed" userId="6abc7d4556b3b071" providerId="LiveId" clId="{654F8BE6-0793-4CC3-92A1-28CD9668A693}" dt="2023-08-23T06:34:40.371" v="4534" actId="11529"/>
          <ac:cxnSpMkLst>
            <pc:docMk/>
            <pc:sldMk cId="1237102936" sldId="2565"/>
            <ac:cxnSpMk id="19" creationId="{50000DA9-04EA-279E-C8A1-E5C67D1C571C}"/>
          </ac:cxnSpMkLst>
        </pc:cxn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4253636147" sldId="2565"/>
        </pc:sldMkLst>
      </pc:sldChg>
      <pc:sldChg chg="addSp delSp modSp add mod delAnim modAnim modNotesTx">
        <pc:chgData name="Owais Ahmed" userId="6abc7d4556b3b071" providerId="LiveId" clId="{654F8BE6-0793-4CC3-92A1-28CD9668A693}" dt="2023-08-23T06:41:22.060" v="4890"/>
        <pc:sldMkLst>
          <pc:docMk/>
          <pc:sldMk cId="2065296102" sldId="2566"/>
        </pc:sldMkLst>
        <pc:spChg chg="mod">
          <ac:chgData name="Owais Ahmed" userId="6abc7d4556b3b071" providerId="LiveId" clId="{654F8BE6-0793-4CC3-92A1-28CD9668A693}" dt="2023-08-23T06:37:40.582" v="4685" actId="20577"/>
          <ac:spMkLst>
            <pc:docMk/>
            <pc:sldMk cId="2065296102" sldId="2566"/>
            <ac:spMk id="3" creationId="{4A1C0383-58FE-E486-295E-B33B8683B938}"/>
          </ac:spMkLst>
        </pc:spChg>
        <pc:spChg chg="add mod">
          <ac:chgData name="Owais Ahmed" userId="6abc7d4556b3b071" providerId="LiveId" clId="{654F8BE6-0793-4CC3-92A1-28CD9668A693}" dt="2023-08-23T06:40:09.523" v="4883" actId="20577"/>
          <ac:spMkLst>
            <pc:docMk/>
            <pc:sldMk cId="2065296102" sldId="2566"/>
            <ac:spMk id="8" creationId="{3FEC8D7B-DF99-236A-8606-CF83B6BEBF46}"/>
          </ac:spMkLst>
        </pc:spChg>
        <pc:grpChg chg="del">
          <ac:chgData name="Owais Ahmed" userId="6abc7d4556b3b071" providerId="LiveId" clId="{654F8BE6-0793-4CC3-92A1-28CD9668A693}" dt="2023-08-23T06:36:32.633" v="4552" actId="478"/>
          <ac:grpSpMkLst>
            <pc:docMk/>
            <pc:sldMk cId="2065296102" sldId="2566"/>
            <ac:grpSpMk id="20" creationId="{07B8643B-E212-5D09-295A-41E604F2C488}"/>
          </ac:grpSpMkLst>
        </pc:grpChg>
        <pc:graphicFrameChg chg="add mod">
          <ac:chgData name="Owais Ahmed" userId="6abc7d4556b3b071" providerId="LiveId" clId="{654F8BE6-0793-4CC3-92A1-28CD9668A693}" dt="2023-08-23T06:36:35.380" v="4553" actId="20577"/>
          <ac:graphicFrameMkLst>
            <pc:docMk/>
            <pc:sldMk cId="2065296102" sldId="2566"/>
            <ac:graphicFrameMk id="4" creationId="{044DD4B5-E110-4373-F05F-F0BBECBDEE89}"/>
          </ac:graphicFrameMkLst>
        </pc:graphicFrameChg>
        <pc:graphicFrameChg chg="add mod">
          <ac:chgData name="Owais Ahmed" userId="6abc7d4556b3b071" providerId="LiveId" clId="{654F8BE6-0793-4CC3-92A1-28CD9668A693}" dt="2023-08-23T06:36:49.298" v="4560" actId="20577"/>
          <ac:graphicFrameMkLst>
            <pc:docMk/>
            <pc:sldMk cId="2065296102" sldId="2566"/>
            <ac:graphicFrameMk id="5" creationId="{7460ECD8-EF4C-1F4B-376A-78E01B9BAD44}"/>
          </ac:graphicFrameMkLst>
        </pc:graphicFrameChg>
        <pc:graphicFrameChg chg="del">
          <ac:chgData name="Owais Ahmed" userId="6abc7d4556b3b071" providerId="LiveId" clId="{654F8BE6-0793-4CC3-92A1-28CD9668A693}" dt="2023-08-23T06:36:06.104" v="4540" actId="478"/>
          <ac:graphicFrameMkLst>
            <pc:docMk/>
            <pc:sldMk cId="2065296102" sldId="2566"/>
            <ac:graphicFrameMk id="6" creationId="{6F8C5D4E-DC34-F7D6-ED2D-E9DE2FA4FBD5}"/>
          </ac:graphicFrameMkLst>
        </pc:graphicFrameChg>
        <pc:graphicFrameChg chg="add mod modGraphic">
          <ac:chgData name="Owais Ahmed" userId="6abc7d4556b3b071" providerId="LiveId" clId="{654F8BE6-0793-4CC3-92A1-28CD9668A693}" dt="2023-08-23T06:39:05.189" v="4735" actId="14100"/>
          <ac:graphicFrameMkLst>
            <pc:docMk/>
            <pc:sldMk cId="2065296102" sldId="2566"/>
            <ac:graphicFrameMk id="7" creationId="{55B671F5-DE1A-F7D8-A25B-FC683CCC6213}"/>
          </ac:graphicFrameMkLst>
        </pc:graphicFrameChg>
        <pc:graphicFrameChg chg="add mod">
          <ac:chgData name="Owais Ahmed" userId="6abc7d4556b3b071" providerId="LiveId" clId="{654F8BE6-0793-4CC3-92A1-28CD9668A693}" dt="2023-08-23T06:40:24.925" v="4887" actId="2084"/>
          <ac:graphicFrameMkLst>
            <pc:docMk/>
            <pc:sldMk cId="2065296102" sldId="2566"/>
            <ac:graphicFrameMk id="9" creationId="{F39B208D-B3E0-141D-7C82-3F5C77526EBF}"/>
          </ac:graphicFrameMkLst>
        </pc:graphicFrameChg>
        <pc:graphicFrameChg chg="del">
          <ac:chgData name="Owais Ahmed" userId="6abc7d4556b3b071" providerId="LiveId" clId="{654F8BE6-0793-4CC3-92A1-28CD9668A693}" dt="2023-08-23T06:36:06.827" v="4541" actId="478"/>
          <ac:graphicFrameMkLst>
            <pc:docMk/>
            <pc:sldMk cId="2065296102" sldId="2566"/>
            <ac:graphicFrameMk id="11" creationId="{8C77CE1A-DE8B-D6F2-5496-00C1A6EEDF0B}"/>
          </ac:graphicFrameMkLst>
        </pc:graphicFrameChg>
        <pc:graphicFrameChg chg="del">
          <ac:chgData name="Owais Ahmed" userId="6abc7d4556b3b071" providerId="LiveId" clId="{654F8BE6-0793-4CC3-92A1-28CD9668A693}" dt="2023-08-23T06:36:07.620" v="4542" actId="478"/>
          <ac:graphicFrameMkLst>
            <pc:docMk/>
            <pc:sldMk cId="2065296102" sldId="2566"/>
            <ac:graphicFrameMk id="12" creationId="{8F46339C-03CA-C65C-C8B3-67B8B215F7AF}"/>
          </ac:graphicFrameMkLst>
        </pc:graphicFrameChg>
        <pc:graphicFrameChg chg="del">
          <ac:chgData name="Owais Ahmed" userId="6abc7d4556b3b071" providerId="LiveId" clId="{654F8BE6-0793-4CC3-92A1-28CD9668A693}" dt="2023-08-23T06:36:21.688" v="4546" actId="478"/>
          <ac:graphicFrameMkLst>
            <pc:docMk/>
            <pc:sldMk cId="2065296102" sldId="2566"/>
            <ac:graphicFrameMk id="13" creationId="{FC9289A5-8839-B4B3-0D2B-6109740F9091}"/>
          </ac:graphicFrameMkLst>
        </pc:graphicFrameChg>
        <pc:graphicFrameChg chg="del">
          <ac:chgData name="Owais Ahmed" userId="6abc7d4556b3b071" providerId="LiveId" clId="{654F8BE6-0793-4CC3-92A1-28CD9668A693}" dt="2023-08-23T06:36:20.229" v="4545" actId="478"/>
          <ac:graphicFrameMkLst>
            <pc:docMk/>
            <pc:sldMk cId="2065296102" sldId="2566"/>
            <ac:graphicFrameMk id="14" creationId="{6596A7A3-852F-514E-33BC-EF42360740D2}"/>
          </ac:graphicFrameMkLst>
        </pc:graphicFrame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2684752333" sldId="2566"/>
        </pc:sldMkLst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138900574" sldId="2567"/>
        </pc:sldMkLst>
      </pc:sldChg>
      <pc:sldChg chg="modSp add mod modAnim">
        <pc:chgData name="Owais Ahmed" userId="6abc7d4556b3b071" providerId="LiveId" clId="{654F8BE6-0793-4CC3-92A1-28CD9668A693}" dt="2023-08-23T06:47:59.511" v="5331" actId="20577"/>
        <pc:sldMkLst>
          <pc:docMk/>
          <pc:sldMk cId="2876587849" sldId="2567"/>
        </pc:sldMkLst>
        <pc:spChg chg="mod">
          <ac:chgData name="Owais Ahmed" userId="6abc7d4556b3b071" providerId="LiveId" clId="{654F8BE6-0793-4CC3-92A1-28CD9668A693}" dt="2023-08-23T06:47:59.511" v="5331" actId="20577"/>
          <ac:spMkLst>
            <pc:docMk/>
            <pc:sldMk cId="2876587849" sldId="2567"/>
            <ac:spMk id="3" creationId="{4A1C0383-58FE-E486-295E-B33B8683B938}"/>
          </ac:spMkLst>
        </pc:sp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1329531230" sldId="2568"/>
        </pc:sldMkLst>
      </pc:sldChg>
      <pc:sldChg chg="modSp add mod modAnim">
        <pc:chgData name="Owais Ahmed" userId="6abc7d4556b3b071" providerId="LiveId" clId="{654F8BE6-0793-4CC3-92A1-28CD9668A693}" dt="2023-08-23T07:27:46.421" v="6234" actId="20577"/>
        <pc:sldMkLst>
          <pc:docMk/>
          <pc:sldMk cId="2004748195" sldId="2568"/>
        </pc:sldMkLst>
        <pc:spChg chg="mod">
          <ac:chgData name="Owais Ahmed" userId="6abc7d4556b3b071" providerId="LiveId" clId="{654F8BE6-0793-4CC3-92A1-28CD9668A693}" dt="2023-08-23T07:27:46.421" v="6234" actId="20577"/>
          <ac:spMkLst>
            <pc:docMk/>
            <pc:sldMk cId="2004748195" sldId="2568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3T06:56:38.496" v="5400" actId="20577"/>
          <ac:spMkLst>
            <pc:docMk/>
            <pc:sldMk cId="2004748195" sldId="2568"/>
            <ac:spMk id="215" creationId="{00000000-0000-0000-0000-000000000000}"/>
          </ac:spMkLst>
        </pc:sp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213204764" sldId="2569"/>
        </pc:sldMkLst>
      </pc:sldChg>
      <pc:sldChg chg="addSp modSp add mod modAnim">
        <pc:chgData name="Owais Ahmed" userId="6abc7d4556b3b071" providerId="LiveId" clId="{654F8BE6-0793-4CC3-92A1-28CD9668A693}" dt="2023-08-23T07:08:22.452" v="6233" actId="20577"/>
        <pc:sldMkLst>
          <pc:docMk/>
          <pc:sldMk cId="3699736807" sldId="2569"/>
        </pc:sldMkLst>
        <pc:spChg chg="mod">
          <ac:chgData name="Owais Ahmed" userId="6abc7d4556b3b071" providerId="LiveId" clId="{654F8BE6-0793-4CC3-92A1-28CD9668A693}" dt="2023-08-23T07:08:22.452" v="6233" actId="20577"/>
          <ac:spMkLst>
            <pc:docMk/>
            <pc:sldMk cId="3699736807" sldId="2569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3T06:59:26.856" v="5781" actId="20577"/>
          <ac:spMkLst>
            <pc:docMk/>
            <pc:sldMk cId="3699736807" sldId="2569"/>
            <ac:spMk id="215" creationId="{00000000-0000-0000-0000-000000000000}"/>
          </ac:spMkLst>
        </pc:spChg>
        <pc:graphicFrameChg chg="add mod">
          <ac:chgData name="Owais Ahmed" userId="6abc7d4556b3b071" providerId="LiveId" clId="{654F8BE6-0793-4CC3-92A1-28CD9668A693}" dt="2023-08-23T07:07:59.305" v="6228" actId="20577"/>
          <ac:graphicFrameMkLst>
            <pc:docMk/>
            <pc:sldMk cId="3699736807" sldId="2569"/>
            <ac:graphicFrameMk id="4" creationId="{11F08D9E-5A4E-B576-734E-BBE3BCC0CC5C}"/>
          </ac:graphicFrameMkLst>
        </pc:graphicFrameChg>
      </pc:sldChg>
      <pc:sldChg chg="modSp add mod ord modAnim">
        <pc:chgData name="Owais Ahmed" userId="6abc7d4556b3b071" providerId="LiveId" clId="{654F8BE6-0793-4CC3-92A1-28CD9668A693}" dt="2023-08-23T09:48:02.954" v="7006"/>
        <pc:sldMkLst>
          <pc:docMk/>
          <pc:sldMk cId="721076035" sldId="2570"/>
        </pc:sldMkLst>
        <pc:spChg chg="mod">
          <ac:chgData name="Owais Ahmed" userId="6abc7d4556b3b071" providerId="LiveId" clId="{654F8BE6-0793-4CC3-92A1-28CD9668A693}" dt="2023-08-23T09:48:02.954" v="7006"/>
          <ac:spMkLst>
            <pc:docMk/>
            <pc:sldMk cId="721076035" sldId="2570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3T07:28:35.625" v="6252" actId="20577"/>
          <ac:spMkLst>
            <pc:docMk/>
            <pc:sldMk cId="721076035" sldId="2570"/>
            <ac:spMk id="215" creationId="{00000000-0000-0000-0000-000000000000}"/>
          </ac:spMkLst>
        </pc:sp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3970414602" sldId="2570"/>
        </pc:sldMkLst>
      </pc:sldChg>
      <pc:sldChg chg="del">
        <pc:chgData name="Owais Ahmed" userId="6abc7d4556b3b071" providerId="LiveId" clId="{654F8BE6-0793-4CC3-92A1-28CD9668A693}" dt="2023-08-22T11:13:54.628" v="540" actId="47"/>
        <pc:sldMkLst>
          <pc:docMk/>
          <pc:sldMk cId="1201433262" sldId="2571"/>
        </pc:sldMkLst>
      </pc:sldChg>
      <pc:sldChg chg="addSp delSp modSp add mod modAnim">
        <pc:chgData name="Owais Ahmed" userId="6abc7d4556b3b071" providerId="LiveId" clId="{654F8BE6-0793-4CC3-92A1-28CD9668A693}" dt="2023-08-23T10:08:11.789" v="8295" actId="20577"/>
        <pc:sldMkLst>
          <pc:docMk/>
          <pc:sldMk cId="2523736307" sldId="2571"/>
        </pc:sldMkLst>
        <pc:spChg chg="mod">
          <ac:chgData name="Owais Ahmed" userId="6abc7d4556b3b071" providerId="LiveId" clId="{654F8BE6-0793-4CC3-92A1-28CD9668A693}" dt="2023-08-23T10:08:11.789" v="8295" actId="20577"/>
          <ac:spMkLst>
            <pc:docMk/>
            <pc:sldMk cId="2523736307" sldId="2571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3T10:03:05.369" v="8020" actId="1076"/>
          <ac:spMkLst>
            <pc:docMk/>
            <pc:sldMk cId="2523736307" sldId="2571"/>
            <ac:spMk id="6" creationId="{39E42166-E2F1-F17E-FC29-9D4D99F81FFC}"/>
          </ac:spMkLst>
        </pc:spChg>
        <pc:spChg chg="del mod">
          <ac:chgData name="Owais Ahmed" userId="6abc7d4556b3b071" providerId="LiveId" clId="{654F8BE6-0793-4CC3-92A1-28CD9668A693}" dt="2023-08-23T10:02:35.081" v="8011" actId="478"/>
          <ac:spMkLst>
            <pc:docMk/>
            <pc:sldMk cId="2523736307" sldId="2571"/>
            <ac:spMk id="7" creationId="{9BD4E3D1-732F-0181-D710-1195BB9ECC08}"/>
          </ac:spMkLst>
        </pc:spChg>
        <pc:spChg chg="del mod">
          <ac:chgData name="Owais Ahmed" userId="6abc7d4556b3b071" providerId="LiveId" clId="{654F8BE6-0793-4CC3-92A1-28CD9668A693}" dt="2023-08-23T10:03:32.621" v="8024" actId="21"/>
          <ac:spMkLst>
            <pc:docMk/>
            <pc:sldMk cId="2523736307" sldId="2571"/>
            <ac:spMk id="8" creationId="{B33738A5-AE53-778E-8988-5DC71EE84BC7}"/>
          </ac:spMkLst>
        </pc:spChg>
        <pc:spChg chg="del mod">
          <ac:chgData name="Owais Ahmed" userId="6abc7d4556b3b071" providerId="LiveId" clId="{654F8BE6-0793-4CC3-92A1-28CD9668A693}" dt="2023-08-23T10:02:39.612" v="8014" actId="478"/>
          <ac:spMkLst>
            <pc:docMk/>
            <pc:sldMk cId="2523736307" sldId="2571"/>
            <ac:spMk id="9" creationId="{A877F42E-AB96-DBE5-DE3F-C3748FDFFFF9}"/>
          </ac:spMkLst>
        </pc:spChg>
        <pc:spChg chg="mod">
          <ac:chgData name="Owais Ahmed" userId="6abc7d4556b3b071" providerId="LiveId" clId="{654F8BE6-0793-4CC3-92A1-28CD9668A693}" dt="2023-08-23T10:02:33.644" v="8010" actId="18245"/>
          <ac:spMkLst>
            <pc:docMk/>
            <pc:sldMk cId="2523736307" sldId="2571"/>
            <ac:spMk id="10" creationId="{F0D5DD73-8111-E513-EECE-F7164814220E}"/>
          </ac:spMkLst>
        </pc:spChg>
        <pc:spChg chg="del mod">
          <ac:chgData name="Owais Ahmed" userId="6abc7d4556b3b071" providerId="LiveId" clId="{654F8BE6-0793-4CC3-92A1-28CD9668A693}" dt="2023-08-23T10:02:41.357" v="8015" actId="478"/>
          <ac:spMkLst>
            <pc:docMk/>
            <pc:sldMk cId="2523736307" sldId="2571"/>
            <ac:spMk id="11" creationId="{D9CA8A87-63D8-91F0-7C86-BEC2F24BD13B}"/>
          </ac:spMkLst>
        </pc:spChg>
        <pc:spChg chg="mod">
          <ac:chgData name="Owais Ahmed" userId="6abc7d4556b3b071" providerId="LiveId" clId="{654F8BE6-0793-4CC3-92A1-28CD9668A693}" dt="2023-08-23T10:02:33.644" v="8010" actId="18245"/>
          <ac:spMkLst>
            <pc:docMk/>
            <pc:sldMk cId="2523736307" sldId="2571"/>
            <ac:spMk id="12" creationId="{95849AD1-12EF-F363-E5F4-BCF2D15AFA3C}"/>
          </ac:spMkLst>
        </pc:spChg>
        <pc:spChg chg="del mod">
          <ac:chgData name="Owais Ahmed" userId="6abc7d4556b3b071" providerId="LiveId" clId="{654F8BE6-0793-4CC3-92A1-28CD9668A693}" dt="2023-08-23T10:02:47.451" v="8017" actId="478"/>
          <ac:spMkLst>
            <pc:docMk/>
            <pc:sldMk cId="2523736307" sldId="2571"/>
            <ac:spMk id="13" creationId="{D735388B-1C17-43DA-626D-BA3F237F7746}"/>
          </ac:spMkLst>
        </pc:spChg>
        <pc:spChg chg="mod">
          <ac:chgData name="Owais Ahmed" userId="6abc7d4556b3b071" providerId="LiveId" clId="{654F8BE6-0793-4CC3-92A1-28CD9668A693}" dt="2023-08-23T10:02:33.644" v="8010" actId="18245"/>
          <ac:spMkLst>
            <pc:docMk/>
            <pc:sldMk cId="2523736307" sldId="2571"/>
            <ac:spMk id="14" creationId="{63542A25-1E05-2BEF-CDDF-C841EC9D8528}"/>
          </ac:spMkLst>
        </pc:spChg>
        <pc:spChg chg="del mod">
          <ac:chgData name="Owais Ahmed" userId="6abc7d4556b3b071" providerId="LiveId" clId="{654F8BE6-0793-4CC3-92A1-28CD9668A693}" dt="2023-08-23T10:02:45.674" v="8016" actId="478"/>
          <ac:spMkLst>
            <pc:docMk/>
            <pc:sldMk cId="2523736307" sldId="2571"/>
            <ac:spMk id="15" creationId="{162F14E2-A4D2-F9AF-D7A7-007DEC0E3980}"/>
          </ac:spMkLst>
        </pc:spChg>
        <pc:spChg chg="mod">
          <ac:chgData name="Owais Ahmed" userId="6abc7d4556b3b071" providerId="LiveId" clId="{654F8BE6-0793-4CC3-92A1-28CD9668A693}" dt="2023-08-23T10:02:33.644" v="8010" actId="18245"/>
          <ac:spMkLst>
            <pc:docMk/>
            <pc:sldMk cId="2523736307" sldId="2571"/>
            <ac:spMk id="16" creationId="{D392A1B1-7266-6101-8916-A76F87FB6A7E}"/>
          </ac:spMkLst>
        </pc:spChg>
        <pc:spChg chg="del mod">
          <ac:chgData name="Owais Ahmed" userId="6abc7d4556b3b071" providerId="LiveId" clId="{654F8BE6-0793-4CC3-92A1-28CD9668A693}" dt="2023-08-23T10:02:49.231" v="8018" actId="478"/>
          <ac:spMkLst>
            <pc:docMk/>
            <pc:sldMk cId="2523736307" sldId="2571"/>
            <ac:spMk id="17" creationId="{3DB2252C-2AB3-55DD-87F2-FBFDD72F8FB9}"/>
          </ac:spMkLst>
        </pc:spChg>
        <pc:spChg chg="mod">
          <ac:chgData name="Owais Ahmed" userId="6abc7d4556b3b071" providerId="LiveId" clId="{654F8BE6-0793-4CC3-92A1-28CD9668A693}" dt="2023-08-23T10:02:33.644" v="8010" actId="18245"/>
          <ac:spMkLst>
            <pc:docMk/>
            <pc:sldMk cId="2523736307" sldId="2571"/>
            <ac:spMk id="18" creationId="{CBCA8043-41A8-8A7A-C5C5-B398E74821F5}"/>
          </ac:spMkLst>
        </pc:spChg>
        <pc:spChg chg="add del mod">
          <ac:chgData name="Owais Ahmed" userId="6abc7d4556b3b071" providerId="LiveId" clId="{654F8BE6-0793-4CC3-92A1-28CD9668A693}" dt="2023-08-23T10:03:34.247" v="8026"/>
          <ac:spMkLst>
            <pc:docMk/>
            <pc:sldMk cId="2523736307" sldId="2571"/>
            <ac:spMk id="19" creationId="{896CF43C-E188-00CB-29FE-D8530F1FC003}"/>
          </ac:spMkLst>
        </pc:spChg>
        <pc:spChg chg="add mod">
          <ac:chgData name="Owais Ahmed" userId="6abc7d4556b3b071" providerId="LiveId" clId="{654F8BE6-0793-4CC3-92A1-28CD9668A693}" dt="2023-08-23T10:05:33.882" v="8144" actId="164"/>
          <ac:spMkLst>
            <pc:docMk/>
            <pc:sldMk cId="2523736307" sldId="2571"/>
            <ac:spMk id="20" creationId="{E8DB4507-F49D-E856-EB8C-03C2304575A7}"/>
          </ac:spMkLst>
        </pc:spChg>
        <pc:spChg chg="add mod">
          <ac:chgData name="Owais Ahmed" userId="6abc7d4556b3b071" providerId="LiveId" clId="{654F8BE6-0793-4CC3-92A1-28CD9668A693}" dt="2023-08-23T10:05:33.882" v="8144" actId="164"/>
          <ac:spMkLst>
            <pc:docMk/>
            <pc:sldMk cId="2523736307" sldId="2571"/>
            <ac:spMk id="21" creationId="{99E66DAA-6304-D2F8-173D-2316A20CC9BB}"/>
          </ac:spMkLst>
        </pc:spChg>
        <pc:spChg chg="add mod">
          <ac:chgData name="Owais Ahmed" userId="6abc7d4556b3b071" providerId="LiveId" clId="{654F8BE6-0793-4CC3-92A1-28CD9668A693}" dt="2023-08-23T10:05:33.882" v="8144" actId="164"/>
          <ac:spMkLst>
            <pc:docMk/>
            <pc:sldMk cId="2523736307" sldId="2571"/>
            <ac:spMk id="22" creationId="{2CA33A12-7E02-5F69-6E38-B10263391436}"/>
          </ac:spMkLst>
        </pc:spChg>
        <pc:spChg chg="add mod">
          <ac:chgData name="Owais Ahmed" userId="6abc7d4556b3b071" providerId="LiveId" clId="{654F8BE6-0793-4CC3-92A1-28CD9668A693}" dt="2023-08-23T10:05:51.675" v="8145" actId="207"/>
          <ac:spMkLst>
            <pc:docMk/>
            <pc:sldMk cId="2523736307" sldId="2571"/>
            <ac:spMk id="23" creationId="{C990E7AA-935A-140E-13AF-6406BC063122}"/>
          </ac:spMkLst>
        </pc:spChg>
        <pc:spChg chg="add mod">
          <ac:chgData name="Owais Ahmed" userId="6abc7d4556b3b071" providerId="LiveId" clId="{654F8BE6-0793-4CC3-92A1-28CD9668A693}" dt="2023-08-23T10:05:33.882" v="8144" actId="164"/>
          <ac:spMkLst>
            <pc:docMk/>
            <pc:sldMk cId="2523736307" sldId="2571"/>
            <ac:spMk id="24" creationId="{715E078C-2D8C-AFFC-A4A7-7CAC6AA09210}"/>
          </ac:spMkLst>
        </pc:spChg>
        <pc:spChg chg="add mod">
          <ac:chgData name="Owais Ahmed" userId="6abc7d4556b3b071" providerId="LiveId" clId="{654F8BE6-0793-4CC3-92A1-28CD9668A693}" dt="2023-08-23T10:05:33.882" v="8144" actId="164"/>
          <ac:spMkLst>
            <pc:docMk/>
            <pc:sldMk cId="2523736307" sldId="2571"/>
            <ac:spMk id="25" creationId="{6D1A7348-48F3-C269-6869-FD7020B141BA}"/>
          </ac:spMkLst>
        </pc:spChg>
        <pc:grpChg chg="add del mod">
          <ac:chgData name="Owais Ahmed" userId="6abc7d4556b3b071" providerId="LiveId" clId="{654F8BE6-0793-4CC3-92A1-28CD9668A693}" dt="2023-08-23T10:03:35.572" v="8027" actId="478"/>
          <ac:grpSpMkLst>
            <pc:docMk/>
            <pc:sldMk cId="2523736307" sldId="2571"/>
            <ac:grpSpMk id="5" creationId="{9A4B73B0-1188-86E9-30B2-D5E2994E670B}"/>
          </ac:grpSpMkLst>
        </pc:grpChg>
        <pc:grpChg chg="add mod">
          <ac:chgData name="Owais Ahmed" userId="6abc7d4556b3b071" providerId="LiveId" clId="{654F8BE6-0793-4CC3-92A1-28CD9668A693}" dt="2023-08-23T10:05:33.882" v="8144" actId="164"/>
          <ac:grpSpMkLst>
            <pc:docMk/>
            <pc:sldMk cId="2523736307" sldId="2571"/>
            <ac:grpSpMk id="26" creationId="{8E3A83D1-9DAA-A966-B379-9A5CE6ACF025}"/>
          </ac:grpSpMkLst>
        </pc:grpChg>
        <pc:graphicFrameChg chg="add del mod">
          <ac:chgData name="Owais Ahmed" userId="6abc7d4556b3b071" providerId="LiveId" clId="{654F8BE6-0793-4CC3-92A1-28CD9668A693}" dt="2023-08-23T10:02:33.644" v="8010" actId="18245"/>
          <ac:graphicFrameMkLst>
            <pc:docMk/>
            <pc:sldMk cId="2523736307" sldId="2571"/>
            <ac:graphicFrameMk id="4" creationId="{453E1AD1-EA19-E4DD-5C6B-4B3720FCB187}"/>
          </ac:graphicFrameMkLst>
        </pc:graphicFrameChg>
      </pc:sldChg>
      <pc:sldChg chg="modSp add del mod">
        <pc:chgData name="Owais Ahmed" userId="6abc7d4556b3b071" providerId="LiveId" clId="{654F8BE6-0793-4CC3-92A1-28CD9668A693}" dt="2023-08-23T10:06:13.950" v="8152" actId="47"/>
        <pc:sldMkLst>
          <pc:docMk/>
          <pc:sldMk cId="2271919845" sldId="2572"/>
        </pc:sldMkLst>
        <pc:spChg chg="mod">
          <ac:chgData name="Owais Ahmed" userId="6abc7d4556b3b071" providerId="LiveId" clId="{654F8BE6-0793-4CC3-92A1-28CD9668A693}" dt="2023-08-23T10:06:09.689" v="8149" actId="27636"/>
          <ac:spMkLst>
            <pc:docMk/>
            <pc:sldMk cId="2271919845" sldId="2572"/>
            <ac:spMk id="3" creationId="{4A1C0383-58FE-E486-295E-B33B8683B938}"/>
          </ac:spMkLst>
        </pc:spChg>
      </pc:sldChg>
      <pc:sldChg chg="del">
        <pc:chgData name="Owais Ahmed" userId="6abc7d4556b3b071" providerId="LiveId" clId="{654F8BE6-0793-4CC3-92A1-28CD9668A693}" dt="2023-08-22T11:13:51.751" v="539" actId="47"/>
        <pc:sldMkLst>
          <pc:docMk/>
          <pc:sldMk cId="2285914733" sldId="2573"/>
        </pc:sldMkLst>
      </pc:sldChg>
      <pc:sldChg chg="delSp modSp add mod delAnim modAnim">
        <pc:chgData name="Owais Ahmed" userId="6abc7d4556b3b071" providerId="LiveId" clId="{654F8BE6-0793-4CC3-92A1-28CD9668A693}" dt="2023-08-23T10:13:01.057" v="8689" actId="20577"/>
        <pc:sldMkLst>
          <pc:docMk/>
          <pc:sldMk cId="3301237467" sldId="2573"/>
        </pc:sldMkLst>
        <pc:spChg chg="mod">
          <ac:chgData name="Owais Ahmed" userId="6abc7d4556b3b071" providerId="LiveId" clId="{654F8BE6-0793-4CC3-92A1-28CD9668A693}" dt="2023-08-23T10:13:01.057" v="8689" actId="20577"/>
          <ac:spMkLst>
            <pc:docMk/>
            <pc:sldMk cId="3301237467" sldId="2573"/>
            <ac:spMk id="3" creationId="{4A1C0383-58FE-E486-295E-B33B8683B938}"/>
          </ac:spMkLst>
        </pc:spChg>
        <pc:grpChg chg="del">
          <ac:chgData name="Owais Ahmed" userId="6abc7d4556b3b071" providerId="LiveId" clId="{654F8BE6-0793-4CC3-92A1-28CD9668A693}" dt="2023-08-23T10:12:11.983" v="8550" actId="478"/>
          <ac:grpSpMkLst>
            <pc:docMk/>
            <pc:sldMk cId="3301237467" sldId="2573"/>
            <ac:grpSpMk id="26" creationId="{8E3A83D1-9DAA-A966-B379-9A5CE6ACF025}"/>
          </ac:grpSpMkLst>
        </pc:grpChg>
      </pc:sldChg>
      <pc:sldChg chg="del">
        <pc:chgData name="Owais Ahmed" userId="6abc7d4556b3b071" providerId="LiveId" clId="{654F8BE6-0793-4CC3-92A1-28CD9668A693}" dt="2023-08-22T11:13:54.628" v="540" actId="47"/>
        <pc:sldMkLst>
          <pc:docMk/>
          <pc:sldMk cId="1728240852" sldId="2574"/>
        </pc:sldMkLst>
      </pc:sldChg>
      <pc:sldChg chg="addSp delSp modSp add mod ord modAnim">
        <pc:chgData name="Owais Ahmed" userId="6abc7d4556b3b071" providerId="LiveId" clId="{654F8BE6-0793-4CC3-92A1-28CD9668A693}" dt="2023-08-23T10:12:07.787" v="8549"/>
        <pc:sldMkLst>
          <pc:docMk/>
          <pc:sldMk cId="3086638069" sldId="2574"/>
        </pc:sldMkLst>
        <pc:spChg chg="mod">
          <ac:chgData name="Owais Ahmed" userId="6abc7d4556b3b071" providerId="LiveId" clId="{654F8BE6-0793-4CC3-92A1-28CD9668A693}" dt="2023-08-23T10:11:25.579" v="8543" actId="1076"/>
          <ac:spMkLst>
            <pc:docMk/>
            <pc:sldMk cId="3086638069" sldId="2574"/>
            <ac:spMk id="3" creationId="{4A1C0383-58FE-E486-295E-B33B8683B938}"/>
          </ac:spMkLst>
        </pc:spChg>
        <pc:spChg chg="mod topLvl">
          <ac:chgData name="Owais Ahmed" userId="6abc7d4556b3b071" providerId="LiveId" clId="{654F8BE6-0793-4CC3-92A1-28CD9668A693}" dt="2023-08-23T10:11:49.748" v="8546" actId="338"/>
          <ac:spMkLst>
            <pc:docMk/>
            <pc:sldMk cId="3086638069" sldId="2574"/>
            <ac:spMk id="20" creationId="{E8DB4507-F49D-E856-EB8C-03C2304575A7}"/>
          </ac:spMkLst>
        </pc:spChg>
        <pc:spChg chg="mod topLvl">
          <ac:chgData name="Owais Ahmed" userId="6abc7d4556b3b071" providerId="LiveId" clId="{654F8BE6-0793-4CC3-92A1-28CD9668A693}" dt="2023-08-23T10:11:49.748" v="8546" actId="338"/>
          <ac:spMkLst>
            <pc:docMk/>
            <pc:sldMk cId="3086638069" sldId="2574"/>
            <ac:spMk id="21" creationId="{99E66DAA-6304-D2F8-173D-2316A20CC9BB}"/>
          </ac:spMkLst>
        </pc:spChg>
        <pc:spChg chg="mod topLvl">
          <ac:chgData name="Owais Ahmed" userId="6abc7d4556b3b071" providerId="LiveId" clId="{654F8BE6-0793-4CC3-92A1-28CD9668A693}" dt="2023-08-23T10:11:49.748" v="8546" actId="338"/>
          <ac:spMkLst>
            <pc:docMk/>
            <pc:sldMk cId="3086638069" sldId="2574"/>
            <ac:spMk id="22" creationId="{2CA33A12-7E02-5F69-6E38-B10263391436}"/>
          </ac:spMkLst>
        </pc:spChg>
        <pc:spChg chg="mod topLvl">
          <ac:chgData name="Owais Ahmed" userId="6abc7d4556b3b071" providerId="LiveId" clId="{654F8BE6-0793-4CC3-92A1-28CD9668A693}" dt="2023-08-23T10:11:49.748" v="8546" actId="338"/>
          <ac:spMkLst>
            <pc:docMk/>
            <pc:sldMk cId="3086638069" sldId="2574"/>
            <ac:spMk id="23" creationId="{C990E7AA-935A-140E-13AF-6406BC063122}"/>
          </ac:spMkLst>
        </pc:spChg>
        <pc:spChg chg="mod topLvl">
          <ac:chgData name="Owais Ahmed" userId="6abc7d4556b3b071" providerId="LiveId" clId="{654F8BE6-0793-4CC3-92A1-28CD9668A693}" dt="2023-08-23T10:11:49.748" v="8546" actId="338"/>
          <ac:spMkLst>
            <pc:docMk/>
            <pc:sldMk cId="3086638069" sldId="2574"/>
            <ac:spMk id="24" creationId="{715E078C-2D8C-AFFC-A4A7-7CAC6AA09210}"/>
          </ac:spMkLst>
        </pc:spChg>
        <pc:spChg chg="mod topLvl">
          <ac:chgData name="Owais Ahmed" userId="6abc7d4556b3b071" providerId="LiveId" clId="{654F8BE6-0793-4CC3-92A1-28CD9668A693}" dt="2023-08-23T10:11:49.748" v="8546" actId="338"/>
          <ac:spMkLst>
            <pc:docMk/>
            <pc:sldMk cId="3086638069" sldId="2574"/>
            <ac:spMk id="25" creationId="{6D1A7348-48F3-C269-6869-FD7020B141BA}"/>
          </ac:spMkLst>
        </pc:spChg>
        <pc:grpChg chg="add mod">
          <ac:chgData name="Owais Ahmed" userId="6abc7d4556b3b071" providerId="LiveId" clId="{654F8BE6-0793-4CC3-92A1-28CD9668A693}" dt="2023-08-23T10:11:49.748" v="8546" actId="338"/>
          <ac:grpSpMkLst>
            <pc:docMk/>
            <pc:sldMk cId="3086638069" sldId="2574"/>
            <ac:grpSpMk id="4" creationId="{6AB342B2-F217-1D48-C4E5-0F1E493B35CC}"/>
          </ac:grpSpMkLst>
        </pc:grpChg>
        <pc:grpChg chg="del">
          <ac:chgData name="Owais Ahmed" userId="6abc7d4556b3b071" providerId="LiveId" clId="{654F8BE6-0793-4CC3-92A1-28CD9668A693}" dt="2023-08-23T10:10:47.493" v="8534" actId="165"/>
          <ac:grpSpMkLst>
            <pc:docMk/>
            <pc:sldMk cId="3086638069" sldId="2574"/>
            <ac:grpSpMk id="26" creationId="{8E3A83D1-9DAA-A966-B379-9A5CE6ACF025}"/>
          </ac:grpSpMkLst>
        </pc:grpChg>
      </pc:sldChg>
      <pc:sldChg chg="modSp add mod modAnim">
        <pc:chgData name="Owais Ahmed" userId="6abc7d4556b3b071" providerId="LiveId" clId="{654F8BE6-0793-4CC3-92A1-28CD9668A693}" dt="2023-08-23T10:28:46.606" v="9447" actId="27636"/>
        <pc:sldMkLst>
          <pc:docMk/>
          <pc:sldMk cId="570576384" sldId="2575"/>
        </pc:sldMkLst>
        <pc:spChg chg="mod">
          <ac:chgData name="Owais Ahmed" userId="6abc7d4556b3b071" providerId="LiveId" clId="{654F8BE6-0793-4CC3-92A1-28CD9668A693}" dt="2023-08-23T10:28:46.606" v="9447" actId="27636"/>
          <ac:spMkLst>
            <pc:docMk/>
            <pc:sldMk cId="570576384" sldId="2575"/>
            <ac:spMk id="3" creationId="{4A1C0383-58FE-E486-295E-B33B8683B938}"/>
          </ac:spMkLst>
        </pc:spChg>
      </pc:sldChg>
      <pc:sldChg chg="del">
        <pc:chgData name="Owais Ahmed" userId="6abc7d4556b3b071" providerId="LiveId" clId="{654F8BE6-0793-4CC3-92A1-28CD9668A693}" dt="2023-08-22T11:13:54.628" v="540" actId="47"/>
        <pc:sldMkLst>
          <pc:docMk/>
          <pc:sldMk cId="3271818871" sldId="2575"/>
        </pc:sldMkLst>
      </pc:sldChg>
      <pc:sldChg chg="addSp delSp modSp add mod delAnim modAnim">
        <pc:chgData name="Owais Ahmed" userId="6abc7d4556b3b071" providerId="LiveId" clId="{654F8BE6-0793-4CC3-92A1-28CD9668A693}" dt="2023-08-23T10:51:47.110" v="10200" actId="20577"/>
        <pc:sldMkLst>
          <pc:docMk/>
          <pc:sldMk cId="630212416" sldId="2576"/>
        </pc:sldMkLst>
        <pc:spChg chg="del mod">
          <ac:chgData name="Owais Ahmed" userId="6abc7d4556b3b071" providerId="LiveId" clId="{654F8BE6-0793-4CC3-92A1-28CD9668A693}" dt="2023-08-23T10:30:15.704" v="9470" actId="478"/>
          <ac:spMkLst>
            <pc:docMk/>
            <pc:sldMk cId="630212416" sldId="2576"/>
            <ac:spMk id="3" creationId="{4A1C0383-58FE-E486-295E-B33B8683B938}"/>
          </ac:spMkLst>
        </pc:spChg>
        <pc:spChg chg="add mod">
          <ac:chgData name="Owais Ahmed" userId="6abc7d4556b3b071" providerId="LiveId" clId="{654F8BE6-0793-4CC3-92A1-28CD9668A693}" dt="2023-08-23T10:51:47.110" v="10200" actId="20577"/>
          <ac:spMkLst>
            <pc:docMk/>
            <pc:sldMk cId="630212416" sldId="2576"/>
            <ac:spMk id="4" creationId="{253D3A93-8F13-5316-FD30-AB9BCE38986D}"/>
          </ac:spMkLst>
        </pc:spChg>
      </pc:sldChg>
      <pc:sldChg chg="del">
        <pc:chgData name="Owais Ahmed" userId="6abc7d4556b3b071" providerId="LiveId" clId="{654F8BE6-0793-4CC3-92A1-28CD9668A693}" dt="2023-08-22T11:13:54.628" v="540" actId="47"/>
        <pc:sldMkLst>
          <pc:docMk/>
          <pc:sldMk cId="1747158155" sldId="2576"/>
        </pc:sldMkLst>
      </pc:sldChg>
      <pc:sldChg chg="modSp mod modAnim">
        <pc:chgData name="Owais Ahmed" userId="6abc7d4556b3b071" providerId="LiveId" clId="{654F8BE6-0793-4CC3-92A1-28CD9668A693}" dt="2023-08-28T05:48:00.346" v="11209" actId="20577"/>
        <pc:sldMkLst>
          <pc:docMk/>
          <pc:sldMk cId="1248502933" sldId="2577"/>
        </pc:sldMkLst>
        <pc:spChg chg="mod">
          <ac:chgData name="Owais Ahmed" userId="6abc7d4556b3b071" providerId="LiveId" clId="{654F8BE6-0793-4CC3-92A1-28CD9668A693}" dt="2023-08-28T05:48:00.346" v="11209" actId="20577"/>
          <ac:spMkLst>
            <pc:docMk/>
            <pc:sldMk cId="1248502933" sldId="2577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8T05:38:15.659" v="10206" actId="20577"/>
          <ac:spMkLst>
            <pc:docMk/>
            <pc:sldMk cId="1248502933" sldId="2577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654F8BE6-0793-4CC3-92A1-28CD9668A693}" dt="2023-08-28T06:28:46.005" v="13833" actId="20577"/>
        <pc:sldMkLst>
          <pc:docMk/>
          <pc:sldMk cId="3096821593" sldId="2578"/>
        </pc:sldMkLst>
        <pc:spChg chg="mod">
          <ac:chgData name="Owais Ahmed" userId="6abc7d4556b3b071" providerId="LiveId" clId="{654F8BE6-0793-4CC3-92A1-28CD9668A693}" dt="2023-08-28T06:28:17.260" v="13818" actId="20577"/>
          <ac:spMkLst>
            <pc:docMk/>
            <pc:sldMk cId="3096821593" sldId="2578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8T05:53:01.912" v="11931" actId="20577"/>
          <ac:spMkLst>
            <pc:docMk/>
            <pc:sldMk cId="3096821593" sldId="2578"/>
            <ac:spMk id="5" creationId="{8409C532-3F45-10B8-CDA5-7128B7483748}"/>
          </ac:spMkLst>
        </pc:spChg>
        <pc:spChg chg="mod">
          <ac:chgData name="Owais Ahmed" userId="6abc7d4556b3b071" providerId="LiveId" clId="{654F8BE6-0793-4CC3-92A1-28CD9668A693}" dt="2023-08-28T06:28:19.515" v="13819" actId="20577"/>
          <ac:spMkLst>
            <pc:docMk/>
            <pc:sldMk cId="3096821593" sldId="2578"/>
            <ac:spMk id="6" creationId="{DFD78871-7A07-A7E2-BDD7-5A69436AE4D7}"/>
          </ac:spMkLst>
        </pc:spChg>
        <pc:spChg chg="mod">
          <ac:chgData name="Owais Ahmed" userId="6abc7d4556b3b071" providerId="LiveId" clId="{654F8BE6-0793-4CC3-92A1-28CD9668A693}" dt="2023-08-28T05:53:07.733" v="11934" actId="20577"/>
          <ac:spMkLst>
            <pc:docMk/>
            <pc:sldMk cId="3096821593" sldId="2578"/>
            <ac:spMk id="7" creationId="{AF7FF264-D51A-6E9C-A5CB-B55C061A1793}"/>
          </ac:spMkLst>
        </pc:spChg>
        <pc:spChg chg="del mod">
          <ac:chgData name="Owais Ahmed" userId="6abc7d4556b3b071" providerId="LiveId" clId="{654F8BE6-0793-4CC3-92A1-28CD9668A693}" dt="2023-08-28T05:53:10.806" v="11935" actId="478"/>
          <ac:spMkLst>
            <pc:docMk/>
            <pc:sldMk cId="3096821593" sldId="2578"/>
            <ac:spMk id="8" creationId="{0C962454-E787-E500-FDF9-23A4D0DA099D}"/>
          </ac:spMkLst>
        </pc:spChg>
        <pc:spChg chg="mod">
          <ac:chgData name="Owais Ahmed" userId="6abc7d4556b3b071" providerId="LiveId" clId="{654F8BE6-0793-4CC3-92A1-28CD9668A693}" dt="2023-08-28T05:52:59.044" v="11930" actId="20577"/>
          <ac:spMkLst>
            <pc:docMk/>
            <pc:sldMk cId="3096821593" sldId="2578"/>
            <ac:spMk id="9" creationId="{F7B51F7B-20E3-2E67-167D-3D60A178B676}"/>
          </ac:spMkLst>
        </pc:spChg>
        <pc:spChg chg="mod">
          <ac:chgData name="Owais Ahmed" userId="6abc7d4556b3b071" providerId="LiveId" clId="{654F8BE6-0793-4CC3-92A1-28CD9668A693}" dt="2023-08-28T05:53:03.909" v="11932" actId="20577"/>
          <ac:spMkLst>
            <pc:docMk/>
            <pc:sldMk cId="3096821593" sldId="2578"/>
            <ac:spMk id="10" creationId="{3A4F2CD0-9145-823F-281B-16C46A6E8712}"/>
          </ac:spMkLst>
        </pc:spChg>
        <pc:spChg chg="mod">
          <ac:chgData name="Owais Ahmed" userId="6abc7d4556b3b071" providerId="LiveId" clId="{654F8BE6-0793-4CC3-92A1-28CD9668A693}" dt="2023-08-28T05:54:21.371" v="11947" actId="20577"/>
          <ac:spMkLst>
            <pc:docMk/>
            <pc:sldMk cId="3096821593" sldId="2578"/>
            <ac:spMk id="12" creationId="{C693BFCE-48B5-0C95-49FB-6ECE25241A6F}"/>
          </ac:spMkLst>
        </pc:spChg>
        <pc:spChg chg="mod">
          <ac:chgData name="Owais Ahmed" userId="6abc7d4556b3b071" providerId="LiveId" clId="{654F8BE6-0793-4CC3-92A1-28CD9668A693}" dt="2023-08-28T05:54:24.776" v="11949" actId="20577"/>
          <ac:spMkLst>
            <pc:docMk/>
            <pc:sldMk cId="3096821593" sldId="2578"/>
            <ac:spMk id="13" creationId="{1BF27821-572E-A9E6-9222-DDA1054E9F5F}"/>
          </ac:spMkLst>
        </pc:spChg>
        <pc:spChg chg="mod">
          <ac:chgData name="Owais Ahmed" userId="6abc7d4556b3b071" providerId="LiveId" clId="{654F8BE6-0793-4CC3-92A1-28CD9668A693}" dt="2023-08-28T06:28:21.024" v="13820" actId="20577"/>
          <ac:spMkLst>
            <pc:docMk/>
            <pc:sldMk cId="3096821593" sldId="2578"/>
            <ac:spMk id="14" creationId="{0392F986-3FE7-B14E-8F42-F6BA35B9C4D9}"/>
          </ac:spMkLst>
        </pc:spChg>
        <pc:spChg chg="mod">
          <ac:chgData name="Owais Ahmed" userId="6abc7d4556b3b071" providerId="LiveId" clId="{654F8BE6-0793-4CC3-92A1-28CD9668A693}" dt="2023-08-28T05:54:19.025" v="11946" actId="20577"/>
          <ac:spMkLst>
            <pc:docMk/>
            <pc:sldMk cId="3096821593" sldId="2578"/>
            <ac:spMk id="15" creationId="{3CBB3817-8588-AAB9-7ADC-64CD937354E7}"/>
          </ac:spMkLst>
        </pc:spChg>
        <pc:spChg chg="mod">
          <ac:chgData name="Owais Ahmed" userId="6abc7d4556b3b071" providerId="LiveId" clId="{654F8BE6-0793-4CC3-92A1-28CD9668A693}" dt="2023-08-28T05:54:22.698" v="11948" actId="20577"/>
          <ac:spMkLst>
            <pc:docMk/>
            <pc:sldMk cId="3096821593" sldId="2578"/>
            <ac:spMk id="16" creationId="{1E7F3760-F090-26DF-28A8-FE0C641F82AA}"/>
          </ac:spMkLst>
        </pc:spChg>
        <pc:spChg chg="add mod">
          <ac:chgData name="Owais Ahmed" userId="6abc7d4556b3b071" providerId="LiveId" clId="{654F8BE6-0793-4CC3-92A1-28CD9668A693}" dt="2023-08-28T06:04:30.113" v="12774" actId="1076"/>
          <ac:spMkLst>
            <pc:docMk/>
            <pc:sldMk cId="3096821593" sldId="2578"/>
            <ac:spMk id="17" creationId="{FC6EA43A-EF78-FBC0-A24E-27427C45647D}"/>
          </ac:spMkLst>
        </pc:spChg>
        <pc:spChg chg="mod">
          <ac:chgData name="Owais Ahmed" userId="6abc7d4556b3b071" providerId="LiveId" clId="{654F8BE6-0793-4CC3-92A1-28CD9668A693}" dt="2023-08-28T05:59:15.405" v="12428"/>
          <ac:spMkLst>
            <pc:docMk/>
            <pc:sldMk cId="3096821593" sldId="2578"/>
            <ac:spMk id="19" creationId="{2BAA4C66-D56A-AC71-57F4-ABD5CBACB974}"/>
          </ac:spMkLst>
        </pc:spChg>
        <pc:spChg chg="mod">
          <ac:chgData name="Owais Ahmed" userId="6abc7d4556b3b071" providerId="LiveId" clId="{654F8BE6-0793-4CC3-92A1-28CD9668A693}" dt="2023-08-28T05:59:15.405" v="12428"/>
          <ac:spMkLst>
            <pc:docMk/>
            <pc:sldMk cId="3096821593" sldId="2578"/>
            <ac:spMk id="20" creationId="{7B003A09-FF83-8D9D-C446-0C9AE874F682}"/>
          </ac:spMkLst>
        </pc:spChg>
        <pc:spChg chg="mod">
          <ac:chgData name="Owais Ahmed" userId="6abc7d4556b3b071" providerId="LiveId" clId="{654F8BE6-0793-4CC3-92A1-28CD9668A693}" dt="2023-08-28T05:59:15.405" v="12428"/>
          <ac:spMkLst>
            <pc:docMk/>
            <pc:sldMk cId="3096821593" sldId="2578"/>
            <ac:spMk id="21" creationId="{FBAFD7F2-BBDF-B49F-39E0-03307B6D0422}"/>
          </ac:spMkLst>
        </pc:spChg>
        <pc:spChg chg="mod">
          <ac:chgData name="Owais Ahmed" userId="6abc7d4556b3b071" providerId="LiveId" clId="{654F8BE6-0793-4CC3-92A1-28CD9668A693}" dt="2023-08-28T05:59:15.405" v="12428"/>
          <ac:spMkLst>
            <pc:docMk/>
            <pc:sldMk cId="3096821593" sldId="2578"/>
            <ac:spMk id="22" creationId="{EE466531-A32E-145E-6B77-A003D559D45B}"/>
          </ac:spMkLst>
        </pc:spChg>
        <pc:spChg chg="mod">
          <ac:chgData name="Owais Ahmed" userId="6abc7d4556b3b071" providerId="LiveId" clId="{654F8BE6-0793-4CC3-92A1-28CD9668A693}" dt="2023-08-28T05:59:15.405" v="12428"/>
          <ac:spMkLst>
            <pc:docMk/>
            <pc:sldMk cId="3096821593" sldId="2578"/>
            <ac:spMk id="23" creationId="{5CED7E9F-A77F-204F-19A4-F11DB2FF9C03}"/>
          </ac:spMkLst>
        </pc:spChg>
        <pc:spChg chg="mod topLvl">
          <ac:chgData name="Owais Ahmed" userId="6abc7d4556b3b071" providerId="LiveId" clId="{654F8BE6-0793-4CC3-92A1-28CD9668A693}" dt="2023-08-28T06:28:39.148" v="13828" actId="20577"/>
          <ac:spMkLst>
            <pc:docMk/>
            <pc:sldMk cId="3096821593" sldId="2578"/>
            <ac:spMk id="25" creationId="{F3EBFA59-8693-A18B-A929-28870C29FB1E}"/>
          </ac:spMkLst>
        </pc:spChg>
        <pc:spChg chg="mod topLvl">
          <ac:chgData name="Owais Ahmed" userId="6abc7d4556b3b071" providerId="LiveId" clId="{654F8BE6-0793-4CC3-92A1-28CD9668A693}" dt="2023-08-28T06:28:42.422" v="13831" actId="20577"/>
          <ac:spMkLst>
            <pc:docMk/>
            <pc:sldMk cId="3096821593" sldId="2578"/>
            <ac:spMk id="26" creationId="{FCEC19D2-E44F-3BBC-FC43-1871BCC4CF59}"/>
          </ac:spMkLst>
        </pc:spChg>
        <pc:spChg chg="mod topLvl">
          <ac:chgData name="Owais Ahmed" userId="6abc7d4556b3b071" providerId="LiveId" clId="{654F8BE6-0793-4CC3-92A1-28CD9668A693}" dt="2023-08-28T06:28:44.539" v="13832" actId="20577"/>
          <ac:spMkLst>
            <pc:docMk/>
            <pc:sldMk cId="3096821593" sldId="2578"/>
            <ac:spMk id="27" creationId="{8A9C82DB-5AFE-D2D4-A738-FA74CD6689CB}"/>
          </ac:spMkLst>
        </pc:spChg>
        <pc:spChg chg="mod topLvl">
          <ac:chgData name="Owais Ahmed" userId="6abc7d4556b3b071" providerId="LiveId" clId="{654F8BE6-0793-4CC3-92A1-28CD9668A693}" dt="2023-08-28T06:28:37.677" v="13826" actId="20577"/>
          <ac:spMkLst>
            <pc:docMk/>
            <pc:sldMk cId="3096821593" sldId="2578"/>
            <ac:spMk id="28" creationId="{2B4213EE-600E-CE6D-AABE-631762A9D3A8}"/>
          </ac:spMkLst>
        </pc:spChg>
        <pc:spChg chg="mod topLvl">
          <ac:chgData name="Owais Ahmed" userId="6abc7d4556b3b071" providerId="LiveId" clId="{654F8BE6-0793-4CC3-92A1-28CD9668A693}" dt="2023-08-28T06:28:40.680" v="13830" actId="20577"/>
          <ac:spMkLst>
            <pc:docMk/>
            <pc:sldMk cId="3096821593" sldId="2578"/>
            <ac:spMk id="29" creationId="{439F9D42-FD9D-1D7E-4106-4273DFE182AE}"/>
          </ac:spMkLst>
        </pc:spChg>
        <pc:spChg chg="add mod">
          <ac:chgData name="Owais Ahmed" userId="6abc7d4556b3b071" providerId="LiveId" clId="{654F8BE6-0793-4CC3-92A1-28CD9668A693}" dt="2023-08-28T06:01:15.996" v="12467" actId="164"/>
          <ac:spMkLst>
            <pc:docMk/>
            <pc:sldMk cId="3096821593" sldId="2578"/>
            <ac:spMk id="30" creationId="{4E82B62A-D13A-02A1-C23D-4F887764842C}"/>
          </ac:spMkLst>
        </pc:spChg>
        <pc:spChg chg="add mod">
          <ac:chgData name="Owais Ahmed" userId="6abc7d4556b3b071" providerId="LiveId" clId="{654F8BE6-0793-4CC3-92A1-28CD9668A693}" dt="2023-08-28T06:01:15.996" v="12467" actId="164"/>
          <ac:spMkLst>
            <pc:docMk/>
            <pc:sldMk cId="3096821593" sldId="2578"/>
            <ac:spMk id="31" creationId="{7A7E5DAC-1EA0-140B-5403-142F6D346AF2}"/>
          </ac:spMkLst>
        </pc:spChg>
        <pc:spChg chg="add mod">
          <ac:chgData name="Owais Ahmed" userId="6abc7d4556b3b071" providerId="LiveId" clId="{654F8BE6-0793-4CC3-92A1-28CD9668A693}" dt="2023-08-28T06:28:46.005" v="13833" actId="20577"/>
          <ac:spMkLst>
            <pc:docMk/>
            <pc:sldMk cId="3096821593" sldId="2578"/>
            <ac:spMk id="32" creationId="{900CBCD6-0122-B584-938A-BF2A7F1C9C19}"/>
          </ac:spMkLst>
        </pc:spChg>
        <pc:spChg chg="add mod">
          <ac:chgData name="Owais Ahmed" userId="6abc7d4556b3b071" providerId="LiveId" clId="{654F8BE6-0793-4CC3-92A1-28CD9668A693}" dt="2023-08-28T06:28:23.426" v="13821" actId="20577"/>
          <ac:spMkLst>
            <pc:docMk/>
            <pc:sldMk cId="3096821593" sldId="2578"/>
            <ac:spMk id="33" creationId="{379E5261-2130-A0C6-B289-CF321F6BF304}"/>
          </ac:spMkLst>
        </pc:spChg>
        <pc:grpChg chg="add mod">
          <ac:chgData name="Owais Ahmed" userId="6abc7d4556b3b071" providerId="LiveId" clId="{654F8BE6-0793-4CC3-92A1-28CD9668A693}" dt="2023-08-28T06:04:18.841" v="12767" actId="1076"/>
          <ac:grpSpMkLst>
            <pc:docMk/>
            <pc:sldMk cId="3096821593" sldId="2578"/>
            <ac:grpSpMk id="4" creationId="{C7B9D74E-F12A-4E2E-371A-127196D15AEE}"/>
          </ac:grpSpMkLst>
        </pc:grpChg>
        <pc:grpChg chg="add mod">
          <ac:chgData name="Owais Ahmed" userId="6abc7d4556b3b071" providerId="LiveId" clId="{654F8BE6-0793-4CC3-92A1-28CD9668A693}" dt="2023-08-28T06:04:18.841" v="12767" actId="1076"/>
          <ac:grpSpMkLst>
            <pc:docMk/>
            <pc:sldMk cId="3096821593" sldId="2578"/>
            <ac:grpSpMk id="11" creationId="{45E1DDAA-E4D6-063B-13C7-B0C1C7528977}"/>
          </ac:grpSpMkLst>
        </pc:grpChg>
        <pc:grpChg chg="add del mod">
          <ac:chgData name="Owais Ahmed" userId="6abc7d4556b3b071" providerId="LiveId" clId="{654F8BE6-0793-4CC3-92A1-28CD9668A693}" dt="2023-08-28T05:59:56.307" v="12441" actId="478"/>
          <ac:grpSpMkLst>
            <pc:docMk/>
            <pc:sldMk cId="3096821593" sldId="2578"/>
            <ac:grpSpMk id="18" creationId="{C6D5CE15-B84F-59B4-1C25-6CF0D30C310E}"/>
          </ac:grpSpMkLst>
        </pc:grpChg>
        <pc:grpChg chg="add del mod">
          <ac:chgData name="Owais Ahmed" userId="6abc7d4556b3b071" providerId="LiveId" clId="{654F8BE6-0793-4CC3-92A1-28CD9668A693}" dt="2023-08-28T06:00:07.921" v="12444" actId="165"/>
          <ac:grpSpMkLst>
            <pc:docMk/>
            <pc:sldMk cId="3096821593" sldId="2578"/>
            <ac:grpSpMk id="24" creationId="{D3C4F967-D29B-4A76-1837-610E246C7C83}"/>
          </ac:grpSpMkLst>
        </pc:grpChg>
        <pc:grpChg chg="add mod">
          <ac:chgData name="Owais Ahmed" userId="6abc7d4556b3b071" providerId="LiveId" clId="{654F8BE6-0793-4CC3-92A1-28CD9668A693}" dt="2023-08-28T06:04:33.977" v="12775" actId="1076"/>
          <ac:grpSpMkLst>
            <pc:docMk/>
            <pc:sldMk cId="3096821593" sldId="2578"/>
            <ac:grpSpMk id="34" creationId="{F3393E56-D066-7C1F-1C8D-0BF35387679C}"/>
          </ac:grpSpMkLst>
        </pc:grpChg>
      </pc:sldChg>
      <pc:sldChg chg="addSp delSp modSp add mod delAnim modAnim modNotesTx">
        <pc:chgData name="Owais Ahmed" userId="6abc7d4556b3b071" providerId="LiveId" clId="{654F8BE6-0793-4CC3-92A1-28CD9668A693}" dt="2023-08-28T07:10:30.460" v="14489" actId="1076"/>
        <pc:sldMkLst>
          <pc:docMk/>
          <pc:sldMk cId="4187608694" sldId="2579"/>
        </pc:sldMkLst>
        <pc:spChg chg="mod">
          <ac:chgData name="Owais Ahmed" userId="6abc7d4556b3b071" providerId="LiveId" clId="{654F8BE6-0793-4CC3-92A1-28CD9668A693}" dt="2023-08-28T07:10:24.844" v="14488" actId="14100"/>
          <ac:spMkLst>
            <pc:docMk/>
            <pc:sldMk cId="4187608694" sldId="2579"/>
            <ac:spMk id="3" creationId="{4A1C0383-58FE-E486-295E-B33B8683B938}"/>
          </ac:spMkLst>
        </pc:spChg>
        <pc:spChg chg="del">
          <ac:chgData name="Owais Ahmed" userId="6abc7d4556b3b071" providerId="LiveId" clId="{654F8BE6-0793-4CC3-92A1-28CD9668A693}" dt="2023-08-28T06:05:05.954" v="12790" actId="478"/>
          <ac:spMkLst>
            <pc:docMk/>
            <pc:sldMk cId="4187608694" sldId="2579"/>
            <ac:spMk id="15" creationId="{3CBB3817-8588-AAB9-7ADC-64CD937354E7}"/>
          </ac:spMkLst>
        </pc:spChg>
        <pc:spChg chg="del">
          <ac:chgData name="Owais Ahmed" userId="6abc7d4556b3b071" providerId="LiveId" clId="{654F8BE6-0793-4CC3-92A1-28CD9668A693}" dt="2023-08-28T06:05:04.563" v="12788" actId="478"/>
          <ac:spMkLst>
            <pc:docMk/>
            <pc:sldMk cId="4187608694" sldId="2579"/>
            <ac:spMk id="17" creationId="{FC6EA43A-EF78-FBC0-A24E-27427C45647D}"/>
          </ac:spMkLst>
        </pc:spChg>
        <pc:spChg chg="mod topLvl">
          <ac:chgData name="Owais Ahmed" userId="6abc7d4556b3b071" providerId="LiveId" clId="{654F8BE6-0793-4CC3-92A1-28CD9668A693}" dt="2023-08-28T06:26:50.041" v="13790" actId="20577"/>
          <ac:spMkLst>
            <pc:docMk/>
            <pc:sldMk cId="4187608694" sldId="2579"/>
            <ac:spMk id="18" creationId="{19D3737D-D1A8-F840-FBBF-7CCD7841A368}"/>
          </ac:spMkLst>
        </pc:spChg>
        <pc:spChg chg="mod topLvl">
          <ac:chgData name="Owais Ahmed" userId="6abc7d4556b3b071" providerId="LiveId" clId="{654F8BE6-0793-4CC3-92A1-28CD9668A693}" dt="2023-08-28T06:27:43.014" v="13816" actId="20577"/>
          <ac:spMkLst>
            <pc:docMk/>
            <pc:sldMk cId="4187608694" sldId="2579"/>
            <ac:spMk id="19" creationId="{C61DE13B-71AD-73B1-AA87-AD903D291C2C}"/>
          </ac:spMkLst>
        </pc:spChg>
        <pc:spChg chg="add del mod topLvl">
          <ac:chgData name="Owais Ahmed" userId="6abc7d4556b3b071" providerId="LiveId" clId="{654F8BE6-0793-4CC3-92A1-28CD9668A693}" dt="2023-08-28T06:28:58.315" v="13834" actId="20577"/>
          <ac:spMkLst>
            <pc:docMk/>
            <pc:sldMk cId="4187608694" sldId="2579"/>
            <ac:spMk id="20" creationId="{04C56E6E-3E00-1F88-29A0-23AB69D48C70}"/>
          </ac:spMkLst>
        </pc:spChg>
        <pc:spChg chg="add del mod topLvl">
          <ac:chgData name="Owais Ahmed" userId="6abc7d4556b3b071" providerId="LiveId" clId="{654F8BE6-0793-4CC3-92A1-28CD9668A693}" dt="2023-08-28T06:26:00.255" v="13787" actId="20577"/>
          <ac:spMkLst>
            <pc:docMk/>
            <pc:sldMk cId="4187608694" sldId="2579"/>
            <ac:spMk id="21" creationId="{D970CBC2-5D7A-3809-C6FC-E41E142B9F79}"/>
          </ac:spMkLst>
        </pc:spChg>
        <pc:spChg chg="mod topLvl">
          <ac:chgData name="Owais Ahmed" userId="6abc7d4556b3b071" providerId="LiveId" clId="{654F8BE6-0793-4CC3-92A1-28CD9668A693}" dt="2023-08-28T06:22:48.955" v="13684" actId="165"/>
          <ac:spMkLst>
            <pc:docMk/>
            <pc:sldMk cId="4187608694" sldId="2579"/>
            <ac:spMk id="22" creationId="{7ECC7064-5AF7-2841-5C4F-BC02ABFEC6D5}"/>
          </ac:spMkLst>
        </pc:spChg>
        <pc:spChg chg="add del mod topLvl">
          <ac:chgData name="Owais Ahmed" userId="6abc7d4556b3b071" providerId="LiveId" clId="{654F8BE6-0793-4CC3-92A1-28CD9668A693}" dt="2023-08-28T06:22:58.995" v="13687" actId="478"/>
          <ac:spMkLst>
            <pc:docMk/>
            <pc:sldMk cId="4187608694" sldId="2579"/>
            <ac:spMk id="23" creationId="{EB442EDC-E489-13DC-D76D-BF4084997DBA}"/>
          </ac:spMkLst>
        </pc:spChg>
        <pc:spChg chg="del mod topLvl">
          <ac:chgData name="Owais Ahmed" userId="6abc7d4556b3b071" providerId="LiveId" clId="{654F8BE6-0793-4CC3-92A1-28CD9668A693}" dt="2023-08-28T06:22:53.474" v="13686" actId="478"/>
          <ac:spMkLst>
            <pc:docMk/>
            <pc:sldMk cId="4187608694" sldId="2579"/>
            <ac:spMk id="24" creationId="{59A50E52-CB15-2755-8A99-034671205888}"/>
          </ac:spMkLst>
        </pc:spChg>
        <pc:spChg chg="del mod topLvl">
          <ac:chgData name="Owais Ahmed" userId="6abc7d4556b3b071" providerId="LiveId" clId="{654F8BE6-0793-4CC3-92A1-28CD9668A693}" dt="2023-08-28T06:26:53.709" v="13791" actId="478"/>
          <ac:spMkLst>
            <pc:docMk/>
            <pc:sldMk cId="4187608694" sldId="2579"/>
            <ac:spMk id="35" creationId="{93E62B23-5171-4B38-2D3B-6410CB75752E}"/>
          </ac:spMkLst>
        </pc:spChg>
        <pc:spChg chg="del mod topLvl">
          <ac:chgData name="Owais Ahmed" userId="6abc7d4556b3b071" providerId="LiveId" clId="{654F8BE6-0793-4CC3-92A1-28CD9668A693}" dt="2023-08-28T06:22:51.522" v="13685" actId="478"/>
          <ac:spMkLst>
            <pc:docMk/>
            <pc:sldMk cId="4187608694" sldId="2579"/>
            <ac:spMk id="36" creationId="{7631C6E7-43C7-06E3-E334-C7FAC55FFB39}"/>
          </ac:spMkLst>
        </pc:spChg>
        <pc:grpChg chg="del">
          <ac:chgData name="Owais Ahmed" userId="6abc7d4556b3b071" providerId="LiveId" clId="{654F8BE6-0793-4CC3-92A1-28CD9668A693}" dt="2023-08-28T06:05:07.254" v="12791" actId="478"/>
          <ac:grpSpMkLst>
            <pc:docMk/>
            <pc:sldMk cId="4187608694" sldId="2579"/>
            <ac:grpSpMk id="4" creationId="{C7B9D74E-F12A-4E2E-371A-127196D15AEE}"/>
          </ac:grpSpMkLst>
        </pc:grpChg>
        <pc:grpChg chg="add del mod">
          <ac:chgData name="Owais Ahmed" userId="6abc7d4556b3b071" providerId="LiveId" clId="{654F8BE6-0793-4CC3-92A1-28CD9668A693}" dt="2023-08-28T07:10:30.460" v="14489" actId="1076"/>
          <ac:grpSpMkLst>
            <pc:docMk/>
            <pc:sldMk cId="4187608694" sldId="2579"/>
            <ac:grpSpMk id="8" creationId="{0BCF855C-1ABF-67DC-1E11-F242A7910498}"/>
          </ac:grpSpMkLst>
        </pc:grpChg>
        <pc:grpChg chg="del mod">
          <ac:chgData name="Owais Ahmed" userId="6abc7d4556b3b071" providerId="LiveId" clId="{654F8BE6-0793-4CC3-92A1-28CD9668A693}" dt="2023-08-28T06:05:08.048" v="12792" actId="478"/>
          <ac:grpSpMkLst>
            <pc:docMk/>
            <pc:sldMk cId="4187608694" sldId="2579"/>
            <ac:grpSpMk id="11" creationId="{45E1DDAA-E4D6-063B-13C7-B0C1C7528977}"/>
          </ac:grpSpMkLst>
        </pc:grpChg>
        <pc:grpChg chg="del">
          <ac:chgData name="Owais Ahmed" userId="6abc7d4556b3b071" providerId="LiveId" clId="{654F8BE6-0793-4CC3-92A1-28CD9668A693}" dt="2023-08-28T06:05:03.712" v="12787" actId="478"/>
          <ac:grpSpMkLst>
            <pc:docMk/>
            <pc:sldMk cId="4187608694" sldId="2579"/>
            <ac:grpSpMk id="34" creationId="{F3393E56-D066-7C1F-1C8D-0BF35387679C}"/>
          </ac:grpSpMkLst>
        </pc:grpChg>
      </pc:sldChg>
      <pc:sldChg chg="delSp modSp add mod delAnim modAnim">
        <pc:chgData name="Owais Ahmed" userId="6abc7d4556b3b071" providerId="LiveId" clId="{654F8BE6-0793-4CC3-92A1-28CD9668A693}" dt="2023-08-28T06:37:37.995" v="14348" actId="20577"/>
        <pc:sldMkLst>
          <pc:docMk/>
          <pc:sldMk cId="652720807" sldId="2580"/>
        </pc:sldMkLst>
        <pc:spChg chg="mod">
          <ac:chgData name="Owais Ahmed" userId="6abc7d4556b3b071" providerId="LiveId" clId="{654F8BE6-0793-4CC3-92A1-28CD9668A693}" dt="2023-08-28T06:37:11.376" v="14305" actId="20577"/>
          <ac:spMkLst>
            <pc:docMk/>
            <pc:sldMk cId="652720807" sldId="2580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8T06:37:37.995" v="14348" actId="20577"/>
          <ac:spMkLst>
            <pc:docMk/>
            <pc:sldMk cId="652720807" sldId="2580"/>
            <ac:spMk id="215" creationId="{00000000-0000-0000-0000-000000000000}"/>
          </ac:spMkLst>
        </pc:spChg>
        <pc:grpChg chg="del">
          <ac:chgData name="Owais Ahmed" userId="6abc7d4556b3b071" providerId="LiveId" clId="{654F8BE6-0793-4CC3-92A1-28CD9668A693}" dt="2023-08-28T06:35:56.430" v="14169" actId="478"/>
          <ac:grpSpMkLst>
            <pc:docMk/>
            <pc:sldMk cId="652720807" sldId="2580"/>
            <ac:grpSpMk id="8" creationId="{0BCF855C-1ABF-67DC-1E11-F242A7910498}"/>
          </ac:grpSpMkLst>
        </pc:grpChg>
      </pc:sldChg>
      <pc:sldChg chg="addSp delSp modSp add mod addAnim delAnim modAnim">
        <pc:chgData name="Owais Ahmed" userId="6abc7d4556b3b071" providerId="LiveId" clId="{654F8BE6-0793-4CC3-92A1-28CD9668A693}" dt="2023-08-28T07:31:48.759" v="15588" actId="20577"/>
        <pc:sldMkLst>
          <pc:docMk/>
          <pc:sldMk cId="1081717244" sldId="2581"/>
        </pc:sldMkLst>
        <pc:spChg chg="mod">
          <ac:chgData name="Owais Ahmed" userId="6abc7d4556b3b071" providerId="LiveId" clId="{654F8BE6-0793-4CC3-92A1-28CD9668A693}" dt="2023-08-28T07:31:48.759" v="15588" actId="20577"/>
          <ac:spMkLst>
            <pc:docMk/>
            <pc:sldMk cId="1081717244" sldId="2581"/>
            <ac:spMk id="3" creationId="{4A1C0383-58FE-E486-295E-B33B8683B938}"/>
          </ac:spMkLst>
        </pc:spChg>
        <pc:spChg chg="mod topLvl">
          <ac:chgData name="Owais Ahmed" userId="6abc7d4556b3b071" providerId="LiveId" clId="{654F8BE6-0793-4CC3-92A1-28CD9668A693}" dt="2023-08-28T07:13:37.104" v="14732" actId="164"/>
          <ac:spMkLst>
            <pc:docMk/>
            <pc:sldMk cId="1081717244" sldId="2581"/>
            <ac:spMk id="5" creationId="{F9ECA9C2-75EF-0270-295F-3A436643D85A}"/>
          </ac:spMkLst>
        </pc:spChg>
        <pc:spChg chg="mod topLvl">
          <ac:chgData name="Owais Ahmed" userId="6abc7d4556b3b071" providerId="LiveId" clId="{654F8BE6-0793-4CC3-92A1-28CD9668A693}" dt="2023-08-28T07:13:37.104" v="14732" actId="164"/>
          <ac:spMkLst>
            <pc:docMk/>
            <pc:sldMk cId="1081717244" sldId="2581"/>
            <ac:spMk id="6" creationId="{E32ADBA1-C070-E76B-1D31-923E89E7AEAD}"/>
          </ac:spMkLst>
        </pc:spChg>
        <pc:spChg chg="mod topLvl">
          <ac:chgData name="Owais Ahmed" userId="6abc7d4556b3b071" providerId="LiveId" clId="{654F8BE6-0793-4CC3-92A1-28CD9668A693}" dt="2023-08-28T07:13:37.104" v="14732" actId="164"/>
          <ac:spMkLst>
            <pc:docMk/>
            <pc:sldMk cId="1081717244" sldId="2581"/>
            <ac:spMk id="7" creationId="{D8872865-69A3-0AD4-3857-D7E730F22689}"/>
          </ac:spMkLst>
        </pc:spChg>
        <pc:spChg chg="mod topLvl">
          <ac:chgData name="Owais Ahmed" userId="6abc7d4556b3b071" providerId="LiveId" clId="{654F8BE6-0793-4CC3-92A1-28CD9668A693}" dt="2023-08-28T07:13:37.104" v="14732" actId="164"/>
          <ac:spMkLst>
            <pc:docMk/>
            <pc:sldMk cId="1081717244" sldId="2581"/>
            <ac:spMk id="8" creationId="{A5474883-56DB-D619-D01F-FF6C8143A6C7}"/>
          </ac:spMkLst>
        </pc:spChg>
        <pc:spChg chg="mod topLvl">
          <ac:chgData name="Owais Ahmed" userId="6abc7d4556b3b071" providerId="LiveId" clId="{654F8BE6-0793-4CC3-92A1-28CD9668A693}" dt="2023-08-28T07:13:37.104" v="14732" actId="164"/>
          <ac:spMkLst>
            <pc:docMk/>
            <pc:sldMk cId="1081717244" sldId="2581"/>
            <ac:spMk id="9" creationId="{1B06C236-207C-206D-509D-BB366BA134E8}"/>
          </ac:spMkLst>
        </pc:spChg>
        <pc:spChg chg="mod">
          <ac:chgData name="Owais Ahmed" userId="6abc7d4556b3b071" providerId="LiveId" clId="{654F8BE6-0793-4CC3-92A1-28CD9668A693}" dt="2023-08-28T07:13:51.357" v="14734"/>
          <ac:spMkLst>
            <pc:docMk/>
            <pc:sldMk cId="1081717244" sldId="2581"/>
            <ac:spMk id="12" creationId="{2217741E-60A2-E683-2497-C04ADF4982BA}"/>
          </ac:spMkLst>
        </pc:spChg>
        <pc:spChg chg="mod">
          <ac:chgData name="Owais Ahmed" userId="6abc7d4556b3b071" providerId="LiveId" clId="{654F8BE6-0793-4CC3-92A1-28CD9668A693}" dt="2023-08-28T07:13:51.357" v="14734"/>
          <ac:spMkLst>
            <pc:docMk/>
            <pc:sldMk cId="1081717244" sldId="2581"/>
            <ac:spMk id="13" creationId="{207C7B26-0C34-E96B-36DE-12A79AF4D091}"/>
          </ac:spMkLst>
        </pc:spChg>
        <pc:spChg chg="mod">
          <ac:chgData name="Owais Ahmed" userId="6abc7d4556b3b071" providerId="LiveId" clId="{654F8BE6-0793-4CC3-92A1-28CD9668A693}" dt="2023-08-28T07:14:01.787" v="14737" actId="20577"/>
          <ac:spMkLst>
            <pc:docMk/>
            <pc:sldMk cId="1081717244" sldId="2581"/>
            <ac:spMk id="14" creationId="{3755299F-1070-548D-B511-B41B1FEB3FF0}"/>
          </ac:spMkLst>
        </pc:spChg>
        <pc:spChg chg="mod">
          <ac:chgData name="Owais Ahmed" userId="6abc7d4556b3b071" providerId="LiveId" clId="{654F8BE6-0793-4CC3-92A1-28CD9668A693}" dt="2023-08-28T07:13:59.394" v="14736" actId="20577"/>
          <ac:spMkLst>
            <pc:docMk/>
            <pc:sldMk cId="1081717244" sldId="2581"/>
            <ac:spMk id="15" creationId="{D6BEFC6A-E993-5E4E-9138-8107E9644A29}"/>
          </ac:spMkLst>
        </pc:spChg>
        <pc:spChg chg="mod">
          <ac:chgData name="Owais Ahmed" userId="6abc7d4556b3b071" providerId="LiveId" clId="{654F8BE6-0793-4CC3-92A1-28CD9668A693}" dt="2023-08-28T07:13:51.357" v="14734"/>
          <ac:spMkLst>
            <pc:docMk/>
            <pc:sldMk cId="1081717244" sldId="2581"/>
            <ac:spMk id="16" creationId="{7DD09B3C-D14D-5986-E6B9-219F690E7AE4}"/>
          </ac:spMkLst>
        </pc:spChg>
        <pc:spChg chg="mod">
          <ac:chgData name="Owais Ahmed" userId="6abc7d4556b3b071" providerId="LiveId" clId="{654F8BE6-0793-4CC3-92A1-28CD9668A693}" dt="2023-08-28T07:15:28.774" v="14740"/>
          <ac:spMkLst>
            <pc:docMk/>
            <pc:sldMk cId="1081717244" sldId="2581"/>
            <ac:spMk id="18" creationId="{FB2636AA-28B0-1E2D-1A2E-293B330FBE73}"/>
          </ac:spMkLst>
        </pc:spChg>
        <pc:spChg chg="mod">
          <ac:chgData name="Owais Ahmed" userId="6abc7d4556b3b071" providerId="LiveId" clId="{654F8BE6-0793-4CC3-92A1-28CD9668A693}" dt="2023-08-28T07:15:28.774" v="14740"/>
          <ac:spMkLst>
            <pc:docMk/>
            <pc:sldMk cId="1081717244" sldId="2581"/>
            <ac:spMk id="19" creationId="{5CE6E4DE-3629-16DB-4870-6425149C165E}"/>
          </ac:spMkLst>
        </pc:spChg>
        <pc:spChg chg="mod">
          <ac:chgData name="Owais Ahmed" userId="6abc7d4556b3b071" providerId="LiveId" clId="{654F8BE6-0793-4CC3-92A1-28CD9668A693}" dt="2023-08-28T07:15:33.671" v="14744"/>
          <ac:spMkLst>
            <pc:docMk/>
            <pc:sldMk cId="1081717244" sldId="2581"/>
            <ac:spMk id="21" creationId="{69DB09FF-78CB-AF02-5B06-CB23ED4D2388}"/>
          </ac:spMkLst>
        </pc:spChg>
        <pc:spChg chg="mod">
          <ac:chgData name="Owais Ahmed" userId="6abc7d4556b3b071" providerId="LiveId" clId="{654F8BE6-0793-4CC3-92A1-28CD9668A693}" dt="2023-08-28T07:15:33.671" v="14744"/>
          <ac:spMkLst>
            <pc:docMk/>
            <pc:sldMk cId="1081717244" sldId="2581"/>
            <ac:spMk id="22" creationId="{E4B462D1-1E69-0DE4-79E3-84FEBA4651F7}"/>
          </ac:spMkLst>
        </pc:spChg>
        <pc:spChg chg="mod">
          <ac:chgData name="Owais Ahmed" userId="6abc7d4556b3b071" providerId="LiveId" clId="{654F8BE6-0793-4CC3-92A1-28CD9668A693}" dt="2023-08-28T07:15:35.432" v="14746"/>
          <ac:spMkLst>
            <pc:docMk/>
            <pc:sldMk cId="1081717244" sldId="2581"/>
            <ac:spMk id="24" creationId="{4E9CF8AC-24B0-BE3E-04AB-201B7F9BCD74}"/>
          </ac:spMkLst>
        </pc:spChg>
        <pc:spChg chg="mod">
          <ac:chgData name="Owais Ahmed" userId="6abc7d4556b3b071" providerId="LiveId" clId="{654F8BE6-0793-4CC3-92A1-28CD9668A693}" dt="2023-08-28T07:15:35.432" v="14746"/>
          <ac:spMkLst>
            <pc:docMk/>
            <pc:sldMk cId="1081717244" sldId="2581"/>
            <ac:spMk id="25" creationId="{1EB4593C-58B8-1BF7-B236-55F22CDD5FEB}"/>
          </ac:spMkLst>
        </pc:spChg>
        <pc:spChg chg="mod">
          <ac:chgData name="Owais Ahmed" userId="6abc7d4556b3b071" providerId="LiveId" clId="{654F8BE6-0793-4CC3-92A1-28CD9668A693}" dt="2023-08-28T07:16:16.294" v="14759" actId="20577"/>
          <ac:spMkLst>
            <pc:docMk/>
            <pc:sldMk cId="1081717244" sldId="2581"/>
            <ac:spMk id="27" creationId="{41644380-A292-13E7-CDE2-3EC4D847E916}"/>
          </ac:spMkLst>
        </pc:spChg>
        <pc:spChg chg="mod">
          <ac:chgData name="Owais Ahmed" userId="6abc7d4556b3b071" providerId="LiveId" clId="{654F8BE6-0793-4CC3-92A1-28CD9668A693}" dt="2023-08-28T07:16:19.235" v="14763" actId="20577"/>
          <ac:spMkLst>
            <pc:docMk/>
            <pc:sldMk cId="1081717244" sldId="2581"/>
            <ac:spMk id="28" creationId="{0174404C-B10A-C99D-4AE3-1BF0B49119B3}"/>
          </ac:spMkLst>
        </pc:spChg>
        <pc:spChg chg="mod">
          <ac:chgData name="Owais Ahmed" userId="6abc7d4556b3b071" providerId="LiveId" clId="{654F8BE6-0793-4CC3-92A1-28CD9668A693}" dt="2023-08-28T07:16:30.773" v="14764"/>
          <ac:spMkLst>
            <pc:docMk/>
            <pc:sldMk cId="1081717244" sldId="2581"/>
            <ac:spMk id="30" creationId="{C748028C-518C-92B0-A015-844B03D7D723}"/>
          </ac:spMkLst>
        </pc:spChg>
        <pc:spChg chg="mod">
          <ac:chgData name="Owais Ahmed" userId="6abc7d4556b3b071" providerId="LiveId" clId="{654F8BE6-0793-4CC3-92A1-28CD9668A693}" dt="2023-08-28T07:16:30.773" v="14764"/>
          <ac:spMkLst>
            <pc:docMk/>
            <pc:sldMk cId="1081717244" sldId="2581"/>
            <ac:spMk id="31" creationId="{04498153-6EB9-024D-4686-3E2FDF4A0284}"/>
          </ac:spMkLst>
        </pc:spChg>
        <pc:spChg chg="mod">
          <ac:chgData name="Owais Ahmed" userId="6abc7d4556b3b071" providerId="LiveId" clId="{654F8BE6-0793-4CC3-92A1-28CD9668A693}" dt="2023-08-28T07:17:19.112" v="14782" actId="20577"/>
          <ac:spMkLst>
            <pc:docMk/>
            <pc:sldMk cId="1081717244" sldId="2581"/>
            <ac:spMk id="33" creationId="{AB21837A-D696-7191-D5B3-C570D3341FC4}"/>
          </ac:spMkLst>
        </pc:spChg>
        <pc:spChg chg="mod">
          <ac:chgData name="Owais Ahmed" userId="6abc7d4556b3b071" providerId="LiveId" clId="{654F8BE6-0793-4CC3-92A1-28CD9668A693}" dt="2023-08-28T07:17:05.724" v="14778"/>
          <ac:spMkLst>
            <pc:docMk/>
            <pc:sldMk cId="1081717244" sldId="2581"/>
            <ac:spMk id="34" creationId="{94B56EC4-9024-1DBE-3669-E1CEAE839E2B}"/>
          </ac:spMkLst>
        </pc:spChg>
        <pc:spChg chg="mod">
          <ac:chgData name="Owais Ahmed" userId="6abc7d4556b3b071" providerId="LiveId" clId="{654F8BE6-0793-4CC3-92A1-28CD9668A693}" dt="2023-08-28T07:17:20.830" v="14783" actId="20577"/>
          <ac:spMkLst>
            <pc:docMk/>
            <pc:sldMk cId="1081717244" sldId="2581"/>
            <ac:spMk id="36" creationId="{9D79A1DC-76C7-6518-542D-7A9460BFFE98}"/>
          </ac:spMkLst>
        </pc:spChg>
        <pc:spChg chg="mod">
          <ac:chgData name="Owais Ahmed" userId="6abc7d4556b3b071" providerId="LiveId" clId="{654F8BE6-0793-4CC3-92A1-28CD9668A693}" dt="2023-08-28T07:17:09.119" v="14780"/>
          <ac:spMkLst>
            <pc:docMk/>
            <pc:sldMk cId="1081717244" sldId="2581"/>
            <ac:spMk id="37" creationId="{64363730-2093-E54A-0132-C722B68A5035}"/>
          </ac:spMkLst>
        </pc:spChg>
        <pc:spChg chg="mod">
          <ac:chgData name="Owais Ahmed" userId="6abc7d4556b3b071" providerId="LiveId" clId="{654F8BE6-0793-4CC3-92A1-28CD9668A693}" dt="2023-08-28T07:18:25.902" v="14786" actId="20577"/>
          <ac:spMkLst>
            <pc:docMk/>
            <pc:sldMk cId="1081717244" sldId="2581"/>
            <ac:spMk id="39" creationId="{6F0D9F97-738D-446A-8F00-F451CC637FB3}"/>
          </ac:spMkLst>
        </pc:spChg>
        <pc:spChg chg="mod">
          <ac:chgData name="Owais Ahmed" userId="6abc7d4556b3b071" providerId="LiveId" clId="{654F8BE6-0793-4CC3-92A1-28CD9668A693}" dt="2023-08-28T07:19:50.368" v="14803" actId="20577"/>
          <ac:spMkLst>
            <pc:docMk/>
            <pc:sldMk cId="1081717244" sldId="2581"/>
            <ac:spMk id="40" creationId="{CF503C03-C7B2-3C98-A584-1CAE3953DCDE}"/>
          </ac:spMkLst>
        </pc:spChg>
        <pc:spChg chg="mod">
          <ac:chgData name="Owais Ahmed" userId="6abc7d4556b3b071" providerId="LiveId" clId="{654F8BE6-0793-4CC3-92A1-28CD9668A693}" dt="2023-08-28T07:18:58.915" v="14787"/>
          <ac:spMkLst>
            <pc:docMk/>
            <pc:sldMk cId="1081717244" sldId="2581"/>
            <ac:spMk id="42" creationId="{D2EEF232-C89F-A199-4EBB-4BE951E26EF1}"/>
          </ac:spMkLst>
        </pc:spChg>
        <pc:spChg chg="mod">
          <ac:chgData name="Owais Ahmed" userId="6abc7d4556b3b071" providerId="LiveId" clId="{654F8BE6-0793-4CC3-92A1-28CD9668A693}" dt="2023-08-28T07:18:58.915" v="14787"/>
          <ac:spMkLst>
            <pc:docMk/>
            <pc:sldMk cId="1081717244" sldId="2581"/>
            <ac:spMk id="43" creationId="{6D81ACB8-A46D-8833-3BD6-1FD54A0282FC}"/>
          </ac:spMkLst>
        </pc:spChg>
        <pc:spChg chg="mod">
          <ac:chgData name="Owais Ahmed" userId="6abc7d4556b3b071" providerId="LiveId" clId="{654F8BE6-0793-4CC3-92A1-28CD9668A693}" dt="2023-08-28T07:20:24.551" v="14806" actId="20577"/>
          <ac:spMkLst>
            <pc:docMk/>
            <pc:sldMk cId="1081717244" sldId="2581"/>
            <ac:spMk id="45" creationId="{56AA56B1-891A-D967-EDA9-DFFA2F26F8D3}"/>
          </ac:spMkLst>
        </pc:spChg>
        <pc:spChg chg="mod">
          <ac:chgData name="Owais Ahmed" userId="6abc7d4556b3b071" providerId="LiveId" clId="{654F8BE6-0793-4CC3-92A1-28CD9668A693}" dt="2023-08-28T07:19:24.569" v="14794"/>
          <ac:spMkLst>
            <pc:docMk/>
            <pc:sldMk cId="1081717244" sldId="2581"/>
            <ac:spMk id="46" creationId="{D2917468-D0F0-701B-4B7E-CFF3A8A7A7F7}"/>
          </ac:spMkLst>
        </pc:spChg>
        <pc:spChg chg="mod">
          <ac:chgData name="Owais Ahmed" userId="6abc7d4556b3b071" providerId="LiveId" clId="{654F8BE6-0793-4CC3-92A1-28CD9668A693}" dt="2023-08-28T07:15:31.514" v="14742" actId="1076"/>
          <ac:spMkLst>
            <pc:docMk/>
            <pc:sldMk cId="1081717244" sldId="2581"/>
            <ac:spMk id="89" creationId="{00000000-0000-0000-0000-000000000000}"/>
          </ac:spMkLst>
        </pc:spChg>
        <pc:grpChg chg="add del mod">
          <ac:chgData name="Owais Ahmed" userId="6abc7d4556b3b071" providerId="LiveId" clId="{654F8BE6-0793-4CC3-92A1-28CD9668A693}" dt="2023-08-28T07:12:38.896" v="14727" actId="165"/>
          <ac:grpSpMkLst>
            <pc:docMk/>
            <pc:sldMk cId="1081717244" sldId="2581"/>
            <ac:grpSpMk id="4" creationId="{386CD58E-F772-8961-2606-B1F37BE9E8E3}"/>
          </ac:grpSpMkLst>
        </pc:grpChg>
        <pc:grpChg chg="add del mod">
          <ac:chgData name="Owais Ahmed" userId="6abc7d4556b3b071" providerId="LiveId" clId="{654F8BE6-0793-4CC3-92A1-28CD9668A693}" dt="2023-08-28T07:14:17.679" v="14739" actId="478"/>
          <ac:grpSpMkLst>
            <pc:docMk/>
            <pc:sldMk cId="1081717244" sldId="2581"/>
            <ac:grpSpMk id="10" creationId="{CCAB5D29-97BC-9B13-3300-96DDAA2DEAA1}"/>
          </ac:grpSpMkLst>
        </pc:grpChg>
        <pc:grpChg chg="add mod">
          <ac:chgData name="Owais Ahmed" userId="6abc7d4556b3b071" providerId="LiveId" clId="{654F8BE6-0793-4CC3-92A1-28CD9668A693}" dt="2023-08-28T07:19:22.428" v="14793" actId="1076"/>
          <ac:grpSpMkLst>
            <pc:docMk/>
            <pc:sldMk cId="1081717244" sldId="2581"/>
            <ac:grpSpMk id="11" creationId="{D03AACF3-18FF-B475-11A2-0B96137DCE38}"/>
          </ac:grpSpMkLst>
        </pc:grpChg>
        <pc:grpChg chg="add del mod">
          <ac:chgData name="Owais Ahmed" userId="6abc7d4556b3b071" providerId="LiveId" clId="{654F8BE6-0793-4CC3-92A1-28CD9668A693}" dt="2023-08-28T07:15:32.462" v="14743"/>
          <ac:grpSpMkLst>
            <pc:docMk/>
            <pc:sldMk cId="1081717244" sldId="2581"/>
            <ac:grpSpMk id="17" creationId="{E3EADB79-0B74-1453-8FC2-6DE29050501D}"/>
          </ac:grpSpMkLst>
        </pc:grpChg>
        <pc:grpChg chg="add del mod">
          <ac:chgData name="Owais Ahmed" userId="6abc7d4556b3b071" providerId="LiveId" clId="{654F8BE6-0793-4CC3-92A1-28CD9668A693}" dt="2023-08-28T07:15:34.377" v="14745"/>
          <ac:grpSpMkLst>
            <pc:docMk/>
            <pc:sldMk cId="1081717244" sldId="2581"/>
            <ac:grpSpMk id="20" creationId="{C0D4D0F0-2EFE-52C0-F32B-B4990327958D}"/>
          </ac:grpSpMkLst>
        </pc:grpChg>
        <pc:grpChg chg="add del mod">
          <ac:chgData name="Owais Ahmed" userId="6abc7d4556b3b071" providerId="LiveId" clId="{654F8BE6-0793-4CC3-92A1-28CD9668A693}" dt="2023-08-28T07:15:35.987" v="14747"/>
          <ac:grpSpMkLst>
            <pc:docMk/>
            <pc:sldMk cId="1081717244" sldId="2581"/>
            <ac:grpSpMk id="23" creationId="{2CF014FA-CD74-C785-81DE-4B04090589C4}"/>
          </ac:grpSpMkLst>
        </pc:grpChg>
        <pc:grpChg chg="add mod">
          <ac:chgData name="Owais Ahmed" userId="6abc7d4556b3b071" providerId="LiveId" clId="{654F8BE6-0793-4CC3-92A1-28CD9668A693}" dt="2023-08-28T07:19:22.428" v="14793" actId="1076"/>
          <ac:grpSpMkLst>
            <pc:docMk/>
            <pc:sldMk cId="1081717244" sldId="2581"/>
            <ac:grpSpMk id="26" creationId="{537851C2-0687-BCC2-7A57-BABA3702A6D4}"/>
          </ac:grpSpMkLst>
        </pc:grpChg>
        <pc:grpChg chg="add del mod">
          <ac:chgData name="Owais Ahmed" userId="6abc7d4556b3b071" providerId="LiveId" clId="{654F8BE6-0793-4CC3-92A1-28CD9668A693}" dt="2023-08-28T07:16:56.243" v="14775" actId="478"/>
          <ac:grpSpMkLst>
            <pc:docMk/>
            <pc:sldMk cId="1081717244" sldId="2581"/>
            <ac:grpSpMk id="29" creationId="{EA17B749-FA28-B440-019A-2C9C02C6A381}"/>
          </ac:grpSpMkLst>
        </pc:grpChg>
        <pc:grpChg chg="add mod">
          <ac:chgData name="Owais Ahmed" userId="6abc7d4556b3b071" providerId="LiveId" clId="{654F8BE6-0793-4CC3-92A1-28CD9668A693}" dt="2023-08-28T07:19:22.428" v="14793" actId="1076"/>
          <ac:grpSpMkLst>
            <pc:docMk/>
            <pc:sldMk cId="1081717244" sldId="2581"/>
            <ac:grpSpMk id="32" creationId="{0D11369E-DCE5-5651-369C-F35EA86291EF}"/>
          </ac:grpSpMkLst>
        </pc:grpChg>
        <pc:grpChg chg="add mod">
          <ac:chgData name="Owais Ahmed" userId="6abc7d4556b3b071" providerId="LiveId" clId="{654F8BE6-0793-4CC3-92A1-28CD9668A693}" dt="2023-08-28T07:19:22.428" v="14793" actId="1076"/>
          <ac:grpSpMkLst>
            <pc:docMk/>
            <pc:sldMk cId="1081717244" sldId="2581"/>
            <ac:grpSpMk id="35" creationId="{684784A7-3402-631B-B574-A031325C526E}"/>
          </ac:grpSpMkLst>
        </pc:grpChg>
        <pc:grpChg chg="add mod">
          <ac:chgData name="Owais Ahmed" userId="6abc7d4556b3b071" providerId="LiveId" clId="{654F8BE6-0793-4CC3-92A1-28CD9668A693}" dt="2023-08-28T07:19:22.428" v="14793" actId="1076"/>
          <ac:grpSpMkLst>
            <pc:docMk/>
            <pc:sldMk cId="1081717244" sldId="2581"/>
            <ac:grpSpMk id="38" creationId="{69091757-9550-4A3B-C060-4CAD1D500A49}"/>
          </ac:grpSpMkLst>
        </pc:grpChg>
        <pc:grpChg chg="add del mod">
          <ac:chgData name="Owais Ahmed" userId="6abc7d4556b3b071" providerId="LiveId" clId="{654F8BE6-0793-4CC3-92A1-28CD9668A693}" dt="2023-08-28T07:19:09.723" v="14790"/>
          <ac:grpSpMkLst>
            <pc:docMk/>
            <pc:sldMk cId="1081717244" sldId="2581"/>
            <ac:grpSpMk id="41" creationId="{3547023B-1669-2413-B3A4-C1E86D24C30E}"/>
          </ac:grpSpMkLst>
        </pc:grpChg>
        <pc:grpChg chg="add mod">
          <ac:chgData name="Owais Ahmed" userId="6abc7d4556b3b071" providerId="LiveId" clId="{654F8BE6-0793-4CC3-92A1-28CD9668A693}" dt="2023-08-28T07:21:43.680" v="14814" actId="164"/>
          <ac:grpSpMkLst>
            <pc:docMk/>
            <pc:sldMk cId="1081717244" sldId="2581"/>
            <ac:grpSpMk id="44" creationId="{C088159A-C18A-D849-E471-F27375F6E9E4}"/>
          </ac:grpSpMkLst>
        </pc:grpChg>
        <pc:grpChg chg="add mod">
          <ac:chgData name="Owais Ahmed" userId="6abc7d4556b3b071" providerId="LiveId" clId="{654F8BE6-0793-4CC3-92A1-28CD9668A693}" dt="2023-08-28T07:21:43.680" v="14814" actId="164"/>
          <ac:grpSpMkLst>
            <pc:docMk/>
            <pc:sldMk cId="1081717244" sldId="2581"/>
            <ac:grpSpMk id="49" creationId="{809E931E-FE13-AF8F-2BA9-1E97F1E8FB63}"/>
          </ac:grpSpMkLst>
        </pc:grpChg>
        <pc:cxnChg chg="add mod">
          <ac:chgData name="Owais Ahmed" userId="6abc7d4556b3b071" providerId="LiveId" clId="{654F8BE6-0793-4CC3-92A1-28CD9668A693}" dt="2023-08-28T07:21:43.680" v="14814" actId="164"/>
          <ac:cxnSpMkLst>
            <pc:docMk/>
            <pc:sldMk cId="1081717244" sldId="2581"/>
            <ac:cxnSpMk id="48" creationId="{C0A7B56B-A65D-9E53-5732-6B17F0FF1513}"/>
          </ac:cxnSpMkLst>
        </pc:cxnChg>
      </pc:sldChg>
      <pc:sldChg chg="addSp delSp modSp add mod delAnim modAnim">
        <pc:chgData name="Owais Ahmed" userId="6abc7d4556b3b071" providerId="LiveId" clId="{654F8BE6-0793-4CC3-92A1-28CD9668A693}" dt="2023-08-28T07:41:20.729" v="16456" actId="20577"/>
        <pc:sldMkLst>
          <pc:docMk/>
          <pc:sldMk cId="2048934489" sldId="2582"/>
        </pc:sldMkLst>
        <pc:spChg chg="mod">
          <ac:chgData name="Owais Ahmed" userId="6abc7d4556b3b071" providerId="LiveId" clId="{654F8BE6-0793-4CC3-92A1-28CD9668A693}" dt="2023-08-28T07:41:20.729" v="16456" actId="20577"/>
          <ac:spMkLst>
            <pc:docMk/>
            <pc:sldMk cId="2048934489" sldId="2582"/>
            <ac:spMk id="3" creationId="{4A1C0383-58FE-E486-295E-B33B8683B938}"/>
          </ac:spMkLst>
        </pc:spChg>
        <pc:spChg chg="mod">
          <ac:chgData name="Owais Ahmed" userId="6abc7d4556b3b071" providerId="LiveId" clId="{654F8BE6-0793-4CC3-92A1-28CD9668A693}" dt="2023-08-28T07:34:46.978" v="15870"/>
          <ac:spMkLst>
            <pc:docMk/>
            <pc:sldMk cId="2048934489" sldId="2582"/>
            <ac:spMk id="5" creationId="{B0BFDE25-CBDE-D587-AFB0-7AED375478D5}"/>
          </ac:spMkLst>
        </pc:spChg>
        <pc:spChg chg="mod">
          <ac:chgData name="Owais Ahmed" userId="6abc7d4556b3b071" providerId="LiveId" clId="{654F8BE6-0793-4CC3-92A1-28CD9668A693}" dt="2023-08-28T07:34:46.978" v="15870"/>
          <ac:spMkLst>
            <pc:docMk/>
            <pc:sldMk cId="2048934489" sldId="2582"/>
            <ac:spMk id="6" creationId="{9E614F72-9A46-E201-72E3-7A35AA084076}"/>
          </ac:spMkLst>
        </pc:spChg>
        <pc:spChg chg="mod">
          <ac:chgData name="Owais Ahmed" userId="6abc7d4556b3b071" providerId="LiveId" clId="{654F8BE6-0793-4CC3-92A1-28CD9668A693}" dt="2023-08-28T07:35:07.696" v="15874" actId="20577"/>
          <ac:spMkLst>
            <pc:docMk/>
            <pc:sldMk cId="2048934489" sldId="2582"/>
            <ac:spMk id="7" creationId="{CA29BACC-01E5-B75E-607A-C65FBB5D9282}"/>
          </ac:spMkLst>
        </pc:spChg>
        <pc:spChg chg="mod">
          <ac:chgData name="Owais Ahmed" userId="6abc7d4556b3b071" providerId="LiveId" clId="{654F8BE6-0793-4CC3-92A1-28CD9668A693}" dt="2023-08-28T07:34:59.166" v="15872" actId="20577"/>
          <ac:spMkLst>
            <pc:docMk/>
            <pc:sldMk cId="2048934489" sldId="2582"/>
            <ac:spMk id="8" creationId="{8E9096B0-4803-EB64-462E-92CC97681E13}"/>
          </ac:spMkLst>
        </pc:spChg>
        <pc:spChg chg="mod">
          <ac:chgData name="Owais Ahmed" userId="6abc7d4556b3b071" providerId="LiveId" clId="{654F8BE6-0793-4CC3-92A1-28CD9668A693}" dt="2023-08-28T07:34:46.978" v="15870"/>
          <ac:spMkLst>
            <pc:docMk/>
            <pc:sldMk cId="2048934489" sldId="2582"/>
            <ac:spMk id="9" creationId="{AEBF6036-1396-BABD-CCD8-0444A14FC57C}"/>
          </ac:spMkLst>
        </pc:spChg>
        <pc:grpChg chg="add mod">
          <ac:chgData name="Owais Ahmed" userId="6abc7d4556b3b071" providerId="LiveId" clId="{654F8BE6-0793-4CC3-92A1-28CD9668A693}" dt="2023-08-28T07:39:12.772" v="16146" actId="164"/>
          <ac:grpSpMkLst>
            <pc:docMk/>
            <pc:sldMk cId="2048934489" sldId="2582"/>
            <ac:grpSpMk id="4" creationId="{417053B7-B7C9-02D9-94E2-15DFF9C54C62}"/>
          </ac:grpSpMkLst>
        </pc:grpChg>
        <pc:grpChg chg="add mod">
          <ac:chgData name="Owais Ahmed" userId="6abc7d4556b3b071" providerId="LiveId" clId="{654F8BE6-0793-4CC3-92A1-28CD9668A693}" dt="2023-08-28T07:39:29.430" v="16152" actId="1076"/>
          <ac:grpSpMkLst>
            <pc:docMk/>
            <pc:sldMk cId="2048934489" sldId="2582"/>
            <ac:grpSpMk id="10" creationId="{F0A5D1C2-DEB3-4AB6-E456-DA34031377C2}"/>
          </ac:grpSpMkLst>
        </pc:grpChg>
        <pc:grpChg chg="mod">
          <ac:chgData name="Owais Ahmed" userId="6abc7d4556b3b071" providerId="LiveId" clId="{654F8BE6-0793-4CC3-92A1-28CD9668A693}" dt="2023-08-28T07:39:12.772" v="16146" actId="164"/>
          <ac:grpSpMkLst>
            <pc:docMk/>
            <pc:sldMk cId="2048934489" sldId="2582"/>
            <ac:grpSpMk id="11" creationId="{D03AACF3-18FF-B475-11A2-0B96137DCE38}"/>
          </ac:grpSpMkLst>
        </pc:grpChg>
        <pc:grpChg chg="del">
          <ac:chgData name="Owais Ahmed" userId="6abc7d4556b3b071" providerId="LiveId" clId="{654F8BE6-0793-4CC3-92A1-28CD9668A693}" dt="2023-08-28T07:32:44.926" v="15642" actId="478"/>
          <ac:grpSpMkLst>
            <pc:docMk/>
            <pc:sldMk cId="2048934489" sldId="2582"/>
            <ac:grpSpMk id="26" creationId="{537851C2-0687-BCC2-7A57-BABA3702A6D4}"/>
          </ac:grpSpMkLst>
        </pc:grpChg>
        <pc:grpChg chg="del">
          <ac:chgData name="Owais Ahmed" userId="6abc7d4556b3b071" providerId="LiveId" clId="{654F8BE6-0793-4CC3-92A1-28CD9668A693}" dt="2023-08-28T07:32:46.509" v="15643" actId="478"/>
          <ac:grpSpMkLst>
            <pc:docMk/>
            <pc:sldMk cId="2048934489" sldId="2582"/>
            <ac:grpSpMk id="32" creationId="{0D11369E-DCE5-5651-369C-F35EA86291EF}"/>
          </ac:grpSpMkLst>
        </pc:grpChg>
        <pc:grpChg chg="del">
          <ac:chgData name="Owais Ahmed" userId="6abc7d4556b3b071" providerId="LiveId" clId="{654F8BE6-0793-4CC3-92A1-28CD9668A693}" dt="2023-08-28T07:32:46.509" v="15643" actId="478"/>
          <ac:grpSpMkLst>
            <pc:docMk/>
            <pc:sldMk cId="2048934489" sldId="2582"/>
            <ac:grpSpMk id="35" creationId="{684784A7-3402-631B-B574-A031325C526E}"/>
          </ac:grpSpMkLst>
        </pc:grpChg>
        <pc:grpChg chg="del">
          <ac:chgData name="Owais Ahmed" userId="6abc7d4556b3b071" providerId="LiveId" clId="{654F8BE6-0793-4CC3-92A1-28CD9668A693}" dt="2023-08-28T07:32:46.509" v="15643" actId="478"/>
          <ac:grpSpMkLst>
            <pc:docMk/>
            <pc:sldMk cId="2048934489" sldId="2582"/>
            <ac:grpSpMk id="38" creationId="{69091757-9550-4A3B-C060-4CAD1D500A49}"/>
          </ac:grpSpMkLst>
        </pc:grpChg>
        <pc:grpChg chg="del">
          <ac:chgData name="Owais Ahmed" userId="6abc7d4556b3b071" providerId="LiveId" clId="{654F8BE6-0793-4CC3-92A1-28CD9668A693}" dt="2023-08-28T07:32:46.509" v="15643" actId="478"/>
          <ac:grpSpMkLst>
            <pc:docMk/>
            <pc:sldMk cId="2048934489" sldId="2582"/>
            <ac:grpSpMk id="49" creationId="{809E931E-FE13-AF8F-2BA9-1E97F1E8FB63}"/>
          </ac:grpSpMkLst>
        </pc:grpChg>
        <pc:cxnChg chg="mod">
          <ac:chgData name="Owais Ahmed" userId="6abc7d4556b3b071" providerId="LiveId" clId="{654F8BE6-0793-4CC3-92A1-28CD9668A693}" dt="2023-08-28T07:32:46.509" v="15643" actId="478"/>
          <ac:cxnSpMkLst>
            <pc:docMk/>
            <pc:sldMk cId="2048934489" sldId="2582"/>
            <ac:cxnSpMk id="48" creationId="{C0A7B56B-A65D-9E53-5732-6B17F0FF1513}"/>
          </ac:cxnSpMkLst>
        </pc:cxnChg>
      </pc:sldChg>
      <pc:sldChg chg="modSp add mod modAnim">
        <pc:chgData name="Owais Ahmed" userId="6abc7d4556b3b071" providerId="LiveId" clId="{654F8BE6-0793-4CC3-92A1-28CD9668A693}" dt="2023-08-28T07:51:43.427" v="17066" actId="33524"/>
        <pc:sldMkLst>
          <pc:docMk/>
          <pc:sldMk cId="3235654127" sldId="2583"/>
        </pc:sldMkLst>
        <pc:spChg chg="mod">
          <ac:chgData name="Owais Ahmed" userId="6abc7d4556b3b071" providerId="LiveId" clId="{654F8BE6-0793-4CC3-92A1-28CD9668A693}" dt="2023-08-28T07:51:43.427" v="17066" actId="33524"/>
          <ac:spMkLst>
            <pc:docMk/>
            <pc:sldMk cId="3235654127" sldId="2583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654F8BE6-0793-4CC3-92A1-28CD9668A693}" dt="2023-08-28T08:51:01.893" v="17567" actId="20577"/>
        <pc:sldMkLst>
          <pc:docMk/>
          <pc:sldMk cId="3907642670" sldId="2584"/>
        </pc:sldMkLst>
        <pc:spChg chg="mod">
          <ac:chgData name="Owais Ahmed" userId="6abc7d4556b3b071" providerId="LiveId" clId="{654F8BE6-0793-4CC3-92A1-28CD9668A693}" dt="2023-08-28T08:51:00.604" v="17566" actId="20577"/>
          <ac:spMkLst>
            <pc:docMk/>
            <pc:sldMk cId="3907642670" sldId="2584"/>
            <ac:spMk id="3" creationId="{4A1C0383-58FE-E486-295E-B33B8683B938}"/>
          </ac:spMkLst>
        </pc:spChg>
      </pc:sldChg>
      <pc:sldChg chg="delSp modSp add mod delAnim modAnim">
        <pc:chgData name="Owais Ahmed" userId="6abc7d4556b3b071" providerId="LiveId" clId="{654F8BE6-0793-4CC3-92A1-28CD9668A693}" dt="2023-08-28T08:52:58.163" v="17788" actId="20577"/>
        <pc:sldMkLst>
          <pc:docMk/>
          <pc:sldMk cId="2776830619" sldId="2585"/>
        </pc:sldMkLst>
        <pc:spChg chg="mod">
          <ac:chgData name="Owais Ahmed" userId="6abc7d4556b3b071" providerId="LiveId" clId="{654F8BE6-0793-4CC3-92A1-28CD9668A693}" dt="2023-08-28T08:52:58.163" v="17788" actId="20577"/>
          <ac:spMkLst>
            <pc:docMk/>
            <pc:sldMk cId="2776830619" sldId="2585"/>
            <ac:spMk id="3" creationId="{4A1C0383-58FE-E486-295E-B33B8683B938}"/>
          </ac:spMkLst>
        </pc:spChg>
        <pc:graphicFrameChg chg="del">
          <ac:chgData name="Owais Ahmed" userId="6abc7d4556b3b071" providerId="LiveId" clId="{654F8BE6-0793-4CC3-92A1-28CD9668A693}" dt="2023-08-28T08:42:39.323" v="17156" actId="478"/>
          <ac:graphicFrameMkLst>
            <pc:docMk/>
            <pc:sldMk cId="2776830619" sldId="2585"/>
            <ac:graphicFrameMk id="4" creationId="{11F08D9E-5A4E-B576-734E-BBE3BCC0CC5C}"/>
          </ac:graphicFrameMkLst>
        </pc:graphicFrameChg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8BB44192-7618-462F-8F55-2FD273A5B0FA}"/>
    <pc:docChg chg="addSld modSld sldOrd">
      <pc:chgData name="Owais Ahmed" userId="6abc7d4556b3b071" providerId="LiveId" clId="{8BB44192-7618-462F-8F55-2FD273A5B0FA}" dt="2023-08-25T15:12:33.636" v="82" actId="20577"/>
      <pc:docMkLst>
        <pc:docMk/>
      </pc:docMkLst>
      <pc:sldChg chg="modSp add mod ord modAnim">
        <pc:chgData name="Owais Ahmed" userId="6abc7d4556b3b071" providerId="LiveId" clId="{8BB44192-7618-462F-8F55-2FD273A5B0FA}" dt="2023-08-25T15:12:33.636" v="82" actId="20577"/>
        <pc:sldMkLst>
          <pc:docMk/>
          <pc:sldMk cId="1248502933" sldId="2577"/>
        </pc:sldMkLst>
        <pc:spChg chg="mod">
          <ac:chgData name="Owais Ahmed" userId="6abc7d4556b3b071" providerId="LiveId" clId="{8BB44192-7618-462F-8F55-2FD273A5B0FA}" dt="2023-08-25T15:12:33.636" v="82" actId="20577"/>
          <ac:spMkLst>
            <pc:docMk/>
            <pc:sldMk cId="1248502933" sldId="2577"/>
            <ac:spMk id="3" creationId="{4A1C0383-58FE-E486-295E-B33B8683B938}"/>
          </ac:spMkLst>
        </pc:spChg>
        <pc:spChg chg="mod">
          <ac:chgData name="Owais Ahmed" userId="6abc7d4556b3b071" providerId="LiveId" clId="{8BB44192-7618-462F-8F55-2FD273A5B0FA}" dt="2023-08-25T15:07:50.397" v="6" actId="20577"/>
          <ac:spMkLst>
            <pc:docMk/>
            <pc:sldMk cId="1248502933" sldId="2577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8CBEAB62-A728-450D-B4C0-9368924550F8}"/>
    <pc:docChg chg="undo redo custSel addSld delSld modSld sldOrd">
      <pc:chgData name="Owais Ahmed" userId="6abc7d4556b3b071" providerId="LiveId" clId="{8CBEAB62-A728-450D-B4C0-9368924550F8}" dt="2023-08-07T07:34:47.032" v="13823" actId="20577"/>
      <pc:docMkLst>
        <pc:docMk/>
      </pc:docMkLst>
      <pc:sldChg chg="modSp mod">
        <pc:chgData name="Owais Ahmed" userId="6abc7d4556b3b071" providerId="LiveId" clId="{8CBEAB62-A728-450D-B4C0-9368924550F8}" dt="2023-08-07T05:38:45.243" v="9660" actId="20577"/>
        <pc:sldMkLst>
          <pc:docMk/>
          <pc:sldMk cId="1649098948" sldId="2462"/>
        </pc:sldMkLst>
        <pc:spChg chg="mod">
          <ac:chgData name="Owais Ahmed" userId="6abc7d4556b3b071" providerId="LiveId" clId="{8CBEAB62-A728-450D-B4C0-9368924550F8}" dt="2023-08-07T05:38:45.243" v="966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CBEAB62-A728-450D-B4C0-9368924550F8}" dt="2023-08-03T10:08:48.107" v="0" actId="47"/>
        <pc:sldMkLst>
          <pc:docMk/>
          <pc:sldMk cId="641030253" sldId="2479"/>
        </pc:sldMkLst>
      </pc:sldChg>
      <pc:sldChg chg="del">
        <pc:chgData name="Owais Ahmed" userId="6abc7d4556b3b071" providerId="LiveId" clId="{8CBEAB62-A728-450D-B4C0-9368924550F8}" dt="2023-08-03T10:08:49.896" v="2" actId="47"/>
        <pc:sldMkLst>
          <pc:docMk/>
          <pc:sldMk cId="3265271046" sldId="2505"/>
        </pc:sldMkLst>
      </pc:sldChg>
      <pc:sldChg chg="del">
        <pc:chgData name="Owais Ahmed" userId="6abc7d4556b3b071" providerId="LiveId" clId="{8CBEAB62-A728-450D-B4C0-9368924550F8}" dt="2023-08-03T10:08:54.099" v="5" actId="47"/>
        <pc:sldMkLst>
          <pc:docMk/>
          <pc:sldMk cId="2519732872" sldId="2507"/>
        </pc:sldMkLst>
      </pc:sldChg>
      <pc:sldChg chg="del">
        <pc:chgData name="Owais Ahmed" userId="6abc7d4556b3b071" providerId="LiveId" clId="{8CBEAB62-A728-450D-B4C0-9368924550F8}" dt="2023-08-03T10:08:58.705" v="11" actId="47"/>
        <pc:sldMkLst>
          <pc:docMk/>
          <pc:sldMk cId="64818802" sldId="2511"/>
        </pc:sldMkLst>
      </pc:sldChg>
      <pc:sldChg chg="del">
        <pc:chgData name="Owais Ahmed" userId="6abc7d4556b3b071" providerId="LiveId" clId="{8CBEAB62-A728-450D-B4C0-9368924550F8}" dt="2023-08-03T10:08:48.871" v="1" actId="47"/>
        <pc:sldMkLst>
          <pc:docMk/>
          <pc:sldMk cId="2990752692" sldId="2547"/>
        </pc:sldMkLst>
      </pc:sldChg>
      <pc:sldChg chg="del">
        <pc:chgData name="Owais Ahmed" userId="6abc7d4556b3b071" providerId="LiveId" clId="{8CBEAB62-A728-450D-B4C0-9368924550F8}" dt="2023-08-03T10:08:51.118" v="3" actId="47"/>
        <pc:sldMkLst>
          <pc:docMk/>
          <pc:sldMk cId="3485698213" sldId="2548"/>
        </pc:sldMkLst>
      </pc:sldChg>
      <pc:sldChg chg="del">
        <pc:chgData name="Owais Ahmed" userId="6abc7d4556b3b071" providerId="LiveId" clId="{8CBEAB62-A728-450D-B4C0-9368924550F8}" dt="2023-08-03T10:08:58.442" v="10" actId="47"/>
        <pc:sldMkLst>
          <pc:docMk/>
          <pc:sldMk cId="3738101922" sldId="2549"/>
        </pc:sldMkLst>
      </pc:sldChg>
      <pc:sldChg chg="del">
        <pc:chgData name="Owais Ahmed" userId="6abc7d4556b3b071" providerId="LiveId" clId="{8CBEAB62-A728-450D-B4C0-9368924550F8}" dt="2023-08-03T10:08:51.709" v="4" actId="47"/>
        <pc:sldMkLst>
          <pc:docMk/>
          <pc:sldMk cId="821949743" sldId="2550"/>
        </pc:sldMkLst>
      </pc:sldChg>
      <pc:sldChg chg="del">
        <pc:chgData name="Owais Ahmed" userId="6abc7d4556b3b071" providerId="LiveId" clId="{8CBEAB62-A728-450D-B4C0-9368924550F8}" dt="2023-08-03T10:08:54.738" v="6" actId="47"/>
        <pc:sldMkLst>
          <pc:docMk/>
          <pc:sldMk cId="2619033452" sldId="2552"/>
        </pc:sldMkLst>
      </pc:sldChg>
      <pc:sldChg chg="del">
        <pc:chgData name="Owais Ahmed" userId="6abc7d4556b3b071" providerId="LiveId" clId="{8CBEAB62-A728-450D-B4C0-9368924550F8}" dt="2023-08-03T10:09:01.546" v="12" actId="47"/>
        <pc:sldMkLst>
          <pc:docMk/>
          <pc:sldMk cId="2942372078" sldId="2553"/>
        </pc:sldMkLst>
      </pc:sldChg>
      <pc:sldChg chg="del">
        <pc:chgData name="Owais Ahmed" userId="6abc7d4556b3b071" providerId="LiveId" clId="{8CBEAB62-A728-450D-B4C0-9368924550F8}" dt="2023-08-03T10:08:56.553" v="7" actId="47"/>
        <pc:sldMkLst>
          <pc:docMk/>
          <pc:sldMk cId="2825207532" sldId="2554"/>
        </pc:sldMkLst>
      </pc:sldChg>
      <pc:sldChg chg="del">
        <pc:chgData name="Owais Ahmed" userId="6abc7d4556b3b071" providerId="LiveId" clId="{8CBEAB62-A728-450D-B4C0-9368924550F8}" dt="2023-08-03T10:08:57.053" v="8" actId="47"/>
        <pc:sldMkLst>
          <pc:docMk/>
          <pc:sldMk cId="624121127" sldId="2555"/>
        </pc:sldMkLst>
      </pc:sldChg>
      <pc:sldChg chg="del">
        <pc:chgData name="Owais Ahmed" userId="6abc7d4556b3b071" providerId="LiveId" clId="{8CBEAB62-A728-450D-B4C0-9368924550F8}" dt="2023-08-03T10:08:57.362" v="9" actId="47"/>
        <pc:sldMkLst>
          <pc:docMk/>
          <pc:sldMk cId="2558064682" sldId="2556"/>
        </pc:sldMkLst>
      </pc:sldChg>
      <pc:sldChg chg="modSp mod modAnim">
        <pc:chgData name="Owais Ahmed" userId="6abc7d4556b3b071" providerId="LiveId" clId="{8CBEAB62-A728-450D-B4C0-9368924550F8}" dt="2023-08-03T10:14:28.598" v="650" actId="20577"/>
        <pc:sldMkLst>
          <pc:docMk/>
          <pc:sldMk cId="296501705" sldId="2557"/>
        </pc:sldMkLst>
        <pc:spChg chg="mod">
          <ac:chgData name="Owais Ahmed" userId="6abc7d4556b3b071" providerId="LiveId" clId="{8CBEAB62-A728-450D-B4C0-9368924550F8}" dt="2023-08-03T10:14:28.598" v="65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0:23.107" v="13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8CBEAB62-A728-450D-B4C0-9368924550F8}" dt="2023-08-03T10:23:19.045" v="1515" actId="20577"/>
        <pc:sldMkLst>
          <pc:docMk/>
          <pc:sldMk cId="3909667495" sldId="2558"/>
        </pc:sldMkLst>
        <pc:spChg chg="mod">
          <ac:chgData name="Owais Ahmed" userId="6abc7d4556b3b071" providerId="LiveId" clId="{8CBEAB62-A728-450D-B4C0-9368924550F8}" dt="2023-08-03T10:23:19.045" v="1515" actId="20577"/>
          <ac:spMkLst>
            <pc:docMk/>
            <pc:sldMk cId="3909667495" sldId="2558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4:53.205" v="670" actId="20577"/>
          <ac:spMkLst>
            <pc:docMk/>
            <pc:sldMk cId="3909667495" sldId="2558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CBEAB62-A728-450D-B4C0-9368924550F8}" dt="2023-08-03T10:16:24.880" v="714"/>
          <ac:graphicFrameMkLst>
            <pc:docMk/>
            <pc:sldMk cId="3909667495" sldId="2558"/>
            <ac:graphicFrameMk id="4" creationId="{BE0AA433-9378-AF9E-782E-620452E3190F}"/>
          </ac:graphicFrameMkLst>
        </pc:graphicFrameChg>
        <pc:graphicFrameChg chg="add mod modGraphic">
          <ac:chgData name="Owais Ahmed" userId="6abc7d4556b3b071" providerId="LiveId" clId="{8CBEAB62-A728-450D-B4C0-9368924550F8}" dt="2023-08-03T10:20:03.477" v="1049" actId="20577"/>
          <ac:graphicFrameMkLst>
            <pc:docMk/>
            <pc:sldMk cId="3909667495" sldId="2558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0:36.991" v="1910" actId="20577"/>
        <pc:sldMkLst>
          <pc:docMk/>
          <pc:sldMk cId="3856755703" sldId="2559"/>
        </pc:sldMkLst>
        <pc:spChg chg="mod">
          <ac:chgData name="Owais Ahmed" userId="6abc7d4556b3b071" providerId="LiveId" clId="{8CBEAB62-A728-450D-B4C0-9368924550F8}" dt="2023-08-03T10:30:36.991" v="1910" actId="20577"/>
          <ac:spMkLst>
            <pc:docMk/>
            <pc:sldMk cId="3856755703" sldId="2559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27:31.609" v="1654" actId="20577"/>
          <ac:spMkLst>
            <pc:docMk/>
            <pc:sldMk cId="3856755703" sldId="2559"/>
            <ac:spMk id="215" creationId="{00000000-0000-0000-0000-000000000000}"/>
          </ac:spMkLst>
        </pc:spChg>
        <pc:graphicFrameChg chg="del">
          <ac:chgData name="Owais Ahmed" userId="6abc7d4556b3b071" providerId="LiveId" clId="{8CBEAB62-A728-450D-B4C0-9368924550F8}" dt="2023-08-03T10:23:56.017" v="1543" actId="478"/>
          <ac:graphicFrameMkLst>
            <pc:docMk/>
            <pc:sldMk cId="3856755703" sldId="2559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2:58.944" v="2352" actId="20577"/>
        <pc:sldMkLst>
          <pc:docMk/>
          <pc:sldMk cId="3846338403" sldId="2560"/>
        </pc:sldMkLst>
        <pc:spChg chg="mod">
          <ac:chgData name="Owais Ahmed" userId="6abc7d4556b3b071" providerId="LiveId" clId="{8CBEAB62-A728-450D-B4C0-9368924550F8}" dt="2023-08-03T10:32:58.944" v="2352" actId="20577"/>
          <ac:spMkLst>
            <pc:docMk/>
            <pc:sldMk cId="3846338403" sldId="2560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3T10:27:58.711" v="1656" actId="478"/>
          <ac:graphicFrameMkLst>
            <pc:docMk/>
            <pc:sldMk cId="3846338403" sldId="2560"/>
            <ac:graphicFrameMk id="5" creationId="{C244DA9B-A3BA-1738-3D3E-32FF339EF18B}"/>
          </ac:graphicFrameMkLst>
        </pc:graphicFrameChg>
      </pc:sldChg>
      <pc:sldChg chg="addSp modSp mod modAnim">
        <pc:chgData name="Owais Ahmed" userId="6abc7d4556b3b071" providerId="LiveId" clId="{8CBEAB62-A728-450D-B4C0-9368924550F8}" dt="2023-08-05T09:03:13.436" v="3610" actId="13926"/>
        <pc:sldMkLst>
          <pc:docMk/>
          <pc:sldMk cId="150925741" sldId="2563"/>
        </pc:sldMkLst>
        <pc:spChg chg="mod">
          <ac:chgData name="Owais Ahmed" userId="6abc7d4556b3b071" providerId="LiveId" clId="{8CBEAB62-A728-450D-B4C0-9368924550F8}" dt="2023-08-05T08:28:34.610" v="3322" actId="20577"/>
          <ac:spMkLst>
            <pc:docMk/>
            <pc:sldMk cId="150925741" sldId="2563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03:13.436" v="3610" actId="13926"/>
          <ac:graphicFrameMkLst>
            <pc:docMk/>
            <pc:sldMk cId="150925741" sldId="2563"/>
            <ac:graphicFrameMk id="4" creationId="{DE8A4CD6-FF35-8C96-FE48-73CE2E1F1C2C}"/>
          </ac:graphicFrameMkLst>
        </pc:graphicFrameChg>
        <pc:graphicFrameChg chg="mod modGraphic">
          <ac:chgData name="Owais Ahmed" userId="6abc7d4556b3b071" providerId="LiveId" clId="{8CBEAB62-A728-450D-B4C0-9368924550F8}" dt="2023-08-05T04:53:32.312" v="2388" actId="1076"/>
          <ac:graphicFrameMkLst>
            <pc:docMk/>
            <pc:sldMk cId="150925741" sldId="2563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5T08:59:22.071" v="3553" actId="14100"/>
        <pc:sldMkLst>
          <pc:docMk/>
          <pc:sldMk cId="3164841762" sldId="2564"/>
        </pc:sldMkLst>
        <pc:spChg chg="mod">
          <ac:chgData name="Owais Ahmed" userId="6abc7d4556b3b071" providerId="LiveId" clId="{8CBEAB62-A728-450D-B4C0-9368924550F8}" dt="2023-08-05T08:59:22.071" v="3553" actId="14100"/>
          <ac:spMkLst>
            <pc:docMk/>
            <pc:sldMk cId="3164841762" sldId="2564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5T07:45:06.498" v="2880" actId="478"/>
          <ac:graphicFrameMkLst>
            <pc:docMk/>
            <pc:sldMk cId="3164841762" sldId="2564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7:45:08.070" v="2881" actId="478"/>
          <ac:graphicFrameMkLst>
            <pc:docMk/>
            <pc:sldMk cId="3164841762" sldId="2564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7T05:01:57.294" v="8002" actId="14734"/>
        <pc:sldMkLst>
          <pc:docMk/>
          <pc:sldMk cId="4253636147" sldId="2565"/>
        </pc:sldMkLst>
        <pc:spChg chg="mod">
          <ac:chgData name="Owais Ahmed" userId="6abc7d4556b3b071" providerId="LiveId" clId="{8CBEAB62-A728-450D-B4C0-9368924550F8}" dt="2023-08-05T09:14:44.195" v="4442" actId="20577"/>
          <ac:spMkLst>
            <pc:docMk/>
            <pc:sldMk cId="4253636147" sldId="2565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11:11.405" v="4126" actId="1076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add mod modGraphic">
          <ac:chgData name="Owais Ahmed" userId="6abc7d4556b3b071" providerId="LiveId" clId="{8CBEAB62-A728-450D-B4C0-9368924550F8}" dt="2023-08-05T09:11:06.877" v="4125" actId="1076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add mod modGraphic">
          <ac:chgData name="Owais Ahmed" userId="6abc7d4556b3b071" providerId="LiveId" clId="{8CBEAB62-A728-450D-B4C0-9368924550F8}" dt="2023-08-07T05:01:57.294" v="8002" actId="14734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8" creationId="{ECBF95C7-FB59-5ADC-4F88-3702DC89CB47}"/>
          </ac:graphicFrameMkLst>
        </pc:graphicFrameChg>
      </pc:sldChg>
      <pc:sldChg chg="delSp modSp add mod ord delAnim modAnim">
        <pc:chgData name="Owais Ahmed" userId="6abc7d4556b3b071" providerId="LiveId" clId="{8CBEAB62-A728-450D-B4C0-9368924550F8}" dt="2023-08-05T09:43:07.618" v="5690" actId="20577"/>
        <pc:sldMkLst>
          <pc:docMk/>
          <pc:sldMk cId="2684752333" sldId="2566"/>
        </pc:sldMkLst>
        <pc:spChg chg="mod">
          <ac:chgData name="Owais Ahmed" userId="6abc7d4556b3b071" providerId="LiveId" clId="{8CBEAB62-A728-450D-B4C0-9368924550F8}" dt="2023-08-05T09:43:07.618" v="5690" actId="20577"/>
          <ac:spMkLst>
            <pc:docMk/>
            <pc:sldMk cId="2684752333" sldId="2566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5T09:13:42.819" v="4352" actId="20577"/>
          <ac:spMkLst>
            <pc:docMk/>
            <pc:sldMk cId="2684752333" sldId="2566"/>
            <ac:spMk id="215" creationId="{00000000-0000-0000-0000-000000000000}"/>
          </ac:spMkLst>
        </pc:spChg>
        <pc:graphicFrameChg chg="del modGraphic">
          <ac:chgData name="Owais Ahmed" userId="6abc7d4556b3b071" providerId="LiveId" clId="{8CBEAB62-A728-450D-B4C0-9368924550F8}" dt="2023-08-05T09:13:47.360" v="4355" actId="478"/>
          <ac:graphicFrameMkLst>
            <pc:docMk/>
            <pc:sldMk cId="2684752333" sldId="2566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9:13:45.246" v="4353" actId="478"/>
          <ac:graphicFrameMkLst>
            <pc:docMk/>
            <pc:sldMk cId="2684752333" sldId="2566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5T09:40:07.234" v="5654" actId="120"/>
        <pc:sldMkLst>
          <pc:docMk/>
          <pc:sldMk cId="138900574" sldId="2567"/>
        </pc:sldMkLst>
        <pc:spChg chg="mod">
          <ac:chgData name="Owais Ahmed" userId="6abc7d4556b3b071" providerId="LiveId" clId="{8CBEAB62-A728-450D-B4C0-9368924550F8}" dt="2023-08-05T09:40:05.036" v="5653" actId="120"/>
          <ac:spMkLst>
            <pc:docMk/>
            <pc:sldMk cId="138900574" sldId="2567"/>
            <ac:spMk id="3" creationId="{4A1C0383-58FE-E486-295E-B33B8683B938}"/>
          </ac:spMkLst>
        </pc:spChg>
        <pc:spChg chg="add mod">
          <ac:chgData name="Owais Ahmed" userId="6abc7d4556b3b071" providerId="LiveId" clId="{8CBEAB62-A728-450D-B4C0-9368924550F8}" dt="2023-08-05T09:40:07.234" v="5654" actId="120"/>
          <ac:spMkLst>
            <pc:docMk/>
            <pc:sldMk cId="138900574" sldId="2567"/>
            <ac:spMk id="4" creationId="{8D6224BA-2D09-E23F-7F3D-886C357CD0A9}"/>
          </ac:spMkLst>
        </pc:spChg>
        <pc:spChg chg="add mod">
          <ac:chgData name="Owais Ahmed" userId="6abc7d4556b3b071" providerId="LiveId" clId="{8CBEAB62-A728-450D-B4C0-9368924550F8}" dt="2023-08-05T09:39:12.371" v="5642" actId="20577"/>
          <ac:spMkLst>
            <pc:docMk/>
            <pc:sldMk cId="138900574" sldId="2567"/>
            <ac:spMk id="5" creationId="{D8A133B4-136A-66C5-A226-B4498C790255}"/>
          </ac:spMkLst>
        </pc:spChg>
      </pc:sldChg>
      <pc:sldChg chg="addSp delSp modSp add mod ord delAnim modAnim">
        <pc:chgData name="Owais Ahmed" userId="6abc7d4556b3b071" providerId="LiveId" clId="{8CBEAB62-A728-450D-B4C0-9368924550F8}" dt="2023-08-05T09:53:52.921" v="6349" actId="20577"/>
        <pc:sldMkLst>
          <pc:docMk/>
          <pc:sldMk cId="1329531230" sldId="2568"/>
        </pc:sldMkLst>
        <pc:spChg chg="mod">
          <ac:chgData name="Owais Ahmed" userId="6abc7d4556b3b071" providerId="LiveId" clId="{8CBEAB62-A728-450D-B4C0-9368924550F8}" dt="2023-08-05T09:53:52.921" v="6349" actId="20577"/>
          <ac:spMkLst>
            <pc:docMk/>
            <pc:sldMk cId="1329531230" sldId="2568"/>
            <ac:spMk id="3" creationId="{4A1C0383-58FE-E486-295E-B33B8683B938}"/>
          </ac:spMkLst>
        </pc:spChg>
        <pc:graphicFrameChg chg="add del mod">
          <ac:chgData name="Owais Ahmed" userId="6abc7d4556b3b071" providerId="LiveId" clId="{8CBEAB62-A728-450D-B4C0-9368924550F8}" dt="2023-08-05T09:44:04.472" v="5708" actId="478"/>
          <ac:graphicFrameMkLst>
            <pc:docMk/>
            <pc:sldMk cId="1329531230" sldId="2568"/>
            <ac:graphicFrameMk id="4" creationId="{CC68BD49-AE07-8B56-BDD7-30FFF47EAA86}"/>
          </ac:graphicFrameMkLst>
        </pc:graphicFrameChg>
      </pc:sldChg>
      <pc:sldChg chg="modSp add mod ord addAnim delAnim modAnim modNotesTx">
        <pc:chgData name="Owais Ahmed" userId="6abc7d4556b3b071" providerId="LiveId" clId="{8CBEAB62-A728-450D-B4C0-9368924550F8}" dt="2023-08-07T05:06:50.015" v="8280" actId="20577"/>
        <pc:sldMkLst>
          <pc:docMk/>
          <pc:sldMk cId="213204764" sldId="2569"/>
        </pc:sldMkLst>
        <pc:spChg chg="mod">
          <ac:chgData name="Owais Ahmed" userId="6abc7d4556b3b071" providerId="LiveId" clId="{8CBEAB62-A728-450D-B4C0-9368924550F8}" dt="2023-08-07T05:06:50.015" v="8280" actId="20577"/>
          <ac:spMkLst>
            <pc:docMk/>
            <pc:sldMk cId="213204764" sldId="2569"/>
            <ac:spMk id="3" creationId="{4A1C0383-58FE-E486-295E-B33B8683B938}"/>
          </ac:spMkLst>
        </pc:spChg>
      </pc:sldChg>
      <pc:sldChg chg="add del">
        <pc:chgData name="Owais Ahmed" userId="6abc7d4556b3b071" providerId="LiveId" clId="{8CBEAB62-A728-450D-B4C0-9368924550F8}" dt="2023-08-07T05:00:03.094" v="7877" actId="2890"/>
        <pc:sldMkLst>
          <pc:docMk/>
          <pc:sldMk cId="590678646" sldId="2570"/>
        </pc:sldMkLst>
      </pc:sldChg>
      <pc:sldChg chg="modSp add mod ord modAnim">
        <pc:chgData name="Owais Ahmed" userId="6abc7d4556b3b071" providerId="LiveId" clId="{8CBEAB62-A728-450D-B4C0-9368924550F8}" dt="2023-08-07T06:03:08.934" v="10384" actId="20577"/>
        <pc:sldMkLst>
          <pc:docMk/>
          <pc:sldMk cId="3970414602" sldId="2570"/>
        </pc:sldMkLst>
        <pc:spChg chg="mod">
          <ac:chgData name="Owais Ahmed" userId="6abc7d4556b3b071" providerId="LiveId" clId="{8CBEAB62-A728-450D-B4C0-9368924550F8}" dt="2023-08-07T06:03:08.934" v="10384" actId="20577"/>
          <ac:spMkLst>
            <pc:docMk/>
            <pc:sldMk cId="3970414602" sldId="2570"/>
            <ac:spMk id="3" creationId="{4A1C0383-58FE-E486-295E-B33B8683B938}"/>
          </ac:spMkLst>
        </pc:spChg>
      </pc:sldChg>
      <pc:sldChg chg="addSp modSp add mod ord modAnim">
        <pc:chgData name="Owais Ahmed" userId="6abc7d4556b3b071" providerId="LiveId" clId="{8CBEAB62-A728-450D-B4C0-9368924550F8}" dt="2023-08-07T06:02:45.761" v="10378" actId="20577"/>
        <pc:sldMkLst>
          <pc:docMk/>
          <pc:sldMk cId="1201433262" sldId="2571"/>
        </pc:sldMkLst>
        <pc:spChg chg="mod">
          <ac:chgData name="Owais Ahmed" userId="6abc7d4556b3b071" providerId="LiveId" clId="{8CBEAB62-A728-450D-B4C0-9368924550F8}" dt="2023-08-07T06:02:45.761" v="10378" actId="20577"/>
          <ac:spMkLst>
            <pc:docMk/>
            <pc:sldMk cId="1201433262" sldId="2571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12:33.727" v="8787" actId="20577"/>
          <ac:spMkLst>
            <pc:docMk/>
            <pc:sldMk cId="1201433262" sldId="2571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CBEAB62-A728-450D-B4C0-9368924550F8}" dt="2023-08-07T05:33:19.320" v="8987" actId="1076"/>
          <ac:graphicFrameMkLst>
            <pc:docMk/>
            <pc:sldMk cId="1201433262" sldId="2571"/>
            <ac:graphicFrameMk id="4" creationId="{34918803-EC30-5A49-49FD-1A59C4328C53}"/>
          </ac:graphicFrameMkLst>
        </pc:graphicFrameChg>
      </pc:sldChg>
      <pc:sldChg chg="delSp modSp add del mod modAnim">
        <pc:chgData name="Owais Ahmed" userId="6abc7d4556b3b071" providerId="LiveId" clId="{8CBEAB62-A728-450D-B4C0-9368924550F8}" dt="2023-08-07T06:01:39.402" v="10337" actId="47"/>
        <pc:sldMkLst>
          <pc:docMk/>
          <pc:sldMk cId="3209427558" sldId="2572"/>
        </pc:sldMkLst>
        <pc:spChg chg="mod">
          <ac:chgData name="Owais Ahmed" userId="6abc7d4556b3b071" providerId="LiveId" clId="{8CBEAB62-A728-450D-B4C0-9368924550F8}" dt="2023-08-07T06:00:43.311" v="10313" actId="20577"/>
          <ac:spMkLst>
            <pc:docMk/>
            <pc:sldMk cId="3209427558" sldId="2572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7T05:35:58.764" v="9438" actId="478"/>
          <ac:graphicFrameMkLst>
            <pc:docMk/>
            <pc:sldMk cId="3209427558" sldId="2572"/>
            <ac:graphicFrameMk id="4" creationId="{34918803-EC30-5A49-49FD-1A59C4328C53}"/>
          </ac:graphicFrameMkLst>
        </pc:graphicFrameChg>
      </pc:sldChg>
      <pc:sldChg chg="modSp add mod ord modAnim">
        <pc:chgData name="Owais Ahmed" userId="6abc7d4556b3b071" providerId="LiveId" clId="{8CBEAB62-A728-450D-B4C0-9368924550F8}" dt="2023-08-07T06:07:14.440" v="10621" actId="20577"/>
        <pc:sldMkLst>
          <pc:docMk/>
          <pc:sldMk cId="2285914733" sldId="2573"/>
        </pc:sldMkLst>
        <pc:spChg chg="mod">
          <ac:chgData name="Owais Ahmed" userId="6abc7d4556b3b071" providerId="LiveId" clId="{8CBEAB62-A728-450D-B4C0-9368924550F8}" dt="2023-08-07T06:07:14.440" v="10621" actId="20577"/>
          <ac:spMkLst>
            <pc:docMk/>
            <pc:sldMk cId="2285914733" sldId="2573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39:00.297" v="9677" actId="20577"/>
          <ac:spMkLst>
            <pc:docMk/>
            <pc:sldMk cId="2285914733" sldId="2573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8CBEAB62-A728-450D-B4C0-9368924550F8}" dt="2023-08-07T07:34:47.032" v="13823" actId="20577"/>
        <pc:sldMkLst>
          <pc:docMk/>
          <pc:sldMk cId="1728240852" sldId="2574"/>
        </pc:sldMkLst>
        <pc:spChg chg="mod">
          <ac:chgData name="Owais Ahmed" userId="6abc7d4556b3b071" providerId="LiveId" clId="{8CBEAB62-A728-450D-B4C0-9368924550F8}" dt="2023-08-07T07:34:47.032" v="13823" actId="20577"/>
          <ac:spMkLst>
            <pc:docMk/>
            <pc:sldMk cId="1728240852" sldId="2574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6:03:30.120" v="10418" actId="20577"/>
          <ac:spMkLst>
            <pc:docMk/>
            <pc:sldMk cId="1728240852" sldId="257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CBEAB62-A728-450D-B4C0-9368924550F8}" dt="2023-08-07T07:06:18.484" v="13104" actId="20577"/>
        <pc:sldMkLst>
          <pc:docMk/>
          <pc:sldMk cId="3271818871" sldId="2575"/>
        </pc:sldMkLst>
        <pc:spChg chg="mod">
          <ac:chgData name="Owais Ahmed" userId="6abc7d4556b3b071" providerId="LiveId" clId="{8CBEAB62-A728-450D-B4C0-9368924550F8}" dt="2023-08-07T07:06:18.484" v="13104" actId="20577"/>
          <ac:spMkLst>
            <pc:docMk/>
            <pc:sldMk cId="3271818871" sldId="257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8CBEAB62-A728-450D-B4C0-9368924550F8}" dt="2023-08-07T07:18:50.265" v="13589" actId="20577"/>
        <pc:sldMkLst>
          <pc:docMk/>
          <pc:sldMk cId="1747158155" sldId="2576"/>
        </pc:sldMkLst>
        <pc:spChg chg="mod">
          <ac:chgData name="Owais Ahmed" userId="6abc7d4556b3b071" providerId="LiveId" clId="{8CBEAB62-A728-450D-B4C0-9368924550F8}" dt="2023-08-07T07:18:50.265" v="13589" actId="20577"/>
          <ac:spMkLst>
            <pc:docMk/>
            <pc:sldMk cId="1747158155" sldId="2576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7T07:18:07.551" v="13587" actId="20577"/>
          <ac:graphicFrameMkLst>
            <pc:docMk/>
            <pc:sldMk cId="1747158155" sldId="2576"/>
            <ac:graphicFrameMk id="4" creationId="{E8DC0AA7-B0F5-5582-4340-3D37A53CCE2F}"/>
          </ac:graphicFrameMkLst>
        </pc:graphicFrameChg>
      </pc:sldChg>
    </pc:docChg>
  </pc:docChgLst>
  <pc:docChgLst>
    <pc:chgData name="Owais Ahmed" userId="6abc7d4556b3b071" providerId="LiveId" clId="{ABBB17B0-94F6-4CCA-B49F-D97CA4BFAEFA}"/>
    <pc:docChg chg="undo redo custSel addSld delSld modSld">
      <pc:chgData name="Owais Ahmed" userId="6abc7d4556b3b071" providerId="LiveId" clId="{ABBB17B0-94F6-4CCA-B49F-D97CA4BFAEFA}" dt="2023-08-29T05:20:33.990" v="4892" actId="20577"/>
      <pc:docMkLst>
        <pc:docMk/>
      </pc:docMkLst>
      <pc:sldChg chg="modSp mod">
        <pc:chgData name="Owais Ahmed" userId="6abc7d4556b3b071" providerId="LiveId" clId="{ABBB17B0-94F6-4CCA-B49F-D97CA4BFAEFA}" dt="2023-08-29T05:13:41.280" v="3680" actId="20577"/>
        <pc:sldMkLst>
          <pc:docMk/>
          <pc:sldMk cId="1649098948" sldId="2462"/>
        </pc:sldMkLst>
        <pc:spChg chg="mod">
          <ac:chgData name="Owais Ahmed" userId="6abc7d4556b3b071" providerId="LiveId" clId="{ABBB17B0-94F6-4CCA-B49F-D97CA4BFAEFA}" dt="2023-08-29T05:13:41.280" v="368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ABBB17B0-94F6-4CCA-B49F-D97CA4BFAEFA}" dt="2023-08-28T09:17:53.620" v="1077" actId="20577"/>
        <pc:sldMkLst>
          <pc:docMk/>
          <pc:sldMk cId="296501705" sldId="2557"/>
        </pc:sldMkLst>
        <pc:spChg chg="mod">
          <ac:chgData name="Owais Ahmed" userId="6abc7d4556b3b071" providerId="LiveId" clId="{ABBB17B0-94F6-4CCA-B49F-D97CA4BFAEFA}" dt="2023-08-28T09:17:53.620" v="1077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ABBB17B0-94F6-4CCA-B49F-D97CA4BFAEFA}" dt="2023-08-28T09:11:46.428" v="456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">
        <pc:chgData name="Owais Ahmed" userId="6abc7d4556b3b071" providerId="LiveId" clId="{ABBB17B0-94F6-4CCA-B49F-D97CA4BFAEFA}" dt="2023-08-28T09:11:41.507" v="451" actId="2890"/>
        <pc:sldMkLst>
          <pc:docMk/>
          <pc:sldMk cId="2626531589" sldId="2558"/>
        </pc:sldMkLst>
      </pc:sldChg>
      <pc:sldChg chg="del">
        <pc:chgData name="Owais Ahmed" userId="6abc7d4556b3b071" providerId="LiveId" clId="{ABBB17B0-94F6-4CCA-B49F-D97CA4BFAEFA}" dt="2023-08-28T09:05:10.472" v="152" actId="47"/>
        <pc:sldMkLst>
          <pc:docMk/>
          <pc:sldMk cId="4025122635" sldId="2558"/>
        </pc:sldMkLst>
      </pc:sldChg>
      <pc:sldChg chg="addSp delSp modSp add del mod delAnim modAnim">
        <pc:chgData name="Owais Ahmed" userId="6abc7d4556b3b071" providerId="LiveId" clId="{ABBB17B0-94F6-4CCA-B49F-D97CA4BFAEFA}" dt="2023-08-28T09:41:30.941" v="1088" actId="47"/>
        <pc:sldMkLst>
          <pc:docMk/>
          <pc:sldMk cId="1341560935" sldId="2559"/>
        </pc:sldMkLst>
        <pc:spChg chg="del mod">
          <ac:chgData name="Owais Ahmed" userId="6abc7d4556b3b071" providerId="LiveId" clId="{ABBB17B0-94F6-4CCA-B49F-D97CA4BFAEFA}" dt="2023-08-28T09:41:25.031" v="1086" actId="478"/>
          <ac:spMkLst>
            <pc:docMk/>
            <pc:sldMk cId="1341560935" sldId="2559"/>
            <ac:spMk id="3" creationId="{4A1C0383-58FE-E486-295E-B33B8683B938}"/>
          </ac:spMkLst>
        </pc:spChg>
        <pc:graphicFrameChg chg="add del mod">
          <ac:chgData name="Owais Ahmed" userId="6abc7d4556b3b071" providerId="LiveId" clId="{ABBB17B0-94F6-4CCA-B49F-D97CA4BFAEFA}" dt="2023-08-28T09:41:22.733" v="1085" actId="478"/>
          <ac:graphicFrameMkLst>
            <pc:docMk/>
            <pc:sldMk cId="1341560935" sldId="2559"/>
            <ac:graphicFrameMk id="4" creationId="{3859D8B1-0D99-D98E-7417-D612D3AA36E2}"/>
          </ac:graphicFrameMkLst>
        </pc:graphicFrameChg>
      </pc:sldChg>
      <pc:sldChg chg="del">
        <pc:chgData name="Owais Ahmed" userId="6abc7d4556b3b071" providerId="LiveId" clId="{ABBB17B0-94F6-4CCA-B49F-D97CA4BFAEFA}" dt="2023-08-28T09:05:10.675" v="153" actId="47"/>
        <pc:sldMkLst>
          <pc:docMk/>
          <pc:sldMk cId="2676486563" sldId="2559"/>
        </pc:sldMkLst>
      </pc:sldChg>
      <pc:sldChg chg="del">
        <pc:chgData name="Owais Ahmed" userId="6abc7d4556b3b071" providerId="LiveId" clId="{ABBB17B0-94F6-4CCA-B49F-D97CA4BFAEFA}" dt="2023-08-28T09:05:10.858" v="154" actId="47"/>
        <pc:sldMkLst>
          <pc:docMk/>
          <pc:sldMk cId="814533421" sldId="2560"/>
        </pc:sldMkLst>
      </pc:sldChg>
      <pc:sldChg chg="del">
        <pc:chgData name="Owais Ahmed" userId="6abc7d4556b3b071" providerId="LiveId" clId="{ABBB17B0-94F6-4CCA-B49F-D97CA4BFAEFA}" dt="2023-08-28T09:05:11.102" v="155" actId="47"/>
        <pc:sldMkLst>
          <pc:docMk/>
          <pc:sldMk cId="3909102300" sldId="2561"/>
        </pc:sldMkLst>
      </pc:sldChg>
      <pc:sldChg chg="del">
        <pc:chgData name="Owais Ahmed" userId="6abc7d4556b3b071" providerId="LiveId" clId="{ABBB17B0-94F6-4CCA-B49F-D97CA4BFAEFA}" dt="2023-08-28T09:05:11.232" v="156" actId="47"/>
        <pc:sldMkLst>
          <pc:docMk/>
          <pc:sldMk cId="2471706585" sldId="2562"/>
        </pc:sldMkLst>
      </pc:sldChg>
      <pc:sldChg chg="del">
        <pc:chgData name="Owais Ahmed" userId="6abc7d4556b3b071" providerId="LiveId" clId="{ABBB17B0-94F6-4CCA-B49F-D97CA4BFAEFA}" dt="2023-08-28T09:05:11.358" v="157" actId="47"/>
        <pc:sldMkLst>
          <pc:docMk/>
          <pc:sldMk cId="2552667422" sldId="2563"/>
        </pc:sldMkLst>
      </pc:sldChg>
      <pc:sldChg chg="del">
        <pc:chgData name="Owais Ahmed" userId="6abc7d4556b3b071" providerId="LiveId" clId="{ABBB17B0-94F6-4CCA-B49F-D97CA4BFAEFA}" dt="2023-08-28T09:05:11.599" v="158" actId="47"/>
        <pc:sldMkLst>
          <pc:docMk/>
          <pc:sldMk cId="4199798657" sldId="2564"/>
        </pc:sldMkLst>
      </pc:sldChg>
      <pc:sldChg chg="del">
        <pc:chgData name="Owais Ahmed" userId="6abc7d4556b3b071" providerId="LiveId" clId="{ABBB17B0-94F6-4CCA-B49F-D97CA4BFAEFA}" dt="2023-08-28T09:05:11.803" v="159" actId="47"/>
        <pc:sldMkLst>
          <pc:docMk/>
          <pc:sldMk cId="1237102936" sldId="2565"/>
        </pc:sldMkLst>
      </pc:sldChg>
      <pc:sldChg chg="addSp delSp modSp add mod delAnim modAnim">
        <pc:chgData name="Owais Ahmed" userId="6abc7d4556b3b071" providerId="LiveId" clId="{ABBB17B0-94F6-4CCA-B49F-D97CA4BFAEFA}" dt="2023-08-28T10:34:34.178" v="1996" actId="20577"/>
        <pc:sldMkLst>
          <pc:docMk/>
          <pc:sldMk cId="4253636147" sldId="2565"/>
        </pc:sldMkLst>
        <pc:spChg chg="del">
          <ac:chgData name="Owais Ahmed" userId="6abc7d4556b3b071" providerId="LiveId" clId="{ABBB17B0-94F6-4CCA-B49F-D97CA4BFAEFA}" dt="2023-08-28T09:41:40.625" v="1107" actId="478"/>
          <ac:spMkLst>
            <pc:docMk/>
            <pc:sldMk cId="4253636147" sldId="2565"/>
            <ac:spMk id="3" creationId="{4A1C0383-58FE-E486-295E-B33B8683B938}"/>
          </ac:spMkLst>
        </pc:spChg>
        <pc:spChg chg="add mod">
          <ac:chgData name="Owais Ahmed" userId="6abc7d4556b3b071" providerId="LiveId" clId="{ABBB17B0-94F6-4CCA-B49F-D97CA4BFAEFA}" dt="2023-08-28T10:34:34.178" v="1996" actId="20577"/>
          <ac:spMkLst>
            <pc:docMk/>
            <pc:sldMk cId="4253636147" sldId="2565"/>
            <ac:spMk id="45" creationId="{9461B18B-6838-7194-7627-74E0FA77C8B6}"/>
          </ac:spMkLst>
        </pc:spChg>
        <pc:spChg chg="mod">
          <ac:chgData name="Owais Ahmed" userId="6abc7d4556b3b071" providerId="LiveId" clId="{ABBB17B0-94F6-4CCA-B49F-D97CA4BFAEFA}" dt="2023-08-28T10:14:07.832" v="1512" actId="20577"/>
          <ac:spMkLst>
            <pc:docMk/>
            <pc:sldMk cId="4253636147" sldId="2565"/>
            <ac:spMk id="215" creationId="{00000000-0000-0000-0000-000000000000}"/>
          </ac:spMkLst>
        </pc:spChg>
        <pc:graphicFrameChg chg="mod modGraphic">
          <ac:chgData name="Owais Ahmed" userId="6abc7d4556b3b071" providerId="LiveId" clId="{ABBB17B0-94F6-4CCA-B49F-D97CA4BFAEFA}" dt="2023-08-28T10:19:42.911" v="1561" actId="20577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8" creationId="{ECBF95C7-FB59-5ADC-4F88-3702DC89CB47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9" creationId="{9E86131A-3BAA-5BA6-59A3-B238151596E0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10" creationId="{8D73BBFD-E5E9-255C-2B49-088AF94F90B0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11" creationId="{A5C5E5C4-EEE3-F5BD-8D88-514EF636126C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12" creationId="{96D13B0F-172C-E1E8-F020-579624AB3FA2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18" creationId="{26CCD4C0-F2EB-AC33-4B3C-6CC833207FAB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19" creationId="{3A545DE5-B3FE-64BE-3867-7F1D76A944E4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20" creationId="{5D868460-FDCF-1FA9-9946-DA53BCAE0560}"/>
          </ac:graphicFrameMkLst>
        </pc:graphicFrameChg>
        <pc:graphicFrameChg chg="add del mod modGraphic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21" creationId="{D91272E5-C475-9F21-C6F5-ADCF19E2CC3D}"/>
          </ac:graphicFrameMkLst>
        </pc:graphicFrameChg>
        <pc:graphicFrameChg chg="add del mod">
          <ac:chgData name="Owais Ahmed" userId="6abc7d4556b3b071" providerId="LiveId" clId="{ABBB17B0-94F6-4CCA-B49F-D97CA4BFAEFA}" dt="2023-08-28T09:54:28.167" v="1260" actId="478"/>
          <ac:graphicFrameMkLst>
            <pc:docMk/>
            <pc:sldMk cId="4253636147" sldId="2565"/>
            <ac:graphicFrameMk id="22" creationId="{F56D5A97-4B28-3897-46E6-4FA29107A7BF}"/>
          </ac:graphicFrameMkLst>
        </pc:graphicFrameChg>
        <pc:graphicFrameChg chg="add del mod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23" creationId="{83E39140-7107-B0EE-993D-85F5C634861D}"/>
          </ac:graphicFrameMkLst>
        </pc:graphicFrameChg>
        <pc:graphicFrameChg chg="add del mod">
          <ac:chgData name="Owais Ahmed" userId="6abc7d4556b3b071" providerId="LiveId" clId="{ABBB17B0-94F6-4CCA-B49F-D97CA4BFAEFA}" dt="2023-08-28T09:54:49.832" v="1263" actId="478"/>
          <ac:graphicFrameMkLst>
            <pc:docMk/>
            <pc:sldMk cId="4253636147" sldId="2565"/>
            <ac:graphicFrameMk id="24" creationId="{A40A4FD1-C88E-2282-9223-E441D8AC45C0}"/>
          </ac:graphicFrameMkLst>
        </pc:graphicFrameChg>
        <pc:graphicFrameChg chg="add mod modGraphic">
          <ac:chgData name="Owais Ahmed" userId="6abc7d4556b3b071" providerId="LiveId" clId="{ABBB17B0-94F6-4CCA-B49F-D97CA4BFAEFA}" dt="2023-08-28T10:19:59.227" v="1578" actId="20577"/>
          <ac:graphicFrameMkLst>
            <pc:docMk/>
            <pc:sldMk cId="4253636147" sldId="2565"/>
            <ac:graphicFrameMk id="25" creationId="{6988EEDA-FA31-6010-195D-2FA146412BEA}"/>
          </ac:graphicFrameMkLst>
        </pc:graphicFrameChg>
        <pc:graphicFrameChg chg="add mod modGraphic">
          <ac:chgData name="Owais Ahmed" userId="6abc7d4556b3b071" providerId="LiveId" clId="{ABBB17B0-94F6-4CCA-B49F-D97CA4BFAEFA}" dt="2023-08-28T10:20:22.923" v="1601" actId="20577"/>
          <ac:graphicFrameMkLst>
            <pc:docMk/>
            <pc:sldMk cId="4253636147" sldId="2565"/>
            <ac:graphicFrameMk id="26" creationId="{DCED0645-2FD9-0B0E-0829-10FADA5B13B3}"/>
          </ac:graphicFrameMkLst>
        </pc:graphicFrameChg>
        <pc:graphicFrameChg chg="add mod modGraphic">
          <ac:chgData name="Owais Ahmed" userId="6abc7d4556b3b071" providerId="LiveId" clId="{ABBB17B0-94F6-4CCA-B49F-D97CA4BFAEFA}" dt="2023-08-28T10:20:39.782" v="1613" actId="20577"/>
          <ac:graphicFrameMkLst>
            <pc:docMk/>
            <pc:sldMk cId="4253636147" sldId="2565"/>
            <ac:graphicFrameMk id="27" creationId="{82DC31B5-9D70-1DF3-9FC5-2BE0B9078ED6}"/>
          </ac:graphicFrameMkLst>
        </pc:graphicFrameChg>
        <pc:graphicFrameChg chg="add del mod">
          <ac:chgData name="Owais Ahmed" userId="6abc7d4556b3b071" providerId="LiveId" clId="{ABBB17B0-94F6-4CCA-B49F-D97CA4BFAEFA}" dt="2023-08-28T10:01:56.560" v="1326" actId="478"/>
          <ac:graphicFrameMkLst>
            <pc:docMk/>
            <pc:sldMk cId="4253636147" sldId="2565"/>
            <ac:graphicFrameMk id="28" creationId="{51F41DE5-55BB-A39B-2AB5-A4FFA1122054}"/>
          </ac:graphicFrameMkLst>
        </pc:graphicFrameChg>
        <pc:graphicFrameChg chg="add mod modGraphic">
          <ac:chgData name="Owais Ahmed" userId="6abc7d4556b3b071" providerId="LiveId" clId="{ABBB17B0-94F6-4CCA-B49F-D97CA4BFAEFA}" dt="2023-08-28T10:20:45.043" v="1621" actId="20577"/>
          <ac:graphicFrameMkLst>
            <pc:docMk/>
            <pc:sldMk cId="4253636147" sldId="2565"/>
            <ac:graphicFrameMk id="29" creationId="{378D95FF-EAC6-5505-CE93-CCDDB49605E7}"/>
          </ac:graphicFrameMkLst>
        </pc:graphicFrameChg>
        <pc:graphicFrameChg chg="add mod modGraphic">
          <ac:chgData name="Owais Ahmed" userId="6abc7d4556b3b071" providerId="LiveId" clId="{ABBB17B0-94F6-4CCA-B49F-D97CA4BFAEFA}" dt="2023-08-28T10:25:11.717" v="1673" actId="20577"/>
          <ac:graphicFrameMkLst>
            <pc:docMk/>
            <pc:sldMk cId="4253636147" sldId="2565"/>
            <ac:graphicFrameMk id="30" creationId="{D87B8439-7978-2873-4B35-FD9BB274BFB1}"/>
          </ac:graphicFrameMkLst>
        </pc:graphicFrameChg>
        <pc:graphicFrameChg chg="add mod modGraphic">
          <ac:chgData name="Owais Ahmed" userId="6abc7d4556b3b071" providerId="LiveId" clId="{ABBB17B0-94F6-4CCA-B49F-D97CA4BFAEFA}" dt="2023-08-28T10:25:14.919" v="1677" actId="20577"/>
          <ac:graphicFrameMkLst>
            <pc:docMk/>
            <pc:sldMk cId="4253636147" sldId="2565"/>
            <ac:graphicFrameMk id="31" creationId="{7E9772CF-6A16-D910-45CA-F86BA061F819}"/>
          </ac:graphicFrameMkLst>
        </pc:graphicFrameChg>
        <pc:graphicFrameChg chg="add mod modGraphic">
          <ac:chgData name="Owais Ahmed" userId="6abc7d4556b3b071" providerId="LiveId" clId="{ABBB17B0-94F6-4CCA-B49F-D97CA4BFAEFA}" dt="2023-08-28T10:25:20.484" v="1681" actId="20577"/>
          <ac:graphicFrameMkLst>
            <pc:docMk/>
            <pc:sldMk cId="4253636147" sldId="2565"/>
            <ac:graphicFrameMk id="32" creationId="{2B479B8B-CFA3-C856-0171-6D1F1B6F7654}"/>
          </ac:graphicFrameMkLst>
        </pc:graphicFrameChg>
        <pc:graphicFrameChg chg="add mod modGraphic">
          <ac:chgData name="Owais Ahmed" userId="6abc7d4556b3b071" providerId="LiveId" clId="{ABBB17B0-94F6-4CCA-B49F-D97CA4BFAEFA}" dt="2023-08-28T10:25:23.549" v="1685" actId="20577"/>
          <ac:graphicFrameMkLst>
            <pc:docMk/>
            <pc:sldMk cId="4253636147" sldId="2565"/>
            <ac:graphicFrameMk id="33" creationId="{47398C62-B6F2-DE3E-87F8-194E7987DC31}"/>
          </ac:graphicFrameMkLst>
        </pc:graphicFrameChg>
        <pc:graphicFrameChg chg="add mod modGraphic">
          <ac:chgData name="Owais Ahmed" userId="6abc7d4556b3b071" providerId="LiveId" clId="{ABBB17B0-94F6-4CCA-B49F-D97CA4BFAEFA}" dt="2023-08-28T10:20:50.885" v="1629" actId="20577"/>
          <ac:graphicFrameMkLst>
            <pc:docMk/>
            <pc:sldMk cId="4253636147" sldId="2565"/>
            <ac:graphicFrameMk id="34" creationId="{CFB62991-040B-52EC-EA81-1DCB5977BA47}"/>
          </ac:graphicFrameMkLst>
        </pc:graphicFrameChg>
        <pc:graphicFrameChg chg="add mod modGraphic">
          <ac:chgData name="Owais Ahmed" userId="6abc7d4556b3b071" providerId="LiveId" clId="{ABBB17B0-94F6-4CCA-B49F-D97CA4BFAEFA}" dt="2023-08-28T10:20:59.327" v="1641" actId="20577"/>
          <ac:graphicFrameMkLst>
            <pc:docMk/>
            <pc:sldMk cId="4253636147" sldId="2565"/>
            <ac:graphicFrameMk id="35" creationId="{D8D45612-962F-46E4-7F77-366ACF2CE96E}"/>
          </ac:graphicFrameMkLst>
        </pc:graphicFrameChg>
        <pc:graphicFrameChg chg="add mod modGraphic">
          <ac:chgData name="Owais Ahmed" userId="6abc7d4556b3b071" providerId="LiveId" clId="{ABBB17B0-94F6-4CCA-B49F-D97CA4BFAEFA}" dt="2023-08-28T10:25:28.373" v="1689" actId="20577"/>
          <ac:graphicFrameMkLst>
            <pc:docMk/>
            <pc:sldMk cId="4253636147" sldId="2565"/>
            <ac:graphicFrameMk id="36" creationId="{914283B1-5C00-2230-D60E-2E09CB35BB2D}"/>
          </ac:graphicFrameMkLst>
        </pc:graphicFrameChg>
        <pc:graphicFrameChg chg="add mod modGraphic">
          <ac:chgData name="Owais Ahmed" userId="6abc7d4556b3b071" providerId="LiveId" clId="{ABBB17B0-94F6-4CCA-B49F-D97CA4BFAEFA}" dt="2023-08-28T10:25:31.559" v="1693" actId="20577"/>
          <ac:graphicFrameMkLst>
            <pc:docMk/>
            <pc:sldMk cId="4253636147" sldId="2565"/>
            <ac:graphicFrameMk id="37" creationId="{D90D1344-34A7-3B67-3689-E219C3230CA4}"/>
          </ac:graphicFrameMkLst>
        </pc:graphicFrameChg>
        <pc:graphicFrameChg chg="add mod modGraphic">
          <ac:chgData name="Owais Ahmed" userId="6abc7d4556b3b071" providerId="LiveId" clId="{ABBB17B0-94F6-4CCA-B49F-D97CA4BFAEFA}" dt="2023-08-28T10:25:58.425" v="1701" actId="20577"/>
          <ac:graphicFrameMkLst>
            <pc:docMk/>
            <pc:sldMk cId="4253636147" sldId="2565"/>
            <ac:graphicFrameMk id="38" creationId="{41463D03-CA79-94B2-2B12-7AC83D11286F}"/>
          </ac:graphicFrameMkLst>
        </pc:graphicFrameChg>
        <pc:graphicFrameChg chg="add del mod">
          <ac:chgData name="Owais Ahmed" userId="6abc7d4556b3b071" providerId="LiveId" clId="{ABBB17B0-94F6-4CCA-B49F-D97CA4BFAEFA}" dt="2023-08-28T10:09:17.440" v="1378" actId="478"/>
          <ac:graphicFrameMkLst>
            <pc:docMk/>
            <pc:sldMk cId="4253636147" sldId="2565"/>
            <ac:graphicFrameMk id="39" creationId="{3D0C6FED-3051-0F58-C76F-FC8BBC63C00B}"/>
          </ac:graphicFrameMkLst>
        </pc:graphicFrameChg>
        <pc:graphicFrameChg chg="add mod modGraphic">
          <ac:chgData name="Owais Ahmed" userId="6abc7d4556b3b071" providerId="LiveId" clId="{ABBB17B0-94F6-4CCA-B49F-D97CA4BFAEFA}" dt="2023-08-28T10:12:51.430" v="1473" actId="1036"/>
          <ac:graphicFrameMkLst>
            <pc:docMk/>
            <pc:sldMk cId="4253636147" sldId="2565"/>
            <ac:graphicFrameMk id="40" creationId="{1997377A-EC98-D977-9D02-E0E9EACA4E92}"/>
          </ac:graphicFrameMkLst>
        </pc:graphicFrameChg>
        <pc:graphicFrameChg chg="add del mod">
          <ac:chgData name="Owais Ahmed" userId="6abc7d4556b3b071" providerId="LiveId" clId="{ABBB17B0-94F6-4CCA-B49F-D97CA4BFAEFA}" dt="2023-08-28T10:10:29.902" v="1395"/>
          <ac:graphicFrameMkLst>
            <pc:docMk/>
            <pc:sldMk cId="4253636147" sldId="2565"/>
            <ac:graphicFrameMk id="41" creationId="{C82036C7-D3FA-43DA-2224-87C998A897D7}"/>
          </ac:graphicFrameMkLst>
        </pc:graphicFrameChg>
        <pc:graphicFrameChg chg="add del mod">
          <ac:chgData name="Owais Ahmed" userId="6abc7d4556b3b071" providerId="LiveId" clId="{ABBB17B0-94F6-4CCA-B49F-D97CA4BFAEFA}" dt="2023-08-28T10:10:29.902" v="1395"/>
          <ac:graphicFrameMkLst>
            <pc:docMk/>
            <pc:sldMk cId="4253636147" sldId="2565"/>
            <ac:graphicFrameMk id="42" creationId="{FDF158E5-1FA0-796C-78A3-F93D3B5D0BE1}"/>
          </ac:graphicFrameMkLst>
        </pc:graphicFrameChg>
        <pc:graphicFrameChg chg="add mod modGraphic">
          <ac:chgData name="Owais Ahmed" userId="6abc7d4556b3b071" providerId="LiveId" clId="{ABBB17B0-94F6-4CCA-B49F-D97CA4BFAEFA}" dt="2023-08-28T10:26:10.647" v="1709" actId="20577"/>
          <ac:graphicFrameMkLst>
            <pc:docMk/>
            <pc:sldMk cId="4253636147" sldId="2565"/>
            <ac:graphicFrameMk id="43" creationId="{94C61B5E-A580-FD77-4963-BFD5AB4EA764}"/>
          </ac:graphicFrameMkLst>
        </pc:graphicFrameChg>
        <pc:graphicFrameChg chg="add mod modGraphic">
          <ac:chgData name="Owais Ahmed" userId="6abc7d4556b3b071" providerId="LiveId" clId="{ABBB17B0-94F6-4CCA-B49F-D97CA4BFAEFA}" dt="2023-08-28T10:26:03.806" v="1705" actId="20577"/>
          <ac:graphicFrameMkLst>
            <pc:docMk/>
            <pc:sldMk cId="4253636147" sldId="2565"/>
            <ac:graphicFrameMk id="44" creationId="{4B3E5247-7D93-5B34-D0DC-31E11377FB97}"/>
          </ac:graphicFrameMkLst>
        </pc:graphicFrameChg>
        <pc:cxnChg chg="add del mod">
          <ac:chgData name="Owais Ahmed" userId="6abc7d4556b3b071" providerId="LiveId" clId="{ABBB17B0-94F6-4CCA-B49F-D97CA4BFAEFA}" dt="2023-08-28T09:48:17.540" v="1193" actId="11529"/>
          <ac:cxnSpMkLst>
            <pc:docMk/>
            <pc:sldMk cId="4253636147" sldId="2565"/>
            <ac:cxnSpMk id="15" creationId="{EE2B147A-340C-8A06-776E-0E69737F017B}"/>
          </ac:cxnSpMkLst>
        </pc:cxnChg>
        <pc:cxnChg chg="add del mod">
          <ac:chgData name="Owais Ahmed" userId="6abc7d4556b3b071" providerId="LiveId" clId="{ABBB17B0-94F6-4CCA-B49F-D97CA4BFAEFA}" dt="2023-08-28T09:48:16.388" v="1191" actId="11529"/>
          <ac:cxnSpMkLst>
            <pc:docMk/>
            <pc:sldMk cId="4253636147" sldId="2565"/>
            <ac:cxnSpMk id="17" creationId="{45312E36-F030-9635-6E8C-B6F5B4ED8CDD}"/>
          </ac:cxnSpMkLst>
        </pc:cxnChg>
      </pc:sldChg>
      <pc:sldChg chg="addSp delSp modSp add mod delAnim modAnim">
        <pc:chgData name="Owais Ahmed" userId="6abc7d4556b3b071" providerId="LiveId" clId="{ABBB17B0-94F6-4CCA-B49F-D97CA4BFAEFA}" dt="2023-08-28T10:36:22.728" v="2250" actId="20577"/>
        <pc:sldMkLst>
          <pc:docMk/>
          <pc:sldMk cId="73718007" sldId="2566"/>
        </pc:sldMkLst>
        <pc:spChg chg="add mod">
          <ac:chgData name="Owais Ahmed" userId="6abc7d4556b3b071" providerId="LiveId" clId="{ABBB17B0-94F6-4CCA-B49F-D97CA4BFAEFA}" dt="2023-08-28T10:36:22.728" v="2250" actId="20577"/>
          <ac:spMkLst>
            <pc:docMk/>
            <pc:sldMk cId="73718007" sldId="2566"/>
            <ac:spMk id="39" creationId="{196F2152-CCC2-412D-7F49-8C121FBA7432}"/>
          </ac:spMkLst>
        </pc:spChg>
        <pc:graphicFrameChg chg="add del mod modGraphic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" creationId="{58D1B43C-4797-23E6-954F-8ADDC4C6046E}"/>
          </ac:graphicFrameMkLst>
        </pc:graphicFrameChg>
        <pc:graphicFrameChg chg="del">
          <ac:chgData name="Owais Ahmed" userId="6abc7d4556b3b071" providerId="LiveId" clId="{ABBB17B0-94F6-4CCA-B49F-D97CA4BFAEFA}" dt="2023-08-28T10:14:47.089" v="1513" actId="478"/>
          <ac:graphicFrameMkLst>
            <pc:docMk/>
            <pc:sldMk cId="73718007" sldId="2566"/>
            <ac:graphicFrameMk id="4" creationId="{25FA11BA-519C-B8E9-CDB3-AA9CD3B98FEF}"/>
          </ac:graphicFrameMkLst>
        </pc:graphicFrameChg>
        <pc:graphicFrameChg chg="add del mod modGraphic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5" creationId="{28DC6899-3B68-DA4A-281B-DC42B7D4AD94}"/>
          </ac:graphicFrameMkLst>
        </pc:graphicFrameChg>
        <pc:graphicFrameChg chg="add del mod modGraphic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6" creationId="{659EBBCE-B9A5-29CC-A61B-AA5E0F25B616}"/>
          </ac:graphicFrameMkLst>
        </pc:graphicFrameChg>
        <pc:graphicFrameChg chg="add del mod modGraphic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7" creationId="{F1108BF7-FA1C-D065-6C93-B161EF762E3B}"/>
          </ac:graphicFrameMkLst>
        </pc:graphicFrameChg>
        <pc:graphicFrameChg chg="add del mod modGraphic">
          <ac:chgData name="Owais Ahmed" userId="6abc7d4556b3b071" providerId="LiveId" clId="{ABBB17B0-94F6-4CCA-B49F-D97CA4BFAEFA}" dt="2023-08-28T10:25:05.019" v="1669" actId="478"/>
          <ac:graphicFrameMkLst>
            <pc:docMk/>
            <pc:sldMk cId="73718007" sldId="2566"/>
            <ac:graphicFrameMk id="8" creationId="{6E0A06B4-A5C6-6659-E5E4-EE2893E9AFB7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9" creationId="{3F35A023-B4EF-80BC-BB72-6169165F9D4E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0" creationId="{4602D577-E122-406F-7127-74E4C0AC0DB3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1" creationId="{6E82B754-36AD-34F6-3212-970D73AD3727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2" creationId="{4677C662-1473-309E-8B4A-1D32C7B50479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3" creationId="{3EA6265A-77D9-8F2E-4DCB-242B0CB78904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4" creationId="{27A15336-3470-CB0F-0C01-A07BC4D11C14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5" creationId="{532B234D-0E0E-ACDC-A0D6-FF885B4FC166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6" creationId="{3D959451-2EA7-48F7-08FF-2B22EAB1D275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7" creationId="{36DC9F25-523E-5209-4BF8-A0868A4F03E1}"/>
          </ac:graphicFrameMkLst>
        </pc:graphicFrameChg>
        <pc:graphicFrameChg chg="add mod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8" creationId="{49FCEC89-AA61-7A77-B7BA-19A1CDB4B071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19" creationId="{579663C5-70B2-D9CC-B500-79DA01502D3A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20" creationId="{4FA4E4C8-BE7E-A60E-E8B2-AB29F1190716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21" creationId="{DB8D21C7-C02E-2C3F-747A-2126E7F87882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22" creationId="{6B0F5771-1179-565C-7B76-3B62C05E272A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23" creationId="{B3D3FE38-5BE0-297B-6008-679D30C3C67C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24" creationId="{62E3B931-133B-F2D6-F0E8-513867E945A9}"/>
          </ac:graphicFrameMkLst>
        </pc:graphicFrameChg>
        <pc:graphicFrameChg chg="del">
          <ac:chgData name="Owais Ahmed" userId="6abc7d4556b3b071" providerId="LiveId" clId="{ABBB17B0-94F6-4CCA-B49F-D97CA4BFAEFA}" dt="2023-08-28T10:14:53.130" v="1514" actId="478"/>
          <ac:graphicFrameMkLst>
            <pc:docMk/>
            <pc:sldMk cId="73718007" sldId="2566"/>
            <ac:graphicFrameMk id="25" creationId="{6988EEDA-FA31-6010-195D-2FA146412BEA}"/>
          </ac:graphicFrameMkLst>
        </pc:graphicFrameChg>
        <pc:graphicFrameChg chg="del">
          <ac:chgData name="Owais Ahmed" userId="6abc7d4556b3b071" providerId="LiveId" clId="{ABBB17B0-94F6-4CCA-B49F-D97CA4BFAEFA}" dt="2023-08-28T10:14:53.130" v="1514" actId="478"/>
          <ac:graphicFrameMkLst>
            <pc:docMk/>
            <pc:sldMk cId="73718007" sldId="2566"/>
            <ac:graphicFrameMk id="26" creationId="{DCED0645-2FD9-0B0E-0829-10FADA5B13B3}"/>
          </ac:graphicFrameMkLst>
        </pc:graphicFrameChg>
        <pc:graphicFrameChg chg="del">
          <ac:chgData name="Owais Ahmed" userId="6abc7d4556b3b071" providerId="LiveId" clId="{ABBB17B0-94F6-4CCA-B49F-D97CA4BFAEFA}" dt="2023-08-28T10:14:53.130" v="1514" actId="478"/>
          <ac:graphicFrameMkLst>
            <pc:docMk/>
            <pc:sldMk cId="73718007" sldId="2566"/>
            <ac:graphicFrameMk id="27" creationId="{82DC31B5-9D70-1DF3-9FC5-2BE0B9078ED6}"/>
          </ac:graphicFrameMkLst>
        </pc:graphicFrameChg>
        <pc:graphicFrameChg chg="add mod modGraphic">
          <ac:chgData name="Owais Ahmed" userId="6abc7d4556b3b071" providerId="LiveId" clId="{ABBB17B0-94F6-4CCA-B49F-D97CA4BFAEFA}" dt="2023-08-28T10:35:06.791" v="2018" actId="1035"/>
          <ac:graphicFrameMkLst>
            <pc:docMk/>
            <pc:sldMk cId="73718007" sldId="2566"/>
            <ac:graphicFrameMk id="28" creationId="{A630D053-2EA6-CC98-F622-F06EC0341677}"/>
          </ac:graphicFrameMkLst>
        </pc:graphicFrameChg>
        <pc:graphicFrameChg chg="del">
          <ac:chgData name="Owais Ahmed" userId="6abc7d4556b3b071" providerId="LiveId" clId="{ABBB17B0-94F6-4CCA-B49F-D97CA4BFAEFA}" dt="2023-08-28T10:14:53.130" v="1514" actId="478"/>
          <ac:graphicFrameMkLst>
            <pc:docMk/>
            <pc:sldMk cId="73718007" sldId="2566"/>
            <ac:graphicFrameMk id="29" creationId="{378D95FF-EAC6-5505-CE93-CCDDB49605E7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0" creationId="{D87B8439-7978-2873-4B35-FD9BB274BFB1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1" creationId="{7E9772CF-6A16-D910-45CA-F86BA061F819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2" creationId="{2B479B8B-CFA3-C856-0171-6D1F1B6F7654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3" creationId="{47398C62-B6F2-DE3E-87F8-194E7987DC31}"/>
          </ac:graphicFrameMkLst>
        </pc:graphicFrameChg>
        <pc:graphicFrameChg chg="del">
          <ac:chgData name="Owais Ahmed" userId="6abc7d4556b3b071" providerId="LiveId" clId="{ABBB17B0-94F6-4CCA-B49F-D97CA4BFAEFA}" dt="2023-08-28T10:14:53.130" v="1514" actId="478"/>
          <ac:graphicFrameMkLst>
            <pc:docMk/>
            <pc:sldMk cId="73718007" sldId="2566"/>
            <ac:graphicFrameMk id="34" creationId="{CFB62991-040B-52EC-EA81-1DCB5977BA47}"/>
          </ac:graphicFrameMkLst>
        </pc:graphicFrameChg>
        <pc:graphicFrameChg chg="del">
          <ac:chgData name="Owais Ahmed" userId="6abc7d4556b3b071" providerId="LiveId" clId="{ABBB17B0-94F6-4CCA-B49F-D97CA4BFAEFA}" dt="2023-08-28T10:14:53.130" v="1514" actId="478"/>
          <ac:graphicFrameMkLst>
            <pc:docMk/>
            <pc:sldMk cId="73718007" sldId="2566"/>
            <ac:graphicFrameMk id="35" creationId="{D8D45612-962F-46E4-7F77-366ACF2CE96E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6" creationId="{914283B1-5C00-2230-D60E-2E09CB35BB2D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7" creationId="{D90D1344-34A7-3B67-3689-E219C3230CA4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38" creationId="{41463D03-CA79-94B2-2B12-7AC83D11286F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40" creationId="{1997377A-EC98-D977-9D02-E0E9EACA4E92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43" creationId="{94C61B5E-A580-FD77-4963-BFD5AB4EA764}"/>
          </ac:graphicFrameMkLst>
        </pc:graphicFrameChg>
        <pc:graphicFrameChg chg="del mod">
          <ac:chgData name="Owais Ahmed" userId="6abc7d4556b3b071" providerId="LiveId" clId="{ABBB17B0-94F6-4CCA-B49F-D97CA4BFAEFA}" dt="2023-08-28T10:21:32.670" v="1642" actId="478"/>
          <ac:graphicFrameMkLst>
            <pc:docMk/>
            <pc:sldMk cId="73718007" sldId="2566"/>
            <ac:graphicFrameMk id="44" creationId="{4B3E5247-7D93-5B34-D0DC-31E11377FB97}"/>
          </ac:graphicFrameMkLst>
        </pc:graphicFrameChg>
      </pc:sldChg>
      <pc:sldChg chg="del">
        <pc:chgData name="Owais Ahmed" userId="6abc7d4556b3b071" providerId="LiveId" clId="{ABBB17B0-94F6-4CCA-B49F-D97CA4BFAEFA}" dt="2023-08-28T09:05:11.954" v="160" actId="47"/>
        <pc:sldMkLst>
          <pc:docMk/>
          <pc:sldMk cId="2065296102" sldId="2566"/>
        </pc:sldMkLst>
      </pc:sldChg>
      <pc:sldChg chg="addSp delSp modSp add mod delAnim modAnim">
        <pc:chgData name="Owais Ahmed" userId="6abc7d4556b3b071" providerId="LiveId" clId="{ABBB17B0-94F6-4CCA-B49F-D97CA4BFAEFA}" dt="2023-08-28T10:44:37.074" v="2781" actId="27636"/>
        <pc:sldMkLst>
          <pc:docMk/>
          <pc:sldMk cId="742091239" sldId="2567"/>
        </pc:sldMkLst>
        <pc:spChg chg="add mod">
          <ac:chgData name="Owais Ahmed" userId="6abc7d4556b3b071" providerId="LiveId" clId="{ABBB17B0-94F6-4CCA-B49F-D97CA4BFAEFA}" dt="2023-08-28T10:44:37.074" v="2781" actId="27636"/>
          <ac:spMkLst>
            <pc:docMk/>
            <pc:sldMk cId="742091239" sldId="2567"/>
            <ac:spMk id="3" creationId="{C036BAFF-A229-2D4C-DAE4-E2898006D8B7}"/>
          </ac:spMkLst>
        </pc:spChg>
        <pc:spChg chg="del">
          <ac:chgData name="Owais Ahmed" userId="6abc7d4556b3b071" providerId="LiveId" clId="{ABBB17B0-94F6-4CCA-B49F-D97CA4BFAEFA}" dt="2023-08-28T10:36:57.121" v="2253" actId="478"/>
          <ac:spMkLst>
            <pc:docMk/>
            <pc:sldMk cId="742091239" sldId="2567"/>
            <ac:spMk id="39" creationId="{196F2152-CCC2-412D-7F49-8C121FBA7432}"/>
          </ac:spMkLst>
        </pc:sp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9" creationId="{3F35A023-B4EF-80BC-BB72-6169165F9D4E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0" creationId="{4602D577-E122-406F-7127-74E4C0AC0DB3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1" creationId="{6E82B754-36AD-34F6-3212-970D73AD3727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2" creationId="{4677C662-1473-309E-8B4A-1D32C7B50479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3" creationId="{3EA6265A-77D9-8F2E-4DCB-242B0CB78904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4" creationId="{27A15336-3470-CB0F-0C01-A07BC4D11C14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5" creationId="{532B234D-0E0E-ACDC-A0D6-FF885B4FC166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6" creationId="{3D959451-2EA7-48F7-08FF-2B22EAB1D275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7" creationId="{36DC9F25-523E-5209-4BF8-A0868A4F03E1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8" creationId="{49FCEC89-AA61-7A77-B7BA-19A1CDB4B071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19" creationId="{579663C5-70B2-D9CC-B500-79DA01502D3A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20" creationId="{4FA4E4C8-BE7E-A60E-E8B2-AB29F1190716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21" creationId="{DB8D21C7-C02E-2C3F-747A-2126E7F87882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22" creationId="{6B0F5771-1179-565C-7B76-3B62C05E272A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23" creationId="{B3D3FE38-5BE0-297B-6008-679D30C3C67C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24" creationId="{62E3B931-133B-F2D6-F0E8-513867E945A9}"/>
          </ac:graphicFrameMkLst>
        </pc:graphicFrameChg>
        <pc:graphicFrameChg chg="del">
          <ac:chgData name="Owais Ahmed" userId="6abc7d4556b3b071" providerId="LiveId" clId="{ABBB17B0-94F6-4CCA-B49F-D97CA4BFAEFA}" dt="2023-08-28T10:36:55.565" v="2252" actId="478"/>
          <ac:graphicFrameMkLst>
            <pc:docMk/>
            <pc:sldMk cId="742091239" sldId="2567"/>
            <ac:graphicFrameMk id="28" creationId="{A630D053-2EA6-CC98-F622-F06EC0341677}"/>
          </ac:graphicFrameMkLst>
        </pc:graphicFrameChg>
      </pc:sldChg>
      <pc:sldChg chg="del">
        <pc:chgData name="Owais Ahmed" userId="6abc7d4556b3b071" providerId="LiveId" clId="{ABBB17B0-94F6-4CCA-B49F-D97CA4BFAEFA}" dt="2023-08-28T09:05:12.184" v="161" actId="47"/>
        <pc:sldMkLst>
          <pc:docMk/>
          <pc:sldMk cId="2876587849" sldId="2567"/>
        </pc:sldMkLst>
      </pc:sldChg>
      <pc:sldChg chg="modSp add mod modAnim">
        <pc:chgData name="Owais Ahmed" userId="6abc7d4556b3b071" providerId="LiveId" clId="{ABBB17B0-94F6-4CCA-B49F-D97CA4BFAEFA}" dt="2023-08-28T10:48:14.782" v="2930" actId="20577"/>
        <pc:sldMkLst>
          <pc:docMk/>
          <pc:sldMk cId="731708004" sldId="2568"/>
        </pc:sldMkLst>
        <pc:spChg chg="mod">
          <ac:chgData name="Owais Ahmed" userId="6abc7d4556b3b071" providerId="LiveId" clId="{ABBB17B0-94F6-4CCA-B49F-D97CA4BFAEFA}" dt="2023-08-28T10:48:14.782" v="2930" actId="20577"/>
          <ac:spMkLst>
            <pc:docMk/>
            <pc:sldMk cId="731708004" sldId="2568"/>
            <ac:spMk id="3" creationId="{C036BAFF-A229-2D4C-DAE4-E2898006D8B7}"/>
          </ac:spMkLst>
        </pc:spChg>
      </pc:sldChg>
      <pc:sldChg chg="del">
        <pc:chgData name="Owais Ahmed" userId="6abc7d4556b3b071" providerId="LiveId" clId="{ABBB17B0-94F6-4CCA-B49F-D97CA4BFAEFA}" dt="2023-08-28T09:05:12.353" v="162" actId="47"/>
        <pc:sldMkLst>
          <pc:docMk/>
          <pc:sldMk cId="2004748195" sldId="2568"/>
        </pc:sldMkLst>
      </pc:sldChg>
      <pc:sldChg chg="modSp add mod modAnim modNotesTx">
        <pc:chgData name="Owais Ahmed" userId="6abc7d4556b3b071" providerId="LiveId" clId="{ABBB17B0-94F6-4CCA-B49F-D97CA4BFAEFA}" dt="2023-08-29T05:13:26.948" v="3657" actId="20577"/>
        <pc:sldMkLst>
          <pc:docMk/>
          <pc:sldMk cId="1917749394" sldId="2569"/>
        </pc:sldMkLst>
        <pc:spChg chg="mod">
          <ac:chgData name="Owais Ahmed" userId="6abc7d4556b3b071" providerId="LiveId" clId="{ABBB17B0-94F6-4CCA-B49F-D97CA4BFAEFA}" dt="2023-08-29T05:13:26.948" v="3657" actId="20577"/>
          <ac:spMkLst>
            <pc:docMk/>
            <pc:sldMk cId="1917749394" sldId="2569"/>
            <ac:spMk id="3" creationId="{4A1C0383-58FE-E486-295E-B33B8683B938}"/>
          </ac:spMkLst>
        </pc:spChg>
        <pc:spChg chg="mod">
          <ac:chgData name="Owais Ahmed" userId="6abc7d4556b3b071" providerId="LiveId" clId="{ABBB17B0-94F6-4CCA-B49F-D97CA4BFAEFA}" dt="2023-08-29T05:10:00.595" v="2936" actId="20577"/>
          <ac:spMkLst>
            <pc:docMk/>
            <pc:sldMk cId="1917749394" sldId="2569"/>
            <ac:spMk id="215" creationId="{00000000-0000-0000-0000-000000000000}"/>
          </ac:spMkLst>
        </pc:spChg>
      </pc:sldChg>
      <pc:sldChg chg="del">
        <pc:chgData name="Owais Ahmed" userId="6abc7d4556b3b071" providerId="LiveId" clId="{ABBB17B0-94F6-4CCA-B49F-D97CA4BFAEFA}" dt="2023-08-28T09:05:13.265" v="163" actId="47"/>
        <pc:sldMkLst>
          <pc:docMk/>
          <pc:sldMk cId="3699736807" sldId="2569"/>
        </pc:sldMkLst>
      </pc:sldChg>
      <pc:sldChg chg="del">
        <pc:chgData name="Owais Ahmed" userId="6abc7d4556b3b071" providerId="LiveId" clId="{ABBB17B0-94F6-4CCA-B49F-D97CA4BFAEFA}" dt="2023-08-28T09:05:13.505" v="164" actId="47"/>
        <pc:sldMkLst>
          <pc:docMk/>
          <pc:sldMk cId="721076035" sldId="2570"/>
        </pc:sldMkLst>
      </pc:sldChg>
      <pc:sldChg chg="modSp add mod modAnim">
        <pc:chgData name="Owais Ahmed" userId="6abc7d4556b3b071" providerId="LiveId" clId="{ABBB17B0-94F6-4CCA-B49F-D97CA4BFAEFA}" dt="2023-08-29T05:20:33.990" v="4892" actId="20577"/>
        <pc:sldMkLst>
          <pc:docMk/>
          <pc:sldMk cId="3888822040" sldId="2570"/>
        </pc:sldMkLst>
        <pc:spChg chg="mod">
          <ac:chgData name="Owais Ahmed" userId="6abc7d4556b3b071" providerId="LiveId" clId="{ABBB17B0-94F6-4CCA-B49F-D97CA4BFAEFA}" dt="2023-08-29T05:20:33.990" v="4892" actId="20577"/>
          <ac:spMkLst>
            <pc:docMk/>
            <pc:sldMk cId="3888822040" sldId="2570"/>
            <ac:spMk id="3" creationId="{4A1C0383-58FE-E486-295E-B33B8683B938}"/>
          </ac:spMkLst>
        </pc:spChg>
        <pc:spChg chg="mod">
          <ac:chgData name="Owais Ahmed" userId="6abc7d4556b3b071" providerId="LiveId" clId="{ABBB17B0-94F6-4CCA-B49F-D97CA4BFAEFA}" dt="2023-08-29T05:13:50.241" v="3703" actId="20577"/>
          <ac:spMkLst>
            <pc:docMk/>
            <pc:sldMk cId="3888822040" sldId="2570"/>
            <ac:spMk id="215" creationId="{00000000-0000-0000-0000-000000000000}"/>
          </ac:spMkLst>
        </pc:spChg>
      </pc:sldChg>
      <pc:sldChg chg="del">
        <pc:chgData name="Owais Ahmed" userId="6abc7d4556b3b071" providerId="LiveId" clId="{ABBB17B0-94F6-4CCA-B49F-D97CA4BFAEFA}" dt="2023-08-28T09:05:13.860" v="165" actId="47"/>
        <pc:sldMkLst>
          <pc:docMk/>
          <pc:sldMk cId="2523736307" sldId="2571"/>
        </pc:sldMkLst>
      </pc:sldChg>
      <pc:sldChg chg="del">
        <pc:chgData name="Owais Ahmed" userId="6abc7d4556b3b071" providerId="LiveId" clId="{ABBB17B0-94F6-4CCA-B49F-D97CA4BFAEFA}" dt="2023-08-28T09:05:15.104" v="167" actId="47"/>
        <pc:sldMkLst>
          <pc:docMk/>
          <pc:sldMk cId="3301237467" sldId="2573"/>
        </pc:sldMkLst>
      </pc:sldChg>
      <pc:sldChg chg="del">
        <pc:chgData name="Owais Ahmed" userId="6abc7d4556b3b071" providerId="LiveId" clId="{ABBB17B0-94F6-4CCA-B49F-D97CA4BFAEFA}" dt="2023-08-28T09:05:14.081" v="166" actId="47"/>
        <pc:sldMkLst>
          <pc:docMk/>
          <pc:sldMk cId="3086638069" sldId="2574"/>
        </pc:sldMkLst>
      </pc:sldChg>
      <pc:sldChg chg="del">
        <pc:chgData name="Owais Ahmed" userId="6abc7d4556b3b071" providerId="LiveId" clId="{ABBB17B0-94F6-4CCA-B49F-D97CA4BFAEFA}" dt="2023-08-28T09:05:15.337" v="168" actId="47"/>
        <pc:sldMkLst>
          <pc:docMk/>
          <pc:sldMk cId="570576384" sldId="2575"/>
        </pc:sldMkLst>
      </pc:sldChg>
      <pc:sldChg chg="del">
        <pc:chgData name="Owais Ahmed" userId="6abc7d4556b3b071" providerId="LiveId" clId="{ABBB17B0-94F6-4CCA-B49F-D97CA4BFAEFA}" dt="2023-08-28T09:05:15.548" v="169" actId="47"/>
        <pc:sldMkLst>
          <pc:docMk/>
          <pc:sldMk cId="630212416" sldId="2576"/>
        </pc:sldMkLst>
      </pc:sldChg>
      <pc:sldChg chg="del">
        <pc:chgData name="Owais Ahmed" userId="6abc7d4556b3b071" providerId="LiveId" clId="{ABBB17B0-94F6-4CCA-B49F-D97CA4BFAEFA}" dt="2023-08-28T09:05:15.715" v="170" actId="47"/>
        <pc:sldMkLst>
          <pc:docMk/>
          <pc:sldMk cId="1248502933" sldId="2577"/>
        </pc:sldMkLst>
      </pc:sldChg>
      <pc:sldChg chg="del">
        <pc:chgData name="Owais Ahmed" userId="6abc7d4556b3b071" providerId="LiveId" clId="{ABBB17B0-94F6-4CCA-B49F-D97CA4BFAEFA}" dt="2023-08-28T09:05:15.887" v="171" actId="47"/>
        <pc:sldMkLst>
          <pc:docMk/>
          <pc:sldMk cId="3096821593" sldId="2578"/>
        </pc:sldMkLst>
      </pc:sldChg>
      <pc:sldChg chg="del">
        <pc:chgData name="Owais Ahmed" userId="6abc7d4556b3b071" providerId="LiveId" clId="{ABBB17B0-94F6-4CCA-B49F-D97CA4BFAEFA}" dt="2023-08-28T09:05:16.954" v="172" actId="47"/>
        <pc:sldMkLst>
          <pc:docMk/>
          <pc:sldMk cId="4187608694" sldId="2579"/>
        </pc:sldMkLst>
      </pc:sldChg>
      <pc:sldChg chg="del">
        <pc:chgData name="Owais Ahmed" userId="6abc7d4556b3b071" providerId="LiveId" clId="{ABBB17B0-94F6-4CCA-B49F-D97CA4BFAEFA}" dt="2023-08-28T09:05:17.117" v="173" actId="47"/>
        <pc:sldMkLst>
          <pc:docMk/>
          <pc:sldMk cId="652720807" sldId="2580"/>
        </pc:sldMkLst>
      </pc:sldChg>
      <pc:sldChg chg="del">
        <pc:chgData name="Owais Ahmed" userId="6abc7d4556b3b071" providerId="LiveId" clId="{ABBB17B0-94F6-4CCA-B49F-D97CA4BFAEFA}" dt="2023-08-28T09:05:17.307" v="174" actId="47"/>
        <pc:sldMkLst>
          <pc:docMk/>
          <pc:sldMk cId="1081717244" sldId="2581"/>
        </pc:sldMkLst>
      </pc:sldChg>
      <pc:sldChg chg="del">
        <pc:chgData name="Owais Ahmed" userId="6abc7d4556b3b071" providerId="LiveId" clId="{ABBB17B0-94F6-4CCA-B49F-D97CA4BFAEFA}" dt="2023-08-28T09:05:18.403" v="175" actId="47"/>
        <pc:sldMkLst>
          <pc:docMk/>
          <pc:sldMk cId="2048934489" sldId="2582"/>
        </pc:sldMkLst>
      </pc:sldChg>
      <pc:sldChg chg="del">
        <pc:chgData name="Owais Ahmed" userId="6abc7d4556b3b071" providerId="LiveId" clId="{ABBB17B0-94F6-4CCA-B49F-D97CA4BFAEFA}" dt="2023-08-28T09:05:18.571" v="176" actId="47"/>
        <pc:sldMkLst>
          <pc:docMk/>
          <pc:sldMk cId="3235654127" sldId="2583"/>
        </pc:sldMkLst>
      </pc:sldChg>
      <pc:sldChg chg="del">
        <pc:chgData name="Owais Ahmed" userId="6abc7d4556b3b071" providerId="LiveId" clId="{ABBB17B0-94F6-4CCA-B49F-D97CA4BFAEFA}" dt="2023-08-28T09:05:18.985" v="177" actId="47"/>
        <pc:sldMkLst>
          <pc:docMk/>
          <pc:sldMk cId="3907642670" sldId="2584"/>
        </pc:sldMkLst>
      </pc:sldChg>
      <pc:sldChg chg="del">
        <pc:chgData name="Owais Ahmed" userId="6abc7d4556b3b071" providerId="LiveId" clId="{ABBB17B0-94F6-4CCA-B49F-D97CA4BFAEFA}" dt="2023-08-28T09:05:21.387" v="178" actId="47"/>
        <pc:sldMkLst>
          <pc:docMk/>
          <pc:sldMk cId="2776830619" sldId="2585"/>
        </pc:sldMkLst>
      </pc:sldChg>
    </pc:docChg>
  </pc:docChgLst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7-31T10:38:14.595" v="1196" actId="47"/>
      <pc:docMkLst>
        <pc:docMk/>
      </pc:docMkLst>
      <pc:sldChg chg="addSp modSp">
        <pc:chgData name="Owais Ahmed" userId="6abc7d4556b3b071" providerId="LiveId" clId="{37B963A1-BBDE-46C5-80F9-50AE1D86A8AA}" dt="2023-07-31T09:44:01.953" v="1034" actId="14100"/>
        <pc:sldMkLst>
          <pc:docMk/>
          <pc:sldMk cId="641030253" sldId="2479"/>
        </pc:sldMkLst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8/29/2023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8/29/2023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15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072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852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2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 err="1"/>
              <a:t>Küküllőmenti</a:t>
            </a:r>
            <a:r>
              <a:rPr lang="en-US" sz="1200" dirty="0"/>
              <a:t> </a:t>
            </a:r>
            <a:r>
              <a:rPr lang="en-US" sz="1200" dirty="0" err="1"/>
              <a:t>legényes</a:t>
            </a:r>
            <a:r>
              <a:rPr lang="en-US" sz="1200" dirty="0"/>
              <a:t> is pronounced as “</a:t>
            </a:r>
            <a:r>
              <a:rPr lang="en-US" sz="1200" dirty="0" err="1"/>
              <a:t>koo-koo-lu-menti</a:t>
            </a:r>
            <a:r>
              <a:rPr lang="en-US" sz="1200" dirty="0"/>
              <a:t> la-</a:t>
            </a:r>
            <a:r>
              <a:rPr lang="en-US" sz="1200" dirty="0" err="1"/>
              <a:t>gini</a:t>
            </a:r>
            <a:r>
              <a:rPr lang="en-US" sz="1200" dirty="0"/>
              <a:t>-</a:t>
            </a:r>
            <a:r>
              <a:rPr lang="en-US" sz="1200" dirty="0" err="1"/>
              <a:t>yesh</a:t>
            </a:r>
            <a:r>
              <a:rPr lang="en-US" sz="1200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519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88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70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DATA STRUCTURES AND </a:t>
            </a:r>
            <a:r>
              <a:rPr lang="en-US" sz="5400" b="1"/>
              <a:t>ALGORITHMS (113215)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Merge Sort</a:t>
            </a:r>
          </a:p>
          <a:p>
            <a:r>
              <a:rPr lang="en-US" dirty="0"/>
              <a:t>Quick Sort</a:t>
            </a:r>
          </a:p>
          <a:p>
            <a:r>
              <a:rPr lang="en-US" dirty="0"/>
              <a:t>Dynamic Arrays</a:t>
            </a:r>
          </a:p>
          <a:p>
            <a:r>
              <a:rPr lang="en-US" dirty="0"/>
              <a:t>Where to go from here?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Merge Sort is among the most widely used sorting algorithms.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Java uses an iterative implementation of Merge Sort, which is stable and works much lower than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when the input is partially sorted,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func>
                          <m:func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3200" dirty="0"/>
                  <a:t> when the input is randomly ordered.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basic algorithm is Recursive.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array is first split into two sub-arrays recursively, until there are sub-arrays of only 2 elements.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the left element is greater than right, then the elements are swapped.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sorted sub-array is then merged back into single array.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496" r="-259" b="-2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5FA11BA-519C-B8E9-CDB3-AA9CD3B98F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790668"/>
                  </p:ext>
                </p:extLst>
              </p:nvPr>
            </p:nvGraphicFramePr>
            <p:xfrm>
              <a:off x="1670954" y="1622268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5FA11BA-519C-B8E9-CDB3-AA9CD3B98F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790668"/>
                  </p:ext>
                </p:extLst>
              </p:nvPr>
            </p:nvGraphicFramePr>
            <p:xfrm>
              <a:off x="1670954" y="1622268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455975" t="-20755" r="-30125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3045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988EEDA-FA31-6010-195D-2FA146412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63118"/>
              </p:ext>
            </p:extLst>
          </p:nvPr>
        </p:nvGraphicFramePr>
        <p:xfrm>
          <a:off x="817514" y="2509464"/>
          <a:ext cx="344536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DCED0645-2FD9-0B0E-0829-10FADA5B13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19069"/>
                  </p:ext>
                </p:extLst>
              </p:nvPr>
            </p:nvGraphicFramePr>
            <p:xfrm>
              <a:off x="6086275" y="2509464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DCED0645-2FD9-0B0E-0829-10FADA5B13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19069"/>
                  </p:ext>
                </p:extLst>
              </p:nvPr>
            </p:nvGraphicFramePr>
            <p:xfrm>
              <a:off x="6086275" y="2509464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0629" t="-18868" r="-301258" b="-1471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2DC31B5-9D70-1DF3-9FC5-2BE0B9078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79049"/>
              </p:ext>
            </p:extLst>
          </p:nvPr>
        </p:nvGraphicFramePr>
        <p:xfrm>
          <a:off x="394175" y="33966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78D95FF-EAC6-5505-CE93-CCDDB4960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306931"/>
              </p:ext>
            </p:extLst>
          </p:nvPr>
        </p:nvGraphicFramePr>
        <p:xfrm>
          <a:off x="3158192" y="33966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87B8439-7978-2873-4B35-FD9BB274B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338944"/>
              </p:ext>
            </p:extLst>
          </p:nvPr>
        </p:nvGraphicFramePr>
        <p:xfrm>
          <a:off x="220384" y="4268512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E9772CF-6A16-D910-45CA-F86BA061F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419734"/>
              </p:ext>
            </p:extLst>
          </p:nvPr>
        </p:nvGraphicFramePr>
        <p:xfrm>
          <a:off x="1450587" y="4264571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2B479B8B-CFA3-C856-0171-6D1F1B6F7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526600"/>
              </p:ext>
            </p:extLst>
          </p:nvPr>
        </p:nvGraphicFramePr>
        <p:xfrm>
          <a:off x="2984401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7398C62-B6F2-DE3E-87F8-194E7987D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843407"/>
              </p:ext>
            </p:extLst>
          </p:nvPr>
        </p:nvGraphicFramePr>
        <p:xfrm>
          <a:off x="4214604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CFB62991-040B-52EC-EA81-1DCB5977BA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447629"/>
                  </p:ext>
                </p:extLst>
              </p:nvPr>
            </p:nvGraphicFramePr>
            <p:xfrm>
              <a:off x="5813876" y="33966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4" name="Table 33">
                <a:extLst>
                  <a:ext uri="{FF2B5EF4-FFF2-40B4-BE49-F238E27FC236}">
                    <a16:creationId xmlns:a16="http://schemas.microsoft.com/office/drawing/2014/main" id="{CFB62991-040B-52EC-EA81-1DCB5977BA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2447629"/>
                  </p:ext>
                </p:extLst>
              </p:nvPr>
            </p:nvGraphicFramePr>
            <p:xfrm>
              <a:off x="5813876" y="33966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101258" t="-20755" r="-1258" b="-1452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D8D45612-962F-46E4-7F77-366ACF2CE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796604"/>
              </p:ext>
            </p:extLst>
          </p:nvPr>
        </p:nvGraphicFramePr>
        <p:xfrm>
          <a:off x="8504653" y="3396660"/>
          <a:ext cx="2904291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051593451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14283B1-5C00-2230-D60E-2E09CB35B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285339"/>
              </p:ext>
            </p:extLst>
          </p:nvPr>
        </p:nvGraphicFramePr>
        <p:xfrm>
          <a:off x="5579986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90D1344-34A7-3B67-3689-E219C3230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959378"/>
              </p:ext>
            </p:extLst>
          </p:nvPr>
        </p:nvGraphicFramePr>
        <p:xfrm>
          <a:off x="7116056" y="4274688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3826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1463D03-CA79-94B2-2B12-7AC83D112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5088"/>
              </p:ext>
            </p:extLst>
          </p:nvPr>
        </p:nvGraphicFramePr>
        <p:xfrm>
          <a:off x="9773316" y="4273544"/>
          <a:ext cx="1936194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997377A-EC98-D977-9D02-E0E9EACA4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522865"/>
              </p:ext>
            </p:extLst>
          </p:nvPr>
        </p:nvGraphicFramePr>
        <p:xfrm>
          <a:off x="8346259" y="4272443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94C61B5E-A580-FD77-4963-BFD5AB4EA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822036"/>
              </p:ext>
            </p:extLst>
          </p:nvPr>
        </p:nvGraphicFramePr>
        <p:xfrm>
          <a:off x="10995303" y="5150428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B3E5247-7D93-5B34-D0DC-31E11377F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789240"/>
              </p:ext>
            </p:extLst>
          </p:nvPr>
        </p:nvGraphicFramePr>
        <p:xfrm>
          <a:off x="9597589" y="5150428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461B18B-6838-7194-7627-74E0FA77C8B6}"/>
              </a:ext>
            </a:extLst>
          </p:cNvPr>
          <p:cNvSpPr txBox="1">
            <a:spLocks/>
          </p:cNvSpPr>
          <p:nvPr/>
        </p:nvSpPr>
        <p:spPr>
          <a:xfrm>
            <a:off x="220384" y="5132481"/>
            <a:ext cx="8987215" cy="128798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splitting is like Binary search. Yellow represents lower bound; Green is the mid position and Blue represents higher bound.</a:t>
            </a:r>
          </a:p>
        </p:txBody>
      </p:sp>
    </p:spTree>
    <p:extLst>
      <p:ext uri="{BB962C8B-B14F-4D97-AF65-F5344CB8AC3E}">
        <p14:creationId xmlns:p14="http://schemas.microsoft.com/office/powerpoint/2010/main" val="425363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35A023-B4EF-80BC-BB72-6169165F9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377158"/>
              </p:ext>
            </p:extLst>
          </p:nvPr>
        </p:nvGraphicFramePr>
        <p:xfrm>
          <a:off x="220384" y="2343324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02D577-E122-406F-7127-74E4C0AC0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464513"/>
              </p:ext>
            </p:extLst>
          </p:nvPr>
        </p:nvGraphicFramePr>
        <p:xfrm>
          <a:off x="1450587" y="2339383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82B754-36AD-34F6-3212-970D73AD3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85452"/>
              </p:ext>
            </p:extLst>
          </p:nvPr>
        </p:nvGraphicFramePr>
        <p:xfrm>
          <a:off x="2984401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677C662-1473-309E-8B4A-1D32C7B50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394897"/>
              </p:ext>
            </p:extLst>
          </p:nvPr>
        </p:nvGraphicFramePr>
        <p:xfrm>
          <a:off x="4214604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EA6265A-77D9-8F2E-4DCB-242B0CB78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56435"/>
              </p:ext>
            </p:extLst>
          </p:nvPr>
        </p:nvGraphicFramePr>
        <p:xfrm>
          <a:off x="5579986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4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1864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7A15336-3470-CB0F-0C01-A07BC4D11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1472"/>
              </p:ext>
            </p:extLst>
          </p:nvPr>
        </p:nvGraphicFramePr>
        <p:xfrm>
          <a:off x="7116056" y="2349500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3826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32B234D-0E0E-ACDC-A0D6-FF885B4FC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905911"/>
              </p:ext>
            </p:extLst>
          </p:nvPr>
        </p:nvGraphicFramePr>
        <p:xfrm>
          <a:off x="9773316" y="2348356"/>
          <a:ext cx="1936194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D959451-2EA7-48F7-08FF-2B22EAB1D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672167"/>
              </p:ext>
            </p:extLst>
          </p:nvPr>
        </p:nvGraphicFramePr>
        <p:xfrm>
          <a:off x="8346259" y="2347255"/>
          <a:ext cx="86134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6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6DC9F25-523E-5209-4BF8-A0868A4F0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45264"/>
              </p:ext>
            </p:extLst>
          </p:nvPr>
        </p:nvGraphicFramePr>
        <p:xfrm>
          <a:off x="10995303" y="1503812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9FCEC89-AA61-7A77-B7BA-19A1CDB4B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868593"/>
              </p:ext>
            </p:extLst>
          </p:nvPr>
        </p:nvGraphicFramePr>
        <p:xfrm>
          <a:off x="9597589" y="1503812"/>
          <a:ext cx="968097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79663C5-70B2-D9CC-B500-79DA01502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597091"/>
              </p:ext>
            </p:extLst>
          </p:nvPr>
        </p:nvGraphicFramePr>
        <p:xfrm>
          <a:off x="394175" y="32442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3045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FA4E4C8-BE7E-A60E-E8B2-AB29F1190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237161"/>
              </p:ext>
            </p:extLst>
          </p:nvPr>
        </p:nvGraphicFramePr>
        <p:xfrm>
          <a:off x="3158192" y="3244260"/>
          <a:ext cx="172268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B8D21C7-C02E-2C3F-747A-2126E7F878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000384"/>
                  </p:ext>
                </p:extLst>
              </p:nvPr>
            </p:nvGraphicFramePr>
            <p:xfrm>
              <a:off x="5813876" y="32442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DB8D21C7-C02E-2C3F-747A-2126E7F878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3000384"/>
                  </p:ext>
                </p:extLst>
              </p:nvPr>
            </p:nvGraphicFramePr>
            <p:xfrm>
              <a:off x="5813876" y="3244260"/>
              <a:ext cx="1936194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3"/>
                          <a:stretch>
                            <a:fillRect l="-101258" t="-20755" r="-1258" b="-1452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B0F5771-1179-565C-7B76-3B62C05E2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387316"/>
              </p:ext>
            </p:extLst>
          </p:nvPr>
        </p:nvGraphicFramePr>
        <p:xfrm>
          <a:off x="8504653" y="3244260"/>
          <a:ext cx="2904291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68097">
                  <a:extLst>
                    <a:ext uri="{9D8B030D-6E8A-4147-A177-3AD203B41FA5}">
                      <a16:colId xmlns:a16="http://schemas.microsoft.com/office/drawing/2014/main" val="1051593451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1494245422"/>
                    </a:ext>
                  </a:extLst>
                </a:gridCol>
                <a:gridCol w="968097">
                  <a:extLst>
                    <a:ext uri="{9D8B030D-6E8A-4147-A177-3AD203B41FA5}">
                      <a16:colId xmlns:a16="http://schemas.microsoft.com/office/drawing/2014/main" val="2313415715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5051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5139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3D3FE38-5BE0-297B-6008-679D30C3C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860091"/>
              </p:ext>
            </p:extLst>
          </p:nvPr>
        </p:nvGraphicFramePr>
        <p:xfrm>
          <a:off x="817514" y="4103966"/>
          <a:ext cx="3445360" cy="6365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1340">
                  <a:extLst>
                    <a:ext uri="{9D8B030D-6E8A-4147-A177-3AD203B41FA5}">
                      <a16:colId xmlns:a16="http://schemas.microsoft.com/office/drawing/2014/main" val="336550690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3598703223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522081744"/>
                    </a:ext>
                  </a:extLst>
                </a:gridCol>
                <a:gridCol w="861340">
                  <a:extLst>
                    <a:ext uri="{9D8B030D-6E8A-4147-A177-3AD203B41FA5}">
                      <a16:colId xmlns:a16="http://schemas.microsoft.com/office/drawing/2014/main" val="2620735374"/>
                    </a:ext>
                  </a:extLst>
                </a:gridCol>
              </a:tblGrid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3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64" marR="13464" marT="13464" marB="0" anchor="b"/>
                </a:tc>
                <a:extLst>
                  <a:ext uri="{0D108BD9-81ED-4DB2-BD59-A6C34878D82A}">
                    <a16:rowId xmlns:a16="http://schemas.microsoft.com/office/drawing/2014/main" val="2185005591"/>
                  </a:ext>
                </a:extLst>
              </a:tr>
              <a:tr h="28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3049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4930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5144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</a:t>
                      </a:r>
                    </a:p>
                  </a:txBody>
                  <a:tcPr marL="13464" marR="13464" marT="13464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0299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62E3B931-133B-F2D6-F0E8-513867E94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066521"/>
                  </p:ext>
                </p:extLst>
              </p:nvPr>
            </p:nvGraphicFramePr>
            <p:xfrm>
              <a:off x="6086275" y="4103966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62E3B931-133B-F2D6-F0E8-513867E945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066521"/>
                  </p:ext>
                </p:extLst>
              </p:nvPr>
            </p:nvGraphicFramePr>
            <p:xfrm>
              <a:off x="6086275" y="4103966"/>
              <a:ext cx="484048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4"/>
                          <a:stretch>
                            <a:fillRect l="-100629" t="-20755" r="-30125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30D053-2EA6-CC98-F622-F06EC03416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9460987"/>
                  </p:ext>
                </p:extLst>
              </p:nvPr>
            </p:nvGraphicFramePr>
            <p:xfrm>
              <a:off x="1670954" y="4963672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none" strike="noStrike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28552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30D053-2EA6-CC98-F622-F06EC03416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9460987"/>
                  </p:ext>
                </p:extLst>
              </p:nvPr>
            </p:nvGraphicFramePr>
            <p:xfrm>
              <a:off x="1670954" y="4963672"/>
              <a:ext cx="8285845" cy="636528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861340">
                      <a:extLst>
                        <a:ext uri="{9D8B030D-6E8A-4147-A177-3AD203B41FA5}">
                          <a16:colId xmlns:a16="http://schemas.microsoft.com/office/drawing/2014/main" val="336550690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3598703223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522081744"/>
                        </a:ext>
                      </a:extLst>
                    </a:gridCol>
                    <a:gridCol w="861340">
                      <a:extLst>
                        <a:ext uri="{9D8B030D-6E8A-4147-A177-3AD203B41FA5}">
                          <a16:colId xmlns:a16="http://schemas.microsoft.com/office/drawing/2014/main" val="26207353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671335274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204504903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051593451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1494245422"/>
                        </a:ext>
                      </a:extLst>
                    </a:gridCol>
                    <a:gridCol w="968097">
                      <a:extLst>
                        <a:ext uri="{9D8B030D-6E8A-4147-A177-3AD203B41FA5}">
                          <a16:colId xmlns:a16="http://schemas.microsoft.com/office/drawing/2014/main" val="2313415715"/>
                        </a:ext>
                      </a:extLst>
                    </a:gridCol>
                  </a:tblGrid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0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1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2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3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u="none" strike="noStrike" dirty="0">
                              <a:effectLst/>
                            </a:rPr>
                            <a:t>4</a:t>
                          </a:r>
                          <a:endParaRPr lang="en-US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464" marR="13464" marT="13464" marB="0" anchor="b">
                        <a:blipFill>
                          <a:blip r:embed="rId5"/>
                          <a:stretch>
                            <a:fillRect l="-455975" t="-20755" r="-301258" b="-1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6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7</a:t>
                          </a:r>
                        </a:p>
                      </a:txBody>
                      <a:tcPr marL="13464" marR="13464" marT="13464" marB="0" anchor="b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8</a:t>
                          </a:r>
                        </a:p>
                      </a:txBody>
                      <a:tcPr marL="13464" marR="13464" marT="13464" marB="0" anchor="b"/>
                    </a:tc>
                    <a:extLst>
                      <a:ext uri="{0D108BD9-81ED-4DB2-BD59-A6C34878D82A}">
                        <a16:rowId xmlns:a16="http://schemas.microsoft.com/office/drawing/2014/main" val="2185005591"/>
                      </a:ext>
                    </a:extLst>
                  </a:tr>
                  <a:tr h="31826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1864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3049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3826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4930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4967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5051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5139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5144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n-US" sz="20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5187</a:t>
                          </a:r>
                        </a:p>
                      </a:txBody>
                      <a:tcPr marL="13464" marR="13464" marT="13464" marB="0" anchor="b"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0299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196F2152-CCC2-412D-7F49-8C121FBA7432}"/>
              </a:ext>
            </a:extLst>
          </p:cNvPr>
          <p:cNvSpPr txBox="1">
            <a:spLocks/>
          </p:cNvSpPr>
          <p:nvPr/>
        </p:nvSpPr>
        <p:spPr>
          <a:xfrm>
            <a:off x="220384" y="5600199"/>
            <a:ext cx="11743016" cy="94402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Note that the sub-arrays are merged in sorted order. But since each sub-array is sorted itself, therefore there’s no need for nested arrays in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7371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MERGE_SORT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(A, l, h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sorts the linear array ‘A’ using Merge sort algorithm. Where, ‘l’ is lower, and ‘h’ is upper bound.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8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𝑚𝑖𝑑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d>
                      <m:dPr>
                        <m:begChr m:val="⌊"/>
                        <m:endChr m:val="⌋"/>
                        <m:ctrlPr>
                          <a:rPr lang="en-US" sz="26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600" i="1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𝑙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+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h</m:t>
                                </m:r>
                              </m:e>
                            </m:d>
                          </m:num>
                          <m:den>
                            <m:r>
                              <a:rPr lang="en-US" sz="2600" i="1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𝑆𝑂𝑅𝑇</m:t>
                    </m:r>
                    <m:d>
                      <m:dPr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𝐴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𝑚𝑖𝑑</m:t>
                        </m:r>
                      </m:e>
                    </m:d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𝑟𝑖𝑔h𝑡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𝐸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𝑆𝑂𝑅𝑇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𝐴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,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𝑚𝑖𝑑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+1,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h</m:t>
                            </m:r>
                          </m:e>
                        </m:d>
                      </m:sub>
                    </m:sSub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𝑀𝐸𝑅𝐺𝐸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𝑙𝑒𝑓𝑡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𝑟𝑖𝑔h𝑡</m:t>
                        </m:r>
                      </m:e>
                    </m:d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</m:oMath>
                </a14:m>
                <a:endParaRPr lang="en-US" sz="28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09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Merge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 numCol="2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MERGE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(left, right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 merges two arrays while keeping them sorted.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𝐴𝑅𝑅𝐴𝑌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  <m:t>𝑙𝑒𝑓𝑡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Cascadia Code" panose="020B0609020000020004" pitchFamily="49" charset="0"/>
                              </a:rPr>
                              <m:t>𝑟𝑖𝑔h𝑡</m:t>
                            </m:r>
                          </m:e>
                        </m:d>
                      </m:e>
                    </m:d>
                  </m:oMath>
                </a14:m>
                <a:endParaRPr lang="en-US" sz="2800" b="0" dirty="0">
                  <a:latin typeface="Cambria Math" panose="02040503050406030204" pitchFamily="18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≔0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𝑙𝑒𝑓𝑡</m:t>
                        </m:r>
                      </m:e>
                    </m:d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𝐴𝑁𝐷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𝑟𝑖𝑔h𝑡</m:t>
                        </m:r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𝑟𝑖𝑔h𝑡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𝑟𝑖𝑔h𝑡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943100" lvl="3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4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𝑙𝑒𝑓𝑡</m:t>
                        </m:r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𝑙</m:t>
                        </m:r>
                      </m:e>
                    </m:d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71550" lvl="1" indent="-514350">
                  <a:lnSpc>
                    <a:spcPct val="10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6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𝑟𝑖𝑔h𝑡</m:t>
                        </m:r>
                      </m:e>
                    </m:d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𝑙𝑒𝑓𝑡</m:t>
                    </m:r>
                    <m:d>
                      <m:dPr>
                        <m:begChr m:val="["/>
                        <m:endChr m:val="]"/>
                        <m:ctrlPr>
                          <a:rPr lang="en-US" sz="26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𝑟</m:t>
                        </m:r>
                      </m:e>
                    </m:d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𝑟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1485900" lvl="2" indent="-57150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+1</m:t>
                    </m:r>
                  </m:oMath>
                </a14:m>
                <a:endParaRPr lang="en-US" sz="26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𝐵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36BAFF-A229-2D4C-DAE4-E2898006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934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70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Quick Sort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fun way to understand how Quick Sort works can be found on YouTube by </a:t>
            </a:r>
            <a:r>
              <a:rPr lang="en-US" sz="3200" dirty="0" err="1"/>
              <a:t>AlgoRythmics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Quick-sort with Hungarian folk dance(</a:t>
            </a:r>
            <a:r>
              <a:rPr lang="en-US" sz="3200" dirty="0" err="1"/>
              <a:t>Küküllőmenti</a:t>
            </a:r>
            <a:r>
              <a:rPr lang="en-US" sz="3200" dirty="0"/>
              <a:t> </a:t>
            </a:r>
            <a:r>
              <a:rPr lang="en-US" sz="3200" dirty="0" err="1"/>
              <a:t>legényes</a:t>
            </a:r>
            <a:r>
              <a:rPr lang="en-US" sz="3200" dirty="0"/>
              <a:t>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2653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Dynamic Arrays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Did you know that: 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u="sng" dirty="0"/>
              <a:t>THERE IS NO SUCH THING AS A STATIC ARRAY IN PYTHON?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Yes. Python uses Dynamic Arrays which grow over time.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Initial size of array depends on the number of items during initialization.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When an element is inserted into an array, the array first goes through EXPAND operation and gets double in size.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size keeps doubling as more and more items are appended.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is an example of a Dynamic Array. In Java, the same objective is achieved by using </a:t>
            </a:r>
            <a:r>
              <a:rPr lang="en-US" sz="3200" dirty="0" err="1"/>
              <a:t>ArrayList</a:t>
            </a:r>
            <a:r>
              <a:rPr lang="en-US" sz="3200" dirty="0"/>
              <a:t>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Similarly, C# offers Generic Lists to be used as Dynamic Arrays.</a:t>
            </a:r>
          </a:p>
        </p:txBody>
      </p:sp>
    </p:spTree>
    <p:extLst>
      <p:ext uri="{BB962C8B-B14F-4D97-AF65-F5344CB8AC3E}">
        <p14:creationId xmlns:p14="http://schemas.microsoft.com/office/powerpoint/2010/main" val="191774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Where to go from here?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course equipped you with all the weapons you need to start on your journey to become a good problem solver in the universe of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You should first visit the main topic of Graphs and see how Dijkstra’s algorithm solves a rather important problem.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Then there are various topics in trees like AVL trees and Splay trees to enhance your understanding and application on Tree data structures.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Next are topics like Minimum spanning tree and Rabin Karp’s algorithm for pattern matching.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Blockchain world is founded on the fundamentals taught in this course. You should explore the possibilities there.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Being at the top of all Core subjects in Computer Science, excellence in this course guarantees future success in all branches of Computing. So, keep sharpening your Axe and </a:t>
            </a:r>
            <a:r>
              <a:rPr lang="en-US" sz="3200" b="1" i="1" u="sng" dirty="0"/>
              <a:t>never </a:t>
            </a:r>
            <a:r>
              <a:rPr lang="en-US" sz="3200" b="1" i="1" u="sng"/>
              <a:t>settle</a:t>
            </a:r>
            <a:r>
              <a:rPr lang="en-US" sz="3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882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5910</TotalTime>
  <Words>883</Words>
  <Application>Microsoft Office PowerPoint</Application>
  <PresentationFormat>Widescreen</PresentationFormat>
  <Paragraphs>240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Cascadia Code</vt:lpstr>
      <vt:lpstr>Wingdings</vt:lpstr>
      <vt:lpstr>Office Theme</vt:lpstr>
      <vt:lpstr>DATA STRUCTURES AND ALGORITHMS (113215)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176</cp:revision>
  <dcterms:created xsi:type="dcterms:W3CDTF">2022-11-22T20:08:03Z</dcterms:created>
  <dcterms:modified xsi:type="dcterms:W3CDTF">2023-08-29T05:20:34Z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