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45"/>
  </p:notesMasterIdLst>
  <p:handoutMasterIdLst>
    <p:handoutMasterId r:id="rId46"/>
  </p:handoutMasterIdLst>
  <p:sldIdLst>
    <p:sldId id="2503" r:id="rId5"/>
    <p:sldId id="2462" r:id="rId6"/>
    <p:sldId id="2573" r:id="rId7"/>
    <p:sldId id="2536" r:id="rId8"/>
    <p:sldId id="2534" r:id="rId9"/>
    <p:sldId id="2570" r:id="rId10"/>
    <p:sldId id="2571" r:id="rId11"/>
    <p:sldId id="2537" r:id="rId12"/>
    <p:sldId id="2535" r:id="rId13"/>
    <p:sldId id="2538" r:id="rId14"/>
    <p:sldId id="2540" r:id="rId15"/>
    <p:sldId id="2572" r:id="rId16"/>
    <p:sldId id="2546" r:id="rId17"/>
    <p:sldId id="2541" r:id="rId18"/>
    <p:sldId id="2544" r:id="rId19"/>
    <p:sldId id="2545" r:id="rId20"/>
    <p:sldId id="2549" r:id="rId21"/>
    <p:sldId id="2548" r:id="rId22"/>
    <p:sldId id="2539" r:id="rId23"/>
    <p:sldId id="2547" r:id="rId24"/>
    <p:sldId id="2550" r:id="rId25"/>
    <p:sldId id="2551" r:id="rId26"/>
    <p:sldId id="2552" r:id="rId27"/>
    <p:sldId id="2553" r:id="rId28"/>
    <p:sldId id="2554" r:id="rId29"/>
    <p:sldId id="2557" r:id="rId30"/>
    <p:sldId id="2556" r:id="rId31"/>
    <p:sldId id="2555" r:id="rId32"/>
    <p:sldId id="2558" r:id="rId33"/>
    <p:sldId id="2559" r:id="rId34"/>
    <p:sldId id="2560" r:id="rId35"/>
    <p:sldId id="2561" r:id="rId36"/>
    <p:sldId id="2564" r:id="rId37"/>
    <p:sldId id="2565" r:id="rId38"/>
    <p:sldId id="2566" r:id="rId39"/>
    <p:sldId id="2567" r:id="rId40"/>
    <p:sldId id="2568" r:id="rId41"/>
    <p:sldId id="2562" r:id="rId42"/>
    <p:sldId id="2569" r:id="rId43"/>
    <p:sldId id="2436" r:id="rId4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92" userDrawn="1">
          <p15:clr>
            <a:srgbClr val="A4A3A4"/>
          </p15:clr>
        </p15:guide>
        <p15:guide id="2" pos="3840" userDrawn="1">
          <p15:clr>
            <a:srgbClr val="A4A3A4"/>
          </p15:clr>
        </p15:guide>
        <p15:guide id="3" orient="horz" pos="141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023B"/>
    <a:srgbClr val="898989"/>
    <a:srgbClr val="2F3342"/>
    <a:srgbClr val="A53F52"/>
    <a:srgbClr val="2C2153"/>
    <a:srgbClr val="E9975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9302E6F-E720-43A4-8027-0E35C9C1FA3B}" v="2" dt="2023-08-09T07:17:25.19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5210" autoAdjust="0"/>
    <p:restoredTop sz="89150" autoAdjust="0"/>
  </p:normalViewPr>
  <p:slideViewPr>
    <p:cSldViewPr snapToGrid="0">
      <p:cViewPr varScale="1">
        <p:scale>
          <a:sx n="42" d="100"/>
          <a:sy n="42" d="100"/>
        </p:scale>
        <p:origin x="58" y="931"/>
      </p:cViewPr>
      <p:guideLst>
        <p:guide orient="horz" pos="1992"/>
        <p:guide pos="3840"/>
        <p:guide orient="horz" pos="1416"/>
      </p:guideLst>
    </p:cSldViewPr>
  </p:slideViewPr>
  <p:outlineViewPr>
    <p:cViewPr>
      <p:scale>
        <a:sx n="33" d="100"/>
        <a:sy n="33" d="100"/>
      </p:scale>
      <p:origin x="0" y="-5189"/>
    </p:cViewPr>
  </p:outlineViewPr>
  <p:notesTextViewPr>
    <p:cViewPr>
      <p:scale>
        <a:sx n="1" d="1"/>
        <a:sy n="1" d="1"/>
      </p:scale>
      <p:origin x="0" y="0"/>
    </p:cViewPr>
  </p:notesTextViewPr>
  <p:sorterViewPr>
    <p:cViewPr>
      <p:scale>
        <a:sx n="130" d="100"/>
        <a:sy n="130" d="100"/>
      </p:scale>
      <p:origin x="0" y="-8722"/>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viewProps" Target="viewProps.xml"/><Relationship Id="rId8" Type="http://schemas.openxmlformats.org/officeDocument/2006/relationships/slide" Target="slides/slide4.xml"/><Relationship Id="rId51" Type="http://schemas.microsoft.com/office/2016/11/relationships/changesInfo" Target="changesInfos/changesInfo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handoutMaster" Target="handoutMasters/handoutMaster1.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wais Ahmed" userId="6abc7d4556b3b071" providerId="LiveId" clId="{09302E6F-E720-43A4-8027-0E35C9C1FA3B}"/>
    <pc:docChg chg="modSld">
      <pc:chgData name="Owais Ahmed" userId="6abc7d4556b3b071" providerId="LiveId" clId="{09302E6F-E720-43A4-8027-0E35C9C1FA3B}" dt="2023-08-09T07:17:25.193" v="1" actId="20577"/>
      <pc:docMkLst>
        <pc:docMk/>
      </pc:docMkLst>
      <pc:sldChg chg="modSp">
        <pc:chgData name="Owais Ahmed" userId="6abc7d4556b3b071" providerId="LiveId" clId="{09302E6F-E720-43A4-8027-0E35C9C1FA3B}" dt="2023-08-09T07:17:25.193" v="1" actId="20577"/>
        <pc:sldMkLst>
          <pc:docMk/>
          <pc:sldMk cId="1491465952" sldId="2561"/>
        </pc:sldMkLst>
        <pc:spChg chg="mod">
          <ac:chgData name="Owais Ahmed" userId="6abc7d4556b3b071" providerId="LiveId" clId="{09302E6F-E720-43A4-8027-0E35C9C1FA3B}" dt="2023-08-09T07:17:25.193" v="1" actId="20577"/>
          <ac:spMkLst>
            <pc:docMk/>
            <pc:sldMk cId="1491465952" sldId="2561"/>
            <ac:spMk id="3" creationId="{4A1C0383-58FE-E486-295E-B33B8683B938}"/>
          </ac:spMkLst>
        </pc:spChg>
      </pc:sldChg>
    </pc:docChg>
  </pc:docChgLst>
  <pc:docChgLst>
    <pc:chgData name="Owais Ahmed" userId="6abc7d4556b3b071" providerId="LiveId" clId="{A0A0B23C-9582-4EB4-B3A1-0372300E43A8}"/>
    <pc:docChg chg="modSld">
      <pc:chgData name="Owais Ahmed" userId="6abc7d4556b3b071" providerId="LiveId" clId="{A0A0B23C-9582-4EB4-B3A1-0372300E43A8}" dt="2023-08-02T06:51:06.839" v="1"/>
      <pc:docMkLst>
        <pc:docMk/>
      </pc:docMkLst>
      <pc:sldChg chg="modAnim">
        <pc:chgData name="Owais Ahmed" userId="6abc7d4556b3b071" providerId="LiveId" clId="{A0A0B23C-9582-4EB4-B3A1-0372300E43A8}" dt="2023-08-02T06:51:06.839" v="1"/>
        <pc:sldMkLst>
          <pc:docMk/>
          <pc:sldMk cId="1819358104" sldId="2558"/>
        </pc:sldMkLst>
      </pc:sldChg>
    </pc:docChg>
  </pc:docChgLst>
  <pc:docChgLst>
    <pc:chgData name="Owais Ahmed" userId="6abc7d4556b3b071" providerId="LiveId" clId="{7FBE4BB3-F957-416B-ADF9-E330974AE194}"/>
    <pc:docChg chg="modSld">
      <pc:chgData name="Owais Ahmed" userId="6abc7d4556b3b071" providerId="LiveId" clId="{7FBE4BB3-F957-416B-ADF9-E330974AE194}" dt="2023-08-04T09:02:42.521" v="7" actId="20577"/>
      <pc:docMkLst>
        <pc:docMk/>
      </pc:docMkLst>
      <pc:sldChg chg="modSp mod">
        <pc:chgData name="Owais Ahmed" userId="6abc7d4556b3b071" providerId="LiveId" clId="{7FBE4BB3-F957-416B-ADF9-E330974AE194}" dt="2023-08-04T09:02:42.521" v="7" actId="20577"/>
        <pc:sldMkLst>
          <pc:docMk/>
          <pc:sldMk cId="2840600966" sldId="2567"/>
        </pc:sldMkLst>
        <pc:spChg chg="mod">
          <ac:chgData name="Owais Ahmed" userId="6abc7d4556b3b071" providerId="LiveId" clId="{7FBE4BB3-F957-416B-ADF9-E330974AE194}" dt="2023-08-04T09:02:42.521" v="7" actId="20577"/>
          <ac:spMkLst>
            <pc:docMk/>
            <pc:sldMk cId="2840600966" sldId="2567"/>
            <ac:spMk id="4" creationId="{9738DAB8-CC8F-168B-607B-11791272187C}"/>
          </ac:spMkLst>
        </pc:spChg>
        <pc:spChg chg="mod">
          <ac:chgData name="Owais Ahmed" userId="6abc7d4556b3b071" providerId="LiveId" clId="{7FBE4BB3-F957-416B-ADF9-E330974AE194}" dt="2023-08-04T09:02:31.032" v="2" actId="20577"/>
          <ac:spMkLst>
            <pc:docMk/>
            <pc:sldMk cId="2840600966" sldId="2567"/>
            <ac:spMk id="41" creationId="{448ED30D-A2FA-709F-E2FB-D47D678E8C86}"/>
          </ac:spMkLst>
        </pc:spChg>
        <pc:spChg chg="mod">
          <ac:chgData name="Owais Ahmed" userId="6abc7d4556b3b071" providerId="LiveId" clId="{7FBE4BB3-F957-416B-ADF9-E330974AE194}" dt="2023-08-04T09:01:06.328" v="0" actId="20577"/>
          <ac:spMkLst>
            <pc:docMk/>
            <pc:sldMk cId="2840600966" sldId="2567"/>
            <ac:spMk id="43" creationId="{16DDEB05-B6EA-C9A8-F7EC-CF789F5860C5}"/>
          </ac:spMkLst>
        </pc:spChg>
        <pc:spChg chg="mod">
          <ac:chgData name="Owais Ahmed" userId="6abc7d4556b3b071" providerId="LiveId" clId="{7FBE4BB3-F957-416B-ADF9-E330974AE194}" dt="2023-08-04T09:02:39.185" v="6" actId="20577"/>
          <ac:spMkLst>
            <pc:docMk/>
            <pc:sldMk cId="2840600966" sldId="2567"/>
            <ac:spMk id="46" creationId="{37272F25-0CDD-24A6-378D-CBB3B525E292}"/>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85EF29F-92E7-4677-A6FF-D4EF4D02E170}" type="doc">
      <dgm:prSet loTypeId="urn:microsoft.com/office/officeart/2005/8/layout/process4" loCatId="list" qsTypeId="urn:microsoft.com/office/officeart/2005/8/quickstyle/simple1" qsCatId="simple" csTypeId="urn:microsoft.com/office/officeart/2005/8/colors/accent0_2" csCatId="mainScheme" phldr="1"/>
      <dgm:spPr/>
      <dgm:t>
        <a:bodyPr/>
        <a:lstStyle/>
        <a:p>
          <a:endParaRPr lang="en-US"/>
        </a:p>
      </dgm:t>
    </dgm:pt>
    <dgm:pt modelId="{C39E3C23-2FAC-46F7-A6DF-1A291EA71D56}">
      <dgm:prSet phldrT="[Text]" custT="1"/>
      <dgm:spPr/>
      <dgm:t>
        <a:bodyPr/>
        <a:lstStyle/>
        <a:p>
          <a:r>
            <a:rPr lang="en-US" sz="1800" dirty="0" err="1">
              <a:solidFill>
                <a:schemeClr val="tx1"/>
              </a:solidFill>
            </a:rPr>
            <a:t>Hafs</a:t>
          </a:r>
          <a:r>
            <a:rPr lang="en-US" sz="1800" dirty="0">
              <a:solidFill>
                <a:schemeClr val="tx1"/>
              </a:solidFill>
            </a:rPr>
            <a:t> (1000)</a:t>
          </a:r>
        </a:p>
      </dgm:t>
    </dgm:pt>
    <dgm:pt modelId="{A4E1F13D-68EF-412A-948A-A783F0C2BF76}" type="parTrans" cxnId="{35E57317-C39A-40AA-BF51-0B58A7D5169F}">
      <dgm:prSet/>
      <dgm:spPr/>
      <dgm:t>
        <a:bodyPr/>
        <a:lstStyle/>
        <a:p>
          <a:endParaRPr lang="en-US" sz="1800">
            <a:solidFill>
              <a:schemeClr val="tx1"/>
            </a:solidFill>
          </a:endParaRPr>
        </a:p>
      </dgm:t>
    </dgm:pt>
    <dgm:pt modelId="{6AA07756-A867-4FD3-B09C-31D05E80A8C2}" type="sibTrans" cxnId="{35E57317-C39A-40AA-BF51-0B58A7D5169F}">
      <dgm:prSet/>
      <dgm:spPr/>
      <dgm:t>
        <a:bodyPr/>
        <a:lstStyle/>
        <a:p>
          <a:endParaRPr lang="en-US" sz="1800">
            <a:solidFill>
              <a:schemeClr val="tx1"/>
            </a:solidFill>
          </a:endParaRPr>
        </a:p>
      </dgm:t>
    </dgm:pt>
    <dgm:pt modelId="{8FE83675-BC1E-4BFC-86E9-88B68D69FABC}">
      <dgm:prSet phldrT="[Text]" custT="1"/>
      <dgm:spPr/>
      <dgm:t>
        <a:bodyPr/>
        <a:lstStyle/>
        <a:p>
          <a:r>
            <a:rPr lang="en-US" sz="1800" dirty="0">
              <a:solidFill>
                <a:schemeClr val="tx1"/>
              </a:solidFill>
            </a:rPr>
            <a:t>Next: 1080</a:t>
          </a:r>
        </a:p>
      </dgm:t>
    </dgm:pt>
    <dgm:pt modelId="{08BB5FA6-7C12-4A0C-8337-E12566141000}" type="parTrans" cxnId="{FD0C1646-CB97-40DF-B5D9-45EBC2B914A7}">
      <dgm:prSet/>
      <dgm:spPr/>
      <dgm:t>
        <a:bodyPr/>
        <a:lstStyle/>
        <a:p>
          <a:endParaRPr lang="en-US" sz="1800">
            <a:solidFill>
              <a:schemeClr val="tx1"/>
            </a:solidFill>
          </a:endParaRPr>
        </a:p>
      </dgm:t>
    </dgm:pt>
    <dgm:pt modelId="{644C4315-5D76-4366-B28B-8B281CEA08E7}" type="sibTrans" cxnId="{FD0C1646-CB97-40DF-B5D9-45EBC2B914A7}">
      <dgm:prSet/>
      <dgm:spPr/>
      <dgm:t>
        <a:bodyPr/>
        <a:lstStyle/>
        <a:p>
          <a:endParaRPr lang="en-US" sz="1800">
            <a:solidFill>
              <a:schemeClr val="tx1"/>
            </a:solidFill>
          </a:endParaRPr>
        </a:p>
      </dgm:t>
    </dgm:pt>
    <dgm:pt modelId="{EBDC2BA8-D6DB-46B2-A42C-BB287AB44EAB}">
      <dgm:prSet phldrT="[Text]" custT="1"/>
      <dgm:spPr/>
      <dgm:t>
        <a:bodyPr/>
        <a:lstStyle/>
        <a:p>
          <a:r>
            <a:rPr lang="en-US" sz="1800" dirty="0">
              <a:solidFill>
                <a:schemeClr val="tx1"/>
              </a:solidFill>
            </a:rPr>
            <a:t>Next: 1160</a:t>
          </a:r>
        </a:p>
      </dgm:t>
    </dgm:pt>
    <dgm:pt modelId="{2C6316C0-1DDB-4ECC-89EE-12DCAD6964EE}" type="parTrans" cxnId="{2252AC41-B2CC-4139-99F4-0909C243D10B}">
      <dgm:prSet/>
      <dgm:spPr/>
      <dgm:t>
        <a:bodyPr/>
        <a:lstStyle/>
        <a:p>
          <a:endParaRPr lang="en-US" sz="1800">
            <a:solidFill>
              <a:schemeClr val="tx1"/>
            </a:solidFill>
          </a:endParaRPr>
        </a:p>
      </dgm:t>
    </dgm:pt>
    <dgm:pt modelId="{5683F5A1-C15D-4511-AD22-66D60C8C5F70}" type="sibTrans" cxnId="{2252AC41-B2CC-4139-99F4-0909C243D10B}">
      <dgm:prSet/>
      <dgm:spPr/>
      <dgm:t>
        <a:bodyPr/>
        <a:lstStyle/>
        <a:p>
          <a:endParaRPr lang="en-US" sz="1800">
            <a:solidFill>
              <a:schemeClr val="tx1"/>
            </a:solidFill>
          </a:endParaRPr>
        </a:p>
      </dgm:t>
    </dgm:pt>
    <dgm:pt modelId="{087B5EBD-F0A9-4655-B707-03E17A7E183A}">
      <dgm:prSet phldrT="[Text]" custT="1"/>
      <dgm:spPr/>
      <dgm:t>
        <a:bodyPr/>
        <a:lstStyle/>
        <a:p>
          <a:r>
            <a:rPr lang="en-US" sz="1800" dirty="0" err="1">
              <a:solidFill>
                <a:schemeClr val="tx1"/>
              </a:solidFill>
            </a:rPr>
            <a:t>Mohimin</a:t>
          </a:r>
          <a:r>
            <a:rPr lang="en-US" sz="1800" dirty="0">
              <a:solidFill>
                <a:schemeClr val="tx1"/>
              </a:solidFill>
            </a:rPr>
            <a:t> (1160)</a:t>
          </a:r>
        </a:p>
      </dgm:t>
    </dgm:pt>
    <dgm:pt modelId="{9DF3D824-9C2C-4E0A-95E0-361D3DC9D5E3}" type="parTrans" cxnId="{F88FFDC8-458A-4975-A9F0-E4D25DAF2590}">
      <dgm:prSet/>
      <dgm:spPr/>
      <dgm:t>
        <a:bodyPr/>
        <a:lstStyle/>
        <a:p>
          <a:endParaRPr lang="en-US" sz="1800">
            <a:solidFill>
              <a:schemeClr val="tx1"/>
            </a:solidFill>
          </a:endParaRPr>
        </a:p>
      </dgm:t>
    </dgm:pt>
    <dgm:pt modelId="{734C1A15-F309-41D6-BDB6-D2BF2C76EBAF}" type="sibTrans" cxnId="{F88FFDC8-458A-4975-A9F0-E4D25DAF2590}">
      <dgm:prSet/>
      <dgm:spPr/>
      <dgm:t>
        <a:bodyPr/>
        <a:lstStyle/>
        <a:p>
          <a:endParaRPr lang="en-US" sz="1800">
            <a:solidFill>
              <a:schemeClr val="tx1"/>
            </a:solidFill>
          </a:endParaRPr>
        </a:p>
      </dgm:t>
    </dgm:pt>
    <dgm:pt modelId="{98F6B0FF-EC30-4B70-9E89-709F90BB9440}">
      <dgm:prSet phldrT="[Text]" custT="1"/>
      <dgm:spPr/>
      <dgm:t>
        <a:bodyPr/>
        <a:lstStyle/>
        <a:p>
          <a:r>
            <a:rPr lang="en-US" sz="1800" dirty="0">
              <a:solidFill>
                <a:schemeClr val="tx1"/>
              </a:solidFill>
            </a:rPr>
            <a:t>Next: (1240)</a:t>
          </a:r>
        </a:p>
      </dgm:t>
    </dgm:pt>
    <dgm:pt modelId="{DFEA61E5-71DA-447F-8D16-0EC63E5A773A}" type="parTrans" cxnId="{7A72836A-855D-4526-8804-3A10CEDCB942}">
      <dgm:prSet/>
      <dgm:spPr/>
      <dgm:t>
        <a:bodyPr/>
        <a:lstStyle/>
        <a:p>
          <a:endParaRPr lang="en-US" sz="1800">
            <a:solidFill>
              <a:schemeClr val="tx1"/>
            </a:solidFill>
          </a:endParaRPr>
        </a:p>
      </dgm:t>
    </dgm:pt>
    <dgm:pt modelId="{F9AD79ED-5F12-49E3-AB8D-EBDA072385A0}" type="sibTrans" cxnId="{7A72836A-855D-4526-8804-3A10CEDCB942}">
      <dgm:prSet/>
      <dgm:spPr/>
      <dgm:t>
        <a:bodyPr/>
        <a:lstStyle/>
        <a:p>
          <a:endParaRPr lang="en-US" sz="1800">
            <a:solidFill>
              <a:schemeClr val="tx1"/>
            </a:solidFill>
          </a:endParaRPr>
        </a:p>
      </dgm:t>
    </dgm:pt>
    <dgm:pt modelId="{CCFBE03C-4263-4E4A-808E-D391362D09D6}">
      <dgm:prSet phldrT="[Text]" custT="1"/>
      <dgm:spPr/>
      <dgm:t>
        <a:bodyPr/>
        <a:lstStyle/>
        <a:p>
          <a:r>
            <a:rPr lang="en-US" sz="1800" dirty="0">
              <a:solidFill>
                <a:schemeClr val="tx1"/>
              </a:solidFill>
            </a:rPr>
            <a:t>Asra (1080)</a:t>
          </a:r>
        </a:p>
      </dgm:t>
    </dgm:pt>
    <dgm:pt modelId="{0B1923A0-1548-4E06-BC6F-BF83B76C9D48}" type="parTrans" cxnId="{9597CC8B-269C-44B8-82A2-0A961D7D5CA9}">
      <dgm:prSet/>
      <dgm:spPr/>
      <dgm:t>
        <a:bodyPr/>
        <a:lstStyle/>
        <a:p>
          <a:endParaRPr lang="en-US" sz="1800">
            <a:solidFill>
              <a:schemeClr val="tx1"/>
            </a:solidFill>
          </a:endParaRPr>
        </a:p>
      </dgm:t>
    </dgm:pt>
    <dgm:pt modelId="{CB0D7A3B-3255-4DE9-823A-7CF555D4AF49}" type="sibTrans" cxnId="{9597CC8B-269C-44B8-82A2-0A961D7D5CA9}">
      <dgm:prSet/>
      <dgm:spPr/>
      <dgm:t>
        <a:bodyPr/>
        <a:lstStyle/>
        <a:p>
          <a:endParaRPr lang="en-US" sz="1800">
            <a:solidFill>
              <a:schemeClr val="tx1"/>
            </a:solidFill>
          </a:endParaRPr>
        </a:p>
      </dgm:t>
    </dgm:pt>
    <dgm:pt modelId="{B7762A85-8955-46FE-87CF-87007108E190}">
      <dgm:prSet phldrT="[Text]" custT="1"/>
      <dgm:spPr/>
      <dgm:t>
        <a:bodyPr/>
        <a:lstStyle/>
        <a:p>
          <a:r>
            <a:rPr lang="en-US" sz="1800" dirty="0" err="1">
              <a:solidFill>
                <a:schemeClr val="tx1"/>
              </a:solidFill>
            </a:rPr>
            <a:t>Shahzaman</a:t>
          </a:r>
          <a:r>
            <a:rPr lang="en-US" sz="1800" dirty="0">
              <a:solidFill>
                <a:schemeClr val="tx1"/>
              </a:solidFill>
            </a:rPr>
            <a:t> (1240)</a:t>
          </a:r>
        </a:p>
      </dgm:t>
    </dgm:pt>
    <dgm:pt modelId="{CFE6B9C5-7E47-4D8B-A0C1-BF83B682E653}" type="parTrans" cxnId="{19BCA11E-9D5D-4422-A73B-7AA2A895799E}">
      <dgm:prSet/>
      <dgm:spPr/>
      <dgm:t>
        <a:bodyPr/>
        <a:lstStyle/>
        <a:p>
          <a:endParaRPr lang="en-US" sz="1800">
            <a:solidFill>
              <a:schemeClr val="tx1"/>
            </a:solidFill>
          </a:endParaRPr>
        </a:p>
      </dgm:t>
    </dgm:pt>
    <dgm:pt modelId="{E225C9CD-364B-4A2B-BEB4-6F0F3538EAA9}" type="sibTrans" cxnId="{19BCA11E-9D5D-4422-A73B-7AA2A895799E}">
      <dgm:prSet/>
      <dgm:spPr/>
      <dgm:t>
        <a:bodyPr/>
        <a:lstStyle/>
        <a:p>
          <a:endParaRPr lang="en-US" sz="1800">
            <a:solidFill>
              <a:schemeClr val="tx1"/>
            </a:solidFill>
          </a:endParaRPr>
        </a:p>
      </dgm:t>
    </dgm:pt>
    <dgm:pt modelId="{A68FC509-018A-4978-9947-BB5576CBF1AF}">
      <dgm:prSet phldrT="[Text]" custT="1"/>
      <dgm:spPr/>
      <dgm:t>
        <a:bodyPr/>
        <a:lstStyle/>
        <a:p>
          <a:r>
            <a:rPr lang="en-US" sz="1800" dirty="0">
              <a:solidFill>
                <a:schemeClr val="tx1"/>
              </a:solidFill>
            </a:rPr>
            <a:t>Next: (1320)</a:t>
          </a:r>
        </a:p>
      </dgm:t>
    </dgm:pt>
    <dgm:pt modelId="{9DF7BF94-BB3E-4322-922E-8D118270BD6A}" type="parTrans" cxnId="{75B3E9CB-07B1-4592-91D8-DC40418C8CBC}">
      <dgm:prSet/>
      <dgm:spPr/>
      <dgm:t>
        <a:bodyPr/>
        <a:lstStyle/>
        <a:p>
          <a:endParaRPr lang="en-US"/>
        </a:p>
      </dgm:t>
    </dgm:pt>
    <dgm:pt modelId="{B457F42F-1BBA-4D0E-A97A-D401C9954954}" type="sibTrans" cxnId="{75B3E9CB-07B1-4592-91D8-DC40418C8CBC}">
      <dgm:prSet/>
      <dgm:spPr/>
      <dgm:t>
        <a:bodyPr/>
        <a:lstStyle/>
        <a:p>
          <a:endParaRPr lang="en-US"/>
        </a:p>
      </dgm:t>
    </dgm:pt>
    <dgm:pt modelId="{DA484713-6682-46A6-96F2-CCDBE43B793D}">
      <dgm:prSet phldrT="[Text]" custT="1"/>
      <dgm:spPr/>
      <dgm:t>
        <a:bodyPr/>
        <a:lstStyle/>
        <a:p>
          <a:r>
            <a:rPr lang="en-US" sz="1800" dirty="0">
              <a:solidFill>
                <a:schemeClr val="tx1"/>
              </a:solidFill>
            </a:rPr>
            <a:t>Omar Baig (1320)</a:t>
          </a:r>
        </a:p>
      </dgm:t>
    </dgm:pt>
    <dgm:pt modelId="{2AC69B6D-67A5-4D9E-9E4B-5D64D007059E}" type="parTrans" cxnId="{B2AFE90F-C599-436B-9991-0C86C826277F}">
      <dgm:prSet/>
      <dgm:spPr/>
      <dgm:t>
        <a:bodyPr/>
        <a:lstStyle/>
        <a:p>
          <a:endParaRPr lang="en-US"/>
        </a:p>
      </dgm:t>
    </dgm:pt>
    <dgm:pt modelId="{EFCFCF17-2D88-46C4-A2EB-D12BF99AC455}" type="sibTrans" cxnId="{B2AFE90F-C599-436B-9991-0C86C826277F}">
      <dgm:prSet/>
      <dgm:spPr/>
      <dgm:t>
        <a:bodyPr/>
        <a:lstStyle/>
        <a:p>
          <a:endParaRPr lang="en-US"/>
        </a:p>
      </dgm:t>
    </dgm:pt>
    <dgm:pt modelId="{9C877F5B-36FD-4FDE-8468-E4869939D519}">
      <dgm:prSet phldrT="[Text]" custT="1"/>
      <dgm:spPr/>
      <dgm:t>
        <a:bodyPr/>
        <a:lstStyle/>
        <a:p>
          <a:r>
            <a:rPr lang="en-US" sz="1800" dirty="0">
              <a:solidFill>
                <a:schemeClr val="tx1"/>
              </a:solidFill>
            </a:rPr>
            <a:t>Next: (1400)</a:t>
          </a:r>
        </a:p>
      </dgm:t>
    </dgm:pt>
    <dgm:pt modelId="{B5B52C66-F8F2-48AD-A4BC-B1F1E1994D07}" type="parTrans" cxnId="{A2CD47EB-647F-417C-8E6F-5A041C5AC6AE}">
      <dgm:prSet/>
      <dgm:spPr/>
      <dgm:t>
        <a:bodyPr/>
        <a:lstStyle/>
        <a:p>
          <a:endParaRPr lang="en-US"/>
        </a:p>
      </dgm:t>
    </dgm:pt>
    <dgm:pt modelId="{900C90FB-FEDC-4AE9-866C-3EC31B84F1EA}" type="sibTrans" cxnId="{A2CD47EB-647F-417C-8E6F-5A041C5AC6AE}">
      <dgm:prSet/>
      <dgm:spPr/>
      <dgm:t>
        <a:bodyPr/>
        <a:lstStyle/>
        <a:p>
          <a:endParaRPr lang="en-US"/>
        </a:p>
      </dgm:t>
    </dgm:pt>
    <dgm:pt modelId="{DA650997-5C77-4E8E-BE92-76AEE27231AB}">
      <dgm:prSet phldrT="[Text]" custT="1"/>
      <dgm:spPr/>
      <dgm:t>
        <a:bodyPr/>
        <a:lstStyle/>
        <a:p>
          <a:r>
            <a:rPr lang="en-US" sz="1800" dirty="0">
              <a:solidFill>
                <a:schemeClr val="tx1"/>
              </a:solidFill>
            </a:rPr>
            <a:t>Omar Khan (1400)</a:t>
          </a:r>
        </a:p>
      </dgm:t>
    </dgm:pt>
    <dgm:pt modelId="{DF962E63-3C2A-41AB-8603-57A13DE3F2A9}" type="parTrans" cxnId="{4DB863F9-132F-4C02-9EE0-C31F64FBF037}">
      <dgm:prSet/>
      <dgm:spPr/>
      <dgm:t>
        <a:bodyPr/>
        <a:lstStyle/>
        <a:p>
          <a:endParaRPr lang="en-US"/>
        </a:p>
      </dgm:t>
    </dgm:pt>
    <dgm:pt modelId="{8B5CDA5C-4204-4BC4-937C-D4018A2F6CF8}" type="sibTrans" cxnId="{4DB863F9-132F-4C02-9EE0-C31F64FBF037}">
      <dgm:prSet/>
      <dgm:spPr/>
      <dgm:t>
        <a:bodyPr/>
        <a:lstStyle/>
        <a:p>
          <a:endParaRPr lang="en-US"/>
        </a:p>
      </dgm:t>
    </dgm:pt>
    <dgm:pt modelId="{7361DD3D-5F65-411A-A40F-38430317045E}">
      <dgm:prSet phldrT="[Text]" custT="1"/>
      <dgm:spPr/>
      <dgm:t>
        <a:bodyPr/>
        <a:lstStyle/>
        <a:p>
          <a:r>
            <a:rPr lang="en-US" sz="1800" dirty="0">
              <a:solidFill>
                <a:schemeClr val="tx1"/>
              </a:solidFill>
            </a:rPr>
            <a:t>Next: Null</a:t>
          </a:r>
        </a:p>
      </dgm:t>
    </dgm:pt>
    <dgm:pt modelId="{E36EAE05-927D-43B6-BFEC-414F83EA37CA}" type="parTrans" cxnId="{0A8DCB73-7A4B-460D-8542-4C4785EAEDC8}">
      <dgm:prSet/>
      <dgm:spPr/>
      <dgm:t>
        <a:bodyPr/>
        <a:lstStyle/>
        <a:p>
          <a:endParaRPr lang="en-US"/>
        </a:p>
      </dgm:t>
    </dgm:pt>
    <dgm:pt modelId="{916C818D-BC80-4794-B7E5-D7D24AE2A023}" type="sibTrans" cxnId="{0A8DCB73-7A4B-460D-8542-4C4785EAEDC8}">
      <dgm:prSet/>
      <dgm:spPr/>
      <dgm:t>
        <a:bodyPr/>
        <a:lstStyle/>
        <a:p>
          <a:endParaRPr lang="en-US"/>
        </a:p>
      </dgm:t>
    </dgm:pt>
    <dgm:pt modelId="{3DC108ED-6BE0-4382-9440-E31FEF691771}" type="pres">
      <dgm:prSet presAssocID="{885EF29F-92E7-4677-A6FF-D4EF4D02E170}" presName="Name0" presStyleCnt="0">
        <dgm:presLayoutVars>
          <dgm:dir/>
          <dgm:animLvl val="lvl"/>
          <dgm:resizeHandles val="exact"/>
        </dgm:presLayoutVars>
      </dgm:prSet>
      <dgm:spPr/>
    </dgm:pt>
    <dgm:pt modelId="{9BE27DF8-6904-4FED-92BA-EAE61C294802}" type="pres">
      <dgm:prSet presAssocID="{DA650997-5C77-4E8E-BE92-76AEE27231AB}" presName="boxAndChildren" presStyleCnt="0"/>
      <dgm:spPr/>
    </dgm:pt>
    <dgm:pt modelId="{94E7D591-BB21-4C82-850A-3DA68F78224D}" type="pres">
      <dgm:prSet presAssocID="{DA650997-5C77-4E8E-BE92-76AEE27231AB}" presName="parentTextBox" presStyleLbl="node1" presStyleIdx="0" presStyleCnt="6"/>
      <dgm:spPr/>
    </dgm:pt>
    <dgm:pt modelId="{63AC17C7-F652-4FA2-8A4D-FA22E7CEFC33}" type="pres">
      <dgm:prSet presAssocID="{DA650997-5C77-4E8E-BE92-76AEE27231AB}" presName="entireBox" presStyleLbl="node1" presStyleIdx="0" presStyleCnt="6"/>
      <dgm:spPr/>
    </dgm:pt>
    <dgm:pt modelId="{DC655F72-FF5D-494F-8FCB-138013F3DCAD}" type="pres">
      <dgm:prSet presAssocID="{DA650997-5C77-4E8E-BE92-76AEE27231AB}" presName="descendantBox" presStyleCnt="0"/>
      <dgm:spPr/>
    </dgm:pt>
    <dgm:pt modelId="{60446952-9B22-4ACA-B576-58D6AD932FE2}" type="pres">
      <dgm:prSet presAssocID="{7361DD3D-5F65-411A-A40F-38430317045E}" presName="childTextBox" presStyleLbl="fgAccFollowNode1" presStyleIdx="0" presStyleCnt="6">
        <dgm:presLayoutVars>
          <dgm:bulletEnabled val="1"/>
        </dgm:presLayoutVars>
      </dgm:prSet>
      <dgm:spPr/>
    </dgm:pt>
    <dgm:pt modelId="{5CC65544-568F-4773-A504-5720645315A3}" type="pres">
      <dgm:prSet presAssocID="{EFCFCF17-2D88-46C4-A2EB-D12BF99AC455}" presName="sp" presStyleCnt="0"/>
      <dgm:spPr/>
    </dgm:pt>
    <dgm:pt modelId="{9095AF84-27A8-42C2-A8E5-B24133CCC3DF}" type="pres">
      <dgm:prSet presAssocID="{DA484713-6682-46A6-96F2-CCDBE43B793D}" presName="arrowAndChildren" presStyleCnt="0"/>
      <dgm:spPr/>
    </dgm:pt>
    <dgm:pt modelId="{766BDC2D-E465-4256-83E1-36FDC2AFC46F}" type="pres">
      <dgm:prSet presAssocID="{DA484713-6682-46A6-96F2-CCDBE43B793D}" presName="parentTextArrow" presStyleLbl="node1" presStyleIdx="0" presStyleCnt="6"/>
      <dgm:spPr/>
    </dgm:pt>
    <dgm:pt modelId="{E1FE6332-B18B-4756-9A05-568887C9B185}" type="pres">
      <dgm:prSet presAssocID="{DA484713-6682-46A6-96F2-CCDBE43B793D}" presName="arrow" presStyleLbl="node1" presStyleIdx="1" presStyleCnt="6"/>
      <dgm:spPr/>
    </dgm:pt>
    <dgm:pt modelId="{EF24F7FC-EA37-4C0D-86AA-E9D97A641A1C}" type="pres">
      <dgm:prSet presAssocID="{DA484713-6682-46A6-96F2-CCDBE43B793D}" presName="descendantArrow" presStyleCnt="0"/>
      <dgm:spPr/>
    </dgm:pt>
    <dgm:pt modelId="{28E53C9D-778A-469D-A7CB-295342BDB9E7}" type="pres">
      <dgm:prSet presAssocID="{9C877F5B-36FD-4FDE-8468-E4869939D519}" presName="childTextArrow" presStyleLbl="fgAccFollowNode1" presStyleIdx="1" presStyleCnt="6">
        <dgm:presLayoutVars>
          <dgm:bulletEnabled val="1"/>
        </dgm:presLayoutVars>
      </dgm:prSet>
      <dgm:spPr/>
    </dgm:pt>
    <dgm:pt modelId="{FE0C2A7C-444A-4255-A30C-A790827F91DA}" type="pres">
      <dgm:prSet presAssocID="{E225C9CD-364B-4A2B-BEB4-6F0F3538EAA9}" presName="sp" presStyleCnt="0"/>
      <dgm:spPr/>
    </dgm:pt>
    <dgm:pt modelId="{8E993791-ED34-4A97-884A-1C25BFDF4FB2}" type="pres">
      <dgm:prSet presAssocID="{B7762A85-8955-46FE-87CF-87007108E190}" presName="arrowAndChildren" presStyleCnt="0"/>
      <dgm:spPr/>
    </dgm:pt>
    <dgm:pt modelId="{036B3DC7-94A3-44EC-BFCA-455586476391}" type="pres">
      <dgm:prSet presAssocID="{B7762A85-8955-46FE-87CF-87007108E190}" presName="parentTextArrow" presStyleLbl="node1" presStyleIdx="1" presStyleCnt="6"/>
      <dgm:spPr/>
    </dgm:pt>
    <dgm:pt modelId="{8C75E1E5-DDE1-4CA0-96C4-4BBB4C1CD29C}" type="pres">
      <dgm:prSet presAssocID="{B7762A85-8955-46FE-87CF-87007108E190}" presName="arrow" presStyleLbl="node1" presStyleIdx="2" presStyleCnt="6"/>
      <dgm:spPr/>
    </dgm:pt>
    <dgm:pt modelId="{DA04D12D-7A37-4B2E-9D1E-9D865718DD3A}" type="pres">
      <dgm:prSet presAssocID="{B7762A85-8955-46FE-87CF-87007108E190}" presName="descendantArrow" presStyleCnt="0"/>
      <dgm:spPr/>
    </dgm:pt>
    <dgm:pt modelId="{F4974422-5D35-49D6-B582-FDD9AB8671C9}" type="pres">
      <dgm:prSet presAssocID="{A68FC509-018A-4978-9947-BB5576CBF1AF}" presName="childTextArrow" presStyleLbl="fgAccFollowNode1" presStyleIdx="2" presStyleCnt="6">
        <dgm:presLayoutVars>
          <dgm:bulletEnabled val="1"/>
        </dgm:presLayoutVars>
      </dgm:prSet>
      <dgm:spPr/>
    </dgm:pt>
    <dgm:pt modelId="{45482B65-7C94-413E-9047-529144B9DC44}" type="pres">
      <dgm:prSet presAssocID="{734C1A15-F309-41D6-BDB6-D2BF2C76EBAF}" presName="sp" presStyleCnt="0"/>
      <dgm:spPr/>
    </dgm:pt>
    <dgm:pt modelId="{4AD28CEB-671D-41FC-B396-5FB9DD3761D2}" type="pres">
      <dgm:prSet presAssocID="{087B5EBD-F0A9-4655-B707-03E17A7E183A}" presName="arrowAndChildren" presStyleCnt="0"/>
      <dgm:spPr/>
    </dgm:pt>
    <dgm:pt modelId="{A7B8B78D-DEA0-4770-A7E7-7B41BD58DCD5}" type="pres">
      <dgm:prSet presAssocID="{087B5EBD-F0A9-4655-B707-03E17A7E183A}" presName="parentTextArrow" presStyleLbl="node1" presStyleIdx="2" presStyleCnt="6"/>
      <dgm:spPr/>
    </dgm:pt>
    <dgm:pt modelId="{5D8F5670-B21C-43B3-BA8F-717503971419}" type="pres">
      <dgm:prSet presAssocID="{087B5EBD-F0A9-4655-B707-03E17A7E183A}" presName="arrow" presStyleLbl="node1" presStyleIdx="3" presStyleCnt="6"/>
      <dgm:spPr/>
    </dgm:pt>
    <dgm:pt modelId="{0EA8EC0E-B6AD-4C54-9E14-B8B63F8B92DB}" type="pres">
      <dgm:prSet presAssocID="{087B5EBD-F0A9-4655-B707-03E17A7E183A}" presName="descendantArrow" presStyleCnt="0"/>
      <dgm:spPr/>
    </dgm:pt>
    <dgm:pt modelId="{8E809ED9-F09E-4F67-AD79-F59958256690}" type="pres">
      <dgm:prSet presAssocID="{98F6B0FF-EC30-4B70-9E89-709F90BB9440}" presName="childTextArrow" presStyleLbl="fgAccFollowNode1" presStyleIdx="3" presStyleCnt="6">
        <dgm:presLayoutVars>
          <dgm:bulletEnabled val="1"/>
        </dgm:presLayoutVars>
      </dgm:prSet>
      <dgm:spPr/>
    </dgm:pt>
    <dgm:pt modelId="{BD9B08FD-9573-413B-A7A0-F4E8A016BF9C}" type="pres">
      <dgm:prSet presAssocID="{CB0D7A3B-3255-4DE9-823A-7CF555D4AF49}" presName="sp" presStyleCnt="0"/>
      <dgm:spPr/>
    </dgm:pt>
    <dgm:pt modelId="{6A13B0AE-D62B-450B-BD97-1CCC50D689F9}" type="pres">
      <dgm:prSet presAssocID="{CCFBE03C-4263-4E4A-808E-D391362D09D6}" presName="arrowAndChildren" presStyleCnt="0"/>
      <dgm:spPr/>
    </dgm:pt>
    <dgm:pt modelId="{B28586C6-5B1B-4452-B5A4-E09427C729D5}" type="pres">
      <dgm:prSet presAssocID="{CCFBE03C-4263-4E4A-808E-D391362D09D6}" presName="parentTextArrow" presStyleLbl="node1" presStyleIdx="3" presStyleCnt="6"/>
      <dgm:spPr/>
    </dgm:pt>
    <dgm:pt modelId="{4E0BA341-7178-4025-8D04-2FB5EA8B21A3}" type="pres">
      <dgm:prSet presAssocID="{CCFBE03C-4263-4E4A-808E-D391362D09D6}" presName="arrow" presStyleLbl="node1" presStyleIdx="4" presStyleCnt="6"/>
      <dgm:spPr/>
    </dgm:pt>
    <dgm:pt modelId="{80E74C7A-1710-4DAC-8061-ADBD75363FD4}" type="pres">
      <dgm:prSet presAssocID="{CCFBE03C-4263-4E4A-808E-D391362D09D6}" presName="descendantArrow" presStyleCnt="0"/>
      <dgm:spPr/>
    </dgm:pt>
    <dgm:pt modelId="{1F3FD66D-31B8-4483-9177-788B743AFA39}" type="pres">
      <dgm:prSet presAssocID="{EBDC2BA8-D6DB-46B2-A42C-BB287AB44EAB}" presName="childTextArrow" presStyleLbl="fgAccFollowNode1" presStyleIdx="4" presStyleCnt="6">
        <dgm:presLayoutVars>
          <dgm:bulletEnabled val="1"/>
        </dgm:presLayoutVars>
      </dgm:prSet>
      <dgm:spPr/>
    </dgm:pt>
    <dgm:pt modelId="{E068ED3E-CA5D-470E-B796-08D99E4AF4E0}" type="pres">
      <dgm:prSet presAssocID="{6AA07756-A867-4FD3-B09C-31D05E80A8C2}" presName="sp" presStyleCnt="0"/>
      <dgm:spPr/>
    </dgm:pt>
    <dgm:pt modelId="{050C1D88-2950-426E-9B3B-DDBFBBE02C5F}" type="pres">
      <dgm:prSet presAssocID="{C39E3C23-2FAC-46F7-A6DF-1A291EA71D56}" presName="arrowAndChildren" presStyleCnt="0"/>
      <dgm:spPr/>
    </dgm:pt>
    <dgm:pt modelId="{06451CBB-366C-4D61-AA3F-56F9EA6F10D7}" type="pres">
      <dgm:prSet presAssocID="{C39E3C23-2FAC-46F7-A6DF-1A291EA71D56}" presName="parentTextArrow" presStyleLbl="node1" presStyleIdx="4" presStyleCnt="6"/>
      <dgm:spPr/>
    </dgm:pt>
    <dgm:pt modelId="{E4B64EF6-2EE6-46D2-B38F-DA1F37A488B8}" type="pres">
      <dgm:prSet presAssocID="{C39E3C23-2FAC-46F7-A6DF-1A291EA71D56}" presName="arrow" presStyleLbl="node1" presStyleIdx="5" presStyleCnt="6"/>
      <dgm:spPr/>
    </dgm:pt>
    <dgm:pt modelId="{294B6996-BEF5-48E3-A720-E9C99EF83E96}" type="pres">
      <dgm:prSet presAssocID="{C39E3C23-2FAC-46F7-A6DF-1A291EA71D56}" presName="descendantArrow" presStyleCnt="0"/>
      <dgm:spPr/>
    </dgm:pt>
    <dgm:pt modelId="{15A09595-CCC3-46A8-996D-57150771CFAB}" type="pres">
      <dgm:prSet presAssocID="{8FE83675-BC1E-4BFC-86E9-88B68D69FABC}" presName="childTextArrow" presStyleLbl="fgAccFollowNode1" presStyleIdx="5" presStyleCnt="6">
        <dgm:presLayoutVars>
          <dgm:bulletEnabled val="1"/>
        </dgm:presLayoutVars>
      </dgm:prSet>
      <dgm:spPr/>
    </dgm:pt>
  </dgm:ptLst>
  <dgm:cxnLst>
    <dgm:cxn modelId="{B2AFE90F-C599-436B-9991-0C86C826277F}" srcId="{885EF29F-92E7-4677-A6FF-D4EF4D02E170}" destId="{DA484713-6682-46A6-96F2-CCDBE43B793D}" srcOrd="4" destOrd="0" parTransId="{2AC69B6D-67A5-4D9E-9E4B-5D64D007059E}" sibTransId="{EFCFCF17-2D88-46C4-A2EB-D12BF99AC455}"/>
    <dgm:cxn modelId="{4499F613-215D-4C7E-BB83-4B6F6E745683}" type="presOf" srcId="{CCFBE03C-4263-4E4A-808E-D391362D09D6}" destId="{4E0BA341-7178-4025-8D04-2FB5EA8B21A3}" srcOrd="1" destOrd="0" presId="urn:microsoft.com/office/officeart/2005/8/layout/process4"/>
    <dgm:cxn modelId="{35E57317-C39A-40AA-BF51-0B58A7D5169F}" srcId="{885EF29F-92E7-4677-A6FF-D4EF4D02E170}" destId="{C39E3C23-2FAC-46F7-A6DF-1A291EA71D56}" srcOrd="0" destOrd="0" parTransId="{A4E1F13D-68EF-412A-948A-A783F0C2BF76}" sibTransId="{6AA07756-A867-4FD3-B09C-31D05E80A8C2}"/>
    <dgm:cxn modelId="{A71D8F17-695A-46A3-A63D-3E19DE905E25}" type="presOf" srcId="{98F6B0FF-EC30-4B70-9E89-709F90BB9440}" destId="{8E809ED9-F09E-4F67-AD79-F59958256690}" srcOrd="0" destOrd="0" presId="urn:microsoft.com/office/officeart/2005/8/layout/process4"/>
    <dgm:cxn modelId="{19BCA11E-9D5D-4422-A73B-7AA2A895799E}" srcId="{885EF29F-92E7-4677-A6FF-D4EF4D02E170}" destId="{B7762A85-8955-46FE-87CF-87007108E190}" srcOrd="3" destOrd="0" parTransId="{CFE6B9C5-7E47-4D8B-A0C1-BF83B682E653}" sibTransId="{E225C9CD-364B-4A2B-BEB4-6F0F3538EAA9}"/>
    <dgm:cxn modelId="{C8BDE622-2CD6-40DB-AEE0-714DCE90AC64}" type="presOf" srcId="{DA484713-6682-46A6-96F2-CCDBE43B793D}" destId="{E1FE6332-B18B-4756-9A05-568887C9B185}" srcOrd="1" destOrd="0" presId="urn:microsoft.com/office/officeart/2005/8/layout/process4"/>
    <dgm:cxn modelId="{BDE68132-35A4-4A28-8B4A-81DCC66BD3DA}" type="presOf" srcId="{087B5EBD-F0A9-4655-B707-03E17A7E183A}" destId="{5D8F5670-B21C-43B3-BA8F-717503971419}" srcOrd="1" destOrd="0" presId="urn:microsoft.com/office/officeart/2005/8/layout/process4"/>
    <dgm:cxn modelId="{3F50863E-B6B5-40B9-8079-7651834F99B4}" type="presOf" srcId="{A68FC509-018A-4978-9947-BB5576CBF1AF}" destId="{F4974422-5D35-49D6-B582-FDD9AB8671C9}" srcOrd="0" destOrd="0" presId="urn:microsoft.com/office/officeart/2005/8/layout/process4"/>
    <dgm:cxn modelId="{49EC3C61-9055-4146-AEFA-0C024993F4DA}" type="presOf" srcId="{C39E3C23-2FAC-46F7-A6DF-1A291EA71D56}" destId="{E4B64EF6-2EE6-46D2-B38F-DA1F37A488B8}" srcOrd="1" destOrd="0" presId="urn:microsoft.com/office/officeart/2005/8/layout/process4"/>
    <dgm:cxn modelId="{2252AC41-B2CC-4139-99F4-0909C243D10B}" srcId="{CCFBE03C-4263-4E4A-808E-D391362D09D6}" destId="{EBDC2BA8-D6DB-46B2-A42C-BB287AB44EAB}" srcOrd="0" destOrd="0" parTransId="{2C6316C0-1DDB-4ECC-89EE-12DCAD6964EE}" sibTransId="{5683F5A1-C15D-4511-AD22-66D60C8C5F70}"/>
    <dgm:cxn modelId="{FD0C1646-CB97-40DF-B5D9-45EBC2B914A7}" srcId="{C39E3C23-2FAC-46F7-A6DF-1A291EA71D56}" destId="{8FE83675-BC1E-4BFC-86E9-88B68D69FABC}" srcOrd="0" destOrd="0" parTransId="{08BB5FA6-7C12-4A0C-8337-E12566141000}" sibTransId="{644C4315-5D76-4366-B28B-8B281CEA08E7}"/>
    <dgm:cxn modelId="{7A72836A-855D-4526-8804-3A10CEDCB942}" srcId="{087B5EBD-F0A9-4655-B707-03E17A7E183A}" destId="{98F6B0FF-EC30-4B70-9E89-709F90BB9440}" srcOrd="0" destOrd="0" parTransId="{DFEA61E5-71DA-447F-8D16-0EC63E5A773A}" sibTransId="{F9AD79ED-5F12-49E3-AB8D-EBDA072385A0}"/>
    <dgm:cxn modelId="{55C0696E-7FBA-407C-84CD-F1630B4A578F}" type="presOf" srcId="{DA650997-5C77-4E8E-BE92-76AEE27231AB}" destId="{63AC17C7-F652-4FA2-8A4D-FA22E7CEFC33}" srcOrd="1" destOrd="0" presId="urn:microsoft.com/office/officeart/2005/8/layout/process4"/>
    <dgm:cxn modelId="{B256FB6F-FC92-4213-963E-ADE6B6AA0454}" type="presOf" srcId="{9C877F5B-36FD-4FDE-8468-E4869939D519}" destId="{28E53C9D-778A-469D-A7CB-295342BDB9E7}" srcOrd="0" destOrd="0" presId="urn:microsoft.com/office/officeart/2005/8/layout/process4"/>
    <dgm:cxn modelId="{0A8DCB73-7A4B-460D-8542-4C4785EAEDC8}" srcId="{DA650997-5C77-4E8E-BE92-76AEE27231AB}" destId="{7361DD3D-5F65-411A-A40F-38430317045E}" srcOrd="0" destOrd="0" parTransId="{E36EAE05-927D-43B6-BFEC-414F83EA37CA}" sibTransId="{916C818D-BC80-4794-B7E5-D7D24AE2A023}"/>
    <dgm:cxn modelId="{D82B3F55-8E2C-4262-B2ED-4E964E390785}" type="presOf" srcId="{C39E3C23-2FAC-46F7-A6DF-1A291EA71D56}" destId="{06451CBB-366C-4D61-AA3F-56F9EA6F10D7}" srcOrd="0" destOrd="0" presId="urn:microsoft.com/office/officeart/2005/8/layout/process4"/>
    <dgm:cxn modelId="{0603667D-4D7A-4921-AFEB-C31A069083CD}" type="presOf" srcId="{CCFBE03C-4263-4E4A-808E-D391362D09D6}" destId="{B28586C6-5B1B-4452-B5A4-E09427C729D5}" srcOrd="0" destOrd="0" presId="urn:microsoft.com/office/officeart/2005/8/layout/process4"/>
    <dgm:cxn modelId="{9597CC8B-269C-44B8-82A2-0A961D7D5CA9}" srcId="{885EF29F-92E7-4677-A6FF-D4EF4D02E170}" destId="{CCFBE03C-4263-4E4A-808E-D391362D09D6}" srcOrd="1" destOrd="0" parTransId="{0B1923A0-1548-4E06-BC6F-BF83B76C9D48}" sibTransId="{CB0D7A3B-3255-4DE9-823A-7CF555D4AF49}"/>
    <dgm:cxn modelId="{7E9DD690-AAEC-4C2F-A77E-C44B5052A90B}" type="presOf" srcId="{8FE83675-BC1E-4BFC-86E9-88B68D69FABC}" destId="{15A09595-CCC3-46A8-996D-57150771CFAB}" srcOrd="0" destOrd="0" presId="urn:microsoft.com/office/officeart/2005/8/layout/process4"/>
    <dgm:cxn modelId="{E4327E93-7DA2-4714-AADA-C27F65A65ADF}" type="presOf" srcId="{EBDC2BA8-D6DB-46B2-A42C-BB287AB44EAB}" destId="{1F3FD66D-31B8-4483-9177-788B743AFA39}" srcOrd="0" destOrd="0" presId="urn:microsoft.com/office/officeart/2005/8/layout/process4"/>
    <dgm:cxn modelId="{58095CA3-9ACE-409D-8BFA-D4D939D97E31}" type="presOf" srcId="{087B5EBD-F0A9-4655-B707-03E17A7E183A}" destId="{A7B8B78D-DEA0-4770-A7E7-7B41BD58DCD5}" srcOrd="0" destOrd="0" presId="urn:microsoft.com/office/officeart/2005/8/layout/process4"/>
    <dgm:cxn modelId="{9C9D23BB-ECEF-4551-BB26-50C7C75490A7}" type="presOf" srcId="{B7762A85-8955-46FE-87CF-87007108E190}" destId="{8C75E1E5-DDE1-4CA0-96C4-4BBB4C1CD29C}" srcOrd="1" destOrd="0" presId="urn:microsoft.com/office/officeart/2005/8/layout/process4"/>
    <dgm:cxn modelId="{F88FFDC8-458A-4975-A9F0-E4D25DAF2590}" srcId="{885EF29F-92E7-4677-A6FF-D4EF4D02E170}" destId="{087B5EBD-F0A9-4655-B707-03E17A7E183A}" srcOrd="2" destOrd="0" parTransId="{9DF3D824-9C2C-4E0A-95E0-361D3DC9D5E3}" sibTransId="{734C1A15-F309-41D6-BDB6-D2BF2C76EBAF}"/>
    <dgm:cxn modelId="{75B3E9CB-07B1-4592-91D8-DC40418C8CBC}" srcId="{B7762A85-8955-46FE-87CF-87007108E190}" destId="{A68FC509-018A-4978-9947-BB5576CBF1AF}" srcOrd="0" destOrd="0" parTransId="{9DF7BF94-BB3E-4322-922E-8D118270BD6A}" sibTransId="{B457F42F-1BBA-4D0E-A97A-D401C9954954}"/>
    <dgm:cxn modelId="{85F190D2-DBD8-4E98-95DA-B84A3BE55524}" type="presOf" srcId="{7361DD3D-5F65-411A-A40F-38430317045E}" destId="{60446952-9B22-4ACA-B576-58D6AD932FE2}" srcOrd="0" destOrd="0" presId="urn:microsoft.com/office/officeart/2005/8/layout/process4"/>
    <dgm:cxn modelId="{A3C3EFD6-1466-4301-8842-65B5EAF8EB5B}" type="presOf" srcId="{DA650997-5C77-4E8E-BE92-76AEE27231AB}" destId="{94E7D591-BB21-4C82-850A-3DA68F78224D}" srcOrd="0" destOrd="0" presId="urn:microsoft.com/office/officeart/2005/8/layout/process4"/>
    <dgm:cxn modelId="{A2CD47EB-647F-417C-8E6F-5A041C5AC6AE}" srcId="{DA484713-6682-46A6-96F2-CCDBE43B793D}" destId="{9C877F5B-36FD-4FDE-8468-E4869939D519}" srcOrd="0" destOrd="0" parTransId="{B5B52C66-F8F2-48AD-A4BC-B1F1E1994D07}" sibTransId="{900C90FB-FEDC-4AE9-866C-3EC31B84F1EA}"/>
    <dgm:cxn modelId="{388586F5-3704-49E6-8FED-0CC4700E5A53}" type="presOf" srcId="{DA484713-6682-46A6-96F2-CCDBE43B793D}" destId="{766BDC2D-E465-4256-83E1-36FDC2AFC46F}" srcOrd="0" destOrd="0" presId="urn:microsoft.com/office/officeart/2005/8/layout/process4"/>
    <dgm:cxn modelId="{4DB863F9-132F-4C02-9EE0-C31F64FBF037}" srcId="{885EF29F-92E7-4677-A6FF-D4EF4D02E170}" destId="{DA650997-5C77-4E8E-BE92-76AEE27231AB}" srcOrd="5" destOrd="0" parTransId="{DF962E63-3C2A-41AB-8603-57A13DE3F2A9}" sibTransId="{8B5CDA5C-4204-4BC4-937C-D4018A2F6CF8}"/>
    <dgm:cxn modelId="{C70C8CF9-A7A5-4CDE-BAE2-41D4A4E1A2C5}" type="presOf" srcId="{885EF29F-92E7-4677-A6FF-D4EF4D02E170}" destId="{3DC108ED-6BE0-4382-9440-E31FEF691771}" srcOrd="0" destOrd="0" presId="urn:microsoft.com/office/officeart/2005/8/layout/process4"/>
    <dgm:cxn modelId="{47908FFE-0910-45C5-B11B-30027C95627A}" type="presOf" srcId="{B7762A85-8955-46FE-87CF-87007108E190}" destId="{036B3DC7-94A3-44EC-BFCA-455586476391}" srcOrd="0" destOrd="0" presId="urn:microsoft.com/office/officeart/2005/8/layout/process4"/>
    <dgm:cxn modelId="{7934228A-D081-4DF3-9D30-100857D3C054}" type="presParOf" srcId="{3DC108ED-6BE0-4382-9440-E31FEF691771}" destId="{9BE27DF8-6904-4FED-92BA-EAE61C294802}" srcOrd="0" destOrd="0" presId="urn:microsoft.com/office/officeart/2005/8/layout/process4"/>
    <dgm:cxn modelId="{7DDC5B24-F118-4445-9735-FC550521FB0B}" type="presParOf" srcId="{9BE27DF8-6904-4FED-92BA-EAE61C294802}" destId="{94E7D591-BB21-4C82-850A-3DA68F78224D}" srcOrd="0" destOrd="0" presId="urn:microsoft.com/office/officeart/2005/8/layout/process4"/>
    <dgm:cxn modelId="{E81B8EB9-A396-438D-8606-6FCB3877209E}" type="presParOf" srcId="{9BE27DF8-6904-4FED-92BA-EAE61C294802}" destId="{63AC17C7-F652-4FA2-8A4D-FA22E7CEFC33}" srcOrd="1" destOrd="0" presId="urn:microsoft.com/office/officeart/2005/8/layout/process4"/>
    <dgm:cxn modelId="{337EA296-D36F-4B47-A06D-0D17F43913AE}" type="presParOf" srcId="{9BE27DF8-6904-4FED-92BA-EAE61C294802}" destId="{DC655F72-FF5D-494F-8FCB-138013F3DCAD}" srcOrd="2" destOrd="0" presId="urn:microsoft.com/office/officeart/2005/8/layout/process4"/>
    <dgm:cxn modelId="{ADFB03B3-35F4-41E2-9660-CA6E886FD3BA}" type="presParOf" srcId="{DC655F72-FF5D-494F-8FCB-138013F3DCAD}" destId="{60446952-9B22-4ACA-B576-58D6AD932FE2}" srcOrd="0" destOrd="0" presId="urn:microsoft.com/office/officeart/2005/8/layout/process4"/>
    <dgm:cxn modelId="{A40BE2B5-64E3-4E51-995E-80F19BA8375B}" type="presParOf" srcId="{3DC108ED-6BE0-4382-9440-E31FEF691771}" destId="{5CC65544-568F-4773-A504-5720645315A3}" srcOrd="1" destOrd="0" presId="urn:microsoft.com/office/officeart/2005/8/layout/process4"/>
    <dgm:cxn modelId="{625603FD-F653-401F-BF05-C38C09CC74D3}" type="presParOf" srcId="{3DC108ED-6BE0-4382-9440-E31FEF691771}" destId="{9095AF84-27A8-42C2-A8E5-B24133CCC3DF}" srcOrd="2" destOrd="0" presId="urn:microsoft.com/office/officeart/2005/8/layout/process4"/>
    <dgm:cxn modelId="{929364CD-B033-4AF6-847D-BFB9A31511CC}" type="presParOf" srcId="{9095AF84-27A8-42C2-A8E5-B24133CCC3DF}" destId="{766BDC2D-E465-4256-83E1-36FDC2AFC46F}" srcOrd="0" destOrd="0" presId="urn:microsoft.com/office/officeart/2005/8/layout/process4"/>
    <dgm:cxn modelId="{7C2586C9-1F34-4059-9052-5B3867678847}" type="presParOf" srcId="{9095AF84-27A8-42C2-A8E5-B24133CCC3DF}" destId="{E1FE6332-B18B-4756-9A05-568887C9B185}" srcOrd="1" destOrd="0" presId="urn:microsoft.com/office/officeart/2005/8/layout/process4"/>
    <dgm:cxn modelId="{E3BBB215-D668-46E6-9108-15F66CEA6368}" type="presParOf" srcId="{9095AF84-27A8-42C2-A8E5-B24133CCC3DF}" destId="{EF24F7FC-EA37-4C0D-86AA-E9D97A641A1C}" srcOrd="2" destOrd="0" presId="urn:microsoft.com/office/officeart/2005/8/layout/process4"/>
    <dgm:cxn modelId="{EF0C01A3-5F97-4620-83B5-A53BC9778B49}" type="presParOf" srcId="{EF24F7FC-EA37-4C0D-86AA-E9D97A641A1C}" destId="{28E53C9D-778A-469D-A7CB-295342BDB9E7}" srcOrd="0" destOrd="0" presId="urn:microsoft.com/office/officeart/2005/8/layout/process4"/>
    <dgm:cxn modelId="{FBCA92DA-7265-4D74-A2B6-DA521316B6E2}" type="presParOf" srcId="{3DC108ED-6BE0-4382-9440-E31FEF691771}" destId="{FE0C2A7C-444A-4255-A30C-A790827F91DA}" srcOrd="3" destOrd="0" presId="urn:microsoft.com/office/officeart/2005/8/layout/process4"/>
    <dgm:cxn modelId="{9234657C-D325-468E-9A7D-4A4FBDD5939A}" type="presParOf" srcId="{3DC108ED-6BE0-4382-9440-E31FEF691771}" destId="{8E993791-ED34-4A97-884A-1C25BFDF4FB2}" srcOrd="4" destOrd="0" presId="urn:microsoft.com/office/officeart/2005/8/layout/process4"/>
    <dgm:cxn modelId="{9B40B47F-8304-4CDA-A67E-B792B5F4E176}" type="presParOf" srcId="{8E993791-ED34-4A97-884A-1C25BFDF4FB2}" destId="{036B3DC7-94A3-44EC-BFCA-455586476391}" srcOrd="0" destOrd="0" presId="urn:microsoft.com/office/officeart/2005/8/layout/process4"/>
    <dgm:cxn modelId="{C418EB68-B4E3-4403-9B4F-5826157557CB}" type="presParOf" srcId="{8E993791-ED34-4A97-884A-1C25BFDF4FB2}" destId="{8C75E1E5-DDE1-4CA0-96C4-4BBB4C1CD29C}" srcOrd="1" destOrd="0" presId="urn:microsoft.com/office/officeart/2005/8/layout/process4"/>
    <dgm:cxn modelId="{6BF3515A-6372-4E68-91EB-214670456BAB}" type="presParOf" srcId="{8E993791-ED34-4A97-884A-1C25BFDF4FB2}" destId="{DA04D12D-7A37-4B2E-9D1E-9D865718DD3A}" srcOrd="2" destOrd="0" presId="urn:microsoft.com/office/officeart/2005/8/layout/process4"/>
    <dgm:cxn modelId="{B4E09449-A2C5-4A5E-80A5-DC5A6D68CBAC}" type="presParOf" srcId="{DA04D12D-7A37-4B2E-9D1E-9D865718DD3A}" destId="{F4974422-5D35-49D6-B582-FDD9AB8671C9}" srcOrd="0" destOrd="0" presId="urn:microsoft.com/office/officeart/2005/8/layout/process4"/>
    <dgm:cxn modelId="{97331C39-12FC-4545-989F-7C962AE6D39C}" type="presParOf" srcId="{3DC108ED-6BE0-4382-9440-E31FEF691771}" destId="{45482B65-7C94-413E-9047-529144B9DC44}" srcOrd="5" destOrd="0" presId="urn:microsoft.com/office/officeart/2005/8/layout/process4"/>
    <dgm:cxn modelId="{7490154B-A824-4287-9DCF-7FBC649C0BD6}" type="presParOf" srcId="{3DC108ED-6BE0-4382-9440-E31FEF691771}" destId="{4AD28CEB-671D-41FC-B396-5FB9DD3761D2}" srcOrd="6" destOrd="0" presId="urn:microsoft.com/office/officeart/2005/8/layout/process4"/>
    <dgm:cxn modelId="{6212F517-7A3A-4209-985E-59BB0CD0B225}" type="presParOf" srcId="{4AD28CEB-671D-41FC-B396-5FB9DD3761D2}" destId="{A7B8B78D-DEA0-4770-A7E7-7B41BD58DCD5}" srcOrd="0" destOrd="0" presId="urn:microsoft.com/office/officeart/2005/8/layout/process4"/>
    <dgm:cxn modelId="{106827E7-B161-4969-9B96-FEF36E362689}" type="presParOf" srcId="{4AD28CEB-671D-41FC-B396-5FB9DD3761D2}" destId="{5D8F5670-B21C-43B3-BA8F-717503971419}" srcOrd="1" destOrd="0" presId="urn:microsoft.com/office/officeart/2005/8/layout/process4"/>
    <dgm:cxn modelId="{F364F57D-C601-4A7C-8FB5-4DCD92DD56FC}" type="presParOf" srcId="{4AD28CEB-671D-41FC-B396-5FB9DD3761D2}" destId="{0EA8EC0E-B6AD-4C54-9E14-B8B63F8B92DB}" srcOrd="2" destOrd="0" presId="urn:microsoft.com/office/officeart/2005/8/layout/process4"/>
    <dgm:cxn modelId="{0CEC9DFD-1BC1-4B07-A646-1EA8381D5FB0}" type="presParOf" srcId="{0EA8EC0E-B6AD-4C54-9E14-B8B63F8B92DB}" destId="{8E809ED9-F09E-4F67-AD79-F59958256690}" srcOrd="0" destOrd="0" presId="urn:microsoft.com/office/officeart/2005/8/layout/process4"/>
    <dgm:cxn modelId="{DE58667A-D61B-409B-8A72-96B7D3972534}" type="presParOf" srcId="{3DC108ED-6BE0-4382-9440-E31FEF691771}" destId="{BD9B08FD-9573-413B-A7A0-F4E8A016BF9C}" srcOrd="7" destOrd="0" presId="urn:microsoft.com/office/officeart/2005/8/layout/process4"/>
    <dgm:cxn modelId="{124AE7D5-0A1E-487D-ADA3-144578DFDBD9}" type="presParOf" srcId="{3DC108ED-6BE0-4382-9440-E31FEF691771}" destId="{6A13B0AE-D62B-450B-BD97-1CCC50D689F9}" srcOrd="8" destOrd="0" presId="urn:microsoft.com/office/officeart/2005/8/layout/process4"/>
    <dgm:cxn modelId="{48B13169-5F11-4577-9C35-6BFD9B64E372}" type="presParOf" srcId="{6A13B0AE-D62B-450B-BD97-1CCC50D689F9}" destId="{B28586C6-5B1B-4452-B5A4-E09427C729D5}" srcOrd="0" destOrd="0" presId="urn:microsoft.com/office/officeart/2005/8/layout/process4"/>
    <dgm:cxn modelId="{9BDD16B9-55B0-4D65-BF5F-798101808D8E}" type="presParOf" srcId="{6A13B0AE-D62B-450B-BD97-1CCC50D689F9}" destId="{4E0BA341-7178-4025-8D04-2FB5EA8B21A3}" srcOrd="1" destOrd="0" presId="urn:microsoft.com/office/officeart/2005/8/layout/process4"/>
    <dgm:cxn modelId="{BEBEB892-14B4-4C2C-81C8-8BDA9A5A9D68}" type="presParOf" srcId="{6A13B0AE-D62B-450B-BD97-1CCC50D689F9}" destId="{80E74C7A-1710-4DAC-8061-ADBD75363FD4}" srcOrd="2" destOrd="0" presId="urn:microsoft.com/office/officeart/2005/8/layout/process4"/>
    <dgm:cxn modelId="{4FD8AB56-8D0A-4EBD-A900-DCB9B732A127}" type="presParOf" srcId="{80E74C7A-1710-4DAC-8061-ADBD75363FD4}" destId="{1F3FD66D-31B8-4483-9177-788B743AFA39}" srcOrd="0" destOrd="0" presId="urn:microsoft.com/office/officeart/2005/8/layout/process4"/>
    <dgm:cxn modelId="{9321F1FE-3812-4A72-B083-A2DA8578E22A}" type="presParOf" srcId="{3DC108ED-6BE0-4382-9440-E31FEF691771}" destId="{E068ED3E-CA5D-470E-B796-08D99E4AF4E0}" srcOrd="9" destOrd="0" presId="urn:microsoft.com/office/officeart/2005/8/layout/process4"/>
    <dgm:cxn modelId="{62ADDAFD-3EC5-4740-BB09-1F595035A67A}" type="presParOf" srcId="{3DC108ED-6BE0-4382-9440-E31FEF691771}" destId="{050C1D88-2950-426E-9B3B-DDBFBBE02C5F}" srcOrd="10" destOrd="0" presId="urn:microsoft.com/office/officeart/2005/8/layout/process4"/>
    <dgm:cxn modelId="{D613BFE9-0EE3-4789-BBA0-DF579F782160}" type="presParOf" srcId="{050C1D88-2950-426E-9B3B-DDBFBBE02C5F}" destId="{06451CBB-366C-4D61-AA3F-56F9EA6F10D7}" srcOrd="0" destOrd="0" presId="urn:microsoft.com/office/officeart/2005/8/layout/process4"/>
    <dgm:cxn modelId="{BA8BEC8C-1B32-43D1-8374-5AD74733F8C6}" type="presParOf" srcId="{050C1D88-2950-426E-9B3B-DDBFBBE02C5F}" destId="{E4B64EF6-2EE6-46D2-B38F-DA1F37A488B8}" srcOrd="1" destOrd="0" presId="urn:microsoft.com/office/officeart/2005/8/layout/process4"/>
    <dgm:cxn modelId="{3973680D-E9FE-4845-A0C9-FC7884D3BB9C}" type="presParOf" srcId="{050C1D88-2950-426E-9B3B-DDBFBBE02C5F}" destId="{294B6996-BEF5-48E3-A720-E9C99EF83E96}" srcOrd="2" destOrd="0" presId="urn:microsoft.com/office/officeart/2005/8/layout/process4"/>
    <dgm:cxn modelId="{06BD15C3-A1B4-4887-BE30-11D10D0EA66B}" type="presParOf" srcId="{294B6996-BEF5-48E3-A720-E9C99EF83E96}" destId="{15A09595-CCC3-46A8-996D-57150771CFAB}" srcOrd="0" destOrd="0" presId="urn:microsoft.com/office/officeart/2005/8/layout/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85EF29F-92E7-4677-A6FF-D4EF4D02E170}" type="doc">
      <dgm:prSet loTypeId="urn:microsoft.com/office/officeart/2005/8/layout/process4" loCatId="list" qsTypeId="urn:microsoft.com/office/officeart/2005/8/quickstyle/simple1" qsCatId="simple" csTypeId="urn:microsoft.com/office/officeart/2005/8/colors/accent0_2" csCatId="mainScheme" phldr="1"/>
      <dgm:spPr/>
      <dgm:t>
        <a:bodyPr/>
        <a:lstStyle/>
        <a:p>
          <a:endParaRPr lang="en-US"/>
        </a:p>
      </dgm:t>
    </dgm:pt>
    <dgm:pt modelId="{C39E3C23-2FAC-46F7-A6DF-1A291EA71D56}">
      <dgm:prSet phldrT="[Text]" custT="1"/>
      <dgm:spPr/>
      <dgm:t>
        <a:bodyPr/>
        <a:lstStyle/>
        <a:p>
          <a:r>
            <a:rPr lang="en-US" sz="1800" dirty="0" err="1">
              <a:solidFill>
                <a:schemeClr val="tx1"/>
              </a:solidFill>
            </a:rPr>
            <a:t>Hafs</a:t>
          </a:r>
          <a:r>
            <a:rPr lang="en-US" sz="1800" dirty="0">
              <a:solidFill>
                <a:schemeClr val="tx1"/>
              </a:solidFill>
            </a:rPr>
            <a:t> (1000)</a:t>
          </a:r>
        </a:p>
      </dgm:t>
    </dgm:pt>
    <dgm:pt modelId="{A4E1F13D-68EF-412A-948A-A783F0C2BF76}" type="parTrans" cxnId="{35E57317-C39A-40AA-BF51-0B58A7D5169F}">
      <dgm:prSet/>
      <dgm:spPr/>
      <dgm:t>
        <a:bodyPr/>
        <a:lstStyle/>
        <a:p>
          <a:endParaRPr lang="en-US" sz="1800">
            <a:solidFill>
              <a:schemeClr val="tx1"/>
            </a:solidFill>
          </a:endParaRPr>
        </a:p>
      </dgm:t>
    </dgm:pt>
    <dgm:pt modelId="{6AA07756-A867-4FD3-B09C-31D05E80A8C2}" type="sibTrans" cxnId="{35E57317-C39A-40AA-BF51-0B58A7D5169F}">
      <dgm:prSet/>
      <dgm:spPr/>
      <dgm:t>
        <a:bodyPr/>
        <a:lstStyle/>
        <a:p>
          <a:endParaRPr lang="en-US" sz="1800">
            <a:solidFill>
              <a:schemeClr val="tx1"/>
            </a:solidFill>
          </a:endParaRPr>
        </a:p>
      </dgm:t>
    </dgm:pt>
    <dgm:pt modelId="{8FE83675-BC1E-4BFC-86E9-88B68D69FABC}">
      <dgm:prSet phldrT="[Text]" custT="1"/>
      <dgm:spPr/>
      <dgm:t>
        <a:bodyPr/>
        <a:lstStyle/>
        <a:p>
          <a:r>
            <a:rPr lang="en-US" sz="1800" dirty="0">
              <a:solidFill>
                <a:schemeClr val="tx1"/>
              </a:solidFill>
            </a:rPr>
            <a:t>Next: 1080</a:t>
          </a:r>
        </a:p>
      </dgm:t>
    </dgm:pt>
    <dgm:pt modelId="{08BB5FA6-7C12-4A0C-8337-E12566141000}" type="parTrans" cxnId="{FD0C1646-CB97-40DF-B5D9-45EBC2B914A7}">
      <dgm:prSet/>
      <dgm:spPr/>
      <dgm:t>
        <a:bodyPr/>
        <a:lstStyle/>
        <a:p>
          <a:endParaRPr lang="en-US" sz="1800">
            <a:solidFill>
              <a:schemeClr val="tx1"/>
            </a:solidFill>
          </a:endParaRPr>
        </a:p>
      </dgm:t>
    </dgm:pt>
    <dgm:pt modelId="{644C4315-5D76-4366-B28B-8B281CEA08E7}" type="sibTrans" cxnId="{FD0C1646-CB97-40DF-B5D9-45EBC2B914A7}">
      <dgm:prSet/>
      <dgm:spPr/>
      <dgm:t>
        <a:bodyPr/>
        <a:lstStyle/>
        <a:p>
          <a:endParaRPr lang="en-US" sz="1800">
            <a:solidFill>
              <a:schemeClr val="tx1"/>
            </a:solidFill>
          </a:endParaRPr>
        </a:p>
      </dgm:t>
    </dgm:pt>
    <dgm:pt modelId="{EBDC2BA8-D6DB-46B2-A42C-BB287AB44EAB}">
      <dgm:prSet phldrT="[Text]" custT="1"/>
      <dgm:spPr/>
      <dgm:t>
        <a:bodyPr/>
        <a:lstStyle/>
        <a:p>
          <a:r>
            <a:rPr lang="en-US" sz="1800" dirty="0">
              <a:solidFill>
                <a:schemeClr val="tx1"/>
              </a:solidFill>
            </a:rPr>
            <a:t>Next: 1160</a:t>
          </a:r>
        </a:p>
      </dgm:t>
    </dgm:pt>
    <dgm:pt modelId="{2C6316C0-1DDB-4ECC-89EE-12DCAD6964EE}" type="parTrans" cxnId="{2252AC41-B2CC-4139-99F4-0909C243D10B}">
      <dgm:prSet/>
      <dgm:spPr/>
      <dgm:t>
        <a:bodyPr/>
        <a:lstStyle/>
        <a:p>
          <a:endParaRPr lang="en-US" sz="1800">
            <a:solidFill>
              <a:schemeClr val="tx1"/>
            </a:solidFill>
          </a:endParaRPr>
        </a:p>
      </dgm:t>
    </dgm:pt>
    <dgm:pt modelId="{5683F5A1-C15D-4511-AD22-66D60C8C5F70}" type="sibTrans" cxnId="{2252AC41-B2CC-4139-99F4-0909C243D10B}">
      <dgm:prSet/>
      <dgm:spPr/>
      <dgm:t>
        <a:bodyPr/>
        <a:lstStyle/>
        <a:p>
          <a:endParaRPr lang="en-US" sz="1800">
            <a:solidFill>
              <a:schemeClr val="tx1"/>
            </a:solidFill>
          </a:endParaRPr>
        </a:p>
      </dgm:t>
    </dgm:pt>
    <dgm:pt modelId="{087B5EBD-F0A9-4655-B707-03E17A7E183A}">
      <dgm:prSet phldrT="[Text]" custT="1"/>
      <dgm:spPr/>
      <dgm:t>
        <a:bodyPr/>
        <a:lstStyle/>
        <a:p>
          <a:r>
            <a:rPr lang="en-US" sz="1800" dirty="0" err="1">
              <a:solidFill>
                <a:schemeClr val="tx1"/>
              </a:solidFill>
            </a:rPr>
            <a:t>Mohimin</a:t>
          </a:r>
          <a:r>
            <a:rPr lang="en-US" sz="1800" dirty="0">
              <a:solidFill>
                <a:schemeClr val="tx1"/>
              </a:solidFill>
            </a:rPr>
            <a:t> (1160)</a:t>
          </a:r>
        </a:p>
      </dgm:t>
    </dgm:pt>
    <dgm:pt modelId="{9DF3D824-9C2C-4E0A-95E0-361D3DC9D5E3}" type="parTrans" cxnId="{F88FFDC8-458A-4975-A9F0-E4D25DAF2590}">
      <dgm:prSet/>
      <dgm:spPr/>
      <dgm:t>
        <a:bodyPr/>
        <a:lstStyle/>
        <a:p>
          <a:endParaRPr lang="en-US" sz="1800">
            <a:solidFill>
              <a:schemeClr val="tx1"/>
            </a:solidFill>
          </a:endParaRPr>
        </a:p>
      </dgm:t>
    </dgm:pt>
    <dgm:pt modelId="{734C1A15-F309-41D6-BDB6-D2BF2C76EBAF}" type="sibTrans" cxnId="{F88FFDC8-458A-4975-A9F0-E4D25DAF2590}">
      <dgm:prSet/>
      <dgm:spPr/>
      <dgm:t>
        <a:bodyPr/>
        <a:lstStyle/>
        <a:p>
          <a:endParaRPr lang="en-US" sz="1800">
            <a:solidFill>
              <a:schemeClr val="tx1"/>
            </a:solidFill>
          </a:endParaRPr>
        </a:p>
      </dgm:t>
    </dgm:pt>
    <dgm:pt modelId="{98F6B0FF-EC30-4B70-9E89-709F90BB9440}">
      <dgm:prSet phldrT="[Text]" custT="1"/>
      <dgm:spPr/>
      <dgm:t>
        <a:bodyPr/>
        <a:lstStyle/>
        <a:p>
          <a:r>
            <a:rPr lang="en-US" sz="1800" dirty="0">
              <a:solidFill>
                <a:schemeClr val="tx1"/>
              </a:solidFill>
            </a:rPr>
            <a:t>Next: (1240)</a:t>
          </a:r>
        </a:p>
      </dgm:t>
    </dgm:pt>
    <dgm:pt modelId="{DFEA61E5-71DA-447F-8D16-0EC63E5A773A}" type="parTrans" cxnId="{7A72836A-855D-4526-8804-3A10CEDCB942}">
      <dgm:prSet/>
      <dgm:spPr/>
      <dgm:t>
        <a:bodyPr/>
        <a:lstStyle/>
        <a:p>
          <a:endParaRPr lang="en-US" sz="1800">
            <a:solidFill>
              <a:schemeClr val="tx1"/>
            </a:solidFill>
          </a:endParaRPr>
        </a:p>
      </dgm:t>
    </dgm:pt>
    <dgm:pt modelId="{F9AD79ED-5F12-49E3-AB8D-EBDA072385A0}" type="sibTrans" cxnId="{7A72836A-855D-4526-8804-3A10CEDCB942}">
      <dgm:prSet/>
      <dgm:spPr/>
      <dgm:t>
        <a:bodyPr/>
        <a:lstStyle/>
        <a:p>
          <a:endParaRPr lang="en-US" sz="1800">
            <a:solidFill>
              <a:schemeClr val="tx1"/>
            </a:solidFill>
          </a:endParaRPr>
        </a:p>
      </dgm:t>
    </dgm:pt>
    <dgm:pt modelId="{CCFBE03C-4263-4E4A-808E-D391362D09D6}">
      <dgm:prSet phldrT="[Text]" custT="1"/>
      <dgm:spPr/>
      <dgm:t>
        <a:bodyPr/>
        <a:lstStyle/>
        <a:p>
          <a:r>
            <a:rPr lang="en-US" sz="1800" dirty="0">
              <a:solidFill>
                <a:schemeClr val="tx1"/>
              </a:solidFill>
            </a:rPr>
            <a:t>Asra (1080)</a:t>
          </a:r>
        </a:p>
      </dgm:t>
    </dgm:pt>
    <dgm:pt modelId="{0B1923A0-1548-4E06-BC6F-BF83B76C9D48}" type="parTrans" cxnId="{9597CC8B-269C-44B8-82A2-0A961D7D5CA9}">
      <dgm:prSet/>
      <dgm:spPr/>
      <dgm:t>
        <a:bodyPr/>
        <a:lstStyle/>
        <a:p>
          <a:endParaRPr lang="en-US" sz="1800">
            <a:solidFill>
              <a:schemeClr val="tx1"/>
            </a:solidFill>
          </a:endParaRPr>
        </a:p>
      </dgm:t>
    </dgm:pt>
    <dgm:pt modelId="{CB0D7A3B-3255-4DE9-823A-7CF555D4AF49}" type="sibTrans" cxnId="{9597CC8B-269C-44B8-82A2-0A961D7D5CA9}">
      <dgm:prSet/>
      <dgm:spPr/>
      <dgm:t>
        <a:bodyPr/>
        <a:lstStyle/>
        <a:p>
          <a:endParaRPr lang="en-US" sz="1800">
            <a:solidFill>
              <a:schemeClr val="tx1"/>
            </a:solidFill>
          </a:endParaRPr>
        </a:p>
      </dgm:t>
    </dgm:pt>
    <dgm:pt modelId="{B7762A85-8955-46FE-87CF-87007108E190}">
      <dgm:prSet phldrT="[Text]" custT="1"/>
      <dgm:spPr/>
      <dgm:t>
        <a:bodyPr/>
        <a:lstStyle/>
        <a:p>
          <a:r>
            <a:rPr lang="en-US" sz="1800" dirty="0" err="1">
              <a:solidFill>
                <a:schemeClr val="tx1"/>
              </a:solidFill>
            </a:rPr>
            <a:t>Shahzaman</a:t>
          </a:r>
          <a:r>
            <a:rPr lang="en-US" sz="1800" dirty="0">
              <a:solidFill>
                <a:schemeClr val="tx1"/>
              </a:solidFill>
            </a:rPr>
            <a:t> (1240)</a:t>
          </a:r>
        </a:p>
      </dgm:t>
    </dgm:pt>
    <dgm:pt modelId="{CFE6B9C5-7E47-4D8B-A0C1-BF83B682E653}" type="parTrans" cxnId="{19BCA11E-9D5D-4422-A73B-7AA2A895799E}">
      <dgm:prSet/>
      <dgm:spPr/>
      <dgm:t>
        <a:bodyPr/>
        <a:lstStyle/>
        <a:p>
          <a:endParaRPr lang="en-US" sz="1800">
            <a:solidFill>
              <a:schemeClr val="tx1"/>
            </a:solidFill>
          </a:endParaRPr>
        </a:p>
      </dgm:t>
    </dgm:pt>
    <dgm:pt modelId="{E225C9CD-364B-4A2B-BEB4-6F0F3538EAA9}" type="sibTrans" cxnId="{19BCA11E-9D5D-4422-A73B-7AA2A895799E}">
      <dgm:prSet/>
      <dgm:spPr/>
      <dgm:t>
        <a:bodyPr/>
        <a:lstStyle/>
        <a:p>
          <a:endParaRPr lang="en-US" sz="1800">
            <a:solidFill>
              <a:schemeClr val="tx1"/>
            </a:solidFill>
          </a:endParaRPr>
        </a:p>
      </dgm:t>
    </dgm:pt>
    <dgm:pt modelId="{A68FC509-018A-4978-9947-BB5576CBF1AF}">
      <dgm:prSet phldrT="[Text]" custT="1"/>
      <dgm:spPr/>
      <dgm:t>
        <a:bodyPr/>
        <a:lstStyle/>
        <a:p>
          <a:r>
            <a:rPr lang="en-US" sz="1800" dirty="0">
              <a:solidFill>
                <a:schemeClr val="tx1"/>
              </a:solidFill>
            </a:rPr>
            <a:t>Next: (1320)</a:t>
          </a:r>
        </a:p>
      </dgm:t>
    </dgm:pt>
    <dgm:pt modelId="{9DF7BF94-BB3E-4322-922E-8D118270BD6A}" type="parTrans" cxnId="{75B3E9CB-07B1-4592-91D8-DC40418C8CBC}">
      <dgm:prSet/>
      <dgm:spPr/>
      <dgm:t>
        <a:bodyPr/>
        <a:lstStyle/>
        <a:p>
          <a:endParaRPr lang="en-US"/>
        </a:p>
      </dgm:t>
    </dgm:pt>
    <dgm:pt modelId="{B457F42F-1BBA-4D0E-A97A-D401C9954954}" type="sibTrans" cxnId="{75B3E9CB-07B1-4592-91D8-DC40418C8CBC}">
      <dgm:prSet/>
      <dgm:spPr/>
      <dgm:t>
        <a:bodyPr/>
        <a:lstStyle/>
        <a:p>
          <a:endParaRPr lang="en-US"/>
        </a:p>
      </dgm:t>
    </dgm:pt>
    <dgm:pt modelId="{DA484713-6682-46A6-96F2-CCDBE43B793D}">
      <dgm:prSet phldrT="[Text]" custT="1"/>
      <dgm:spPr/>
      <dgm:t>
        <a:bodyPr/>
        <a:lstStyle/>
        <a:p>
          <a:r>
            <a:rPr lang="en-US" sz="1800" dirty="0">
              <a:solidFill>
                <a:schemeClr val="tx1"/>
              </a:solidFill>
            </a:rPr>
            <a:t>Omar Baig (1320)</a:t>
          </a:r>
        </a:p>
      </dgm:t>
    </dgm:pt>
    <dgm:pt modelId="{2AC69B6D-67A5-4D9E-9E4B-5D64D007059E}" type="parTrans" cxnId="{B2AFE90F-C599-436B-9991-0C86C826277F}">
      <dgm:prSet/>
      <dgm:spPr/>
      <dgm:t>
        <a:bodyPr/>
        <a:lstStyle/>
        <a:p>
          <a:endParaRPr lang="en-US"/>
        </a:p>
      </dgm:t>
    </dgm:pt>
    <dgm:pt modelId="{EFCFCF17-2D88-46C4-A2EB-D12BF99AC455}" type="sibTrans" cxnId="{B2AFE90F-C599-436B-9991-0C86C826277F}">
      <dgm:prSet/>
      <dgm:spPr/>
      <dgm:t>
        <a:bodyPr/>
        <a:lstStyle/>
        <a:p>
          <a:endParaRPr lang="en-US"/>
        </a:p>
      </dgm:t>
    </dgm:pt>
    <dgm:pt modelId="{9C877F5B-36FD-4FDE-8468-E4869939D519}">
      <dgm:prSet phldrT="[Text]" custT="1"/>
      <dgm:spPr/>
      <dgm:t>
        <a:bodyPr/>
        <a:lstStyle/>
        <a:p>
          <a:r>
            <a:rPr lang="en-US" sz="1800" dirty="0">
              <a:solidFill>
                <a:schemeClr val="tx1"/>
              </a:solidFill>
            </a:rPr>
            <a:t>Next: (1400)</a:t>
          </a:r>
        </a:p>
      </dgm:t>
    </dgm:pt>
    <dgm:pt modelId="{B5B52C66-F8F2-48AD-A4BC-B1F1E1994D07}" type="parTrans" cxnId="{A2CD47EB-647F-417C-8E6F-5A041C5AC6AE}">
      <dgm:prSet/>
      <dgm:spPr/>
      <dgm:t>
        <a:bodyPr/>
        <a:lstStyle/>
        <a:p>
          <a:endParaRPr lang="en-US"/>
        </a:p>
      </dgm:t>
    </dgm:pt>
    <dgm:pt modelId="{900C90FB-FEDC-4AE9-866C-3EC31B84F1EA}" type="sibTrans" cxnId="{A2CD47EB-647F-417C-8E6F-5A041C5AC6AE}">
      <dgm:prSet/>
      <dgm:spPr/>
      <dgm:t>
        <a:bodyPr/>
        <a:lstStyle/>
        <a:p>
          <a:endParaRPr lang="en-US"/>
        </a:p>
      </dgm:t>
    </dgm:pt>
    <dgm:pt modelId="{DA650997-5C77-4E8E-BE92-76AEE27231AB}">
      <dgm:prSet phldrT="[Text]" custT="1"/>
      <dgm:spPr/>
      <dgm:t>
        <a:bodyPr/>
        <a:lstStyle/>
        <a:p>
          <a:r>
            <a:rPr lang="en-US" sz="1800" dirty="0">
              <a:solidFill>
                <a:schemeClr val="tx1"/>
              </a:solidFill>
            </a:rPr>
            <a:t>Omar Khan (1400)</a:t>
          </a:r>
        </a:p>
      </dgm:t>
    </dgm:pt>
    <dgm:pt modelId="{DF962E63-3C2A-41AB-8603-57A13DE3F2A9}" type="parTrans" cxnId="{4DB863F9-132F-4C02-9EE0-C31F64FBF037}">
      <dgm:prSet/>
      <dgm:spPr/>
      <dgm:t>
        <a:bodyPr/>
        <a:lstStyle/>
        <a:p>
          <a:endParaRPr lang="en-US"/>
        </a:p>
      </dgm:t>
    </dgm:pt>
    <dgm:pt modelId="{8B5CDA5C-4204-4BC4-937C-D4018A2F6CF8}" type="sibTrans" cxnId="{4DB863F9-132F-4C02-9EE0-C31F64FBF037}">
      <dgm:prSet/>
      <dgm:spPr/>
      <dgm:t>
        <a:bodyPr/>
        <a:lstStyle/>
        <a:p>
          <a:endParaRPr lang="en-US"/>
        </a:p>
      </dgm:t>
    </dgm:pt>
    <dgm:pt modelId="{7361DD3D-5F65-411A-A40F-38430317045E}">
      <dgm:prSet phldrT="[Text]" custT="1"/>
      <dgm:spPr/>
      <dgm:t>
        <a:bodyPr/>
        <a:lstStyle/>
        <a:p>
          <a:r>
            <a:rPr lang="en-US" sz="1800" dirty="0">
              <a:solidFill>
                <a:schemeClr val="tx1"/>
              </a:solidFill>
            </a:rPr>
            <a:t>Next: 3000</a:t>
          </a:r>
        </a:p>
      </dgm:t>
    </dgm:pt>
    <dgm:pt modelId="{E36EAE05-927D-43B6-BFEC-414F83EA37CA}" type="parTrans" cxnId="{0A8DCB73-7A4B-460D-8542-4C4785EAEDC8}">
      <dgm:prSet/>
      <dgm:spPr/>
      <dgm:t>
        <a:bodyPr/>
        <a:lstStyle/>
        <a:p>
          <a:endParaRPr lang="en-US"/>
        </a:p>
      </dgm:t>
    </dgm:pt>
    <dgm:pt modelId="{916C818D-BC80-4794-B7E5-D7D24AE2A023}" type="sibTrans" cxnId="{0A8DCB73-7A4B-460D-8542-4C4785EAEDC8}">
      <dgm:prSet/>
      <dgm:spPr/>
      <dgm:t>
        <a:bodyPr/>
        <a:lstStyle/>
        <a:p>
          <a:endParaRPr lang="en-US"/>
        </a:p>
      </dgm:t>
    </dgm:pt>
    <dgm:pt modelId="{3CFA4D1B-1B8A-493F-9C0E-618897CF8CEA}">
      <dgm:prSet phldrT="[Text]" custT="1"/>
      <dgm:spPr/>
      <dgm:t>
        <a:bodyPr/>
        <a:lstStyle/>
        <a:p>
          <a:r>
            <a:rPr lang="en-US" sz="1800" dirty="0">
              <a:solidFill>
                <a:schemeClr val="tx1"/>
              </a:solidFill>
            </a:rPr>
            <a:t>Uzair (3000)</a:t>
          </a:r>
        </a:p>
      </dgm:t>
    </dgm:pt>
    <dgm:pt modelId="{FCC11933-DF21-414E-B413-01440AAF9838}" type="parTrans" cxnId="{0EBC116B-EE49-4BCF-9A5F-36BDAC420F6B}">
      <dgm:prSet/>
      <dgm:spPr/>
      <dgm:t>
        <a:bodyPr/>
        <a:lstStyle/>
        <a:p>
          <a:endParaRPr lang="en-US"/>
        </a:p>
      </dgm:t>
    </dgm:pt>
    <dgm:pt modelId="{65F125F8-7406-43CC-AEC3-37F1B3FB8851}" type="sibTrans" cxnId="{0EBC116B-EE49-4BCF-9A5F-36BDAC420F6B}">
      <dgm:prSet/>
      <dgm:spPr/>
      <dgm:t>
        <a:bodyPr/>
        <a:lstStyle/>
        <a:p>
          <a:endParaRPr lang="en-US"/>
        </a:p>
      </dgm:t>
    </dgm:pt>
    <dgm:pt modelId="{8C75FA2D-524E-444F-87D7-3E02D695EA8E}">
      <dgm:prSet phldrT="[Text]" custT="1"/>
      <dgm:spPr/>
      <dgm:t>
        <a:bodyPr/>
        <a:lstStyle/>
        <a:p>
          <a:r>
            <a:rPr lang="en-US" sz="1800" dirty="0">
              <a:solidFill>
                <a:schemeClr val="tx1"/>
              </a:solidFill>
            </a:rPr>
            <a:t>Next: Null</a:t>
          </a:r>
        </a:p>
      </dgm:t>
    </dgm:pt>
    <dgm:pt modelId="{888B504A-68C4-42FE-92F4-6B6E4AE9C278}" type="parTrans" cxnId="{5497A587-FED1-4BFF-81A5-32FA22FEFD52}">
      <dgm:prSet/>
      <dgm:spPr/>
      <dgm:t>
        <a:bodyPr/>
        <a:lstStyle/>
        <a:p>
          <a:endParaRPr lang="en-US"/>
        </a:p>
      </dgm:t>
    </dgm:pt>
    <dgm:pt modelId="{BCFE58A4-7F11-48CC-978A-C2C95162F34E}" type="sibTrans" cxnId="{5497A587-FED1-4BFF-81A5-32FA22FEFD52}">
      <dgm:prSet/>
      <dgm:spPr/>
      <dgm:t>
        <a:bodyPr/>
        <a:lstStyle/>
        <a:p>
          <a:endParaRPr lang="en-US"/>
        </a:p>
      </dgm:t>
    </dgm:pt>
    <dgm:pt modelId="{3DC108ED-6BE0-4382-9440-E31FEF691771}" type="pres">
      <dgm:prSet presAssocID="{885EF29F-92E7-4677-A6FF-D4EF4D02E170}" presName="Name0" presStyleCnt="0">
        <dgm:presLayoutVars>
          <dgm:dir/>
          <dgm:animLvl val="lvl"/>
          <dgm:resizeHandles val="exact"/>
        </dgm:presLayoutVars>
      </dgm:prSet>
      <dgm:spPr/>
    </dgm:pt>
    <dgm:pt modelId="{AAE5C9E5-47FD-4C25-B804-B654FC305BA0}" type="pres">
      <dgm:prSet presAssocID="{3CFA4D1B-1B8A-493F-9C0E-618897CF8CEA}" presName="boxAndChildren" presStyleCnt="0"/>
      <dgm:spPr/>
    </dgm:pt>
    <dgm:pt modelId="{6BA846C7-79F3-48BB-BD1D-396DA996ABE3}" type="pres">
      <dgm:prSet presAssocID="{3CFA4D1B-1B8A-493F-9C0E-618897CF8CEA}" presName="parentTextBox" presStyleLbl="node1" presStyleIdx="0" presStyleCnt="7"/>
      <dgm:spPr/>
    </dgm:pt>
    <dgm:pt modelId="{6D43DE14-9CA2-4B1C-8B99-26B03B7D21D3}" type="pres">
      <dgm:prSet presAssocID="{3CFA4D1B-1B8A-493F-9C0E-618897CF8CEA}" presName="entireBox" presStyleLbl="node1" presStyleIdx="0" presStyleCnt="7"/>
      <dgm:spPr/>
    </dgm:pt>
    <dgm:pt modelId="{D710DB68-B2AC-4AA6-97E8-246B6D90CCEC}" type="pres">
      <dgm:prSet presAssocID="{3CFA4D1B-1B8A-493F-9C0E-618897CF8CEA}" presName="descendantBox" presStyleCnt="0"/>
      <dgm:spPr/>
    </dgm:pt>
    <dgm:pt modelId="{E28D96CD-5D92-4DF6-BE2E-F72ED24BC81A}" type="pres">
      <dgm:prSet presAssocID="{8C75FA2D-524E-444F-87D7-3E02D695EA8E}" presName="childTextBox" presStyleLbl="fgAccFollowNode1" presStyleIdx="0" presStyleCnt="7">
        <dgm:presLayoutVars>
          <dgm:bulletEnabled val="1"/>
        </dgm:presLayoutVars>
      </dgm:prSet>
      <dgm:spPr/>
    </dgm:pt>
    <dgm:pt modelId="{DA7E4D82-1EA8-4342-89C9-BBC8D37C3F98}" type="pres">
      <dgm:prSet presAssocID="{8B5CDA5C-4204-4BC4-937C-D4018A2F6CF8}" presName="sp" presStyleCnt="0"/>
      <dgm:spPr/>
    </dgm:pt>
    <dgm:pt modelId="{D18E6B4B-7970-4FB7-9D32-9A4AE659724C}" type="pres">
      <dgm:prSet presAssocID="{DA650997-5C77-4E8E-BE92-76AEE27231AB}" presName="arrowAndChildren" presStyleCnt="0"/>
      <dgm:spPr/>
    </dgm:pt>
    <dgm:pt modelId="{E9BBC213-6515-401E-8617-B2BE08D4688A}" type="pres">
      <dgm:prSet presAssocID="{DA650997-5C77-4E8E-BE92-76AEE27231AB}" presName="parentTextArrow" presStyleLbl="node1" presStyleIdx="0" presStyleCnt="7"/>
      <dgm:spPr/>
    </dgm:pt>
    <dgm:pt modelId="{40F21D97-0379-47AD-9437-79FD574F0836}" type="pres">
      <dgm:prSet presAssocID="{DA650997-5C77-4E8E-BE92-76AEE27231AB}" presName="arrow" presStyleLbl="node1" presStyleIdx="1" presStyleCnt="7"/>
      <dgm:spPr/>
    </dgm:pt>
    <dgm:pt modelId="{EA72978E-D3AE-4A12-8769-23792334F650}" type="pres">
      <dgm:prSet presAssocID="{DA650997-5C77-4E8E-BE92-76AEE27231AB}" presName="descendantArrow" presStyleCnt="0"/>
      <dgm:spPr/>
    </dgm:pt>
    <dgm:pt modelId="{FA3A00EF-7FFF-41AD-A550-40F2DB6DAFCB}" type="pres">
      <dgm:prSet presAssocID="{7361DD3D-5F65-411A-A40F-38430317045E}" presName="childTextArrow" presStyleLbl="fgAccFollowNode1" presStyleIdx="1" presStyleCnt="7">
        <dgm:presLayoutVars>
          <dgm:bulletEnabled val="1"/>
        </dgm:presLayoutVars>
      </dgm:prSet>
      <dgm:spPr/>
    </dgm:pt>
    <dgm:pt modelId="{5CC65544-568F-4773-A504-5720645315A3}" type="pres">
      <dgm:prSet presAssocID="{EFCFCF17-2D88-46C4-A2EB-D12BF99AC455}" presName="sp" presStyleCnt="0"/>
      <dgm:spPr/>
    </dgm:pt>
    <dgm:pt modelId="{9095AF84-27A8-42C2-A8E5-B24133CCC3DF}" type="pres">
      <dgm:prSet presAssocID="{DA484713-6682-46A6-96F2-CCDBE43B793D}" presName="arrowAndChildren" presStyleCnt="0"/>
      <dgm:spPr/>
    </dgm:pt>
    <dgm:pt modelId="{766BDC2D-E465-4256-83E1-36FDC2AFC46F}" type="pres">
      <dgm:prSet presAssocID="{DA484713-6682-46A6-96F2-CCDBE43B793D}" presName="parentTextArrow" presStyleLbl="node1" presStyleIdx="1" presStyleCnt="7"/>
      <dgm:spPr/>
    </dgm:pt>
    <dgm:pt modelId="{E1FE6332-B18B-4756-9A05-568887C9B185}" type="pres">
      <dgm:prSet presAssocID="{DA484713-6682-46A6-96F2-CCDBE43B793D}" presName="arrow" presStyleLbl="node1" presStyleIdx="2" presStyleCnt="7"/>
      <dgm:spPr/>
    </dgm:pt>
    <dgm:pt modelId="{EF24F7FC-EA37-4C0D-86AA-E9D97A641A1C}" type="pres">
      <dgm:prSet presAssocID="{DA484713-6682-46A6-96F2-CCDBE43B793D}" presName="descendantArrow" presStyleCnt="0"/>
      <dgm:spPr/>
    </dgm:pt>
    <dgm:pt modelId="{28E53C9D-778A-469D-A7CB-295342BDB9E7}" type="pres">
      <dgm:prSet presAssocID="{9C877F5B-36FD-4FDE-8468-E4869939D519}" presName="childTextArrow" presStyleLbl="fgAccFollowNode1" presStyleIdx="2" presStyleCnt="7">
        <dgm:presLayoutVars>
          <dgm:bulletEnabled val="1"/>
        </dgm:presLayoutVars>
      </dgm:prSet>
      <dgm:spPr/>
    </dgm:pt>
    <dgm:pt modelId="{FE0C2A7C-444A-4255-A30C-A790827F91DA}" type="pres">
      <dgm:prSet presAssocID="{E225C9CD-364B-4A2B-BEB4-6F0F3538EAA9}" presName="sp" presStyleCnt="0"/>
      <dgm:spPr/>
    </dgm:pt>
    <dgm:pt modelId="{8E993791-ED34-4A97-884A-1C25BFDF4FB2}" type="pres">
      <dgm:prSet presAssocID="{B7762A85-8955-46FE-87CF-87007108E190}" presName="arrowAndChildren" presStyleCnt="0"/>
      <dgm:spPr/>
    </dgm:pt>
    <dgm:pt modelId="{036B3DC7-94A3-44EC-BFCA-455586476391}" type="pres">
      <dgm:prSet presAssocID="{B7762A85-8955-46FE-87CF-87007108E190}" presName="parentTextArrow" presStyleLbl="node1" presStyleIdx="2" presStyleCnt="7"/>
      <dgm:spPr/>
    </dgm:pt>
    <dgm:pt modelId="{8C75E1E5-DDE1-4CA0-96C4-4BBB4C1CD29C}" type="pres">
      <dgm:prSet presAssocID="{B7762A85-8955-46FE-87CF-87007108E190}" presName="arrow" presStyleLbl="node1" presStyleIdx="3" presStyleCnt="7"/>
      <dgm:spPr/>
    </dgm:pt>
    <dgm:pt modelId="{DA04D12D-7A37-4B2E-9D1E-9D865718DD3A}" type="pres">
      <dgm:prSet presAssocID="{B7762A85-8955-46FE-87CF-87007108E190}" presName="descendantArrow" presStyleCnt="0"/>
      <dgm:spPr/>
    </dgm:pt>
    <dgm:pt modelId="{F4974422-5D35-49D6-B582-FDD9AB8671C9}" type="pres">
      <dgm:prSet presAssocID="{A68FC509-018A-4978-9947-BB5576CBF1AF}" presName="childTextArrow" presStyleLbl="fgAccFollowNode1" presStyleIdx="3" presStyleCnt="7">
        <dgm:presLayoutVars>
          <dgm:bulletEnabled val="1"/>
        </dgm:presLayoutVars>
      </dgm:prSet>
      <dgm:spPr/>
    </dgm:pt>
    <dgm:pt modelId="{45482B65-7C94-413E-9047-529144B9DC44}" type="pres">
      <dgm:prSet presAssocID="{734C1A15-F309-41D6-BDB6-D2BF2C76EBAF}" presName="sp" presStyleCnt="0"/>
      <dgm:spPr/>
    </dgm:pt>
    <dgm:pt modelId="{4AD28CEB-671D-41FC-B396-5FB9DD3761D2}" type="pres">
      <dgm:prSet presAssocID="{087B5EBD-F0A9-4655-B707-03E17A7E183A}" presName="arrowAndChildren" presStyleCnt="0"/>
      <dgm:spPr/>
    </dgm:pt>
    <dgm:pt modelId="{A7B8B78D-DEA0-4770-A7E7-7B41BD58DCD5}" type="pres">
      <dgm:prSet presAssocID="{087B5EBD-F0A9-4655-B707-03E17A7E183A}" presName="parentTextArrow" presStyleLbl="node1" presStyleIdx="3" presStyleCnt="7"/>
      <dgm:spPr/>
    </dgm:pt>
    <dgm:pt modelId="{5D8F5670-B21C-43B3-BA8F-717503971419}" type="pres">
      <dgm:prSet presAssocID="{087B5EBD-F0A9-4655-B707-03E17A7E183A}" presName="arrow" presStyleLbl="node1" presStyleIdx="4" presStyleCnt="7"/>
      <dgm:spPr/>
    </dgm:pt>
    <dgm:pt modelId="{0EA8EC0E-B6AD-4C54-9E14-B8B63F8B92DB}" type="pres">
      <dgm:prSet presAssocID="{087B5EBD-F0A9-4655-B707-03E17A7E183A}" presName="descendantArrow" presStyleCnt="0"/>
      <dgm:spPr/>
    </dgm:pt>
    <dgm:pt modelId="{8E809ED9-F09E-4F67-AD79-F59958256690}" type="pres">
      <dgm:prSet presAssocID="{98F6B0FF-EC30-4B70-9E89-709F90BB9440}" presName="childTextArrow" presStyleLbl="fgAccFollowNode1" presStyleIdx="4" presStyleCnt="7">
        <dgm:presLayoutVars>
          <dgm:bulletEnabled val="1"/>
        </dgm:presLayoutVars>
      </dgm:prSet>
      <dgm:spPr/>
    </dgm:pt>
    <dgm:pt modelId="{BD9B08FD-9573-413B-A7A0-F4E8A016BF9C}" type="pres">
      <dgm:prSet presAssocID="{CB0D7A3B-3255-4DE9-823A-7CF555D4AF49}" presName="sp" presStyleCnt="0"/>
      <dgm:spPr/>
    </dgm:pt>
    <dgm:pt modelId="{6A13B0AE-D62B-450B-BD97-1CCC50D689F9}" type="pres">
      <dgm:prSet presAssocID="{CCFBE03C-4263-4E4A-808E-D391362D09D6}" presName="arrowAndChildren" presStyleCnt="0"/>
      <dgm:spPr/>
    </dgm:pt>
    <dgm:pt modelId="{B28586C6-5B1B-4452-B5A4-E09427C729D5}" type="pres">
      <dgm:prSet presAssocID="{CCFBE03C-4263-4E4A-808E-D391362D09D6}" presName="parentTextArrow" presStyleLbl="node1" presStyleIdx="4" presStyleCnt="7"/>
      <dgm:spPr/>
    </dgm:pt>
    <dgm:pt modelId="{4E0BA341-7178-4025-8D04-2FB5EA8B21A3}" type="pres">
      <dgm:prSet presAssocID="{CCFBE03C-4263-4E4A-808E-D391362D09D6}" presName="arrow" presStyleLbl="node1" presStyleIdx="5" presStyleCnt="7"/>
      <dgm:spPr/>
    </dgm:pt>
    <dgm:pt modelId="{80E74C7A-1710-4DAC-8061-ADBD75363FD4}" type="pres">
      <dgm:prSet presAssocID="{CCFBE03C-4263-4E4A-808E-D391362D09D6}" presName="descendantArrow" presStyleCnt="0"/>
      <dgm:spPr/>
    </dgm:pt>
    <dgm:pt modelId="{1F3FD66D-31B8-4483-9177-788B743AFA39}" type="pres">
      <dgm:prSet presAssocID="{EBDC2BA8-D6DB-46B2-A42C-BB287AB44EAB}" presName="childTextArrow" presStyleLbl="fgAccFollowNode1" presStyleIdx="5" presStyleCnt="7">
        <dgm:presLayoutVars>
          <dgm:bulletEnabled val="1"/>
        </dgm:presLayoutVars>
      </dgm:prSet>
      <dgm:spPr/>
    </dgm:pt>
    <dgm:pt modelId="{E068ED3E-CA5D-470E-B796-08D99E4AF4E0}" type="pres">
      <dgm:prSet presAssocID="{6AA07756-A867-4FD3-B09C-31D05E80A8C2}" presName="sp" presStyleCnt="0"/>
      <dgm:spPr/>
    </dgm:pt>
    <dgm:pt modelId="{050C1D88-2950-426E-9B3B-DDBFBBE02C5F}" type="pres">
      <dgm:prSet presAssocID="{C39E3C23-2FAC-46F7-A6DF-1A291EA71D56}" presName="arrowAndChildren" presStyleCnt="0"/>
      <dgm:spPr/>
    </dgm:pt>
    <dgm:pt modelId="{06451CBB-366C-4D61-AA3F-56F9EA6F10D7}" type="pres">
      <dgm:prSet presAssocID="{C39E3C23-2FAC-46F7-A6DF-1A291EA71D56}" presName="parentTextArrow" presStyleLbl="node1" presStyleIdx="5" presStyleCnt="7"/>
      <dgm:spPr/>
    </dgm:pt>
    <dgm:pt modelId="{E4B64EF6-2EE6-46D2-B38F-DA1F37A488B8}" type="pres">
      <dgm:prSet presAssocID="{C39E3C23-2FAC-46F7-A6DF-1A291EA71D56}" presName="arrow" presStyleLbl="node1" presStyleIdx="6" presStyleCnt="7"/>
      <dgm:spPr/>
    </dgm:pt>
    <dgm:pt modelId="{294B6996-BEF5-48E3-A720-E9C99EF83E96}" type="pres">
      <dgm:prSet presAssocID="{C39E3C23-2FAC-46F7-A6DF-1A291EA71D56}" presName="descendantArrow" presStyleCnt="0"/>
      <dgm:spPr/>
    </dgm:pt>
    <dgm:pt modelId="{15A09595-CCC3-46A8-996D-57150771CFAB}" type="pres">
      <dgm:prSet presAssocID="{8FE83675-BC1E-4BFC-86E9-88B68D69FABC}" presName="childTextArrow" presStyleLbl="fgAccFollowNode1" presStyleIdx="6" presStyleCnt="7">
        <dgm:presLayoutVars>
          <dgm:bulletEnabled val="1"/>
        </dgm:presLayoutVars>
      </dgm:prSet>
      <dgm:spPr/>
    </dgm:pt>
  </dgm:ptLst>
  <dgm:cxnLst>
    <dgm:cxn modelId="{B2AFE90F-C599-436B-9991-0C86C826277F}" srcId="{885EF29F-92E7-4677-A6FF-D4EF4D02E170}" destId="{DA484713-6682-46A6-96F2-CCDBE43B793D}" srcOrd="4" destOrd="0" parTransId="{2AC69B6D-67A5-4D9E-9E4B-5D64D007059E}" sibTransId="{EFCFCF17-2D88-46C4-A2EB-D12BF99AC455}"/>
    <dgm:cxn modelId="{4499F613-215D-4C7E-BB83-4B6F6E745683}" type="presOf" srcId="{CCFBE03C-4263-4E4A-808E-D391362D09D6}" destId="{4E0BA341-7178-4025-8D04-2FB5EA8B21A3}" srcOrd="1" destOrd="0" presId="urn:microsoft.com/office/officeart/2005/8/layout/process4"/>
    <dgm:cxn modelId="{35E57317-C39A-40AA-BF51-0B58A7D5169F}" srcId="{885EF29F-92E7-4677-A6FF-D4EF4D02E170}" destId="{C39E3C23-2FAC-46F7-A6DF-1A291EA71D56}" srcOrd="0" destOrd="0" parTransId="{A4E1F13D-68EF-412A-948A-A783F0C2BF76}" sibTransId="{6AA07756-A867-4FD3-B09C-31D05E80A8C2}"/>
    <dgm:cxn modelId="{A71D8F17-695A-46A3-A63D-3E19DE905E25}" type="presOf" srcId="{98F6B0FF-EC30-4B70-9E89-709F90BB9440}" destId="{8E809ED9-F09E-4F67-AD79-F59958256690}" srcOrd="0" destOrd="0" presId="urn:microsoft.com/office/officeart/2005/8/layout/process4"/>
    <dgm:cxn modelId="{93F11A19-1C1A-4124-AB80-7F9493D7800D}" type="presOf" srcId="{DA650997-5C77-4E8E-BE92-76AEE27231AB}" destId="{E9BBC213-6515-401E-8617-B2BE08D4688A}" srcOrd="0" destOrd="0" presId="urn:microsoft.com/office/officeart/2005/8/layout/process4"/>
    <dgm:cxn modelId="{19BCA11E-9D5D-4422-A73B-7AA2A895799E}" srcId="{885EF29F-92E7-4677-A6FF-D4EF4D02E170}" destId="{B7762A85-8955-46FE-87CF-87007108E190}" srcOrd="3" destOrd="0" parTransId="{CFE6B9C5-7E47-4D8B-A0C1-BF83B682E653}" sibTransId="{E225C9CD-364B-4A2B-BEB4-6F0F3538EAA9}"/>
    <dgm:cxn modelId="{C8BDE622-2CD6-40DB-AEE0-714DCE90AC64}" type="presOf" srcId="{DA484713-6682-46A6-96F2-CCDBE43B793D}" destId="{E1FE6332-B18B-4756-9A05-568887C9B185}" srcOrd="1" destOrd="0" presId="urn:microsoft.com/office/officeart/2005/8/layout/process4"/>
    <dgm:cxn modelId="{FC170D29-905B-4C68-BEE2-E2D162D66F5F}" type="presOf" srcId="{8C75FA2D-524E-444F-87D7-3E02D695EA8E}" destId="{E28D96CD-5D92-4DF6-BE2E-F72ED24BC81A}" srcOrd="0" destOrd="0" presId="urn:microsoft.com/office/officeart/2005/8/layout/process4"/>
    <dgm:cxn modelId="{BDE68132-35A4-4A28-8B4A-81DCC66BD3DA}" type="presOf" srcId="{087B5EBD-F0A9-4655-B707-03E17A7E183A}" destId="{5D8F5670-B21C-43B3-BA8F-717503971419}" srcOrd="1" destOrd="0" presId="urn:microsoft.com/office/officeart/2005/8/layout/process4"/>
    <dgm:cxn modelId="{3F50863E-B6B5-40B9-8079-7651834F99B4}" type="presOf" srcId="{A68FC509-018A-4978-9947-BB5576CBF1AF}" destId="{F4974422-5D35-49D6-B582-FDD9AB8671C9}" srcOrd="0" destOrd="0" presId="urn:microsoft.com/office/officeart/2005/8/layout/process4"/>
    <dgm:cxn modelId="{49EC3C61-9055-4146-AEFA-0C024993F4DA}" type="presOf" srcId="{C39E3C23-2FAC-46F7-A6DF-1A291EA71D56}" destId="{E4B64EF6-2EE6-46D2-B38F-DA1F37A488B8}" srcOrd="1" destOrd="0" presId="urn:microsoft.com/office/officeart/2005/8/layout/process4"/>
    <dgm:cxn modelId="{2252AC41-B2CC-4139-99F4-0909C243D10B}" srcId="{CCFBE03C-4263-4E4A-808E-D391362D09D6}" destId="{EBDC2BA8-D6DB-46B2-A42C-BB287AB44EAB}" srcOrd="0" destOrd="0" parTransId="{2C6316C0-1DDB-4ECC-89EE-12DCAD6964EE}" sibTransId="{5683F5A1-C15D-4511-AD22-66D60C8C5F70}"/>
    <dgm:cxn modelId="{FD0C1646-CB97-40DF-B5D9-45EBC2B914A7}" srcId="{C39E3C23-2FAC-46F7-A6DF-1A291EA71D56}" destId="{8FE83675-BC1E-4BFC-86E9-88B68D69FABC}" srcOrd="0" destOrd="0" parTransId="{08BB5FA6-7C12-4A0C-8337-E12566141000}" sibTransId="{644C4315-5D76-4366-B28B-8B281CEA08E7}"/>
    <dgm:cxn modelId="{7A72836A-855D-4526-8804-3A10CEDCB942}" srcId="{087B5EBD-F0A9-4655-B707-03E17A7E183A}" destId="{98F6B0FF-EC30-4B70-9E89-709F90BB9440}" srcOrd="0" destOrd="0" parTransId="{DFEA61E5-71DA-447F-8D16-0EC63E5A773A}" sibTransId="{F9AD79ED-5F12-49E3-AB8D-EBDA072385A0}"/>
    <dgm:cxn modelId="{0EBC116B-EE49-4BCF-9A5F-36BDAC420F6B}" srcId="{885EF29F-92E7-4677-A6FF-D4EF4D02E170}" destId="{3CFA4D1B-1B8A-493F-9C0E-618897CF8CEA}" srcOrd="6" destOrd="0" parTransId="{FCC11933-DF21-414E-B413-01440AAF9838}" sibTransId="{65F125F8-7406-43CC-AEC3-37F1B3FB8851}"/>
    <dgm:cxn modelId="{B256FB6F-FC92-4213-963E-ADE6B6AA0454}" type="presOf" srcId="{9C877F5B-36FD-4FDE-8468-E4869939D519}" destId="{28E53C9D-778A-469D-A7CB-295342BDB9E7}" srcOrd="0" destOrd="0" presId="urn:microsoft.com/office/officeart/2005/8/layout/process4"/>
    <dgm:cxn modelId="{0A8DCB73-7A4B-460D-8542-4C4785EAEDC8}" srcId="{DA650997-5C77-4E8E-BE92-76AEE27231AB}" destId="{7361DD3D-5F65-411A-A40F-38430317045E}" srcOrd="0" destOrd="0" parTransId="{E36EAE05-927D-43B6-BFEC-414F83EA37CA}" sibTransId="{916C818D-BC80-4794-B7E5-D7D24AE2A023}"/>
    <dgm:cxn modelId="{D82B3F55-8E2C-4262-B2ED-4E964E390785}" type="presOf" srcId="{C39E3C23-2FAC-46F7-A6DF-1A291EA71D56}" destId="{06451CBB-366C-4D61-AA3F-56F9EA6F10D7}" srcOrd="0" destOrd="0" presId="urn:microsoft.com/office/officeart/2005/8/layout/process4"/>
    <dgm:cxn modelId="{4465AE77-F6A9-46CB-976B-2C2774649756}" type="presOf" srcId="{7361DD3D-5F65-411A-A40F-38430317045E}" destId="{FA3A00EF-7FFF-41AD-A550-40F2DB6DAFCB}" srcOrd="0" destOrd="0" presId="urn:microsoft.com/office/officeart/2005/8/layout/process4"/>
    <dgm:cxn modelId="{0603667D-4D7A-4921-AFEB-C31A069083CD}" type="presOf" srcId="{CCFBE03C-4263-4E4A-808E-D391362D09D6}" destId="{B28586C6-5B1B-4452-B5A4-E09427C729D5}" srcOrd="0" destOrd="0" presId="urn:microsoft.com/office/officeart/2005/8/layout/process4"/>
    <dgm:cxn modelId="{5497A587-FED1-4BFF-81A5-32FA22FEFD52}" srcId="{3CFA4D1B-1B8A-493F-9C0E-618897CF8CEA}" destId="{8C75FA2D-524E-444F-87D7-3E02D695EA8E}" srcOrd="0" destOrd="0" parTransId="{888B504A-68C4-42FE-92F4-6B6E4AE9C278}" sibTransId="{BCFE58A4-7F11-48CC-978A-C2C95162F34E}"/>
    <dgm:cxn modelId="{9597CC8B-269C-44B8-82A2-0A961D7D5CA9}" srcId="{885EF29F-92E7-4677-A6FF-D4EF4D02E170}" destId="{CCFBE03C-4263-4E4A-808E-D391362D09D6}" srcOrd="1" destOrd="0" parTransId="{0B1923A0-1548-4E06-BC6F-BF83B76C9D48}" sibTransId="{CB0D7A3B-3255-4DE9-823A-7CF555D4AF49}"/>
    <dgm:cxn modelId="{7E9DD690-AAEC-4C2F-A77E-C44B5052A90B}" type="presOf" srcId="{8FE83675-BC1E-4BFC-86E9-88B68D69FABC}" destId="{15A09595-CCC3-46A8-996D-57150771CFAB}" srcOrd="0" destOrd="0" presId="urn:microsoft.com/office/officeart/2005/8/layout/process4"/>
    <dgm:cxn modelId="{E4327E93-7DA2-4714-AADA-C27F65A65ADF}" type="presOf" srcId="{EBDC2BA8-D6DB-46B2-A42C-BB287AB44EAB}" destId="{1F3FD66D-31B8-4483-9177-788B743AFA39}" srcOrd="0" destOrd="0" presId="urn:microsoft.com/office/officeart/2005/8/layout/process4"/>
    <dgm:cxn modelId="{D9946E9A-F88E-4212-A3E0-84BE92AD78AB}" type="presOf" srcId="{3CFA4D1B-1B8A-493F-9C0E-618897CF8CEA}" destId="{6D43DE14-9CA2-4B1C-8B99-26B03B7D21D3}" srcOrd="1" destOrd="0" presId="urn:microsoft.com/office/officeart/2005/8/layout/process4"/>
    <dgm:cxn modelId="{58095CA3-9ACE-409D-8BFA-D4D939D97E31}" type="presOf" srcId="{087B5EBD-F0A9-4655-B707-03E17A7E183A}" destId="{A7B8B78D-DEA0-4770-A7E7-7B41BD58DCD5}" srcOrd="0" destOrd="0" presId="urn:microsoft.com/office/officeart/2005/8/layout/process4"/>
    <dgm:cxn modelId="{9C9D23BB-ECEF-4551-BB26-50C7C75490A7}" type="presOf" srcId="{B7762A85-8955-46FE-87CF-87007108E190}" destId="{8C75E1E5-DDE1-4CA0-96C4-4BBB4C1CD29C}" srcOrd="1" destOrd="0" presId="urn:microsoft.com/office/officeart/2005/8/layout/process4"/>
    <dgm:cxn modelId="{F88FFDC8-458A-4975-A9F0-E4D25DAF2590}" srcId="{885EF29F-92E7-4677-A6FF-D4EF4D02E170}" destId="{087B5EBD-F0A9-4655-B707-03E17A7E183A}" srcOrd="2" destOrd="0" parTransId="{9DF3D824-9C2C-4E0A-95E0-361D3DC9D5E3}" sibTransId="{734C1A15-F309-41D6-BDB6-D2BF2C76EBAF}"/>
    <dgm:cxn modelId="{75B3E9CB-07B1-4592-91D8-DC40418C8CBC}" srcId="{B7762A85-8955-46FE-87CF-87007108E190}" destId="{A68FC509-018A-4978-9947-BB5576CBF1AF}" srcOrd="0" destOrd="0" parTransId="{9DF7BF94-BB3E-4322-922E-8D118270BD6A}" sibTransId="{B457F42F-1BBA-4D0E-A97A-D401C9954954}"/>
    <dgm:cxn modelId="{50B371DD-8610-46CA-B1C5-DD774823B425}" type="presOf" srcId="{3CFA4D1B-1B8A-493F-9C0E-618897CF8CEA}" destId="{6BA846C7-79F3-48BB-BD1D-396DA996ABE3}" srcOrd="0" destOrd="0" presId="urn:microsoft.com/office/officeart/2005/8/layout/process4"/>
    <dgm:cxn modelId="{730646EA-6519-46FD-918A-303A736F368F}" type="presOf" srcId="{DA650997-5C77-4E8E-BE92-76AEE27231AB}" destId="{40F21D97-0379-47AD-9437-79FD574F0836}" srcOrd="1" destOrd="0" presId="urn:microsoft.com/office/officeart/2005/8/layout/process4"/>
    <dgm:cxn modelId="{A2CD47EB-647F-417C-8E6F-5A041C5AC6AE}" srcId="{DA484713-6682-46A6-96F2-CCDBE43B793D}" destId="{9C877F5B-36FD-4FDE-8468-E4869939D519}" srcOrd="0" destOrd="0" parTransId="{B5B52C66-F8F2-48AD-A4BC-B1F1E1994D07}" sibTransId="{900C90FB-FEDC-4AE9-866C-3EC31B84F1EA}"/>
    <dgm:cxn modelId="{388586F5-3704-49E6-8FED-0CC4700E5A53}" type="presOf" srcId="{DA484713-6682-46A6-96F2-CCDBE43B793D}" destId="{766BDC2D-E465-4256-83E1-36FDC2AFC46F}" srcOrd="0" destOrd="0" presId="urn:microsoft.com/office/officeart/2005/8/layout/process4"/>
    <dgm:cxn modelId="{4DB863F9-132F-4C02-9EE0-C31F64FBF037}" srcId="{885EF29F-92E7-4677-A6FF-D4EF4D02E170}" destId="{DA650997-5C77-4E8E-BE92-76AEE27231AB}" srcOrd="5" destOrd="0" parTransId="{DF962E63-3C2A-41AB-8603-57A13DE3F2A9}" sibTransId="{8B5CDA5C-4204-4BC4-937C-D4018A2F6CF8}"/>
    <dgm:cxn modelId="{C70C8CF9-A7A5-4CDE-BAE2-41D4A4E1A2C5}" type="presOf" srcId="{885EF29F-92E7-4677-A6FF-D4EF4D02E170}" destId="{3DC108ED-6BE0-4382-9440-E31FEF691771}" srcOrd="0" destOrd="0" presId="urn:microsoft.com/office/officeart/2005/8/layout/process4"/>
    <dgm:cxn modelId="{47908FFE-0910-45C5-B11B-30027C95627A}" type="presOf" srcId="{B7762A85-8955-46FE-87CF-87007108E190}" destId="{036B3DC7-94A3-44EC-BFCA-455586476391}" srcOrd="0" destOrd="0" presId="urn:microsoft.com/office/officeart/2005/8/layout/process4"/>
    <dgm:cxn modelId="{BE07FF42-818C-45C2-A322-1A0E23E911E1}" type="presParOf" srcId="{3DC108ED-6BE0-4382-9440-E31FEF691771}" destId="{AAE5C9E5-47FD-4C25-B804-B654FC305BA0}" srcOrd="0" destOrd="0" presId="urn:microsoft.com/office/officeart/2005/8/layout/process4"/>
    <dgm:cxn modelId="{DA2DF272-8F24-47E2-8A27-DC3D9C7724AC}" type="presParOf" srcId="{AAE5C9E5-47FD-4C25-B804-B654FC305BA0}" destId="{6BA846C7-79F3-48BB-BD1D-396DA996ABE3}" srcOrd="0" destOrd="0" presId="urn:microsoft.com/office/officeart/2005/8/layout/process4"/>
    <dgm:cxn modelId="{F624137E-28F7-4F69-9D3A-26BCBEFCC5A2}" type="presParOf" srcId="{AAE5C9E5-47FD-4C25-B804-B654FC305BA0}" destId="{6D43DE14-9CA2-4B1C-8B99-26B03B7D21D3}" srcOrd="1" destOrd="0" presId="urn:microsoft.com/office/officeart/2005/8/layout/process4"/>
    <dgm:cxn modelId="{A823B1CC-F03D-412B-A3D8-C0BCA871F357}" type="presParOf" srcId="{AAE5C9E5-47FD-4C25-B804-B654FC305BA0}" destId="{D710DB68-B2AC-4AA6-97E8-246B6D90CCEC}" srcOrd="2" destOrd="0" presId="urn:microsoft.com/office/officeart/2005/8/layout/process4"/>
    <dgm:cxn modelId="{86207D89-42C6-44DD-B6B7-A9882FC68BE0}" type="presParOf" srcId="{D710DB68-B2AC-4AA6-97E8-246B6D90CCEC}" destId="{E28D96CD-5D92-4DF6-BE2E-F72ED24BC81A}" srcOrd="0" destOrd="0" presId="urn:microsoft.com/office/officeart/2005/8/layout/process4"/>
    <dgm:cxn modelId="{92891A29-0B35-4BE9-8C77-304CDFB58AEC}" type="presParOf" srcId="{3DC108ED-6BE0-4382-9440-E31FEF691771}" destId="{DA7E4D82-1EA8-4342-89C9-BBC8D37C3F98}" srcOrd="1" destOrd="0" presId="urn:microsoft.com/office/officeart/2005/8/layout/process4"/>
    <dgm:cxn modelId="{445CAFF4-BA89-4E71-A116-1AD48A7AB135}" type="presParOf" srcId="{3DC108ED-6BE0-4382-9440-E31FEF691771}" destId="{D18E6B4B-7970-4FB7-9D32-9A4AE659724C}" srcOrd="2" destOrd="0" presId="urn:microsoft.com/office/officeart/2005/8/layout/process4"/>
    <dgm:cxn modelId="{C271E779-985C-49AF-9AE5-1BAE06BFFB13}" type="presParOf" srcId="{D18E6B4B-7970-4FB7-9D32-9A4AE659724C}" destId="{E9BBC213-6515-401E-8617-B2BE08D4688A}" srcOrd="0" destOrd="0" presId="urn:microsoft.com/office/officeart/2005/8/layout/process4"/>
    <dgm:cxn modelId="{16642FAC-900B-4561-84AC-A52764C8BC39}" type="presParOf" srcId="{D18E6B4B-7970-4FB7-9D32-9A4AE659724C}" destId="{40F21D97-0379-47AD-9437-79FD574F0836}" srcOrd="1" destOrd="0" presId="urn:microsoft.com/office/officeart/2005/8/layout/process4"/>
    <dgm:cxn modelId="{457D9FD4-4F53-41FD-A5D7-8BBAF494FA31}" type="presParOf" srcId="{D18E6B4B-7970-4FB7-9D32-9A4AE659724C}" destId="{EA72978E-D3AE-4A12-8769-23792334F650}" srcOrd="2" destOrd="0" presId="urn:microsoft.com/office/officeart/2005/8/layout/process4"/>
    <dgm:cxn modelId="{690C7E7B-0C18-47DF-A041-92584BD63406}" type="presParOf" srcId="{EA72978E-D3AE-4A12-8769-23792334F650}" destId="{FA3A00EF-7FFF-41AD-A550-40F2DB6DAFCB}" srcOrd="0" destOrd="0" presId="urn:microsoft.com/office/officeart/2005/8/layout/process4"/>
    <dgm:cxn modelId="{A40BE2B5-64E3-4E51-995E-80F19BA8375B}" type="presParOf" srcId="{3DC108ED-6BE0-4382-9440-E31FEF691771}" destId="{5CC65544-568F-4773-A504-5720645315A3}" srcOrd="3" destOrd="0" presId="urn:microsoft.com/office/officeart/2005/8/layout/process4"/>
    <dgm:cxn modelId="{625603FD-F653-401F-BF05-C38C09CC74D3}" type="presParOf" srcId="{3DC108ED-6BE0-4382-9440-E31FEF691771}" destId="{9095AF84-27A8-42C2-A8E5-B24133CCC3DF}" srcOrd="4" destOrd="0" presId="urn:microsoft.com/office/officeart/2005/8/layout/process4"/>
    <dgm:cxn modelId="{929364CD-B033-4AF6-847D-BFB9A31511CC}" type="presParOf" srcId="{9095AF84-27A8-42C2-A8E5-B24133CCC3DF}" destId="{766BDC2D-E465-4256-83E1-36FDC2AFC46F}" srcOrd="0" destOrd="0" presId="urn:microsoft.com/office/officeart/2005/8/layout/process4"/>
    <dgm:cxn modelId="{7C2586C9-1F34-4059-9052-5B3867678847}" type="presParOf" srcId="{9095AF84-27A8-42C2-A8E5-B24133CCC3DF}" destId="{E1FE6332-B18B-4756-9A05-568887C9B185}" srcOrd="1" destOrd="0" presId="urn:microsoft.com/office/officeart/2005/8/layout/process4"/>
    <dgm:cxn modelId="{E3BBB215-D668-46E6-9108-15F66CEA6368}" type="presParOf" srcId="{9095AF84-27A8-42C2-A8E5-B24133CCC3DF}" destId="{EF24F7FC-EA37-4C0D-86AA-E9D97A641A1C}" srcOrd="2" destOrd="0" presId="urn:microsoft.com/office/officeart/2005/8/layout/process4"/>
    <dgm:cxn modelId="{EF0C01A3-5F97-4620-83B5-A53BC9778B49}" type="presParOf" srcId="{EF24F7FC-EA37-4C0D-86AA-E9D97A641A1C}" destId="{28E53C9D-778A-469D-A7CB-295342BDB9E7}" srcOrd="0" destOrd="0" presId="urn:microsoft.com/office/officeart/2005/8/layout/process4"/>
    <dgm:cxn modelId="{FBCA92DA-7265-4D74-A2B6-DA521316B6E2}" type="presParOf" srcId="{3DC108ED-6BE0-4382-9440-E31FEF691771}" destId="{FE0C2A7C-444A-4255-A30C-A790827F91DA}" srcOrd="5" destOrd="0" presId="urn:microsoft.com/office/officeart/2005/8/layout/process4"/>
    <dgm:cxn modelId="{9234657C-D325-468E-9A7D-4A4FBDD5939A}" type="presParOf" srcId="{3DC108ED-6BE0-4382-9440-E31FEF691771}" destId="{8E993791-ED34-4A97-884A-1C25BFDF4FB2}" srcOrd="6" destOrd="0" presId="urn:microsoft.com/office/officeart/2005/8/layout/process4"/>
    <dgm:cxn modelId="{9B40B47F-8304-4CDA-A67E-B792B5F4E176}" type="presParOf" srcId="{8E993791-ED34-4A97-884A-1C25BFDF4FB2}" destId="{036B3DC7-94A3-44EC-BFCA-455586476391}" srcOrd="0" destOrd="0" presId="urn:microsoft.com/office/officeart/2005/8/layout/process4"/>
    <dgm:cxn modelId="{C418EB68-B4E3-4403-9B4F-5826157557CB}" type="presParOf" srcId="{8E993791-ED34-4A97-884A-1C25BFDF4FB2}" destId="{8C75E1E5-DDE1-4CA0-96C4-4BBB4C1CD29C}" srcOrd="1" destOrd="0" presId="urn:microsoft.com/office/officeart/2005/8/layout/process4"/>
    <dgm:cxn modelId="{6BF3515A-6372-4E68-91EB-214670456BAB}" type="presParOf" srcId="{8E993791-ED34-4A97-884A-1C25BFDF4FB2}" destId="{DA04D12D-7A37-4B2E-9D1E-9D865718DD3A}" srcOrd="2" destOrd="0" presId="urn:microsoft.com/office/officeart/2005/8/layout/process4"/>
    <dgm:cxn modelId="{B4E09449-A2C5-4A5E-80A5-DC5A6D68CBAC}" type="presParOf" srcId="{DA04D12D-7A37-4B2E-9D1E-9D865718DD3A}" destId="{F4974422-5D35-49D6-B582-FDD9AB8671C9}" srcOrd="0" destOrd="0" presId="urn:microsoft.com/office/officeart/2005/8/layout/process4"/>
    <dgm:cxn modelId="{97331C39-12FC-4545-989F-7C962AE6D39C}" type="presParOf" srcId="{3DC108ED-6BE0-4382-9440-E31FEF691771}" destId="{45482B65-7C94-413E-9047-529144B9DC44}" srcOrd="7" destOrd="0" presId="urn:microsoft.com/office/officeart/2005/8/layout/process4"/>
    <dgm:cxn modelId="{7490154B-A824-4287-9DCF-7FBC649C0BD6}" type="presParOf" srcId="{3DC108ED-6BE0-4382-9440-E31FEF691771}" destId="{4AD28CEB-671D-41FC-B396-5FB9DD3761D2}" srcOrd="8" destOrd="0" presId="urn:microsoft.com/office/officeart/2005/8/layout/process4"/>
    <dgm:cxn modelId="{6212F517-7A3A-4209-985E-59BB0CD0B225}" type="presParOf" srcId="{4AD28CEB-671D-41FC-B396-5FB9DD3761D2}" destId="{A7B8B78D-DEA0-4770-A7E7-7B41BD58DCD5}" srcOrd="0" destOrd="0" presId="urn:microsoft.com/office/officeart/2005/8/layout/process4"/>
    <dgm:cxn modelId="{106827E7-B161-4969-9B96-FEF36E362689}" type="presParOf" srcId="{4AD28CEB-671D-41FC-B396-5FB9DD3761D2}" destId="{5D8F5670-B21C-43B3-BA8F-717503971419}" srcOrd="1" destOrd="0" presId="urn:microsoft.com/office/officeart/2005/8/layout/process4"/>
    <dgm:cxn modelId="{F364F57D-C601-4A7C-8FB5-4DCD92DD56FC}" type="presParOf" srcId="{4AD28CEB-671D-41FC-B396-5FB9DD3761D2}" destId="{0EA8EC0E-B6AD-4C54-9E14-B8B63F8B92DB}" srcOrd="2" destOrd="0" presId="urn:microsoft.com/office/officeart/2005/8/layout/process4"/>
    <dgm:cxn modelId="{0CEC9DFD-1BC1-4B07-A646-1EA8381D5FB0}" type="presParOf" srcId="{0EA8EC0E-B6AD-4C54-9E14-B8B63F8B92DB}" destId="{8E809ED9-F09E-4F67-AD79-F59958256690}" srcOrd="0" destOrd="0" presId="urn:microsoft.com/office/officeart/2005/8/layout/process4"/>
    <dgm:cxn modelId="{DE58667A-D61B-409B-8A72-96B7D3972534}" type="presParOf" srcId="{3DC108ED-6BE0-4382-9440-E31FEF691771}" destId="{BD9B08FD-9573-413B-A7A0-F4E8A016BF9C}" srcOrd="9" destOrd="0" presId="urn:microsoft.com/office/officeart/2005/8/layout/process4"/>
    <dgm:cxn modelId="{124AE7D5-0A1E-487D-ADA3-144578DFDBD9}" type="presParOf" srcId="{3DC108ED-6BE0-4382-9440-E31FEF691771}" destId="{6A13B0AE-D62B-450B-BD97-1CCC50D689F9}" srcOrd="10" destOrd="0" presId="urn:microsoft.com/office/officeart/2005/8/layout/process4"/>
    <dgm:cxn modelId="{48B13169-5F11-4577-9C35-6BFD9B64E372}" type="presParOf" srcId="{6A13B0AE-D62B-450B-BD97-1CCC50D689F9}" destId="{B28586C6-5B1B-4452-B5A4-E09427C729D5}" srcOrd="0" destOrd="0" presId="urn:microsoft.com/office/officeart/2005/8/layout/process4"/>
    <dgm:cxn modelId="{9BDD16B9-55B0-4D65-BF5F-798101808D8E}" type="presParOf" srcId="{6A13B0AE-D62B-450B-BD97-1CCC50D689F9}" destId="{4E0BA341-7178-4025-8D04-2FB5EA8B21A3}" srcOrd="1" destOrd="0" presId="urn:microsoft.com/office/officeart/2005/8/layout/process4"/>
    <dgm:cxn modelId="{BEBEB892-14B4-4C2C-81C8-8BDA9A5A9D68}" type="presParOf" srcId="{6A13B0AE-D62B-450B-BD97-1CCC50D689F9}" destId="{80E74C7A-1710-4DAC-8061-ADBD75363FD4}" srcOrd="2" destOrd="0" presId="urn:microsoft.com/office/officeart/2005/8/layout/process4"/>
    <dgm:cxn modelId="{4FD8AB56-8D0A-4EBD-A900-DCB9B732A127}" type="presParOf" srcId="{80E74C7A-1710-4DAC-8061-ADBD75363FD4}" destId="{1F3FD66D-31B8-4483-9177-788B743AFA39}" srcOrd="0" destOrd="0" presId="urn:microsoft.com/office/officeart/2005/8/layout/process4"/>
    <dgm:cxn modelId="{9321F1FE-3812-4A72-B083-A2DA8578E22A}" type="presParOf" srcId="{3DC108ED-6BE0-4382-9440-E31FEF691771}" destId="{E068ED3E-CA5D-470E-B796-08D99E4AF4E0}" srcOrd="11" destOrd="0" presId="urn:microsoft.com/office/officeart/2005/8/layout/process4"/>
    <dgm:cxn modelId="{62ADDAFD-3EC5-4740-BB09-1F595035A67A}" type="presParOf" srcId="{3DC108ED-6BE0-4382-9440-E31FEF691771}" destId="{050C1D88-2950-426E-9B3B-DDBFBBE02C5F}" srcOrd="12" destOrd="0" presId="urn:microsoft.com/office/officeart/2005/8/layout/process4"/>
    <dgm:cxn modelId="{D613BFE9-0EE3-4789-BBA0-DF579F782160}" type="presParOf" srcId="{050C1D88-2950-426E-9B3B-DDBFBBE02C5F}" destId="{06451CBB-366C-4D61-AA3F-56F9EA6F10D7}" srcOrd="0" destOrd="0" presId="urn:microsoft.com/office/officeart/2005/8/layout/process4"/>
    <dgm:cxn modelId="{BA8BEC8C-1B32-43D1-8374-5AD74733F8C6}" type="presParOf" srcId="{050C1D88-2950-426E-9B3B-DDBFBBE02C5F}" destId="{E4B64EF6-2EE6-46D2-B38F-DA1F37A488B8}" srcOrd="1" destOrd="0" presId="urn:microsoft.com/office/officeart/2005/8/layout/process4"/>
    <dgm:cxn modelId="{3973680D-E9FE-4845-A0C9-FC7884D3BB9C}" type="presParOf" srcId="{050C1D88-2950-426E-9B3B-DDBFBBE02C5F}" destId="{294B6996-BEF5-48E3-A720-E9C99EF83E96}" srcOrd="2" destOrd="0" presId="urn:microsoft.com/office/officeart/2005/8/layout/process4"/>
    <dgm:cxn modelId="{06BD15C3-A1B4-4887-BE30-11D10D0EA66B}" type="presParOf" srcId="{294B6996-BEF5-48E3-A720-E9C99EF83E96}" destId="{15A09595-CCC3-46A8-996D-57150771CFAB}" srcOrd="0" destOrd="0" presId="urn:microsoft.com/office/officeart/2005/8/layout/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85EF29F-92E7-4677-A6FF-D4EF4D02E170}" type="doc">
      <dgm:prSet loTypeId="urn:microsoft.com/office/officeart/2005/8/layout/process4" loCatId="list" qsTypeId="urn:microsoft.com/office/officeart/2005/8/quickstyle/simple1" qsCatId="simple" csTypeId="urn:microsoft.com/office/officeart/2005/8/colors/accent0_2" csCatId="mainScheme" phldr="1"/>
      <dgm:spPr/>
      <dgm:t>
        <a:bodyPr/>
        <a:lstStyle/>
        <a:p>
          <a:endParaRPr lang="en-US"/>
        </a:p>
      </dgm:t>
    </dgm:pt>
    <dgm:pt modelId="{C39E3C23-2FAC-46F7-A6DF-1A291EA71D56}">
      <dgm:prSet phldrT="[Text]" custT="1"/>
      <dgm:spPr/>
      <dgm:t>
        <a:bodyPr/>
        <a:lstStyle/>
        <a:p>
          <a:r>
            <a:rPr lang="en-US" sz="1800" dirty="0" err="1">
              <a:solidFill>
                <a:schemeClr val="tx1"/>
              </a:solidFill>
            </a:rPr>
            <a:t>Hafs</a:t>
          </a:r>
          <a:r>
            <a:rPr lang="en-US" sz="1800" dirty="0">
              <a:solidFill>
                <a:schemeClr val="tx1"/>
              </a:solidFill>
            </a:rPr>
            <a:t> (1000)</a:t>
          </a:r>
        </a:p>
      </dgm:t>
    </dgm:pt>
    <dgm:pt modelId="{A4E1F13D-68EF-412A-948A-A783F0C2BF76}" type="parTrans" cxnId="{35E57317-C39A-40AA-BF51-0B58A7D5169F}">
      <dgm:prSet/>
      <dgm:spPr/>
      <dgm:t>
        <a:bodyPr/>
        <a:lstStyle/>
        <a:p>
          <a:endParaRPr lang="en-US" sz="1800">
            <a:solidFill>
              <a:schemeClr val="tx1"/>
            </a:solidFill>
          </a:endParaRPr>
        </a:p>
      </dgm:t>
    </dgm:pt>
    <dgm:pt modelId="{6AA07756-A867-4FD3-B09C-31D05E80A8C2}" type="sibTrans" cxnId="{35E57317-C39A-40AA-BF51-0B58A7D5169F}">
      <dgm:prSet/>
      <dgm:spPr/>
      <dgm:t>
        <a:bodyPr/>
        <a:lstStyle/>
        <a:p>
          <a:endParaRPr lang="en-US" sz="1800">
            <a:solidFill>
              <a:schemeClr val="tx1"/>
            </a:solidFill>
          </a:endParaRPr>
        </a:p>
      </dgm:t>
    </dgm:pt>
    <dgm:pt modelId="{8FE83675-BC1E-4BFC-86E9-88B68D69FABC}">
      <dgm:prSet phldrT="[Text]" custT="1"/>
      <dgm:spPr/>
      <dgm:t>
        <a:bodyPr/>
        <a:lstStyle/>
        <a:p>
          <a:r>
            <a:rPr lang="en-US" sz="1800" dirty="0">
              <a:solidFill>
                <a:schemeClr val="tx1"/>
              </a:solidFill>
            </a:rPr>
            <a:t>Next: 1080</a:t>
          </a:r>
        </a:p>
      </dgm:t>
    </dgm:pt>
    <dgm:pt modelId="{08BB5FA6-7C12-4A0C-8337-E12566141000}" type="parTrans" cxnId="{FD0C1646-CB97-40DF-B5D9-45EBC2B914A7}">
      <dgm:prSet/>
      <dgm:spPr/>
      <dgm:t>
        <a:bodyPr/>
        <a:lstStyle/>
        <a:p>
          <a:endParaRPr lang="en-US" sz="1800">
            <a:solidFill>
              <a:schemeClr val="tx1"/>
            </a:solidFill>
          </a:endParaRPr>
        </a:p>
      </dgm:t>
    </dgm:pt>
    <dgm:pt modelId="{644C4315-5D76-4366-B28B-8B281CEA08E7}" type="sibTrans" cxnId="{FD0C1646-CB97-40DF-B5D9-45EBC2B914A7}">
      <dgm:prSet/>
      <dgm:spPr/>
      <dgm:t>
        <a:bodyPr/>
        <a:lstStyle/>
        <a:p>
          <a:endParaRPr lang="en-US" sz="1800">
            <a:solidFill>
              <a:schemeClr val="tx1"/>
            </a:solidFill>
          </a:endParaRPr>
        </a:p>
      </dgm:t>
    </dgm:pt>
    <dgm:pt modelId="{EBDC2BA8-D6DB-46B2-A42C-BB287AB44EAB}">
      <dgm:prSet phldrT="[Text]" custT="1"/>
      <dgm:spPr/>
      <dgm:t>
        <a:bodyPr/>
        <a:lstStyle/>
        <a:p>
          <a:r>
            <a:rPr lang="en-US" sz="1800" dirty="0">
              <a:solidFill>
                <a:schemeClr val="tx1"/>
              </a:solidFill>
            </a:rPr>
            <a:t>Next: 1160</a:t>
          </a:r>
        </a:p>
      </dgm:t>
    </dgm:pt>
    <dgm:pt modelId="{2C6316C0-1DDB-4ECC-89EE-12DCAD6964EE}" type="parTrans" cxnId="{2252AC41-B2CC-4139-99F4-0909C243D10B}">
      <dgm:prSet/>
      <dgm:spPr/>
      <dgm:t>
        <a:bodyPr/>
        <a:lstStyle/>
        <a:p>
          <a:endParaRPr lang="en-US" sz="1800">
            <a:solidFill>
              <a:schemeClr val="tx1"/>
            </a:solidFill>
          </a:endParaRPr>
        </a:p>
      </dgm:t>
    </dgm:pt>
    <dgm:pt modelId="{5683F5A1-C15D-4511-AD22-66D60C8C5F70}" type="sibTrans" cxnId="{2252AC41-B2CC-4139-99F4-0909C243D10B}">
      <dgm:prSet/>
      <dgm:spPr/>
      <dgm:t>
        <a:bodyPr/>
        <a:lstStyle/>
        <a:p>
          <a:endParaRPr lang="en-US" sz="1800">
            <a:solidFill>
              <a:schemeClr val="tx1"/>
            </a:solidFill>
          </a:endParaRPr>
        </a:p>
      </dgm:t>
    </dgm:pt>
    <dgm:pt modelId="{087B5EBD-F0A9-4655-B707-03E17A7E183A}">
      <dgm:prSet phldrT="[Text]" custT="1"/>
      <dgm:spPr/>
      <dgm:t>
        <a:bodyPr/>
        <a:lstStyle/>
        <a:p>
          <a:r>
            <a:rPr lang="en-US" sz="1800" dirty="0" err="1">
              <a:solidFill>
                <a:schemeClr val="tx1"/>
              </a:solidFill>
            </a:rPr>
            <a:t>Mohimin</a:t>
          </a:r>
          <a:r>
            <a:rPr lang="en-US" sz="1800" dirty="0">
              <a:solidFill>
                <a:schemeClr val="tx1"/>
              </a:solidFill>
            </a:rPr>
            <a:t> (1160)</a:t>
          </a:r>
        </a:p>
      </dgm:t>
    </dgm:pt>
    <dgm:pt modelId="{9DF3D824-9C2C-4E0A-95E0-361D3DC9D5E3}" type="parTrans" cxnId="{F88FFDC8-458A-4975-A9F0-E4D25DAF2590}">
      <dgm:prSet/>
      <dgm:spPr/>
      <dgm:t>
        <a:bodyPr/>
        <a:lstStyle/>
        <a:p>
          <a:endParaRPr lang="en-US" sz="1800">
            <a:solidFill>
              <a:schemeClr val="tx1"/>
            </a:solidFill>
          </a:endParaRPr>
        </a:p>
      </dgm:t>
    </dgm:pt>
    <dgm:pt modelId="{734C1A15-F309-41D6-BDB6-D2BF2C76EBAF}" type="sibTrans" cxnId="{F88FFDC8-458A-4975-A9F0-E4D25DAF2590}">
      <dgm:prSet/>
      <dgm:spPr/>
      <dgm:t>
        <a:bodyPr/>
        <a:lstStyle/>
        <a:p>
          <a:endParaRPr lang="en-US" sz="1800">
            <a:solidFill>
              <a:schemeClr val="tx1"/>
            </a:solidFill>
          </a:endParaRPr>
        </a:p>
      </dgm:t>
    </dgm:pt>
    <dgm:pt modelId="{98F6B0FF-EC30-4B70-9E89-709F90BB9440}">
      <dgm:prSet phldrT="[Text]" custT="1"/>
      <dgm:spPr/>
      <dgm:t>
        <a:bodyPr/>
        <a:lstStyle/>
        <a:p>
          <a:r>
            <a:rPr lang="en-US" sz="1800" dirty="0">
              <a:solidFill>
                <a:schemeClr val="tx1"/>
              </a:solidFill>
            </a:rPr>
            <a:t>Next: (1240)</a:t>
          </a:r>
        </a:p>
      </dgm:t>
    </dgm:pt>
    <dgm:pt modelId="{DFEA61E5-71DA-447F-8D16-0EC63E5A773A}" type="parTrans" cxnId="{7A72836A-855D-4526-8804-3A10CEDCB942}">
      <dgm:prSet/>
      <dgm:spPr/>
      <dgm:t>
        <a:bodyPr/>
        <a:lstStyle/>
        <a:p>
          <a:endParaRPr lang="en-US" sz="1800">
            <a:solidFill>
              <a:schemeClr val="tx1"/>
            </a:solidFill>
          </a:endParaRPr>
        </a:p>
      </dgm:t>
    </dgm:pt>
    <dgm:pt modelId="{F9AD79ED-5F12-49E3-AB8D-EBDA072385A0}" type="sibTrans" cxnId="{7A72836A-855D-4526-8804-3A10CEDCB942}">
      <dgm:prSet/>
      <dgm:spPr/>
      <dgm:t>
        <a:bodyPr/>
        <a:lstStyle/>
        <a:p>
          <a:endParaRPr lang="en-US" sz="1800">
            <a:solidFill>
              <a:schemeClr val="tx1"/>
            </a:solidFill>
          </a:endParaRPr>
        </a:p>
      </dgm:t>
    </dgm:pt>
    <dgm:pt modelId="{CCFBE03C-4263-4E4A-808E-D391362D09D6}">
      <dgm:prSet phldrT="[Text]" custT="1"/>
      <dgm:spPr/>
      <dgm:t>
        <a:bodyPr/>
        <a:lstStyle/>
        <a:p>
          <a:r>
            <a:rPr lang="en-US" sz="1800" dirty="0">
              <a:solidFill>
                <a:schemeClr val="tx1"/>
              </a:solidFill>
            </a:rPr>
            <a:t>Asra (1080)</a:t>
          </a:r>
        </a:p>
      </dgm:t>
    </dgm:pt>
    <dgm:pt modelId="{0B1923A0-1548-4E06-BC6F-BF83B76C9D48}" type="parTrans" cxnId="{9597CC8B-269C-44B8-82A2-0A961D7D5CA9}">
      <dgm:prSet/>
      <dgm:spPr/>
      <dgm:t>
        <a:bodyPr/>
        <a:lstStyle/>
        <a:p>
          <a:endParaRPr lang="en-US" sz="1800">
            <a:solidFill>
              <a:schemeClr val="tx1"/>
            </a:solidFill>
          </a:endParaRPr>
        </a:p>
      </dgm:t>
    </dgm:pt>
    <dgm:pt modelId="{CB0D7A3B-3255-4DE9-823A-7CF555D4AF49}" type="sibTrans" cxnId="{9597CC8B-269C-44B8-82A2-0A961D7D5CA9}">
      <dgm:prSet/>
      <dgm:spPr/>
      <dgm:t>
        <a:bodyPr/>
        <a:lstStyle/>
        <a:p>
          <a:endParaRPr lang="en-US" sz="1800">
            <a:solidFill>
              <a:schemeClr val="tx1"/>
            </a:solidFill>
          </a:endParaRPr>
        </a:p>
      </dgm:t>
    </dgm:pt>
    <dgm:pt modelId="{B7762A85-8955-46FE-87CF-87007108E190}">
      <dgm:prSet phldrT="[Text]" custT="1"/>
      <dgm:spPr/>
      <dgm:t>
        <a:bodyPr/>
        <a:lstStyle/>
        <a:p>
          <a:r>
            <a:rPr lang="en-US" sz="1800" dirty="0" err="1">
              <a:solidFill>
                <a:schemeClr val="tx1"/>
              </a:solidFill>
            </a:rPr>
            <a:t>Shahzaman</a:t>
          </a:r>
          <a:r>
            <a:rPr lang="en-US" sz="1800" dirty="0">
              <a:solidFill>
                <a:schemeClr val="tx1"/>
              </a:solidFill>
            </a:rPr>
            <a:t> (1240)</a:t>
          </a:r>
        </a:p>
      </dgm:t>
    </dgm:pt>
    <dgm:pt modelId="{CFE6B9C5-7E47-4D8B-A0C1-BF83B682E653}" type="parTrans" cxnId="{19BCA11E-9D5D-4422-A73B-7AA2A895799E}">
      <dgm:prSet/>
      <dgm:spPr/>
      <dgm:t>
        <a:bodyPr/>
        <a:lstStyle/>
        <a:p>
          <a:endParaRPr lang="en-US" sz="1800">
            <a:solidFill>
              <a:schemeClr val="tx1"/>
            </a:solidFill>
          </a:endParaRPr>
        </a:p>
      </dgm:t>
    </dgm:pt>
    <dgm:pt modelId="{E225C9CD-364B-4A2B-BEB4-6F0F3538EAA9}" type="sibTrans" cxnId="{19BCA11E-9D5D-4422-A73B-7AA2A895799E}">
      <dgm:prSet/>
      <dgm:spPr/>
      <dgm:t>
        <a:bodyPr/>
        <a:lstStyle/>
        <a:p>
          <a:endParaRPr lang="en-US" sz="1800">
            <a:solidFill>
              <a:schemeClr val="tx1"/>
            </a:solidFill>
          </a:endParaRPr>
        </a:p>
      </dgm:t>
    </dgm:pt>
    <dgm:pt modelId="{A68FC509-018A-4978-9947-BB5576CBF1AF}">
      <dgm:prSet phldrT="[Text]" custT="1"/>
      <dgm:spPr/>
      <dgm:t>
        <a:bodyPr/>
        <a:lstStyle/>
        <a:p>
          <a:r>
            <a:rPr lang="en-US" sz="1800" dirty="0">
              <a:solidFill>
                <a:schemeClr val="tx1"/>
              </a:solidFill>
            </a:rPr>
            <a:t>Next: (1320)</a:t>
          </a:r>
        </a:p>
      </dgm:t>
    </dgm:pt>
    <dgm:pt modelId="{9DF7BF94-BB3E-4322-922E-8D118270BD6A}" type="parTrans" cxnId="{75B3E9CB-07B1-4592-91D8-DC40418C8CBC}">
      <dgm:prSet/>
      <dgm:spPr/>
      <dgm:t>
        <a:bodyPr/>
        <a:lstStyle/>
        <a:p>
          <a:endParaRPr lang="en-US"/>
        </a:p>
      </dgm:t>
    </dgm:pt>
    <dgm:pt modelId="{B457F42F-1BBA-4D0E-A97A-D401C9954954}" type="sibTrans" cxnId="{75B3E9CB-07B1-4592-91D8-DC40418C8CBC}">
      <dgm:prSet/>
      <dgm:spPr/>
      <dgm:t>
        <a:bodyPr/>
        <a:lstStyle/>
        <a:p>
          <a:endParaRPr lang="en-US"/>
        </a:p>
      </dgm:t>
    </dgm:pt>
    <dgm:pt modelId="{DA484713-6682-46A6-96F2-CCDBE43B793D}">
      <dgm:prSet phldrT="[Text]" custT="1"/>
      <dgm:spPr/>
      <dgm:t>
        <a:bodyPr/>
        <a:lstStyle/>
        <a:p>
          <a:r>
            <a:rPr lang="en-US" sz="1800" dirty="0">
              <a:solidFill>
                <a:schemeClr val="tx1"/>
              </a:solidFill>
            </a:rPr>
            <a:t>Omar Baig (1320)</a:t>
          </a:r>
        </a:p>
      </dgm:t>
    </dgm:pt>
    <dgm:pt modelId="{2AC69B6D-67A5-4D9E-9E4B-5D64D007059E}" type="parTrans" cxnId="{B2AFE90F-C599-436B-9991-0C86C826277F}">
      <dgm:prSet/>
      <dgm:spPr/>
      <dgm:t>
        <a:bodyPr/>
        <a:lstStyle/>
        <a:p>
          <a:endParaRPr lang="en-US"/>
        </a:p>
      </dgm:t>
    </dgm:pt>
    <dgm:pt modelId="{EFCFCF17-2D88-46C4-A2EB-D12BF99AC455}" type="sibTrans" cxnId="{B2AFE90F-C599-436B-9991-0C86C826277F}">
      <dgm:prSet/>
      <dgm:spPr/>
      <dgm:t>
        <a:bodyPr/>
        <a:lstStyle/>
        <a:p>
          <a:endParaRPr lang="en-US"/>
        </a:p>
      </dgm:t>
    </dgm:pt>
    <dgm:pt modelId="{9C877F5B-36FD-4FDE-8468-E4869939D519}">
      <dgm:prSet phldrT="[Text]" custT="1"/>
      <dgm:spPr/>
      <dgm:t>
        <a:bodyPr/>
        <a:lstStyle/>
        <a:p>
          <a:r>
            <a:rPr lang="en-US" sz="1800" dirty="0">
              <a:solidFill>
                <a:schemeClr val="tx1"/>
              </a:solidFill>
            </a:rPr>
            <a:t>Next: (1400)</a:t>
          </a:r>
        </a:p>
      </dgm:t>
    </dgm:pt>
    <dgm:pt modelId="{B5B52C66-F8F2-48AD-A4BC-B1F1E1994D07}" type="parTrans" cxnId="{A2CD47EB-647F-417C-8E6F-5A041C5AC6AE}">
      <dgm:prSet/>
      <dgm:spPr/>
      <dgm:t>
        <a:bodyPr/>
        <a:lstStyle/>
        <a:p>
          <a:endParaRPr lang="en-US"/>
        </a:p>
      </dgm:t>
    </dgm:pt>
    <dgm:pt modelId="{900C90FB-FEDC-4AE9-866C-3EC31B84F1EA}" type="sibTrans" cxnId="{A2CD47EB-647F-417C-8E6F-5A041C5AC6AE}">
      <dgm:prSet/>
      <dgm:spPr/>
      <dgm:t>
        <a:bodyPr/>
        <a:lstStyle/>
        <a:p>
          <a:endParaRPr lang="en-US"/>
        </a:p>
      </dgm:t>
    </dgm:pt>
    <dgm:pt modelId="{DA650997-5C77-4E8E-BE92-76AEE27231AB}">
      <dgm:prSet phldrT="[Text]" custT="1"/>
      <dgm:spPr/>
      <dgm:t>
        <a:bodyPr/>
        <a:lstStyle/>
        <a:p>
          <a:r>
            <a:rPr lang="en-US" sz="1800" dirty="0">
              <a:solidFill>
                <a:schemeClr val="tx1"/>
              </a:solidFill>
            </a:rPr>
            <a:t>Omar Khan (1400)</a:t>
          </a:r>
        </a:p>
      </dgm:t>
    </dgm:pt>
    <dgm:pt modelId="{DF962E63-3C2A-41AB-8603-57A13DE3F2A9}" type="parTrans" cxnId="{4DB863F9-132F-4C02-9EE0-C31F64FBF037}">
      <dgm:prSet/>
      <dgm:spPr/>
      <dgm:t>
        <a:bodyPr/>
        <a:lstStyle/>
        <a:p>
          <a:endParaRPr lang="en-US"/>
        </a:p>
      </dgm:t>
    </dgm:pt>
    <dgm:pt modelId="{8B5CDA5C-4204-4BC4-937C-D4018A2F6CF8}" type="sibTrans" cxnId="{4DB863F9-132F-4C02-9EE0-C31F64FBF037}">
      <dgm:prSet/>
      <dgm:spPr/>
      <dgm:t>
        <a:bodyPr/>
        <a:lstStyle/>
        <a:p>
          <a:endParaRPr lang="en-US"/>
        </a:p>
      </dgm:t>
    </dgm:pt>
    <dgm:pt modelId="{7361DD3D-5F65-411A-A40F-38430317045E}">
      <dgm:prSet phldrT="[Text]" custT="1"/>
      <dgm:spPr/>
      <dgm:t>
        <a:bodyPr/>
        <a:lstStyle/>
        <a:p>
          <a:r>
            <a:rPr lang="en-US" sz="1800" dirty="0">
              <a:solidFill>
                <a:schemeClr val="tx1"/>
              </a:solidFill>
            </a:rPr>
            <a:t>Next: Null</a:t>
          </a:r>
        </a:p>
      </dgm:t>
    </dgm:pt>
    <dgm:pt modelId="{E36EAE05-927D-43B6-BFEC-414F83EA37CA}" type="parTrans" cxnId="{0A8DCB73-7A4B-460D-8542-4C4785EAEDC8}">
      <dgm:prSet/>
      <dgm:spPr/>
      <dgm:t>
        <a:bodyPr/>
        <a:lstStyle/>
        <a:p>
          <a:endParaRPr lang="en-US"/>
        </a:p>
      </dgm:t>
    </dgm:pt>
    <dgm:pt modelId="{916C818D-BC80-4794-B7E5-D7D24AE2A023}" type="sibTrans" cxnId="{0A8DCB73-7A4B-460D-8542-4C4785EAEDC8}">
      <dgm:prSet/>
      <dgm:spPr/>
      <dgm:t>
        <a:bodyPr/>
        <a:lstStyle/>
        <a:p>
          <a:endParaRPr lang="en-US"/>
        </a:p>
      </dgm:t>
    </dgm:pt>
    <dgm:pt modelId="{3DC108ED-6BE0-4382-9440-E31FEF691771}" type="pres">
      <dgm:prSet presAssocID="{885EF29F-92E7-4677-A6FF-D4EF4D02E170}" presName="Name0" presStyleCnt="0">
        <dgm:presLayoutVars>
          <dgm:dir/>
          <dgm:animLvl val="lvl"/>
          <dgm:resizeHandles val="exact"/>
        </dgm:presLayoutVars>
      </dgm:prSet>
      <dgm:spPr/>
    </dgm:pt>
    <dgm:pt modelId="{9BE27DF8-6904-4FED-92BA-EAE61C294802}" type="pres">
      <dgm:prSet presAssocID="{DA650997-5C77-4E8E-BE92-76AEE27231AB}" presName="boxAndChildren" presStyleCnt="0"/>
      <dgm:spPr/>
    </dgm:pt>
    <dgm:pt modelId="{94E7D591-BB21-4C82-850A-3DA68F78224D}" type="pres">
      <dgm:prSet presAssocID="{DA650997-5C77-4E8E-BE92-76AEE27231AB}" presName="parentTextBox" presStyleLbl="node1" presStyleIdx="0" presStyleCnt="6"/>
      <dgm:spPr/>
    </dgm:pt>
    <dgm:pt modelId="{63AC17C7-F652-4FA2-8A4D-FA22E7CEFC33}" type="pres">
      <dgm:prSet presAssocID="{DA650997-5C77-4E8E-BE92-76AEE27231AB}" presName="entireBox" presStyleLbl="node1" presStyleIdx="0" presStyleCnt="6"/>
      <dgm:spPr/>
    </dgm:pt>
    <dgm:pt modelId="{DC655F72-FF5D-494F-8FCB-138013F3DCAD}" type="pres">
      <dgm:prSet presAssocID="{DA650997-5C77-4E8E-BE92-76AEE27231AB}" presName="descendantBox" presStyleCnt="0"/>
      <dgm:spPr/>
    </dgm:pt>
    <dgm:pt modelId="{60446952-9B22-4ACA-B576-58D6AD932FE2}" type="pres">
      <dgm:prSet presAssocID="{7361DD3D-5F65-411A-A40F-38430317045E}" presName="childTextBox" presStyleLbl="fgAccFollowNode1" presStyleIdx="0" presStyleCnt="6">
        <dgm:presLayoutVars>
          <dgm:bulletEnabled val="1"/>
        </dgm:presLayoutVars>
      </dgm:prSet>
      <dgm:spPr/>
    </dgm:pt>
    <dgm:pt modelId="{5CC65544-568F-4773-A504-5720645315A3}" type="pres">
      <dgm:prSet presAssocID="{EFCFCF17-2D88-46C4-A2EB-D12BF99AC455}" presName="sp" presStyleCnt="0"/>
      <dgm:spPr/>
    </dgm:pt>
    <dgm:pt modelId="{9095AF84-27A8-42C2-A8E5-B24133CCC3DF}" type="pres">
      <dgm:prSet presAssocID="{DA484713-6682-46A6-96F2-CCDBE43B793D}" presName="arrowAndChildren" presStyleCnt="0"/>
      <dgm:spPr/>
    </dgm:pt>
    <dgm:pt modelId="{766BDC2D-E465-4256-83E1-36FDC2AFC46F}" type="pres">
      <dgm:prSet presAssocID="{DA484713-6682-46A6-96F2-CCDBE43B793D}" presName="parentTextArrow" presStyleLbl="node1" presStyleIdx="0" presStyleCnt="6"/>
      <dgm:spPr/>
    </dgm:pt>
    <dgm:pt modelId="{E1FE6332-B18B-4756-9A05-568887C9B185}" type="pres">
      <dgm:prSet presAssocID="{DA484713-6682-46A6-96F2-CCDBE43B793D}" presName="arrow" presStyleLbl="node1" presStyleIdx="1" presStyleCnt="6"/>
      <dgm:spPr/>
    </dgm:pt>
    <dgm:pt modelId="{EF24F7FC-EA37-4C0D-86AA-E9D97A641A1C}" type="pres">
      <dgm:prSet presAssocID="{DA484713-6682-46A6-96F2-CCDBE43B793D}" presName="descendantArrow" presStyleCnt="0"/>
      <dgm:spPr/>
    </dgm:pt>
    <dgm:pt modelId="{28E53C9D-778A-469D-A7CB-295342BDB9E7}" type="pres">
      <dgm:prSet presAssocID="{9C877F5B-36FD-4FDE-8468-E4869939D519}" presName="childTextArrow" presStyleLbl="fgAccFollowNode1" presStyleIdx="1" presStyleCnt="6">
        <dgm:presLayoutVars>
          <dgm:bulletEnabled val="1"/>
        </dgm:presLayoutVars>
      </dgm:prSet>
      <dgm:spPr/>
    </dgm:pt>
    <dgm:pt modelId="{FE0C2A7C-444A-4255-A30C-A790827F91DA}" type="pres">
      <dgm:prSet presAssocID="{E225C9CD-364B-4A2B-BEB4-6F0F3538EAA9}" presName="sp" presStyleCnt="0"/>
      <dgm:spPr/>
    </dgm:pt>
    <dgm:pt modelId="{8E993791-ED34-4A97-884A-1C25BFDF4FB2}" type="pres">
      <dgm:prSet presAssocID="{B7762A85-8955-46FE-87CF-87007108E190}" presName="arrowAndChildren" presStyleCnt="0"/>
      <dgm:spPr/>
    </dgm:pt>
    <dgm:pt modelId="{036B3DC7-94A3-44EC-BFCA-455586476391}" type="pres">
      <dgm:prSet presAssocID="{B7762A85-8955-46FE-87CF-87007108E190}" presName="parentTextArrow" presStyleLbl="node1" presStyleIdx="1" presStyleCnt="6"/>
      <dgm:spPr/>
    </dgm:pt>
    <dgm:pt modelId="{8C75E1E5-DDE1-4CA0-96C4-4BBB4C1CD29C}" type="pres">
      <dgm:prSet presAssocID="{B7762A85-8955-46FE-87CF-87007108E190}" presName="arrow" presStyleLbl="node1" presStyleIdx="2" presStyleCnt="6"/>
      <dgm:spPr/>
    </dgm:pt>
    <dgm:pt modelId="{DA04D12D-7A37-4B2E-9D1E-9D865718DD3A}" type="pres">
      <dgm:prSet presAssocID="{B7762A85-8955-46FE-87CF-87007108E190}" presName="descendantArrow" presStyleCnt="0"/>
      <dgm:spPr/>
    </dgm:pt>
    <dgm:pt modelId="{F4974422-5D35-49D6-B582-FDD9AB8671C9}" type="pres">
      <dgm:prSet presAssocID="{A68FC509-018A-4978-9947-BB5576CBF1AF}" presName="childTextArrow" presStyleLbl="fgAccFollowNode1" presStyleIdx="2" presStyleCnt="6">
        <dgm:presLayoutVars>
          <dgm:bulletEnabled val="1"/>
        </dgm:presLayoutVars>
      </dgm:prSet>
      <dgm:spPr/>
    </dgm:pt>
    <dgm:pt modelId="{45482B65-7C94-413E-9047-529144B9DC44}" type="pres">
      <dgm:prSet presAssocID="{734C1A15-F309-41D6-BDB6-D2BF2C76EBAF}" presName="sp" presStyleCnt="0"/>
      <dgm:spPr/>
    </dgm:pt>
    <dgm:pt modelId="{4AD28CEB-671D-41FC-B396-5FB9DD3761D2}" type="pres">
      <dgm:prSet presAssocID="{087B5EBD-F0A9-4655-B707-03E17A7E183A}" presName="arrowAndChildren" presStyleCnt="0"/>
      <dgm:spPr/>
    </dgm:pt>
    <dgm:pt modelId="{A7B8B78D-DEA0-4770-A7E7-7B41BD58DCD5}" type="pres">
      <dgm:prSet presAssocID="{087B5EBD-F0A9-4655-B707-03E17A7E183A}" presName="parentTextArrow" presStyleLbl="node1" presStyleIdx="2" presStyleCnt="6"/>
      <dgm:spPr/>
    </dgm:pt>
    <dgm:pt modelId="{5D8F5670-B21C-43B3-BA8F-717503971419}" type="pres">
      <dgm:prSet presAssocID="{087B5EBD-F0A9-4655-B707-03E17A7E183A}" presName="arrow" presStyleLbl="node1" presStyleIdx="3" presStyleCnt="6"/>
      <dgm:spPr/>
    </dgm:pt>
    <dgm:pt modelId="{0EA8EC0E-B6AD-4C54-9E14-B8B63F8B92DB}" type="pres">
      <dgm:prSet presAssocID="{087B5EBD-F0A9-4655-B707-03E17A7E183A}" presName="descendantArrow" presStyleCnt="0"/>
      <dgm:spPr/>
    </dgm:pt>
    <dgm:pt modelId="{8E809ED9-F09E-4F67-AD79-F59958256690}" type="pres">
      <dgm:prSet presAssocID="{98F6B0FF-EC30-4B70-9E89-709F90BB9440}" presName="childTextArrow" presStyleLbl="fgAccFollowNode1" presStyleIdx="3" presStyleCnt="6">
        <dgm:presLayoutVars>
          <dgm:bulletEnabled val="1"/>
        </dgm:presLayoutVars>
      </dgm:prSet>
      <dgm:spPr/>
    </dgm:pt>
    <dgm:pt modelId="{BD9B08FD-9573-413B-A7A0-F4E8A016BF9C}" type="pres">
      <dgm:prSet presAssocID="{CB0D7A3B-3255-4DE9-823A-7CF555D4AF49}" presName="sp" presStyleCnt="0"/>
      <dgm:spPr/>
    </dgm:pt>
    <dgm:pt modelId="{6A13B0AE-D62B-450B-BD97-1CCC50D689F9}" type="pres">
      <dgm:prSet presAssocID="{CCFBE03C-4263-4E4A-808E-D391362D09D6}" presName="arrowAndChildren" presStyleCnt="0"/>
      <dgm:spPr/>
    </dgm:pt>
    <dgm:pt modelId="{B28586C6-5B1B-4452-B5A4-E09427C729D5}" type="pres">
      <dgm:prSet presAssocID="{CCFBE03C-4263-4E4A-808E-D391362D09D6}" presName="parentTextArrow" presStyleLbl="node1" presStyleIdx="3" presStyleCnt="6"/>
      <dgm:spPr/>
    </dgm:pt>
    <dgm:pt modelId="{4E0BA341-7178-4025-8D04-2FB5EA8B21A3}" type="pres">
      <dgm:prSet presAssocID="{CCFBE03C-4263-4E4A-808E-D391362D09D6}" presName="arrow" presStyleLbl="node1" presStyleIdx="4" presStyleCnt="6"/>
      <dgm:spPr/>
    </dgm:pt>
    <dgm:pt modelId="{80E74C7A-1710-4DAC-8061-ADBD75363FD4}" type="pres">
      <dgm:prSet presAssocID="{CCFBE03C-4263-4E4A-808E-D391362D09D6}" presName="descendantArrow" presStyleCnt="0"/>
      <dgm:spPr/>
    </dgm:pt>
    <dgm:pt modelId="{1F3FD66D-31B8-4483-9177-788B743AFA39}" type="pres">
      <dgm:prSet presAssocID="{EBDC2BA8-D6DB-46B2-A42C-BB287AB44EAB}" presName="childTextArrow" presStyleLbl="fgAccFollowNode1" presStyleIdx="4" presStyleCnt="6">
        <dgm:presLayoutVars>
          <dgm:bulletEnabled val="1"/>
        </dgm:presLayoutVars>
      </dgm:prSet>
      <dgm:spPr/>
    </dgm:pt>
    <dgm:pt modelId="{E068ED3E-CA5D-470E-B796-08D99E4AF4E0}" type="pres">
      <dgm:prSet presAssocID="{6AA07756-A867-4FD3-B09C-31D05E80A8C2}" presName="sp" presStyleCnt="0"/>
      <dgm:spPr/>
    </dgm:pt>
    <dgm:pt modelId="{050C1D88-2950-426E-9B3B-DDBFBBE02C5F}" type="pres">
      <dgm:prSet presAssocID="{C39E3C23-2FAC-46F7-A6DF-1A291EA71D56}" presName="arrowAndChildren" presStyleCnt="0"/>
      <dgm:spPr/>
    </dgm:pt>
    <dgm:pt modelId="{06451CBB-366C-4D61-AA3F-56F9EA6F10D7}" type="pres">
      <dgm:prSet presAssocID="{C39E3C23-2FAC-46F7-A6DF-1A291EA71D56}" presName="parentTextArrow" presStyleLbl="node1" presStyleIdx="4" presStyleCnt="6"/>
      <dgm:spPr/>
    </dgm:pt>
    <dgm:pt modelId="{E4B64EF6-2EE6-46D2-B38F-DA1F37A488B8}" type="pres">
      <dgm:prSet presAssocID="{C39E3C23-2FAC-46F7-A6DF-1A291EA71D56}" presName="arrow" presStyleLbl="node1" presStyleIdx="5" presStyleCnt="6"/>
      <dgm:spPr/>
    </dgm:pt>
    <dgm:pt modelId="{294B6996-BEF5-48E3-A720-E9C99EF83E96}" type="pres">
      <dgm:prSet presAssocID="{C39E3C23-2FAC-46F7-A6DF-1A291EA71D56}" presName="descendantArrow" presStyleCnt="0"/>
      <dgm:spPr/>
    </dgm:pt>
    <dgm:pt modelId="{15A09595-CCC3-46A8-996D-57150771CFAB}" type="pres">
      <dgm:prSet presAssocID="{8FE83675-BC1E-4BFC-86E9-88B68D69FABC}" presName="childTextArrow" presStyleLbl="fgAccFollowNode1" presStyleIdx="5" presStyleCnt="6">
        <dgm:presLayoutVars>
          <dgm:bulletEnabled val="1"/>
        </dgm:presLayoutVars>
      </dgm:prSet>
      <dgm:spPr/>
    </dgm:pt>
  </dgm:ptLst>
  <dgm:cxnLst>
    <dgm:cxn modelId="{B2AFE90F-C599-436B-9991-0C86C826277F}" srcId="{885EF29F-92E7-4677-A6FF-D4EF4D02E170}" destId="{DA484713-6682-46A6-96F2-CCDBE43B793D}" srcOrd="4" destOrd="0" parTransId="{2AC69B6D-67A5-4D9E-9E4B-5D64D007059E}" sibTransId="{EFCFCF17-2D88-46C4-A2EB-D12BF99AC455}"/>
    <dgm:cxn modelId="{4499F613-215D-4C7E-BB83-4B6F6E745683}" type="presOf" srcId="{CCFBE03C-4263-4E4A-808E-D391362D09D6}" destId="{4E0BA341-7178-4025-8D04-2FB5EA8B21A3}" srcOrd="1" destOrd="0" presId="urn:microsoft.com/office/officeart/2005/8/layout/process4"/>
    <dgm:cxn modelId="{35E57317-C39A-40AA-BF51-0B58A7D5169F}" srcId="{885EF29F-92E7-4677-A6FF-D4EF4D02E170}" destId="{C39E3C23-2FAC-46F7-A6DF-1A291EA71D56}" srcOrd="0" destOrd="0" parTransId="{A4E1F13D-68EF-412A-948A-A783F0C2BF76}" sibTransId="{6AA07756-A867-4FD3-B09C-31D05E80A8C2}"/>
    <dgm:cxn modelId="{A71D8F17-695A-46A3-A63D-3E19DE905E25}" type="presOf" srcId="{98F6B0FF-EC30-4B70-9E89-709F90BB9440}" destId="{8E809ED9-F09E-4F67-AD79-F59958256690}" srcOrd="0" destOrd="0" presId="urn:microsoft.com/office/officeart/2005/8/layout/process4"/>
    <dgm:cxn modelId="{19BCA11E-9D5D-4422-A73B-7AA2A895799E}" srcId="{885EF29F-92E7-4677-A6FF-D4EF4D02E170}" destId="{B7762A85-8955-46FE-87CF-87007108E190}" srcOrd="3" destOrd="0" parTransId="{CFE6B9C5-7E47-4D8B-A0C1-BF83B682E653}" sibTransId="{E225C9CD-364B-4A2B-BEB4-6F0F3538EAA9}"/>
    <dgm:cxn modelId="{C8BDE622-2CD6-40DB-AEE0-714DCE90AC64}" type="presOf" srcId="{DA484713-6682-46A6-96F2-CCDBE43B793D}" destId="{E1FE6332-B18B-4756-9A05-568887C9B185}" srcOrd="1" destOrd="0" presId="urn:microsoft.com/office/officeart/2005/8/layout/process4"/>
    <dgm:cxn modelId="{BDE68132-35A4-4A28-8B4A-81DCC66BD3DA}" type="presOf" srcId="{087B5EBD-F0A9-4655-B707-03E17A7E183A}" destId="{5D8F5670-B21C-43B3-BA8F-717503971419}" srcOrd="1" destOrd="0" presId="urn:microsoft.com/office/officeart/2005/8/layout/process4"/>
    <dgm:cxn modelId="{3F50863E-B6B5-40B9-8079-7651834F99B4}" type="presOf" srcId="{A68FC509-018A-4978-9947-BB5576CBF1AF}" destId="{F4974422-5D35-49D6-B582-FDD9AB8671C9}" srcOrd="0" destOrd="0" presId="urn:microsoft.com/office/officeart/2005/8/layout/process4"/>
    <dgm:cxn modelId="{49EC3C61-9055-4146-AEFA-0C024993F4DA}" type="presOf" srcId="{C39E3C23-2FAC-46F7-A6DF-1A291EA71D56}" destId="{E4B64EF6-2EE6-46D2-B38F-DA1F37A488B8}" srcOrd="1" destOrd="0" presId="urn:microsoft.com/office/officeart/2005/8/layout/process4"/>
    <dgm:cxn modelId="{2252AC41-B2CC-4139-99F4-0909C243D10B}" srcId="{CCFBE03C-4263-4E4A-808E-D391362D09D6}" destId="{EBDC2BA8-D6DB-46B2-A42C-BB287AB44EAB}" srcOrd="0" destOrd="0" parTransId="{2C6316C0-1DDB-4ECC-89EE-12DCAD6964EE}" sibTransId="{5683F5A1-C15D-4511-AD22-66D60C8C5F70}"/>
    <dgm:cxn modelId="{FD0C1646-CB97-40DF-B5D9-45EBC2B914A7}" srcId="{C39E3C23-2FAC-46F7-A6DF-1A291EA71D56}" destId="{8FE83675-BC1E-4BFC-86E9-88B68D69FABC}" srcOrd="0" destOrd="0" parTransId="{08BB5FA6-7C12-4A0C-8337-E12566141000}" sibTransId="{644C4315-5D76-4366-B28B-8B281CEA08E7}"/>
    <dgm:cxn modelId="{7A72836A-855D-4526-8804-3A10CEDCB942}" srcId="{087B5EBD-F0A9-4655-B707-03E17A7E183A}" destId="{98F6B0FF-EC30-4B70-9E89-709F90BB9440}" srcOrd="0" destOrd="0" parTransId="{DFEA61E5-71DA-447F-8D16-0EC63E5A773A}" sibTransId="{F9AD79ED-5F12-49E3-AB8D-EBDA072385A0}"/>
    <dgm:cxn modelId="{55C0696E-7FBA-407C-84CD-F1630B4A578F}" type="presOf" srcId="{DA650997-5C77-4E8E-BE92-76AEE27231AB}" destId="{63AC17C7-F652-4FA2-8A4D-FA22E7CEFC33}" srcOrd="1" destOrd="0" presId="urn:microsoft.com/office/officeart/2005/8/layout/process4"/>
    <dgm:cxn modelId="{B256FB6F-FC92-4213-963E-ADE6B6AA0454}" type="presOf" srcId="{9C877F5B-36FD-4FDE-8468-E4869939D519}" destId="{28E53C9D-778A-469D-A7CB-295342BDB9E7}" srcOrd="0" destOrd="0" presId="urn:microsoft.com/office/officeart/2005/8/layout/process4"/>
    <dgm:cxn modelId="{0A8DCB73-7A4B-460D-8542-4C4785EAEDC8}" srcId="{DA650997-5C77-4E8E-BE92-76AEE27231AB}" destId="{7361DD3D-5F65-411A-A40F-38430317045E}" srcOrd="0" destOrd="0" parTransId="{E36EAE05-927D-43B6-BFEC-414F83EA37CA}" sibTransId="{916C818D-BC80-4794-B7E5-D7D24AE2A023}"/>
    <dgm:cxn modelId="{D82B3F55-8E2C-4262-B2ED-4E964E390785}" type="presOf" srcId="{C39E3C23-2FAC-46F7-A6DF-1A291EA71D56}" destId="{06451CBB-366C-4D61-AA3F-56F9EA6F10D7}" srcOrd="0" destOrd="0" presId="urn:microsoft.com/office/officeart/2005/8/layout/process4"/>
    <dgm:cxn modelId="{0603667D-4D7A-4921-AFEB-C31A069083CD}" type="presOf" srcId="{CCFBE03C-4263-4E4A-808E-D391362D09D6}" destId="{B28586C6-5B1B-4452-B5A4-E09427C729D5}" srcOrd="0" destOrd="0" presId="urn:microsoft.com/office/officeart/2005/8/layout/process4"/>
    <dgm:cxn modelId="{9597CC8B-269C-44B8-82A2-0A961D7D5CA9}" srcId="{885EF29F-92E7-4677-A6FF-D4EF4D02E170}" destId="{CCFBE03C-4263-4E4A-808E-D391362D09D6}" srcOrd="1" destOrd="0" parTransId="{0B1923A0-1548-4E06-BC6F-BF83B76C9D48}" sibTransId="{CB0D7A3B-3255-4DE9-823A-7CF555D4AF49}"/>
    <dgm:cxn modelId="{7E9DD690-AAEC-4C2F-A77E-C44B5052A90B}" type="presOf" srcId="{8FE83675-BC1E-4BFC-86E9-88B68D69FABC}" destId="{15A09595-CCC3-46A8-996D-57150771CFAB}" srcOrd="0" destOrd="0" presId="urn:microsoft.com/office/officeart/2005/8/layout/process4"/>
    <dgm:cxn modelId="{E4327E93-7DA2-4714-AADA-C27F65A65ADF}" type="presOf" srcId="{EBDC2BA8-D6DB-46B2-A42C-BB287AB44EAB}" destId="{1F3FD66D-31B8-4483-9177-788B743AFA39}" srcOrd="0" destOrd="0" presId="urn:microsoft.com/office/officeart/2005/8/layout/process4"/>
    <dgm:cxn modelId="{58095CA3-9ACE-409D-8BFA-D4D939D97E31}" type="presOf" srcId="{087B5EBD-F0A9-4655-B707-03E17A7E183A}" destId="{A7B8B78D-DEA0-4770-A7E7-7B41BD58DCD5}" srcOrd="0" destOrd="0" presId="urn:microsoft.com/office/officeart/2005/8/layout/process4"/>
    <dgm:cxn modelId="{9C9D23BB-ECEF-4551-BB26-50C7C75490A7}" type="presOf" srcId="{B7762A85-8955-46FE-87CF-87007108E190}" destId="{8C75E1E5-DDE1-4CA0-96C4-4BBB4C1CD29C}" srcOrd="1" destOrd="0" presId="urn:microsoft.com/office/officeart/2005/8/layout/process4"/>
    <dgm:cxn modelId="{F88FFDC8-458A-4975-A9F0-E4D25DAF2590}" srcId="{885EF29F-92E7-4677-A6FF-D4EF4D02E170}" destId="{087B5EBD-F0A9-4655-B707-03E17A7E183A}" srcOrd="2" destOrd="0" parTransId="{9DF3D824-9C2C-4E0A-95E0-361D3DC9D5E3}" sibTransId="{734C1A15-F309-41D6-BDB6-D2BF2C76EBAF}"/>
    <dgm:cxn modelId="{75B3E9CB-07B1-4592-91D8-DC40418C8CBC}" srcId="{B7762A85-8955-46FE-87CF-87007108E190}" destId="{A68FC509-018A-4978-9947-BB5576CBF1AF}" srcOrd="0" destOrd="0" parTransId="{9DF7BF94-BB3E-4322-922E-8D118270BD6A}" sibTransId="{B457F42F-1BBA-4D0E-A97A-D401C9954954}"/>
    <dgm:cxn modelId="{85F190D2-DBD8-4E98-95DA-B84A3BE55524}" type="presOf" srcId="{7361DD3D-5F65-411A-A40F-38430317045E}" destId="{60446952-9B22-4ACA-B576-58D6AD932FE2}" srcOrd="0" destOrd="0" presId="urn:microsoft.com/office/officeart/2005/8/layout/process4"/>
    <dgm:cxn modelId="{A3C3EFD6-1466-4301-8842-65B5EAF8EB5B}" type="presOf" srcId="{DA650997-5C77-4E8E-BE92-76AEE27231AB}" destId="{94E7D591-BB21-4C82-850A-3DA68F78224D}" srcOrd="0" destOrd="0" presId="urn:microsoft.com/office/officeart/2005/8/layout/process4"/>
    <dgm:cxn modelId="{A2CD47EB-647F-417C-8E6F-5A041C5AC6AE}" srcId="{DA484713-6682-46A6-96F2-CCDBE43B793D}" destId="{9C877F5B-36FD-4FDE-8468-E4869939D519}" srcOrd="0" destOrd="0" parTransId="{B5B52C66-F8F2-48AD-A4BC-B1F1E1994D07}" sibTransId="{900C90FB-FEDC-4AE9-866C-3EC31B84F1EA}"/>
    <dgm:cxn modelId="{388586F5-3704-49E6-8FED-0CC4700E5A53}" type="presOf" srcId="{DA484713-6682-46A6-96F2-CCDBE43B793D}" destId="{766BDC2D-E465-4256-83E1-36FDC2AFC46F}" srcOrd="0" destOrd="0" presId="urn:microsoft.com/office/officeart/2005/8/layout/process4"/>
    <dgm:cxn modelId="{4DB863F9-132F-4C02-9EE0-C31F64FBF037}" srcId="{885EF29F-92E7-4677-A6FF-D4EF4D02E170}" destId="{DA650997-5C77-4E8E-BE92-76AEE27231AB}" srcOrd="5" destOrd="0" parTransId="{DF962E63-3C2A-41AB-8603-57A13DE3F2A9}" sibTransId="{8B5CDA5C-4204-4BC4-937C-D4018A2F6CF8}"/>
    <dgm:cxn modelId="{C70C8CF9-A7A5-4CDE-BAE2-41D4A4E1A2C5}" type="presOf" srcId="{885EF29F-92E7-4677-A6FF-D4EF4D02E170}" destId="{3DC108ED-6BE0-4382-9440-E31FEF691771}" srcOrd="0" destOrd="0" presId="urn:microsoft.com/office/officeart/2005/8/layout/process4"/>
    <dgm:cxn modelId="{47908FFE-0910-45C5-B11B-30027C95627A}" type="presOf" srcId="{B7762A85-8955-46FE-87CF-87007108E190}" destId="{036B3DC7-94A3-44EC-BFCA-455586476391}" srcOrd="0" destOrd="0" presId="urn:microsoft.com/office/officeart/2005/8/layout/process4"/>
    <dgm:cxn modelId="{7934228A-D081-4DF3-9D30-100857D3C054}" type="presParOf" srcId="{3DC108ED-6BE0-4382-9440-E31FEF691771}" destId="{9BE27DF8-6904-4FED-92BA-EAE61C294802}" srcOrd="0" destOrd="0" presId="urn:microsoft.com/office/officeart/2005/8/layout/process4"/>
    <dgm:cxn modelId="{7DDC5B24-F118-4445-9735-FC550521FB0B}" type="presParOf" srcId="{9BE27DF8-6904-4FED-92BA-EAE61C294802}" destId="{94E7D591-BB21-4C82-850A-3DA68F78224D}" srcOrd="0" destOrd="0" presId="urn:microsoft.com/office/officeart/2005/8/layout/process4"/>
    <dgm:cxn modelId="{E81B8EB9-A396-438D-8606-6FCB3877209E}" type="presParOf" srcId="{9BE27DF8-6904-4FED-92BA-EAE61C294802}" destId="{63AC17C7-F652-4FA2-8A4D-FA22E7CEFC33}" srcOrd="1" destOrd="0" presId="urn:microsoft.com/office/officeart/2005/8/layout/process4"/>
    <dgm:cxn modelId="{337EA296-D36F-4B47-A06D-0D17F43913AE}" type="presParOf" srcId="{9BE27DF8-6904-4FED-92BA-EAE61C294802}" destId="{DC655F72-FF5D-494F-8FCB-138013F3DCAD}" srcOrd="2" destOrd="0" presId="urn:microsoft.com/office/officeart/2005/8/layout/process4"/>
    <dgm:cxn modelId="{ADFB03B3-35F4-41E2-9660-CA6E886FD3BA}" type="presParOf" srcId="{DC655F72-FF5D-494F-8FCB-138013F3DCAD}" destId="{60446952-9B22-4ACA-B576-58D6AD932FE2}" srcOrd="0" destOrd="0" presId="urn:microsoft.com/office/officeart/2005/8/layout/process4"/>
    <dgm:cxn modelId="{A40BE2B5-64E3-4E51-995E-80F19BA8375B}" type="presParOf" srcId="{3DC108ED-6BE0-4382-9440-E31FEF691771}" destId="{5CC65544-568F-4773-A504-5720645315A3}" srcOrd="1" destOrd="0" presId="urn:microsoft.com/office/officeart/2005/8/layout/process4"/>
    <dgm:cxn modelId="{625603FD-F653-401F-BF05-C38C09CC74D3}" type="presParOf" srcId="{3DC108ED-6BE0-4382-9440-E31FEF691771}" destId="{9095AF84-27A8-42C2-A8E5-B24133CCC3DF}" srcOrd="2" destOrd="0" presId="urn:microsoft.com/office/officeart/2005/8/layout/process4"/>
    <dgm:cxn modelId="{929364CD-B033-4AF6-847D-BFB9A31511CC}" type="presParOf" srcId="{9095AF84-27A8-42C2-A8E5-B24133CCC3DF}" destId="{766BDC2D-E465-4256-83E1-36FDC2AFC46F}" srcOrd="0" destOrd="0" presId="urn:microsoft.com/office/officeart/2005/8/layout/process4"/>
    <dgm:cxn modelId="{7C2586C9-1F34-4059-9052-5B3867678847}" type="presParOf" srcId="{9095AF84-27A8-42C2-A8E5-B24133CCC3DF}" destId="{E1FE6332-B18B-4756-9A05-568887C9B185}" srcOrd="1" destOrd="0" presId="urn:microsoft.com/office/officeart/2005/8/layout/process4"/>
    <dgm:cxn modelId="{E3BBB215-D668-46E6-9108-15F66CEA6368}" type="presParOf" srcId="{9095AF84-27A8-42C2-A8E5-B24133CCC3DF}" destId="{EF24F7FC-EA37-4C0D-86AA-E9D97A641A1C}" srcOrd="2" destOrd="0" presId="urn:microsoft.com/office/officeart/2005/8/layout/process4"/>
    <dgm:cxn modelId="{EF0C01A3-5F97-4620-83B5-A53BC9778B49}" type="presParOf" srcId="{EF24F7FC-EA37-4C0D-86AA-E9D97A641A1C}" destId="{28E53C9D-778A-469D-A7CB-295342BDB9E7}" srcOrd="0" destOrd="0" presId="urn:microsoft.com/office/officeart/2005/8/layout/process4"/>
    <dgm:cxn modelId="{FBCA92DA-7265-4D74-A2B6-DA521316B6E2}" type="presParOf" srcId="{3DC108ED-6BE0-4382-9440-E31FEF691771}" destId="{FE0C2A7C-444A-4255-A30C-A790827F91DA}" srcOrd="3" destOrd="0" presId="urn:microsoft.com/office/officeart/2005/8/layout/process4"/>
    <dgm:cxn modelId="{9234657C-D325-468E-9A7D-4A4FBDD5939A}" type="presParOf" srcId="{3DC108ED-6BE0-4382-9440-E31FEF691771}" destId="{8E993791-ED34-4A97-884A-1C25BFDF4FB2}" srcOrd="4" destOrd="0" presId="urn:microsoft.com/office/officeart/2005/8/layout/process4"/>
    <dgm:cxn modelId="{9B40B47F-8304-4CDA-A67E-B792B5F4E176}" type="presParOf" srcId="{8E993791-ED34-4A97-884A-1C25BFDF4FB2}" destId="{036B3DC7-94A3-44EC-BFCA-455586476391}" srcOrd="0" destOrd="0" presId="urn:microsoft.com/office/officeart/2005/8/layout/process4"/>
    <dgm:cxn modelId="{C418EB68-B4E3-4403-9B4F-5826157557CB}" type="presParOf" srcId="{8E993791-ED34-4A97-884A-1C25BFDF4FB2}" destId="{8C75E1E5-DDE1-4CA0-96C4-4BBB4C1CD29C}" srcOrd="1" destOrd="0" presId="urn:microsoft.com/office/officeart/2005/8/layout/process4"/>
    <dgm:cxn modelId="{6BF3515A-6372-4E68-91EB-214670456BAB}" type="presParOf" srcId="{8E993791-ED34-4A97-884A-1C25BFDF4FB2}" destId="{DA04D12D-7A37-4B2E-9D1E-9D865718DD3A}" srcOrd="2" destOrd="0" presId="urn:microsoft.com/office/officeart/2005/8/layout/process4"/>
    <dgm:cxn modelId="{B4E09449-A2C5-4A5E-80A5-DC5A6D68CBAC}" type="presParOf" srcId="{DA04D12D-7A37-4B2E-9D1E-9D865718DD3A}" destId="{F4974422-5D35-49D6-B582-FDD9AB8671C9}" srcOrd="0" destOrd="0" presId="urn:microsoft.com/office/officeart/2005/8/layout/process4"/>
    <dgm:cxn modelId="{97331C39-12FC-4545-989F-7C962AE6D39C}" type="presParOf" srcId="{3DC108ED-6BE0-4382-9440-E31FEF691771}" destId="{45482B65-7C94-413E-9047-529144B9DC44}" srcOrd="5" destOrd="0" presId="urn:microsoft.com/office/officeart/2005/8/layout/process4"/>
    <dgm:cxn modelId="{7490154B-A824-4287-9DCF-7FBC649C0BD6}" type="presParOf" srcId="{3DC108ED-6BE0-4382-9440-E31FEF691771}" destId="{4AD28CEB-671D-41FC-B396-5FB9DD3761D2}" srcOrd="6" destOrd="0" presId="urn:microsoft.com/office/officeart/2005/8/layout/process4"/>
    <dgm:cxn modelId="{6212F517-7A3A-4209-985E-59BB0CD0B225}" type="presParOf" srcId="{4AD28CEB-671D-41FC-B396-5FB9DD3761D2}" destId="{A7B8B78D-DEA0-4770-A7E7-7B41BD58DCD5}" srcOrd="0" destOrd="0" presId="urn:microsoft.com/office/officeart/2005/8/layout/process4"/>
    <dgm:cxn modelId="{106827E7-B161-4969-9B96-FEF36E362689}" type="presParOf" srcId="{4AD28CEB-671D-41FC-B396-5FB9DD3761D2}" destId="{5D8F5670-B21C-43B3-BA8F-717503971419}" srcOrd="1" destOrd="0" presId="urn:microsoft.com/office/officeart/2005/8/layout/process4"/>
    <dgm:cxn modelId="{F364F57D-C601-4A7C-8FB5-4DCD92DD56FC}" type="presParOf" srcId="{4AD28CEB-671D-41FC-B396-5FB9DD3761D2}" destId="{0EA8EC0E-B6AD-4C54-9E14-B8B63F8B92DB}" srcOrd="2" destOrd="0" presId="urn:microsoft.com/office/officeart/2005/8/layout/process4"/>
    <dgm:cxn modelId="{0CEC9DFD-1BC1-4B07-A646-1EA8381D5FB0}" type="presParOf" srcId="{0EA8EC0E-B6AD-4C54-9E14-B8B63F8B92DB}" destId="{8E809ED9-F09E-4F67-AD79-F59958256690}" srcOrd="0" destOrd="0" presId="urn:microsoft.com/office/officeart/2005/8/layout/process4"/>
    <dgm:cxn modelId="{DE58667A-D61B-409B-8A72-96B7D3972534}" type="presParOf" srcId="{3DC108ED-6BE0-4382-9440-E31FEF691771}" destId="{BD9B08FD-9573-413B-A7A0-F4E8A016BF9C}" srcOrd="7" destOrd="0" presId="urn:microsoft.com/office/officeart/2005/8/layout/process4"/>
    <dgm:cxn modelId="{124AE7D5-0A1E-487D-ADA3-144578DFDBD9}" type="presParOf" srcId="{3DC108ED-6BE0-4382-9440-E31FEF691771}" destId="{6A13B0AE-D62B-450B-BD97-1CCC50D689F9}" srcOrd="8" destOrd="0" presId="urn:microsoft.com/office/officeart/2005/8/layout/process4"/>
    <dgm:cxn modelId="{48B13169-5F11-4577-9C35-6BFD9B64E372}" type="presParOf" srcId="{6A13B0AE-D62B-450B-BD97-1CCC50D689F9}" destId="{B28586C6-5B1B-4452-B5A4-E09427C729D5}" srcOrd="0" destOrd="0" presId="urn:microsoft.com/office/officeart/2005/8/layout/process4"/>
    <dgm:cxn modelId="{9BDD16B9-55B0-4D65-BF5F-798101808D8E}" type="presParOf" srcId="{6A13B0AE-D62B-450B-BD97-1CCC50D689F9}" destId="{4E0BA341-7178-4025-8D04-2FB5EA8B21A3}" srcOrd="1" destOrd="0" presId="urn:microsoft.com/office/officeart/2005/8/layout/process4"/>
    <dgm:cxn modelId="{BEBEB892-14B4-4C2C-81C8-8BDA9A5A9D68}" type="presParOf" srcId="{6A13B0AE-D62B-450B-BD97-1CCC50D689F9}" destId="{80E74C7A-1710-4DAC-8061-ADBD75363FD4}" srcOrd="2" destOrd="0" presId="urn:microsoft.com/office/officeart/2005/8/layout/process4"/>
    <dgm:cxn modelId="{4FD8AB56-8D0A-4EBD-A900-DCB9B732A127}" type="presParOf" srcId="{80E74C7A-1710-4DAC-8061-ADBD75363FD4}" destId="{1F3FD66D-31B8-4483-9177-788B743AFA39}" srcOrd="0" destOrd="0" presId="urn:microsoft.com/office/officeart/2005/8/layout/process4"/>
    <dgm:cxn modelId="{9321F1FE-3812-4A72-B083-A2DA8578E22A}" type="presParOf" srcId="{3DC108ED-6BE0-4382-9440-E31FEF691771}" destId="{E068ED3E-CA5D-470E-B796-08D99E4AF4E0}" srcOrd="9" destOrd="0" presId="urn:microsoft.com/office/officeart/2005/8/layout/process4"/>
    <dgm:cxn modelId="{62ADDAFD-3EC5-4740-BB09-1F595035A67A}" type="presParOf" srcId="{3DC108ED-6BE0-4382-9440-E31FEF691771}" destId="{050C1D88-2950-426E-9B3B-DDBFBBE02C5F}" srcOrd="10" destOrd="0" presId="urn:microsoft.com/office/officeart/2005/8/layout/process4"/>
    <dgm:cxn modelId="{D613BFE9-0EE3-4789-BBA0-DF579F782160}" type="presParOf" srcId="{050C1D88-2950-426E-9B3B-DDBFBBE02C5F}" destId="{06451CBB-366C-4D61-AA3F-56F9EA6F10D7}" srcOrd="0" destOrd="0" presId="urn:microsoft.com/office/officeart/2005/8/layout/process4"/>
    <dgm:cxn modelId="{BA8BEC8C-1B32-43D1-8374-5AD74733F8C6}" type="presParOf" srcId="{050C1D88-2950-426E-9B3B-DDBFBBE02C5F}" destId="{E4B64EF6-2EE6-46D2-B38F-DA1F37A488B8}" srcOrd="1" destOrd="0" presId="urn:microsoft.com/office/officeart/2005/8/layout/process4"/>
    <dgm:cxn modelId="{3973680D-E9FE-4845-A0C9-FC7884D3BB9C}" type="presParOf" srcId="{050C1D88-2950-426E-9B3B-DDBFBBE02C5F}" destId="{294B6996-BEF5-48E3-A720-E9C99EF83E96}" srcOrd="2" destOrd="0" presId="urn:microsoft.com/office/officeart/2005/8/layout/process4"/>
    <dgm:cxn modelId="{06BD15C3-A1B4-4887-BE30-11D10D0EA66B}" type="presParOf" srcId="{294B6996-BEF5-48E3-A720-E9C99EF83E96}" destId="{15A09595-CCC3-46A8-996D-57150771CFAB}" srcOrd="0" destOrd="0" presId="urn:microsoft.com/office/officeart/2005/8/layout/process4"/>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885EF29F-92E7-4677-A6FF-D4EF4D02E170}" type="doc">
      <dgm:prSet loTypeId="urn:microsoft.com/office/officeart/2005/8/layout/process4" loCatId="list" qsTypeId="urn:microsoft.com/office/officeart/2005/8/quickstyle/simple1" qsCatId="simple" csTypeId="urn:microsoft.com/office/officeart/2005/8/colors/accent0_2" csCatId="mainScheme" phldr="1"/>
      <dgm:spPr/>
      <dgm:t>
        <a:bodyPr/>
        <a:lstStyle/>
        <a:p>
          <a:endParaRPr lang="en-US"/>
        </a:p>
      </dgm:t>
    </dgm:pt>
    <dgm:pt modelId="{C39E3C23-2FAC-46F7-A6DF-1A291EA71D56}">
      <dgm:prSet phldrT="[Text]" custT="1"/>
      <dgm:spPr/>
      <dgm:t>
        <a:bodyPr/>
        <a:lstStyle/>
        <a:p>
          <a:r>
            <a:rPr lang="en-US" sz="1800" dirty="0" err="1">
              <a:solidFill>
                <a:schemeClr val="tx1"/>
              </a:solidFill>
            </a:rPr>
            <a:t>Hafs</a:t>
          </a:r>
          <a:r>
            <a:rPr lang="en-US" sz="1800" dirty="0">
              <a:solidFill>
                <a:schemeClr val="tx1"/>
              </a:solidFill>
            </a:rPr>
            <a:t> (1000)</a:t>
          </a:r>
        </a:p>
      </dgm:t>
    </dgm:pt>
    <dgm:pt modelId="{A4E1F13D-68EF-412A-948A-A783F0C2BF76}" type="parTrans" cxnId="{35E57317-C39A-40AA-BF51-0B58A7D5169F}">
      <dgm:prSet/>
      <dgm:spPr/>
      <dgm:t>
        <a:bodyPr/>
        <a:lstStyle/>
        <a:p>
          <a:endParaRPr lang="en-US" sz="1800">
            <a:solidFill>
              <a:schemeClr val="tx1"/>
            </a:solidFill>
          </a:endParaRPr>
        </a:p>
      </dgm:t>
    </dgm:pt>
    <dgm:pt modelId="{6AA07756-A867-4FD3-B09C-31D05E80A8C2}" type="sibTrans" cxnId="{35E57317-C39A-40AA-BF51-0B58A7D5169F}">
      <dgm:prSet/>
      <dgm:spPr/>
      <dgm:t>
        <a:bodyPr/>
        <a:lstStyle/>
        <a:p>
          <a:endParaRPr lang="en-US" sz="1800">
            <a:solidFill>
              <a:schemeClr val="tx1"/>
            </a:solidFill>
          </a:endParaRPr>
        </a:p>
      </dgm:t>
    </dgm:pt>
    <dgm:pt modelId="{8FE83675-BC1E-4BFC-86E9-88B68D69FABC}">
      <dgm:prSet phldrT="[Text]" custT="1"/>
      <dgm:spPr/>
      <dgm:t>
        <a:bodyPr/>
        <a:lstStyle/>
        <a:p>
          <a:r>
            <a:rPr lang="en-US" sz="1800" dirty="0">
              <a:solidFill>
                <a:schemeClr val="tx1"/>
              </a:solidFill>
            </a:rPr>
            <a:t>Next: 1080</a:t>
          </a:r>
        </a:p>
      </dgm:t>
    </dgm:pt>
    <dgm:pt modelId="{08BB5FA6-7C12-4A0C-8337-E12566141000}" type="parTrans" cxnId="{FD0C1646-CB97-40DF-B5D9-45EBC2B914A7}">
      <dgm:prSet/>
      <dgm:spPr/>
      <dgm:t>
        <a:bodyPr/>
        <a:lstStyle/>
        <a:p>
          <a:endParaRPr lang="en-US" sz="1800">
            <a:solidFill>
              <a:schemeClr val="tx1"/>
            </a:solidFill>
          </a:endParaRPr>
        </a:p>
      </dgm:t>
    </dgm:pt>
    <dgm:pt modelId="{644C4315-5D76-4366-B28B-8B281CEA08E7}" type="sibTrans" cxnId="{FD0C1646-CB97-40DF-B5D9-45EBC2B914A7}">
      <dgm:prSet/>
      <dgm:spPr/>
      <dgm:t>
        <a:bodyPr/>
        <a:lstStyle/>
        <a:p>
          <a:endParaRPr lang="en-US" sz="1800">
            <a:solidFill>
              <a:schemeClr val="tx1"/>
            </a:solidFill>
          </a:endParaRPr>
        </a:p>
      </dgm:t>
    </dgm:pt>
    <dgm:pt modelId="{EBDC2BA8-D6DB-46B2-A42C-BB287AB44EAB}">
      <dgm:prSet phldrT="[Text]" custT="1"/>
      <dgm:spPr/>
      <dgm:t>
        <a:bodyPr/>
        <a:lstStyle/>
        <a:p>
          <a:r>
            <a:rPr lang="en-US" sz="1800" dirty="0">
              <a:solidFill>
                <a:schemeClr val="tx1"/>
              </a:solidFill>
            </a:rPr>
            <a:t>Next: 1160</a:t>
          </a:r>
        </a:p>
      </dgm:t>
    </dgm:pt>
    <dgm:pt modelId="{2C6316C0-1DDB-4ECC-89EE-12DCAD6964EE}" type="parTrans" cxnId="{2252AC41-B2CC-4139-99F4-0909C243D10B}">
      <dgm:prSet/>
      <dgm:spPr/>
      <dgm:t>
        <a:bodyPr/>
        <a:lstStyle/>
        <a:p>
          <a:endParaRPr lang="en-US" sz="1800">
            <a:solidFill>
              <a:schemeClr val="tx1"/>
            </a:solidFill>
          </a:endParaRPr>
        </a:p>
      </dgm:t>
    </dgm:pt>
    <dgm:pt modelId="{5683F5A1-C15D-4511-AD22-66D60C8C5F70}" type="sibTrans" cxnId="{2252AC41-B2CC-4139-99F4-0909C243D10B}">
      <dgm:prSet/>
      <dgm:spPr/>
      <dgm:t>
        <a:bodyPr/>
        <a:lstStyle/>
        <a:p>
          <a:endParaRPr lang="en-US" sz="1800">
            <a:solidFill>
              <a:schemeClr val="tx1"/>
            </a:solidFill>
          </a:endParaRPr>
        </a:p>
      </dgm:t>
    </dgm:pt>
    <dgm:pt modelId="{087B5EBD-F0A9-4655-B707-03E17A7E183A}">
      <dgm:prSet phldrT="[Text]" custT="1"/>
      <dgm:spPr/>
      <dgm:t>
        <a:bodyPr/>
        <a:lstStyle/>
        <a:p>
          <a:r>
            <a:rPr lang="en-US" sz="1800" dirty="0" err="1">
              <a:solidFill>
                <a:schemeClr val="tx1"/>
              </a:solidFill>
            </a:rPr>
            <a:t>Mohimin</a:t>
          </a:r>
          <a:r>
            <a:rPr lang="en-US" sz="1800" dirty="0">
              <a:solidFill>
                <a:schemeClr val="tx1"/>
              </a:solidFill>
            </a:rPr>
            <a:t> (1160)</a:t>
          </a:r>
        </a:p>
      </dgm:t>
    </dgm:pt>
    <dgm:pt modelId="{9DF3D824-9C2C-4E0A-95E0-361D3DC9D5E3}" type="parTrans" cxnId="{F88FFDC8-458A-4975-A9F0-E4D25DAF2590}">
      <dgm:prSet/>
      <dgm:spPr/>
      <dgm:t>
        <a:bodyPr/>
        <a:lstStyle/>
        <a:p>
          <a:endParaRPr lang="en-US" sz="1800">
            <a:solidFill>
              <a:schemeClr val="tx1"/>
            </a:solidFill>
          </a:endParaRPr>
        </a:p>
      </dgm:t>
    </dgm:pt>
    <dgm:pt modelId="{734C1A15-F309-41D6-BDB6-D2BF2C76EBAF}" type="sibTrans" cxnId="{F88FFDC8-458A-4975-A9F0-E4D25DAF2590}">
      <dgm:prSet/>
      <dgm:spPr/>
      <dgm:t>
        <a:bodyPr/>
        <a:lstStyle/>
        <a:p>
          <a:endParaRPr lang="en-US" sz="1800">
            <a:solidFill>
              <a:schemeClr val="tx1"/>
            </a:solidFill>
          </a:endParaRPr>
        </a:p>
      </dgm:t>
    </dgm:pt>
    <dgm:pt modelId="{98F6B0FF-EC30-4B70-9E89-709F90BB9440}">
      <dgm:prSet phldrT="[Text]" custT="1"/>
      <dgm:spPr/>
      <dgm:t>
        <a:bodyPr/>
        <a:lstStyle/>
        <a:p>
          <a:r>
            <a:rPr lang="en-US" sz="1800" dirty="0">
              <a:solidFill>
                <a:schemeClr val="tx1"/>
              </a:solidFill>
            </a:rPr>
            <a:t>Next: (1240)</a:t>
          </a:r>
        </a:p>
      </dgm:t>
    </dgm:pt>
    <dgm:pt modelId="{DFEA61E5-71DA-447F-8D16-0EC63E5A773A}" type="parTrans" cxnId="{7A72836A-855D-4526-8804-3A10CEDCB942}">
      <dgm:prSet/>
      <dgm:spPr/>
      <dgm:t>
        <a:bodyPr/>
        <a:lstStyle/>
        <a:p>
          <a:endParaRPr lang="en-US" sz="1800">
            <a:solidFill>
              <a:schemeClr val="tx1"/>
            </a:solidFill>
          </a:endParaRPr>
        </a:p>
      </dgm:t>
    </dgm:pt>
    <dgm:pt modelId="{F9AD79ED-5F12-49E3-AB8D-EBDA072385A0}" type="sibTrans" cxnId="{7A72836A-855D-4526-8804-3A10CEDCB942}">
      <dgm:prSet/>
      <dgm:spPr/>
      <dgm:t>
        <a:bodyPr/>
        <a:lstStyle/>
        <a:p>
          <a:endParaRPr lang="en-US" sz="1800">
            <a:solidFill>
              <a:schemeClr val="tx1"/>
            </a:solidFill>
          </a:endParaRPr>
        </a:p>
      </dgm:t>
    </dgm:pt>
    <dgm:pt modelId="{CCFBE03C-4263-4E4A-808E-D391362D09D6}">
      <dgm:prSet phldrT="[Text]" custT="1"/>
      <dgm:spPr/>
      <dgm:t>
        <a:bodyPr/>
        <a:lstStyle/>
        <a:p>
          <a:r>
            <a:rPr lang="en-US" sz="1800" dirty="0">
              <a:solidFill>
                <a:schemeClr val="tx1"/>
              </a:solidFill>
            </a:rPr>
            <a:t>Asra (1080)</a:t>
          </a:r>
        </a:p>
      </dgm:t>
    </dgm:pt>
    <dgm:pt modelId="{0B1923A0-1548-4E06-BC6F-BF83B76C9D48}" type="parTrans" cxnId="{9597CC8B-269C-44B8-82A2-0A961D7D5CA9}">
      <dgm:prSet/>
      <dgm:spPr/>
      <dgm:t>
        <a:bodyPr/>
        <a:lstStyle/>
        <a:p>
          <a:endParaRPr lang="en-US" sz="1800">
            <a:solidFill>
              <a:schemeClr val="tx1"/>
            </a:solidFill>
          </a:endParaRPr>
        </a:p>
      </dgm:t>
    </dgm:pt>
    <dgm:pt modelId="{CB0D7A3B-3255-4DE9-823A-7CF555D4AF49}" type="sibTrans" cxnId="{9597CC8B-269C-44B8-82A2-0A961D7D5CA9}">
      <dgm:prSet/>
      <dgm:spPr/>
      <dgm:t>
        <a:bodyPr/>
        <a:lstStyle/>
        <a:p>
          <a:endParaRPr lang="en-US" sz="1800">
            <a:solidFill>
              <a:schemeClr val="tx1"/>
            </a:solidFill>
          </a:endParaRPr>
        </a:p>
      </dgm:t>
    </dgm:pt>
    <dgm:pt modelId="{B7762A85-8955-46FE-87CF-87007108E190}">
      <dgm:prSet phldrT="[Text]" custT="1"/>
      <dgm:spPr/>
      <dgm:t>
        <a:bodyPr/>
        <a:lstStyle/>
        <a:p>
          <a:r>
            <a:rPr lang="en-US" sz="1800" dirty="0" err="1">
              <a:solidFill>
                <a:schemeClr val="tx1"/>
              </a:solidFill>
            </a:rPr>
            <a:t>Shahzaman</a:t>
          </a:r>
          <a:r>
            <a:rPr lang="en-US" sz="1800" dirty="0">
              <a:solidFill>
                <a:schemeClr val="tx1"/>
              </a:solidFill>
            </a:rPr>
            <a:t> (1240)</a:t>
          </a:r>
        </a:p>
      </dgm:t>
    </dgm:pt>
    <dgm:pt modelId="{CFE6B9C5-7E47-4D8B-A0C1-BF83B682E653}" type="parTrans" cxnId="{19BCA11E-9D5D-4422-A73B-7AA2A895799E}">
      <dgm:prSet/>
      <dgm:spPr/>
      <dgm:t>
        <a:bodyPr/>
        <a:lstStyle/>
        <a:p>
          <a:endParaRPr lang="en-US" sz="1800">
            <a:solidFill>
              <a:schemeClr val="tx1"/>
            </a:solidFill>
          </a:endParaRPr>
        </a:p>
      </dgm:t>
    </dgm:pt>
    <dgm:pt modelId="{E225C9CD-364B-4A2B-BEB4-6F0F3538EAA9}" type="sibTrans" cxnId="{19BCA11E-9D5D-4422-A73B-7AA2A895799E}">
      <dgm:prSet/>
      <dgm:spPr/>
      <dgm:t>
        <a:bodyPr/>
        <a:lstStyle/>
        <a:p>
          <a:endParaRPr lang="en-US" sz="1800">
            <a:solidFill>
              <a:schemeClr val="tx1"/>
            </a:solidFill>
          </a:endParaRPr>
        </a:p>
      </dgm:t>
    </dgm:pt>
    <dgm:pt modelId="{A68FC509-018A-4978-9947-BB5576CBF1AF}">
      <dgm:prSet phldrT="[Text]" custT="1"/>
      <dgm:spPr/>
      <dgm:t>
        <a:bodyPr/>
        <a:lstStyle/>
        <a:p>
          <a:r>
            <a:rPr lang="en-US" sz="1800" dirty="0">
              <a:solidFill>
                <a:schemeClr val="tx1"/>
              </a:solidFill>
            </a:rPr>
            <a:t>Next: (1320)</a:t>
          </a:r>
        </a:p>
      </dgm:t>
    </dgm:pt>
    <dgm:pt modelId="{9DF7BF94-BB3E-4322-922E-8D118270BD6A}" type="parTrans" cxnId="{75B3E9CB-07B1-4592-91D8-DC40418C8CBC}">
      <dgm:prSet/>
      <dgm:spPr/>
      <dgm:t>
        <a:bodyPr/>
        <a:lstStyle/>
        <a:p>
          <a:endParaRPr lang="en-US"/>
        </a:p>
      </dgm:t>
    </dgm:pt>
    <dgm:pt modelId="{B457F42F-1BBA-4D0E-A97A-D401C9954954}" type="sibTrans" cxnId="{75B3E9CB-07B1-4592-91D8-DC40418C8CBC}">
      <dgm:prSet/>
      <dgm:spPr/>
      <dgm:t>
        <a:bodyPr/>
        <a:lstStyle/>
        <a:p>
          <a:endParaRPr lang="en-US"/>
        </a:p>
      </dgm:t>
    </dgm:pt>
    <dgm:pt modelId="{DA484713-6682-46A6-96F2-CCDBE43B793D}">
      <dgm:prSet phldrT="[Text]" custT="1"/>
      <dgm:spPr/>
      <dgm:t>
        <a:bodyPr/>
        <a:lstStyle/>
        <a:p>
          <a:r>
            <a:rPr lang="en-US" sz="1800" dirty="0">
              <a:solidFill>
                <a:schemeClr val="tx1"/>
              </a:solidFill>
            </a:rPr>
            <a:t>Omar Baig (1320)</a:t>
          </a:r>
        </a:p>
      </dgm:t>
    </dgm:pt>
    <dgm:pt modelId="{2AC69B6D-67A5-4D9E-9E4B-5D64D007059E}" type="parTrans" cxnId="{B2AFE90F-C599-436B-9991-0C86C826277F}">
      <dgm:prSet/>
      <dgm:spPr/>
      <dgm:t>
        <a:bodyPr/>
        <a:lstStyle/>
        <a:p>
          <a:endParaRPr lang="en-US"/>
        </a:p>
      </dgm:t>
    </dgm:pt>
    <dgm:pt modelId="{EFCFCF17-2D88-46C4-A2EB-D12BF99AC455}" type="sibTrans" cxnId="{B2AFE90F-C599-436B-9991-0C86C826277F}">
      <dgm:prSet/>
      <dgm:spPr/>
      <dgm:t>
        <a:bodyPr/>
        <a:lstStyle/>
        <a:p>
          <a:endParaRPr lang="en-US"/>
        </a:p>
      </dgm:t>
    </dgm:pt>
    <dgm:pt modelId="{9C877F5B-36FD-4FDE-8468-E4869939D519}">
      <dgm:prSet phldrT="[Text]" custT="1"/>
      <dgm:spPr/>
      <dgm:t>
        <a:bodyPr/>
        <a:lstStyle/>
        <a:p>
          <a:r>
            <a:rPr lang="en-US" sz="1800" dirty="0">
              <a:solidFill>
                <a:schemeClr val="tx1"/>
              </a:solidFill>
            </a:rPr>
            <a:t>Next: (1400)</a:t>
          </a:r>
        </a:p>
      </dgm:t>
    </dgm:pt>
    <dgm:pt modelId="{B5B52C66-F8F2-48AD-A4BC-B1F1E1994D07}" type="parTrans" cxnId="{A2CD47EB-647F-417C-8E6F-5A041C5AC6AE}">
      <dgm:prSet/>
      <dgm:spPr/>
      <dgm:t>
        <a:bodyPr/>
        <a:lstStyle/>
        <a:p>
          <a:endParaRPr lang="en-US"/>
        </a:p>
      </dgm:t>
    </dgm:pt>
    <dgm:pt modelId="{900C90FB-FEDC-4AE9-866C-3EC31B84F1EA}" type="sibTrans" cxnId="{A2CD47EB-647F-417C-8E6F-5A041C5AC6AE}">
      <dgm:prSet/>
      <dgm:spPr/>
      <dgm:t>
        <a:bodyPr/>
        <a:lstStyle/>
        <a:p>
          <a:endParaRPr lang="en-US"/>
        </a:p>
      </dgm:t>
    </dgm:pt>
    <dgm:pt modelId="{DA650997-5C77-4E8E-BE92-76AEE27231AB}">
      <dgm:prSet phldrT="[Text]" custT="1"/>
      <dgm:spPr/>
      <dgm:t>
        <a:bodyPr/>
        <a:lstStyle/>
        <a:p>
          <a:r>
            <a:rPr lang="en-US" sz="1800" dirty="0">
              <a:solidFill>
                <a:schemeClr val="tx1"/>
              </a:solidFill>
            </a:rPr>
            <a:t>Omar Khan (1400)</a:t>
          </a:r>
        </a:p>
      </dgm:t>
    </dgm:pt>
    <dgm:pt modelId="{DF962E63-3C2A-41AB-8603-57A13DE3F2A9}" type="parTrans" cxnId="{4DB863F9-132F-4C02-9EE0-C31F64FBF037}">
      <dgm:prSet/>
      <dgm:spPr/>
      <dgm:t>
        <a:bodyPr/>
        <a:lstStyle/>
        <a:p>
          <a:endParaRPr lang="en-US"/>
        </a:p>
      </dgm:t>
    </dgm:pt>
    <dgm:pt modelId="{8B5CDA5C-4204-4BC4-937C-D4018A2F6CF8}" type="sibTrans" cxnId="{4DB863F9-132F-4C02-9EE0-C31F64FBF037}">
      <dgm:prSet/>
      <dgm:spPr/>
      <dgm:t>
        <a:bodyPr/>
        <a:lstStyle/>
        <a:p>
          <a:endParaRPr lang="en-US"/>
        </a:p>
      </dgm:t>
    </dgm:pt>
    <dgm:pt modelId="{7361DD3D-5F65-411A-A40F-38430317045E}">
      <dgm:prSet phldrT="[Text]" custT="1"/>
      <dgm:spPr/>
      <dgm:t>
        <a:bodyPr/>
        <a:lstStyle/>
        <a:p>
          <a:r>
            <a:rPr lang="en-US" sz="1800" dirty="0">
              <a:solidFill>
                <a:schemeClr val="tx1"/>
              </a:solidFill>
            </a:rPr>
            <a:t>Next: Null</a:t>
          </a:r>
        </a:p>
      </dgm:t>
    </dgm:pt>
    <dgm:pt modelId="{E36EAE05-927D-43B6-BFEC-414F83EA37CA}" type="parTrans" cxnId="{0A8DCB73-7A4B-460D-8542-4C4785EAEDC8}">
      <dgm:prSet/>
      <dgm:spPr/>
      <dgm:t>
        <a:bodyPr/>
        <a:lstStyle/>
        <a:p>
          <a:endParaRPr lang="en-US"/>
        </a:p>
      </dgm:t>
    </dgm:pt>
    <dgm:pt modelId="{916C818D-BC80-4794-B7E5-D7D24AE2A023}" type="sibTrans" cxnId="{0A8DCB73-7A4B-460D-8542-4C4785EAEDC8}">
      <dgm:prSet/>
      <dgm:spPr/>
      <dgm:t>
        <a:bodyPr/>
        <a:lstStyle/>
        <a:p>
          <a:endParaRPr lang="en-US"/>
        </a:p>
      </dgm:t>
    </dgm:pt>
    <dgm:pt modelId="{3DC108ED-6BE0-4382-9440-E31FEF691771}" type="pres">
      <dgm:prSet presAssocID="{885EF29F-92E7-4677-A6FF-D4EF4D02E170}" presName="Name0" presStyleCnt="0">
        <dgm:presLayoutVars>
          <dgm:dir/>
          <dgm:animLvl val="lvl"/>
          <dgm:resizeHandles val="exact"/>
        </dgm:presLayoutVars>
      </dgm:prSet>
      <dgm:spPr/>
    </dgm:pt>
    <dgm:pt modelId="{9BE27DF8-6904-4FED-92BA-EAE61C294802}" type="pres">
      <dgm:prSet presAssocID="{DA650997-5C77-4E8E-BE92-76AEE27231AB}" presName="boxAndChildren" presStyleCnt="0"/>
      <dgm:spPr/>
    </dgm:pt>
    <dgm:pt modelId="{94E7D591-BB21-4C82-850A-3DA68F78224D}" type="pres">
      <dgm:prSet presAssocID="{DA650997-5C77-4E8E-BE92-76AEE27231AB}" presName="parentTextBox" presStyleLbl="node1" presStyleIdx="0" presStyleCnt="6"/>
      <dgm:spPr/>
    </dgm:pt>
    <dgm:pt modelId="{63AC17C7-F652-4FA2-8A4D-FA22E7CEFC33}" type="pres">
      <dgm:prSet presAssocID="{DA650997-5C77-4E8E-BE92-76AEE27231AB}" presName="entireBox" presStyleLbl="node1" presStyleIdx="0" presStyleCnt="6"/>
      <dgm:spPr/>
    </dgm:pt>
    <dgm:pt modelId="{DC655F72-FF5D-494F-8FCB-138013F3DCAD}" type="pres">
      <dgm:prSet presAssocID="{DA650997-5C77-4E8E-BE92-76AEE27231AB}" presName="descendantBox" presStyleCnt="0"/>
      <dgm:spPr/>
    </dgm:pt>
    <dgm:pt modelId="{60446952-9B22-4ACA-B576-58D6AD932FE2}" type="pres">
      <dgm:prSet presAssocID="{7361DD3D-5F65-411A-A40F-38430317045E}" presName="childTextBox" presStyleLbl="fgAccFollowNode1" presStyleIdx="0" presStyleCnt="6">
        <dgm:presLayoutVars>
          <dgm:bulletEnabled val="1"/>
        </dgm:presLayoutVars>
      </dgm:prSet>
      <dgm:spPr/>
    </dgm:pt>
    <dgm:pt modelId="{5CC65544-568F-4773-A504-5720645315A3}" type="pres">
      <dgm:prSet presAssocID="{EFCFCF17-2D88-46C4-A2EB-D12BF99AC455}" presName="sp" presStyleCnt="0"/>
      <dgm:spPr/>
    </dgm:pt>
    <dgm:pt modelId="{9095AF84-27A8-42C2-A8E5-B24133CCC3DF}" type="pres">
      <dgm:prSet presAssocID="{DA484713-6682-46A6-96F2-CCDBE43B793D}" presName="arrowAndChildren" presStyleCnt="0"/>
      <dgm:spPr/>
    </dgm:pt>
    <dgm:pt modelId="{766BDC2D-E465-4256-83E1-36FDC2AFC46F}" type="pres">
      <dgm:prSet presAssocID="{DA484713-6682-46A6-96F2-CCDBE43B793D}" presName="parentTextArrow" presStyleLbl="node1" presStyleIdx="0" presStyleCnt="6"/>
      <dgm:spPr/>
    </dgm:pt>
    <dgm:pt modelId="{E1FE6332-B18B-4756-9A05-568887C9B185}" type="pres">
      <dgm:prSet presAssocID="{DA484713-6682-46A6-96F2-CCDBE43B793D}" presName="arrow" presStyleLbl="node1" presStyleIdx="1" presStyleCnt="6"/>
      <dgm:spPr/>
    </dgm:pt>
    <dgm:pt modelId="{EF24F7FC-EA37-4C0D-86AA-E9D97A641A1C}" type="pres">
      <dgm:prSet presAssocID="{DA484713-6682-46A6-96F2-CCDBE43B793D}" presName="descendantArrow" presStyleCnt="0"/>
      <dgm:spPr/>
    </dgm:pt>
    <dgm:pt modelId="{28E53C9D-778A-469D-A7CB-295342BDB9E7}" type="pres">
      <dgm:prSet presAssocID="{9C877F5B-36FD-4FDE-8468-E4869939D519}" presName="childTextArrow" presStyleLbl="fgAccFollowNode1" presStyleIdx="1" presStyleCnt="6">
        <dgm:presLayoutVars>
          <dgm:bulletEnabled val="1"/>
        </dgm:presLayoutVars>
      </dgm:prSet>
      <dgm:spPr/>
    </dgm:pt>
    <dgm:pt modelId="{FE0C2A7C-444A-4255-A30C-A790827F91DA}" type="pres">
      <dgm:prSet presAssocID="{E225C9CD-364B-4A2B-BEB4-6F0F3538EAA9}" presName="sp" presStyleCnt="0"/>
      <dgm:spPr/>
    </dgm:pt>
    <dgm:pt modelId="{8E993791-ED34-4A97-884A-1C25BFDF4FB2}" type="pres">
      <dgm:prSet presAssocID="{B7762A85-8955-46FE-87CF-87007108E190}" presName="arrowAndChildren" presStyleCnt="0"/>
      <dgm:spPr/>
    </dgm:pt>
    <dgm:pt modelId="{036B3DC7-94A3-44EC-BFCA-455586476391}" type="pres">
      <dgm:prSet presAssocID="{B7762A85-8955-46FE-87CF-87007108E190}" presName="parentTextArrow" presStyleLbl="node1" presStyleIdx="1" presStyleCnt="6"/>
      <dgm:spPr/>
    </dgm:pt>
    <dgm:pt modelId="{8C75E1E5-DDE1-4CA0-96C4-4BBB4C1CD29C}" type="pres">
      <dgm:prSet presAssocID="{B7762A85-8955-46FE-87CF-87007108E190}" presName="arrow" presStyleLbl="node1" presStyleIdx="2" presStyleCnt="6"/>
      <dgm:spPr/>
    </dgm:pt>
    <dgm:pt modelId="{DA04D12D-7A37-4B2E-9D1E-9D865718DD3A}" type="pres">
      <dgm:prSet presAssocID="{B7762A85-8955-46FE-87CF-87007108E190}" presName="descendantArrow" presStyleCnt="0"/>
      <dgm:spPr/>
    </dgm:pt>
    <dgm:pt modelId="{F4974422-5D35-49D6-B582-FDD9AB8671C9}" type="pres">
      <dgm:prSet presAssocID="{A68FC509-018A-4978-9947-BB5576CBF1AF}" presName="childTextArrow" presStyleLbl="fgAccFollowNode1" presStyleIdx="2" presStyleCnt="6">
        <dgm:presLayoutVars>
          <dgm:bulletEnabled val="1"/>
        </dgm:presLayoutVars>
      </dgm:prSet>
      <dgm:spPr/>
    </dgm:pt>
    <dgm:pt modelId="{45482B65-7C94-413E-9047-529144B9DC44}" type="pres">
      <dgm:prSet presAssocID="{734C1A15-F309-41D6-BDB6-D2BF2C76EBAF}" presName="sp" presStyleCnt="0"/>
      <dgm:spPr/>
    </dgm:pt>
    <dgm:pt modelId="{4AD28CEB-671D-41FC-B396-5FB9DD3761D2}" type="pres">
      <dgm:prSet presAssocID="{087B5EBD-F0A9-4655-B707-03E17A7E183A}" presName="arrowAndChildren" presStyleCnt="0"/>
      <dgm:spPr/>
    </dgm:pt>
    <dgm:pt modelId="{A7B8B78D-DEA0-4770-A7E7-7B41BD58DCD5}" type="pres">
      <dgm:prSet presAssocID="{087B5EBD-F0A9-4655-B707-03E17A7E183A}" presName="parentTextArrow" presStyleLbl="node1" presStyleIdx="2" presStyleCnt="6"/>
      <dgm:spPr/>
    </dgm:pt>
    <dgm:pt modelId="{5D8F5670-B21C-43B3-BA8F-717503971419}" type="pres">
      <dgm:prSet presAssocID="{087B5EBD-F0A9-4655-B707-03E17A7E183A}" presName="arrow" presStyleLbl="node1" presStyleIdx="3" presStyleCnt="6"/>
      <dgm:spPr/>
    </dgm:pt>
    <dgm:pt modelId="{0EA8EC0E-B6AD-4C54-9E14-B8B63F8B92DB}" type="pres">
      <dgm:prSet presAssocID="{087B5EBD-F0A9-4655-B707-03E17A7E183A}" presName="descendantArrow" presStyleCnt="0"/>
      <dgm:spPr/>
    </dgm:pt>
    <dgm:pt modelId="{8E809ED9-F09E-4F67-AD79-F59958256690}" type="pres">
      <dgm:prSet presAssocID="{98F6B0FF-EC30-4B70-9E89-709F90BB9440}" presName="childTextArrow" presStyleLbl="fgAccFollowNode1" presStyleIdx="3" presStyleCnt="6">
        <dgm:presLayoutVars>
          <dgm:bulletEnabled val="1"/>
        </dgm:presLayoutVars>
      </dgm:prSet>
      <dgm:spPr/>
    </dgm:pt>
    <dgm:pt modelId="{BD9B08FD-9573-413B-A7A0-F4E8A016BF9C}" type="pres">
      <dgm:prSet presAssocID="{CB0D7A3B-3255-4DE9-823A-7CF555D4AF49}" presName="sp" presStyleCnt="0"/>
      <dgm:spPr/>
    </dgm:pt>
    <dgm:pt modelId="{6A13B0AE-D62B-450B-BD97-1CCC50D689F9}" type="pres">
      <dgm:prSet presAssocID="{CCFBE03C-4263-4E4A-808E-D391362D09D6}" presName="arrowAndChildren" presStyleCnt="0"/>
      <dgm:spPr/>
    </dgm:pt>
    <dgm:pt modelId="{B28586C6-5B1B-4452-B5A4-E09427C729D5}" type="pres">
      <dgm:prSet presAssocID="{CCFBE03C-4263-4E4A-808E-D391362D09D6}" presName="parentTextArrow" presStyleLbl="node1" presStyleIdx="3" presStyleCnt="6"/>
      <dgm:spPr/>
    </dgm:pt>
    <dgm:pt modelId="{4E0BA341-7178-4025-8D04-2FB5EA8B21A3}" type="pres">
      <dgm:prSet presAssocID="{CCFBE03C-4263-4E4A-808E-D391362D09D6}" presName="arrow" presStyleLbl="node1" presStyleIdx="4" presStyleCnt="6"/>
      <dgm:spPr/>
    </dgm:pt>
    <dgm:pt modelId="{80E74C7A-1710-4DAC-8061-ADBD75363FD4}" type="pres">
      <dgm:prSet presAssocID="{CCFBE03C-4263-4E4A-808E-D391362D09D6}" presName="descendantArrow" presStyleCnt="0"/>
      <dgm:spPr/>
    </dgm:pt>
    <dgm:pt modelId="{1F3FD66D-31B8-4483-9177-788B743AFA39}" type="pres">
      <dgm:prSet presAssocID="{EBDC2BA8-D6DB-46B2-A42C-BB287AB44EAB}" presName="childTextArrow" presStyleLbl="fgAccFollowNode1" presStyleIdx="4" presStyleCnt="6">
        <dgm:presLayoutVars>
          <dgm:bulletEnabled val="1"/>
        </dgm:presLayoutVars>
      </dgm:prSet>
      <dgm:spPr/>
    </dgm:pt>
    <dgm:pt modelId="{E068ED3E-CA5D-470E-B796-08D99E4AF4E0}" type="pres">
      <dgm:prSet presAssocID="{6AA07756-A867-4FD3-B09C-31D05E80A8C2}" presName="sp" presStyleCnt="0"/>
      <dgm:spPr/>
    </dgm:pt>
    <dgm:pt modelId="{050C1D88-2950-426E-9B3B-DDBFBBE02C5F}" type="pres">
      <dgm:prSet presAssocID="{C39E3C23-2FAC-46F7-A6DF-1A291EA71D56}" presName="arrowAndChildren" presStyleCnt="0"/>
      <dgm:spPr/>
    </dgm:pt>
    <dgm:pt modelId="{06451CBB-366C-4D61-AA3F-56F9EA6F10D7}" type="pres">
      <dgm:prSet presAssocID="{C39E3C23-2FAC-46F7-A6DF-1A291EA71D56}" presName="parentTextArrow" presStyleLbl="node1" presStyleIdx="4" presStyleCnt="6"/>
      <dgm:spPr/>
    </dgm:pt>
    <dgm:pt modelId="{E4B64EF6-2EE6-46D2-B38F-DA1F37A488B8}" type="pres">
      <dgm:prSet presAssocID="{C39E3C23-2FAC-46F7-A6DF-1A291EA71D56}" presName="arrow" presStyleLbl="node1" presStyleIdx="5" presStyleCnt="6"/>
      <dgm:spPr/>
    </dgm:pt>
    <dgm:pt modelId="{294B6996-BEF5-48E3-A720-E9C99EF83E96}" type="pres">
      <dgm:prSet presAssocID="{C39E3C23-2FAC-46F7-A6DF-1A291EA71D56}" presName="descendantArrow" presStyleCnt="0"/>
      <dgm:spPr/>
    </dgm:pt>
    <dgm:pt modelId="{15A09595-CCC3-46A8-996D-57150771CFAB}" type="pres">
      <dgm:prSet presAssocID="{8FE83675-BC1E-4BFC-86E9-88B68D69FABC}" presName="childTextArrow" presStyleLbl="fgAccFollowNode1" presStyleIdx="5" presStyleCnt="6">
        <dgm:presLayoutVars>
          <dgm:bulletEnabled val="1"/>
        </dgm:presLayoutVars>
      </dgm:prSet>
      <dgm:spPr/>
    </dgm:pt>
  </dgm:ptLst>
  <dgm:cxnLst>
    <dgm:cxn modelId="{B2AFE90F-C599-436B-9991-0C86C826277F}" srcId="{885EF29F-92E7-4677-A6FF-D4EF4D02E170}" destId="{DA484713-6682-46A6-96F2-CCDBE43B793D}" srcOrd="4" destOrd="0" parTransId="{2AC69B6D-67A5-4D9E-9E4B-5D64D007059E}" sibTransId="{EFCFCF17-2D88-46C4-A2EB-D12BF99AC455}"/>
    <dgm:cxn modelId="{4499F613-215D-4C7E-BB83-4B6F6E745683}" type="presOf" srcId="{CCFBE03C-4263-4E4A-808E-D391362D09D6}" destId="{4E0BA341-7178-4025-8D04-2FB5EA8B21A3}" srcOrd="1" destOrd="0" presId="urn:microsoft.com/office/officeart/2005/8/layout/process4"/>
    <dgm:cxn modelId="{35E57317-C39A-40AA-BF51-0B58A7D5169F}" srcId="{885EF29F-92E7-4677-A6FF-D4EF4D02E170}" destId="{C39E3C23-2FAC-46F7-A6DF-1A291EA71D56}" srcOrd="0" destOrd="0" parTransId="{A4E1F13D-68EF-412A-948A-A783F0C2BF76}" sibTransId="{6AA07756-A867-4FD3-B09C-31D05E80A8C2}"/>
    <dgm:cxn modelId="{A71D8F17-695A-46A3-A63D-3E19DE905E25}" type="presOf" srcId="{98F6B0FF-EC30-4B70-9E89-709F90BB9440}" destId="{8E809ED9-F09E-4F67-AD79-F59958256690}" srcOrd="0" destOrd="0" presId="urn:microsoft.com/office/officeart/2005/8/layout/process4"/>
    <dgm:cxn modelId="{19BCA11E-9D5D-4422-A73B-7AA2A895799E}" srcId="{885EF29F-92E7-4677-A6FF-D4EF4D02E170}" destId="{B7762A85-8955-46FE-87CF-87007108E190}" srcOrd="3" destOrd="0" parTransId="{CFE6B9C5-7E47-4D8B-A0C1-BF83B682E653}" sibTransId="{E225C9CD-364B-4A2B-BEB4-6F0F3538EAA9}"/>
    <dgm:cxn modelId="{C8BDE622-2CD6-40DB-AEE0-714DCE90AC64}" type="presOf" srcId="{DA484713-6682-46A6-96F2-CCDBE43B793D}" destId="{E1FE6332-B18B-4756-9A05-568887C9B185}" srcOrd="1" destOrd="0" presId="urn:microsoft.com/office/officeart/2005/8/layout/process4"/>
    <dgm:cxn modelId="{BDE68132-35A4-4A28-8B4A-81DCC66BD3DA}" type="presOf" srcId="{087B5EBD-F0A9-4655-B707-03E17A7E183A}" destId="{5D8F5670-B21C-43B3-BA8F-717503971419}" srcOrd="1" destOrd="0" presId="urn:microsoft.com/office/officeart/2005/8/layout/process4"/>
    <dgm:cxn modelId="{3F50863E-B6B5-40B9-8079-7651834F99B4}" type="presOf" srcId="{A68FC509-018A-4978-9947-BB5576CBF1AF}" destId="{F4974422-5D35-49D6-B582-FDD9AB8671C9}" srcOrd="0" destOrd="0" presId="urn:microsoft.com/office/officeart/2005/8/layout/process4"/>
    <dgm:cxn modelId="{49EC3C61-9055-4146-AEFA-0C024993F4DA}" type="presOf" srcId="{C39E3C23-2FAC-46F7-A6DF-1A291EA71D56}" destId="{E4B64EF6-2EE6-46D2-B38F-DA1F37A488B8}" srcOrd="1" destOrd="0" presId="urn:microsoft.com/office/officeart/2005/8/layout/process4"/>
    <dgm:cxn modelId="{2252AC41-B2CC-4139-99F4-0909C243D10B}" srcId="{CCFBE03C-4263-4E4A-808E-D391362D09D6}" destId="{EBDC2BA8-D6DB-46B2-A42C-BB287AB44EAB}" srcOrd="0" destOrd="0" parTransId="{2C6316C0-1DDB-4ECC-89EE-12DCAD6964EE}" sibTransId="{5683F5A1-C15D-4511-AD22-66D60C8C5F70}"/>
    <dgm:cxn modelId="{FD0C1646-CB97-40DF-B5D9-45EBC2B914A7}" srcId="{C39E3C23-2FAC-46F7-A6DF-1A291EA71D56}" destId="{8FE83675-BC1E-4BFC-86E9-88B68D69FABC}" srcOrd="0" destOrd="0" parTransId="{08BB5FA6-7C12-4A0C-8337-E12566141000}" sibTransId="{644C4315-5D76-4366-B28B-8B281CEA08E7}"/>
    <dgm:cxn modelId="{7A72836A-855D-4526-8804-3A10CEDCB942}" srcId="{087B5EBD-F0A9-4655-B707-03E17A7E183A}" destId="{98F6B0FF-EC30-4B70-9E89-709F90BB9440}" srcOrd="0" destOrd="0" parTransId="{DFEA61E5-71DA-447F-8D16-0EC63E5A773A}" sibTransId="{F9AD79ED-5F12-49E3-AB8D-EBDA072385A0}"/>
    <dgm:cxn modelId="{55C0696E-7FBA-407C-84CD-F1630B4A578F}" type="presOf" srcId="{DA650997-5C77-4E8E-BE92-76AEE27231AB}" destId="{63AC17C7-F652-4FA2-8A4D-FA22E7CEFC33}" srcOrd="1" destOrd="0" presId="urn:microsoft.com/office/officeart/2005/8/layout/process4"/>
    <dgm:cxn modelId="{B256FB6F-FC92-4213-963E-ADE6B6AA0454}" type="presOf" srcId="{9C877F5B-36FD-4FDE-8468-E4869939D519}" destId="{28E53C9D-778A-469D-A7CB-295342BDB9E7}" srcOrd="0" destOrd="0" presId="urn:microsoft.com/office/officeart/2005/8/layout/process4"/>
    <dgm:cxn modelId="{0A8DCB73-7A4B-460D-8542-4C4785EAEDC8}" srcId="{DA650997-5C77-4E8E-BE92-76AEE27231AB}" destId="{7361DD3D-5F65-411A-A40F-38430317045E}" srcOrd="0" destOrd="0" parTransId="{E36EAE05-927D-43B6-BFEC-414F83EA37CA}" sibTransId="{916C818D-BC80-4794-B7E5-D7D24AE2A023}"/>
    <dgm:cxn modelId="{D82B3F55-8E2C-4262-B2ED-4E964E390785}" type="presOf" srcId="{C39E3C23-2FAC-46F7-A6DF-1A291EA71D56}" destId="{06451CBB-366C-4D61-AA3F-56F9EA6F10D7}" srcOrd="0" destOrd="0" presId="urn:microsoft.com/office/officeart/2005/8/layout/process4"/>
    <dgm:cxn modelId="{0603667D-4D7A-4921-AFEB-C31A069083CD}" type="presOf" srcId="{CCFBE03C-4263-4E4A-808E-D391362D09D6}" destId="{B28586C6-5B1B-4452-B5A4-E09427C729D5}" srcOrd="0" destOrd="0" presId="urn:microsoft.com/office/officeart/2005/8/layout/process4"/>
    <dgm:cxn modelId="{9597CC8B-269C-44B8-82A2-0A961D7D5CA9}" srcId="{885EF29F-92E7-4677-A6FF-D4EF4D02E170}" destId="{CCFBE03C-4263-4E4A-808E-D391362D09D6}" srcOrd="1" destOrd="0" parTransId="{0B1923A0-1548-4E06-BC6F-BF83B76C9D48}" sibTransId="{CB0D7A3B-3255-4DE9-823A-7CF555D4AF49}"/>
    <dgm:cxn modelId="{7E9DD690-AAEC-4C2F-A77E-C44B5052A90B}" type="presOf" srcId="{8FE83675-BC1E-4BFC-86E9-88B68D69FABC}" destId="{15A09595-CCC3-46A8-996D-57150771CFAB}" srcOrd="0" destOrd="0" presId="urn:microsoft.com/office/officeart/2005/8/layout/process4"/>
    <dgm:cxn modelId="{E4327E93-7DA2-4714-AADA-C27F65A65ADF}" type="presOf" srcId="{EBDC2BA8-D6DB-46B2-A42C-BB287AB44EAB}" destId="{1F3FD66D-31B8-4483-9177-788B743AFA39}" srcOrd="0" destOrd="0" presId="urn:microsoft.com/office/officeart/2005/8/layout/process4"/>
    <dgm:cxn modelId="{58095CA3-9ACE-409D-8BFA-D4D939D97E31}" type="presOf" srcId="{087B5EBD-F0A9-4655-B707-03E17A7E183A}" destId="{A7B8B78D-DEA0-4770-A7E7-7B41BD58DCD5}" srcOrd="0" destOrd="0" presId="urn:microsoft.com/office/officeart/2005/8/layout/process4"/>
    <dgm:cxn modelId="{9C9D23BB-ECEF-4551-BB26-50C7C75490A7}" type="presOf" srcId="{B7762A85-8955-46FE-87CF-87007108E190}" destId="{8C75E1E5-DDE1-4CA0-96C4-4BBB4C1CD29C}" srcOrd="1" destOrd="0" presId="urn:microsoft.com/office/officeart/2005/8/layout/process4"/>
    <dgm:cxn modelId="{F88FFDC8-458A-4975-A9F0-E4D25DAF2590}" srcId="{885EF29F-92E7-4677-A6FF-D4EF4D02E170}" destId="{087B5EBD-F0A9-4655-B707-03E17A7E183A}" srcOrd="2" destOrd="0" parTransId="{9DF3D824-9C2C-4E0A-95E0-361D3DC9D5E3}" sibTransId="{734C1A15-F309-41D6-BDB6-D2BF2C76EBAF}"/>
    <dgm:cxn modelId="{75B3E9CB-07B1-4592-91D8-DC40418C8CBC}" srcId="{B7762A85-8955-46FE-87CF-87007108E190}" destId="{A68FC509-018A-4978-9947-BB5576CBF1AF}" srcOrd="0" destOrd="0" parTransId="{9DF7BF94-BB3E-4322-922E-8D118270BD6A}" sibTransId="{B457F42F-1BBA-4D0E-A97A-D401C9954954}"/>
    <dgm:cxn modelId="{85F190D2-DBD8-4E98-95DA-B84A3BE55524}" type="presOf" srcId="{7361DD3D-5F65-411A-A40F-38430317045E}" destId="{60446952-9B22-4ACA-B576-58D6AD932FE2}" srcOrd="0" destOrd="0" presId="urn:microsoft.com/office/officeart/2005/8/layout/process4"/>
    <dgm:cxn modelId="{A3C3EFD6-1466-4301-8842-65B5EAF8EB5B}" type="presOf" srcId="{DA650997-5C77-4E8E-BE92-76AEE27231AB}" destId="{94E7D591-BB21-4C82-850A-3DA68F78224D}" srcOrd="0" destOrd="0" presId="urn:microsoft.com/office/officeart/2005/8/layout/process4"/>
    <dgm:cxn modelId="{A2CD47EB-647F-417C-8E6F-5A041C5AC6AE}" srcId="{DA484713-6682-46A6-96F2-CCDBE43B793D}" destId="{9C877F5B-36FD-4FDE-8468-E4869939D519}" srcOrd="0" destOrd="0" parTransId="{B5B52C66-F8F2-48AD-A4BC-B1F1E1994D07}" sibTransId="{900C90FB-FEDC-4AE9-866C-3EC31B84F1EA}"/>
    <dgm:cxn modelId="{388586F5-3704-49E6-8FED-0CC4700E5A53}" type="presOf" srcId="{DA484713-6682-46A6-96F2-CCDBE43B793D}" destId="{766BDC2D-E465-4256-83E1-36FDC2AFC46F}" srcOrd="0" destOrd="0" presId="urn:microsoft.com/office/officeart/2005/8/layout/process4"/>
    <dgm:cxn modelId="{4DB863F9-132F-4C02-9EE0-C31F64FBF037}" srcId="{885EF29F-92E7-4677-A6FF-D4EF4D02E170}" destId="{DA650997-5C77-4E8E-BE92-76AEE27231AB}" srcOrd="5" destOrd="0" parTransId="{DF962E63-3C2A-41AB-8603-57A13DE3F2A9}" sibTransId="{8B5CDA5C-4204-4BC4-937C-D4018A2F6CF8}"/>
    <dgm:cxn modelId="{C70C8CF9-A7A5-4CDE-BAE2-41D4A4E1A2C5}" type="presOf" srcId="{885EF29F-92E7-4677-A6FF-D4EF4D02E170}" destId="{3DC108ED-6BE0-4382-9440-E31FEF691771}" srcOrd="0" destOrd="0" presId="urn:microsoft.com/office/officeart/2005/8/layout/process4"/>
    <dgm:cxn modelId="{47908FFE-0910-45C5-B11B-30027C95627A}" type="presOf" srcId="{B7762A85-8955-46FE-87CF-87007108E190}" destId="{036B3DC7-94A3-44EC-BFCA-455586476391}" srcOrd="0" destOrd="0" presId="urn:microsoft.com/office/officeart/2005/8/layout/process4"/>
    <dgm:cxn modelId="{7934228A-D081-4DF3-9D30-100857D3C054}" type="presParOf" srcId="{3DC108ED-6BE0-4382-9440-E31FEF691771}" destId="{9BE27DF8-6904-4FED-92BA-EAE61C294802}" srcOrd="0" destOrd="0" presId="urn:microsoft.com/office/officeart/2005/8/layout/process4"/>
    <dgm:cxn modelId="{7DDC5B24-F118-4445-9735-FC550521FB0B}" type="presParOf" srcId="{9BE27DF8-6904-4FED-92BA-EAE61C294802}" destId="{94E7D591-BB21-4C82-850A-3DA68F78224D}" srcOrd="0" destOrd="0" presId="urn:microsoft.com/office/officeart/2005/8/layout/process4"/>
    <dgm:cxn modelId="{E81B8EB9-A396-438D-8606-6FCB3877209E}" type="presParOf" srcId="{9BE27DF8-6904-4FED-92BA-EAE61C294802}" destId="{63AC17C7-F652-4FA2-8A4D-FA22E7CEFC33}" srcOrd="1" destOrd="0" presId="urn:microsoft.com/office/officeart/2005/8/layout/process4"/>
    <dgm:cxn modelId="{337EA296-D36F-4B47-A06D-0D17F43913AE}" type="presParOf" srcId="{9BE27DF8-6904-4FED-92BA-EAE61C294802}" destId="{DC655F72-FF5D-494F-8FCB-138013F3DCAD}" srcOrd="2" destOrd="0" presId="urn:microsoft.com/office/officeart/2005/8/layout/process4"/>
    <dgm:cxn modelId="{ADFB03B3-35F4-41E2-9660-CA6E886FD3BA}" type="presParOf" srcId="{DC655F72-FF5D-494F-8FCB-138013F3DCAD}" destId="{60446952-9B22-4ACA-B576-58D6AD932FE2}" srcOrd="0" destOrd="0" presId="urn:microsoft.com/office/officeart/2005/8/layout/process4"/>
    <dgm:cxn modelId="{A40BE2B5-64E3-4E51-995E-80F19BA8375B}" type="presParOf" srcId="{3DC108ED-6BE0-4382-9440-E31FEF691771}" destId="{5CC65544-568F-4773-A504-5720645315A3}" srcOrd="1" destOrd="0" presId="urn:microsoft.com/office/officeart/2005/8/layout/process4"/>
    <dgm:cxn modelId="{625603FD-F653-401F-BF05-C38C09CC74D3}" type="presParOf" srcId="{3DC108ED-6BE0-4382-9440-E31FEF691771}" destId="{9095AF84-27A8-42C2-A8E5-B24133CCC3DF}" srcOrd="2" destOrd="0" presId="urn:microsoft.com/office/officeart/2005/8/layout/process4"/>
    <dgm:cxn modelId="{929364CD-B033-4AF6-847D-BFB9A31511CC}" type="presParOf" srcId="{9095AF84-27A8-42C2-A8E5-B24133CCC3DF}" destId="{766BDC2D-E465-4256-83E1-36FDC2AFC46F}" srcOrd="0" destOrd="0" presId="urn:microsoft.com/office/officeart/2005/8/layout/process4"/>
    <dgm:cxn modelId="{7C2586C9-1F34-4059-9052-5B3867678847}" type="presParOf" srcId="{9095AF84-27A8-42C2-A8E5-B24133CCC3DF}" destId="{E1FE6332-B18B-4756-9A05-568887C9B185}" srcOrd="1" destOrd="0" presId="urn:microsoft.com/office/officeart/2005/8/layout/process4"/>
    <dgm:cxn modelId="{E3BBB215-D668-46E6-9108-15F66CEA6368}" type="presParOf" srcId="{9095AF84-27A8-42C2-A8E5-B24133CCC3DF}" destId="{EF24F7FC-EA37-4C0D-86AA-E9D97A641A1C}" srcOrd="2" destOrd="0" presId="urn:microsoft.com/office/officeart/2005/8/layout/process4"/>
    <dgm:cxn modelId="{EF0C01A3-5F97-4620-83B5-A53BC9778B49}" type="presParOf" srcId="{EF24F7FC-EA37-4C0D-86AA-E9D97A641A1C}" destId="{28E53C9D-778A-469D-A7CB-295342BDB9E7}" srcOrd="0" destOrd="0" presId="urn:microsoft.com/office/officeart/2005/8/layout/process4"/>
    <dgm:cxn modelId="{FBCA92DA-7265-4D74-A2B6-DA521316B6E2}" type="presParOf" srcId="{3DC108ED-6BE0-4382-9440-E31FEF691771}" destId="{FE0C2A7C-444A-4255-A30C-A790827F91DA}" srcOrd="3" destOrd="0" presId="urn:microsoft.com/office/officeart/2005/8/layout/process4"/>
    <dgm:cxn modelId="{9234657C-D325-468E-9A7D-4A4FBDD5939A}" type="presParOf" srcId="{3DC108ED-6BE0-4382-9440-E31FEF691771}" destId="{8E993791-ED34-4A97-884A-1C25BFDF4FB2}" srcOrd="4" destOrd="0" presId="urn:microsoft.com/office/officeart/2005/8/layout/process4"/>
    <dgm:cxn modelId="{9B40B47F-8304-4CDA-A67E-B792B5F4E176}" type="presParOf" srcId="{8E993791-ED34-4A97-884A-1C25BFDF4FB2}" destId="{036B3DC7-94A3-44EC-BFCA-455586476391}" srcOrd="0" destOrd="0" presId="urn:microsoft.com/office/officeart/2005/8/layout/process4"/>
    <dgm:cxn modelId="{C418EB68-B4E3-4403-9B4F-5826157557CB}" type="presParOf" srcId="{8E993791-ED34-4A97-884A-1C25BFDF4FB2}" destId="{8C75E1E5-DDE1-4CA0-96C4-4BBB4C1CD29C}" srcOrd="1" destOrd="0" presId="urn:microsoft.com/office/officeart/2005/8/layout/process4"/>
    <dgm:cxn modelId="{6BF3515A-6372-4E68-91EB-214670456BAB}" type="presParOf" srcId="{8E993791-ED34-4A97-884A-1C25BFDF4FB2}" destId="{DA04D12D-7A37-4B2E-9D1E-9D865718DD3A}" srcOrd="2" destOrd="0" presId="urn:microsoft.com/office/officeart/2005/8/layout/process4"/>
    <dgm:cxn modelId="{B4E09449-A2C5-4A5E-80A5-DC5A6D68CBAC}" type="presParOf" srcId="{DA04D12D-7A37-4B2E-9D1E-9D865718DD3A}" destId="{F4974422-5D35-49D6-B582-FDD9AB8671C9}" srcOrd="0" destOrd="0" presId="urn:microsoft.com/office/officeart/2005/8/layout/process4"/>
    <dgm:cxn modelId="{97331C39-12FC-4545-989F-7C962AE6D39C}" type="presParOf" srcId="{3DC108ED-6BE0-4382-9440-E31FEF691771}" destId="{45482B65-7C94-413E-9047-529144B9DC44}" srcOrd="5" destOrd="0" presId="urn:microsoft.com/office/officeart/2005/8/layout/process4"/>
    <dgm:cxn modelId="{7490154B-A824-4287-9DCF-7FBC649C0BD6}" type="presParOf" srcId="{3DC108ED-6BE0-4382-9440-E31FEF691771}" destId="{4AD28CEB-671D-41FC-B396-5FB9DD3761D2}" srcOrd="6" destOrd="0" presId="urn:microsoft.com/office/officeart/2005/8/layout/process4"/>
    <dgm:cxn modelId="{6212F517-7A3A-4209-985E-59BB0CD0B225}" type="presParOf" srcId="{4AD28CEB-671D-41FC-B396-5FB9DD3761D2}" destId="{A7B8B78D-DEA0-4770-A7E7-7B41BD58DCD5}" srcOrd="0" destOrd="0" presId="urn:microsoft.com/office/officeart/2005/8/layout/process4"/>
    <dgm:cxn modelId="{106827E7-B161-4969-9B96-FEF36E362689}" type="presParOf" srcId="{4AD28CEB-671D-41FC-B396-5FB9DD3761D2}" destId="{5D8F5670-B21C-43B3-BA8F-717503971419}" srcOrd="1" destOrd="0" presId="urn:microsoft.com/office/officeart/2005/8/layout/process4"/>
    <dgm:cxn modelId="{F364F57D-C601-4A7C-8FB5-4DCD92DD56FC}" type="presParOf" srcId="{4AD28CEB-671D-41FC-B396-5FB9DD3761D2}" destId="{0EA8EC0E-B6AD-4C54-9E14-B8B63F8B92DB}" srcOrd="2" destOrd="0" presId="urn:microsoft.com/office/officeart/2005/8/layout/process4"/>
    <dgm:cxn modelId="{0CEC9DFD-1BC1-4B07-A646-1EA8381D5FB0}" type="presParOf" srcId="{0EA8EC0E-B6AD-4C54-9E14-B8B63F8B92DB}" destId="{8E809ED9-F09E-4F67-AD79-F59958256690}" srcOrd="0" destOrd="0" presId="urn:microsoft.com/office/officeart/2005/8/layout/process4"/>
    <dgm:cxn modelId="{DE58667A-D61B-409B-8A72-96B7D3972534}" type="presParOf" srcId="{3DC108ED-6BE0-4382-9440-E31FEF691771}" destId="{BD9B08FD-9573-413B-A7A0-F4E8A016BF9C}" srcOrd="7" destOrd="0" presId="urn:microsoft.com/office/officeart/2005/8/layout/process4"/>
    <dgm:cxn modelId="{124AE7D5-0A1E-487D-ADA3-144578DFDBD9}" type="presParOf" srcId="{3DC108ED-6BE0-4382-9440-E31FEF691771}" destId="{6A13B0AE-D62B-450B-BD97-1CCC50D689F9}" srcOrd="8" destOrd="0" presId="urn:microsoft.com/office/officeart/2005/8/layout/process4"/>
    <dgm:cxn modelId="{48B13169-5F11-4577-9C35-6BFD9B64E372}" type="presParOf" srcId="{6A13B0AE-D62B-450B-BD97-1CCC50D689F9}" destId="{B28586C6-5B1B-4452-B5A4-E09427C729D5}" srcOrd="0" destOrd="0" presId="urn:microsoft.com/office/officeart/2005/8/layout/process4"/>
    <dgm:cxn modelId="{9BDD16B9-55B0-4D65-BF5F-798101808D8E}" type="presParOf" srcId="{6A13B0AE-D62B-450B-BD97-1CCC50D689F9}" destId="{4E0BA341-7178-4025-8D04-2FB5EA8B21A3}" srcOrd="1" destOrd="0" presId="urn:microsoft.com/office/officeart/2005/8/layout/process4"/>
    <dgm:cxn modelId="{BEBEB892-14B4-4C2C-81C8-8BDA9A5A9D68}" type="presParOf" srcId="{6A13B0AE-D62B-450B-BD97-1CCC50D689F9}" destId="{80E74C7A-1710-4DAC-8061-ADBD75363FD4}" srcOrd="2" destOrd="0" presId="urn:microsoft.com/office/officeart/2005/8/layout/process4"/>
    <dgm:cxn modelId="{4FD8AB56-8D0A-4EBD-A900-DCB9B732A127}" type="presParOf" srcId="{80E74C7A-1710-4DAC-8061-ADBD75363FD4}" destId="{1F3FD66D-31B8-4483-9177-788B743AFA39}" srcOrd="0" destOrd="0" presId="urn:microsoft.com/office/officeart/2005/8/layout/process4"/>
    <dgm:cxn modelId="{9321F1FE-3812-4A72-B083-A2DA8578E22A}" type="presParOf" srcId="{3DC108ED-6BE0-4382-9440-E31FEF691771}" destId="{E068ED3E-CA5D-470E-B796-08D99E4AF4E0}" srcOrd="9" destOrd="0" presId="urn:microsoft.com/office/officeart/2005/8/layout/process4"/>
    <dgm:cxn modelId="{62ADDAFD-3EC5-4740-BB09-1F595035A67A}" type="presParOf" srcId="{3DC108ED-6BE0-4382-9440-E31FEF691771}" destId="{050C1D88-2950-426E-9B3B-DDBFBBE02C5F}" srcOrd="10" destOrd="0" presId="urn:microsoft.com/office/officeart/2005/8/layout/process4"/>
    <dgm:cxn modelId="{D613BFE9-0EE3-4789-BBA0-DF579F782160}" type="presParOf" srcId="{050C1D88-2950-426E-9B3B-DDBFBBE02C5F}" destId="{06451CBB-366C-4D61-AA3F-56F9EA6F10D7}" srcOrd="0" destOrd="0" presId="urn:microsoft.com/office/officeart/2005/8/layout/process4"/>
    <dgm:cxn modelId="{BA8BEC8C-1B32-43D1-8374-5AD74733F8C6}" type="presParOf" srcId="{050C1D88-2950-426E-9B3B-DDBFBBE02C5F}" destId="{E4B64EF6-2EE6-46D2-B38F-DA1F37A488B8}" srcOrd="1" destOrd="0" presId="urn:microsoft.com/office/officeart/2005/8/layout/process4"/>
    <dgm:cxn modelId="{3973680D-E9FE-4845-A0C9-FC7884D3BB9C}" type="presParOf" srcId="{050C1D88-2950-426E-9B3B-DDBFBBE02C5F}" destId="{294B6996-BEF5-48E3-A720-E9C99EF83E96}" srcOrd="2" destOrd="0" presId="urn:microsoft.com/office/officeart/2005/8/layout/process4"/>
    <dgm:cxn modelId="{06BD15C3-A1B4-4887-BE30-11D10D0EA66B}" type="presParOf" srcId="{294B6996-BEF5-48E3-A720-E9C99EF83E96}" destId="{15A09595-CCC3-46A8-996D-57150771CFAB}" srcOrd="0" destOrd="0" presId="urn:microsoft.com/office/officeart/2005/8/layout/process4"/>
  </dgm:cxnLst>
  <dgm:bg/>
  <dgm:whole/>
  <dgm:extLst>
    <a:ext uri="http://schemas.microsoft.com/office/drawing/2008/diagram">
      <dsp:dataModelExt xmlns:dsp="http://schemas.microsoft.com/office/drawing/2008/diagram" relId="rId1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885EF29F-92E7-4677-A6FF-D4EF4D02E170}" type="doc">
      <dgm:prSet loTypeId="urn:microsoft.com/office/officeart/2005/8/layout/process4" loCatId="list" qsTypeId="urn:microsoft.com/office/officeart/2005/8/quickstyle/simple1" qsCatId="simple" csTypeId="urn:microsoft.com/office/officeart/2005/8/colors/accent0_2" csCatId="mainScheme" phldr="1"/>
      <dgm:spPr/>
      <dgm:t>
        <a:bodyPr/>
        <a:lstStyle/>
        <a:p>
          <a:endParaRPr lang="en-US"/>
        </a:p>
      </dgm:t>
    </dgm:pt>
    <dgm:pt modelId="{C39E3C23-2FAC-46F7-A6DF-1A291EA71D56}">
      <dgm:prSet phldrT="[Text]" custT="1"/>
      <dgm:spPr/>
      <dgm:t>
        <a:bodyPr/>
        <a:lstStyle/>
        <a:p>
          <a:r>
            <a:rPr lang="en-US" sz="1800" dirty="0" err="1">
              <a:solidFill>
                <a:schemeClr val="tx1"/>
              </a:solidFill>
            </a:rPr>
            <a:t>Hafs</a:t>
          </a:r>
          <a:r>
            <a:rPr lang="en-US" sz="1800" dirty="0">
              <a:solidFill>
                <a:schemeClr val="tx1"/>
              </a:solidFill>
            </a:rPr>
            <a:t> (1000)</a:t>
          </a:r>
        </a:p>
      </dgm:t>
    </dgm:pt>
    <dgm:pt modelId="{A4E1F13D-68EF-412A-948A-A783F0C2BF76}" type="parTrans" cxnId="{35E57317-C39A-40AA-BF51-0B58A7D5169F}">
      <dgm:prSet/>
      <dgm:spPr/>
      <dgm:t>
        <a:bodyPr/>
        <a:lstStyle/>
        <a:p>
          <a:endParaRPr lang="en-US" sz="1800">
            <a:solidFill>
              <a:schemeClr val="tx1"/>
            </a:solidFill>
          </a:endParaRPr>
        </a:p>
      </dgm:t>
    </dgm:pt>
    <dgm:pt modelId="{6AA07756-A867-4FD3-B09C-31D05E80A8C2}" type="sibTrans" cxnId="{35E57317-C39A-40AA-BF51-0B58A7D5169F}">
      <dgm:prSet/>
      <dgm:spPr/>
      <dgm:t>
        <a:bodyPr/>
        <a:lstStyle/>
        <a:p>
          <a:endParaRPr lang="en-US" sz="1800">
            <a:solidFill>
              <a:schemeClr val="tx1"/>
            </a:solidFill>
          </a:endParaRPr>
        </a:p>
      </dgm:t>
    </dgm:pt>
    <dgm:pt modelId="{8FE83675-BC1E-4BFC-86E9-88B68D69FABC}">
      <dgm:prSet phldrT="[Text]" custT="1"/>
      <dgm:spPr/>
      <dgm:t>
        <a:bodyPr/>
        <a:lstStyle/>
        <a:p>
          <a:r>
            <a:rPr lang="en-US" sz="1800" dirty="0">
              <a:solidFill>
                <a:schemeClr val="tx1"/>
              </a:solidFill>
            </a:rPr>
            <a:t>Next: 1080</a:t>
          </a:r>
        </a:p>
      </dgm:t>
    </dgm:pt>
    <dgm:pt modelId="{08BB5FA6-7C12-4A0C-8337-E12566141000}" type="parTrans" cxnId="{FD0C1646-CB97-40DF-B5D9-45EBC2B914A7}">
      <dgm:prSet/>
      <dgm:spPr/>
      <dgm:t>
        <a:bodyPr/>
        <a:lstStyle/>
        <a:p>
          <a:endParaRPr lang="en-US" sz="1800">
            <a:solidFill>
              <a:schemeClr val="tx1"/>
            </a:solidFill>
          </a:endParaRPr>
        </a:p>
      </dgm:t>
    </dgm:pt>
    <dgm:pt modelId="{644C4315-5D76-4366-B28B-8B281CEA08E7}" type="sibTrans" cxnId="{FD0C1646-CB97-40DF-B5D9-45EBC2B914A7}">
      <dgm:prSet/>
      <dgm:spPr/>
      <dgm:t>
        <a:bodyPr/>
        <a:lstStyle/>
        <a:p>
          <a:endParaRPr lang="en-US" sz="1800">
            <a:solidFill>
              <a:schemeClr val="tx1"/>
            </a:solidFill>
          </a:endParaRPr>
        </a:p>
      </dgm:t>
    </dgm:pt>
    <dgm:pt modelId="{EBDC2BA8-D6DB-46B2-A42C-BB287AB44EAB}">
      <dgm:prSet phldrT="[Text]" custT="1"/>
      <dgm:spPr/>
      <dgm:t>
        <a:bodyPr/>
        <a:lstStyle/>
        <a:p>
          <a:r>
            <a:rPr lang="en-US" sz="1800" dirty="0">
              <a:solidFill>
                <a:schemeClr val="tx1"/>
              </a:solidFill>
            </a:rPr>
            <a:t>Next: 1160</a:t>
          </a:r>
        </a:p>
      </dgm:t>
    </dgm:pt>
    <dgm:pt modelId="{2C6316C0-1DDB-4ECC-89EE-12DCAD6964EE}" type="parTrans" cxnId="{2252AC41-B2CC-4139-99F4-0909C243D10B}">
      <dgm:prSet/>
      <dgm:spPr/>
      <dgm:t>
        <a:bodyPr/>
        <a:lstStyle/>
        <a:p>
          <a:endParaRPr lang="en-US" sz="1800">
            <a:solidFill>
              <a:schemeClr val="tx1"/>
            </a:solidFill>
          </a:endParaRPr>
        </a:p>
      </dgm:t>
    </dgm:pt>
    <dgm:pt modelId="{5683F5A1-C15D-4511-AD22-66D60C8C5F70}" type="sibTrans" cxnId="{2252AC41-B2CC-4139-99F4-0909C243D10B}">
      <dgm:prSet/>
      <dgm:spPr/>
      <dgm:t>
        <a:bodyPr/>
        <a:lstStyle/>
        <a:p>
          <a:endParaRPr lang="en-US" sz="1800">
            <a:solidFill>
              <a:schemeClr val="tx1"/>
            </a:solidFill>
          </a:endParaRPr>
        </a:p>
      </dgm:t>
    </dgm:pt>
    <dgm:pt modelId="{98F6B0FF-EC30-4B70-9E89-709F90BB9440}">
      <dgm:prSet phldrT="[Text]" custT="1"/>
      <dgm:spPr/>
      <dgm:t>
        <a:bodyPr/>
        <a:lstStyle/>
        <a:p>
          <a:r>
            <a:rPr lang="en-US" sz="1800" dirty="0">
              <a:solidFill>
                <a:schemeClr val="tx1"/>
              </a:solidFill>
            </a:rPr>
            <a:t>Next: (1240)</a:t>
          </a:r>
        </a:p>
      </dgm:t>
    </dgm:pt>
    <dgm:pt modelId="{DFEA61E5-71DA-447F-8D16-0EC63E5A773A}" type="parTrans" cxnId="{7A72836A-855D-4526-8804-3A10CEDCB942}">
      <dgm:prSet/>
      <dgm:spPr/>
      <dgm:t>
        <a:bodyPr/>
        <a:lstStyle/>
        <a:p>
          <a:endParaRPr lang="en-US" sz="1800">
            <a:solidFill>
              <a:schemeClr val="tx1"/>
            </a:solidFill>
          </a:endParaRPr>
        </a:p>
      </dgm:t>
    </dgm:pt>
    <dgm:pt modelId="{F9AD79ED-5F12-49E3-AB8D-EBDA072385A0}" type="sibTrans" cxnId="{7A72836A-855D-4526-8804-3A10CEDCB942}">
      <dgm:prSet/>
      <dgm:spPr/>
      <dgm:t>
        <a:bodyPr/>
        <a:lstStyle/>
        <a:p>
          <a:endParaRPr lang="en-US" sz="1800">
            <a:solidFill>
              <a:schemeClr val="tx1"/>
            </a:solidFill>
          </a:endParaRPr>
        </a:p>
      </dgm:t>
    </dgm:pt>
    <dgm:pt modelId="{CCFBE03C-4263-4E4A-808E-D391362D09D6}">
      <dgm:prSet phldrT="[Text]" custT="1"/>
      <dgm:spPr/>
      <dgm:t>
        <a:bodyPr/>
        <a:lstStyle/>
        <a:p>
          <a:r>
            <a:rPr lang="en-US" sz="1800" dirty="0">
              <a:solidFill>
                <a:schemeClr val="tx1"/>
              </a:solidFill>
            </a:rPr>
            <a:t>Asra (1080)</a:t>
          </a:r>
        </a:p>
      </dgm:t>
    </dgm:pt>
    <dgm:pt modelId="{0B1923A0-1548-4E06-BC6F-BF83B76C9D48}" type="parTrans" cxnId="{9597CC8B-269C-44B8-82A2-0A961D7D5CA9}">
      <dgm:prSet/>
      <dgm:spPr/>
      <dgm:t>
        <a:bodyPr/>
        <a:lstStyle/>
        <a:p>
          <a:endParaRPr lang="en-US" sz="1800">
            <a:solidFill>
              <a:schemeClr val="tx1"/>
            </a:solidFill>
          </a:endParaRPr>
        </a:p>
      </dgm:t>
    </dgm:pt>
    <dgm:pt modelId="{CB0D7A3B-3255-4DE9-823A-7CF555D4AF49}" type="sibTrans" cxnId="{9597CC8B-269C-44B8-82A2-0A961D7D5CA9}">
      <dgm:prSet/>
      <dgm:spPr/>
      <dgm:t>
        <a:bodyPr/>
        <a:lstStyle/>
        <a:p>
          <a:endParaRPr lang="en-US" sz="1800">
            <a:solidFill>
              <a:schemeClr val="tx1"/>
            </a:solidFill>
          </a:endParaRPr>
        </a:p>
      </dgm:t>
    </dgm:pt>
    <dgm:pt modelId="{B7762A85-8955-46FE-87CF-87007108E190}">
      <dgm:prSet phldrT="[Text]" custT="1"/>
      <dgm:spPr/>
      <dgm:t>
        <a:bodyPr/>
        <a:lstStyle/>
        <a:p>
          <a:r>
            <a:rPr lang="en-US" sz="1800" dirty="0" err="1">
              <a:solidFill>
                <a:schemeClr val="tx1"/>
              </a:solidFill>
            </a:rPr>
            <a:t>Shahzaman</a:t>
          </a:r>
          <a:r>
            <a:rPr lang="en-US" sz="1800" dirty="0">
              <a:solidFill>
                <a:schemeClr val="tx1"/>
              </a:solidFill>
            </a:rPr>
            <a:t> (1240)</a:t>
          </a:r>
        </a:p>
      </dgm:t>
    </dgm:pt>
    <dgm:pt modelId="{CFE6B9C5-7E47-4D8B-A0C1-BF83B682E653}" type="parTrans" cxnId="{19BCA11E-9D5D-4422-A73B-7AA2A895799E}">
      <dgm:prSet/>
      <dgm:spPr/>
      <dgm:t>
        <a:bodyPr/>
        <a:lstStyle/>
        <a:p>
          <a:endParaRPr lang="en-US" sz="1800">
            <a:solidFill>
              <a:schemeClr val="tx1"/>
            </a:solidFill>
          </a:endParaRPr>
        </a:p>
      </dgm:t>
    </dgm:pt>
    <dgm:pt modelId="{E225C9CD-364B-4A2B-BEB4-6F0F3538EAA9}" type="sibTrans" cxnId="{19BCA11E-9D5D-4422-A73B-7AA2A895799E}">
      <dgm:prSet/>
      <dgm:spPr/>
      <dgm:t>
        <a:bodyPr/>
        <a:lstStyle/>
        <a:p>
          <a:endParaRPr lang="en-US" sz="1800">
            <a:solidFill>
              <a:schemeClr val="tx1"/>
            </a:solidFill>
          </a:endParaRPr>
        </a:p>
      </dgm:t>
    </dgm:pt>
    <dgm:pt modelId="{A68FC509-018A-4978-9947-BB5576CBF1AF}">
      <dgm:prSet phldrT="[Text]" custT="1"/>
      <dgm:spPr/>
      <dgm:t>
        <a:bodyPr/>
        <a:lstStyle/>
        <a:p>
          <a:r>
            <a:rPr lang="en-US" sz="1800" dirty="0">
              <a:solidFill>
                <a:schemeClr val="tx1"/>
              </a:solidFill>
            </a:rPr>
            <a:t>Next: (1320)</a:t>
          </a:r>
        </a:p>
      </dgm:t>
    </dgm:pt>
    <dgm:pt modelId="{9DF7BF94-BB3E-4322-922E-8D118270BD6A}" type="parTrans" cxnId="{75B3E9CB-07B1-4592-91D8-DC40418C8CBC}">
      <dgm:prSet/>
      <dgm:spPr/>
      <dgm:t>
        <a:bodyPr/>
        <a:lstStyle/>
        <a:p>
          <a:endParaRPr lang="en-US"/>
        </a:p>
      </dgm:t>
    </dgm:pt>
    <dgm:pt modelId="{B457F42F-1BBA-4D0E-A97A-D401C9954954}" type="sibTrans" cxnId="{75B3E9CB-07B1-4592-91D8-DC40418C8CBC}">
      <dgm:prSet/>
      <dgm:spPr/>
      <dgm:t>
        <a:bodyPr/>
        <a:lstStyle/>
        <a:p>
          <a:endParaRPr lang="en-US"/>
        </a:p>
      </dgm:t>
    </dgm:pt>
    <dgm:pt modelId="{DA484713-6682-46A6-96F2-CCDBE43B793D}">
      <dgm:prSet phldrT="[Text]" custT="1"/>
      <dgm:spPr/>
      <dgm:t>
        <a:bodyPr/>
        <a:lstStyle/>
        <a:p>
          <a:r>
            <a:rPr lang="en-US" sz="1800" dirty="0">
              <a:solidFill>
                <a:schemeClr val="tx1"/>
              </a:solidFill>
            </a:rPr>
            <a:t>Omar Baig (1320)</a:t>
          </a:r>
        </a:p>
      </dgm:t>
    </dgm:pt>
    <dgm:pt modelId="{2AC69B6D-67A5-4D9E-9E4B-5D64D007059E}" type="parTrans" cxnId="{B2AFE90F-C599-436B-9991-0C86C826277F}">
      <dgm:prSet/>
      <dgm:spPr/>
      <dgm:t>
        <a:bodyPr/>
        <a:lstStyle/>
        <a:p>
          <a:endParaRPr lang="en-US"/>
        </a:p>
      </dgm:t>
    </dgm:pt>
    <dgm:pt modelId="{EFCFCF17-2D88-46C4-A2EB-D12BF99AC455}" type="sibTrans" cxnId="{B2AFE90F-C599-436B-9991-0C86C826277F}">
      <dgm:prSet/>
      <dgm:spPr/>
      <dgm:t>
        <a:bodyPr/>
        <a:lstStyle/>
        <a:p>
          <a:endParaRPr lang="en-US"/>
        </a:p>
      </dgm:t>
    </dgm:pt>
    <dgm:pt modelId="{9C877F5B-36FD-4FDE-8468-E4869939D519}">
      <dgm:prSet phldrT="[Text]" custT="1"/>
      <dgm:spPr/>
      <dgm:t>
        <a:bodyPr/>
        <a:lstStyle/>
        <a:p>
          <a:r>
            <a:rPr lang="en-US" sz="1800" dirty="0">
              <a:solidFill>
                <a:schemeClr val="tx1"/>
              </a:solidFill>
            </a:rPr>
            <a:t>Next: (1400)</a:t>
          </a:r>
        </a:p>
      </dgm:t>
    </dgm:pt>
    <dgm:pt modelId="{B5B52C66-F8F2-48AD-A4BC-B1F1E1994D07}" type="parTrans" cxnId="{A2CD47EB-647F-417C-8E6F-5A041C5AC6AE}">
      <dgm:prSet/>
      <dgm:spPr/>
      <dgm:t>
        <a:bodyPr/>
        <a:lstStyle/>
        <a:p>
          <a:endParaRPr lang="en-US"/>
        </a:p>
      </dgm:t>
    </dgm:pt>
    <dgm:pt modelId="{900C90FB-FEDC-4AE9-866C-3EC31B84F1EA}" type="sibTrans" cxnId="{A2CD47EB-647F-417C-8E6F-5A041C5AC6AE}">
      <dgm:prSet/>
      <dgm:spPr/>
      <dgm:t>
        <a:bodyPr/>
        <a:lstStyle/>
        <a:p>
          <a:endParaRPr lang="en-US"/>
        </a:p>
      </dgm:t>
    </dgm:pt>
    <dgm:pt modelId="{DA650997-5C77-4E8E-BE92-76AEE27231AB}">
      <dgm:prSet phldrT="[Text]" custT="1"/>
      <dgm:spPr/>
      <dgm:t>
        <a:bodyPr/>
        <a:lstStyle/>
        <a:p>
          <a:r>
            <a:rPr lang="en-US" sz="1800" dirty="0">
              <a:solidFill>
                <a:schemeClr val="tx1"/>
              </a:solidFill>
            </a:rPr>
            <a:t>Omar Khan (1400)</a:t>
          </a:r>
        </a:p>
      </dgm:t>
    </dgm:pt>
    <dgm:pt modelId="{DF962E63-3C2A-41AB-8603-57A13DE3F2A9}" type="parTrans" cxnId="{4DB863F9-132F-4C02-9EE0-C31F64FBF037}">
      <dgm:prSet/>
      <dgm:spPr/>
      <dgm:t>
        <a:bodyPr/>
        <a:lstStyle/>
        <a:p>
          <a:endParaRPr lang="en-US"/>
        </a:p>
      </dgm:t>
    </dgm:pt>
    <dgm:pt modelId="{8B5CDA5C-4204-4BC4-937C-D4018A2F6CF8}" type="sibTrans" cxnId="{4DB863F9-132F-4C02-9EE0-C31F64FBF037}">
      <dgm:prSet/>
      <dgm:spPr/>
      <dgm:t>
        <a:bodyPr/>
        <a:lstStyle/>
        <a:p>
          <a:endParaRPr lang="en-US"/>
        </a:p>
      </dgm:t>
    </dgm:pt>
    <dgm:pt modelId="{7361DD3D-5F65-411A-A40F-38430317045E}">
      <dgm:prSet phldrT="[Text]" custT="1"/>
      <dgm:spPr/>
      <dgm:t>
        <a:bodyPr/>
        <a:lstStyle/>
        <a:p>
          <a:r>
            <a:rPr lang="en-US" sz="1800" dirty="0">
              <a:solidFill>
                <a:schemeClr val="tx1"/>
              </a:solidFill>
            </a:rPr>
            <a:t>Next: 3000</a:t>
          </a:r>
        </a:p>
      </dgm:t>
    </dgm:pt>
    <dgm:pt modelId="{E36EAE05-927D-43B6-BFEC-414F83EA37CA}" type="parTrans" cxnId="{0A8DCB73-7A4B-460D-8542-4C4785EAEDC8}">
      <dgm:prSet/>
      <dgm:spPr/>
      <dgm:t>
        <a:bodyPr/>
        <a:lstStyle/>
        <a:p>
          <a:endParaRPr lang="en-US"/>
        </a:p>
      </dgm:t>
    </dgm:pt>
    <dgm:pt modelId="{916C818D-BC80-4794-B7E5-D7D24AE2A023}" type="sibTrans" cxnId="{0A8DCB73-7A4B-460D-8542-4C4785EAEDC8}">
      <dgm:prSet/>
      <dgm:spPr/>
      <dgm:t>
        <a:bodyPr/>
        <a:lstStyle/>
        <a:p>
          <a:endParaRPr lang="en-US"/>
        </a:p>
      </dgm:t>
    </dgm:pt>
    <dgm:pt modelId="{3CFA4D1B-1B8A-493F-9C0E-618897CF8CEA}">
      <dgm:prSet phldrT="[Text]" custT="1"/>
      <dgm:spPr/>
      <dgm:t>
        <a:bodyPr/>
        <a:lstStyle/>
        <a:p>
          <a:r>
            <a:rPr lang="en-US" sz="1800" dirty="0">
              <a:solidFill>
                <a:schemeClr val="tx1"/>
              </a:solidFill>
            </a:rPr>
            <a:t>Uzair (3000)</a:t>
          </a:r>
        </a:p>
      </dgm:t>
    </dgm:pt>
    <dgm:pt modelId="{FCC11933-DF21-414E-B413-01440AAF9838}" type="parTrans" cxnId="{0EBC116B-EE49-4BCF-9A5F-36BDAC420F6B}">
      <dgm:prSet/>
      <dgm:spPr/>
      <dgm:t>
        <a:bodyPr/>
        <a:lstStyle/>
        <a:p>
          <a:endParaRPr lang="en-US"/>
        </a:p>
      </dgm:t>
    </dgm:pt>
    <dgm:pt modelId="{65F125F8-7406-43CC-AEC3-37F1B3FB8851}" type="sibTrans" cxnId="{0EBC116B-EE49-4BCF-9A5F-36BDAC420F6B}">
      <dgm:prSet/>
      <dgm:spPr/>
      <dgm:t>
        <a:bodyPr/>
        <a:lstStyle/>
        <a:p>
          <a:endParaRPr lang="en-US"/>
        </a:p>
      </dgm:t>
    </dgm:pt>
    <dgm:pt modelId="{8C75FA2D-524E-444F-87D7-3E02D695EA8E}">
      <dgm:prSet phldrT="[Text]" custT="1"/>
      <dgm:spPr/>
      <dgm:t>
        <a:bodyPr/>
        <a:lstStyle/>
        <a:p>
          <a:r>
            <a:rPr lang="en-US" sz="1800" dirty="0">
              <a:solidFill>
                <a:schemeClr val="tx1"/>
              </a:solidFill>
            </a:rPr>
            <a:t>Next: Null</a:t>
          </a:r>
        </a:p>
      </dgm:t>
    </dgm:pt>
    <dgm:pt modelId="{888B504A-68C4-42FE-92F4-6B6E4AE9C278}" type="parTrans" cxnId="{5497A587-FED1-4BFF-81A5-32FA22FEFD52}">
      <dgm:prSet/>
      <dgm:spPr/>
      <dgm:t>
        <a:bodyPr/>
        <a:lstStyle/>
        <a:p>
          <a:endParaRPr lang="en-US"/>
        </a:p>
      </dgm:t>
    </dgm:pt>
    <dgm:pt modelId="{BCFE58A4-7F11-48CC-978A-C2C95162F34E}" type="sibTrans" cxnId="{5497A587-FED1-4BFF-81A5-32FA22FEFD52}">
      <dgm:prSet/>
      <dgm:spPr/>
      <dgm:t>
        <a:bodyPr/>
        <a:lstStyle/>
        <a:p>
          <a:endParaRPr lang="en-US"/>
        </a:p>
      </dgm:t>
    </dgm:pt>
    <dgm:pt modelId="{087B5EBD-F0A9-4655-B707-03E17A7E183A}">
      <dgm:prSet phldrT="[Text]" custT="1"/>
      <dgm:spPr/>
      <dgm:t>
        <a:bodyPr/>
        <a:lstStyle/>
        <a:p>
          <a:r>
            <a:rPr lang="en-US" sz="1800" dirty="0" err="1">
              <a:solidFill>
                <a:schemeClr val="tx1"/>
              </a:solidFill>
            </a:rPr>
            <a:t>Mohimin</a:t>
          </a:r>
          <a:r>
            <a:rPr lang="en-US" sz="1800" dirty="0">
              <a:solidFill>
                <a:schemeClr val="tx1"/>
              </a:solidFill>
            </a:rPr>
            <a:t> (1160)</a:t>
          </a:r>
        </a:p>
      </dgm:t>
    </dgm:pt>
    <dgm:pt modelId="{734C1A15-F309-41D6-BDB6-D2BF2C76EBAF}" type="sibTrans" cxnId="{F88FFDC8-458A-4975-A9F0-E4D25DAF2590}">
      <dgm:prSet/>
      <dgm:spPr/>
      <dgm:t>
        <a:bodyPr/>
        <a:lstStyle/>
        <a:p>
          <a:endParaRPr lang="en-US" sz="1800">
            <a:solidFill>
              <a:schemeClr val="tx1"/>
            </a:solidFill>
          </a:endParaRPr>
        </a:p>
      </dgm:t>
    </dgm:pt>
    <dgm:pt modelId="{9DF3D824-9C2C-4E0A-95E0-361D3DC9D5E3}" type="parTrans" cxnId="{F88FFDC8-458A-4975-A9F0-E4D25DAF2590}">
      <dgm:prSet/>
      <dgm:spPr/>
      <dgm:t>
        <a:bodyPr/>
        <a:lstStyle/>
        <a:p>
          <a:endParaRPr lang="en-US" sz="1800">
            <a:solidFill>
              <a:schemeClr val="tx1"/>
            </a:solidFill>
          </a:endParaRPr>
        </a:p>
      </dgm:t>
    </dgm:pt>
    <dgm:pt modelId="{3DC108ED-6BE0-4382-9440-E31FEF691771}" type="pres">
      <dgm:prSet presAssocID="{885EF29F-92E7-4677-A6FF-D4EF4D02E170}" presName="Name0" presStyleCnt="0">
        <dgm:presLayoutVars>
          <dgm:dir/>
          <dgm:animLvl val="lvl"/>
          <dgm:resizeHandles val="exact"/>
        </dgm:presLayoutVars>
      </dgm:prSet>
      <dgm:spPr/>
    </dgm:pt>
    <dgm:pt modelId="{AAE5C9E5-47FD-4C25-B804-B654FC305BA0}" type="pres">
      <dgm:prSet presAssocID="{3CFA4D1B-1B8A-493F-9C0E-618897CF8CEA}" presName="boxAndChildren" presStyleCnt="0"/>
      <dgm:spPr/>
    </dgm:pt>
    <dgm:pt modelId="{6BA846C7-79F3-48BB-BD1D-396DA996ABE3}" type="pres">
      <dgm:prSet presAssocID="{3CFA4D1B-1B8A-493F-9C0E-618897CF8CEA}" presName="parentTextBox" presStyleLbl="node1" presStyleIdx="0" presStyleCnt="7"/>
      <dgm:spPr/>
    </dgm:pt>
    <dgm:pt modelId="{6D43DE14-9CA2-4B1C-8B99-26B03B7D21D3}" type="pres">
      <dgm:prSet presAssocID="{3CFA4D1B-1B8A-493F-9C0E-618897CF8CEA}" presName="entireBox" presStyleLbl="node1" presStyleIdx="0" presStyleCnt="7"/>
      <dgm:spPr/>
    </dgm:pt>
    <dgm:pt modelId="{D710DB68-B2AC-4AA6-97E8-246B6D90CCEC}" type="pres">
      <dgm:prSet presAssocID="{3CFA4D1B-1B8A-493F-9C0E-618897CF8CEA}" presName="descendantBox" presStyleCnt="0"/>
      <dgm:spPr/>
    </dgm:pt>
    <dgm:pt modelId="{E28D96CD-5D92-4DF6-BE2E-F72ED24BC81A}" type="pres">
      <dgm:prSet presAssocID="{8C75FA2D-524E-444F-87D7-3E02D695EA8E}" presName="childTextBox" presStyleLbl="fgAccFollowNode1" presStyleIdx="0" presStyleCnt="7">
        <dgm:presLayoutVars>
          <dgm:bulletEnabled val="1"/>
        </dgm:presLayoutVars>
      </dgm:prSet>
      <dgm:spPr/>
    </dgm:pt>
    <dgm:pt modelId="{DA7E4D82-1EA8-4342-89C9-BBC8D37C3F98}" type="pres">
      <dgm:prSet presAssocID="{8B5CDA5C-4204-4BC4-937C-D4018A2F6CF8}" presName="sp" presStyleCnt="0"/>
      <dgm:spPr/>
    </dgm:pt>
    <dgm:pt modelId="{D18E6B4B-7970-4FB7-9D32-9A4AE659724C}" type="pres">
      <dgm:prSet presAssocID="{DA650997-5C77-4E8E-BE92-76AEE27231AB}" presName="arrowAndChildren" presStyleCnt="0"/>
      <dgm:spPr/>
    </dgm:pt>
    <dgm:pt modelId="{E9BBC213-6515-401E-8617-B2BE08D4688A}" type="pres">
      <dgm:prSet presAssocID="{DA650997-5C77-4E8E-BE92-76AEE27231AB}" presName="parentTextArrow" presStyleLbl="node1" presStyleIdx="0" presStyleCnt="7"/>
      <dgm:spPr/>
    </dgm:pt>
    <dgm:pt modelId="{40F21D97-0379-47AD-9437-79FD574F0836}" type="pres">
      <dgm:prSet presAssocID="{DA650997-5C77-4E8E-BE92-76AEE27231AB}" presName="arrow" presStyleLbl="node1" presStyleIdx="1" presStyleCnt="7"/>
      <dgm:spPr/>
    </dgm:pt>
    <dgm:pt modelId="{EA72978E-D3AE-4A12-8769-23792334F650}" type="pres">
      <dgm:prSet presAssocID="{DA650997-5C77-4E8E-BE92-76AEE27231AB}" presName="descendantArrow" presStyleCnt="0"/>
      <dgm:spPr/>
    </dgm:pt>
    <dgm:pt modelId="{FA3A00EF-7FFF-41AD-A550-40F2DB6DAFCB}" type="pres">
      <dgm:prSet presAssocID="{7361DD3D-5F65-411A-A40F-38430317045E}" presName="childTextArrow" presStyleLbl="fgAccFollowNode1" presStyleIdx="1" presStyleCnt="7">
        <dgm:presLayoutVars>
          <dgm:bulletEnabled val="1"/>
        </dgm:presLayoutVars>
      </dgm:prSet>
      <dgm:spPr/>
    </dgm:pt>
    <dgm:pt modelId="{5CC65544-568F-4773-A504-5720645315A3}" type="pres">
      <dgm:prSet presAssocID="{EFCFCF17-2D88-46C4-A2EB-D12BF99AC455}" presName="sp" presStyleCnt="0"/>
      <dgm:spPr/>
    </dgm:pt>
    <dgm:pt modelId="{9095AF84-27A8-42C2-A8E5-B24133CCC3DF}" type="pres">
      <dgm:prSet presAssocID="{DA484713-6682-46A6-96F2-CCDBE43B793D}" presName="arrowAndChildren" presStyleCnt="0"/>
      <dgm:spPr/>
    </dgm:pt>
    <dgm:pt modelId="{766BDC2D-E465-4256-83E1-36FDC2AFC46F}" type="pres">
      <dgm:prSet presAssocID="{DA484713-6682-46A6-96F2-CCDBE43B793D}" presName="parentTextArrow" presStyleLbl="node1" presStyleIdx="1" presStyleCnt="7"/>
      <dgm:spPr/>
    </dgm:pt>
    <dgm:pt modelId="{E1FE6332-B18B-4756-9A05-568887C9B185}" type="pres">
      <dgm:prSet presAssocID="{DA484713-6682-46A6-96F2-CCDBE43B793D}" presName="arrow" presStyleLbl="node1" presStyleIdx="2" presStyleCnt="7"/>
      <dgm:spPr/>
    </dgm:pt>
    <dgm:pt modelId="{EF24F7FC-EA37-4C0D-86AA-E9D97A641A1C}" type="pres">
      <dgm:prSet presAssocID="{DA484713-6682-46A6-96F2-CCDBE43B793D}" presName="descendantArrow" presStyleCnt="0"/>
      <dgm:spPr/>
    </dgm:pt>
    <dgm:pt modelId="{28E53C9D-778A-469D-A7CB-295342BDB9E7}" type="pres">
      <dgm:prSet presAssocID="{9C877F5B-36FD-4FDE-8468-E4869939D519}" presName="childTextArrow" presStyleLbl="fgAccFollowNode1" presStyleIdx="2" presStyleCnt="7">
        <dgm:presLayoutVars>
          <dgm:bulletEnabled val="1"/>
        </dgm:presLayoutVars>
      </dgm:prSet>
      <dgm:spPr/>
    </dgm:pt>
    <dgm:pt modelId="{FE0C2A7C-444A-4255-A30C-A790827F91DA}" type="pres">
      <dgm:prSet presAssocID="{E225C9CD-364B-4A2B-BEB4-6F0F3538EAA9}" presName="sp" presStyleCnt="0"/>
      <dgm:spPr/>
    </dgm:pt>
    <dgm:pt modelId="{8E993791-ED34-4A97-884A-1C25BFDF4FB2}" type="pres">
      <dgm:prSet presAssocID="{B7762A85-8955-46FE-87CF-87007108E190}" presName="arrowAndChildren" presStyleCnt="0"/>
      <dgm:spPr/>
    </dgm:pt>
    <dgm:pt modelId="{036B3DC7-94A3-44EC-BFCA-455586476391}" type="pres">
      <dgm:prSet presAssocID="{B7762A85-8955-46FE-87CF-87007108E190}" presName="parentTextArrow" presStyleLbl="node1" presStyleIdx="2" presStyleCnt="7"/>
      <dgm:spPr/>
    </dgm:pt>
    <dgm:pt modelId="{8C75E1E5-DDE1-4CA0-96C4-4BBB4C1CD29C}" type="pres">
      <dgm:prSet presAssocID="{B7762A85-8955-46FE-87CF-87007108E190}" presName="arrow" presStyleLbl="node1" presStyleIdx="3" presStyleCnt="7"/>
      <dgm:spPr/>
    </dgm:pt>
    <dgm:pt modelId="{DA04D12D-7A37-4B2E-9D1E-9D865718DD3A}" type="pres">
      <dgm:prSet presAssocID="{B7762A85-8955-46FE-87CF-87007108E190}" presName="descendantArrow" presStyleCnt="0"/>
      <dgm:spPr/>
    </dgm:pt>
    <dgm:pt modelId="{F4974422-5D35-49D6-B582-FDD9AB8671C9}" type="pres">
      <dgm:prSet presAssocID="{A68FC509-018A-4978-9947-BB5576CBF1AF}" presName="childTextArrow" presStyleLbl="fgAccFollowNode1" presStyleIdx="3" presStyleCnt="7">
        <dgm:presLayoutVars>
          <dgm:bulletEnabled val="1"/>
        </dgm:presLayoutVars>
      </dgm:prSet>
      <dgm:spPr/>
    </dgm:pt>
    <dgm:pt modelId="{45482B65-7C94-413E-9047-529144B9DC44}" type="pres">
      <dgm:prSet presAssocID="{734C1A15-F309-41D6-BDB6-D2BF2C76EBAF}" presName="sp" presStyleCnt="0"/>
      <dgm:spPr/>
    </dgm:pt>
    <dgm:pt modelId="{4AD28CEB-671D-41FC-B396-5FB9DD3761D2}" type="pres">
      <dgm:prSet presAssocID="{087B5EBD-F0A9-4655-B707-03E17A7E183A}" presName="arrowAndChildren" presStyleCnt="0"/>
      <dgm:spPr/>
    </dgm:pt>
    <dgm:pt modelId="{A7B8B78D-DEA0-4770-A7E7-7B41BD58DCD5}" type="pres">
      <dgm:prSet presAssocID="{087B5EBD-F0A9-4655-B707-03E17A7E183A}" presName="parentTextArrow" presStyleLbl="node1" presStyleIdx="3" presStyleCnt="7"/>
      <dgm:spPr/>
    </dgm:pt>
    <dgm:pt modelId="{5D8F5670-B21C-43B3-BA8F-717503971419}" type="pres">
      <dgm:prSet presAssocID="{087B5EBD-F0A9-4655-B707-03E17A7E183A}" presName="arrow" presStyleLbl="node1" presStyleIdx="4" presStyleCnt="7"/>
      <dgm:spPr/>
    </dgm:pt>
    <dgm:pt modelId="{0EA8EC0E-B6AD-4C54-9E14-B8B63F8B92DB}" type="pres">
      <dgm:prSet presAssocID="{087B5EBD-F0A9-4655-B707-03E17A7E183A}" presName="descendantArrow" presStyleCnt="0"/>
      <dgm:spPr/>
    </dgm:pt>
    <dgm:pt modelId="{8E809ED9-F09E-4F67-AD79-F59958256690}" type="pres">
      <dgm:prSet presAssocID="{98F6B0FF-EC30-4B70-9E89-709F90BB9440}" presName="childTextArrow" presStyleLbl="fgAccFollowNode1" presStyleIdx="4" presStyleCnt="7">
        <dgm:presLayoutVars>
          <dgm:bulletEnabled val="1"/>
        </dgm:presLayoutVars>
      </dgm:prSet>
      <dgm:spPr/>
    </dgm:pt>
    <dgm:pt modelId="{BD9B08FD-9573-413B-A7A0-F4E8A016BF9C}" type="pres">
      <dgm:prSet presAssocID="{CB0D7A3B-3255-4DE9-823A-7CF555D4AF49}" presName="sp" presStyleCnt="0"/>
      <dgm:spPr/>
    </dgm:pt>
    <dgm:pt modelId="{6A13B0AE-D62B-450B-BD97-1CCC50D689F9}" type="pres">
      <dgm:prSet presAssocID="{CCFBE03C-4263-4E4A-808E-D391362D09D6}" presName="arrowAndChildren" presStyleCnt="0"/>
      <dgm:spPr/>
    </dgm:pt>
    <dgm:pt modelId="{B28586C6-5B1B-4452-B5A4-E09427C729D5}" type="pres">
      <dgm:prSet presAssocID="{CCFBE03C-4263-4E4A-808E-D391362D09D6}" presName="parentTextArrow" presStyleLbl="node1" presStyleIdx="4" presStyleCnt="7"/>
      <dgm:spPr/>
    </dgm:pt>
    <dgm:pt modelId="{4E0BA341-7178-4025-8D04-2FB5EA8B21A3}" type="pres">
      <dgm:prSet presAssocID="{CCFBE03C-4263-4E4A-808E-D391362D09D6}" presName="arrow" presStyleLbl="node1" presStyleIdx="5" presStyleCnt="7"/>
      <dgm:spPr/>
    </dgm:pt>
    <dgm:pt modelId="{80E74C7A-1710-4DAC-8061-ADBD75363FD4}" type="pres">
      <dgm:prSet presAssocID="{CCFBE03C-4263-4E4A-808E-D391362D09D6}" presName="descendantArrow" presStyleCnt="0"/>
      <dgm:spPr/>
    </dgm:pt>
    <dgm:pt modelId="{1F3FD66D-31B8-4483-9177-788B743AFA39}" type="pres">
      <dgm:prSet presAssocID="{EBDC2BA8-D6DB-46B2-A42C-BB287AB44EAB}" presName="childTextArrow" presStyleLbl="fgAccFollowNode1" presStyleIdx="5" presStyleCnt="7">
        <dgm:presLayoutVars>
          <dgm:bulletEnabled val="1"/>
        </dgm:presLayoutVars>
      </dgm:prSet>
      <dgm:spPr/>
    </dgm:pt>
    <dgm:pt modelId="{E068ED3E-CA5D-470E-B796-08D99E4AF4E0}" type="pres">
      <dgm:prSet presAssocID="{6AA07756-A867-4FD3-B09C-31D05E80A8C2}" presName="sp" presStyleCnt="0"/>
      <dgm:spPr/>
    </dgm:pt>
    <dgm:pt modelId="{050C1D88-2950-426E-9B3B-DDBFBBE02C5F}" type="pres">
      <dgm:prSet presAssocID="{C39E3C23-2FAC-46F7-A6DF-1A291EA71D56}" presName="arrowAndChildren" presStyleCnt="0"/>
      <dgm:spPr/>
    </dgm:pt>
    <dgm:pt modelId="{06451CBB-366C-4D61-AA3F-56F9EA6F10D7}" type="pres">
      <dgm:prSet presAssocID="{C39E3C23-2FAC-46F7-A6DF-1A291EA71D56}" presName="parentTextArrow" presStyleLbl="node1" presStyleIdx="5" presStyleCnt="7"/>
      <dgm:spPr/>
    </dgm:pt>
    <dgm:pt modelId="{E4B64EF6-2EE6-46D2-B38F-DA1F37A488B8}" type="pres">
      <dgm:prSet presAssocID="{C39E3C23-2FAC-46F7-A6DF-1A291EA71D56}" presName="arrow" presStyleLbl="node1" presStyleIdx="6" presStyleCnt="7"/>
      <dgm:spPr/>
    </dgm:pt>
    <dgm:pt modelId="{294B6996-BEF5-48E3-A720-E9C99EF83E96}" type="pres">
      <dgm:prSet presAssocID="{C39E3C23-2FAC-46F7-A6DF-1A291EA71D56}" presName="descendantArrow" presStyleCnt="0"/>
      <dgm:spPr/>
    </dgm:pt>
    <dgm:pt modelId="{15A09595-CCC3-46A8-996D-57150771CFAB}" type="pres">
      <dgm:prSet presAssocID="{8FE83675-BC1E-4BFC-86E9-88B68D69FABC}" presName="childTextArrow" presStyleLbl="fgAccFollowNode1" presStyleIdx="6" presStyleCnt="7">
        <dgm:presLayoutVars>
          <dgm:bulletEnabled val="1"/>
        </dgm:presLayoutVars>
      </dgm:prSet>
      <dgm:spPr/>
    </dgm:pt>
  </dgm:ptLst>
  <dgm:cxnLst>
    <dgm:cxn modelId="{B2AFE90F-C599-436B-9991-0C86C826277F}" srcId="{885EF29F-92E7-4677-A6FF-D4EF4D02E170}" destId="{DA484713-6682-46A6-96F2-CCDBE43B793D}" srcOrd="4" destOrd="0" parTransId="{2AC69B6D-67A5-4D9E-9E4B-5D64D007059E}" sibTransId="{EFCFCF17-2D88-46C4-A2EB-D12BF99AC455}"/>
    <dgm:cxn modelId="{4499F613-215D-4C7E-BB83-4B6F6E745683}" type="presOf" srcId="{CCFBE03C-4263-4E4A-808E-D391362D09D6}" destId="{4E0BA341-7178-4025-8D04-2FB5EA8B21A3}" srcOrd="1" destOrd="0" presId="urn:microsoft.com/office/officeart/2005/8/layout/process4"/>
    <dgm:cxn modelId="{35E57317-C39A-40AA-BF51-0B58A7D5169F}" srcId="{885EF29F-92E7-4677-A6FF-D4EF4D02E170}" destId="{C39E3C23-2FAC-46F7-A6DF-1A291EA71D56}" srcOrd="0" destOrd="0" parTransId="{A4E1F13D-68EF-412A-948A-A783F0C2BF76}" sibTransId="{6AA07756-A867-4FD3-B09C-31D05E80A8C2}"/>
    <dgm:cxn modelId="{A71D8F17-695A-46A3-A63D-3E19DE905E25}" type="presOf" srcId="{98F6B0FF-EC30-4B70-9E89-709F90BB9440}" destId="{8E809ED9-F09E-4F67-AD79-F59958256690}" srcOrd="0" destOrd="0" presId="urn:microsoft.com/office/officeart/2005/8/layout/process4"/>
    <dgm:cxn modelId="{93F11A19-1C1A-4124-AB80-7F9493D7800D}" type="presOf" srcId="{DA650997-5C77-4E8E-BE92-76AEE27231AB}" destId="{E9BBC213-6515-401E-8617-B2BE08D4688A}" srcOrd="0" destOrd="0" presId="urn:microsoft.com/office/officeart/2005/8/layout/process4"/>
    <dgm:cxn modelId="{19BCA11E-9D5D-4422-A73B-7AA2A895799E}" srcId="{885EF29F-92E7-4677-A6FF-D4EF4D02E170}" destId="{B7762A85-8955-46FE-87CF-87007108E190}" srcOrd="3" destOrd="0" parTransId="{CFE6B9C5-7E47-4D8B-A0C1-BF83B682E653}" sibTransId="{E225C9CD-364B-4A2B-BEB4-6F0F3538EAA9}"/>
    <dgm:cxn modelId="{C8BDE622-2CD6-40DB-AEE0-714DCE90AC64}" type="presOf" srcId="{DA484713-6682-46A6-96F2-CCDBE43B793D}" destId="{E1FE6332-B18B-4756-9A05-568887C9B185}" srcOrd="1" destOrd="0" presId="urn:microsoft.com/office/officeart/2005/8/layout/process4"/>
    <dgm:cxn modelId="{FC170D29-905B-4C68-BEE2-E2D162D66F5F}" type="presOf" srcId="{8C75FA2D-524E-444F-87D7-3E02D695EA8E}" destId="{E28D96CD-5D92-4DF6-BE2E-F72ED24BC81A}" srcOrd="0" destOrd="0" presId="urn:microsoft.com/office/officeart/2005/8/layout/process4"/>
    <dgm:cxn modelId="{BDE68132-35A4-4A28-8B4A-81DCC66BD3DA}" type="presOf" srcId="{087B5EBD-F0A9-4655-B707-03E17A7E183A}" destId="{5D8F5670-B21C-43B3-BA8F-717503971419}" srcOrd="1" destOrd="0" presId="urn:microsoft.com/office/officeart/2005/8/layout/process4"/>
    <dgm:cxn modelId="{3F50863E-B6B5-40B9-8079-7651834F99B4}" type="presOf" srcId="{A68FC509-018A-4978-9947-BB5576CBF1AF}" destId="{F4974422-5D35-49D6-B582-FDD9AB8671C9}" srcOrd="0" destOrd="0" presId="urn:microsoft.com/office/officeart/2005/8/layout/process4"/>
    <dgm:cxn modelId="{49EC3C61-9055-4146-AEFA-0C024993F4DA}" type="presOf" srcId="{C39E3C23-2FAC-46F7-A6DF-1A291EA71D56}" destId="{E4B64EF6-2EE6-46D2-B38F-DA1F37A488B8}" srcOrd="1" destOrd="0" presId="urn:microsoft.com/office/officeart/2005/8/layout/process4"/>
    <dgm:cxn modelId="{2252AC41-B2CC-4139-99F4-0909C243D10B}" srcId="{CCFBE03C-4263-4E4A-808E-D391362D09D6}" destId="{EBDC2BA8-D6DB-46B2-A42C-BB287AB44EAB}" srcOrd="0" destOrd="0" parTransId="{2C6316C0-1DDB-4ECC-89EE-12DCAD6964EE}" sibTransId="{5683F5A1-C15D-4511-AD22-66D60C8C5F70}"/>
    <dgm:cxn modelId="{FD0C1646-CB97-40DF-B5D9-45EBC2B914A7}" srcId="{C39E3C23-2FAC-46F7-A6DF-1A291EA71D56}" destId="{8FE83675-BC1E-4BFC-86E9-88B68D69FABC}" srcOrd="0" destOrd="0" parTransId="{08BB5FA6-7C12-4A0C-8337-E12566141000}" sibTransId="{644C4315-5D76-4366-B28B-8B281CEA08E7}"/>
    <dgm:cxn modelId="{7A72836A-855D-4526-8804-3A10CEDCB942}" srcId="{087B5EBD-F0A9-4655-B707-03E17A7E183A}" destId="{98F6B0FF-EC30-4B70-9E89-709F90BB9440}" srcOrd="0" destOrd="0" parTransId="{DFEA61E5-71DA-447F-8D16-0EC63E5A773A}" sibTransId="{F9AD79ED-5F12-49E3-AB8D-EBDA072385A0}"/>
    <dgm:cxn modelId="{0EBC116B-EE49-4BCF-9A5F-36BDAC420F6B}" srcId="{885EF29F-92E7-4677-A6FF-D4EF4D02E170}" destId="{3CFA4D1B-1B8A-493F-9C0E-618897CF8CEA}" srcOrd="6" destOrd="0" parTransId="{FCC11933-DF21-414E-B413-01440AAF9838}" sibTransId="{65F125F8-7406-43CC-AEC3-37F1B3FB8851}"/>
    <dgm:cxn modelId="{B256FB6F-FC92-4213-963E-ADE6B6AA0454}" type="presOf" srcId="{9C877F5B-36FD-4FDE-8468-E4869939D519}" destId="{28E53C9D-778A-469D-A7CB-295342BDB9E7}" srcOrd="0" destOrd="0" presId="urn:microsoft.com/office/officeart/2005/8/layout/process4"/>
    <dgm:cxn modelId="{0A8DCB73-7A4B-460D-8542-4C4785EAEDC8}" srcId="{DA650997-5C77-4E8E-BE92-76AEE27231AB}" destId="{7361DD3D-5F65-411A-A40F-38430317045E}" srcOrd="0" destOrd="0" parTransId="{E36EAE05-927D-43B6-BFEC-414F83EA37CA}" sibTransId="{916C818D-BC80-4794-B7E5-D7D24AE2A023}"/>
    <dgm:cxn modelId="{D82B3F55-8E2C-4262-B2ED-4E964E390785}" type="presOf" srcId="{C39E3C23-2FAC-46F7-A6DF-1A291EA71D56}" destId="{06451CBB-366C-4D61-AA3F-56F9EA6F10D7}" srcOrd="0" destOrd="0" presId="urn:microsoft.com/office/officeart/2005/8/layout/process4"/>
    <dgm:cxn modelId="{4465AE77-F6A9-46CB-976B-2C2774649756}" type="presOf" srcId="{7361DD3D-5F65-411A-A40F-38430317045E}" destId="{FA3A00EF-7FFF-41AD-A550-40F2DB6DAFCB}" srcOrd="0" destOrd="0" presId="urn:microsoft.com/office/officeart/2005/8/layout/process4"/>
    <dgm:cxn modelId="{0603667D-4D7A-4921-AFEB-C31A069083CD}" type="presOf" srcId="{CCFBE03C-4263-4E4A-808E-D391362D09D6}" destId="{B28586C6-5B1B-4452-B5A4-E09427C729D5}" srcOrd="0" destOrd="0" presId="urn:microsoft.com/office/officeart/2005/8/layout/process4"/>
    <dgm:cxn modelId="{5497A587-FED1-4BFF-81A5-32FA22FEFD52}" srcId="{3CFA4D1B-1B8A-493F-9C0E-618897CF8CEA}" destId="{8C75FA2D-524E-444F-87D7-3E02D695EA8E}" srcOrd="0" destOrd="0" parTransId="{888B504A-68C4-42FE-92F4-6B6E4AE9C278}" sibTransId="{BCFE58A4-7F11-48CC-978A-C2C95162F34E}"/>
    <dgm:cxn modelId="{9597CC8B-269C-44B8-82A2-0A961D7D5CA9}" srcId="{885EF29F-92E7-4677-A6FF-D4EF4D02E170}" destId="{CCFBE03C-4263-4E4A-808E-D391362D09D6}" srcOrd="1" destOrd="0" parTransId="{0B1923A0-1548-4E06-BC6F-BF83B76C9D48}" sibTransId="{CB0D7A3B-3255-4DE9-823A-7CF555D4AF49}"/>
    <dgm:cxn modelId="{7E9DD690-AAEC-4C2F-A77E-C44B5052A90B}" type="presOf" srcId="{8FE83675-BC1E-4BFC-86E9-88B68D69FABC}" destId="{15A09595-CCC3-46A8-996D-57150771CFAB}" srcOrd="0" destOrd="0" presId="urn:microsoft.com/office/officeart/2005/8/layout/process4"/>
    <dgm:cxn modelId="{E4327E93-7DA2-4714-AADA-C27F65A65ADF}" type="presOf" srcId="{EBDC2BA8-D6DB-46B2-A42C-BB287AB44EAB}" destId="{1F3FD66D-31B8-4483-9177-788B743AFA39}" srcOrd="0" destOrd="0" presId="urn:microsoft.com/office/officeart/2005/8/layout/process4"/>
    <dgm:cxn modelId="{D9946E9A-F88E-4212-A3E0-84BE92AD78AB}" type="presOf" srcId="{3CFA4D1B-1B8A-493F-9C0E-618897CF8CEA}" destId="{6D43DE14-9CA2-4B1C-8B99-26B03B7D21D3}" srcOrd="1" destOrd="0" presId="urn:microsoft.com/office/officeart/2005/8/layout/process4"/>
    <dgm:cxn modelId="{58095CA3-9ACE-409D-8BFA-D4D939D97E31}" type="presOf" srcId="{087B5EBD-F0A9-4655-B707-03E17A7E183A}" destId="{A7B8B78D-DEA0-4770-A7E7-7B41BD58DCD5}" srcOrd="0" destOrd="0" presId="urn:microsoft.com/office/officeart/2005/8/layout/process4"/>
    <dgm:cxn modelId="{9C9D23BB-ECEF-4551-BB26-50C7C75490A7}" type="presOf" srcId="{B7762A85-8955-46FE-87CF-87007108E190}" destId="{8C75E1E5-DDE1-4CA0-96C4-4BBB4C1CD29C}" srcOrd="1" destOrd="0" presId="urn:microsoft.com/office/officeart/2005/8/layout/process4"/>
    <dgm:cxn modelId="{F88FFDC8-458A-4975-A9F0-E4D25DAF2590}" srcId="{885EF29F-92E7-4677-A6FF-D4EF4D02E170}" destId="{087B5EBD-F0A9-4655-B707-03E17A7E183A}" srcOrd="2" destOrd="0" parTransId="{9DF3D824-9C2C-4E0A-95E0-361D3DC9D5E3}" sibTransId="{734C1A15-F309-41D6-BDB6-D2BF2C76EBAF}"/>
    <dgm:cxn modelId="{75B3E9CB-07B1-4592-91D8-DC40418C8CBC}" srcId="{B7762A85-8955-46FE-87CF-87007108E190}" destId="{A68FC509-018A-4978-9947-BB5576CBF1AF}" srcOrd="0" destOrd="0" parTransId="{9DF7BF94-BB3E-4322-922E-8D118270BD6A}" sibTransId="{B457F42F-1BBA-4D0E-A97A-D401C9954954}"/>
    <dgm:cxn modelId="{50B371DD-8610-46CA-B1C5-DD774823B425}" type="presOf" srcId="{3CFA4D1B-1B8A-493F-9C0E-618897CF8CEA}" destId="{6BA846C7-79F3-48BB-BD1D-396DA996ABE3}" srcOrd="0" destOrd="0" presId="urn:microsoft.com/office/officeart/2005/8/layout/process4"/>
    <dgm:cxn modelId="{730646EA-6519-46FD-918A-303A736F368F}" type="presOf" srcId="{DA650997-5C77-4E8E-BE92-76AEE27231AB}" destId="{40F21D97-0379-47AD-9437-79FD574F0836}" srcOrd="1" destOrd="0" presId="urn:microsoft.com/office/officeart/2005/8/layout/process4"/>
    <dgm:cxn modelId="{A2CD47EB-647F-417C-8E6F-5A041C5AC6AE}" srcId="{DA484713-6682-46A6-96F2-CCDBE43B793D}" destId="{9C877F5B-36FD-4FDE-8468-E4869939D519}" srcOrd="0" destOrd="0" parTransId="{B5B52C66-F8F2-48AD-A4BC-B1F1E1994D07}" sibTransId="{900C90FB-FEDC-4AE9-866C-3EC31B84F1EA}"/>
    <dgm:cxn modelId="{388586F5-3704-49E6-8FED-0CC4700E5A53}" type="presOf" srcId="{DA484713-6682-46A6-96F2-CCDBE43B793D}" destId="{766BDC2D-E465-4256-83E1-36FDC2AFC46F}" srcOrd="0" destOrd="0" presId="urn:microsoft.com/office/officeart/2005/8/layout/process4"/>
    <dgm:cxn modelId="{4DB863F9-132F-4C02-9EE0-C31F64FBF037}" srcId="{885EF29F-92E7-4677-A6FF-D4EF4D02E170}" destId="{DA650997-5C77-4E8E-BE92-76AEE27231AB}" srcOrd="5" destOrd="0" parTransId="{DF962E63-3C2A-41AB-8603-57A13DE3F2A9}" sibTransId="{8B5CDA5C-4204-4BC4-937C-D4018A2F6CF8}"/>
    <dgm:cxn modelId="{C70C8CF9-A7A5-4CDE-BAE2-41D4A4E1A2C5}" type="presOf" srcId="{885EF29F-92E7-4677-A6FF-D4EF4D02E170}" destId="{3DC108ED-6BE0-4382-9440-E31FEF691771}" srcOrd="0" destOrd="0" presId="urn:microsoft.com/office/officeart/2005/8/layout/process4"/>
    <dgm:cxn modelId="{47908FFE-0910-45C5-B11B-30027C95627A}" type="presOf" srcId="{B7762A85-8955-46FE-87CF-87007108E190}" destId="{036B3DC7-94A3-44EC-BFCA-455586476391}" srcOrd="0" destOrd="0" presId="urn:microsoft.com/office/officeart/2005/8/layout/process4"/>
    <dgm:cxn modelId="{BE07FF42-818C-45C2-A322-1A0E23E911E1}" type="presParOf" srcId="{3DC108ED-6BE0-4382-9440-E31FEF691771}" destId="{AAE5C9E5-47FD-4C25-B804-B654FC305BA0}" srcOrd="0" destOrd="0" presId="urn:microsoft.com/office/officeart/2005/8/layout/process4"/>
    <dgm:cxn modelId="{DA2DF272-8F24-47E2-8A27-DC3D9C7724AC}" type="presParOf" srcId="{AAE5C9E5-47FD-4C25-B804-B654FC305BA0}" destId="{6BA846C7-79F3-48BB-BD1D-396DA996ABE3}" srcOrd="0" destOrd="0" presId="urn:microsoft.com/office/officeart/2005/8/layout/process4"/>
    <dgm:cxn modelId="{F624137E-28F7-4F69-9D3A-26BCBEFCC5A2}" type="presParOf" srcId="{AAE5C9E5-47FD-4C25-B804-B654FC305BA0}" destId="{6D43DE14-9CA2-4B1C-8B99-26B03B7D21D3}" srcOrd="1" destOrd="0" presId="urn:microsoft.com/office/officeart/2005/8/layout/process4"/>
    <dgm:cxn modelId="{A823B1CC-F03D-412B-A3D8-C0BCA871F357}" type="presParOf" srcId="{AAE5C9E5-47FD-4C25-B804-B654FC305BA0}" destId="{D710DB68-B2AC-4AA6-97E8-246B6D90CCEC}" srcOrd="2" destOrd="0" presId="urn:microsoft.com/office/officeart/2005/8/layout/process4"/>
    <dgm:cxn modelId="{86207D89-42C6-44DD-B6B7-A9882FC68BE0}" type="presParOf" srcId="{D710DB68-B2AC-4AA6-97E8-246B6D90CCEC}" destId="{E28D96CD-5D92-4DF6-BE2E-F72ED24BC81A}" srcOrd="0" destOrd="0" presId="urn:microsoft.com/office/officeart/2005/8/layout/process4"/>
    <dgm:cxn modelId="{92891A29-0B35-4BE9-8C77-304CDFB58AEC}" type="presParOf" srcId="{3DC108ED-6BE0-4382-9440-E31FEF691771}" destId="{DA7E4D82-1EA8-4342-89C9-BBC8D37C3F98}" srcOrd="1" destOrd="0" presId="urn:microsoft.com/office/officeart/2005/8/layout/process4"/>
    <dgm:cxn modelId="{445CAFF4-BA89-4E71-A116-1AD48A7AB135}" type="presParOf" srcId="{3DC108ED-6BE0-4382-9440-E31FEF691771}" destId="{D18E6B4B-7970-4FB7-9D32-9A4AE659724C}" srcOrd="2" destOrd="0" presId="urn:microsoft.com/office/officeart/2005/8/layout/process4"/>
    <dgm:cxn modelId="{C271E779-985C-49AF-9AE5-1BAE06BFFB13}" type="presParOf" srcId="{D18E6B4B-7970-4FB7-9D32-9A4AE659724C}" destId="{E9BBC213-6515-401E-8617-B2BE08D4688A}" srcOrd="0" destOrd="0" presId="urn:microsoft.com/office/officeart/2005/8/layout/process4"/>
    <dgm:cxn modelId="{16642FAC-900B-4561-84AC-A52764C8BC39}" type="presParOf" srcId="{D18E6B4B-7970-4FB7-9D32-9A4AE659724C}" destId="{40F21D97-0379-47AD-9437-79FD574F0836}" srcOrd="1" destOrd="0" presId="urn:microsoft.com/office/officeart/2005/8/layout/process4"/>
    <dgm:cxn modelId="{457D9FD4-4F53-41FD-A5D7-8BBAF494FA31}" type="presParOf" srcId="{D18E6B4B-7970-4FB7-9D32-9A4AE659724C}" destId="{EA72978E-D3AE-4A12-8769-23792334F650}" srcOrd="2" destOrd="0" presId="urn:microsoft.com/office/officeart/2005/8/layout/process4"/>
    <dgm:cxn modelId="{690C7E7B-0C18-47DF-A041-92584BD63406}" type="presParOf" srcId="{EA72978E-D3AE-4A12-8769-23792334F650}" destId="{FA3A00EF-7FFF-41AD-A550-40F2DB6DAFCB}" srcOrd="0" destOrd="0" presId="urn:microsoft.com/office/officeart/2005/8/layout/process4"/>
    <dgm:cxn modelId="{A40BE2B5-64E3-4E51-995E-80F19BA8375B}" type="presParOf" srcId="{3DC108ED-6BE0-4382-9440-E31FEF691771}" destId="{5CC65544-568F-4773-A504-5720645315A3}" srcOrd="3" destOrd="0" presId="urn:microsoft.com/office/officeart/2005/8/layout/process4"/>
    <dgm:cxn modelId="{625603FD-F653-401F-BF05-C38C09CC74D3}" type="presParOf" srcId="{3DC108ED-6BE0-4382-9440-E31FEF691771}" destId="{9095AF84-27A8-42C2-A8E5-B24133CCC3DF}" srcOrd="4" destOrd="0" presId="urn:microsoft.com/office/officeart/2005/8/layout/process4"/>
    <dgm:cxn modelId="{929364CD-B033-4AF6-847D-BFB9A31511CC}" type="presParOf" srcId="{9095AF84-27A8-42C2-A8E5-B24133CCC3DF}" destId="{766BDC2D-E465-4256-83E1-36FDC2AFC46F}" srcOrd="0" destOrd="0" presId="urn:microsoft.com/office/officeart/2005/8/layout/process4"/>
    <dgm:cxn modelId="{7C2586C9-1F34-4059-9052-5B3867678847}" type="presParOf" srcId="{9095AF84-27A8-42C2-A8E5-B24133CCC3DF}" destId="{E1FE6332-B18B-4756-9A05-568887C9B185}" srcOrd="1" destOrd="0" presId="urn:microsoft.com/office/officeart/2005/8/layout/process4"/>
    <dgm:cxn modelId="{E3BBB215-D668-46E6-9108-15F66CEA6368}" type="presParOf" srcId="{9095AF84-27A8-42C2-A8E5-B24133CCC3DF}" destId="{EF24F7FC-EA37-4C0D-86AA-E9D97A641A1C}" srcOrd="2" destOrd="0" presId="urn:microsoft.com/office/officeart/2005/8/layout/process4"/>
    <dgm:cxn modelId="{EF0C01A3-5F97-4620-83B5-A53BC9778B49}" type="presParOf" srcId="{EF24F7FC-EA37-4C0D-86AA-E9D97A641A1C}" destId="{28E53C9D-778A-469D-A7CB-295342BDB9E7}" srcOrd="0" destOrd="0" presId="urn:microsoft.com/office/officeart/2005/8/layout/process4"/>
    <dgm:cxn modelId="{FBCA92DA-7265-4D74-A2B6-DA521316B6E2}" type="presParOf" srcId="{3DC108ED-6BE0-4382-9440-E31FEF691771}" destId="{FE0C2A7C-444A-4255-A30C-A790827F91DA}" srcOrd="5" destOrd="0" presId="urn:microsoft.com/office/officeart/2005/8/layout/process4"/>
    <dgm:cxn modelId="{9234657C-D325-468E-9A7D-4A4FBDD5939A}" type="presParOf" srcId="{3DC108ED-6BE0-4382-9440-E31FEF691771}" destId="{8E993791-ED34-4A97-884A-1C25BFDF4FB2}" srcOrd="6" destOrd="0" presId="urn:microsoft.com/office/officeart/2005/8/layout/process4"/>
    <dgm:cxn modelId="{9B40B47F-8304-4CDA-A67E-B792B5F4E176}" type="presParOf" srcId="{8E993791-ED34-4A97-884A-1C25BFDF4FB2}" destId="{036B3DC7-94A3-44EC-BFCA-455586476391}" srcOrd="0" destOrd="0" presId="urn:microsoft.com/office/officeart/2005/8/layout/process4"/>
    <dgm:cxn modelId="{C418EB68-B4E3-4403-9B4F-5826157557CB}" type="presParOf" srcId="{8E993791-ED34-4A97-884A-1C25BFDF4FB2}" destId="{8C75E1E5-DDE1-4CA0-96C4-4BBB4C1CD29C}" srcOrd="1" destOrd="0" presId="urn:microsoft.com/office/officeart/2005/8/layout/process4"/>
    <dgm:cxn modelId="{6BF3515A-6372-4E68-91EB-214670456BAB}" type="presParOf" srcId="{8E993791-ED34-4A97-884A-1C25BFDF4FB2}" destId="{DA04D12D-7A37-4B2E-9D1E-9D865718DD3A}" srcOrd="2" destOrd="0" presId="urn:microsoft.com/office/officeart/2005/8/layout/process4"/>
    <dgm:cxn modelId="{B4E09449-A2C5-4A5E-80A5-DC5A6D68CBAC}" type="presParOf" srcId="{DA04D12D-7A37-4B2E-9D1E-9D865718DD3A}" destId="{F4974422-5D35-49D6-B582-FDD9AB8671C9}" srcOrd="0" destOrd="0" presId="urn:microsoft.com/office/officeart/2005/8/layout/process4"/>
    <dgm:cxn modelId="{97331C39-12FC-4545-989F-7C962AE6D39C}" type="presParOf" srcId="{3DC108ED-6BE0-4382-9440-E31FEF691771}" destId="{45482B65-7C94-413E-9047-529144B9DC44}" srcOrd="7" destOrd="0" presId="urn:microsoft.com/office/officeart/2005/8/layout/process4"/>
    <dgm:cxn modelId="{7490154B-A824-4287-9DCF-7FBC649C0BD6}" type="presParOf" srcId="{3DC108ED-6BE0-4382-9440-E31FEF691771}" destId="{4AD28CEB-671D-41FC-B396-5FB9DD3761D2}" srcOrd="8" destOrd="0" presId="urn:microsoft.com/office/officeart/2005/8/layout/process4"/>
    <dgm:cxn modelId="{6212F517-7A3A-4209-985E-59BB0CD0B225}" type="presParOf" srcId="{4AD28CEB-671D-41FC-B396-5FB9DD3761D2}" destId="{A7B8B78D-DEA0-4770-A7E7-7B41BD58DCD5}" srcOrd="0" destOrd="0" presId="urn:microsoft.com/office/officeart/2005/8/layout/process4"/>
    <dgm:cxn modelId="{106827E7-B161-4969-9B96-FEF36E362689}" type="presParOf" srcId="{4AD28CEB-671D-41FC-B396-5FB9DD3761D2}" destId="{5D8F5670-B21C-43B3-BA8F-717503971419}" srcOrd="1" destOrd="0" presId="urn:microsoft.com/office/officeart/2005/8/layout/process4"/>
    <dgm:cxn modelId="{F364F57D-C601-4A7C-8FB5-4DCD92DD56FC}" type="presParOf" srcId="{4AD28CEB-671D-41FC-B396-5FB9DD3761D2}" destId="{0EA8EC0E-B6AD-4C54-9E14-B8B63F8B92DB}" srcOrd="2" destOrd="0" presId="urn:microsoft.com/office/officeart/2005/8/layout/process4"/>
    <dgm:cxn modelId="{0CEC9DFD-1BC1-4B07-A646-1EA8381D5FB0}" type="presParOf" srcId="{0EA8EC0E-B6AD-4C54-9E14-B8B63F8B92DB}" destId="{8E809ED9-F09E-4F67-AD79-F59958256690}" srcOrd="0" destOrd="0" presId="urn:microsoft.com/office/officeart/2005/8/layout/process4"/>
    <dgm:cxn modelId="{DE58667A-D61B-409B-8A72-96B7D3972534}" type="presParOf" srcId="{3DC108ED-6BE0-4382-9440-E31FEF691771}" destId="{BD9B08FD-9573-413B-A7A0-F4E8A016BF9C}" srcOrd="9" destOrd="0" presId="urn:microsoft.com/office/officeart/2005/8/layout/process4"/>
    <dgm:cxn modelId="{124AE7D5-0A1E-487D-ADA3-144578DFDBD9}" type="presParOf" srcId="{3DC108ED-6BE0-4382-9440-E31FEF691771}" destId="{6A13B0AE-D62B-450B-BD97-1CCC50D689F9}" srcOrd="10" destOrd="0" presId="urn:microsoft.com/office/officeart/2005/8/layout/process4"/>
    <dgm:cxn modelId="{48B13169-5F11-4577-9C35-6BFD9B64E372}" type="presParOf" srcId="{6A13B0AE-D62B-450B-BD97-1CCC50D689F9}" destId="{B28586C6-5B1B-4452-B5A4-E09427C729D5}" srcOrd="0" destOrd="0" presId="urn:microsoft.com/office/officeart/2005/8/layout/process4"/>
    <dgm:cxn modelId="{9BDD16B9-55B0-4D65-BF5F-798101808D8E}" type="presParOf" srcId="{6A13B0AE-D62B-450B-BD97-1CCC50D689F9}" destId="{4E0BA341-7178-4025-8D04-2FB5EA8B21A3}" srcOrd="1" destOrd="0" presId="urn:microsoft.com/office/officeart/2005/8/layout/process4"/>
    <dgm:cxn modelId="{BEBEB892-14B4-4C2C-81C8-8BDA9A5A9D68}" type="presParOf" srcId="{6A13B0AE-D62B-450B-BD97-1CCC50D689F9}" destId="{80E74C7A-1710-4DAC-8061-ADBD75363FD4}" srcOrd="2" destOrd="0" presId="urn:microsoft.com/office/officeart/2005/8/layout/process4"/>
    <dgm:cxn modelId="{4FD8AB56-8D0A-4EBD-A900-DCB9B732A127}" type="presParOf" srcId="{80E74C7A-1710-4DAC-8061-ADBD75363FD4}" destId="{1F3FD66D-31B8-4483-9177-788B743AFA39}" srcOrd="0" destOrd="0" presId="urn:microsoft.com/office/officeart/2005/8/layout/process4"/>
    <dgm:cxn modelId="{9321F1FE-3812-4A72-B083-A2DA8578E22A}" type="presParOf" srcId="{3DC108ED-6BE0-4382-9440-E31FEF691771}" destId="{E068ED3E-CA5D-470E-B796-08D99E4AF4E0}" srcOrd="11" destOrd="0" presId="urn:microsoft.com/office/officeart/2005/8/layout/process4"/>
    <dgm:cxn modelId="{62ADDAFD-3EC5-4740-BB09-1F595035A67A}" type="presParOf" srcId="{3DC108ED-6BE0-4382-9440-E31FEF691771}" destId="{050C1D88-2950-426E-9B3B-DDBFBBE02C5F}" srcOrd="12" destOrd="0" presId="urn:microsoft.com/office/officeart/2005/8/layout/process4"/>
    <dgm:cxn modelId="{D613BFE9-0EE3-4789-BBA0-DF579F782160}" type="presParOf" srcId="{050C1D88-2950-426E-9B3B-DDBFBBE02C5F}" destId="{06451CBB-366C-4D61-AA3F-56F9EA6F10D7}" srcOrd="0" destOrd="0" presId="urn:microsoft.com/office/officeart/2005/8/layout/process4"/>
    <dgm:cxn modelId="{BA8BEC8C-1B32-43D1-8374-5AD74733F8C6}" type="presParOf" srcId="{050C1D88-2950-426E-9B3B-DDBFBBE02C5F}" destId="{E4B64EF6-2EE6-46D2-B38F-DA1F37A488B8}" srcOrd="1" destOrd="0" presId="urn:microsoft.com/office/officeart/2005/8/layout/process4"/>
    <dgm:cxn modelId="{3973680D-E9FE-4845-A0C9-FC7884D3BB9C}" type="presParOf" srcId="{050C1D88-2950-426E-9B3B-DDBFBBE02C5F}" destId="{294B6996-BEF5-48E3-A720-E9C99EF83E96}" srcOrd="2" destOrd="0" presId="urn:microsoft.com/office/officeart/2005/8/layout/process4"/>
    <dgm:cxn modelId="{06BD15C3-A1B4-4887-BE30-11D10D0EA66B}" type="presParOf" srcId="{294B6996-BEF5-48E3-A720-E9C99EF83E96}" destId="{15A09595-CCC3-46A8-996D-57150771CFAB}" srcOrd="0" destOrd="0" presId="urn:microsoft.com/office/officeart/2005/8/layout/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885EF29F-92E7-4677-A6FF-D4EF4D02E170}" type="doc">
      <dgm:prSet loTypeId="urn:microsoft.com/office/officeart/2005/8/layout/process4" loCatId="list" qsTypeId="urn:microsoft.com/office/officeart/2005/8/quickstyle/simple1" qsCatId="simple" csTypeId="urn:microsoft.com/office/officeart/2005/8/colors/accent0_2" csCatId="mainScheme" phldr="1"/>
      <dgm:spPr/>
      <dgm:t>
        <a:bodyPr/>
        <a:lstStyle/>
        <a:p>
          <a:endParaRPr lang="en-US"/>
        </a:p>
      </dgm:t>
    </dgm:pt>
    <dgm:pt modelId="{C39E3C23-2FAC-46F7-A6DF-1A291EA71D56}">
      <dgm:prSet phldrT="[Text]" custT="1"/>
      <dgm:spPr/>
      <dgm:t>
        <a:bodyPr/>
        <a:lstStyle/>
        <a:p>
          <a:r>
            <a:rPr lang="en-US" sz="1800" dirty="0" err="1">
              <a:solidFill>
                <a:schemeClr val="tx1"/>
              </a:solidFill>
            </a:rPr>
            <a:t>Hafs</a:t>
          </a:r>
          <a:r>
            <a:rPr lang="en-US" sz="1800" dirty="0">
              <a:solidFill>
                <a:schemeClr val="tx1"/>
              </a:solidFill>
            </a:rPr>
            <a:t> (1000)</a:t>
          </a:r>
        </a:p>
      </dgm:t>
    </dgm:pt>
    <dgm:pt modelId="{A4E1F13D-68EF-412A-948A-A783F0C2BF76}" type="parTrans" cxnId="{35E57317-C39A-40AA-BF51-0B58A7D5169F}">
      <dgm:prSet/>
      <dgm:spPr/>
      <dgm:t>
        <a:bodyPr/>
        <a:lstStyle/>
        <a:p>
          <a:endParaRPr lang="en-US" sz="1800">
            <a:solidFill>
              <a:schemeClr val="tx1"/>
            </a:solidFill>
          </a:endParaRPr>
        </a:p>
      </dgm:t>
    </dgm:pt>
    <dgm:pt modelId="{6AA07756-A867-4FD3-B09C-31D05E80A8C2}" type="sibTrans" cxnId="{35E57317-C39A-40AA-BF51-0B58A7D5169F}">
      <dgm:prSet/>
      <dgm:spPr/>
      <dgm:t>
        <a:bodyPr/>
        <a:lstStyle/>
        <a:p>
          <a:endParaRPr lang="en-US" sz="1800">
            <a:solidFill>
              <a:schemeClr val="tx1"/>
            </a:solidFill>
          </a:endParaRPr>
        </a:p>
      </dgm:t>
    </dgm:pt>
    <dgm:pt modelId="{8FE83675-BC1E-4BFC-86E9-88B68D69FABC}">
      <dgm:prSet phldrT="[Text]" custT="1"/>
      <dgm:spPr/>
      <dgm:t>
        <a:bodyPr/>
        <a:lstStyle/>
        <a:p>
          <a:r>
            <a:rPr lang="en-US" sz="1800" dirty="0">
              <a:solidFill>
                <a:schemeClr val="tx1"/>
              </a:solidFill>
            </a:rPr>
            <a:t>Next: 1080</a:t>
          </a:r>
        </a:p>
      </dgm:t>
    </dgm:pt>
    <dgm:pt modelId="{08BB5FA6-7C12-4A0C-8337-E12566141000}" type="parTrans" cxnId="{FD0C1646-CB97-40DF-B5D9-45EBC2B914A7}">
      <dgm:prSet/>
      <dgm:spPr/>
      <dgm:t>
        <a:bodyPr/>
        <a:lstStyle/>
        <a:p>
          <a:endParaRPr lang="en-US" sz="1800">
            <a:solidFill>
              <a:schemeClr val="tx1"/>
            </a:solidFill>
          </a:endParaRPr>
        </a:p>
      </dgm:t>
    </dgm:pt>
    <dgm:pt modelId="{644C4315-5D76-4366-B28B-8B281CEA08E7}" type="sibTrans" cxnId="{FD0C1646-CB97-40DF-B5D9-45EBC2B914A7}">
      <dgm:prSet/>
      <dgm:spPr/>
      <dgm:t>
        <a:bodyPr/>
        <a:lstStyle/>
        <a:p>
          <a:endParaRPr lang="en-US" sz="1800">
            <a:solidFill>
              <a:schemeClr val="tx1"/>
            </a:solidFill>
          </a:endParaRPr>
        </a:p>
      </dgm:t>
    </dgm:pt>
    <dgm:pt modelId="{EBDC2BA8-D6DB-46B2-A42C-BB287AB44EAB}">
      <dgm:prSet phldrT="[Text]" custT="1"/>
      <dgm:spPr/>
      <dgm:t>
        <a:bodyPr/>
        <a:lstStyle/>
        <a:p>
          <a:r>
            <a:rPr lang="en-US" sz="1800" dirty="0">
              <a:solidFill>
                <a:schemeClr val="tx1"/>
              </a:solidFill>
            </a:rPr>
            <a:t>Next: 1240</a:t>
          </a:r>
        </a:p>
      </dgm:t>
    </dgm:pt>
    <dgm:pt modelId="{2C6316C0-1DDB-4ECC-89EE-12DCAD6964EE}" type="parTrans" cxnId="{2252AC41-B2CC-4139-99F4-0909C243D10B}">
      <dgm:prSet/>
      <dgm:spPr/>
      <dgm:t>
        <a:bodyPr/>
        <a:lstStyle/>
        <a:p>
          <a:endParaRPr lang="en-US" sz="1800">
            <a:solidFill>
              <a:schemeClr val="tx1"/>
            </a:solidFill>
          </a:endParaRPr>
        </a:p>
      </dgm:t>
    </dgm:pt>
    <dgm:pt modelId="{5683F5A1-C15D-4511-AD22-66D60C8C5F70}" type="sibTrans" cxnId="{2252AC41-B2CC-4139-99F4-0909C243D10B}">
      <dgm:prSet/>
      <dgm:spPr/>
      <dgm:t>
        <a:bodyPr/>
        <a:lstStyle/>
        <a:p>
          <a:endParaRPr lang="en-US" sz="1800">
            <a:solidFill>
              <a:schemeClr val="tx1"/>
            </a:solidFill>
          </a:endParaRPr>
        </a:p>
      </dgm:t>
    </dgm:pt>
    <dgm:pt modelId="{CCFBE03C-4263-4E4A-808E-D391362D09D6}">
      <dgm:prSet phldrT="[Text]" custT="1"/>
      <dgm:spPr/>
      <dgm:t>
        <a:bodyPr/>
        <a:lstStyle/>
        <a:p>
          <a:r>
            <a:rPr lang="en-US" sz="1800" dirty="0">
              <a:solidFill>
                <a:schemeClr val="tx1"/>
              </a:solidFill>
            </a:rPr>
            <a:t>Asra (1080)</a:t>
          </a:r>
        </a:p>
      </dgm:t>
    </dgm:pt>
    <dgm:pt modelId="{0B1923A0-1548-4E06-BC6F-BF83B76C9D48}" type="parTrans" cxnId="{9597CC8B-269C-44B8-82A2-0A961D7D5CA9}">
      <dgm:prSet/>
      <dgm:spPr/>
      <dgm:t>
        <a:bodyPr/>
        <a:lstStyle/>
        <a:p>
          <a:endParaRPr lang="en-US" sz="1800">
            <a:solidFill>
              <a:schemeClr val="tx1"/>
            </a:solidFill>
          </a:endParaRPr>
        </a:p>
      </dgm:t>
    </dgm:pt>
    <dgm:pt modelId="{CB0D7A3B-3255-4DE9-823A-7CF555D4AF49}" type="sibTrans" cxnId="{9597CC8B-269C-44B8-82A2-0A961D7D5CA9}">
      <dgm:prSet/>
      <dgm:spPr/>
      <dgm:t>
        <a:bodyPr/>
        <a:lstStyle/>
        <a:p>
          <a:endParaRPr lang="en-US" sz="1800">
            <a:solidFill>
              <a:schemeClr val="tx1"/>
            </a:solidFill>
          </a:endParaRPr>
        </a:p>
      </dgm:t>
    </dgm:pt>
    <dgm:pt modelId="{B7762A85-8955-46FE-87CF-87007108E190}">
      <dgm:prSet phldrT="[Text]" custT="1"/>
      <dgm:spPr/>
      <dgm:t>
        <a:bodyPr/>
        <a:lstStyle/>
        <a:p>
          <a:r>
            <a:rPr lang="en-US" sz="1800" dirty="0" err="1">
              <a:solidFill>
                <a:schemeClr val="tx1"/>
              </a:solidFill>
            </a:rPr>
            <a:t>Shahzaman</a:t>
          </a:r>
          <a:r>
            <a:rPr lang="en-US" sz="1800" dirty="0">
              <a:solidFill>
                <a:schemeClr val="tx1"/>
              </a:solidFill>
            </a:rPr>
            <a:t> (1240)</a:t>
          </a:r>
        </a:p>
      </dgm:t>
    </dgm:pt>
    <dgm:pt modelId="{CFE6B9C5-7E47-4D8B-A0C1-BF83B682E653}" type="parTrans" cxnId="{19BCA11E-9D5D-4422-A73B-7AA2A895799E}">
      <dgm:prSet/>
      <dgm:spPr/>
      <dgm:t>
        <a:bodyPr/>
        <a:lstStyle/>
        <a:p>
          <a:endParaRPr lang="en-US" sz="1800">
            <a:solidFill>
              <a:schemeClr val="tx1"/>
            </a:solidFill>
          </a:endParaRPr>
        </a:p>
      </dgm:t>
    </dgm:pt>
    <dgm:pt modelId="{E225C9CD-364B-4A2B-BEB4-6F0F3538EAA9}" type="sibTrans" cxnId="{19BCA11E-9D5D-4422-A73B-7AA2A895799E}">
      <dgm:prSet/>
      <dgm:spPr/>
      <dgm:t>
        <a:bodyPr/>
        <a:lstStyle/>
        <a:p>
          <a:endParaRPr lang="en-US" sz="1800">
            <a:solidFill>
              <a:schemeClr val="tx1"/>
            </a:solidFill>
          </a:endParaRPr>
        </a:p>
      </dgm:t>
    </dgm:pt>
    <dgm:pt modelId="{A68FC509-018A-4978-9947-BB5576CBF1AF}">
      <dgm:prSet phldrT="[Text]" custT="1"/>
      <dgm:spPr/>
      <dgm:t>
        <a:bodyPr/>
        <a:lstStyle/>
        <a:p>
          <a:r>
            <a:rPr lang="en-US" sz="1800" dirty="0">
              <a:solidFill>
                <a:schemeClr val="tx1"/>
              </a:solidFill>
            </a:rPr>
            <a:t>Next: (1320)</a:t>
          </a:r>
        </a:p>
      </dgm:t>
    </dgm:pt>
    <dgm:pt modelId="{9DF7BF94-BB3E-4322-922E-8D118270BD6A}" type="parTrans" cxnId="{75B3E9CB-07B1-4592-91D8-DC40418C8CBC}">
      <dgm:prSet/>
      <dgm:spPr/>
      <dgm:t>
        <a:bodyPr/>
        <a:lstStyle/>
        <a:p>
          <a:endParaRPr lang="en-US"/>
        </a:p>
      </dgm:t>
    </dgm:pt>
    <dgm:pt modelId="{B457F42F-1BBA-4D0E-A97A-D401C9954954}" type="sibTrans" cxnId="{75B3E9CB-07B1-4592-91D8-DC40418C8CBC}">
      <dgm:prSet/>
      <dgm:spPr/>
      <dgm:t>
        <a:bodyPr/>
        <a:lstStyle/>
        <a:p>
          <a:endParaRPr lang="en-US"/>
        </a:p>
      </dgm:t>
    </dgm:pt>
    <dgm:pt modelId="{DA484713-6682-46A6-96F2-CCDBE43B793D}">
      <dgm:prSet phldrT="[Text]" custT="1"/>
      <dgm:spPr/>
      <dgm:t>
        <a:bodyPr/>
        <a:lstStyle/>
        <a:p>
          <a:r>
            <a:rPr lang="en-US" sz="1800" dirty="0">
              <a:solidFill>
                <a:schemeClr val="tx1"/>
              </a:solidFill>
            </a:rPr>
            <a:t>Omar Baig (1320)</a:t>
          </a:r>
        </a:p>
      </dgm:t>
    </dgm:pt>
    <dgm:pt modelId="{2AC69B6D-67A5-4D9E-9E4B-5D64D007059E}" type="parTrans" cxnId="{B2AFE90F-C599-436B-9991-0C86C826277F}">
      <dgm:prSet/>
      <dgm:spPr/>
      <dgm:t>
        <a:bodyPr/>
        <a:lstStyle/>
        <a:p>
          <a:endParaRPr lang="en-US"/>
        </a:p>
      </dgm:t>
    </dgm:pt>
    <dgm:pt modelId="{EFCFCF17-2D88-46C4-A2EB-D12BF99AC455}" type="sibTrans" cxnId="{B2AFE90F-C599-436B-9991-0C86C826277F}">
      <dgm:prSet/>
      <dgm:spPr/>
      <dgm:t>
        <a:bodyPr/>
        <a:lstStyle/>
        <a:p>
          <a:endParaRPr lang="en-US"/>
        </a:p>
      </dgm:t>
    </dgm:pt>
    <dgm:pt modelId="{9C877F5B-36FD-4FDE-8468-E4869939D519}">
      <dgm:prSet phldrT="[Text]" custT="1"/>
      <dgm:spPr/>
      <dgm:t>
        <a:bodyPr/>
        <a:lstStyle/>
        <a:p>
          <a:r>
            <a:rPr lang="en-US" sz="1800" dirty="0">
              <a:solidFill>
                <a:schemeClr val="tx1"/>
              </a:solidFill>
            </a:rPr>
            <a:t>Next: (1400)</a:t>
          </a:r>
        </a:p>
      </dgm:t>
    </dgm:pt>
    <dgm:pt modelId="{B5B52C66-F8F2-48AD-A4BC-B1F1E1994D07}" type="parTrans" cxnId="{A2CD47EB-647F-417C-8E6F-5A041C5AC6AE}">
      <dgm:prSet/>
      <dgm:spPr/>
      <dgm:t>
        <a:bodyPr/>
        <a:lstStyle/>
        <a:p>
          <a:endParaRPr lang="en-US"/>
        </a:p>
      </dgm:t>
    </dgm:pt>
    <dgm:pt modelId="{900C90FB-FEDC-4AE9-866C-3EC31B84F1EA}" type="sibTrans" cxnId="{A2CD47EB-647F-417C-8E6F-5A041C5AC6AE}">
      <dgm:prSet/>
      <dgm:spPr/>
      <dgm:t>
        <a:bodyPr/>
        <a:lstStyle/>
        <a:p>
          <a:endParaRPr lang="en-US"/>
        </a:p>
      </dgm:t>
    </dgm:pt>
    <dgm:pt modelId="{DA650997-5C77-4E8E-BE92-76AEE27231AB}">
      <dgm:prSet phldrT="[Text]" custT="1"/>
      <dgm:spPr/>
      <dgm:t>
        <a:bodyPr/>
        <a:lstStyle/>
        <a:p>
          <a:r>
            <a:rPr lang="en-US" sz="1800" dirty="0">
              <a:solidFill>
                <a:schemeClr val="tx1"/>
              </a:solidFill>
            </a:rPr>
            <a:t>Omar Khan (1400)</a:t>
          </a:r>
        </a:p>
      </dgm:t>
    </dgm:pt>
    <dgm:pt modelId="{DF962E63-3C2A-41AB-8603-57A13DE3F2A9}" type="parTrans" cxnId="{4DB863F9-132F-4C02-9EE0-C31F64FBF037}">
      <dgm:prSet/>
      <dgm:spPr/>
      <dgm:t>
        <a:bodyPr/>
        <a:lstStyle/>
        <a:p>
          <a:endParaRPr lang="en-US"/>
        </a:p>
      </dgm:t>
    </dgm:pt>
    <dgm:pt modelId="{8B5CDA5C-4204-4BC4-937C-D4018A2F6CF8}" type="sibTrans" cxnId="{4DB863F9-132F-4C02-9EE0-C31F64FBF037}">
      <dgm:prSet/>
      <dgm:spPr/>
      <dgm:t>
        <a:bodyPr/>
        <a:lstStyle/>
        <a:p>
          <a:endParaRPr lang="en-US"/>
        </a:p>
      </dgm:t>
    </dgm:pt>
    <dgm:pt modelId="{7361DD3D-5F65-411A-A40F-38430317045E}">
      <dgm:prSet phldrT="[Text]" custT="1"/>
      <dgm:spPr/>
      <dgm:t>
        <a:bodyPr/>
        <a:lstStyle/>
        <a:p>
          <a:r>
            <a:rPr lang="en-US" sz="1800" dirty="0">
              <a:solidFill>
                <a:schemeClr val="tx1"/>
              </a:solidFill>
            </a:rPr>
            <a:t>Next: 3000</a:t>
          </a:r>
        </a:p>
      </dgm:t>
    </dgm:pt>
    <dgm:pt modelId="{E36EAE05-927D-43B6-BFEC-414F83EA37CA}" type="parTrans" cxnId="{0A8DCB73-7A4B-460D-8542-4C4785EAEDC8}">
      <dgm:prSet/>
      <dgm:spPr/>
      <dgm:t>
        <a:bodyPr/>
        <a:lstStyle/>
        <a:p>
          <a:endParaRPr lang="en-US"/>
        </a:p>
      </dgm:t>
    </dgm:pt>
    <dgm:pt modelId="{916C818D-BC80-4794-B7E5-D7D24AE2A023}" type="sibTrans" cxnId="{0A8DCB73-7A4B-460D-8542-4C4785EAEDC8}">
      <dgm:prSet/>
      <dgm:spPr/>
      <dgm:t>
        <a:bodyPr/>
        <a:lstStyle/>
        <a:p>
          <a:endParaRPr lang="en-US"/>
        </a:p>
      </dgm:t>
    </dgm:pt>
    <dgm:pt modelId="{3CFA4D1B-1B8A-493F-9C0E-618897CF8CEA}">
      <dgm:prSet phldrT="[Text]" custT="1"/>
      <dgm:spPr/>
      <dgm:t>
        <a:bodyPr/>
        <a:lstStyle/>
        <a:p>
          <a:r>
            <a:rPr lang="en-US" sz="1800" dirty="0">
              <a:solidFill>
                <a:schemeClr val="tx1"/>
              </a:solidFill>
            </a:rPr>
            <a:t>Uzair (3000)</a:t>
          </a:r>
        </a:p>
      </dgm:t>
    </dgm:pt>
    <dgm:pt modelId="{FCC11933-DF21-414E-B413-01440AAF9838}" type="parTrans" cxnId="{0EBC116B-EE49-4BCF-9A5F-36BDAC420F6B}">
      <dgm:prSet/>
      <dgm:spPr/>
      <dgm:t>
        <a:bodyPr/>
        <a:lstStyle/>
        <a:p>
          <a:endParaRPr lang="en-US"/>
        </a:p>
      </dgm:t>
    </dgm:pt>
    <dgm:pt modelId="{65F125F8-7406-43CC-AEC3-37F1B3FB8851}" type="sibTrans" cxnId="{0EBC116B-EE49-4BCF-9A5F-36BDAC420F6B}">
      <dgm:prSet/>
      <dgm:spPr/>
      <dgm:t>
        <a:bodyPr/>
        <a:lstStyle/>
        <a:p>
          <a:endParaRPr lang="en-US"/>
        </a:p>
      </dgm:t>
    </dgm:pt>
    <dgm:pt modelId="{8C75FA2D-524E-444F-87D7-3E02D695EA8E}">
      <dgm:prSet phldrT="[Text]" custT="1"/>
      <dgm:spPr/>
      <dgm:t>
        <a:bodyPr/>
        <a:lstStyle/>
        <a:p>
          <a:r>
            <a:rPr lang="en-US" sz="1800" dirty="0">
              <a:solidFill>
                <a:schemeClr val="tx1"/>
              </a:solidFill>
            </a:rPr>
            <a:t>Next: Null</a:t>
          </a:r>
        </a:p>
      </dgm:t>
    </dgm:pt>
    <dgm:pt modelId="{888B504A-68C4-42FE-92F4-6B6E4AE9C278}" type="parTrans" cxnId="{5497A587-FED1-4BFF-81A5-32FA22FEFD52}">
      <dgm:prSet/>
      <dgm:spPr/>
      <dgm:t>
        <a:bodyPr/>
        <a:lstStyle/>
        <a:p>
          <a:endParaRPr lang="en-US"/>
        </a:p>
      </dgm:t>
    </dgm:pt>
    <dgm:pt modelId="{BCFE58A4-7F11-48CC-978A-C2C95162F34E}" type="sibTrans" cxnId="{5497A587-FED1-4BFF-81A5-32FA22FEFD52}">
      <dgm:prSet/>
      <dgm:spPr/>
      <dgm:t>
        <a:bodyPr/>
        <a:lstStyle/>
        <a:p>
          <a:endParaRPr lang="en-US"/>
        </a:p>
      </dgm:t>
    </dgm:pt>
    <dgm:pt modelId="{087B5EBD-F0A9-4655-B707-03E17A7E183A}">
      <dgm:prSet phldrT="[Text]" custT="1"/>
      <dgm:spPr/>
      <dgm:t>
        <a:bodyPr/>
        <a:lstStyle/>
        <a:p>
          <a:r>
            <a:rPr lang="en-US" sz="1800" dirty="0">
              <a:solidFill>
                <a:schemeClr val="tx1"/>
              </a:solidFill>
            </a:rPr>
            <a:t>REMOVE IT</a:t>
          </a:r>
        </a:p>
      </dgm:t>
    </dgm:pt>
    <dgm:pt modelId="{734C1A15-F309-41D6-BDB6-D2BF2C76EBAF}" type="sibTrans" cxnId="{F88FFDC8-458A-4975-A9F0-E4D25DAF2590}">
      <dgm:prSet/>
      <dgm:spPr/>
      <dgm:t>
        <a:bodyPr/>
        <a:lstStyle/>
        <a:p>
          <a:endParaRPr lang="en-US" sz="1800">
            <a:solidFill>
              <a:schemeClr val="tx1"/>
            </a:solidFill>
          </a:endParaRPr>
        </a:p>
      </dgm:t>
    </dgm:pt>
    <dgm:pt modelId="{9DF3D824-9C2C-4E0A-95E0-361D3DC9D5E3}" type="parTrans" cxnId="{F88FFDC8-458A-4975-A9F0-E4D25DAF2590}">
      <dgm:prSet/>
      <dgm:spPr/>
      <dgm:t>
        <a:bodyPr/>
        <a:lstStyle/>
        <a:p>
          <a:endParaRPr lang="en-US" sz="1800">
            <a:solidFill>
              <a:schemeClr val="tx1"/>
            </a:solidFill>
          </a:endParaRPr>
        </a:p>
      </dgm:t>
    </dgm:pt>
    <dgm:pt modelId="{98F6B0FF-EC30-4B70-9E89-709F90BB9440}">
      <dgm:prSet phldrT="[Text]" custT="1"/>
      <dgm:spPr/>
      <dgm:t>
        <a:bodyPr/>
        <a:lstStyle/>
        <a:p>
          <a:endParaRPr lang="en-US" sz="1800" dirty="0">
            <a:solidFill>
              <a:schemeClr val="tx1"/>
            </a:solidFill>
          </a:endParaRPr>
        </a:p>
      </dgm:t>
    </dgm:pt>
    <dgm:pt modelId="{F9AD79ED-5F12-49E3-AB8D-EBDA072385A0}" type="sibTrans" cxnId="{7A72836A-855D-4526-8804-3A10CEDCB942}">
      <dgm:prSet/>
      <dgm:spPr/>
      <dgm:t>
        <a:bodyPr/>
        <a:lstStyle/>
        <a:p>
          <a:endParaRPr lang="en-US" sz="1800">
            <a:solidFill>
              <a:schemeClr val="tx1"/>
            </a:solidFill>
          </a:endParaRPr>
        </a:p>
      </dgm:t>
    </dgm:pt>
    <dgm:pt modelId="{DFEA61E5-71DA-447F-8D16-0EC63E5A773A}" type="parTrans" cxnId="{7A72836A-855D-4526-8804-3A10CEDCB942}">
      <dgm:prSet/>
      <dgm:spPr/>
      <dgm:t>
        <a:bodyPr/>
        <a:lstStyle/>
        <a:p>
          <a:endParaRPr lang="en-US" sz="1800">
            <a:solidFill>
              <a:schemeClr val="tx1"/>
            </a:solidFill>
          </a:endParaRPr>
        </a:p>
      </dgm:t>
    </dgm:pt>
    <dgm:pt modelId="{3DC108ED-6BE0-4382-9440-E31FEF691771}" type="pres">
      <dgm:prSet presAssocID="{885EF29F-92E7-4677-A6FF-D4EF4D02E170}" presName="Name0" presStyleCnt="0">
        <dgm:presLayoutVars>
          <dgm:dir/>
          <dgm:animLvl val="lvl"/>
          <dgm:resizeHandles val="exact"/>
        </dgm:presLayoutVars>
      </dgm:prSet>
      <dgm:spPr/>
    </dgm:pt>
    <dgm:pt modelId="{AAE5C9E5-47FD-4C25-B804-B654FC305BA0}" type="pres">
      <dgm:prSet presAssocID="{3CFA4D1B-1B8A-493F-9C0E-618897CF8CEA}" presName="boxAndChildren" presStyleCnt="0"/>
      <dgm:spPr/>
    </dgm:pt>
    <dgm:pt modelId="{6BA846C7-79F3-48BB-BD1D-396DA996ABE3}" type="pres">
      <dgm:prSet presAssocID="{3CFA4D1B-1B8A-493F-9C0E-618897CF8CEA}" presName="parentTextBox" presStyleLbl="node1" presStyleIdx="0" presStyleCnt="7"/>
      <dgm:spPr/>
    </dgm:pt>
    <dgm:pt modelId="{6D43DE14-9CA2-4B1C-8B99-26B03B7D21D3}" type="pres">
      <dgm:prSet presAssocID="{3CFA4D1B-1B8A-493F-9C0E-618897CF8CEA}" presName="entireBox" presStyleLbl="node1" presStyleIdx="0" presStyleCnt="7"/>
      <dgm:spPr/>
    </dgm:pt>
    <dgm:pt modelId="{D710DB68-B2AC-4AA6-97E8-246B6D90CCEC}" type="pres">
      <dgm:prSet presAssocID="{3CFA4D1B-1B8A-493F-9C0E-618897CF8CEA}" presName="descendantBox" presStyleCnt="0"/>
      <dgm:spPr/>
    </dgm:pt>
    <dgm:pt modelId="{E28D96CD-5D92-4DF6-BE2E-F72ED24BC81A}" type="pres">
      <dgm:prSet presAssocID="{8C75FA2D-524E-444F-87D7-3E02D695EA8E}" presName="childTextBox" presStyleLbl="fgAccFollowNode1" presStyleIdx="0" presStyleCnt="7">
        <dgm:presLayoutVars>
          <dgm:bulletEnabled val="1"/>
        </dgm:presLayoutVars>
      </dgm:prSet>
      <dgm:spPr/>
    </dgm:pt>
    <dgm:pt modelId="{DA7E4D82-1EA8-4342-89C9-BBC8D37C3F98}" type="pres">
      <dgm:prSet presAssocID="{8B5CDA5C-4204-4BC4-937C-D4018A2F6CF8}" presName="sp" presStyleCnt="0"/>
      <dgm:spPr/>
    </dgm:pt>
    <dgm:pt modelId="{D18E6B4B-7970-4FB7-9D32-9A4AE659724C}" type="pres">
      <dgm:prSet presAssocID="{DA650997-5C77-4E8E-BE92-76AEE27231AB}" presName="arrowAndChildren" presStyleCnt="0"/>
      <dgm:spPr/>
    </dgm:pt>
    <dgm:pt modelId="{E9BBC213-6515-401E-8617-B2BE08D4688A}" type="pres">
      <dgm:prSet presAssocID="{DA650997-5C77-4E8E-BE92-76AEE27231AB}" presName="parentTextArrow" presStyleLbl="node1" presStyleIdx="0" presStyleCnt="7"/>
      <dgm:spPr/>
    </dgm:pt>
    <dgm:pt modelId="{40F21D97-0379-47AD-9437-79FD574F0836}" type="pres">
      <dgm:prSet presAssocID="{DA650997-5C77-4E8E-BE92-76AEE27231AB}" presName="arrow" presStyleLbl="node1" presStyleIdx="1" presStyleCnt="7"/>
      <dgm:spPr/>
    </dgm:pt>
    <dgm:pt modelId="{EA72978E-D3AE-4A12-8769-23792334F650}" type="pres">
      <dgm:prSet presAssocID="{DA650997-5C77-4E8E-BE92-76AEE27231AB}" presName="descendantArrow" presStyleCnt="0"/>
      <dgm:spPr/>
    </dgm:pt>
    <dgm:pt modelId="{FA3A00EF-7FFF-41AD-A550-40F2DB6DAFCB}" type="pres">
      <dgm:prSet presAssocID="{7361DD3D-5F65-411A-A40F-38430317045E}" presName="childTextArrow" presStyleLbl="fgAccFollowNode1" presStyleIdx="1" presStyleCnt="7">
        <dgm:presLayoutVars>
          <dgm:bulletEnabled val="1"/>
        </dgm:presLayoutVars>
      </dgm:prSet>
      <dgm:spPr/>
    </dgm:pt>
    <dgm:pt modelId="{5CC65544-568F-4773-A504-5720645315A3}" type="pres">
      <dgm:prSet presAssocID="{EFCFCF17-2D88-46C4-A2EB-D12BF99AC455}" presName="sp" presStyleCnt="0"/>
      <dgm:spPr/>
    </dgm:pt>
    <dgm:pt modelId="{9095AF84-27A8-42C2-A8E5-B24133CCC3DF}" type="pres">
      <dgm:prSet presAssocID="{DA484713-6682-46A6-96F2-CCDBE43B793D}" presName="arrowAndChildren" presStyleCnt="0"/>
      <dgm:spPr/>
    </dgm:pt>
    <dgm:pt modelId="{766BDC2D-E465-4256-83E1-36FDC2AFC46F}" type="pres">
      <dgm:prSet presAssocID="{DA484713-6682-46A6-96F2-CCDBE43B793D}" presName="parentTextArrow" presStyleLbl="node1" presStyleIdx="1" presStyleCnt="7"/>
      <dgm:spPr/>
    </dgm:pt>
    <dgm:pt modelId="{E1FE6332-B18B-4756-9A05-568887C9B185}" type="pres">
      <dgm:prSet presAssocID="{DA484713-6682-46A6-96F2-CCDBE43B793D}" presName="arrow" presStyleLbl="node1" presStyleIdx="2" presStyleCnt="7"/>
      <dgm:spPr/>
    </dgm:pt>
    <dgm:pt modelId="{EF24F7FC-EA37-4C0D-86AA-E9D97A641A1C}" type="pres">
      <dgm:prSet presAssocID="{DA484713-6682-46A6-96F2-CCDBE43B793D}" presName="descendantArrow" presStyleCnt="0"/>
      <dgm:spPr/>
    </dgm:pt>
    <dgm:pt modelId="{28E53C9D-778A-469D-A7CB-295342BDB9E7}" type="pres">
      <dgm:prSet presAssocID="{9C877F5B-36FD-4FDE-8468-E4869939D519}" presName="childTextArrow" presStyleLbl="fgAccFollowNode1" presStyleIdx="2" presStyleCnt="7">
        <dgm:presLayoutVars>
          <dgm:bulletEnabled val="1"/>
        </dgm:presLayoutVars>
      </dgm:prSet>
      <dgm:spPr/>
    </dgm:pt>
    <dgm:pt modelId="{FE0C2A7C-444A-4255-A30C-A790827F91DA}" type="pres">
      <dgm:prSet presAssocID="{E225C9CD-364B-4A2B-BEB4-6F0F3538EAA9}" presName="sp" presStyleCnt="0"/>
      <dgm:spPr/>
    </dgm:pt>
    <dgm:pt modelId="{8E993791-ED34-4A97-884A-1C25BFDF4FB2}" type="pres">
      <dgm:prSet presAssocID="{B7762A85-8955-46FE-87CF-87007108E190}" presName="arrowAndChildren" presStyleCnt="0"/>
      <dgm:spPr/>
    </dgm:pt>
    <dgm:pt modelId="{036B3DC7-94A3-44EC-BFCA-455586476391}" type="pres">
      <dgm:prSet presAssocID="{B7762A85-8955-46FE-87CF-87007108E190}" presName="parentTextArrow" presStyleLbl="node1" presStyleIdx="2" presStyleCnt="7"/>
      <dgm:spPr/>
    </dgm:pt>
    <dgm:pt modelId="{8C75E1E5-DDE1-4CA0-96C4-4BBB4C1CD29C}" type="pres">
      <dgm:prSet presAssocID="{B7762A85-8955-46FE-87CF-87007108E190}" presName="arrow" presStyleLbl="node1" presStyleIdx="3" presStyleCnt="7"/>
      <dgm:spPr/>
    </dgm:pt>
    <dgm:pt modelId="{DA04D12D-7A37-4B2E-9D1E-9D865718DD3A}" type="pres">
      <dgm:prSet presAssocID="{B7762A85-8955-46FE-87CF-87007108E190}" presName="descendantArrow" presStyleCnt="0"/>
      <dgm:spPr/>
    </dgm:pt>
    <dgm:pt modelId="{F4974422-5D35-49D6-B582-FDD9AB8671C9}" type="pres">
      <dgm:prSet presAssocID="{A68FC509-018A-4978-9947-BB5576CBF1AF}" presName="childTextArrow" presStyleLbl="fgAccFollowNode1" presStyleIdx="3" presStyleCnt="7">
        <dgm:presLayoutVars>
          <dgm:bulletEnabled val="1"/>
        </dgm:presLayoutVars>
      </dgm:prSet>
      <dgm:spPr/>
    </dgm:pt>
    <dgm:pt modelId="{45482B65-7C94-413E-9047-529144B9DC44}" type="pres">
      <dgm:prSet presAssocID="{734C1A15-F309-41D6-BDB6-D2BF2C76EBAF}" presName="sp" presStyleCnt="0"/>
      <dgm:spPr/>
    </dgm:pt>
    <dgm:pt modelId="{4AD28CEB-671D-41FC-B396-5FB9DD3761D2}" type="pres">
      <dgm:prSet presAssocID="{087B5EBD-F0A9-4655-B707-03E17A7E183A}" presName="arrowAndChildren" presStyleCnt="0"/>
      <dgm:spPr/>
    </dgm:pt>
    <dgm:pt modelId="{A7B8B78D-DEA0-4770-A7E7-7B41BD58DCD5}" type="pres">
      <dgm:prSet presAssocID="{087B5EBD-F0A9-4655-B707-03E17A7E183A}" presName="parentTextArrow" presStyleLbl="node1" presStyleIdx="3" presStyleCnt="7"/>
      <dgm:spPr/>
    </dgm:pt>
    <dgm:pt modelId="{5D8F5670-B21C-43B3-BA8F-717503971419}" type="pres">
      <dgm:prSet presAssocID="{087B5EBD-F0A9-4655-B707-03E17A7E183A}" presName="arrow" presStyleLbl="node1" presStyleIdx="4" presStyleCnt="7"/>
      <dgm:spPr/>
    </dgm:pt>
    <dgm:pt modelId="{0EA8EC0E-B6AD-4C54-9E14-B8B63F8B92DB}" type="pres">
      <dgm:prSet presAssocID="{087B5EBD-F0A9-4655-B707-03E17A7E183A}" presName="descendantArrow" presStyleCnt="0"/>
      <dgm:spPr/>
    </dgm:pt>
    <dgm:pt modelId="{8E809ED9-F09E-4F67-AD79-F59958256690}" type="pres">
      <dgm:prSet presAssocID="{98F6B0FF-EC30-4B70-9E89-709F90BB9440}" presName="childTextArrow" presStyleLbl="fgAccFollowNode1" presStyleIdx="4" presStyleCnt="7">
        <dgm:presLayoutVars>
          <dgm:bulletEnabled val="1"/>
        </dgm:presLayoutVars>
      </dgm:prSet>
      <dgm:spPr/>
    </dgm:pt>
    <dgm:pt modelId="{BD9B08FD-9573-413B-A7A0-F4E8A016BF9C}" type="pres">
      <dgm:prSet presAssocID="{CB0D7A3B-3255-4DE9-823A-7CF555D4AF49}" presName="sp" presStyleCnt="0"/>
      <dgm:spPr/>
    </dgm:pt>
    <dgm:pt modelId="{6A13B0AE-D62B-450B-BD97-1CCC50D689F9}" type="pres">
      <dgm:prSet presAssocID="{CCFBE03C-4263-4E4A-808E-D391362D09D6}" presName="arrowAndChildren" presStyleCnt="0"/>
      <dgm:spPr/>
    </dgm:pt>
    <dgm:pt modelId="{B28586C6-5B1B-4452-B5A4-E09427C729D5}" type="pres">
      <dgm:prSet presAssocID="{CCFBE03C-4263-4E4A-808E-D391362D09D6}" presName="parentTextArrow" presStyleLbl="node1" presStyleIdx="4" presStyleCnt="7"/>
      <dgm:spPr/>
    </dgm:pt>
    <dgm:pt modelId="{4E0BA341-7178-4025-8D04-2FB5EA8B21A3}" type="pres">
      <dgm:prSet presAssocID="{CCFBE03C-4263-4E4A-808E-D391362D09D6}" presName="arrow" presStyleLbl="node1" presStyleIdx="5" presStyleCnt="7"/>
      <dgm:spPr/>
    </dgm:pt>
    <dgm:pt modelId="{80E74C7A-1710-4DAC-8061-ADBD75363FD4}" type="pres">
      <dgm:prSet presAssocID="{CCFBE03C-4263-4E4A-808E-D391362D09D6}" presName="descendantArrow" presStyleCnt="0"/>
      <dgm:spPr/>
    </dgm:pt>
    <dgm:pt modelId="{1F3FD66D-31B8-4483-9177-788B743AFA39}" type="pres">
      <dgm:prSet presAssocID="{EBDC2BA8-D6DB-46B2-A42C-BB287AB44EAB}" presName="childTextArrow" presStyleLbl="fgAccFollowNode1" presStyleIdx="5" presStyleCnt="7">
        <dgm:presLayoutVars>
          <dgm:bulletEnabled val="1"/>
        </dgm:presLayoutVars>
      </dgm:prSet>
      <dgm:spPr/>
    </dgm:pt>
    <dgm:pt modelId="{E068ED3E-CA5D-470E-B796-08D99E4AF4E0}" type="pres">
      <dgm:prSet presAssocID="{6AA07756-A867-4FD3-B09C-31D05E80A8C2}" presName="sp" presStyleCnt="0"/>
      <dgm:spPr/>
    </dgm:pt>
    <dgm:pt modelId="{050C1D88-2950-426E-9B3B-DDBFBBE02C5F}" type="pres">
      <dgm:prSet presAssocID="{C39E3C23-2FAC-46F7-A6DF-1A291EA71D56}" presName="arrowAndChildren" presStyleCnt="0"/>
      <dgm:spPr/>
    </dgm:pt>
    <dgm:pt modelId="{06451CBB-366C-4D61-AA3F-56F9EA6F10D7}" type="pres">
      <dgm:prSet presAssocID="{C39E3C23-2FAC-46F7-A6DF-1A291EA71D56}" presName="parentTextArrow" presStyleLbl="node1" presStyleIdx="5" presStyleCnt="7"/>
      <dgm:spPr/>
    </dgm:pt>
    <dgm:pt modelId="{E4B64EF6-2EE6-46D2-B38F-DA1F37A488B8}" type="pres">
      <dgm:prSet presAssocID="{C39E3C23-2FAC-46F7-A6DF-1A291EA71D56}" presName="arrow" presStyleLbl="node1" presStyleIdx="6" presStyleCnt="7"/>
      <dgm:spPr/>
    </dgm:pt>
    <dgm:pt modelId="{294B6996-BEF5-48E3-A720-E9C99EF83E96}" type="pres">
      <dgm:prSet presAssocID="{C39E3C23-2FAC-46F7-A6DF-1A291EA71D56}" presName="descendantArrow" presStyleCnt="0"/>
      <dgm:spPr/>
    </dgm:pt>
    <dgm:pt modelId="{15A09595-CCC3-46A8-996D-57150771CFAB}" type="pres">
      <dgm:prSet presAssocID="{8FE83675-BC1E-4BFC-86E9-88B68D69FABC}" presName="childTextArrow" presStyleLbl="fgAccFollowNode1" presStyleIdx="6" presStyleCnt="7">
        <dgm:presLayoutVars>
          <dgm:bulletEnabled val="1"/>
        </dgm:presLayoutVars>
      </dgm:prSet>
      <dgm:spPr/>
    </dgm:pt>
  </dgm:ptLst>
  <dgm:cxnLst>
    <dgm:cxn modelId="{B2AFE90F-C599-436B-9991-0C86C826277F}" srcId="{885EF29F-92E7-4677-A6FF-D4EF4D02E170}" destId="{DA484713-6682-46A6-96F2-CCDBE43B793D}" srcOrd="4" destOrd="0" parTransId="{2AC69B6D-67A5-4D9E-9E4B-5D64D007059E}" sibTransId="{EFCFCF17-2D88-46C4-A2EB-D12BF99AC455}"/>
    <dgm:cxn modelId="{4499F613-215D-4C7E-BB83-4B6F6E745683}" type="presOf" srcId="{CCFBE03C-4263-4E4A-808E-D391362D09D6}" destId="{4E0BA341-7178-4025-8D04-2FB5EA8B21A3}" srcOrd="1" destOrd="0" presId="urn:microsoft.com/office/officeart/2005/8/layout/process4"/>
    <dgm:cxn modelId="{35E57317-C39A-40AA-BF51-0B58A7D5169F}" srcId="{885EF29F-92E7-4677-A6FF-D4EF4D02E170}" destId="{C39E3C23-2FAC-46F7-A6DF-1A291EA71D56}" srcOrd="0" destOrd="0" parTransId="{A4E1F13D-68EF-412A-948A-A783F0C2BF76}" sibTransId="{6AA07756-A867-4FD3-B09C-31D05E80A8C2}"/>
    <dgm:cxn modelId="{A71D8F17-695A-46A3-A63D-3E19DE905E25}" type="presOf" srcId="{98F6B0FF-EC30-4B70-9E89-709F90BB9440}" destId="{8E809ED9-F09E-4F67-AD79-F59958256690}" srcOrd="0" destOrd="0" presId="urn:microsoft.com/office/officeart/2005/8/layout/process4"/>
    <dgm:cxn modelId="{93F11A19-1C1A-4124-AB80-7F9493D7800D}" type="presOf" srcId="{DA650997-5C77-4E8E-BE92-76AEE27231AB}" destId="{E9BBC213-6515-401E-8617-B2BE08D4688A}" srcOrd="0" destOrd="0" presId="urn:microsoft.com/office/officeart/2005/8/layout/process4"/>
    <dgm:cxn modelId="{19BCA11E-9D5D-4422-A73B-7AA2A895799E}" srcId="{885EF29F-92E7-4677-A6FF-D4EF4D02E170}" destId="{B7762A85-8955-46FE-87CF-87007108E190}" srcOrd="3" destOrd="0" parTransId="{CFE6B9C5-7E47-4D8B-A0C1-BF83B682E653}" sibTransId="{E225C9CD-364B-4A2B-BEB4-6F0F3538EAA9}"/>
    <dgm:cxn modelId="{C8BDE622-2CD6-40DB-AEE0-714DCE90AC64}" type="presOf" srcId="{DA484713-6682-46A6-96F2-CCDBE43B793D}" destId="{E1FE6332-B18B-4756-9A05-568887C9B185}" srcOrd="1" destOrd="0" presId="urn:microsoft.com/office/officeart/2005/8/layout/process4"/>
    <dgm:cxn modelId="{FC170D29-905B-4C68-BEE2-E2D162D66F5F}" type="presOf" srcId="{8C75FA2D-524E-444F-87D7-3E02D695EA8E}" destId="{E28D96CD-5D92-4DF6-BE2E-F72ED24BC81A}" srcOrd="0" destOrd="0" presId="urn:microsoft.com/office/officeart/2005/8/layout/process4"/>
    <dgm:cxn modelId="{BDE68132-35A4-4A28-8B4A-81DCC66BD3DA}" type="presOf" srcId="{087B5EBD-F0A9-4655-B707-03E17A7E183A}" destId="{5D8F5670-B21C-43B3-BA8F-717503971419}" srcOrd="1" destOrd="0" presId="urn:microsoft.com/office/officeart/2005/8/layout/process4"/>
    <dgm:cxn modelId="{3F50863E-B6B5-40B9-8079-7651834F99B4}" type="presOf" srcId="{A68FC509-018A-4978-9947-BB5576CBF1AF}" destId="{F4974422-5D35-49D6-B582-FDD9AB8671C9}" srcOrd="0" destOrd="0" presId="urn:microsoft.com/office/officeart/2005/8/layout/process4"/>
    <dgm:cxn modelId="{49EC3C61-9055-4146-AEFA-0C024993F4DA}" type="presOf" srcId="{C39E3C23-2FAC-46F7-A6DF-1A291EA71D56}" destId="{E4B64EF6-2EE6-46D2-B38F-DA1F37A488B8}" srcOrd="1" destOrd="0" presId="urn:microsoft.com/office/officeart/2005/8/layout/process4"/>
    <dgm:cxn modelId="{2252AC41-B2CC-4139-99F4-0909C243D10B}" srcId="{CCFBE03C-4263-4E4A-808E-D391362D09D6}" destId="{EBDC2BA8-D6DB-46B2-A42C-BB287AB44EAB}" srcOrd="0" destOrd="0" parTransId="{2C6316C0-1DDB-4ECC-89EE-12DCAD6964EE}" sibTransId="{5683F5A1-C15D-4511-AD22-66D60C8C5F70}"/>
    <dgm:cxn modelId="{FD0C1646-CB97-40DF-B5D9-45EBC2B914A7}" srcId="{C39E3C23-2FAC-46F7-A6DF-1A291EA71D56}" destId="{8FE83675-BC1E-4BFC-86E9-88B68D69FABC}" srcOrd="0" destOrd="0" parTransId="{08BB5FA6-7C12-4A0C-8337-E12566141000}" sibTransId="{644C4315-5D76-4366-B28B-8B281CEA08E7}"/>
    <dgm:cxn modelId="{7A72836A-855D-4526-8804-3A10CEDCB942}" srcId="{087B5EBD-F0A9-4655-B707-03E17A7E183A}" destId="{98F6B0FF-EC30-4B70-9E89-709F90BB9440}" srcOrd="0" destOrd="0" parTransId="{DFEA61E5-71DA-447F-8D16-0EC63E5A773A}" sibTransId="{F9AD79ED-5F12-49E3-AB8D-EBDA072385A0}"/>
    <dgm:cxn modelId="{0EBC116B-EE49-4BCF-9A5F-36BDAC420F6B}" srcId="{885EF29F-92E7-4677-A6FF-D4EF4D02E170}" destId="{3CFA4D1B-1B8A-493F-9C0E-618897CF8CEA}" srcOrd="6" destOrd="0" parTransId="{FCC11933-DF21-414E-B413-01440AAF9838}" sibTransId="{65F125F8-7406-43CC-AEC3-37F1B3FB8851}"/>
    <dgm:cxn modelId="{B256FB6F-FC92-4213-963E-ADE6B6AA0454}" type="presOf" srcId="{9C877F5B-36FD-4FDE-8468-E4869939D519}" destId="{28E53C9D-778A-469D-A7CB-295342BDB9E7}" srcOrd="0" destOrd="0" presId="urn:microsoft.com/office/officeart/2005/8/layout/process4"/>
    <dgm:cxn modelId="{0A8DCB73-7A4B-460D-8542-4C4785EAEDC8}" srcId="{DA650997-5C77-4E8E-BE92-76AEE27231AB}" destId="{7361DD3D-5F65-411A-A40F-38430317045E}" srcOrd="0" destOrd="0" parTransId="{E36EAE05-927D-43B6-BFEC-414F83EA37CA}" sibTransId="{916C818D-BC80-4794-B7E5-D7D24AE2A023}"/>
    <dgm:cxn modelId="{D82B3F55-8E2C-4262-B2ED-4E964E390785}" type="presOf" srcId="{C39E3C23-2FAC-46F7-A6DF-1A291EA71D56}" destId="{06451CBB-366C-4D61-AA3F-56F9EA6F10D7}" srcOrd="0" destOrd="0" presId="urn:microsoft.com/office/officeart/2005/8/layout/process4"/>
    <dgm:cxn modelId="{4465AE77-F6A9-46CB-976B-2C2774649756}" type="presOf" srcId="{7361DD3D-5F65-411A-A40F-38430317045E}" destId="{FA3A00EF-7FFF-41AD-A550-40F2DB6DAFCB}" srcOrd="0" destOrd="0" presId="urn:microsoft.com/office/officeart/2005/8/layout/process4"/>
    <dgm:cxn modelId="{0603667D-4D7A-4921-AFEB-C31A069083CD}" type="presOf" srcId="{CCFBE03C-4263-4E4A-808E-D391362D09D6}" destId="{B28586C6-5B1B-4452-B5A4-E09427C729D5}" srcOrd="0" destOrd="0" presId="urn:microsoft.com/office/officeart/2005/8/layout/process4"/>
    <dgm:cxn modelId="{5497A587-FED1-4BFF-81A5-32FA22FEFD52}" srcId="{3CFA4D1B-1B8A-493F-9C0E-618897CF8CEA}" destId="{8C75FA2D-524E-444F-87D7-3E02D695EA8E}" srcOrd="0" destOrd="0" parTransId="{888B504A-68C4-42FE-92F4-6B6E4AE9C278}" sibTransId="{BCFE58A4-7F11-48CC-978A-C2C95162F34E}"/>
    <dgm:cxn modelId="{9597CC8B-269C-44B8-82A2-0A961D7D5CA9}" srcId="{885EF29F-92E7-4677-A6FF-D4EF4D02E170}" destId="{CCFBE03C-4263-4E4A-808E-D391362D09D6}" srcOrd="1" destOrd="0" parTransId="{0B1923A0-1548-4E06-BC6F-BF83B76C9D48}" sibTransId="{CB0D7A3B-3255-4DE9-823A-7CF555D4AF49}"/>
    <dgm:cxn modelId="{7E9DD690-AAEC-4C2F-A77E-C44B5052A90B}" type="presOf" srcId="{8FE83675-BC1E-4BFC-86E9-88B68D69FABC}" destId="{15A09595-CCC3-46A8-996D-57150771CFAB}" srcOrd="0" destOrd="0" presId="urn:microsoft.com/office/officeart/2005/8/layout/process4"/>
    <dgm:cxn modelId="{E4327E93-7DA2-4714-AADA-C27F65A65ADF}" type="presOf" srcId="{EBDC2BA8-D6DB-46B2-A42C-BB287AB44EAB}" destId="{1F3FD66D-31B8-4483-9177-788B743AFA39}" srcOrd="0" destOrd="0" presId="urn:microsoft.com/office/officeart/2005/8/layout/process4"/>
    <dgm:cxn modelId="{D9946E9A-F88E-4212-A3E0-84BE92AD78AB}" type="presOf" srcId="{3CFA4D1B-1B8A-493F-9C0E-618897CF8CEA}" destId="{6D43DE14-9CA2-4B1C-8B99-26B03B7D21D3}" srcOrd="1" destOrd="0" presId="urn:microsoft.com/office/officeart/2005/8/layout/process4"/>
    <dgm:cxn modelId="{58095CA3-9ACE-409D-8BFA-D4D939D97E31}" type="presOf" srcId="{087B5EBD-F0A9-4655-B707-03E17A7E183A}" destId="{A7B8B78D-DEA0-4770-A7E7-7B41BD58DCD5}" srcOrd="0" destOrd="0" presId="urn:microsoft.com/office/officeart/2005/8/layout/process4"/>
    <dgm:cxn modelId="{9C9D23BB-ECEF-4551-BB26-50C7C75490A7}" type="presOf" srcId="{B7762A85-8955-46FE-87CF-87007108E190}" destId="{8C75E1E5-DDE1-4CA0-96C4-4BBB4C1CD29C}" srcOrd="1" destOrd="0" presId="urn:microsoft.com/office/officeart/2005/8/layout/process4"/>
    <dgm:cxn modelId="{F88FFDC8-458A-4975-A9F0-E4D25DAF2590}" srcId="{885EF29F-92E7-4677-A6FF-D4EF4D02E170}" destId="{087B5EBD-F0A9-4655-B707-03E17A7E183A}" srcOrd="2" destOrd="0" parTransId="{9DF3D824-9C2C-4E0A-95E0-361D3DC9D5E3}" sibTransId="{734C1A15-F309-41D6-BDB6-D2BF2C76EBAF}"/>
    <dgm:cxn modelId="{75B3E9CB-07B1-4592-91D8-DC40418C8CBC}" srcId="{B7762A85-8955-46FE-87CF-87007108E190}" destId="{A68FC509-018A-4978-9947-BB5576CBF1AF}" srcOrd="0" destOrd="0" parTransId="{9DF7BF94-BB3E-4322-922E-8D118270BD6A}" sibTransId="{B457F42F-1BBA-4D0E-A97A-D401C9954954}"/>
    <dgm:cxn modelId="{50B371DD-8610-46CA-B1C5-DD774823B425}" type="presOf" srcId="{3CFA4D1B-1B8A-493F-9C0E-618897CF8CEA}" destId="{6BA846C7-79F3-48BB-BD1D-396DA996ABE3}" srcOrd="0" destOrd="0" presId="urn:microsoft.com/office/officeart/2005/8/layout/process4"/>
    <dgm:cxn modelId="{730646EA-6519-46FD-918A-303A736F368F}" type="presOf" srcId="{DA650997-5C77-4E8E-BE92-76AEE27231AB}" destId="{40F21D97-0379-47AD-9437-79FD574F0836}" srcOrd="1" destOrd="0" presId="urn:microsoft.com/office/officeart/2005/8/layout/process4"/>
    <dgm:cxn modelId="{A2CD47EB-647F-417C-8E6F-5A041C5AC6AE}" srcId="{DA484713-6682-46A6-96F2-CCDBE43B793D}" destId="{9C877F5B-36FD-4FDE-8468-E4869939D519}" srcOrd="0" destOrd="0" parTransId="{B5B52C66-F8F2-48AD-A4BC-B1F1E1994D07}" sibTransId="{900C90FB-FEDC-4AE9-866C-3EC31B84F1EA}"/>
    <dgm:cxn modelId="{388586F5-3704-49E6-8FED-0CC4700E5A53}" type="presOf" srcId="{DA484713-6682-46A6-96F2-CCDBE43B793D}" destId="{766BDC2D-E465-4256-83E1-36FDC2AFC46F}" srcOrd="0" destOrd="0" presId="urn:microsoft.com/office/officeart/2005/8/layout/process4"/>
    <dgm:cxn modelId="{4DB863F9-132F-4C02-9EE0-C31F64FBF037}" srcId="{885EF29F-92E7-4677-A6FF-D4EF4D02E170}" destId="{DA650997-5C77-4E8E-BE92-76AEE27231AB}" srcOrd="5" destOrd="0" parTransId="{DF962E63-3C2A-41AB-8603-57A13DE3F2A9}" sibTransId="{8B5CDA5C-4204-4BC4-937C-D4018A2F6CF8}"/>
    <dgm:cxn modelId="{C70C8CF9-A7A5-4CDE-BAE2-41D4A4E1A2C5}" type="presOf" srcId="{885EF29F-92E7-4677-A6FF-D4EF4D02E170}" destId="{3DC108ED-6BE0-4382-9440-E31FEF691771}" srcOrd="0" destOrd="0" presId="urn:microsoft.com/office/officeart/2005/8/layout/process4"/>
    <dgm:cxn modelId="{47908FFE-0910-45C5-B11B-30027C95627A}" type="presOf" srcId="{B7762A85-8955-46FE-87CF-87007108E190}" destId="{036B3DC7-94A3-44EC-BFCA-455586476391}" srcOrd="0" destOrd="0" presId="urn:microsoft.com/office/officeart/2005/8/layout/process4"/>
    <dgm:cxn modelId="{BE07FF42-818C-45C2-A322-1A0E23E911E1}" type="presParOf" srcId="{3DC108ED-6BE0-4382-9440-E31FEF691771}" destId="{AAE5C9E5-47FD-4C25-B804-B654FC305BA0}" srcOrd="0" destOrd="0" presId="urn:microsoft.com/office/officeart/2005/8/layout/process4"/>
    <dgm:cxn modelId="{DA2DF272-8F24-47E2-8A27-DC3D9C7724AC}" type="presParOf" srcId="{AAE5C9E5-47FD-4C25-B804-B654FC305BA0}" destId="{6BA846C7-79F3-48BB-BD1D-396DA996ABE3}" srcOrd="0" destOrd="0" presId="urn:microsoft.com/office/officeart/2005/8/layout/process4"/>
    <dgm:cxn modelId="{F624137E-28F7-4F69-9D3A-26BCBEFCC5A2}" type="presParOf" srcId="{AAE5C9E5-47FD-4C25-B804-B654FC305BA0}" destId="{6D43DE14-9CA2-4B1C-8B99-26B03B7D21D3}" srcOrd="1" destOrd="0" presId="urn:microsoft.com/office/officeart/2005/8/layout/process4"/>
    <dgm:cxn modelId="{A823B1CC-F03D-412B-A3D8-C0BCA871F357}" type="presParOf" srcId="{AAE5C9E5-47FD-4C25-B804-B654FC305BA0}" destId="{D710DB68-B2AC-4AA6-97E8-246B6D90CCEC}" srcOrd="2" destOrd="0" presId="urn:microsoft.com/office/officeart/2005/8/layout/process4"/>
    <dgm:cxn modelId="{86207D89-42C6-44DD-B6B7-A9882FC68BE0}" type="presParOf" srcId="{D710DB68-B2AC-4AA6-97E8-246B6D90CCEC}" destId="{E28D96CD-5D92-4DF6-BE2E-F72ED24BC81A}" srcOrd="0" destOrd="0" presId="urn:microsoft.com/office/officeart/2005/8/layout/process4"/>
    <dgm:cxn modelId="{92891A29-0B35-4BE9-8C77-304CDFB58AEC}" type="presParOf" srcId="{3DC108ED-6BE0-4382-9440-E31FEF691771}" destId="{DA7E4D82-1EA8-4342-89C9-BBC8D37C3F98}" srcOrd="1" destOrd="0" presId="urn:microsoft.com/office/officeart/2005/8/layout/process4"/>
    <dgm:cxn modelId="{445CAFF4-BA89-4E71-A116-1AD48A7AB135}" type="presParOf" srcId="{3DC108ED-6BE0-4382-9440-E31FEF691771}" destId="{D18E6B4B-7970-4FB7-9D32-9A4AE659724C}" srcOrd="2" destOrd="0" presId="urn:microsoft.com/office/officeart/2005/8/layout/process4"/>
    <dgm:cxn modelId="{C271E779-985C-49AF-9AE5-1BAE06BFFB13}" type="presParOf" srcId="{D18E6B4B-7970-4FB7-9D32-9A4AE659724C}" destId="{E9BBC213-6515-401E-8617-B2BE08D4688A}" srcOrd="0" destOrd="0" presId="urn:microsoft.com/office/officeart/2005/8/layout/process4"/>
    <dgm:cxn modelId="{16642FAC-900B-4561-84AC-A52764C8BC39}" type="presParOf" srcId="{D18E6B4B-7970-4FB7-9D32-9A4AE659724C}" destId="{40F21D97-0379-47AD-9437-79FD574F0836}" srcOrd="1" destOrd="0" presId="urn:microsoft.com/office/officeart/2005/8/layout/process4"/>
    <dgm:cxn modelId="{457D9FD4-4F53-41FD-A5D7-8BBAF494FA31}" type="presParOf" srcId="{D18E6B4B-7970-4FB7-9D32-9A4AE659724C}" destId="{EA72978E-D3AE-4A12-8769-23792334F650}" srcOrd="2" destOrd="0" presId="urn:microsoft.com/office/officeart/2005/8/layout/process4"/>
    <dgm:cxn modelId="{690C7E7B-0C18-47DF-A041-92584BD63406}" type="presParOf" srcId="{EA72978E-D3AE-4A12-8769-23792334F650}" destId="{FA3A00EF-7FFF-41AD-A550-40F2DB6DAFCB}" srcOrd="0" destOrd="0" presId="urn:microsoft.com/office/officeart/2005/8/layout/process4"/>
    <dgm:cxn modelId="{A40BE2B5-64E3-4E51-995E-80F19BA8375B}" type="presParOf" srcId="{3DC108ED-6BE0-4382-9440-E31FEF691771}" destId="{5CC65544-568F-4773-A504-5720645315A3}" srcOrd="3" destOrd="0" presId="urn:microsoft.com/office/officeart/2005/8/layout/process4"/>
    <dgm:cxn modelId="{625603FD-F653-401F-BF05-C38C09CC74D3}" type="presParOf" srcId="{3DC108ED-6BE0-4382-9440-E31FEF691771}" destId="{9095AF84-27A8-42C2-A8E5-B24133CCC3DF}" srcOrd="4" destOrd="0" presId="urn:microsoft.com/office/officeart/2005/8/layout/process4"/>
    <dgm:cxn modelId="{929364CD-B033-4AF6-847D-BFB9A31511CC}" type="presParOf" srcId="{9095AF84-27A8-42C2-A8E5-B24133CCC3DF}" destId="{766BDC2D-E465-4256-83E1-36FDC2AFC46F}" srcOrd="0" destOrd="0" presId="urn:microsoft.com/office/officeart/2005/8/layout/process4"/>
    <dgm:cxn modelId="{7C2586C9-1F34-4059-9052-5B3867678847}" type="presParOf" srcId="{9095AF84-27A8-42C2-A8E5-B24133CCC3DF}" destId="{E1FE6332-B18B-4756-9A05-568887C9B185}" srcOrd="1" destOrd="0" presId="urn:microsoft.com/office/officeart/2005/8/layout/process4"/>
    <dgm:cxn modelId="{E3BBB215-D668-46E6-9108-15F66CEA6368}" type="presParOf" srcId="{9095AF84-27A8-42C2-A8E5-B24133CCC3DF}" destId="{EF24F7FC-EA37-4C0D-86AA-E9D97A641A1C}" srcOrd="2" destOrd="0" presId="urn:microsoft.com/office/officeart/2005/8/layout/process4"/>
    <dgm:cxn modelId="{EF0C01A3-5F97-4620-83B5-A53BC9778B49}" type="presParOf" srcId="{EF24F7FC-EA37-4C0D-86AA-E9D97A641A1C}" destId="{28E53C9D-778A-469D-A7CB-295342BDB9E7}" srcOrd="0" destOrd="0" presId="urn:microsoft.com/office/officeart/2005/8/layout/process4"/>
    <dgm:cxn modelId="{FBCA92DA-7265-4D74-A2B6-DA521316B6E2}" type="presParOf" srcId="{3DC108ED-6BE0-4382-9440-E31FEF691771}" destId="{FE0C2A7C-444A-4255-A30C-A790827F91DA}" srcOrd="5" destOrd="0" presId="urn:microsoft.com/office/officeart/2005/8/layout/process4"/>
    <dgm:cxn modelId="{9234657C-D325-468E-9A7D-4A4FBDD5939A}" type="presParOf" srcId="{3DC108ED-6BE0-4382-9440-E31FEF691771}" destId="{8E993791-ED34-4A97-884A-1C25BFDF4FB2}" srcOrd="6" destOrd="0" presId="urn:microsoft.com/office/officeart/2005/8/layout/process4"/>
    <dgm:cxn modelId="{9B40B47F-8304-4CDA-A67E-B792B5F4E176}" type="presParOf" srcId="{8E993791-ED34-4A97-884A-1C25BFDF4FB2}" destId="{036B3DC7-94A3-44EC-BFCA-455586476391}" srcOrd="0" destOrd="0" presId="urn:microsoft.com/office/officeart/2005/8/layout/process4"/>
    <dgm:cxn modelId="{C418EB68-B4E3-4403-9B4F-5826157557CB}" type="presParOf" srcId="{8E993791-ED34-4A97-884A-1C25BFDF4FB2}" destId="{8C75E1E5-DDE1-4CA0-96C4-4BBB4C1CD29C}" srcOrd="1" destOrd="0" presId="urn:microsoft.com/office/officeart/2005/8/layout/process4"/>
    <dgm:cxn modelId="{6BF3515A-6372-4E68-91EB-214670456BAB}" type="presParOf" srcId="{8E993791-ED34-4A97-884A-1C25BFDF4FB2}" destId="{DA04D12D-7A37-4B2E-9D1E-9D865718DD3A}" srcOrd="2" destOrd="0" presId="urn:microsoft.com/office/officeart/2005/8/layout/process4"/>
    <dgm:cxn modelId="{B4E09449-A2C5-4A5E-80A5-DC5A6D68CBAC}" type="presParOf" srcId="{DA04D12D-7A37-4B2E-9D1E-9D865718DD3A}" destId="{F4974422-5D35-49D6-B582-FDD9AB8671C9}" srcOrd="0" destOrd="0" presId="urn:microsoft.com/office/officeart/2005/8/layout/process4"/>
    <dgm:cxn modelId="{97331C39-12FC-4545-989F-7C962AE6D39C}" type="presParOf" srcId="{3DC108ED-6BE0-4382-9440-E31FEF691771}" destId="{45482B65-7C94-413E-9047-529144B9DC44}" srcOrd="7" destOrd="0" presId="urn:microsoft.com/office/officeart/2005/8/layout/process4"/>
    <dgm:cxn modelId="{7490154B-A824-4287-9DCF-7FBC649C0BD6}" type="presParOf" srcId="{3DC108ED-6BE0-4382-9440-E31FEF691771}" destId="{4AD28CEB-671D-41FC-B396-5FB9DD3761D2}" srcOrd="8" destOrd="0" presId="urn:microsoft.com/office/officeart/2005/8/layout/process4"/>
    <dgm:cxn modelId="{6212F517-7A3A-4209-985E-59BB0CD0B225}" type="presParOf" srcId="{4AD28CEB-671D-41FC-B396-5FB9DD3761D2}" destId="{A7B8B78D-DEA0-4770-A7E7-7B41BD58DCD5}" srcOrd="0" destOrd="0" presId="urn:microsoft.com/office/officeart/2005/8/layout/process4"/>
    <dgm:cxn modelId="{106827E7-B161-4969-9B96-FEF36E362689}" type="presParOf" srcId="{4AD28CEB-671D-41FC-B396-5FB9DD3761D2}" destId="{5D8F5670-B21C-43B3-BA8F-717503971419}" srcOrd="1" destOrd="0" presId="urn:microsoft.com/office/officeart/2005/8/layout/process4"/>
    <dgm:cxn modelId="{F364F57D-C601-4A7C-8FB5-4DCD92DD56FC}" type="presParOf" srcId="{4AD28CEB-671D-41FC-B396-5FB9DD3761D2}" destId="{0EA8EC0E-B6AD-4C54-9E14-B8B63F8B92DB}" srcOrd="2" destOrd="0" presId="urn:microsoft.com/office/officeart/2005/8/layout/process4"/>
    <dgm:cxn modelId="{0CEC9DFD-1BC1-4B07-A646-1EA8381D5FB0}" type="presParOf" srcId="{0EA8EC0E-B6AD-4C54-9E14-B8B63F8B92DB}" destId="{8E809ED9-F09E-4F67-AD79-F59958256690}" srcOrd="0" destOrd="0" presId="urn:microsoft.com/office/officeart/2005/8/layout/process4"/>
    <dgm:cxn modelId="{DE58667A-D61B-409B-8A72-96B7D3972534}" type="presParOf" srcId="{3DC108ED-6BE0-4382-9440-E31FEF691771}" destId="{BD9B08FD-9573-413B-A7A0-F4E8A016BF9C}" srcOrd="9" destOrd="0" presId="urn:microsoft.com/office/officeart/2005/8/layout/process4"/>
    <dgm:cxn modelId="{124AE7D5-0A1E-487D-ADA3-144578DFDBD9}" type="presParOf" srcId="{3DC108ED-6BE0-4382-9440-E31FEF691771}" destId="{6A13B0AE-D62B-450B-BD97-1CCC50D689F9}" srcOrd="10" destOrd="0" presId="urn:microsoft.com/office/officeart/2005/8/layout/process4"/>
    <dgm:cxn modelId="{48B13169-5F11-4577-9C35-6BFD9B64E372}" type="presParOf" srcId="{6A13B0AE-D62B-450B-BD97-1CCC50D689F9}" destId="{B28586C6-5B1B-4452-B5A4-E09427C729D5}" srcOrd="0" destOrd="0" presId="urn:microsoft.com/office/officeart/2005/8/layout/process4"/>
    <dgm:cxn modelId="{9BDD16B9-55B0-4D65-BF5F-798101808D8E}" type="presParOf" srcId="{6A13B0AE-D62B-450B-BD97-1CCC50D689F9}" destId="{4E0BA341-7178-4025-8D04-2FB5EA8B21A3}" srcOrd="1" destOrd="0" presId="urn:microsoft.com/office/officeart/2005/8/layout/process4"/>
    <dgm:cxn modelId="{BEBEB892-14B4-4C2C-81C8-8BDA9A5A9D68}" type="presParOf" srcId="{6A13B0AE-D62B-450B-BD97-1CCC50D689F9}" destId="{80E74C7A-1710-4DAC-8061-ADBD75363FD4}" srcOrd="2" destOrd="0" presId="urn:microsoft.com/office/officeart/2005/8/layout/process4"/>
    <dgm:cxn modelId="{4FD8AB56-8D0A-4EBD-A900-DCB9B732A127}" type="presParOf" srcId="{80E74C7A-1710-4DAC-8061-ADBD75363FD4}" destId="{1F3FD66D-31B8-4483-9177-788B743AFA39}" srcOrd="0" destOrd="0" presId="urn:microsoft.com/office/officeart/2005/8/layout/process4"/>
    <dgm:cxn modelId="{9321F1FE-3812-4A72-B083-A2DA8578E22A}" type="presParOf" srcId="{3DC108ED-6BE0-4382-9440-E31FEF691771}" destId="{E068ED3E-CA5D-470E-B796-08D99E4AF4E0}" srcOrd="11" destOrd="0" presId="urn:microsoft.com/office/officeart/2005/8/layout/process4"/>
    <dgm:cxn modelId="{62ADDAFD-3EC5-4740-BB09-1F595035A67A}" type="presParOf" srcId="{3DC108ED-6BE0-4382-9440-E31FEF691771}" destId="{050C1D88-2950-426E-9B3B-DDBFBBE02C5F}" srcOrd="12" destOrd="0" presId="urn:microsoft.com/office/officeart/2005/8/layout/process4"/>
    <dgm:cxn modelId="{D613BFE9-0EE3-4789-BBA0-DF579F782160}" type="presParOf" srcId="{050C1D88-2950-426E-9B3B-DDBFBBE02C5F}" destId="{06451CBB-366C-4D61-AA3F-56F9EA6F10D7}" srcOrd="0" destOrd="0" presId="urn:microsoft.com/office/officeart/2005/8/layout/process4"/>
    <dgm:cxn modelId="{BA8BEC8C-1B32-43D1-8374-5AD74733F8C6}" type="presParOf" srcId="{050C1D88-2950-426E-9B3B-DDBFBBE02C5F}" destId="{E4B64EF6-2EE6-46D2-B38F-DA1F37A488B8}" srcOrd="1" destOrd="0" presId="urn:microsoft.com/office/officeart/2005/8/layout/process4"/>
    <dgm:cxn modelId="{3973680D-E9FE-4845-A0C9-FC7884D3BB9C}" type="presParOf" srcId="{050C1D88-2950-426E-9B3B-DDBFBBE02C5F}" destId="{294B6996-BEF5-48E3-A720-E9C99EF83E96}" srcOrd="2" destOrd="0" presId="urn:microsoft.com/office/officeart/2005/8/layout/process4"/>
    <dgm:cxn modelId="{06BD15C3-A1B4-4887-BE30-11D10D0EA66B}" type="presParOf" srcId="{294B6996-BEF5-48E3-A720-E9C99EF83E96}" destId="{15A09595-CCC3-46A8-996D-57150771CFAB}" srcOrd="0" destOrd="0" presId="urn:microsoft.com/office/officeart/2005/8/layout/process4"/>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885EF29F-92E7-4677-A6FF-D4EF4D02E170}" type="doc">
      <dgm:prSet loTypeId="urn:microsoft.com/office/officeart/2005/8/layout/process4" loCatId="list" qsTypeId="urn:microsoft.com/office/officeart/2005/8/quickstyle/simple1" qsCatId="simple" csTypeId="urn:microsoft.com/office/officeart/2005/8/colors/accent0_2" csCatId="mainScheme" phldr="1"/>
      <dgm:spPr/>
      <dgm:t>
        <a:bodyPr/>
        <a:lstStyle/>
        <a:p>
          <a:endParaRPr lang="en-US"/>
        </a:p>
      </dgm:t>
    </dgm:pt>
    <dgm:pt modelId="{C39E3C23-2FAC-46F7-A6DF-1A291EA71D56}">
      <dgm:prSet phldrT="[Text]" custT="1"/>
      <dgm:spPr/>
      <dgm:t>
        <a:bodyPr/>
        <a:lstStyle/>
        <a:p>
          <a:r>
            <a:rPr lang="en-US" sz="1800" dirty="0" err="1">
              <a:solidFill>
                <a:schemeClr val="tx1"/>
              </a:solidFill>
            </a:rPr>
            <a:t>Hafs</a:t>
          </a:r>
          <a:r>
            <a:rPr lang="en-US" sz="1800" dirty="0">
              <a:solidFill>
                <a:schemeClr val="tx1"/>
              </a:solidFill>
            </a:rPr>
            <a:t> (1000)</a:t>
          </a:r>
        </a:p>
      </dgm:t>
    </dgm:pt>
    <dgm:pt modelId="{A4E1F13D-68EF-412A-948A-A783F0C2BF76}" type="parTrans" cxnId="{35E57317-C39A-40AA-BF51-0B58A7D5169F}">
      <dgm:prSet/>
      <dgm:spPr/>
      <dgm:t>
        <a:bodyPr/>
        <a:lstStyle/>
        <a:p>
          <a:endParaRPr lang="en-US" sz="1800">
            <a:solidFill>
              <a:schemeClr val="tx1"/>
            </a:solidFill>
          </a:endParaRPr>
        </a:p>
      </dgm:t>
    </dgm:pt>
    <dgm:pt modelId="{6AA07756-A867-4FD3-B09C-31D05E80A8C2}" type="sibTrans" cxnId="{35E57317-C39A-40AA-BF51-0B58A7D5169F}">
      <dgm:prSet/>
      <dgm:spPr/>
      <dgm:t>
        <a:bodyPr/>
        <a:lstStyle/>
        <a:p>
          <a:endParaRPr lang="en-US" sz="1800">
            <a:solidFill>
              <a:schemeClr val="tx1"/>
            </a:solidFill>
          </a:endParaRPr>
        </a:p>
      </dgm:t>
    </dgm:pt>
    <dgm:pt modelId="{8FE83675-BC1E-4BFC-86E9-88B68D69FABC}">
      <dgm:prSet phldrT="[Text]" custT="1"/>
      <dgm:spPr/>
      <dgm:t>
        <a:bodyPr/>
        <a:lstStyle/>
        <a:p>
          <a:r>
            <a:rPr lang="en-US" sz="1800" dirty="0">
              <a:solidFill>
                <a:schemeClr val="tx1"/>
              </a:solidFill>
            </a:rPr>
            <a:t>Next: 1080</a:t>
          </a:r>
        </a:p>
      </dgm:t>
    </dgm:pt>
    <dgm:pt modelId="{08BB5FA6-7C12-4A0C-8337-E12566141000}" type="parTrans" cxnId="{FD0C1646-CB97-40DF-B5D9-45EBC2B914A7}">
      <dgm:prSet/>
      <dgm:spPr/>
      <dgm:t>
        <a:bodyPr/>
        <a:lstStyle/>
        <a:p>
          <a:endParaRPr lang="en-US" sz="1800">
            <a:solidFill>
              <a:schemeClr val="tx1"/>
            </a:solidFill>
          </a:endParaRPr>
        </a:p>
      </dgm:t>
    </dgm:pt>
    <dgm:pt modelId="{644C4315-5D76-4366-B28B-8B281CEA08E7}" type="sibTrans" cxnId="{FD0C1646-CB97-40DF-B5D9-45EBC2B914A7}">
      <dgm:prSet/>
      <dgm:spPr/>
      <dgm:t>
        <a:bodyPr/>
        <a:lstStyle/>
        <a:p>
          <a:endParaRPr lang="en-US" sz="1800">
            <a:solidFill>
              <a:schemeClr val="tx1"/>
            </a:solidFill>
          </a:endParaRPr>
        </a:p>
      </dgm:t>
    </dgm:pt>
    <dgm:pt modelId="{EBDC2BA8-D6DB-46B2-A42C-BB287AB44EAB}">
      <dgm:prSet phldrT="[Text]" custT="1"/>
      <dgm:spPr/>
      <dgm:t>
        <a:bodyPr/>
        <a:lstStyle/>
        <a:p>
          <a:r>
            <a:rPr lang="en-US" sz="1800" dirty="0">
              <a:solidFill>
                <a:schemeClr val="tx1"/>
              </a:solidFill>
            </a:rPr>
            <a:t>Next: 1160</a:t>
          </a:r>
        </a:p>
      </dgm:t>
    </dgm:pt>
    <dgm:pt modelId="{2C6316C0-1DDB-4ECC-89EE-12DCAD6964EE}" type="parTrans" cxnId="{2252AC41-B2CC-4139-99F4-0909C243D10B}">
      <dgm:prSet/>
      <dgm:spPr/>
      <dgm:t>
        <a:bodyPr/>
        <a:lstStyle/>
        <a:p>
          <a:endParaRPr lang="en-US" sz="1800">
            <a:solidFill>
              <a:schemeClr val="tx1"/>
            </a:solidFill>
          </a:endParaRPr>
        </a:p>
      </dgm:t>
    </dgm:pt>
    <dgm:pt modelId="{5683F5A1-C15D-4511-AD22-66D60C8C5F70}" type="sibTrans" cxnId="{2252AC41-B2CC-4139-99F4-0909C243D10B}">
      <dgm:prSet/>
      <dgm:spPr/>
      <dgm:t>
        <a:bodyPr/>
        <a:lstStyle/>
        <a:p>
          <a:endParaRPr lang="en-US" sz="1800">
            <a:solidFill>
              <a:schemeClr val="tx1"/>
            </a:solidFill>
          </a:endParaRPr>
        </a:p>
      </dgm:t>
    </dgm:pt>
    <dgm:pt modelId="{087B5EBD-F0A9-4655-B707-03E17A7E183A}">
      <dgm:prSet phldrT="[Text]" custT="1"/>
      <dgm:spPr/>
      <dgm:t>
        <a:bodyPr/>
        <a:lstStyle/>
        <a:p>
          <a:r>
            <a:rPr lang="en-US" sz="1800" dirty="0" err="1">
              <a:solidFill>
                <a:schemeClr val="tx1"/>
              </a:solidFill>
            </a:rPr>
            <a:t>Mohimin</a:t>
          </a:r>
          <a:r>
            <a:rPr lang="en-US" sz="1800" dirty="0">
              <a:solidFill>
                <a:schemeClr val="tx1"/>
              </a:solidFill>
            </a:rPr>
            <a:t> (1160)</a:t>
          </a:r>
        </a:p>
      </dgm:t>
    </dgm:pt>
    <dgm:pt modelId="{9DF3D824-9C2C-4E0A-95E0-361D3DC9D5E3}" type="parTrans" cxnId="{F88FFDC8-458A-4975-A9F0-E4D25DAF2590}">
      <dgm:prSet/>
      <dgm:spPr/>
      <dgm:t>
        <a:bodyPr/>
        <a:lstStyle/>
        <a:p>
          <a:endParaRPr lang="en-US" sz="1800">
            <a:solidFill>
              <a:schemeClr val="tx1"/>
            </a:solidFill>
          </a:endParaRPr>
        </a:p>
      </dgm:t>
    </dgm:pt>
    <dgm:pt modelId="{734C1A15-F309-41D6-BDB6-D2BF2C76EBAF}" type="sibTrans" cxnId="{F88FFDC8-458A-4975-A9F0-E4D25DAF2590}">
      <dgm:prSet/>
      <dgm:spPr/>
      <dgm:t>
        <a:bodyPr/>
        <a:lstStyle/>
        <a:p>
          <a:endParaRPr lang="en-US" sz="1800">
            <a:solidFill>
              <a:schemeClr val="tx1"/>
            </a:solidFill>
          </a:endParaRPr>
        </a:p>
      </dgm:t>
    </dgm:pt>
    <dgm:pt modelId="{98F6B0FF-EC30-4B70-9E89-709F90BB9440}">
      <dgm:prSet phldrT="[Text]" custT="1"/>
      <dgm:spPr/>
      <dgm:t>
        <a:bodyPr/>
        <a:lstStyle/>
        <a:p>
          <a:r>
            <a:rPr lang="en-US" sz="1800" dirty="0">
              <a:solidFill>
                <a:schemeClr val="tx1"/>
              </a:solidFill>
            </a:rPr>
            <a:t>Next: (1240)</a:t>
          </a:r>
        </a:p>
      </dgm:t>
    </dgm:pt>
    <dgm:pt modelId="{DFEA61E5-71DA-447F-8D16-0EC63E5A773A}" type="parTrans" cxnId="{7A72836A-855D-4526-8804-3A10CEDCB942}">
      <dgm:prSet/>
      <dgm:spPr/>
      <dgm:t>
        <a:bodyPr/>
        <a:lstStyle/>
        <a:p>
          <a:endParaRPr lang="en-US" sz="1800">
            <a:solidFill>
              <a:schemeClr val="tx1"/>
            </a:solidFill>
          </a:endParaRPr>
        </a:p>
      </dgm:t>
    </dgm:pt>
    <dgm:pt modelId="{F9AD79ED-5F12-49E3-AB8D-EBDA072385A0}" type="sibTrans" cxnId="{7A72836A-855D-4526-8804-3A10CEDCB942}">
      <dgm:prSet/>
      <dgm:spPr/>
      <dgm:t>
        <a:bodyPr/>
        <a:lstStyle/>
        <a:p>
          <a:endParaRPr lang="en-US" sz="1800">
            <a:solidFill>
              <a:schemeClr val="tx1"/>
            </a:solidFill>
          </a:endParaRPr>
        </a:p>
      </dgm:t>
    </dgm:pt>
    <dgm:pt modelId="{CCFBE03C-4263-4E4A-808E-D391362D09D6}">
      <dgm:prSet phldrT="[Text]" custT="1"/>
      <dgm:spPr/>
      <dgm:t>
        <a:bodyPr/>
        <a:lstStyle/>
        <a:p>
          <a:r>
            <a:rPr lang="en-US" sz="1800" dirty="0">
              <a:solidFill>
                <a:schemeClr val="tx1"/>
              </a:solidFill>
            </a:rPr>
            <a:t>Asra (1080)</a:t>
          </a:r>
        </a:p>
      </dgm:t>
    </dgm:pt>
    <dgm:pt modelId="{0B1923A0-1548-4E06-BC6F-BF83B76C9D48}" type="parTrans" cxnId="{9597CC8B-269C-44B8-82A2-0A961D7D5CA9}">
      <dgm:prSet/>
      <dgm:spPr/>
      <dgm:t>
        <a:bodyPr/>
        <a:lstStyle/>
        <a:p>
          <a:endParaRPr lang="en-US" sz="1800">
            <a:solidFill>
              <a:schemeClr val="tx1"/>
            </a:solidFill>
          </a:endParaRPr>
        </a:p>
      </dgm:t>
    </dgm:pt>
    <dgm:pt modelId="{CB0D7A3B-3255-4DE9-823A-7CF555D4AF49}" type="sibTrans" cxnId="{9597CC8B-269C-44B8-82A2-0A961D7D5CA9}">
      <dgm:prSet/>
      <dgm:spPr/>
      <dgm:t>
        <a:bodyPr/>
        <a:lstStyle/>
        <a:p>
          <a:endParaRPr lang="en-US" sz="1800">
            <a:solidFill>
              <a:schemeClr val="tx1"/>
            </a:solidFill>
          </a:endParaRPr>
        </a:p>
      </dgm:t>
    </dgm:pt>
    <dgm:pt modelId="{B7762A85-8955-46FE-87CF-87007108E190}">
      <dgm:prSet phldrT="[Text]" custT="1"/>
      <dgm:spPr/>
      <dgm:t>
        <a:bodyPr/>
        <a:lstStyle/>
        <a:p>
          <a:r>
            <a:rPr lang="en-US" sz="1800" dirty="0" err="1">
              <a:solidFill>
                <a:schemeClr val="tx1"/>
              </a:solidFill>
            </a:rPr>
            <a:t>Shahzaman</a:t>
          </a:r>
          <a:r>
            <a:rPr lang="en-US" sz="1800" dirty="0">
              <a:solidFill>
                <a:schemeClr val="tx1"/>
              </a:solidFill>
            </a:rPr>
            <a:t> (1240)</a:t>
          </a:r>
        </a:p>
      </dgm:t>
    </dgm:pt>
    <dgm:pt modelId="{CFE6B9C5-7E47-4D8B-A0C1-BF83B682E653}" type="parTrans" cxnId="{19BCA11E-9D5D-4422-A73B-7AA2A895799E}">
      <dgm:prSet/>
      <dgm:spPr/>
      <dgm:t>
        <a:bodyPr/>
        <a:lstStyle/>
        <a:p>
          <a:endParaRPr lang="en-US" sz="1800">
            <a:solidFill>
              <a:schemeClr val="tx1"/>
            </a:solidFill>
          </a:endParaRPr>
        </a:p>
      </dgm:t>
    </dgm:pt>
    <dgm:pt modelId="{E225C9CD-364B-4A2B-BEB4-6F0F3538EAA9}" type="sibTrans" cxnId="{19BCA11E-9D5D-4422-A73B-7AA2A895799E}">
      <dgm:prSet/>
      <dgm:spPr/>
      <dgm:t>
        <a:bodyPr/>
        <a:lstStyle/>
        <a:p>
          <a:endParaRPr lang="en-US" sz="1800">
            <a:solidFill>
              <a:schemeClr val="tx1"/>
            </a:solidFill>
          </a:endParaRPr>
        </a:p>
      </dgm:t>
    </dgm:pt>
    <dgm:pt modelId="{A68FC509-018A-4978-9947-BB5576CBF1AF}">
      <dgm:prSet phldrT="[Text]" custT="1"/>
      <dgm:spPr/>
      <dgm:t>
        <a:bodyPr/>
        <a:lstStyle/>
        <a:p>
          <a:r>
            <a:rPr lang="en-US" sz="1800" b="1" dirty="0">
              <a:solidFill>
                <a:schemeClr val="tx1"/>
              </a:solidFill>
            </a:rPr>
            <a:t>Next: (3000)</a:t>
          </a:r>
        </a:p>
      </dgm:t>
    </dgm:pt>
    <dgm:pt modelId="{9DF7BF94-BB3E-4322-922E-8D118270BD6A}" type="parTrans" cxnId="{75B3E9CB-07B1-4592-91D8-DC40418C8CBC}">
      <dgm:prSet/>
      <dgm:spPr/>
      <dgm:t>
        <a:bodyPr/>
        <a:lstStyle/>
        <a:p>
          <a:endParaRPr lang="en-US"/>
        </a:p>
      </dgm:t>
    </dgm:pt>
    <dgm:pt modelId="{B457F42F-1BBA-4D0E-A97A-D401C9954954}" type="sibTrans" cxnId="{75B3E9CB-07B1-4592-91D8-DC40418C8CBC}">
      <dgm:prSet/>
      <dgm:spPr/>
      <dgm:t>
        <a:bodyPr/>
        <a:lstStyle/>
        <a:p>
          <a:endParaRPr lang="en-US"/>
        </a:p>
      </dgm:t>
    </dgm:pt>
    <dgm:pt modelId="{DA484713-6682-46A6-96F2-CCDBE43B793D}">
      <dgm:prSet phldrT="[Text]" custT="1"/>
      <dgm:spPr/>
      <dgm:t>
        <a:bodyPr/>
        <a:lstStyle/>
        <a:p>
          <a:r>
            <a:rPr lang="en-US" sz="1800" dirty="0">
              <a:solidFill>
                <a:schemeClr val="tx1"/>
              </a:solidFill>
            </a:rPr>
            <a:t>Omar Baig (1320)</a:t>
          </a:r>
        </a:p>
      </dgm:t>
    </dgm:pt>
    <dgm:pt modelId="{2AC69B6D-67A5-4D9E-9E4B-5D64D007059E}" type="parTrans" cxnId="{B2AFE90F-C599-436B-9991-0C86C826277F}">
      <dgm:prSet/>
      <dgm:spPr/>
      <dgm:t>
        <a:bodyPr/>
        <a:lstStyle/>
        <a:p>
          <a:endParaRPr lang="en-US"/>
        </a:p>
      </dgm:t>
    </dgm:pt>
    <dgm:pt modelId="{EFCFCF17-2D88-46C4-A2EB-D12BF99AC455}" type="sibTrans" cxnId="{B2AFE90F-C599-436B-9991-0C86C826277F}">
      <dgm:prSet/>
      <dgm:spPr/>
      <dgm:t>
        <a:bodyPr/>
        <a:lstStyle/>
        <a:p>
          <a:endParaRPr lang="en-US"/>
        </a:p>
      </dgm:t>
    </dgm:pt>
    <dgm:pt modelId="{9C877F5B-36FD-4FDE-8468-E4869939D519}">
      <dgm:prSet phldrT="[Text]" custT="1"/>
      <dgm:spPr/>
      <dgm:t>
        <a:bodyPr/>
        <a:lstStyle/>
        <a:p>
          <a:r>
            <a:rPr lang="en-US" sz="1800" dirty="0">
              <a:solidFill>
                <a:schemeClr val="tx1"/>
              </a:solidFill>
            </a:rPr>
            <a:t>Next: (1400)</a:t>
          </a:r>
        </a:p>
      </dgm:t>
    </dgm:pt>
    <dgm:pt modelId="{B5B52C66-F8F2-48AD-A4BC-B1F1E1994D07}" type="parTrans" cxnId="{A2CD47EB-647F-417C-8E6F-5A041C5AC6AE}">
      <dgm:prSet/>
      <dgm:spPr/>
      <dgm:t>
        <a:bodyPr/>
        <a:lstStyle/>
        <a:p>
          <a:endParaRPr lang="en-US"/>
        </a:p>
      </dgm:t>
    </dgm:pt>
    <dgm:pt modelId="{900C90FB-FEDC-4AE9-866C-3EC31B84F1EA}" type="sibTrans" cxnId="{A2CD47EB-647F-417C-8E6F-5A041C5AC6AE}">
      <dgm:prSet/>
      <dgm:spPr/>
      <dgm:t>
        <a:bodyPr/>
        <a:lstStyle/>
        <a:p>
          <a:endParaRPr lang="en-US"/>
        </a:p>
      </dgm:t>
    </dgm:pt>
    <dgm:pt modelId="{DA650997-5C77-4E8E-BE92-76AEE27231AB}">
      <dgm:prSet phldrT="[Text]" custT="1"/>
      <dgm:spPr/>
      <dgm:t>
        <a:bodyPr/>
        <a:lstStyle/>
        <a:p>
          <a:r>
            <a:rPr lang="en-US" sz="1800" dirty="0">
              <a:solidFill>
                <a:schemeClr val="tx1"/>
              </a:solidFill>
            </a:rPr>
            <a:t>Omar Khan (1400)</a:t>
          </a:r>
        </a:p>
      </dgm:t>
    </dgm:pt>
    <dgm:pt modelId="{DF962E63-3C2A-41AB-8603-57A13DE3F2A9}" type="parTrans" cxnId="{4DB863F9-132F-4C02-9EE0-C31F64FBF037}">
      <dgm:prSet/>
      <dgm:spPr/>
      <dgm:t>
        <a:bodyPr/>
        <a:lstStyle/>
        <a:p>
          <a:endParaRPr lang="en-US"/>
        </a:p>
      </dgm:t>
    </dgm:pt>
    <dgm:pt modelId="{8B5CDA5C-4204-4BC4-937C-D4018A2F6CF8}" type="sibTrans" cxnId="{4DB863F9-132F-4C02-9EE0-C31F64FBF037}">
      <dgm:prSet/>
      <dgm:spPr/>
      <dgm:t>
        <a:bodyPr/>
        <a:lstStyle/>
        <a:p>
          <a:endParaRPr lang="en-US"/>
        </a:p>
      </dgm:t>
    </dgm:pt>
    <dgm:pt modelId="{7361DD3D-5F65-411A-A40F-38430317045E}">
      <dgm:prSet phldrT="[Text]" custT="1"/>
      <dgm:spPr/>
      <dgm:t>
        <a:bodyPr/>
        <a:lstStyle/>
        <a:p>
          <a:r>
            <a:rPr lang="en-US" sz="1800" dirty="0">
              <a:solidFill>
                <a:schemeClr val="tx1"/>
              </a:solidFill>
            </a:rPr>
            <a:t>Next: null</a:t>
          </a:r>
        </a:p>
      </dgm:t>
    </dgm:pt>
    <dgm:pt modelId="{E36EAE05-927D-43B6-BFEC-414F83EA37CA}" type="parTrans" cxnId="{0A8DCB73-7A4B-460D-8542-4C4785EAEDC8}">
      <dgm:prSet/>
      <dgm:spPr/>
      <dgm:t>
        <a:bodyPr/>
        <a:lstStyle/>
        <a:p>
          <a:endParaRPr lang="en-US"/>
        </a:p>
      </dgm:t>
    </dgm:pt>
    <dgm:pt modelId="{916C818D-BC80-4794-B7E5-D7D24AE2A023}" type="sibTrans" cxnId="{0A8DCB73-7A4B-460D-8542-4C4785EAEDC8}">
      <dgm:prSet/>
      <dgm:spPr/>
      <dgm:t>
        <a:bodyPr/>
        <a:lstStyle/>
        <a:p>
          <a:endParaRPr lang="en-US"/>
        </a:p>
      </dgm:t>
    </dgm:pt>
    <dgm:pt modelId="{2C29F916-604F-4780-A241-45EAE1D94BB2}">
      <dgm:prSet phldrT="[Text]" custT="1"/>
      <dgm:spPr/>
      <dgm:t>
        <a:bodyPr/>
        <a:lstStyle/>
        <a:p>
          <a:r>
            <a:rPr lang="en-US" sz="1800" b="1" dirty="0">
              <a:solidFill>
                <a:schemeClr val="tx1"/>
              </a:solidFill>
            </a:rPr>
            <a:t>Uzair (3000)</a:t>
          </a:r>
        </a:p>
      </dgm:t>
    </dgm:pt>
    <dgm:pt modelId="{8BB8E7E4-A082-4EC5-B4D0-587903363330}" type="parTrans" cxnId="{54B9AB26-D3C8-4407-95FE-251311BE59FF}">
      <dgm:prSet/>
      <dgm:spPr/>
      <dgm:t>
        <a:bodyPr/>
        <a:lstStyle/>
        <a:p>
          <a:endParaRPr lang="en-US"/>
        </a:p>
      </dgm:t>
    </dgm:pt>
    <dgm:pt modelId="{57003AB6-91FB-4030-908B-65B911E6DE18}" type="sibTrans" cxnId="{54B9AB26-D3C8-4407-95FE-251311BE59FF}">
      <dgm:prSet/>
      <dgm:spPr/>
      <dgm:t>
        <a:bodyPr/>
        <a:lstStyle/>
        <a:p>
          <a:endParaRPr lang="en-US"/>
        </a:p>
      </dgm:t>
    </dgm:pt>
    <dgm:pt modelId="{F03A12EA-F47E-4A43-8E45-44A8EDC3E18C}">
      <dgm:prSet phldrT="[Text]" custT="1"/>
      <dgm:spPr/>
      <dgm:t>
        <a:bodyPr/>
        <a:lstStyle/>
        <a:p>
          <a:r>
            <a:rPr lang="en-US" sz="1800" b="1" dirty="0">
              <a:solidFill>
                <a:schemeClr val="tx1"/>
              </a:solidFill>
            </a:rPr>
            <a:t>Next: 1320</a:t>
          </a:r>
        </a:p>
      </dgm:t>
    </dgm:pt>
    <dgm:pt modelId="{164E53CD-3509-4694-87A7-4B57880F8981}" type="parTrans" cxnId="{656A9801-D475-488F-8DEB-85D2209A8B7F}">
      <dgm:prSet/>
      <dgm:spPr/>
      <dgm:t>
        <a:bodyPr/>
        <a:lstStyle/>
        <a:p>
          <a:endParaRPr lang="en-US"/>
        </a:p>
      </dgm:t>
    </dgm:pt>
    <dgm:pt modelId="{60E4D30A-2E63-47F6-95A3-4D62E1078773}" type="sibTrans" cxnId="{656A9801-D475-488F-8DEB-85D2209A8B7F}">
      <dgm:prSet/>
      <dgm:spPr/>
      <dgm:t>
        <a:bodyPr/>
        <a:lstStyle/>
        <a:p>
          <a:endParaRPr lang="en-US"/>
        </a:p>
      </dgm:t>
    </dgm:pt>
    <dgm:pt modelId="{3DC108ED-6BE0-4382-9440-E31FEF691771}" type="pres">
      <dgm:prSet presAssocID="{885EF29F-92E7-4677-A6FF-D4EF4D02E170}" presName="Name0" presStyleCnt="0">
        <dgm:presLayoutVars>
          <dgm:dir/>
          <dgm:animLvl val="lvl"/>
          <dgm:resizeHandles val="exact"/>
        </dgm:presLayoutVars>
      </dgm:prSet>
      <dgm:spPr/>
    </dgm:pt>
    <dgm:pt modelId="{26490E4E-65D6-4E81-8809-B3E2A823BB31}" type="pres">
      <dgm:prSet presAssocID="{DA650997-5C77-4E8E-BE92-76AEE27231AB}" presName="boxAndChildren" presStyleCnt="0"/>
      <dgm:spPr/>
    </dgm:pt>
    <dgm:pt modelId="{46B80AAE-3E94-41AF-B8E7-0889EDDACC05}" type="pres">
      <dgm:prSet presAssocID="{DA650997-5C77-4E8E-BE92-76AEE27231AB}" presName="parentTextBox" presStyleLbl="node1" presStyleIdx="0" presStyleCnt="7"/>
      <dgm:spPr/>
    </dgm:pt>
    <dgm:pt modelId="{D372707A-8A43-4906-81BD-B71A2B804CD4}" type="pres">
      <dgm:prSet presAssocID="{DA650997-5C77-4E8E-BE92-76AEE27231AB}" presName="entireBox" presStyleLbl="node1" presStyleIdx="0" presStyleCnt="7"/>
      <dgm:spPr/>
    </dgm:pt>
    <dgm:pt modelId="{8ED402A5-9E2D-475C-A223-6F0551A64F9A}" type="pres">
      <dgm:prSet presAssocID="{DA650997-5C77-4E8E-BE92-76AEE27231AB}" presName="descendantBox" presStyleCnt="0"/>
      <dgm:spPr/>
    </dgm:pt>
    <dgm:pt modelId="{83B19495-2C72-4F71-B882-351B0FB5866D}" type="pres">
      <dgm:prSet presAssocID="{7361DD3D-5F65-411A-A40F-38430317045E}" presName="childTextBox" presStyleLbl="fgAccFollowNode1" presStyleIdx="0" presStyleCnt="7">
        <dgm:presLayoutVars>
          <dgm:bulletEnabled val="1"/>
        </dgm:presLayoutVars>
      </dgm:prSet>
      <dgm:spPr/>
    </dgm:pt>
    <dgm:pt modelId="{5CC65544-568F-4773-A504-5720645315A3}" type="pres">
      <dgm:prSet presAssocID="{EFCFCF17-2D88-46C4-A2EB-D12BF99AC455}" presName="sp" presStyleCnt="0"/>
      <dgm:spPr/>
    </dgm:pt>
    <dgm:pt modelId="{9095AF84-27A8-42C2-A8E5-B24133CCC3DF}" type="pres">
      <dgm:prSet presAssocID="{DA484713-6682-46A6-96F2-CCDBE43B793D}" presName="arrowAndChildren" presStyleCnt="0"/>
      <dgm:spPr/>
    </dgm:pt>
    <dgm:pt modelId="{766BDC2D-E465-4256-83E1-36FDC2AFC46F}" type="pres">
      <dgm:prSet presAssocID="{DA484713-6682-46A6-96F2-CCDBE43B793D}" presName="parentTextArrow" presStyleLbl="node1" presStyleIdx="0" presStyleCnt="7"/>
      <dgm:spPr/>
    </dgm:pt>
    <dgm:pt modelId="{E1FE6332-B18B-4756-9A05-568887C9B185}" type="pres">
      <dgm:prSet presAssocID="{DA484713-6682-46A6-96F2-CCDBE43B793D}" presName="arrow" presStyleLbl="node1" presStyleIdx="1" presStyleCnt="7"/>
      <dgm:spPr/>
    </dgm:pt>
    <dgm:pt modelId="{EF24F7FC-EA37-4C0D-86AA-E9D97A641A1C}" type="pres">
      <dgm:prSet presAssocID="{DA484713-6682-46A6-96F2-CCDBE43B793D}" presName="descendantArrow" presStyleCnt="0"/>
      <dgm:spPr/>
    </dgm:pt>
    <dgm:pt modelId="{28E53C9D-778A-469D-A7CB-295342BDB9E7}" type="pres">
      <dgm:prSet presAssocID="{9C877F5B-36FD-4FDE-8468-E4869939D519}" presName="childTextArrow" presStyleLbl="fgAccFollowNode1" presStyleIdx="1" presStyleCnt="7">
        <dgm:presLayoutVars>
          <dgm:bulletEnabled val="1"/>
        </dgm:presLayoutVars>
      </dgm:prSet>
      <dgm:spPr/>
    </dgm:pt>
    <dgm:pt modelId="{9A75AA51-06D9-4FC4-A997-30D182113022}" type="pres">
      <dgm:prSet presAssocID="{57003AB6-91FB-4030-908B-65B911E6DE18}" presName="sp" presStyleCnt="0"/>
      <dgm:spPr/>
    </dgm:pt>
    <dgm:pt modelId="{C81D87A9-FB56-414D-8559-B466357FB9DC}" type="pres">
      <dgm:prSet presAssocID="{2C29F916-604F-4780-A241-45EAE1D94BB2}" presName="arrowAndChildren" presStyleCnt="0"/>
      <dgm:spPr/>
    </dgm:pt>
    <dgm:pt modelId="{60093A51-8B96-40BE-B6FA-102D5381E7D8}" type="pres">
      <dgm:prSet presAssocID="{2C29F916-604F-4780-A241-45EAE1D94BB2}" presName="parentTextArrow" presStyleLbl="node1" presStyleIdx="1" presStyleCnt="7"/>
      <dgm:spPr/>
    </dgm:pt>
    <dgm:pt modelId="{F2DC89DA-1750-44B0-8137-8975DC5F6885}" type="pres">
      <dgm:prSet presAssocID="{2C29F916-604F-4780-A241-45EAE1D94BB2}" presName="arrow" presStyleLbl="node1" presStyleIdx="2" presStyleCnt="7"/>
      <dgm:spPr/>
    </dgm:pt>
    <dgm:pt modelId="{BA50D769-0AF9-4A5F-A572-E7F397971970}" type="pres">
      <dgm:prSet presAssocID="{2C29F916-604F-4780-A241-45EAE1D94BB2}" presName="descendantArrow" presStyleCnt="0"/>
      <dgm:spPr/>
    </dgm:pt>
    <dgm:pt modelId="{F02E9F28-9A6D-4B55-A5EE-C1CB170EB3AA}" type="pres">
      <dgm:prSet presAssocID="{F03A12EA-F47E-4A43-8E45-44A8EDC3E18C}" presName="childTextArrow" presStyleLbl="fgAccFollowNode1" presStyleIdx="2" presStyleCnt="7">
        <dgm:presLayoutVars>
          <dgm:bulletEnabled val="1"/>
        </dgm:presLayoutVars>
      </dgm:prSet>
      <dgm:spPr/>
    </dgm:pt>
    <dgm:pt modelId="{FE0C2A7C-444A-4255-A30C-A790827F91DA}" type="pres">
      <dgm:prSet presAssocID="{E225C9CD-364B-4A2B-BEB4-6F0F3538EAA9}" presName="sp" presStyleCnt="0"/>
      <dgm:spPr/>
    </dgm:pt>
    <dgm:pt modelId="{8E993791-ED34-4A97-884A-1C25BFDF4FB2}" type="pres">
      <dgm:prSet presAssocID="{B7762A85-8955-46FE-87CF-87007108E190}" presName="arrowAndChildren" presStyleCnt="0"/>
      <dgm:spPr/>
    </dgm:pt>
    <dgm:pt modelId="{036B3DC7-94A3-44EC-BFCA-455586476391}" type="pres">
      <dgm:prSet presAssocID="{B7762A85-8955-46FE-87CF-87007108E190}" presName="parentTextArrow" presStyleLbl="node1" presStyleIdx="2" presStyleCnt="7"/>
      <dgm:spPr/>
    </dgm:pt>
    <dgm:pt modelId="{8C75E1E5-DDE1-4CA0-96C4-4BBB4C1CD29C}" type="pres">
      <dgm:prSet presAssocID="{B7762A85-8955-46FE-87CF-87007108E190}" presName="arrow" presStyleLbl="node1" presStyleIdx="3" presStyleCnt="7"/>
      <dgm:spPr/>
    </dgm:pt>
    <dgm:pt modelId="{DA04D12D-7A37-4B2E-9D1E-9D865718DD3A}" type="pres">
      <dgm:prSet presAssocID="{B7762A85-8955-46FE-87CF-87007108E190}" presName="descendantArrow" presStyleCnt="0"/>
      <dgm:spPr/>
    </dgm:pt>
    <dgm:pt modelId="{F4974422-5D35-49D6-B582-FDD9AB8671C9}" type="pres">
      <dgm:prSet presAssocID="{A68FC509-018A-4978-9947-BB5576CBF1AF}" presName="childTextArrow" presStyleLbl="fgAccFollowNode1" presStyleIdx="3" presStyleCnt="7">
        <dgm:presLayoutVars>
          <dgm:bulletEnabled val="1"/>
        </dgm:presLayoutVars>
      </dgm:prSet>
      <dgm:spPr/>
    </dgm:pt>
    <dgm:pt modelId="{45482B65-7C94-413E-9047-529144B9DC44}" type="pres">
      <dgm:prSet presAssocID="{734C1A15-F309-41D6-BDB6-D2BF2C76EBAF}" presName="sp" presStyleCnt="0"/>
      <dgm:spPr/>
    </dgm:pt>
    <dgm:pt modelId="{4AD28CEB-671D-41FC-B396-5FB9DD3761D2}" type="pres">
      <dgm:prSet presAssocID="{087B5EBD-F0A9-4655-B707-03E17A7E183A}" presName="arrowAndChildren" presStyleCnt="0"/>
      <dgm:spPr/>
    </dgm:pt>
    <dgm:pt modelId="{A7B8B78D-DEA0-4770-A7E7-7B41BD58DCD5}" type="pres">
      <dgm:prSet presAssocID="{087B5EBD-F0A9-4655-B707-03E17A7E183A}" presName="parentTextArrow" presStyleLbl="node1" presStyleIdx="3" presStyleCnt="7"/>
      <dgm:spPr/>
    </dgm:pt>
    <dgm:pt modelId="{5D8F5670-B21C-43B3-BA8F-717503971419}" type="pres">
      <dgm:prSet presAssocID="{087B5EBD-F0A9-4655-B707-03E17A7E183A}" presName="arrow" presStyleLbl="node1" presStyleIdx="4" presStyleCnt="7"/>
      <dgm:spPr/>
    </dgm:pt>
    <dgm:pt modelId="{0EA8EC0E-B6AD-4C54-9E14-B8B63F8B92DB}" type="pres">
      <dgm:prSet presAssocID="{087B5EBD-F0A9-4655-B707-03E17A7E183A}" presName="descendantArrow" presStyleCnt="0"/>
      <dgm:spPr/>
    </dgm:pt>
    <dgm:pt modelId="{8E809ED9-F09E-4F67-AD79-F59958256690}" type="pres">
      <dgm:prSet presAssocID="{98F6B0FF-EC30-4B70-9E89-709F90BB9440}" presName="childTextArrow" presStyleLbl="fgAccFollowNode1" presStyleIdx="4" presStyleCnt="7">
        <dgm:presLayoutVars>
          <dgm:bulletEnabled val="1"/>
        </dgm:presLayoutVars>
      </dgm:prSet>
      <dgm:spPr/>
    </dgm:pt>
    <dgm:pt modelId="{BD9B08FD-9573-413B-A7A0-F4E8A016BF9C}" type="pres">
      <dgm:prSet presAssocID="{CB0D7A3B-3255-4DE9-823A-7CF555D4AF49}" presName="sp" presStyleCnt="0"/>
      <dgm:spPr/>
    </dgm:pt>
    <dgm:pt modelId="{6A13B0AE-D62B-450B-BD97-1CCC50D689F9}" type="pres">
      <dgm:prSet presAssocID="{CCFBE03C-4263-4E4A-808E-D391362D09D6}" presName="arrowAndChildren" presStyleCnt="0"/>
      <dgm:spPr/>
    </dgm:pt>
    <dgm:pt modelId="{B28586C6-5B1B-4452-B5A4-E09427C729D5}" type="pres">
      <dgm:prSet presAssocID="{CCFBE03C-4263-4E4A-808E-D391362D09D6}" presName="parentTextArrow" presStyleLbl="node1" presStyleIdx="4" presStyleCnt="7"/>
      <dgm:spPr/>
    </dgm:pt>
    <dgm:pt modelId="{4E0BA341-7178-4025-8D04-2FB5EA8B21A3}" type="pres">
      <dgm:prSet presAssocID="{CCFBE03C-4263-4E4A-808E-D391362D09D6}" presName="arrow" presStyleLbl="node1" presStyleIdx="5" presStyleCnt="7"/>
      <dgm:spPr/>
    </dgm:pt>
    <dgm:pt modelId="{80E74C7A-1710-4DAC-8061-ADBD75363FD4}" type="pres">
      <dgm:prSet presAssocID="{CCFBE03C-4263-4E4A-808E-D391362D09D6}" presName="descendantArrow" presStyleCnt="0"/>
      <dgm:spPr/>
    </dgm:pt>
    <dgm:pt modelId="{1F3FD66D-31B8-4483-9177-788B743AFA39}" type="pres">
      <dgm:prSet presAssocID="{EBDC2BA8-D6DB-46B2-A42C-BB287AB44EAB}" presName="childTextArrow" presStyleLbl="fgAccFollowNode1" presStyleIdx="5" presStyleCnt="7">
        <dgm:presLayoutVars>
          <dgm:bulletEnabled val="1"/>
        </dgm:presLayoutVars>
      </dgm:prSet>
      <dgm:spPr/>
    </dgm:pt>
    <dgm:pt modelId="{E068ED3E-CA5D-470E-B796-08D99E4AF4E0}" type="pres">
      <dgm:prSet presAssocID="{6AA07756-A867-4FD3-B09C-31D05E80A8C2}" presName="sp" presStyleCnt="0"/>
      <dgm:spPr/>
    </dgm:pt>
    <dgm:pt modelId="{050C1D88-2950-426E-9B3B-DDBFBBE02C5F}" type="pres">
      <dgm:prSet presAssocID="{C39E3C23-2FAC-46F7-A6DF-1A291EA71D56}" presName="arrowAndChildren" presStyleCnt="0"/>
      <dgm:spPr/>
    </dgm:pt>
    <dgm:pt modelId="{06451CBB-366C-4D61-AA3F-56F9EA6F10D7}" type="pres">
      <dgm:prSet presAssocID="{C39E3C23-2FAC-46F7-A6DF-1A291EA71D56}" presName="parentTextArrow" presStyleLbl="node1" presStyleIdx="5" presStyleCnt="7"/>
      <dgm:spPr/>
    </dgm:pt>
    <dgm:pt modelId="{E4B64EF6-2EE6-46D2-B38F-DA1F37A488B8}" type="pres">
      <dgm:prSet presAssocID="{C39E3C23-2FAC-46F7-A6DF-1A291EA71D56}" presName="arrow" presStyleLbl="node1" presStyleIdx="6" presStyleCnt="7"/>
      <dgm:spPr/>
    </dgm:pt>
    <dgm:pt modelId="{294B6996-BEF5-48E3-A720-E9C99EF83E96}" type="pres">
      <dgm:prSet presAssocID="{C39E3C23-2FAC-46F7-A6DF-1A291EA71D56}" presName="descendantArrow" presStyleCnt="0"/>
      <dgm:spPr/>
    </dgm:pt>
    <dgm:pt modelId="{15A09595-CCC3-46A8-996D-57150771CFAB}" type="pres">
      <dgm:prSet presAssocID="{8FE83675-BC1E-4BFC-86E9-88B68D69FABC}" presName="childTextArrow" presStyleLbl="fgAccFollowNode1" presStyleIdx="6" presStyleCnt="7">
        <dgm:presLayoutVars>
          <dgm:bulletEnabled val="1"/>
        </dgm:presLayoutVars>
      </dgm:prSet>
      <dgm:spPr/>
    </dgm:pt>
  </dgm:ptLst>
  <dgm:cxnLst>
    <dgm:cxn modelId="{656A9801-D475-488F-8DEB-85D2209A8B7F}" srcId="{2C29F916-604F-4780-A241-45EAE1D94BB2}" destId="{F03A12EA-F47E-4A43-8E45-44A8EDC3E18C}" srcOrd="0" destOrd="0" parTransId="{164E53CD-3509-4694-87A7-4B57880F8981}" sibTransId="{60E4D30A-2E63-47F6-95A3-4D62E1078773}"/>
    <dgm:cxn modelId="{B2AFE90F-C599-436B-9991-0C86C826277F}" srcId="{885EF29F-92E7-4677-A6FF-D4EF4D02E170}" destId="{DA484713-6682-46A6-96F2-CCDBE43B793D}" srcOrd="5" destOrd="0" parTransId="{2AC69B6D-67A5-4D9E-9E4B-5D64D007059E}" sibTransId="{EFCFCF17-2D88-46C4-A2EB-D12BF99AC455}"/>
    <dgm:cxn modelId="{4499F613-215D-4C7E-BB83-4B6F6E745683}" type="presOf" srcId="{CCFBE03C-4263-4E4A-808E-D391362D09D6}" destId="{4E0BA341-7178-4025-8D04-2FB5EA8B21A3}" srcOrd="1" destOrd="0" presId="urn:microsoft.com/office/officeart/2005/8/layout/process4"/>
    <dgm:cxn modelId="{35E57317-C39A-40AA-BF51-0B58A7D5169F}" srcId="{885EF29F-92E7-4677-A6FF-D4EF4D02E170}" destId="{C39E3C23-2FAC-46F7-A6DF-1A291EA71D56}" srcOrd="0" destOrd="0" parTransId="{A4E1F13D-68EF-412A-948A-A783F0C2BF76}" sibTransId="{6AA07756-A867-4FD3-B09C-31D05E80A8C2}"/>
    <dgm:cxn modelId="{A71D8F17-695A-46A3-A63D-3E19DE905E25}" type="presOf" srcId="{98F6B0FF-EC30-4B70-9E89-709F90BB9440}" destId="{8E809ED9-F09E-4F67-AD79-F59958256690}" srcOrd="0" destOrd="0" presId="urn:microsoft.com/office/officeart/2005/8/layout/process4"/>
    <dgm:cxn modelId="{5A6E261B-7F3B-4CC1-BD8A-9626CAE0EF4C}" type="presOf" srcId="{2C29F916-604F-4780-A241-45EAE1D94BB2}" destId="{60093A51-8B96-40BE-B6FA-102D5381E7D8}" srcOrd="0" destOrd="0" presId="urn:microsoft.com/office/officeart/2005/8/layout/process4"/>
    <dgm:cxn modelId="{19BCA11E-9D5D-4422-A73B-7AA2A895799E}" srcId="{885EF29F-92E7-4677-A6FF-D4EF4D02E170}" destId="{B7762A85-8955-46FE-87CF-87007108E190}" srcOrd="3" destOrd="0" parTransId="{CFE6B9C5-7E47-4D8B-A0C1-BF83B682E653}" sibTransId="{E225C9CD-364B-4A2B-BEB4-6F0F3538EAA9}"/>
    <dgm:cxn modelId="{C8BDE622-2CD6-40DB-AEE0-714DCE90AC64}" type="presOf" srcId="{DA484713-6682-46A6-96F2-CCDBE43B793D}" destId="{E1FE6332-B18B-4756-9A05-568887C9B185}" srcOrd="1" destOrd="0" presId="urn:microsoft.com/office/officeart/2005/8/layout/process4"/>
    <dgm:cxn modelId="{54B9AB26-D3C8-4407-95FE-251311BE59FF}" srcId="{885EF29F-92E7-4677-A6FF-D4EF4D02E170}" destId="{2C29F916-604F-4780-A241-45EAE1D94BB2}" srcOrd="4" destOrd="0" parTransId="{8BB8E7E4-A082-4EC5-B4D0-587903363330}" sibTransId="{57003AB6-91FB-4030-908B-65B911E6DE18}"/>
    <dgm:cxn modelId="{BDE68132-35A4-4A28-8B4A-81DCC66BD3DA}" type="presOf" srcId="{087B5EBD-F0A9-4655-B707-03E17A7E183A}" destId="{5D8F5670-B21C-43B3-BA8F-717503971419}" srcOrd="1" destOrd="0" presId="urn:microsoft.com/office/officeart/2005/8/layout/process4"/>
    <dgm:cxn modelId="{3F50863E-B6B5-40B9-8079-7651834F99B4}" type="presOf" srcId="{A68FC509-018A-4978-9947-BB5576CBF1AF}" destId="{F4974422-5D35-49D6-B582-FDD9AB8671C9}" srcOrd="0" destOrd="0" presId="urn:microsoft.com/office/officeart/2005/8/layout/process4"/>
    <dgm:cxn modelId="{49EC3C61-9055-4146-AEFA-0C024993F4DA}" type="presOf" srcId="{C39E3C23-2FAC-46F7-A6DF-1A291EA71D56}" destId="{E4B64EF6-2EE6-46D2-B38F-DA1F37A488B8}" srcOrd="1" destOrd="0" presId="urn:microsoft.com/office/officeart/2005/8/layout/process4"/>
    <dgm:cxn modelId="{2252AC41-B2CC-4139-99F4-0909C243D10B}" srcId="{CCFBE03C-4263-4E4A-808E-D391362D09D6}" destId="{EBDC2BA8-D6DB-46B2-A42C-BB287AB44EAB}" srcOrd="0" destOrd="0" parTransId="{2C6316C0-1DDB-4ECC-89EE-12DCAD6964EE}" sibTransId="{5683F5A1-C15D-4511-AD22-66D60C8C5F70}"/>
    <dgm:cxn modelId="{FD0C1646-CB97-40DF-B5D9-45EBC2B914A7}" srcId="{C39E3C23-2FAC-46F7-A6DF-1A291EA71D56}" destId="{8FE83675-BC1E-4BFC-86E9-88B68D69FABC}" srcOrd="0" destOrd="0" parTransId="{08BB5FA6-7C12-4A0C-8337-E12566141000}" sibTransId="{644C4315-5D76-4366-B28B-8B281CEA08E7}"/>
    <dgm:cxn modelId="{7A72836A-855D-4526-8804-3A10CEDCB942}" srcId="{087B5EBD-F0A9-4655-B707-03E17A7E183A}" destId="{98F6B0FF-EC30-4B70-9E89-709F90BB9440}" srcOrd="0" destOrd="0" parTransId="{DFEA61E5-71DA-447F-8D16-0EC63E5A773A}" sibTransId="{F9AD79ED-5F12-49E3-AB8D-EBDA072385A0}"/>
    <dgm:cxn modelId="{D0C6586D-0CB9-416D-8979-09D1603100CC}" type="presOf" srcId="{DA650997-5C77-4E8E-BE92-76AEE27231AB}" destId="{D372707A-8A43-4906-81BD-B71A2B804CD4}" srcOrd="1" destOrd="0" presId="urn:microsoft.com/office/officeart/2005/8/layout/process4"/>
    <dgm:cxn modelId="{B256FB6F-FC92-4213-963E-ADE6B6AA0454}" type="presOf" srcId="{9C877F5B-36FD-4FDE-8468-E4869939D519}" destId="{28E53C9D-778A-469D-A7CB-295342BDB9E7}" srcOrd="0" destOrd="0" presId="urn:microsoft.com/office/officeart/2005/8/layout/process4"/>
    <dgm:cxn modelId="{D021AB72-BF36-408E-86AB-D63F31FA38F7}" type="presOf" srcId="{F03A12EA-F47E-4A43-8E45-44A8EDC3E18C}" destId="{F02E9F28-9A6D-4B55-A5EE-C1CB170EB3AA}" srcOrd="0" destOrd="0" presId="urn:microsoft.com/office/officeart/2005/8/layout/process4"/>
    <dgm:cxn modelId="{0A8DCB73-7A4B-460D-8542-4C4785EAEDC8}" srcId="{DA650997-5C77-4E8E-BE92-76AEE27231AB}" destId="{7361DD3D-5F65-411A-A40F-38430317045E}" srcOrd="0" destOrd="0" parTransId="{E36EAE05-927D-43B6-BFEC-414F83EA37CA}" sibTransId="{916C818D-BC80-4794-B7E5-D7D24AE2A023}"/>
    <dgm:cxn modelId="{D82B3F55-8E2C-4262-B2ED-4E964E390785}" type="presOf" srcId="{C39E3C23-2FAC-46F7-A6DF-1A291EA71D56}" destId="{06451CBB-366C-4D61-AA3F-56F9EA6F10D7}" srcOrd="0" destOrd="0" presId="urn:microsoft.com/office/officeart/2005/8/layout/process4"/>
    <dgm:cxn modelId="{0603667D-4D7A-4921-AFEB-C31A069083CD}" type="presOf" srcId="{CCFBE03C-4263-4E4A-808E-D391362D09D6}" destId="{B28586C6-5B1B-4452-B5A4-E09427C729D5}" srcOrd="0" destOrd="0" presId="urn:microsoft.com/office/officeart/2005/8/layout/process4"/>
    <dgm:cxn modelId="{1FA03886-F46A-449D-BFF4-3FA112AE3C70}" type="presOf" srcId="{2C29F916-604F-4780-A241-45EAE1D94BB2}" destId="{F2DC89DA-1750-44B0-8137-8975DC5F6885}" srcOrd="1" destOrd="0" presId="urn:microsoft.com/office/officeart/2005/8/layout/process4"/>
    <dgm:cxn modelId="{9597CC8B-269C-44B8-82A2-0A961D7D5CA9}" srcId="{885EF29F-92E7-4677-A6FF-D4EF4D02E170}" destId="{CCFBE03C-4263-4E4A-808E-D391362D09D6}" srcOrd="1" destOrd="0" parTransId="{0B1923A0-1548-4E06-BC6F-BF83B76C9D48}" sibTransId="{CB0D7A3B-3255-4DE9-823A-7CF555D4AF49}"/>
    <dgm:cxn modelId="{7E9DD690-AAEC-4C2F-A77E-C44B5052A90B}" type="presOf" srcId="{8FE83675-BC1E-4BFC-86E9-88B68D69FABC}" destId="{15A09595-CCC3-46A8-996D-57150771CFAB}" srcOrd="0" destOrd="0" presId="urn:microsoft.com/office/officeart/2005/8/layout/process4"/>
    <dgm:cxn modelId="{E4327E93-7DA2-4714-AADA-C27F65A65ADF}" type="presOf" srcId="{EBDC2BA8-D6DB-46B2-A42C-BB287AB44EAB}" destId="{1F3FD66D-31B8-4483-9177-788B743AFA39}" srcOrd="0" destOrd="0" presId="urn:microsoft.com/office/officeart/2005/8/layout/process4"/>
    <dgm:cxn modelId="{58095CA3-9ACE-409D-8BFA-D4D939D97E31}" type="presOf" srcId="{087B5EBD-F0A9-4655-B707-03E17A7E183A}" destId="{A7B8B78D-DEA0-4770-A7E7-7B41BD58DCD5}" srcOrd="0" destOrd="0" presId="urn:microsoft.com/office/officeart/2005/8/layout/process4"/>
    <dgm:cxn modelId="{9C9D23BB-ECEF-4551-BB26-50C7C75490A7}" type="presOf" srcId="{B7762A85-8955-46FE-87CF-87007108E190}" destId="{8C75E1E5-DDE1-4CA0-96C4-4BBB4C1CD29C}" srcOrd="1" destOrd="0" presId="urn:microsoft.com/office/officeart/2005/8/layout/process4"/>
    <dgm:cxn modelId="{F88FFDC8-458A-4975-A9F0-E4D25DAF2590}" srcId="{885EF29F-92E7-4677-A6FF-D4EF4D02E170}" destId="{087B5EBD-F0A9-4655-B707-03E17A7E183A}" srcOrd="2" destOrd="0" parTransId="{9DF3D824-9C2C-4E0A-95E0-361D3DC9D5E3}" sibTransId="{734C1A15-F309-41D6-BDB6-D2BF2C76EBAF}"/>
    <dgm:cxn modelId="{75B3E9CB-07B1-4592-91D8-DC40418C8CBC}" srcId="{B7762A85-8955-46FE-87CF-87007108E190}" destId="{A68FC509-018A-4978-9947-BB5576CBF1AF}" srcOrd="0" destOrd="0" parTransId="{9DF7BF94-BB3E-4322-922E-8D118270BD6A}" sibTransId="{B457F42F-1BBA-4D0E-A97A-D401C9954954}"/>
    <dgm:cxn modelId="{252B10E9-1304-44D7-8A03-B42620F2B68E}" type="presOf" srcId="{DA650997-5C77-4E8E-BE92-76AEE27231AB}" destId="{46B80AAE-3E94-41AF-B8E7-0889EDDACC05}" srcOrd="0" destOrd="0" presId="urn:microsoft.com/office/officeart/2005/8/layout/process4"/>
    <dgm:cxn modelId="{A2CD47EB-647F-417C-8E6F-5A041C5AC6AE}" srcId="{DA484713-6682-46A6-96F2-CCDBE43B793D}" destId="{9C877F5B-36FD-4FDE-8468-E4869939D519}" srcOrd="0" destOrd="0" parTransId="{B5B52C66-F8F2-48AD-A4BC-B1F1E1994D07}" sibTransId="{900C90FB-FEDC-4AE9-866C-3EC31B84F1EA}"/>
    <dgm:cxn modelId="{388586F5-3704-49E6-8FED-0CC4700E5A53}" type="presOf" srcId="{DA484713-6682-46A6-96F2-CCDBE43B793D}" destId="{766BDC2D-E465-4256-83E1-36FDC2AFC46F}" srcOrd="0" destOrd="0" presId="urn:microsoft.com/office/officeart/2005/8/layout/process4"/>
    <dgm:cxn modelId="{4DB863F9-132F-4C02-9EE0-C31F64FBF037}" srcId="{885EF29F-92E7-4677-A6FF-D4EF4D02E170}" destId="{DA650997-5C77-4E8E-BE92-76AEE27231AB}" srcOrd="6" destOrd="0" parTransId="{DF962E63-3C2A-41AB-8603-57A13DE3F2A9}" sibTransId="{8B5CDA5C-4204-4BC4-937C-D4018A2F6CF8}"/>
    <dgm:cxn modelId="{C70C8CF9-A7A5-4CDE-BAE2-41D4A4E1A2C5}" type="presOf" srcId="{885EF29F-92E7-4677-A6FF-D4EF4D02E170}" destId="{3DC108ED-6BE0-4382-9440-E31FEF691771}" srcOrd="0" destOrd="0" presId="urn:microsoft.com/office/officeart/2005/8/layout/process4"/>
    <dgm:cxn modelId="{6F4E41FE-13C8-40E0-A3E4-500DCFE4FB90}" type="presOf" srcId="{7361DD3D-5F65-411A-A40F-38430317045E}" destId="{83B19495-2C72-4F71-B882-351B0FB5866D}" srcOrd="0" destOrd="0" presId="urn:microsoft.com/office/officeart/2005/8/layout/process4"/>
    <dgm:cxn modelId="{47908FFE-0910-45C5-B11B-30027C95627A}" type="presOf" srcId="{B7762A85-8955-46FE-87CF-87007108E190}" destId="{036B3DC7-94A3-44EC-BFCA-455586476391}" srcOrd="0" destOrd="0" presId="urn:microsoft.com/office/officeart/2005/8/layout/process4"/>
    <dgm:cxn modelId="{597AC0A6-4810-4B3C-AE93-EFFBFC99FF6C}" type="presParOf" srcId="{3DC108ED-6BE0-4382-9440-E31FEF691771}" destId="{26490E4E-65D6-4E81-8809-B3E2A823BB31}" srcOrd="0" destOrd="0" presId="urn:microsoft.com/office/officeart/2005/8/layout/process4"/>
    <dgm:cxn modelId="{DF32847E-16CD-4A8F-A21F-58838472F6E6}" type="presParOf" srcId="{26490E4E-65D6-4E81-8809-B3E2A823BB31}" destId="{46B80AAE-3E94-41AF-B8E7-0889EDDACC05}" srcOrd="0" destOrd="0" presId="urn:microsoft.com/office/officeart/2005/8/layout/process4"/>
    <dgm:cxn modelId="{306EA7E6-0226-4B39-AB46-7F8E331CFB15}" type="presParOf" srcId="{26490E4E-65D6-4E81-8809-B3E2A823BB31}" destId="{D372707A-8A43-4906-81BD-B71A2B804CD4}" srcOrd="1" destOrd="0" presId="urn:microsoft.com/office/officeart/2005/8/layout/process4"/>
    <dgm:cxn modelId="{C18FD4C1-11E5-427D-9D67-E90724011594}" type="presParOf" srcId="{26490E4E-65D6-4E81-8809-B3E2A823BB31}" destId="{8ED402A5-9E2D-475C-A223-6F0551A64F9A}" srcOrd="2" destOrd="0" presId="urn:microsoft.com/office/officeart/2005/8/layout/process4"/>
    <dgm:cxn modelId="{33002389-621A-49A4-B325-B396355BD101}" type="presParOf" srcId="{8ED402A5-9E2D-475C-A223-6F0551A64F9A}" destId="{83B19495-2C72-4F71-B882-351B0FB5866D}" srcOrd="0" destOrd="0" presId="urn:microsoft.com/office/officeart/2005/8/layout/process4"/>
    <dgm:cxn modelId="{A40BE2B5-64E3-4E51-995E-80F19BA8375B}" type="presParOf" srcId="{3DC108ED-6BE0-4382-9440-E31FEF691771}" destId="{5CC65544-568F-4773-A504-5720645315A3}" srcOrd="1" destOrd="0" presId="urn:microsoft.com/office/officeart/2005/8/layout/process4"/>
    <dgm:cxn modelId="{625603FD-F653-401F-BF05-C38C09CC74D3}" type="presParOf" srcId="{3DC108ED-6BE0-4382-9440-E31FEF691771}" destId="{9095AF84-27A8-42C2-A8E5-B24133CCC3DF}" srcOrd="2" destOrd="0" presId="urn:microsoft.com/office/officeart/2005/8/layout/process4"/>
    <dgm:cxn modelId="{929364CD-B033-4AF6-847D-BFB9A31511CC}" type="presParOf" srcId="{9095AF84-27A8-42C2-A8E5-B24133CCC3DF}" destId="{766BDC2D-E465-4256-83E1-36FDC2AFC46F}" srcOrd="0" destOrd="0" presId="urn:microsoft.com/office/officeart/2005/8/layout/process4"/>
    <dgm:cxn modelId="{7C2586C9-1F34-4059-9052-5B3867678847}" type="presParOf" srcId="{9095AF84-27A8-42C2-A8E5-B24133CCC3DF}" destId="{E1FE6332-B18B-4756-9A05-568887C9B185}" srcOrd="1" destOrd="0" presId="urn:microsoft.com/office/officeart/2005/8/layout/process4"/>
    <dgm:cxn modelId="{E3BBB215-D668-46E6-9108-15F66CEA6368}" type="presParOf" srcId="{9095AF84-27A8-42C2-A8E5-B24133CCC3DF}" destId="{EF24F7FC-EA37-4C0D-86AA-E9D97A641A1C}" srcOrd="2" destOrd="0" presId="urn:microsoft.com/office/officeart/2005/8/layout/process4"/>
    <dgm:cxn modelId="{EF0C01A3-5F97-4620-83B5-A53BC9778B49}" type="presParOf" srcId="{EF24F7FC-EA37-4C0D-86AA-E9D97A641A1C}" destId="{28E53C9D-778A-469D-A7CB-295342BDB9E7}" srcOrd="0" destOrd="0" presId="urn:microsoft.com/office/officeart/2005/8/layout/process4"/>
    <dgm:cxn modelId="{0EE8B05B-0D80-44F3-AA56-21BE2DEE2525}" type="presParOf" srcId="{3DC108ED-6BE0-4382-9440-E31FEF691771}" destId="{9A75AA51-06D9-4FC4-A997-30D182113022}" srcOrd="3" destOrd="0" presId="urn:microsoft.com/office/officeart/2005/8/layout/process4"/>
    <dgm:cxn modelId="{6515D6F9-D4E5-425E-841B-D675ABC942A6}" type="presParOf" srcId="{3DC108ED-6BE0-4382-9440-E31FEF691771}" destId="{C81D87A9-FB56-414D-8559-B466357FB9DC}" srcOrd="4" destOrd="0" presId="urn:microsoft.com/office/officeart/2005/8/layout/process4"/>
    <dgm:cxn modelId="{F6EF3852-6FF1-4B7C-89E1-F0926B05FA2A}" type="presParOf" srcId="{C81D87A9-FB56-414D-8559-B466357FB9DC}" destId="{60093A51-8B96-40BE-B6FA-102D5381E7D8}" srcOrd="0" destOrd="0" presId="urn:microsoft.com/office/officeart/2005/8/layout/process4"/>
    <dgm:cxn modelId="{63DDD39E-9C03-44F6-81E4-60BC204693B2}" type="presParOf" srcId="{C81D87A9-FB56-414D-8559-B466357FB9DC}" destId="{F2DC89DA-1750-44B0-8137-8975DC5F6885}" srcOrd="1" destOrd="0" presId="urn:microsoft.com/office/officeart/2005/8/layout/process4"/>
    <dgm:cxn modelId="{59D48C3D-E354-4CA2-8666-883434F4B4AB}" type="presParOf" srcId="{C81D87A9-FB56-414D-8559-B466357FB9DC}" destId="{BA50D769-0AF9-4A5F-A572-E7F397971970}" srcOrd="2" destOrd="0" presId="urn:microsoft.com/office/officeart/2005/8/layout/process4"/>
    <dgm:cxn modelId="{2D6FFD78-0F4C-4CE0-86BD-B4B2C9E8B82F}" type="presParOf" srcId="{BA50D769-0AF9-4A5F-A572-E7F397971970}" destId="{F02E9F28-9A6D-4B55-A5EE-C1CB170EB3AA}" srcOrd="0" destOrd="0" presId="urn:microsoft.com/office/officeart/2005/8/layout/process4"/>
    <dgm:cxn modelId="{FBCA92DA-7265-4D74-A2B6-DA521316B6E2}" type="presParOf" srcId="{3DC108ED-6BE0-4382-9440-E31FEF691771}" destId="{FE0C2A7C-444A-4255-A30C-A790827F91DA}" srcOrd="5" destOrd="0" presId="urn:microsoft.com/office/officeart/2005/8/layout/process4"/>
    <dgm:cxn modelId="{9234657C-D325-468E-9A7D-4A4FBDD5939A}" type="presParOf" srcId="{3DC108ED-6BE0-4382-9440-E31FEF691771}" destId="{8E993791-ED34-4A97-884A-1C25BFDF4FB2}" srcOrd="6" destOrd="0" presId="urn:microsoft.com/office/officeart/2005/8/layout/process4"/>
    <dgm:cxn modelId="{9B40B47F-8304-4CDA-A67E-B792B5F4E176}" type="presParOf" srcId="{8E993791-ED34-4A97-884A-1C25BFDF4FB2}" destId="{036B3DC7-94A3-44EC-BFCA-455586476391}" srcOrd="0" destOrd="0" presId="urn:microsoft.com/office/officeart/2005/8/layout/process4"/>
    <dgm:cxn modelId="{C418EB68-B4E3-4403-9B4F-5826157557CB}" type="presParOf" srcId="{8E993791-ED34-4A97-884A-1C25BFDF4FB2}" destId="{8C75E1E5-DDE1-4CA0-96C4-4BBB4C1CD29C}" srcOrd="1" destOrd="0" presId="urn:microsoft.com/office/officeart/2005/8/layout/process4"/>
    <dgm:cxn modelId="{6BF3515A-6372-4E68-91EB-214670456BAB}" type="presParOf" srcId="{8E993791-ED34-4A97-884A-1C25BFDF4FB2}" destId="{DA04D12D-7A37-4B2E-9D1E-9D865718DD3A}" srcOrd="2" destOrd="0" presId="urn:microsoft.com/office/officeart/2005/8/layout/process4"/>
    <dgm:cxn modelId="{B4E09449-A2C5-4A5E-80A5-DC5A6D68CBAC}" type="presParOf" srcId="{DA04D12D-7A37-4B2E-9D1E-9D865718DD3A}" destId="{F4974422-5D35-49D6-B582-FDD9AB8671C9}" srcOrd="0" destOrd="0" presId="urn:microsoft.com/office/officeart/2005/8/layout/process4"/>
    <dgm:cxn modelId="{97331C39-12FC-4545-989F-7C962AE6D39C}" type="presParOf" srcId="{3DC108ED-6BE0-4382-9440-E31FEF691771}" destId="{45482B65-7C94-413E-9047-529144B9DC44}" srcOrd="7" destOrd="0" presId="urn:microsoft.com/office/officeart/2005/8/layout/process4"/>
    <dgm:cxn modelId="{7490154B-A824-4287-9DCF-7FBC649C0BD6}" type="presParOf" srcId="{3DC108ED-6BE0-4382-9440-E31FEF691771}" destId="{4AD28CEB-671D-41FC-B396-5FB9DD3761D2}" srcOrd="8" destOrd="0" presId="urn:microsoft.com/office/officeart/2005/8/layout/process4"/>
    <dgm:cxn modelId="{6212F517-7A3A-4209-985E-59BB0CD0B225}" type="presParOf" srcId="{4AD28CEB-671D-41FC-B396-5FB9DD3761D2}" destId="{A7B8B78D-DEA0-4770-A7E7-7B41BD58DCD5}" srcOrd="0" destOrd="0" presId="urn:microsoft.com/office/officeart/2005/8/layout/process4"/>
    <dgm:cxn modelId="{106827E7-B161-4969-9B96-FEF36E362689}" type="presParOf" srcId="{4AD28CEB-671D-41FC-B396-5FB9DD3761D2}" destId="{5D8F5670-B21C-43B3-BA8F-717503971419}" srcOrd="1" destOrd="0" presId="urn:microsoft.com/office/officeart/2005/8/layout/process4"/>
    <dgm:cxn modelId="{F364F57D-C601-4A7C-8FB5-4DCD92DD56FC}" type="presParOf" srcId="{4AD28CEB-671D-41FC-B396-5FB9DD3761D2}" destId="{0EA8EC0E-B6AD-4C54-9E14-B8B63F8B92DB}" srcOrd="2" destOrd="0" presId="urn:microsoft.com/office/officeart/2005/8/layout/process4"/>
    <dgm:cxn modelId="{0CEC9DFD-1BC1-4B07-A646-1EA8381D5FB0}" type="presParOf" srcId="{0EA8EC0E-B6AD-4C54-9E14-B8B63F8B92DB}" destId="{8E809ED9-F09E-4F67-AD79-F59958256690}" srcOrd="0" destOrd="0" presId="urn:microsoft.com/office/officeart/2005/8/layout/process4"/>
    <dgm:cxn modelId="{DE58667A-D61B-409B-8A72-96B7D3972534}" type="presParOf" srcId="{3DC108ED-6BE0-4382-9440-E31FEF691771}" destId="{BD9B08FD-9573-413B-A7A0-F4E8A016BF9C}" srcOrd="9" destOrd="0" presId="urn:microsoft.com/office/officeart/2005/8/layout/process4"/>
    <dgm:cxn modelId="{124AE7D5-0A1E-487D-ADA3-144578DFDBD9}" type="presParOf" srcId="{3DC108ED-6BE0-4382-9440-E31FEF691771}" destId="{6A13B0AE-D62B-450B-BD97-1CCC50D689F9}" srcOrd="10" destOrd="0" presId="urn:microsoft.com/office/officeart/2005/8/layout/process4"/>
    <dgm:cxn modelId="{48B13169-5F11-4577-9C35-6BFD9B64E372}" type="presParOf" srcId="{6A13B0AE-D62B-450B-BD97-1CCC50D689F9}" destId="{B28586C6-5B1B-4452-B5A4-E09427C729D5}" srcOrd="0" destOrd="0" presId="urn:microsoft.com/office/officeart/2005/8/layout/process4"/>
    <dgm:cxn modelId="{9BDD16B9-55B0-4D65-BF5F-798101808D8E}" type="presParOf" srcId="{6A13B0AE-D62B-450B-BD97-1CCC50D689F9}" destId="{4E0BA341-7178-4025-8D04-2FB5EA8B21A3}" srcOrd="1" destOrd="0" presId="urn:microsoft.com/office/officeart/2005/8/layout/process4"/>
    <dgm:cxn modelId="{BEBEB892-14B4-4C2C-81C8-8BDA9A5A9D68}" type="presParOf" srcId="{6A13B0AE-D62B-450B-BD97-1CCC50D689F9}" destId="{80E74C7A-1710-4DAC-8061-ADBD75363FD4}" srcOrd="2" destOrd="0" presId="urn:microsoft.com/office/officeart/2005/8/layout/process4"/>
    <dgm:cxn modelId="{4FD8AB56-8D0A-4EBD-A900-DCB9B732A127}" type="presParOf" srcId="{80E74C7A-1710-4DAC-8061-ADBD75363FD4}" destId="{1F3FD66D-31B8-4483-9177-788B743AFA39}" srcOrd="0" destOrd="0" presId="urn:microsoft.com/office/officeart/2005/8/layout/process4"/>
    <dgm:cxn modelId="{9321F1FE-3812-4A72-B083-A2DA8578E22A}" type="presParOf" srcId="{3DC108ED-6BE0-4382-9440-E31FEF691771}" destId="{E068ED3E-CA5D-470E-B796-08D99E4AF4E0}" srcOrd="11" destOrd="0" presId="urn:microsoft.com/office/officeart/2005/8/layout/process4"/>
    <dgm:cxn modelId="{62ADDAFD-3EC5-4740-BB09-1F595035A67A}" type="presParOf" srcId="{3DC108ED-6BE0-4382-9440-E31FEF691771}" destId="{050C1D88-2950-426E-9B3B-DDBFBBE02C5F}" srcOrd="12" destOrd="0" presId="urn:microsoft.com/office/officeart/2005/8/layout/process4"/>
    <dgm:cxn modelId="{D613BFE9-0EE3-4789-BBA0-DF579F782160}" type="presParOf" srcId="{050C1D88-2950-426E-9B3B-DDBFBBE02C5F}" destId="{06451CBB-366C-4D61-AA3F-56F9EA6F10D7}" srcOrd="0" destOrd="0" presId="urn:microsoft.com/office/officeart/2005/8/layout/process4"/>
    <dgm:cxn modelId="{BA8BEC8C-1B32-43D1-8374-5AD74733F8C6}" type="presParOf" srcId="{050C1D88-2950-426E-9B3B-DDBFBBE02C5F}" destId="{E4B64EF6-2EE6-46D2-B38F-DA1F37A488B8}" srcOrd="1" destOrd="0" presId="urn:microsoft.com/office/officeart/2005/8/layout/process4"/>
    <dgm:cxn modelId="{3973680D-E9FE-4845-A0C9-FC7884D3BB9C}" type="presParOf" srcId="{050C1D88-2950-426E-9B3B-DDBFBBE02C5F}" destId="{294B6996-BEF5-48E3-A720-E9C99EF83E96}" srcOrd="2" destOrd="0" presId="urn:microsoft.com/office/officeart/2005/8/layout/process4"/>
    <dgm:cxn modelId="{06BD15C3-A1B4-4887-BE30-11D10D0EA66B}" type="presParOf" srcId="{294B6996-BEF5-48E3-A720-E9C99EF83E96}" destId="{15A09595-CCC3-46A8-996D-57150771CFAB}" srcOrd="0" destOrd="0" presId="urn:microsoft.com/office/officeart/2005/8/layout/process4"/>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3AC17C7-F652-4FA2-8A4D-FA22E7CEFC33}">
      <dsp:nvSpPr>
        <dsp:cNvPr id="0" name=""/>
        <dsp:cNvSpPr/>
      </dsp:nvSpPr>
      <dsp:spPr>
        <a:xfrm>
          <a:off x="0" y="4327721"/>
          <a:ext cx="2913494" cy="568011"/>
        </a:xfrm>
        <a:prstGeom prst="rect">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kern="1200" dirty="0">
              <a:solidFill>
                <a:schemeClr val="tx1"/>
              </a:solidFill>
            </a:rPr>
            <a:t>Omar Khan (1400)</a:t>
          </a:r>
        </a:p>
      </dsp:txBody>
      <dsp:txXfrm>
        <a:off x="0" y="4327721"/>
        <a:ext cx="2913494" cy="306725"/>
      </dsp:txXfrm>
    </dsp:sp>
    <dsp:sp modelId="{60446952-9B22-4ACA-B576-58D6AD932FE2}">
      <dsp:nvSpPr>
        <dsp:cNvPr id="0" name=""/>
        <dsp:cNvSpPr/>
      </dsp:nvSpPr>
      <dsp:spPr>
        <a:xfrm>
          <a:off x="0" y="4623086"/>
          <a:ext cx="2913494" cy="261285"/>
        </a:xfrm>
        <a:prstGeom prst="rect">
          <a:avLst/>
        </a:prstGeom>
        <a:solidFill>
          <a:schemeClr val="lt1">
            <a:alpha val="90000"/>
            <a:tint val="40000"/>
            <a:hueOff val="0"/>
            <a:satOff val="0"/>
            <a:lumOff val="0"/>
            <a:alphaOff val="0"/>
          </a:schemeClr>
        </a:solidFill>
        <a:ln w="12700" cap="flat" cmpd="sng" algn="ctr">
          <a:solidFill>
            <a:schemeClr val="dk2">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22860" rIns="128016" bIns="22860" numCol="1" spcCol="1270" anchor="ctr" anchorCtr="0">
          <a:noAutofit/>
        </a:bodyPr>
        <a:lstStyle/>
        <a:p>
          <a:pPr marL="0" lvl="0" indent="0" algn="ctr" defTabSz="800100">
            <a:lnSpc>
              <a:spcPct val="90000"/>
            </a:lnSpc>
            <a:spcBef>
              <a:spcPct val="0"/>
            </a:spcBef>
            <a:spcAft>
              <a:spcPct val="35000"/>
            </a:spcAft>
            <a:buNone/>
          </a:pPr>
          <a:r>
            <a:rPr lang="en-US" sz="1800" kern="1200" dirty="0">
              <a:solidFill>
                <a:schemeClr val="tx1"/>
              </a:solidFill>
            </a:rPr>
            <a:t>Next: Null</a:t>
          </a:r>
        </a:p>
      </dsp:txBody>
      <dsp:txXfrm>
        <a:off x="0" y="4623086"/>
        <a:ext cx="2913494" cy="261285"/>
      </dsp:txXfrm>
    </dsp:sp>
    <dsp:sp modelId="{E1FE6332-B18B-4756-9A05-568887C9B185}">
      <dsp:nvSpPr>
        <dsp:cNvPr id="0" name=""/>
        <dsp:cNvSpPr/>
      </dsp:nvSpPr>
      <dsp:spPr>
        <a:xfrm rot="10800000">
          <a:off x="0" y="3462640"/>
          <a:ext cx="2913494" cy="873601"/>
        </a:xfrm>
        <a:prstGeom prst="upArrowCallout">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kern="1200" dirty="0">
              <a:solidFill>
                <a:schemeClr val="tx1"/>
              </a:solidFill>
            </a:rPr>
            <a:t>Omar Baig (1320)</a:t>
          </a:r>
        </a:p>
      </dsp:txBody>
      <dsp:txXfrm rot="-10800000">
        <a:off x="0" y="3462640"/>
        <a:ext cx="2913494" cy="306633"/>
      </dsp:txXfrm>
    </dsp:sp>
    <dsp:sp modelId="{28E53C9D-778A-469D-A7CB-295342BDB9E7}">
      <dsp:nvSpPr>
        <dsp:cNvPr id="0" name=""/>
        <dsp:cNvSpPr/>
      </dsp:nvSpPr>
      <dsp:spPr>
        <a:xfrm>
          <a:off x="0" y="3769274"/>
          <a:ext cx="2913494" cy="261206"/>
        </a:xfrm>
        <a:prstGeom prst="rect">
          <a:avLst/>
        </a:prstGeom>
        <a:solidFill>
          <a:schemeClr val="lt1">
            <a:alpha val="90000"/>
            <a:tint val="40000"/>
            <a:hueOff val="0"/>
            <a:satOff val="0"/>
            <a:lumOff val="0"/>
            <a:alphaOff val="0"/>
          </a:schemeClr>
        </a:solidFill>
        <a:ln w="12700" cap="flat" cmpd="sng" algn="ctr">
          <a:solidFill>
            <a:schemeClr val="dk2">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22860" rIns="128016" bIns="22860" numCol="1" spcCol="1270" anchor="ctr" anchorCtr="0">
          <a:noAutofit/>
        </a:bodyPr>
        <a:lstStyle/>
        <a:p>
          <a:pPr marL="0" lvl="0" indent="0" algn="ctr" defTabSz="800100">
            <a:lnSpc>
              <a:spcPct val="90000"/>
            </a:lnSpc>
            <a:spcBef>
              <a:spcPct val="0"/>
            </a:spcBef>
            <a:spcAft>
              <a:spcPct val="35000"/>
            </a:spcAft>
            <a:buNone/>
          </a:pPr>
          <a:r>
            <a:rPr lang="en-US" sz="1800" kern="1200" dirty="0">
              <a:solidFill>
                <a:schemeClr val="tx1"/>
              </a:solidFill>
            </a:rPr>
            <a:t>Next: (1400)</a:t>
          </a:r>
        </a:p>
      </dsp:txBody>
      <dsp:txXfrm>
        <a:off x="0" y="3769274"/>
        <a:ext cx="2913494" cy="261206"/>
      </dsp:txXfrm>
    </dsp:sp>
    <dsp:sp modelId="{8C75E1E5-DDE1-4CA0-96C4-4BBB4C1CD29C}">
      <dsp:nvSpPr>
        <dsp:cNvPr id="0" name=""/>
        <dsp:cNvSpPr/>
      </dsp:nvSpPr>
      <dsp:spPr>
        <a:xfrm rot="10800000">
          <a:off x="0" y="2597559"/>
          <a:ext cx="2913494" cy="873601"/>
        </a:xfrm>
        <a:prstGeom prst="upArrowCallout">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kern="1200" dirty="0" err="1">
              <a:solidFill>
                <a:schemeClr val="tx1"/>
              </a:solidFill>
            </a:rPr>
            <a:t>Shahzaman</a:t>
          </a:r>
          <a:r>
            <a:rPr lang="en-US" sz="1800" kern="1200" dirty="0">
              <a:solidFill>
                <a:schemeClr val="tx1"/>
              </a:solidFill>
            </a:rPr>
            <a:t> (1240)</a:t>
          </a:r>
        </a:p>
      </dsp:txBody>
      <dsp:txXfrm rot="-10800000">
        <a:off x="0" y="2597559"/>
        <a:ext cx="2913494" cy="306633"/>
      </dsp:txXfrm>
    </dsp:sp>
    <dsp:sp modelId="{F4974422-5D35-49D6-B582-FDD9AB8671C9}">
      <dsp:nvSpPr>
        <dsp:cNvPr id="0" name=""/>
        <dsp:cNvSpPr/>
      </dsp:nvSpPr>
      <dsp:spPr>
        <a:xfrm>
          <a:off x="0" y="2904193"/>
          <a:ext cx="2913494" cy="261206"/>
        </a:xfrm>
        <a:prstGeom prst="rect">
          <a:avLst/>
        </a:prstGeom>
        <a:solidFill>
          <a:schemeClr val="lt1">
            <a:alpha val="90000"/>
            <a:tint val="40000"/>
            <a:hueOff val="0"/>
            <a:satOff val="0"/>
            <a:lumOff val="0"/>
            <a:alphaOff val="0"/>
          </a:schemeClr>
        </a:solidFill>
        <a:ln w="12700" cap="flat" cmpd="sng" algn="ctr">
          <a:solidFill>
            <a:schemeClr val="dk2">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22860" rIns="128016" bIns="22860" numCol="1" spcCol="1270" anchor="ctr" anchorCtr="0">
          <a:noAutofit/>
        </a:bodyPr>
        <a:lstStyle/>
        <a:p>
          <a:pPr marL="0" lvl="0" indent="0" algn="ctr" defTabSz="800100">
            <a:lnSpc>
              <a:spcPct val="90000"/>
            </a:lnSpc>
            <a:spcBef>
              <a:spcPct val="0"/>
            </a:spcBef>
            <a:spcAft>
              <a:spcPct val="35000"/>
            </a:spcAft>
            <a:buNone/>
          </a:pPr>
          <a:r>
            <a:rPr lang="en-US" sz="1800" kern="1200" dirty="0">
              <a:solidFill>
                <a:schemeClr val="tx1"/>
              </a:solidFill>
            </a:rPr>
            <a:t>Next: (1320)</a:t>
          </a:r>
        </a:p>
      </dsp:txBody>
      <dsp:txXfrm>
        <a:off x="0" y="2904193"/>
        <a:ext cx="2913494" cy="261206"/>
      </dsp:txXfrm>
    </dsp:sp>
    <dsp:sp modelId="{5D8F5670-B21C-43B3-BA8F-717503971419}">
      <dsp:nvSpPr>
        <dsp:cNvPr id="0" name=""/>
        <dsp:cNvSpPr/>
      </dsp:nvSpPr>
      <dsp:spPr>
        <a:xfrm rot="10800000">
          <a:off x="0" y="1732478"/>
          <a:ext cx="2913494" cy="873601"/>
        </a:xfrm>
        <a:prstGeom prst="upArrowCallout">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kern="1200" dirty="0" err="1">
              <a:solidFill>
                <a:schemeClr val="tx1"/>
              </a:solidFill>
            </a:rPr>
            <a:t>Mohimin</a:t>
          </a:r>
          <a:r>
            <a:rPr lang="en-US" sz="1800" kern="1200" dirty="0">
              <a:solidFill>
                <a:schemeClr val="tx1"/>
              </a:solidFill>
            </a:rPr>
            <a:t> (1160)</a:t>
          </a:r>
        </a:p>
      </dsp:txBody>
      <dsp:txXfrm rot="-10800000">
        <a:off x="0" y="1732478"/>
        <a:ext cx="2913494" cy="306633"/>
      </dsp:txXfrm>
    </dsp:sp>
    <dsp:sp modelId="{8E809ED9-F09E-4F67-AD79-F59958256690}">
      <dsp:nvSpPr>
        <dsp:cNvPr id="0" name=""/>
        <dsp:cNvSpPr/>
      </dsp:nvSpPr>
      <dsp:spPr>
        <a:xfrm>
          <a:off x="0" y="2039112"/>
          <a:ext cx="2913494" cy="261206"/>
        </a:xfrm>
        <a:prstGeom prst="rect">
          <a:avLst/>
        </a:prstGeom>
        <a:solidFill>
          <a:schemeClr val="lt1">
            <a:alpha val="90000"/>
            <a:tint val="40000"/>
            <a:hueOff val="0"/>
            <a:satOff val="0"/>
            <a:lumOff val="0"/>
            <a:alphaOff val="0"/>
          </a:schemeClr>
        </a:solidFill>
        <a:ln w="12700" cap="flat" cmpd="sng" algn="ctr">
          <a:solidFill>
            <a:schemeClr val="dk2">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22860" rIns="128016" bIns="22860" numCol="1" spcCol="1270" anchor="ctr" anchorCtr="0">
          <a:noAutofit/>
        </a:bodyPr>
        <a:lstStyle/>
        <a:p>
          <a:pPr marL="0" lvl="0" indent="0" algn="ctr" defTabSz="800100">
            <a:lnSpc>
              <a:spcPct val="90000"/>
            </a:lnSpc>
            <a:spcBef>
              <a:spcPct val="0"/>
            </a:spcBef>
            <a:spcAft>
              <a:spcPct val="35000"/>
            </a:spcAft>
            <a:buNone/>
          </a:pPr>
          <a:r>
            <a:rPr lang="en-US" sz="1800" kern="1200" dirty="0">
              <a:solidFill>
                <a:schemeClr val="tx1"/>
              </a:solidFill>
            </a:rPr>
            <a:t>Next: (1240)</a:t>
          </a:r>
        </a:p>
      </dsp:txBody>
      <dsp:txXfrm>
        <a:off x="0" y="2039112"/>
        <a:ext cx="2913494" cy="261206"/>
      </dsp:txXfrm>
    </dsp:sp>
    <dsp:sp modelId="{4E0BA341-7178-4025-8D04-2FB5EA8B21A3}">
      <dsp:nvSpPr>
        <dsp:cNvPr id="0" name=""/>
        <dsp:cNvSpPr/>
      </dsp:nvSpPr>
      <dsp:spPr>
        <a:xfrm rot="10800000">
          <a:off x="0" y="867397"/>
          <a:ext cx="2913494" cy="873601"/>
        </a:xfrm>
        <a:prstGeom prst="upArrowCallout">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kern="1200" dirty="0">
              <a:solidFill>
                <a:schemeClr val="tx1"/>
              </a:solidFill>
            </a:rPr>
            <a:t>Asra (1080)</a:t>
          </a:r>
        </a:p>
      </dsp:txBody>
      <dsp:txXfrm rot="-10800000">
        <a:off x="0" y="867397"/>
        <a:ext cx="2913494" cy="306633"/>
      </dsp:txXfrm>
    </dsp:sp>
    <dsp:sp modelId="{1F3FD66D-31B8-4483-9177-788B743AFA39}">
      <dsp:nvSpPr>
        <dsp:cNvPr id="0" name=""/>
        <dsp:cNvSpPr/>
      </dsp:nvSpPr>
      <dsp:spPr>
        <a:xfrm>
          <a:off x="0" y="1174031"/>
          <a:ext cx="2913494" cy="261206"/>
        </a:xfrm>
        <a:prstGeom prst="rect">
          <a:avLst/>
        </a:prstGeom>
        <a:solidFill>
          <a:schemeClr val="lt1">
            <a:alpha val="90000"/>
            <a:tint val="40000"/>
            <a:hueOff val="0"/>
            <a:satOff val="0"/>
            <a:lumOff val="0"/>
            <a:alphaOff val="0"/>
          </a:schemeClr>
        </a:solidFill>
        <a:ln w="12700" cap="flat" cmpd="sng" algn="ctr">
          <a:solidFill>
            <a:schemeClr val="dk2">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22860" rIns="128016" bIns="22860" numCol="1" spcCol="1270" anchor="ctr" anchorCtr="0">
          <a:noAutofit/>
        </a:bodyPr>
        <a:lstStyle/>
        <a:p>
          <a:pPr marL="0" lvl="0" indent="0" algn="ctr" defTabSz="800100">
            <a:lnSpc>
              <a:spcPct val="90000"/>
            </a:lnSpc>
            <a:spcBef>
              <a:spcPct val="0"/>
            </a:spcBef>
            <a:spcAft>
              <a:spcPct val="35000"/>
            </a:spcAft>
            <a:buNone/>
          </a:pPr>
          <a:r>
            <a:rPr lang="en-US" sz="1800" kern="1200" dirty="0">
              <a:solidFill>
                <a:schemeClr val="tx1"/>
              </a:solidFill>
            </a:rPr>
            <a:t>Next: 1160</a:t>
          </a:r>
        </a:p>
      </dsp:txBody>
      <dsp:txXfrm>
        <a:off x="0" y="1174031"/>
        <a:ext cx="2913494" cy="261206"/>
      </dsp:txXfrm>
    </dsp:sp>
    <dsp:sp modelId="{E4B64EF6-2EE6-46D2-B38F-DA1F37A488B8}">
      <dsp:nvSpPr>
        <dsp:cNvPr id="0" name=""/>
        <dsp:cNvSpPr/>
      </dsp:nvSpPr>
      <dsp:spPr>
        <a:xfrm rot="10800000">
          <a:off x="0" y="2316"/>
          <a:ext cx="2913494" cy="873601"/>
        </a:xfrm>
        <a:prstGeom prst="upArrowCallout">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kern="1200" dirty="0" err="1">
              <a:solidFill>
                <a:schemeClr val="tx1"/>
              </a:solidFill>
            </a:rPr>
            <a:t>Hafs</a:t>
          </a:r>
          <a:r>
            <a:rPr lang="en-US" sz="1800" kern="1200" dirty="0">
              <a:solidFill>
                <a:schemeClr val="tx1"/>
              </a:solidFill>
            </a:rPr>
            <a:t> (1000)</a:t>
          </a:r>
        </a:p>
      </dsp:txBody>
      <dsp:txXfrm rot="-10800000">
        <a:off x="0" y="2316"/>
        <a:ext cx="2913494" cy="306633"/>
      </dsp:txXfrm>
    </dsp:sp>
    <dsp:sp modelId="{15A09595-CCC3-46A8-996D-57150771CFAB}">
      <dsp:nvSpPr>
        <dsp:cNvPr id="0" name=""/>
        <dsp:cNvSpPr/>
      </dsp:nvSpPr>
      <dsp:spPr>
        <a:xfrm>
          <a:off x="0" y="308950"/>
          <a:ext cx="2913494" cy="261206"/>
        </a:xfrm>
        <a:prstGeom prst="rect">
          <a:avLst/>
        </a:prstGeom>
        <a:solidFill>
          <a:schemeClr val="lt1">
            <a:alpha val="90000"/>
            <a:tint val="40000"/>
            <a:hueOff val="0"/>
            <a:satOff val="0"/>
            <a:lumOff val="0"/>
            <a:alphaOff val="0"/>
          </a:schemeClr>
        </a:solidFill>
        <a:ln w="12700" cap="flat" cmpd="sng" algn="ctr">
          <a:solidFill>
            <a:schemeClr val="dk2">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22860" rIns="128016" bIns="22860" numCol="1" spcCol="1270" anchor="ctr" anchorCtr="0">
          <a:noAutofit/>
        </a:bodyPr>
        <a:lstStyle/>
        <a:p>
          <a:pPr marL="0" lvl="0" indent="0" algn="ctr" defTabSz="800100">
            <a:lnSpc>
              <a:spcPct val="90000"/>
            </a:lnSpc>
            <a:spcBef>
              <a:spcPct val="0"/>
            </a:spcBef>
            <a:spcAft>
              <a:spcPct val="35000"/>
            </a:spcAft>
            <a:buNone/>
          </a:pPr>
          <a:r>
            <a:rPr lang="en-US" sz="1800" kern="1200" dirty="0">
              <a:solidFill>
                <a:schemeClr val="tx1"/>
              </a:solidFill>
            </a:rPr>
            <a:t>Next: 1080</a:t>
          </a:r>
        </a:p>
      </dsp:txBody>
      <dsp:txXfrm>
        <a:off x="0" y="308950"/>
        <a:ext cx="2913494" cy="26120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D43DE14-9CA2-4B1C-8B99-26B03B7D21D3}">
      <dsp:nvSpPr>
        <dsp:cNvPr id="0" name=""/>
        <dsp:cNvSpPr/>
      </dsp:nvSpPr>
      <dsp:spPr>
        <a:xfrm>
          <a:off x="0" y="4414792"/>
          <a:ext cx="2913494" cy="483108"/>
        </a:xfrm>
        <a:prstGeom prst="rect">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kern="1200" dirty="0">
              <a:solidFill>
                <a:schemeClr val="tx1"/>
              </a:solidFill>
            </a:rPr>
            <a:t>Uzair (3000)</a:t>
          </a:r>
        </a:p>
      </dsp:txBody>
      <dsp:txXfrm>
        <a:off x="0" y="4414792"/>
        <a:ext cx="2913494" cy="260878"/>
      </dsp:txXfrm>
    </dsp:sp>
    <dsp:sp modelId="{E28D96CD-5D92-4DF6-BE2E-F72ED24BC81A}">
      <dsp:nvSpPr>
        <dsp:cNvPr id="0" name=""/>
        <dsp:cNvSpPr/>
      </dsp:nvSpPr>
      <dsp:spPr>
        <a:xfrm>
          <a:off x="0" y="4666008"/>
          <a:ext cx="2913494" cy="222229"/>
        </a:xfrm>
        <a:prstGeom prst="rect">
          <a:avLst/>
        </a:prstGeom>
        <a:solidFill>
          <a:schemeClr val="lt1">
            <a:alpha val="90000"/>
            <a:tint val="40000"/>
            <a:hueOff val="0"/>
            <a:satOff val="0"/>
            <a:lumOff val="0"/>
            <a:alphaOff val="0"/>
          </a:schemeClr>
        </a:solidFill>
        <a:ln w="12700" cap="flat" cmpd="sng" algn="ctr">
          <a:solidFill>
            <a:schemeClr val="dk2">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22860" rIns="128016" bIns="22860" numCol="1" spcCol="1270" anchor="ctr" anchorCtr="0">
          <a:noAutofit/>
        </a:bodyPr>
        <a:lstStyle/>
        <a:p>
          <a:pPr marL="0" lvl="0" indent="0" algn="ctr" defTabSz="800100">
            <a:lnSpc>
              <a:spcPct val="90000"/>
            </a:lnSpc>
            <a:spcBef>
              <a:spcPct val="0"/>
            </a:spcBef>
            <a:spcAft>
              <a:spcPct val="35000"/>
            </a:spcAft>
            <a:buNone/>
          </a:pPr>
          <a:r>
            <a:rPr lang="en-US" sz="1800" kern="1200" dirty="0">
              <a:solidFill>
                <a:schemeClr val="tx1"/>
              </a:solidFill>
            </a:rPr>
            <a:t>Next: Null</a:t>
          </a:r>
        </a:p>
      </dsp:txBody>
      <dsp:txXfrm>
        <a:off x="0" y="4666008"/>
        <a:ext cx="2913494" cy="222229"/>
      </dsp:txXfrm>
    </dsp:sp>
    <dsp:sp modelId="{40F21D97-0379-47AD-9437-79FD574F0836}">
      <dsp:nvSpPr>
        <dsp:cNvPr id="0" name=""/>
        <dsp:cNvSpPr/>
      </dsp:nvSpPr>
      <dsp:spPr>
        <a:xfrm rot="10800000">
          <a:off x="0" y="3679018"/>
          <a:ext cx="2913494" cy="743020"/>
        </a:xfrm>
        <a:prstGeom prst="upArrowCallout">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kern="1200" dirty="0">
              <a:solidFill>
                <a:schemeClr val="tx1"/>
              </a:solidFill>
            </a:rPr>
            <a:t>Omar Khan (1400)</a:t>
          </a:r>
        </a:p>
      </dsp:txBody>
      <dsp:txXfrm rot="-10800000">
        <a:off x="0" y="3679018"/>
        <a:ext cx="2913494" cy="260800"/>
      </dsp:txXfrm>
    </dsp:sp>
    <dsp:sp modelId="{FA3A00EF-7FFF-41AD-A550-40F2DB6DAFCB}">
      <dsp:nvSpPr>
        <dsp:cNvPr id="0" name=""/>
        <dsp:cNvSpPr/>
      </dsp:nvSpPr>
      <dsp:spPr>
        <a:xfrm>
          <a:off x="0" y="3939818"/>
          <a:ext cx="2913494" cy="222163"/>
        </a:xfrm>
        <a:prstGeom prst="rect">
          <a:avLst/>
        </a:prstGeom>
        <a:solidFill>
          <a:schemeClr val="lt1">
            <a:alpha val="90000"/>
            <a:tint val="40000"/>
            <a:hueOff val="0"/>
            <a:satOff val="0"/>
            <a:lumOff val="0"/>
            <a:alphaOff val="0"/>
          </a:schemeClr>
        </a:solidFill>
        <a:ln w="12700" cap="flat" cmpd="sng" algn="ctr">
          <a:solidFill>
            <a:schemeClr val="dk2">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22860" rIns="128016" bIns="22860" numCol="1" spcCol="1270" anchor="ctr" anchorCtr="0">
          <a:noAutofit/>
        </a:bodyPr>
        <a:lstStyle/>
        <a:p>
          <a:pPr marL="0" lvl="0" indent="0" algn="ctr" defTabSz="800100">
            <a:lnSpc>
              <a:spcPct val="90000"/>
            </a:lnSpc>
            <a:spcBef>
              <a:spcPct val="0"/>
            </a:spcBef>
            <a:spcAft>
              <a:spcPct val="35000"/>
            </a:spcAft>
            <a:buNone/>
          </a:pPr>
          <a:r>
            <a:rPr lang="en-US" sz="1800" kern="1200" dirty="0">
              <a:solidFill>
                <a:schemeClr val="tx1"/>
              </a:solidFill>
            </a:rPr>
            <a:t>Next: 3000</a:t>
          </a:r>
        </a:p>
      </dsp:txBody>
      <dsp:txXfrm>
        <a:off x="0" y="3939818"/>
        <a:ext cx="2913494" cy="222163"/>
      </dsp:txXfrm>
    </dsp:sp>
    <dsp:sp modelId="{E1FE6332-B18B-4756-9A05-568887C9B185}">
      <dsp:nvSpPr>
        <dsp:cNvPr id="0" name=""/>
        <dsp:cNvSpPr/>
      </dsp:nvSpPr>
      <dsp:spPr>
        <a:xfrm rot="10800000">
          <a:off x="0" y="2943244"/>
          <a:ext cx="2913494" cy="743020"/>
        </a:xfrm>
        <a:prstGeom prst="upArrowCallout">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kern="1200" dirty="0">
              <a:solidFill>
                <a:schemeClr val="tx1"/>
              </a:solidFill>
            </a:rPr>
            <a:t>Omar Baig (1320)</a:t>
          </a:r>
        </a:p>
      </dsp:txBody>
      <dsp:txXfrm rot="-10800000">
        <a:off x="0" y="2943244"/>
        <a:ext cx="2913494" cy="260800"/>
      </dsp:txXfrm>
    </dsp:sp>
    <dsp:sp modelId="{28E53C9D-778A-469D-A7CB-295342BDB9E7}">
      <dsp:nvSpPr>
        <dsp:cNvPr id="0" name=""/>
        <dsp:cNvSpPr/>
      </dsp:nvSpPr>
      <dsp:spPr>
        <a:xfrm>
          <a:off x="0" y="3204044"/>
          <a:ext cx="2913494" cy="222163"/>
        </a:xfrm>
        <a:prstGeom prst="rect">
          <a:avLst/>
        </a:prstGeom>
        <a:solidFill>
          <a:schemeClr val="lt1">
            <a:alpha val="90000"/>
            <a:tint val="40000"/>
            <a:hueOff val="0"/>
            <a:satOff val="0"/>
            <a:lumOff val="0"/>
            <a:alphaOff val="0"/>
          </a:schemeClr>
        </a:solidFill>
        <a:ln w="12700" cap="flat" cmpd="sng" algn="ctr">
          <a:solidFill>
            <a:schemeClr val="dk2">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22860" rIns="128016" bIns="22860" numCol="1" spcCol="1270" anchor="ctr" anchorCtr="0">
          <a:noAutofit/>
        </a:bodyPr>
        <a:lstStyle/>
        <a:p>
          <a:pPr marL="0" lvl="0" indent="0" algn="ctr" defTabSz="800100">
            <a:lnSpc>
              <a:spcPct val="90000"/>
            </a:lnSpc>
            <a:spcBef>
              <a:spcPct val="0"/>
            </a:spcBef>
            <a:spcAft>
              <a:spcPct val="35000"/>
            </a:spcAft>
            <a:buNone/>
          </a:pPr>
          <a:r>
            <a:rPr lang="en-US" sz="1800" kern="1200" dirty="0">
              <a:solidFill>
                <a:schemeClr val="tx1"/>
              </a:solidFill>
            </a:rPr>
            <a:t>Next: (1400)</a:t>
          </a:r>
        </a:p>
      </dsp:txBody>
      <dsp:txXfrm>
        <a:off x="0" y="3204044"/>
        <a:ext cx="2913494" cy="222163"/>
      </dsp:txXfrm>
    </dsp:sp>
    <dsp:sp modelId="{8C75E1E5-DDE1-4CA0-96C4-4BBB4C1CD29C}">
      <dsp:nvSpPr>
        <dsp:cNvPr id="0" name=""/>
        <dsp:cNvSpPr/>
      </dsp:nvSpPr>
      <dsp:spPr>
        <a:xfrm rot="10800000">
          <a:off x="0" y="2207470"/>
          <a:ext cx="2913494" cy="743020"/>
        </a:xfrm>
        <a:prstGeom prst="upArrowCallout">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kern="1200" dirty="0" err="1">
              <a:solidFill>
                <a:schemeClr val="tx1"/>
              </a:solidFill>
            </a:rPr>
            <a:t>Shahzaman</a:t>
          </a:r>
          <a:r>
            <a:rPr lang="en-US" sz="1800" kern="1200" dirty="0">
              <a:solidFill>
                <a:schemeClr val="tx1"/>
              </a:solidFill>
            </a:rPr>
            <a:t> (1240)</a:t>
          </a:r>
        </a:p>
      </dsp:txBody>
      <dsp:txXfrm rot="-10800000">
        <a:off x="0" y="2207470"/>
        <a:ext cx="2913494" cy="260800"/>
      </dsp:txXfrm>
    </dsp:sp>
    <dsp:sp modelId="{F4974422-5D35-49D6-B582-FDD9AB8671C9}">
      <dsp:nvSpPr>
        <dsp:cNvPr id="0" name=""/>
        <dsp:cNvSpPr/>
      </dsp:nvSpPr>
      <dsp:spPr>
        <a:xfrm>
          <a:off x="0" y="2468270"/>
          <a:ext cx="2913494" cy="222163"/>
        </a:xfrm>
        <a:prstGeom prst="rect">
          <a:avLst/>
        </a:prstGeom>
        <a:solidFill>
          <a:schemeClr val="lt1">
            <a:alpha val="90000"/>
            <a:tint val="40000"/>
            <a:hueOff val="0"/>
            <a:satOff val="0"/>
            <a:lumOff val="0"/>
            <a:alphaOff val="0"/>
          </a:schemeClr>
        </a:solidFill>
        <a:ln w="12700" cap="flat" cmpd="sng" algn="ctr">
          <a:solidFill>
            <a:schemeClr val="dk2">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22860" rIns="128016" bIns="22860" numCol="1" spcCol="1270" anchor="ctr" anchorCtr="0">
          <a:noAutofit/>
        </a:bodyPr>
        <a:lstStyle/>
        <a:p>
          <a:pPr marL="0" lvl="0" indent="0" algn="ctr" defTabSz="800100">
            <a:lnSpc>
              <a:spcPct val="90000"/>
            </a:lnSpc>
            <a:spcBef>
              <a:spcPct val="0"/>
            </a:spcBef>
            <a:spcAft>
              <a:spcPct val="35000"/>
            </a:spcAft>
            <a:buNone/>
          </a:pPr>
          <a:r>
            <a:rPr lang="en-US" sz="1800" kern="1200" dirty="0">
              <a:solidFill>
                <a:schemeClr val="tx1"/>
              </a:solidFill>
            </a:rPr>
            <a:t>Next: (1320)</a:t>
          </a:r>
        </a:p>
      </dsp:txBody>
      <dsp:txXfrm>
        <a:off x="0" y="2468270"/>
        <a:ext cx="2913494" cy="222163"/>
      </dsp:txXfrm>
    </dsp:sp>
    <dsp:sp modelId="{5D8F5670-B21C-43B3-BA8F-717503971419}">
      <dsp:nvSpPr>
        <dsp:cNvPr id="0" name=""/>
        <dsp:cNvSpPr/>
      </dsp:nvSpPr>
      <dsp:spPr>
        <a:xfrm rot="10800000">
          <a:off x="0" y="1471696"/>
          <a:ext cx="2913494" cy="743020"/>
        </a:xfrm>
        <a:prstGeom prst="upArrowCallout">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kern="1200" dirty="0" err="1">
              <a:solidFill>
                <a:schemeClr val="tx1"/>
              </a:solidFill>
            </a:rPr>
            <a:t>Mohimin</a:t>
          </a:r>
          <a:r>
            <a:rPr lang="en-US" sz="1800" kern="1200" dirty="0">
              <a:solidFill>
                <a:schemeClr val="tx1"/>
              </a:solidFill>
            </a:rPr>
            <a:t> (1160)</a:t>
          </a:r>
        </a:p>
      </dsp:txBody>
      <dsp:txXfrm rot="-10800000">
        <a:off x="0" y="1471696"/>
        <a:ext cx="2913494" cy="260800"/>
      </dsp:txXfrm>
    </dsp:sp>
    <dsp:sp modelId="{8E809ED9-F09E-4F67-AD79-F59958256690}">
      <dsp:nvSpPr>
        <dsp:cNvPr id="0" name=""/>
        <dsp:cNvSpPr/>
      </dsp:nvSpPr>
      <dsp:spPr>
        <a:xfrm>
          <a:off x="0" y="1732496"/>
          <a:ext cx="2913494" cy="222163"/>
        </a:xfrm>
        <a:prstGeom prst="rect">
          <a:avLst/>
        </a:prstGeom>
        <a:solidFill>
          <a:schemeClr val="lt1">
            <a:alpha val="90000"/>
            <a:tint val="40000"/>
            <a:hueOff val="0"/>
            <a:satOff val="0"/>
            <a:lumOff val="0"/>
            <a:alphaOff val="0"/>
          </a:schemeClr>
        </a:solidFill>
        <a:ln w="12700" cap="flat" cmpd="sng" algn="ctr">
          <a:solidFill>
            <a:schemeClr val="dk2">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22860" rIns="128016" bIns="22860" numCol="1" spcCol="1270" anchor="ctr" anchorCtr="0">
          <a:noAutofit/>
        </a:bodyPr>
        <a:lstStyle/>
        <a:p>
          <a:pPr marL="0" lvl="0" indent="0" algn="ctr" defTabSz="800100">
            <a:lnSpc>
              <a:spcPct val="90000"/>
            </a:lnSpc>
            <a:spcBef>
              <a:spcPct val="0"/>
            </a:spcBef>
            <a:spcAft>
              <a:spcPct val="35000"/>
            </a:spcAft>
            <a:buNone/>
          </a:pPr>
          <a:r>
            <a:rPr lang="en-US" sz="1800" kern="1200" dirty="0">
              <a:solidFill>
                <a:schemeClr val="tx1"/>
              </a:solidFill>
            </a:rPr>
            <a:t>Next: (1240)</a:t>
          </a:r>
        </a:p>
      </dsp:txBody>
      <dsp:txXfrm>
        <a:off x="0" y="1732496"/>
        <a:ext cx="2913494" cy="222163"/>
      </dsp:txXfrm>
    </dsp:sp>
    <dsp:sp modelId="{4E0BA341-7178-4025-8D04-2FB5EA8B21A3}">
      <dsp:nvSpPr>
        <dsp:cNvPr id="0" name=""/>
        <dsp:cNvSpPr/>
      </dsp:nvSpPr>
      <dsp:spPr>
        <a:xfrm rot="10800000">
          <a:off x="0" y="735922"/>
          <a:ext cx="2913494" cy="743020"/>
        </a:xfrm>
        <a:prstGeom prst="upArrowCallout">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kern="1200" dirty="0">
              <a:solidFill>
                <a:schemeClr val="tx1"/>
              </a:solidFill>
            </a:rPr>
            <a:t>Asra (1080)</a:t>
          </a:r>
        </a:p>
      </dsp:txBody>
      <dsp:txXfrm rot="-10800000">
        <a:off x="0" y="735922"/>
        <a:ext cx="2913494" cy="260800"/>
      </dsp:txXfrm>
    </dsp:sp>
    <dsp:sp modelId="{1F3FD66D-31B8-4483-9177-788B743AFA39}">
      <dsp:nvSpPr>
        <dsp:cNvPr id="0" name=""/>
        <dsp:cNvSpPr/>
      </dsp:nvSpPr>
      <dsp:spPr>
        <a:xfrm>
          <a:off x="0" y="996722"/>
          <a:ext cx="2913494" cy="222163"/>
        </a:xfrm>
        <a:prstGeom prst="rect">
          <a:avLst/>
        </a:prstGeom>
        <a:solidFill>
          <a:schemeClr val="lt1">
            <a:alpha val="90000"/>
            <a:tint val="40000"/>
            <a:hueOff val="0"/>
            <a:satOff val="0"/>
            <a:lumOff val="0"/>
            <a:alphaOff val="0"/>
          </a:schemeClr>
        </a:solidFill>
        <a:ln w="12700" cap="flat" cmpd="sng" algn="ctr">
          <a:solidFill>
            <a:schemeClr val="dk2">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22860" rIns="128016" bIns="22860" numCol="1" spcCol="1270" anchor="ctr" anchorCtr="0">
          <a:noAutofit/>
        </a:bodyPr>
        <a:lstStyle/>
        <a:p>
          <a:pPr marL="0" lvl="0" indent="0" algn="ctr" defTabSz="800100">
            <a:lnSpc>
              <a:spcPct val="90000"/>
            </a:lnSpc>
            <a:spcBef>
              <a:spcPct val="0"/>
            </a:spcBef>
            <a:spcAft>
              <a:spcPct val="35000"/>
            </a:spcAft>
            <a:buNone/>
          </a:pPr>
          <a:r>
            <a:rPr lang="en-US" sz="1800" kern="1200" dirty="0">
              <a:solidFill>
                <a:schemeClr val="tx1"/>
              </a:solidFill>
            </a:rPr>
            <a:t>Next: 1160</a:t>
          </a:r>
        </a:p>
      </dsp:txBody>
      <dsp:txXfrm>
        <a:off x="0" y="996722"/>
        <a:ext cx="2913494" cy="222163"/>
      </dsp:txXfrm>
    </dsp:sp>
    <dsp:sp modelId="{E4B64EF6-2EE6-46D2-B38F-DA1F37A488B8}">
      <dsp:nvSpPr>
        <dsp:cNvPr id="0" name=""/>
        <dsp:cNvSpPr/>
      </dsp:nvSpPr>
      <dsp:spPr>
        <a:xfrm rot="10800000">
          <a:off x="0" y="148"/>
          <a:ext cx="2913494" cy="743020"/>
        </a:xfrm>
        <a:prstGeom prst="upArrowCallout">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kern="1200" dirty="0" err="1">
              <a:solidFill>
                <a:schemeClr val="tx1"/>
              </a:solidFill>
            </a:rPr>
            <a:t>Hafs</a:t>
          </a:r>
          <a:r>
            <a:rPr lang="en-US" sz="1800" kern="1200" dirty="0">
              <a:solidFill>
                <a:schemeClr val="tx1"/>
              </a:solidFill>
            </a:rPr>
            <a:t> (1000)</a:t>
          </a:r>
        </a:p>
      </dsp:txBody>
      <dsp:txXfrm rot="-10800000">
        <a:off x="0" y="148"/>
        <a:ext cx="2913494" cy="260800"/>
      </dsp:txXfrm>
    </dsp:sp>
    <dsp:sp modelId="{15A09595-CCC3-46A8-996D-57150771CFAB}">
      <dsp:nvSpPr>
        <dsp:cNvPr id="0" name=""/>
        <dsp:cNvSpPr/>
      </dsp:nvSpPr>
      <dsp:spPr>
        <a:xfrm>
          <a:off x="0" y="260948"/>
          <a:ext cx="2913494" cy="222163"/>
        </a:xfrm>
        <a:prstGeom prst="rect">
          <a:avLst/>
        </a:prstGeom>
        <a:solidFill>
          <a:schemeClr val="lt1">
            <a:alpha val="90000"/>
            <a:tint val="40000"/>
            <a:hueOff val="0"/>
            <a:satOff val="0"/>
            <a:lumOff val="0"/>
            <a:alphaOff val="0"/>
          </a:schemeClr>
        </a:solidFill>
        <a:ln w="12700" cap="flat" cmpd="sng" algn="ctr">
          <a:solidFill>
            <a:schemeClr val="dk2">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22860" rIns="128016" bIns="22860" numCol="1" spcCol="1270" anchor="ctr" anchorCtr="0">
          <a:noAutofit/>
        </a:bodyPr>
        <a:lstStyle/>
        <a:p>
          <a:pPr marL="0" lvl="0" indent="0" algn="ctr" defTabSz="800100">
            <a:lnSpc>
              <a:spcPct val="90000"/>
            </a:lnSpc>
            <a:spcBef>
              <a:spcPct val="0"/>
            </a:spcBef>
            <a:spcAft>
              <a:spcPct val="35000"/>
            </a:spcAft>
            <a:buNone/>
          </a:pPr>
          <a:r>
            <a:rPr lang="en-US" sz="1800" kern="1200" dirty="0">
              <a:solidFill>
                <a:schemeClr val="tx1"/>
              </a:solidFill>
            </a:rPr>
            <a:t>Next: 1080</a:t>
          </a:r>
        </a:p>
      </dsp:txBody>
      <dsp:txXfrm>
        <a:off x="0" y="260948"/>
        <a:ext cx="2913494" cy="22216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3AC17C7-F652-4FA2-8A4D-FA22E7CEFC33}">
      <dsp:nvSpPr>
        <dsp:cNvPr id="0" name=""/>
        <dsp:cNvSpPr/>
      </dsp:nvSpPr>
      <dsp:spPr>
        <a:xfrm>
          <a:off x="0" y="4327721"/>
          <a:ext cx="2913494" cy="568011"/>
        </a:xfrm>
        <a:prstGeom prst="rect">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kern="1200" dirty="0">
              <a:solidFill>
                <a:schemeClr val="tx1"/>
              </a:solidFill>
            </a:rPr>
            <a:t>Omar Khan (1400)</a:t>
          </a:r>
        </a:p>
      </dsp:txBody>
      <dsp:txXfrm>
        <a:off x="0" y="4327721"/>
        <a:ext cx="2913494" cy="306725"/>
      </dsp:txXfrm>
    </dsp:sp>
    <dsp:sp modelId="{60446952-9B22-4ACA-B576-58D6AD932FE2}">
      <dsp:nvSpPr>
        <dsp:cNvPr id="0" name=""/>
        <dsp:cNvSpPr/>
      </dsp:nvSpPr>
      <dsp:spPr>
        <a:xfrm>
          <a:off x="0" y="4623086"/>
          <a:ext cx="2913494" cy="261285"/>
        </a:xfrm>
        <a:prstGeom prst="rect">
          <a:avLst/>
        </a:prstGeom>
        <a:solidFill>
          <a:schemeClr val="lt1">
            <a:alpha val="90000"/>
            <a:tint val="40000"/>
            <a:hueOff val="0"/>
            <a:satOff val="0"/>
            <a:lumOff val="0"/>
            <a:alphaOff val="0"/>
          </a:schemeClr>
        </a:solidFill>
        <a:ln w="12700" cap="flat" cmpd="sng" algn="ctr">
          <a:solidFill>
            <a:schemeClr val="dk2">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22860" rIns="128016" bIns="22860" numCol="1" spcCol="1270" anchor="ctr" anchorCtr="0">
          <a:noAutofit/>
        </a:bodyPr>
        <a:lstStyle/>
        <a:p>
          <a:pPr marL="0" lvl="0" indent="0" algn="ctr" defTabSz="800100">
            <a:lnSpc>
              <a:spcPct val="90000"/>
            </a:lnSpc>
            <a:spcBef>
              <a:spcPct val="0"/>
            </a:spcBef>
            <a:spcAft>
              <a:spcPct val="35000"/>
            </a:spcAft>
            <a:buNone/>
          </a:pPr>
          <a:r>
            <a:rPr lang="en-US" sz="1800" kern="1200" dirty="0">
              <a:solidFill>
                <a:schemeClr val="tx1"/>
              </a:solidFill>
            </a:rPr>
            <a:t>Next: Null</a:t>
          </a:r>
        </a:p>
      </dsp:txBody>
      <dsp:txXfrm>
        <a:off x="0" y="4623086"/>
        <a:ext cx="2913494" cy="261285"/>
      </dsp:txXfrm>
    </dsp:sp>
    <dsp:sp modelId="{E1FE6332-B18B-4756-9A05-568887C9B185}">
      <dsp:nvSpPr>
        <dsp:cNvPr id="0" name=""/>
        <dsp:cNvSpPr/>
      </dsp:nvSpPr>
      <dsp:spPr>
        <a:xfrm rot="10800000">
          <a:off x="0" y="3462640"/>
          <a:ext cx="2913494" cy="873601"/>
        </a:xfrm>
        <a:prstGeom prst="upArrowCallout">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kern="1200" dirty="0">
              <a:solidFill>
                <a:schemeClr val="tx1"/>
              </a:solidFill>
            </a:rPr>
            <a:t>Omar Baig (1320)</a:t>
          </a:r>
        </a:p>
      </dsp:txBody>
      <dsp:txXfrm rot="-10800000">
        <a:off x="0" y="3462640"/>
        <a:ext cx="2913494" cy="306633"/>
      </dsp:txXfrm>
    </dsp:sp>
    <dsp:sp modelId="{28E53C9D-778A-469D-A7CB-295342BDB9E7}">
      <dsp:nvSpPr>
        <dsp:cNvPr id="0" name=""/>
        <dsp:cNvSpPr/>
      </dsp:nvSpPr>
      <dsp:spPr>
        <a:xfrm>
          <a:off x="0" y="3769274"/>
          <a:ext cx="2913494" cy="261206"/>
        </a:xfrm>
        <a:prstGeom prst="rect">
          <a:avLst/>
        </a:prstGeom>
        <a:solidFill>
          <a:schemeClr val="lt1">
            <a:alpha val="90000"/>
            <a:tint val="40000"/>
            <a:hueOff val="0"/>
            <a:satOff val="0"/>
            <a:lumOff val="0"/>
            <a:alphaOff val="0"/>
          </a:schemeClr>
        </a:solidFill>
        <a:ln w="12700" cap="flat" cmpd="sng" algn="ctr">
          <a:solidFill>
            <a:schemeClr val="dk2">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22860" rIns="128016" bIns="22860" numCol="1" spcCol="1270" anchor="ctr" anchorCtr="0">
          <a:noAutofit/>
        </a:bodyPr>
        <a:lstStyle/>
        <a:p>
          <a:pPr marL="0" lvl="0" indent="0" algn="ctr" defTabSz="800100">
            <a:lnSpc>
              <a:spcPct val="90000"/>
            </a:lnSpc>
            <a:spcBef>
              <a:spcPct val="0"/>
            </a:spcBef>
            <a:spcAft>
              <a:spcPct val="35000"/>
            </a:spcAft>
            <a:buNone/>
          </a:pPr>
          <a:r>
            <a:rPr lang="en-US" sz="1800" kern="1200" dirty="0">
              <a:solidFill>
                <a:schemeClr val="tx1"/>
              </a:solidFill>
            </a:rPr>
            <a:t>Next: (1400)</a:t>
          </a:r>
        </a:p>
      </dsp:txBody>
      <dsp:txXfrm>
        <a:off x="0" y="3769274"/>
        <a:ext cx="2913494" cy="261206"/>
      </dsp:txXfrm>
    </dsp:sp>
    <dsp:sp modelId="{8C75E1E5-DDE1-4CA0-96C4-4BBB4C1CD29C}">
      <dsp:nvSpPr>
        <dsp:cNvPr id="0" name=""/>
        <dsp:cNvSpPr/>
      </dsp:nvSpPr>
      <dsp:spPr>
        <a:xfrm rot="10800000">
          <a:off x="0" y="2597559"/>
          <a:ext cx="2913494" cy="873601"/>
        </a:xfrm>
        <a:prstGeom prst="upArrowCallout">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kern="1200" dirty="0" err="1">
              <a:solidFill>
                <a:schemeClr val="tx1"/>
              </a:solidFill>
            </a:rPr>
            <a:t>Shahzaman</a:t>
          </a:r>
          <a:r>
            <a:rPr lang="en-US" sz="1800" kern="1200" dirty="0">
              <a:solidFill>
                <a:schemeClr val="tx1"/>
              </a:solidFill>
            </a:rPr>
            <a:t> (1240)</a:t>
          </a:r>
        </a:p>
      </dsp:txBody>
      <dsp:txXfrm rot="-10800000">
        <a:off x="0" y="2597559"/>
        <a:ext cx="2913494" cy="306633"/>
      </dsp:txXfrm>
    </dsp:sp>
    <dsp:sp modelId="{F4974422-5D35-49D6-B582-FDD9AB8671C9}">
      <dsp:nvSpPr>
        <dsp:cNvPr id="0" name=""/>
        <dsp:cNvSpPr/>
      </dsp:nvSpPr>
      <dsp:spPr>
        <a:xfrm>
          <a:off x="0" y="2904193"/>
          <a:ext cx="2913494" cy="261206"/>
        </a:xfrm>
        <a:prstGeom prst="rect">
          <a:avLst/>
        </a:prstGeom>
        <a:solidFill>
          <a:schemeClr val="lt1">
            <a:alpha val="90000"/>
            <a:tint val="40000"/>
            <a:hueOff val="0"/>
            <a:satOff val="0"/>
            <a:lumOff val="0"/>
            <a:alphaOff val="0"/>
          </a:schemeClr>
        </a:solidFill>
        <a:ln w="12700" cap="flat" cmpd="sng" algn="ctr">
          <a:solidFill>
            <a:schemeClr val="dk2">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22860" rIns="128016" bIns="22860" numCol="1" spcCol="1270" anchor="ctr" anchorCtr="0">
          <a:noAutofit/>
        </a:bodyPr>
        <a:lstStyle/>
        <a:p>
          <a:pPr marL="0" lvl="0" indent="0" algn="ctr" defTabSz="800100">
            <a:lnSpc>
              <a:spcPct val="90000"/>
            </a:lnSpc>
            <a:spcBef>
              <a:spcPct val="0"/>
            </a:spcBef>
            <a:spcAft>
              <a:spcPct val="35000"/>
            </a:spcAft>
            <a:buNone/>
          </a:pPr>
          <a:r>
            <a:rPr lang="en-US" sz="1800" kern="1200" dirty="0">
              <a:solidFill>
                <a:schemeClr val="tx1"/>
              </a:solidFill>
            </a:rPr>
            <a:t>Next: (1320)</a:t>
          </a:r>
        </a:p>
      </dsp:txBody>
      <dsp:txXfrm>
        <a:off x="0" y="2904193"/>
        <a:ext cx="2913494" cy="261206"/>
      </dsp:txXfrm>
    </dsp:sp>
    <dsp:sp modelId="{5D8F5670-B21C-43B3-BA8F-717503971419}">
      <dsp:nvSpPr>
        <dsp:cNvPr id="0" name=""/>
        <dsp:cNvSpPr/>
      </dsp:nvSpPr>
      <dsp:spPr>
        <a:xfrm rot="10800000">
          <a:off x="0" y="1732478"/>
          <a:ext cx="2913494" cy="873601"/>
        </a:xfrm>
        <a:prstGeom prst="upArrowCallout">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kern="1200" dirty="0" err="1">
              <a:solidFill>
                <a:schemeClr val="tx1"/>
              </a:solidFill>
            </a:rPr>
            <a:t>Mohimin</a:t>
          </a:r>
          <a:r>
            <a:rPr lang="en-US" sz="1800" kern="1200" dirty="0">
              <a:solidFill>
                <a:schemeClr val="tx1"/>
              </a:solidFill>
            </a:rPr>
            <a:t> (1160)</a:t>
          </a:r>
        </a:p>
      </dsp:txBody>
      <dsp:txXfrm rot="-10800000">
        <a:off x="0" y="1732478"/>
        <a:ext cx="2913494" cy="306633"/>
      </dsp:txXfrm>
    </dsp:sp>
    <dsp:sp modelId="{8E809ED9-F09E-4F67-AD79-F59958256690}">
      <dsp:nvSpPr>
        <dsp:cNvPr id="0" name=""/>
        <dsp:cNvSpPr/>
      </dsp:nvSpPr>
      <dsp:spPr>
        <a:xfrm>
          <a:off x="0" y="2039112"/>
          <a:ext cx="2913494" cy="261206"/>
        </a:xfrm>
        <a:prstGeom prst="rect">
          <a:avLst/>
        </a:prstGeom>
        <a:solidFill>
          <a:schemeClr val="lt1">
            <a:alpha val="90000"/>
            <a:tint val="40000"/>
            <a:hueOff val="0"/>
            <a:satOff val="0"/>
            <a:lumOff val="0"/>
            <a:alphaOff val="0"/>
          </a:schemeClr>
        </a:solidFill>
        <a:ln w="12700" cap="flat" cmpd="sng" algn="ctr">
          <a:solidFill>
            <a:schemeClr val="dk2">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22860" rIns="128016" bIns="22860" numCol="1" spcCol="1270" anchor="ctr" anchorCtr="0">
          <a:noAutofit/>
        </a:bodyPr>
        <a:lstStyle/>
        <a:p>
          <a:pPr marL="0" lvl="0" indent="0" algn="ctr" defTabSz="800100">
            <a:lnSpc>
              <a:spcPct val="90000"/>
            </a:lnSpc>
            <a:spcBef>
              <a:spcPct val="0"/>
            </a:spcBef>
            <a:spcAft>
              <a:spcPct val="35000"/>
            </a:spcAft>
            <a:buNone/>
          </a:pPr>
          <a:r>
            <a:rPr lang="en-US" sz="1800" kern="1200" dirty="0">
              <a:solidFill>
                <a:schemeClr val="tx1"/>
              </a:solidFill>
            </a:rPr>
            <a:t>Next: (1240)</a:t>
          </a:r>
        </a:p>
      </dsp:txBody>
      <dsp:txXfrm>
        <a:off x="0" y="2039112"/>
        <a:ext cx="2913494" cy="261206"/>
      </dsp:txXfrm>
    </dsp:sp>
    <dsp:sp modelId="{4E0BA341-7178-4025-8D04-2FB5EA8B21A3}">
      <dsp:nvSpPr>
        <dsp:cNvPr id="0" name=""/>
        <dsp:cNvSpPr/>
      </dsp:nvSpPr>
      <dsp:spPr>
        <a:xfrm rot="10800000">
          <a:off x="0" y="867397"/>
          <a:ext cx="2913494" cy="873601"/>
        </a:xfrm>
        <a:prstGeom prst="upArrowCallout">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kern="1200" dirty="0">
              <a:solidFill>
                <a:schemeClr val="tx1"/>
              </a:solidFill>
            </a:rPr>
            <a:t>Asra (1080)</a:t>
          </a:r>
        </a:p>
      </dsp:txBody>
      <dsp:txXfrm rot="-10800000">
        <a:off x="0" y="867397"/>
        <a:ext cx="2913494" cy="306633"/>
      </dsp:txXfrm>
    </dsp:sp>
    <dsp:sp modelId="{1F3FD66D-31B8-4483-9177-788B743AFA39}">
      <dsp:nvSpPr>
        <dsp:cNvPr id="0" name=""/>
        <dsp:cNvSpPr/>
      </dsp:nvSpPr>
      <dsp:spPr>
        <a:xfrm>
          <a:off x="0" y="1174031"/>
          <a:ext cx="2913494" cy="261206"/>
        </a:xfrm>
        <a:prstGeom prst="rect">
          <a:avLst/>
        </a:prstGeom>
        <a:solidFill>
          <a:schemeClr val="lt1">
            <a:alpha val="90000"/>
            <a:tint val="40000"/>
            <a:hueOff val="0"/>
            <a:satOff val="0"/>
            <a:lumOff val="0"/>
            <a:alphaOff val="0"/>
          </a:schemeClr>
        </a:solidFill>
        <a:ln w="12700" cap="flat" cmpd="sng" algn="ctr">
          <a:solidFill>
            <a:schemeClr val="dk2">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22860" rIns="128016" bIns="22860" numCol="1" spcCol="1270" anchor="ctr" anchorCtr="0">
          <a:noAutofit/>
        </a:bodyPr>
        <a:lstStyle/>
        <a:p>
          <a:pPr marL="0" lvl="0" indent="0" algn="ctr" defTabSz="800100">
            <a:lnSpc>
              <a:spcPct val="90000"/>
            </a:lnSpc>
            <a:spcBef>
              <a:spcPct val="0"/>
            </a:spcBef>
            <a:spcAft>
              <a:spcPct val="35000"/>
            </a:spcAft>
            <a:buNone/>
          </a:pPr>
          <a:r>
            <a:rPr lang="en-US" sz="1800" kern="1200" dirty="0">
              <a:solidFill>
                <a:schemeClr val="tx1"/>
              </a:solidFill>
            </a:rPr>
            <a:t>Next: 1160</a:t>
          </a:r>
        </a:p>
      </dsp:txBody>
      <dsp:txXfrm>
        <a:off x="0" y="1174031"/>
        <a:ext cx="2913494" cy="261206"/>
      </dsp:txXfrm>
    </dsp:sp>
    <dsp:sp modelId="{E4B64EF6-2EE6-46D2-B38F-DA1F37A488B8}">
      <dsp:nvSpPr>
        <dsp:cNvPr id="0" name=""/>
        <dsp:cNvSpPr/>
      </dsp:nvSpPr>
      <dsp:spPr>
        <a:xfrm rot="10800000">
          <a:off x="0" y="2316"/>
          <a:ext cx="2913494" cy="873601"/>
        </a:xfrm>
        <a:prstGeom prst="upArrowCallout">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kern="1200" dirty="0" err="1">
              <a:solidFill>
                <a:schemeClr val="tx1"/>
              </a:solidFill>
            </a:rPr>
            <a:t>Hafs</a:t>
          </a:r>
          <a:r>
            <a:rPr lang="en-US" sz="1800" kern="1200" dirty="0">
              <a:solidFill>
                <a:schemeClr val="tx1"/>
              </a:solidFill>
            </a:rPr>
            <a:t> (1000)</a:t>
          </a:r>
        </a:p>
      </dsp:txBody>
      <dsp:txXfrm rot="-10800000">
        <a:off x="0" y="2316"/>
        <a:ext cx="2913494" cy="306633"/>
      </dsp:txXfrm>
    </dsp:sp>
    <dsp:sp modelId="{15A09595-CCC3-46A8-996D-57150771CFAB}">
      <dsp:nvSpPr>
        <dsp:cNvPr id="0" name=""/>
        <dsp:cNvSpPr/>
      </dsp:nvSpPr>
      <dsp:spPr>
        <a:xfrm>
          <a:off x="0" y="308950"/>
          <a:ext cx="2913494" cy="261206"/>
        </a:xfrm>
        <a:prstGeom prst="rect">
          <a:avLst/>
        </a:prstGeom>
        <a:solidFill>
          <a:schemeClr val="lt1">
            <a:alpha val="90000"/>
            <a:tint val="40000"/>
            <a:hueOff val="0"/>
            <a:satOff val="0"/>
            <a:lumOff val="0"/>
            <a:alphaOff val="0"/>
          </a:schemeClr>
        </a:solidFill>
        <a:ln w="12700" cap="flat" cmpd="sng" algn="ctr">
          <a:solidFill>
            <a:schemeClr val="dk2">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22860" rIns="128016" bIns="22860" numCol="1" spcCol="1270" anchor="ctr" anchorCtr="0">
          <a:noAutofit/>
        </a:bodyPr>
        <a:lstStyle/>
        <a:p>
          <a:pPr marL="0" lvl="0" indent="0" algn="ctr" defTabSz="800100">
            <a:lnSpc>
              <a:spcPct val="90000"/>
            </a:lnSpc>
            <a:spcBef>
              <a:spcPct val="0"/>
            </a:spcBef>
            <a:spcAft>
              <a:spcPct val="35000"/>
            </a:spcAft>
            <a:buNone/>
          </a:pPr>
          <a:r>
            <a:rPr lang="en-US" sz="1800" kern="1200" dirty="0">
              <a:solidFill>
                <a:schemeClr val="tx1"/>
              </a:solidFill>
            </a:rPr>
            <a:t>Next: 1080</a:t>
          </a:r>
        </a:p>
      </dsp:txBody>
      <dsp:txXfrm>
        <a:off x="0" y="308950"/>
        <a:ext cx="2913494" cy="26120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3AC17C7-F652-4FA2-8A4D-FA22E7CEFC33}">
      <dsp:nvSpPr>
        <dsp:cNvPr id="0" name=""/>
        <dsp:cNvSpPr/>
      </dsp:nvSpPr>
      <dsp:spPr>
        <a:xfrm>
          <a:off x="0" y="3723074"/>
          <a:ext cx="2913494" cy="488651"/>
        </a:xfrm>
        <a:prstGeom prst="rect">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kern="1200" dirty="0">
              <a:solidFill>
                <a:schemeClr val="tx1"/>
              </a:solidFill>
            </a:rPr>
            <a:t>Omar Khan (1400)</a:t>
          </a:r>
        </a:p>
      </dsp:txBody>
      <dsp:txXfrm>
        <a:off x="0" y="3723074"/>
        <a:ext cx="2913494" cy="263871"/>
      </dsp:txXfrm>
    </dsp:sp>
    <dsp:sp modelId="{60446952-9B22-4ACA-B576-58D6AD932FE2}">
      <dsp:nvSpPr>
        <dsp:cNvPr id="0" name=""/>
        <dsp:cNvSpPr/>
      </dsp:nvSpPr>
      <dsp:spPr>
        <a:xfrm>
          <a:off x="0" y="3977173"/>
          <a:ext cx="2913494" cy="224779"/>
        </a:xfrm>
        <a:prstGeom prst="rect">
          <a:avLst/>
        </a:prstGeom>
        <a:solidFill>
          <a:schemeClr val="lt1">
            <a:alpha val="90000"/>
            <a:tint val="40000"/>
            <a:hueOff val="0"/>
            <a:satOff val="0"/>
            <a:lumOff val="0"/>
            <a:alphaOff val="0"/>
          </a:schemeClr>
        </a:solidFill>
        <a:ln w="12700" cap="flat" cmpd="sng" algn="ctr">
          <a:solidFill>
            <a:schemeClr val="dk2">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22860" rIns="128016" bIns="22860" numCol="1" spcCol="1270" anchor="ctr" anchorCtr="0">
          <a:noAutofit/>
        </a:bodyPr>
        <a:lstStyle/>
        <a:p>
          <a:pPr marL="0" lvl="0" indent="0" algn="ctr" defTabSz="800100">
            <a:lnSpc>
              <a:spcPct val="90000"/>
            </a:lnSpc>
            <a:spcBef>
              <a:spcPct val="0"/>
            </a:spcBef>
            <a:spcAft>
              <a:spcPct val="35000"/>
            </a:spcAft>
            <a:buNone/>
          </a:pPr>
          <a:r>
            <a:rPr lang="en-US" sz="1800" kern="1200" dirty="0">
              <a:solidFill>
                <a:schemeClr val="tx1"/>
              </a:solidFill>
            </a:rPr>
            <a:t>Next: Null</a:t>
          </a:r>
        </a:p>
      </dsp:txBody>
      <dsp:txXfrm>
        <a:off x="0" y="3977173"/>
        <a:ext cx="2913494" cy="224779"/>
      </dsp:txXfrm>
    </dsp:sp>
    <dsp:sp modelId="{E1FE6332-B18B-4756-9A05-568887C9B185}">
      <dsp:nvSpPr>
        <dsp:cNvPr id="0" name=""/>
        <dsp:cNvSpPr/>
      </dsp:nvSpPr>
      <dsp:spPr>
        <a:xfrm rot="10800000">
          <a:off x="0" y="2978858"/>
          <a:ext cx="2913494" cy="751545"/>
        </a:xfrm>
        <a:prstGeom prst="upArrowCallout">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kern="1200" dirty="0">
              <a:solidFill>
                <a:schemeClr val="tx1"/>
              </a:solidFill>
            </a:rPr>
            <a:t>Omar Baig (1320)</a:t>
          </a:r>
        </a:p>
      </dsp:txBody>
      <dsp:txXfrm rot="-10800000">
        <a:off x="0" y="2978858"/>
        <a:ext cx="2913494" cy="263792"/>
      </dsp:txXfrm>
    </dsp:sp>
    <dsp:sp modelId="{28E53C9D-778A-469D-A7CB-295342BDB9E7}">
      <dsp:nvSpPr>
        <dsp:cNvPr id="0" name=""/>
        <dsp:cNvSpPr/>
      </dsp:nvSpPr>
      <dsp:spPr>
        <a:xfrm>
          <a:off x="0" y="3242650"/>
          <a:ext cx="2913494" cy="224712"/>
        </a:xfrm>
        <a:prstGeom prst="rect">
          <a:avLst/>
        </a:prstGeom>
        <a:solidFill>
          <a:schemeClr val="lt1">
            <a:alpha val="90000"/>
            <a:tint val="40000"/>
            <a:hueOff val="0"/>
            <a:satOff val="0"/>
            <a:lumOff val="0"/>
            <a:alphaOff val="0"/>
          </a:schemeClr>
        </a:solidFill>
        <a:ln w="12700" cap="flat" cmpd="sng" algn="ctr">
          <a:solidFill>
            <a:schemeClr val="dk2">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22860" rIns="128016" bIns="22860" numCol="1" spcCol="1270" anchor="ctr" anchorCtr="0">
          <a:noAutofit/>
        </a:bodyPr>
        <a:lstStyle/>
        <a:p>
          <a:pPr marL="0" lvl="0" indent="0" algn="ctr" defTabSz="800100">
            <a:lnSpc>
              <a:spcPct val="90000"/>
            </a:lnSpc>
            <a:spcBef>
              <a:spcPct val="0"/>
            </a:spcBef>
            <a:spcAft>
              <a:spcPct val="35000"/>
            </a:spcAft>
            <a:buNone/>
          </a:pPr>
          <a:r>
            <a:rPr lang="en-US" sz="1800" kern="1200" dirty="0">
              <a:solidFill>
                <a:schemeClr val="tx1"/>
              </a:solidFill>
            </a:rPr>
            <a:t>Next: (1400)</a:t>
          </a:r>
        </a:p>
      </dsp:txBody>
      <dsp:txXfrm>
        <a:off x="0" y="3242650"/>
        <a:ext cx="2913494" cy="224712"/>
      </dsp:txXfrm>
    </dsp:sp>
    <dsp:sp modelId="{8C75E1E5-DDE1-4CA0-96C4-4BBB4C1CD29C}">
      <dsp:nvSpPr>
        <dsp:cNvPr id="0" name=""/>
        <dsp:cNvSpPr/>
      </dsp:nvSpPr>
      <dsp:spPr>
        <a:xfrm rot="10800000">
          <a:off x="0" y="2234641"/>
          <a:ext cx="2913494" cy="751545"/>
        </a:xfrm>
        <a:prstGeom prst="upArrowCallout">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kern="1200" dirty="0" err="1">
              <a:solidFill>
                <a:schemeClr val="tx1"/>
              </a:solidFill>
            </a:rPr>
            <a:t>Shahzaman</a:t>
          </a:r>
          <a:r>
            <a:rPr lang="en-US" sz="1800" kern="1200" dirty="0">
              <a:solidFill>
                <a:schemeClr val="tx1"/>
              </a:solidFill>
            </a:rPr>
            <a:t> (1240)</a:t>
          </a:r>
        </a:p>
      </dsp:txBody>
      <dsp:txXfrm rot="-10800000">
        <a:off x="0" y="2234641"/>
        <a:ext cx="2913494" cy="263792"/>
      </dsp:txXfrm>
    </dsp:sp>
    <dsp:sp modelId="{F4974422-5D35-49D6-B582-FDD9AB8671C9}">
      <dsp:nvSpPr>
        <dsp:cNvPr id="0" name=""/>
        <dsp:cNvSpPr/>
      </dsp:nvSpPr>
      <dsp:spPr>
        <a:xfrm>
          <a:off x="0" y="2498434"/>
          <a:ext cx="2913494" cy="224712"/>
        </a:xfrm>
        <a:prstGeom prst="rect">
          <a:avLst/>
        </a:prstGeom>
        <a:solidFill>
          <a:schemeClr val="lt1">
            <a:alpha val="90000"/>
            <a:tint val="40000"/>
            <a:hueOff val="0"/>
            <a:satOff val="0"/>
            <a:lumOff val="0"/>
            <a:alphaOff val="0"/>
          </a:schemeClr>
        </a:solidFill>
        <a:ln w="12700" cap="flat" cmpd="sng" algn="ctr">
          <a:solidFill>
            <a:schemeClr val="dk2">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22860" rIns="128016" bIns="22860" numCol="1" spcCol="1270" anchor="ctr" anchorCtr="0">
          <a:noAutofit/>
        </a:bodyPr>
        <a:lstStyle/>
        <a:p>
          <a:pPr marL="0" lvl="0" indent="0" algn="ctr" defTabSz="800100">
            <a:lnSpc>
              <a:spcPct val="90000"/>
            </a:lnSpc>
            <a:spcBef>
              <a:spcPct val="0"/>
            </a:spcBef>
            <a:spcAft>
              <a:spcPct val="35000"/>
            </a:spcAft>
            <a:buNone/>
          </a:pPr>
          <a:r>
            <a:rPr lang="en-US" sz="1800" kern="1200" dirty="0">
              <a:solidFill>
                <a:schemeClr val="tx1"/>
              </a:solidFill>
            </a:rPr>
            <a:t>Next: (1320)</a:t>
          </a:r>
        </a:p>
      </dsp:txBody>
      <dsp:txXfrm>
        <a:off x="0" y="2498434"/>
        <a:ext cx="2913494" cy="224712"/>
      </dsp:txXfrm>
    </dsp:sp>
    <dsp:sp modelId="{5D8F5670-B21C-43B3-BA8F-717503971419}">
      <dsp:nvSpPr>
        <dsp:cNvPr id="0" name=""/>
        <dsp:cNvSpPr/>
      </dsp:nvSpPr>
      <dsp:spPr>
        <a:xfrm rot="10800000">
          <a:off x="0" y="1490425"/>
          <a:ext cx="2913494" cy="751545"/>
        </a:xfrm>
        <a:prstGeom prst="upArrowCallout">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kern="1200" dirty="0" err="1">
              <a:solidFill>
                <a:schemeClr val="tx1"/>
              </a:solidFill>
            </a:rPr>
            <a:t>Mohimin</a:t>
          </a:r>
          <a:r>
            <a:rPr lang="en-US" sz="1800" kern="1200" dirty="0">
              <a:solidFill>
                <a:schemeClr val="tx1"/>
              </a:solidFill>
            </a:rPr>
            <a:t> (1160)</a:t>
          </a:r>
        </a:p>
      </dsp:txBody>
      <dsp:txXfrm rot="-10800000">
        <a:off x="0" y="1490425"/>
        <a:ext cx="2913494" cy="263792"/>
      </dsp:txXfrm>
    </dsp:sp>
    <dsp:sp modelId="{8E809ED9-F09E-4F67-AD79-F59958256690}">
      <dsp:nvSpPr>
        <dsp:cNvPr id="0" name=""/>
        <dsp:cNvSpPr/>
      </dsp:nvSpPr>
      <dsp:spPr>
        <a:xfrm>
          <a:off x="0" y="1754218"/>
          <a:ext cx="2913494" cy="224712"/>
        </a:xfrm>
        <a:prstGeom prst="rect">
          <a:avLst/>
        </a:prstGeom>
        <a:solidFill>
          <a:schemeClr val="lt1">
            <a:alpha val="90000"/>
            <a:tint val="40000"/>
            <a:hueOff val="0"/>
            <a:satOff val="0"/>
            <a:lumOff val="0"/>
            <a:alphaOff val="0"/>
          </a:schemeClr>
        </a:solidFill>
        <a:ln w="12700" cap="flat" cmpd="sng" algn="ctr">
          <a:solidFill>
            <a:schemeClr val="dk2">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22860" rIns="128016" bIns="22860" numCol="1" spcCol="1270" anchor="ctr" anchorCtr="0">
          <a:noAutofit/>
        </a:bodyPr>
        <a:lstStyle/>
        <a:p>
          <a:pPr marL="0" lvl="0" indent="0" algn="ctr" defTabSz="800100">
            <a:lnSpc>
              <a:spcPct val="90000"/>
            </a:lnSpc>
            <a:spcBef>
              <a:spcPct val="0"/>
            </a:spcBef>
            <a:spcAft>
              <a:spcPct val="35000"/>
            </a:spcAft>
            <a:buNone/>
          </a:pPr>
          <a:r>
            <a:rPr lang="en-US" sz="1800" kern="1200" dirty="0">
              <a:solidFill>
                <a:schemeClr val="tx1"/>
              </a:solidFill>
            </a:rPr>
            <a:t>Next: (1240)</a:t>
          </a:r>
        </a:p>
      </dsp:txBody>
      <dsp:txXfrm>
        <a:off x="0" y="1754218"/>
        <a:ext cx="2913494" cy="224712"/>
      </dsp:txXfrm>
    </dsp:sp>
    <dsp:sp modelId="{4E0BA341-7178-4025-8D04-2FB5EA8B21A3}">
      <dsp:nvSpPr>
        <dsp:cNvPr id="0" name=""/>
        <dsp:cNvSpPr/>
      </dsp:nvSpPr>
      <dsp:spPr>
        <a:xfrm rot="10800000">
          <a:off x="0" y="746209"/>
          <a:ext cx="2913494" cy="751545"/>
        </a:xfrm>
        <a:prstGeom prst="upArrowCallout">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kern="1200" dirty="0">
              <a:solidFill>
                <a:schemeClr val="tx1"/>
              </a:solidFill>
            </a:rPr>
            <a:t>Asra (1080)</a:t>
          </a:r>
        </a:p>
      </dsp:txBody>
      <dsp:txXfrm rot="-10800000">
        <a:off x="0" y="746209"/>
        <a:ext cx="2913494" cy="263792"/>
      </dsp:txXfrm>
    </dsp:sp>
    <dsp:sp modelId="{1F3FD66D-31B8-4483-9177-788B743AFA39}">
      <dsp:nvSpPr>
        <dsp:cNvPr id="0" name=""/>
        <dsp:cNvSpPr/>
      </dsp:nvSpPr>
      <dsp:spPr>
        <a:xfrm>
          <a:off x="0" y="1010002"/>
          <a:ext cx="2913494" cy="224712"/>
        </a:xfrm>
        <a:prstGeom prst="rect">
          <a:avLst/>
        </a:prstGeom>
        <a:solidFill>
          <a:schemeClr val="lt1">
            <a:alpha val="90000"/>
            <a:tint val="40000"/>
            <a:hueOff val="0"/>
            <a:satOff val="0"/>
            <a:lumOff val="0"/>
            <a:alphaOff val="0"/>
          </a:schemeClr>
        </a:solidFill>
        <a:ln w="12700" cap="flat" cmpd="sng" algn="ctr">
          <a:solidFill>
            <a:schemeClr val="dk2">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22860" rIns="128016" bIns="22860" numCol="1" spcCol="1270" anchor="ctr" anchorCtr="0">
          <a:noAutofit/>
        </a:bodyPr>
        <a:lstStyle/>
        <a:p>
          <a:pPr marL="0" lvl="0" indent="0" algn="ctr" defTabSz="800100">
            <a:lnSpc>
              <a:spcPct val="90000"/>
            </a:lnSpc>
            <a:spcBef>
              <a:spcPct val="0"/>
            </a:spcBef>
            <a:spcAft>
              <a:spcPct val="35000"/>
            </a:spcAft>
            <a:buNone/>
          </a:pPr>
          <a:r>
            <a:rPr lang="en-US" sz="1800" kern="1200" dirty="0">
              <a:solidFill>
                <a:schemeClr val="tx1"/>
              </a:solidFill>
            </a:rPr>
            <a:t>Next: 1160</a:t>
          </a:r>
        </a:p>
      </dsp:txBody>
      <dsp:txXfrm>
        <a:off x="0" y="1010002"/>
        <a:ext cx="2913494" cy="224712"/>
      </dsp:txXfrm>
    </dsp:sp>
    <dsp:sp modelId="{E4B64EF6-2EE6-46D2-B38F-DA1F37A488B8}">
      <dsp:nvSpPr>
        <dsp:cNvPr id="0" name=""/>
        <dsp:cNvSpPr/>
      </dsp:nvSpPr>
      <dsp:spPr>
        <a:xfrm rot="10800000">
          <a:off x="0" y="1993"/>
          <a:ext cx="2913494" cy="751545"/>
        </a:xfrm>
        <a:prstGeom prst="upArrowCallout">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kern="1200" dirty="0" err="1">
              <a:solidFill>
                <a:schemeClr val="tx1"/>
              </a:solidFill>
            </a:rPr>
            <a:t>Hafs</a:t>
          </a:r>
          <a:r>
            <a:rPr lang="en-US" sz="1800" kern="1200" dirty="0">
              <a:solidFill>
                <a:schemeClr val="tx1"/>
              </a:solidFill>
            </a:rPr>
            <a:t> (1000)</a:t>
          </a:r>
        </a:p>
      </dsp:txBody>
      <dsp:txXfrm rot="-10800000">
        <a:off x="0" y="1993"/>
        <a:ext cx="2913494" cy="263792"/>
      </dsp:txXfrm>
    </dsp:sp>
    <dsp:sp modelId="{15A09595-CCC3-46A8-996D-57150771CFAB}">
      <dsp:nvSpPr>
        <dsp:cNvPr id="0" name=""/>
        <dsp:cNvSpPr/>
      </dsp:nvSpPr>
      <dsp:spPr>
        <a:xfrm>
          <a:off x="0" y="265785"/>
          <a:ext cx="2913494" cy="224712"/>
        </a:xfrm>
        <a:prstGeom prst="rect">
          <a:avLst/>
        </a:prstGeom>
        <a:solidFill>
          <a:schemeClr val="lt1">
            <a:alpha val="90000"/>
            <a:tint val="40000"/>
            <a:hueOff val="0"/>
            <a:satOff val="0"/>
            <a:lumOff val="0"/>
            <a:alphaOff val="0"/>
          </a:schemeClr>
        </a:solidFill>
        <a:ln w="12700" cap="flat" cmpd="sng" algn="ctr">
          <a:solidFill>
            <a:schemeClr val="dk2">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22860" rIns="128016" bIns="22860" numCol="1" spcCol="1270" anchor="ctr" anchorCtr="0">
          <a:noAutofit/>
        </a:bodyPr>
        <a:lstStyle/>
        <a:p>
          <a:pPr marL="0" lvl="0" indent="0" algn="ctr" defTabSz="800100">
            <a:lnSpc>
              <a:spcPct val="90000"/>
            </a:lnSpc>
            <a:spcBef>
              <a:spcPct val="0"/>
            </a:spcBef>
            <a:spcAft>
              <a:spcPct val="35000"/>
            </a:spcAft>
            <a:buNone/>
          </a:pPr>
          <a:r>
            <a:rPr lang="en-US" sz="1800" kern="1200" dirty="0">
              <a:solidFill>
                <a:schemeClr val="tx1"/>
              </a:solidFill>
            </a:rPr>
            <a:t>Next: 1080</a:t>
          </a:r>
        </a:p>
      </dsp:txBody>
      <dsp:txXfrm>
        <a:off x="0" y="265785"/>
        <a:ext cx="2913494" cy="22471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D43DE14-9CA2-4B1C-8B99-26B03B7D21D3}">
      <dsp:nvSpPr>
        <dsp:cNvPr id="0" name=""/>
        <dsp:cNvSpPr/>
      </dsp:nvSpPr>
      <dsp:spPr>
        <a:xfrm>
          <a:off x="0" y="4414792"/>
          <a:ext cx="2913494" cy="483108"/>
        </a:xfrm>
        <a:prstGeom prst="rect">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kern="1200" dirty="0">
              <a:solidFill>
                <a:schemeClr val="tx1"/>
              </a:solidFill>
            </a:rPr>
            <a:t>Uzair (3000)</a:t>
          </a:r>
        </a:p>
      </dsp:txBody>
      <dsp:txXfrm>
        <a:off x="0" y="4414792"/>
        <a:ext cx="2913494" cy="260878"/>
      </dsp:txXfrm>
    </dsp:sp>
    <dsp:sp modelId="{E28D96CD-5D92-4DF6-BE2E-F72ED24BC81A}">
      <dsp:nvSpPr>
        <dsp:cNvPr id="0" name=""/>
        <dsp:cNvSpPr/>
      </dsp:nvSpPr>
      <dsp:spPr>
        <a:xfrm>
          <a:off x="0" y="4666008"/>
          <a:ext cx="2913494" cy="222229"/>
        </a:xfrm>
        <a:prstGeom prst="rect">
          <a:avLst/>
        </a:prstGeom>
        <a:solidFill>
          <a:schemeClr val="lt1">
            <a:alpha val="90000"/>
            <a:tint val="40000"/>
            <a:hueOff val="0"/>
            <a:satOff val="0"/>
            <a:lumOff val="0"/>
            <a:alphaOff val="0"/>
          </a:schemeClr>
        </a:solidFill>
        <a:ln w="12700" cap="flat" cmpd="sng" algn="ctr">
          <a:solidFill>
            <a:schemeClr val="dk2">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22860" rIns="128016" bIns="22860" numCol="1" spcCol="1270" anchor="ctr" anchorCtr="0">
          <a:noAutofit/>
        </a:bodyPr>
        <a:lstStyle/>
        <a:p>
          <a:pPr marL="0" lvl="0" indent="0" algn="ctr" defTabSz="800100">
            <a:lnSpc>
              <a:spcPct val="90000"/>
            </a:lnSpc>
            <a:spcBef>
              <a:spcPct val="0"/>
            </a:spcBef>
            <a:spcAft>
              <a:spcPct val="35000"/>
            </a:spcAft>
            <a:buNone/>
          </a:pPr>
          <a:r>
            <a:rPr lang="en-US" sz="1800" kern="1200" dirty="0">
              <a:solidFill>
                <a:schemeClr val="tx1"/>
              </a:solidFill>
            </a:rPr>
            <a:t>Next: Null</a:t>
          </a:r>
        </a:p>
      </dsp:txBody>
      <dsp:txXfrm>
        <a:off x="0" y="4666008"/>
        <a:ext cx="2913494" cy="222229"/>
      </dsp:txXfrm>
    </dsp:sp>
    <dsp:sp modelId="{40F21D97-0379-47AD-9437-79FD574F0836}">
      <dsp:nvSpPr>
        <dsp:cNvPr id="0" name=""/>
        <dsp:cNvSpPr/>
      </dsp:nvSpPr>
      <dsp:spPr>
        <a:xfrm rot="10800000">
          <a:off x="0" y="3679018"/>
          <a:ext cx="2913494" cy="743020"/>
        </a:xfrm>
        <a:prstGeom prst="upArrowCallout">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kern="1200" dirty="0">
              <a:solidFill>
                <a:schemeClr val="tx1"/>
              </a:solidFill>
            </a:rPr>
            <a:t>Omar Khan (1400)</a:t>
          </a:r>
        </a:p>
      </dsp:txBody>
      <dsp:txXfrm rot="-10800000">
        <a:off x="0" y="3679018"/>
        <a:ext cx="2913494" cy="260800"/>
      </dsp:txXfrm>
    </dsp:sp>
    <dsp:sp modelId="{FA3A00EF-7FFF-41AD-A550-40F2DB6DAFCB}">
      <dsp:nvSpPr>
        <dsp:cNvPr id="0" name=""/>
        <dsp:cNvSpPr/>
      </dsp:nvSpPr>
      <dsp:spPr>
        <a:xfrm>
          <a:off x="0" y="3939818"/>
          <a:ext cx="2913494" cy="222163"/>
        </a:xfrm>
        <a:prstGeom prst="rect">
          <a:avLst/>
        </a:prstGeom>
        <a:solidFill>
          <a:schemeClr val="lt1">
            <a:alpha val="90000"/>
            <a:tint val="40000"/>
            <a:hueOff val="0"/>
            <a:satOff val="0"/>
            <a:lumOff val="0"/>
            <a:alphaOff val="0"/>
          </a:schemeClr>
        </a:solidFill>
        <a:ln w="12700" cap="flat" cmpd="sng" algn="ctr">
          <a:solidFill>
            <a:schemeClr val="dk2">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22860" rIns="128016" bIns="22860" numCol="1" spcCol="1270" anchor="ctr" anchorCtr="0">
          <a:noAutofit/>
        </a:bodyPr>
        <a:lstStyle/>
        <a:p>
          <a:pPr marL="0" lvl="0" indent="0" algn="ctr" defTabSz="800100">
            <a:lnSpc>
              <a:spcPct val="90000"/>
            </a:lnSpc>
            <a:spcBef>
              <a:spcPct val="0"/>
            </a:spcBef>
            <a:spcAft>
              <a:spcPct val="35000"/>
            </a:spcAft>
            <a:buNone/>
          </a:pPr>
          <a:r>
            <a:rPr lang="en-US" sz="1800" kern="1200" dirty="0">
              <a:solidFill>
                <a:schemeClr val="tx1"/>
              </a:solidFill>
            </a:rPr>
            <a:t>Next: 3000</a:t>
          </a:r>
        </a:p>
      </dsp:txBody>
      <dsp:txXfrm>
        <a:off x="0" y="3939818"/>
        <a:ext cx="2913494" cy="222163"/>
      </dsp:txXfrm>
    </dsp:sp>
    <dsp:sp modelId="{E1FE6332-B18B-4756-9A05-568887C9B185}">
      <dsp:nvSpPr>
        <dsp:cNvPr id="0" name=""/>
        <dsp:cNvSpPr/>
      </dsp:nvSpPr>
      <dsp:spPr>
        <a:xfrm rot="10800000">
          <a:off x="0" y="2943244"/>
          <a:ext cx="2913494" cy="743020"/>
        </a:xfrm>
        <a:prstGeom prst="upArrowCallout">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kern="1200" dirty="0">
              <a:solidFill>
                <a:schemeClr val="tx1"/>
              </a:solidFill>
            </a:rPr>
            <a:t>Omar Baig (1320)</a:t>
          </a:r>
        </a:p>
      </dsp:txBody>
      <dsp:txXfrm rot="-10800000">
        <a:off x="0" y="2943244"/>
        <a:ext cx="2913494" cy="260800"/>
      </dsp:txXfrm>
    </dsp:sp>
    <dsp:sp modelId="{28E53C9D-778A-469D-A7CB-295342BDB9E7}">
      <dsp:nvSpPr>
        <dsp:cNvPr id="0" name=""/>
        <dsp:cNvSpPr/>
      </dsp:nvSpPr>
      <dsp:spPr>
        <a:xfrm>
          <a:off x="0" y="3204044"/>
          <a:ext cx="2913494" cy="222163"/>
        </a:xfrm>
        <a:prstGeom prst="rect">
          <a:avLst/>
        </a:prstGeom>
        <a:solidFill>
          <a:schemeClr val="lt1">
            <a:alpha val="90000"/>
            <a:tint val="40000"/>
            <a:hueOff val="0"/>
            <a:satOff val="0"/>
            <a:lumOff val="0"/>
            <a:alphaOff val="0"/>
          </a:schemeClr>
        </a:solidFill>
        <a:ln w="12700" cap="flat" cmpd="sng" algn="ctr">
          <a:solidFill>
            <a:schemeClr val="dk2">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22860" rIns="128016" bIns="22860" numCol="1" spcCol="1270" anchor="ctr" anchorCtr="0">
          <a:noAutofit/>
        </a:bodyPr>
        <a:lstStyle/>
        <a:p>
          <a:pPr marL="0" lvl="0" indent="0" algn="ctr" defTabSz="800100">
            <a:lnSpc>
              <a:spcPct val="90000"/>
            </a:lnSpc>
            <a:spcBef>
              <a:spcPct val="0"/>
            </a:spcBef>
            <a:spcAft>
              <a:spcPct val="35000"/>
            </a:spcAft>
            <a:buNone/>
          </a:pPr>
          <a:r>
            <a:rPr lang="en-US" sz="1800" kern="1200" dirty="0">
              <a:solidFill>
                <a:schemeClr val="tx1"/>
              </a:solidFill>
            </a:rPr>
            <a:t>Next: (1400)</a:t>
          </a:r>
        </a:p>
      </dsp:txBody>
      <dsp:txXfrm>
        <a:off x="0" y="3204044"/>
        <a:ext cx="2913494" cy="222163"/>
      </dsp:txXfrm>
    </dsp:sp>
    <dsp:sp modelId="{8C75E1E5-DDE1-4CA0-96C4-4BBB4C1CD29C}">
      <dsp:nvSpPr>
        <dsp:cNvPr id="0" name=""/>
        <dsp:cNvSpPr/>
      </dsp:nvSpPr>
      <dsp:spPr>
        <a:xfrm rot="10800000">
          <a:off x="0" y="2207470"/>
          <a:ext cx="2913494" cy="743020"/>
        </a:xfrm>
        <a:prstGeom prst="upArrowCallout">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kern="1200" dirty="0" err="1">
              <a:solidFill>
                <a:schemeClr val="tx1"/>
              </a:solidFill>
            </a:rPr>
            <a:t>Shahzaman</a:t>
          </a:r>
          <a:r>
            <a:rPr lang="en-US" sz="1800" kern="1200" dirty="0">
              <a:solidFill>
                <a:schemeClr val="tx1"/>
              </a:solidFill>
            </a:rPr>
            <a:t> (1240)</a:t>
          </a:r>
        </a:p>
      </dsp:txBody>
      <dsp:txXfrm rot="-10800000">
        <a:off x="0" y="2207470"/>
        <a:ext cx="2913494" cy="260800"/>
      </dsp:txXfrm>
    </dsp:sp>
    <dsp:sp modelId="{F4974422-5D35-49D6-B582-FDD9AB8671C9}">
      <dsp:nvSpPr>
        <dsp:cNvPr id="0" name=""/>
        <dsp:cNvSpPr/>
      </dsp:nvSpPr>
      <dsp:spPr>
        <a:xfrm>
          <a:off x="0" y="2468270"/>
          <a:ext cx="2913494" cy="222163"/>
        </a:xfrm>
        <a:prstGeom prst="rect">
          <a:avLst/>
        </a:prstGeom>
        <a:solidFill>
          <a:schemeClr val="lt1">
            <a:alpha val="90000"/>
            <a:tint val="40000"/>
            <a:hueOff val="0"/>
            <a:satOff val="0"/>
            <a:lumOff val="0"/>
            <a:alphaOff val="0"/>
          </a:schemeClr>
        </a:solidFill>
        <a:ln w="12700" cap="flat" cmpd="sng" algn="ctr">
          <a:solidFill>
            <a:schemeClr val="dk2">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22860" rIns="128016" bIns="22860" numCol="1" spcCol="1270" anchor="ctr" anchorCtr="0">
          <a:noAutofit/>
        </a:bodyPr>
        <a:lstStyle/>
        <a:p>
          <a:pPr marL="0" lvl="0" indent="0" algn="ctr" defTabSz="800100">
            <a:lnSpc>
              <a:spcPct val="90000"/>
            </a:lnSpc>
            <a:spcBef>
              <a:spcPct val="0"/>
            </a:spcBef>
            <a:spcAft>
              <a:spcPct val="35000"/>
            </a:spcAft>
            <a:buNone/>
          </a:pPr>
          <a:r>
            <a:rPr lang="en-US" sz="1800" kern="1200" dirty="0">
              <a:solidFill>
                <a:schemeClr val="tx1"/>
              </a:solidFill>
            </a:rPr>
            <a:t>Next: (1320)</a:t>
          </a:r>
        </a:p>
      </dsp:txBody>
      <dsp:txXfrm>
        <a:off x="0" y="2468270"/>
        <a:ext cx="2913494" cy="222163"/>
      </dsp:txXfrm>
    </dsp:sp>
    <dsp:sp modelId="{5D8F5670-B21C-43B3-BA8F-717503971419}">
      <dsp:nvSpPr>
        <dsp:cNvPr id="0" name=""/>
        <dsp:cNvSpPr/>
      </dsp:nvSpPr>
      <dsp:spPr>
        <a:xfrm rot="10800000">
          <a:off x="0" y="1471696"/>
          <a:ext cx="2913494" cy="743020"/>
        </a:xfrm>
        <a:prstGeom prst="upArrowCallout">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kern="1200" dirty="0" err="1">
              <a:solidFill>
                <a:schemeClr val="tx1"/>
              </a:solidFill>
            </a:rPr>
            <a:t>Mohimin</a:t>
          </a:r>
          <a:r>
            <a:rPr lang="en-US" sz="1800" kern="1200" dirty="0">
              <a:solidFill>
                <a:schemeClr val="tx1"/>
              </a:solidFill>
            </a:rPr>
            <a:t> (1160)</a:t>
          </a:r>
        </a:p>
      </dsp:txBody>
      <dsp:txXfrm rot="-10800000">
        <a:off x="0" y="1471696"/>
        <a:ext cx="2913494" cy="260800"/>
      </dsp:txXfrm>
    </dsp:sp>
    <dsp:sp modelId="{8E809ED9-F09E-4F67-AD79-F59958256690}">
      <dsp:nvSpPr>
        <dsp:cNvPr id="0" name=""/>
        <dsp:cNvSpPr/>
      </dsp:nvSpPr>
      <dsp:spPr>
        <a:xfrm>
          <a:off x="0" y="1732496"/>
          <a:ext cx="2913494" cy="222163"/>
        </a:xfrm>
        <a:prstGeom prst="rect">
          <a:avLst/>
        </a:prstGeom>
        <a:solidFill>
          <a:schemeClr val="lt1">
            <a:alpha val="90000"/>
            <a:tint val="40000"/>
            <a:hueOff val="0"/>
            <a:satOff val="0"/>
            <a:lumOff val="0"/>
            <a:alphaOff val="0"/>
          </a:schemeClr>
        </a:solidFill>
        <a:ln w="12700" cap="flat" cmpd="sng" algn="ctr">
          <a:solidFill>
            <a:schemeClr val="dk2">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22860" rIns="128016" bIns="22860" numCol="1" spcCol="1270" anchor="ctr" anchorCtr="0">
          <a:noAutofit/>
        </a:bodyPr>
        <a:lstStyle/>
        <a:p>
          <a:pPr marL="0" lvl="0" indent="0" algn="ctr" defTabSz="800100">
            <a:lnSpc>
              <a:spcPct val="90000"/>
            </a:lnSpc>
            <a:spcBef>
              <a:spcPct val="0"/>
            </a:spcBef>
            <a:spcAft>
              <a:spcPct val="35000"/>
            </a:spcAft>
            <a:buNone/>
          </a:pPr>
          <a:r>
            <a:rPr lang="en-US" sz="1800" kern="1200" dirty="0">
              <a:solidFill>
                <a:schemeClr val="tx1"/>
              </a:solidFill>
            </a:rPr>
            <a:t>Next: (1240)</a:t>
          </a:r>
        </a:p>
      </dsp:txBody>
      <dsp:txXfrm>
        <a:off x="0" y="1732496"/>
        <a:ext cx="2913494" cy="222163"/>
      </dsp:txXfrm>
    </dsp:sp>
    <dsp:sp modelId="{4E0BA341-7178-4025-8D04-2FB5EA8B21A3}">
      <dsp:nvSpPr>
        <dsp:cNvPr id="0" name=""/>
        <dsp:cNvSpPr/>
      </dsp:nvSpPr>
      <dsp:spPr>
        <a:xfrm rot="10800000">
          <a:off x="0" y="735922"/>
          <a:ext cx="2913494" cy="743020"/>
        </a:xfrm>
        <a:prstGeom prst="upArrowCallout">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kern="1200" dirty="0">
              <a:solidFill>
                <a:schemeClr val="tx1"/>
              </a:solidFill>
            </a:rPr>
            <a:t>Asra (1080)</a:t>
          </a:r>
        </a:p>
      </dsp:txBody>
      <dsp:txXfrm rot="-10800000">
        <a:off x="0" y="735922"/>
        <a:ext cx="2913494" cy="260800"/>
      </dsp:txXfrm>
    </dsp:sp>
    <dsp:sp modelId="{1F3FD66D-31B8-4483-9177-788B743AFA39}">
      <dsp:nvSpPr>
        <dsp:cNvPr id="0" name=""/>
        <dsp:cNvSpPr/>
      </dsp:nvSpPr>
      <dsp:spPr>
        <a:xfrm>
          <a:off x="0" y="996722"/>
          <a:ext cx="2913494" cy="222163"/>
        </a:xfrm>
        <a:prstGeom prst="rect">
          <a:avLst/>
        </a:prstGeom>
        <a:solidFill>
          <a:schemeClr val="lt1">
            <a:alpha val="90000"/>
            <a:tint val="40000"/>
            <a:hueOff val="0"/>
            <a:satOff val="0"/>
            <a:lumOff val="0"/>
            <a:alphaOff val="0"/>
          </a:schemeClr>
        </a:solidFill>
        <a:ln w="12700" cap="flat" cmpd="sng" algn="ctr">
          <a:solidFill>
            <a:schemeClr val="dk2">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22860" rIns="128016" bIns="22860" numCol="1" spcCol="1270" anchor="ctr" anchorCtr="0">
          <a:noAutofit/>
        </a:bodyPr>
        <a:lstStyle/>
        <a:p>
          <a:pPr marL="0" lvl="0" indent="0" algn="ctr" defTabSz="800100">
            <a:lnSpc>
              <a:spcPct val="90000"/>
            </a:lnSpc>
            <a:spcBef>
              <a:spcPct val="0"/>
            </a:spcBef>
            <a:spcAft>
              <a:spcPct val="35000"/>
            </a:spcAft>
            <a:buNone/>
          </a:pPr>
          <a:r>
            <a:rPr lang="en-US" sz="1800" kern="1200" dirty="0">
              <a:solidFill>
                <a:schemeClr val="tx1"/>
              </a:solidFill>
            </a:rPr>
            <a:t>Next: 1160</a:t>
          </a:r>
        </a:p>
      </dsp:txBody>
      <dsp:txXfrm>
        <a:off x="0" y="996722"/>
        <a:ext cx="2913494" cy="222163"/>
      </dsp:txXfrm>
    </dsp:sp>
    <dsp:sp modelId="{E4B64EF6-2EE6-46D2-B38F-DA1F37A488B8}">
      <dsp:nvSpPr>
        <dsp:cNvPr id="0" name=""/>
        <dsp:cNvSpPr/>
      </dsp:nvSpPr>
      <dsp:spPr>
        <a:xfrm rot="10800000">
          <a:off x="0" y="148"/>
          <a:ext cx="2913494" cy="743020"/>
        </a:xfrm>
        <a:prstGeom prst="upArrowCallout">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kern="1200" dirty="0" err="1">
              <a:solidFill>
                <a:schemeClr val="tx1"/>
              </a:solidFill>
            </a:rPr>
            <a:t>Hafs</a:t>
          </a:r>
          <a:r>
            <a:rPr lang="en-US" sz="1800" kern="1200" dirty="0">
              <a:solidFill>
                <a:schemeClr val="tx1"/>
              </a:solidFill>
            </a:rPr>
            <a:t> (1000)</a:t>
          </a:r>
        </a:p>
      </dsp:txBody>
      <dsp:txXfrm rot="-10800000">
        <a:off x="0" y="148"/>
        <a:ext cx="2913494" cy="260800"/>
      </dsp:txXfrm>
    </dsp:sp>
    <dsp:sp modelId="{15A09595-CCC3-46A8-996D-57150771CFAB}">
      <dsp:nvSpPr>
        <dsp:cNvPr id="0" name=""/>
        <dsp:cNvSpPr/>
      </dsp:nvSpPr>
      <dsp:spPr>
        <a:xfrm>
          <a:off x="0" y="260948"/>
          <a:ext cx="2913494" cy="222163"/>
        </a:xfrm>
        <a:prstGeom prst="rect">
          <a:avLst/>
        </a:prstGeom>
        <a:solidFill>
          <a:schemeClr val="lt1">
            <a:alpha val="90000"/>
            <a:tint val="40000"/>
            <a:hueOff val="0"/>
            <a:satOff val="0"/>
            <a:lumOff val="0"/>
            <a:alphaOff val="0"/>
          </a:schemeClr>
        </a:solidFill>
        <a:ln w="12700" cap="flat" cmpd="sng" algn="ctr">
          <a:solidFill>
            <a:schemeClr val="dk2">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22860" rIns="128016" bIns="22860" numCol="1" spcCol="1270" anchor="ctr" anchorCtr="0">
          <a:noAutofit/>
        </a:bodyPr>
        <a:lstStyle/>
        <a:p>
          <a:pPr marL="0" lvl="0" indent="0" algn="ctr" defTabSz="800100">
            <a:lnSpc>
              <a:spcPct val="90000"/>
            </a:lnSpc>
            <a:spcBef>
              <a:spcPct val="0"/>
            </a:spcBef>
            <a:spcAft>
              <a:spcPct val="35000"/>
            </a:spcAft>
            <a:buNone/>
          </a:pPr>
          <a:r>
            <a:rPr lang="en-US" sz="1800" kern="1200" dirty="0">
              <a:solidFill>
                <a:schemeClr val="tx1"/>
              </a:solidFill>
            </a:rPr>
            <a:t>Next: 1080</a:t>
          </a:r>
        </a:p>
      </dsp:txBody>
      <dsp:txXfrm>
        <a:off x="0" y="260948"/>
        <a:ext cx="2913494" cy="222163"/>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D43DE14-9CA2-4B1C-8B99-26B03B7D21D3}">
      <dsp:nvSpPr>
        <dsp:cNvPr id="0" name=""/>
        <dsp:cNvSpPr/>
      </dsp:nvSpPr>
      <dsp:spPr>
        <a:xfrm>
          <a:off x="0" y="4414792"/>
          <a:ext cx="2913494" cy="483108"/>
        </a:xfrm>
        <a:prstGeom prst="rect">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kern="1200" dirty="0">
              <a:solidFill>
                <a:schemeClr val="tx1"/>
              </a:solidFill>
            </a:rPr>
            <a:t>Uzair (3000)</a:t>
          </a:r>
        </a:p>
      </dsp:txBody>
      <dsp:txXfrm>
        <a:off x="0" y="4414792"/>
        <a:ext cx="2913494" cy="260878"/>
      </dsp:txXfrm>
    </dsp:sp>
    <dsp:sp modelId="{E28D96CD-5D92-4DF6-BE2E-F72ED24BC81A}">
      <dsp:nvSpPr>
        <dsp:cNvPr id="0" name=""/>
        <dsp:cNvSpPr/>
      </dsp:nvSpPr>
      <dsp:spPr>
        <a:xfrm>
          <a:off x="0" y="4666008"/>
          <a:ext cx="2913494" cy="222229"/>
        </a:xfrm>
        <a:prstGeom prst="rect">
          <a:avLst/>
        </a:prstGeom>
        <a:solidFill>
          <a:schemeClr val="lt1">
            <a:alpha val="90000"/>
            <a:tint val="40000"/>
            <a:hueOff val="0"/>
            <a:satOff val="0"/>
            <a:lumOff val="0"/>
            <a:alphaOff val="0"/>
          </a:schemeClr>
        </a:solidFill>
        <a:ln w="12700" cap="flat" cmpd="sng" algn="ctr">
          <a:solidFill>
            <a:schemeClr val="dk2">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22860" rIns="128016" bIns="22860" numCol="1" spcCol="1270" anchor="ctr" anchorCtr="0">
          <a:noAutofit/>
        </a:bodyPr>
        <a:lstStyle/>
        <a:p>
          <a:pPr marL="0" lvl="0" indent="0" algn="ctr" defTabSz="800100">
            <a:lnSpc>
              <a:spcPct val="90000"/>
            </a:lnSpc>
            <a:spcBef>
              <a:spcPct val="0"/>
            </a:spcBef>
            <a:spcAft>
              <a:spcPct val="35000"/>
            </a:spcAft>
            <a:buNone/>
          </a:pPr>
          <a:r>
            <a:rPr lang="en-US" sz="1800" kern="1200" dirty="0">
              <a:solidFill>
                <a:schemeClr val="tx1"/>
              </a:solidFill>
            </a:rPr>
            <a:t>Next: Null</a:t>
          </a:r>
        </a:p>
      </dsp:txBody>
      <dsp:txXfrm>
        <a:off x="0" y="4666008"/>
        <a:ext cx="2913494" cy="222229"/>
      </dsp:txXfrm>
    </dsp:sp>
    <dsp:sp modelId="{40F21D97-0379-47AD-9437-79FD574F0836}">
      <dsp:nvSpPr>
        <dsp:cNvPr id="0" name=""/>
        <dsp:cNvSpPr/>
      </dsp:nvSpPr>
      <dsp:spPr>
        <a:xfrm rot="10800000">
          <a:off x="0" y="3679018"/>
          <a:ext cx="2913494" cy="743020"/>
        </a:xfrm>
        <a:prstGeom prst="upArrowCallout">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kern="1200" dirty="0">
              <a:solidFill>
                <a:schemeClr val="tx1"/>
              </a:solidFill>
            </a:rPr>
            <a:t>Omar Khan (1400)</a:t>
          </a:r>
        </a:p>
      </dsp:txBody>
      <dsp:txXfrm rot="-10800000">
        <a:off x="0" y="3679018"/>
        <a:ext cx="2913494" cy="260800"/>
      </dsp:txXfrm>
    </dsp:sp>
    <dsp:sp modelId="{FA3A00EF-7FFF-41AD-A550-40F2DB6DAFCB}">
      <dsp:nvSpPr>
        <dsp:cNvPr id="0" name=""/>
        <dsp:cNvSpPr/>
      </dsp:nvSpPr>
      <dsp:spPr>
        <a:xfrm>
          <a:off x="0" y="3939818"/>
          <a:ext cx="2913494" cy="222163"/>
        </a:xfrm>
        <a:prstGeom prst="rect">
          <a:avLst/>
        </a:prstGeom>
        <a:solidFill>
          <a:schemeClr val="lt1">
            <a:alpha val="90000"/>
            <a:tint val="40000"/>
            <a:hueOff val="0"/>
            <a:satOff val="0"/>
            <a:lumOff val="0"/>
            <a:alphaOff val="0"/>
          </a:schemeClr>
        </a:solidFill>
        <a:ln w="12700" cap="flat" cmpd="sng" algn="ctr">
          <a:solidFill>
            <a:schemeClr val="dk2">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22860" rIns="128016" bIns="22860" numCol="1" spcCol="1270" anchor="ctr" anchorCtr="0">
          <a:noAutofit/>
        </a:bodyPr>
        <a:lstStyle/>
        <a:p>
          <a:pPr marL="0" lvl="0" indent="0" algn="ctr" defTabSz="800100">
            <a:lnSpc>
              <a:spcPct val="90000"/>
            </a:lnSpc>
            <a:spcBef>
              <a:spcPct val="0"/>
            </a:spcBef>
            <a:spcAft>
              <a:spcPct val="35000"/>
            </a:spcAft>
            <a:buNone/>
          </a:pPr>
          <a:r>
            <a:rPr lang="en-US" sz="1800" kern="1200" dirty="0">
              <a:solidFill>
                <a:schemeClr val="tx1"/>
              </a:solidFill>
            </a:rPr>
            <a:t>Next: 3000</a:t>
          </a:r>
        </a:p>
      </dsp:txBody>
      <dsp:txXfrm>
        <a:off x="0" y="3939818"/>
        <a:ext cx="2913494" cy="222163"/>
      </dsp:txXfrm>
    </dsp:sp>
    <dsp:sp modelId="{E1FE6332-B18B-4756-9A05-568887C9B185}">
      <dsp:nvSpPr>
        <dsp:cNvPr id="0" name=""/>
        <dsp:cNvSpPr/>
      </dsp:nvSpPr>
      <dsp:spPr>
        <a:xfrm rot="10800000">
          <a:off x="0" y="2943244"/>
          <a:ext cx="2913494" cy="743020"/>
        </a:xfrm>
        <a:prstGeom prst="upArrowCallout">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kern="1200" dirty="0">
              <a:solidFill>
                <a:schemeClr val="tx1"/>
              </a:solidFill>
            </a:rPr>
            <a:t>Omar Baig (1320)</a:t>
          </a:r>
        </a:p>
      </dsp:txBody>
      <dsp:txXfrm rot="-10800000">
        <a:off x="0" y="2943244"/>
        <a:ext cx="2913494" cy="260800"/>
      </dsp:txXfrm>
    </dsp:sp>
    <dsp:sp modelId="{28E53C9D-778A-469D-A7CB-295342BDB9E7}">
      <dsp:nvSpPr>
        <dsp:cNvPr id="0" name=""/>
        <dsp:cNvSpPr/>
      </dsp:nvSpPr>
      <dsp:spPr>
        <a:xfrm>
          <a:off x="0" y="3204044"/>
          <a:ext cx="2913494" cy="222163"/>
        </a:xfrm>
        <a:prstGeom prst="rect">
          <a:avLst/>
        </a:prstGeom>
        <a:solidFill>
          <a:schemeClr val="lt1">
            <a:alpha val="90000"/>
            <a:tint val="40000"/>
            <a:hueOff val="0"/>
            <a:satOff val="0"/>
            <a:lumOff val="0"/>
            <a:alphaOff val="0"/>
          </a:schemeClr>
        </a:solidFill>
        <a:ln w="12700" cap="flat" cmpd="sng" algn="ctr">
          <a:solidFill>
            <a:schemeClr val="dk2">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22860" rIns="128016" bIns="22860" numCol="1" spcCol="1270" anchor="ctr" anchorCtr="0">
          <a:noAutofit/>
        </a:bodyPr>
        <a:lstStyle/>
        <a:p>
          <a:pPr marL="0" lvl="0" indent="0" algn="ctr" defTabSz="800100">
            <a:lnSpc>
              <a:spcPct val="90000"/>
            </a:lnSpc>
            <a:spcBef>
              <a:spcPct val="0"/>
            </a:spcBef>
            <a:spcAft>
              <a:spcPct val="35000"/>
            </a:spcAft>
            <a:buNone/>
          </a:pPr>
          <a:r>
            <a:rPr lang="en-US" sz="1800" kern="1200" dirty="0">
              <a:solidFill>
                <a:schemeClr val="tx1"/>
              </a:solidFill>
            </a:rPr>
            <a:t>Next: (1400)</a:t>
          </a:r>
        </a:p>
      </dsp:txBody>
      <dsp:txXfrm>
        <a:off x="0" y="3204044"/>
        <a:ext cx="2913494" cy="222163"/>
      </dsp:txXfrm>
    </dsp:sp>
    <dsp:sp modelId="{8C75E1E5-DDE1-4CA0-96C4-4BBB4C1CD29C}">
      <dsp:nvSpPr>
        <dsp:cNvPr id="0" name=""/>
        <dsp:cNvSpPr/>
      </dsp:nvSpPr>
      <dsp:spPr>
        <a:xfrm rot="10800000">
          <a:off x="0" y="2207470"/>
          <a:ext cx="2913494" cy="743020"/>
        </a:xfrm>
        <a:prstGeom prst="upArrowCallout">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kern="1200" dirty="0" err="1">
              <a:solidFill>
                <a:schemeClr val="tx1"/>
              </a:solidFill>
            </a:rPr>
            <a:t>Shahzaman</a:t>
          </a:r>
          <a:r>
            <a:rPr lang="en-US" sz="1800" kern="1200" dirty="0">
              <a:solidFill>
                <a:schemeClr val="tx1"/>
              </a:solidFill>
            </a:rPr>
            <a:t> (1240)</a:t>
          </a:r>
        </a:p>
      </dsp:txBody>
      <dsp:txXfrm rot="-10800000">
        <a:off x="0" y="2207470"/>
        <a:ext cx="2913494" cy="260800"/>
      </dsp:txXfrm>
    </dsp:sp>
    <dsp:sp modelId="{F4974422-5D35-49D6-B582-FDD9AB8671C9}">
      <dsp:nvSpPr>
        <dsp:cNvPr id="0" name=""/>
        <dsp:cNvSpPr/>
      </dsp:nvSpPr>
      <dsp:spPr>
        <a:xfrm>
          <a:off x="0" y="2468270"/>
          <a:ext cx="2913494" cy="222163"/>
        </a:xfrm>
        <a:prstGeom prst="rect">
          <a:avLst/>
        </a:prstGeom>
        <a:solidFill>
          <a:schemeClr val="lt1">
            <a:alpha val="90000"/>
            <a:tint val="40000"/>
            <a:hueOff val="0"/>
            <a:satOff val="0"/>
            <a:lumOff val="0"/>
            <a:alphaOff val="0"/>
          </a:schemeClr>
        </a:solidFill>
        <a:ln w="12700" cap="flat" cmpd="sng" algn="ctr">
          <a:solidFill>
            <a:schemeClr val="dk2">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22860" rIns="128016" bIns="22860" numCol="1" spcCol="1270" anchor="ctr" anchorCtr="0">
          <a:noAutofit/>
        </a:bodyPr>
        <a:lstStyle/>
        <a:p>
          <a:pPr marL="0" lvl="0" indent="0" algn="ctr" defTabSz="800100">
            <a:lnSpc>
              <a:spcPct val="90000"/>
            </a:lnSpc>
            <a:spcBef>
              <a:spcPct val="0"/>
            </a:spcBef>
            <a:spcAft>
              <a:spcPct val="35000"/>
            </a:spcAft>
            <a:buNone/>
          </a:pPr>
          <a:r>
            <a:rPr lang="en-US" sz="1800" kern="1200" dirty="0">
              <a:solidFill>
                <a:schemeClr val="tx1"/>
              </a:solidFill>
            </a:rPr>
            <a:t>Next: (1320)</a:t>
          </a:r>
        </a:p>
      </dsp:txBody>
      <dsp:txXfrm>
        <a:off x="0" y="2468270"/>
        <a:ext cx="2913494" cy="222163"/>
      </dsp:txXfrm>
    </dsp:sp>
    <dsp:sp modelId="{5D8F5670-B21C-43B3-BA8F-717503971419}">
      <dsp:nvSpPr>
        <dsp:cNvPr id="0" name=""/>
        <dsp:cNvSpPr/>
      </dsp:nvSpPr>
      <dsp:spPr>
        <a:xfrm rot="10800000">
          <a:off x="0" y="1471696"/>
          <a:ext cx="2913494" cy="743020"/>
        </a:xfrm>
        <a:prstGeom prst="upArrowCallout">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kern="1200" dirty="0">
              <a:solidFill>
                <a:schemeClr val="tx1"/>
              </a:solidFill>
            </a:rPr>
            <a:t>REMOVE IT</a:t>
          </a:r>
        </a:p>
      </dsp:txBody>
      <dsp:txXfrm rot="-10800000">
        <a:off x="0" y="1471696"/>
        <a:ext cx="2913494" cy="260800"/>
      </dsp:txXfrm>
    </dsp:sp>
    <dsp:sp modelId="{8E809ED9-F09E-4F67-AD79-F59958256690}">
      <dsp:nvSpPr>
        <dsp:cNvPr id="0" name=""/>
        <dsp:cNvSpPr/>
      </dsp:nvSpPr>
      <dsp:spPr>
        <a:xfrm>
          <a:off x="0" y="1732496"/>
          <a:ext cx="2913494" cy="222163"/>
        </a:xfrm>
        <a:prstGeom prst="rect">
          <a:avLst/>
        </a:prstGeom>
        <a:solidFill>
          <a:schemeClr val="lt1">
            <a:alpha val="90000"/>
            <a:tint val="40000"/>
            <a:hueOff val="0"/>
            <a:satOff val="0"/>
            <a:lumOff val="0"/>
            <a:alphaOff val="0"/>
          </a:schemeClr>
        </a:solidFill>
        <a:ln w="12700" cap="flat" cmpd="sng" algn="ctr">
          <a:solidFill>
            <a:schemeClr val="dk2">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22860" rIns="128016" bIns="22860" numCol="1" spcCol="1270" anchor="ctr" anchorCtr="0">
          <a:noAutofit/>
        </a:bodyPr>
        <a:lstStyle/>
        <a:p>
          <a:pPr marL="0" lvl="0" indent="0" algn="ctr" defTabSz="800100">
            <a:lnSpc>
              <a:spcPct val="90000"/>
            </a:lnSpc>
            <a:spcBef>
              <a:spcPct val="0"/>
            </a:spcBef>
            <a:spcAft>
              <a:spcPct val="35000"/>
            </a:spcAft>
            <a:buNone/>
          </a:pPr>
          <a:endParaRPr lang="en-US" sz="1800" kern="1200" dirty="0">
            <a:solidFill>
              <a:schemeClr val="tx1"/>
            </a:solidFill>
          </a:endParaRPr>
        </a:p>
      </dsp:txBody>
      <dsp:txXfrm>
        <a:off x="0" y="1732496"/>
        <a:ext cx="2913494" cy="222163"/>
      </dsp:txXfrm>
    </dsp:sp>
    <dsp:sp modelId="{4E0BA341-7178-4025-8D04-2FB5EA8B21A3}">
      <dsp:nvSpPr>
        <dsp:cNvPr id="0" name=""/>
        <dsp:cNvSpPr/>
      </dsp:nvSpPr>
      <dsp:spPr>
        <a:xfrm rot="10800000">
          <a:off x="0" y="735922"/>
          <a:ext cx="2913494" cy="743020"/>
        </a:xfrm>
        <a:prstGeom prst="upArrowCallout">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kern="1200" dirty="0">
              <a:solidFill>
                <a:schemeClr val="tx1"/>
              </a:solidFill>
            </a:rPr>
            <a:t>Asra (1080)</a:t>
          </a:r>
        </a:p>
      </dsp:txBody>
      <dsp:txXfrm rot="-10800000">
        <a:off x="0" y="735922"/>
        <a:ext cx="2913494" cy="260800"/>
      </dsp:txXfrm>
    </dsp:sp>
    <dsp:sp modelId="{1F3FD66D-31B8-4483-9177-788B743AFA39}">
      <dsp:nvSpPr>
        <dsp:cNvPr id="0" name=""/>
        <dsp:cNvSpPr/>
      </dsp:nvSpPr>
      <dsp:spPr>
        <a:xfrm>
          <a:off x="0" y="996722"/>
          <a:ext cx="2913494" cy="222163"/>
        </a:xfrm>
        <a:prstGeom prst="rect">
          <a:avLst/>
        </a:prstGeom>
        <a:solidFill>
          <a:schemeClr val="lt1">
            <a:alpha val="90000"/>
            <a:tint val="40000"/>
            <a:hueOff val="0"/>
            <a:satOff val="0"/>
            <a:lumOff val="0"/>
            <a:alphaOff val="0"/>
          </a:schemeClr>
        </a:solidFill>
        <a:ln w="12700" cap="flat" cmpd="sng" algn="ctr">
          <a:solidFill>
            <a:schemeClr val="dk2">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22860" rIns="128016" bIns="22860" numCol="1" spcCol="1270" anchor="ctr" anchorCtr="0">
          <a:noAutofit/>
        </a:bodyPr>
        <a:lstStyle/>
        <a:p>
          <a:pPr marL="0" lvl="0" indent="0" algn="ctr" defTabSz="800100">
            <a:lnSpc>
              <a:spcPct val="90000"/>
            </a:lnSpc>
            <a:spcBef>
              <a:spcPct val="0"/>
            </a:spcBef>
            <a:spcAft>
              <a:spcPct val="35000"/>
            </a:spcAft>
            <a:buNone/>
          </a:pPr>
          <a:r>
            <a:rPr lang="en-US" sz="1800" kern="1200" dirty="0">
              <a:solidFill>
                <a:schemeClr val="tx1"/>
              </a:solidFill>
            </a:rPr>
            <a:t>Next: 1240</a:t>
          </a:r>
        </a:p>
      </dsp:txBody>
      <dsp:txXfrm>
        <a:off x="0" y="996722"/>
        <a:ext cx="2913494" cy="222163"/>
      </dsp:txXfrm>
    </dsp:sp>
    <dsp:sp modelId="{E4B64EF6-2EE6-46D2-B38F-DA1F37A488B8}">
      <dsp:nvSpPr>
        <dsp:cNvPr id="0" name=""/>
        <dsp:cNvSpPr/>
      </dsp:nvSpPr>
      <dsp:spPr>
        <a:xfrm rot="10800000">
          <a:off x="0" y="148"/>
          <a:ext cx="2913494" cy="743020"/>
        </a:xfrm>
        <a:prstGeom prst="upArrowCallout">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kern="1200" dirty="0" err="1">
              <a:solidFill>
                <a:schemeClr val="tx1"/>
              </a:solidFill>
            </a:rPr>
            <a:t>Hafs</a:t>
          </a:r>
          <a:r>
            <a:rPr lang="en-US" sz="1800" kern="1200" dirty="0">
              <a:solidFill>
                <a:schemeClr val="tx1"/>
              </a:solidFill>
            </a:rPr>
            <a:t> (1000)</a:t>
          </a:r>
        </a:p>
      </dsp:txBody>
      <dsp:txXfrm rot="-10800000">
        <a:off x="0" y="148"/>
        <a:ext cx="2913494" cy="260800"/>
      </dsp:txXfrm>
    </dsp:sp>
    <dsp:sp modelId="{15A09595-CCC3-46A8-996D-57150771CFAB}">
      <dsp:nvSpPr>
        <dsp:cNvPr id="0" name=""/>
        <dsp:cNvSpPr/>
      </dsp:nvSpPr>
      <dsp:spPr>
        <a:xfrm>
          <a:off x="0" y="260948"/>
          <a:ext cx="2913494" cy="222163"/>
        </a:xfrm>
        <a:prstGeom prst="rect">
          <a:avLst/>
        </a:prstGeom>
        <a:solidFill>
          <a:schemeClr val="lt1">
            <a:alpha val="90000"/>
            <a:tint val="40000"/>
            <a:hueOff val="0"/>
            <a:satOff val="0"/>
            <a:lumOff val="0"/>
            <a:alphaOff val="0"/>
          </a:schemeClr>
        </a:solidFill>
        <a:ln w="12700" cap="flat" cmpd="sng" algn="ctr">
          <a:solidFill>
            <a:schemeClr val="dk2">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22860" rIns="128016" bIns="22860" numCol="1" spcCol="1270" anchor="ctr" anchorCtr="0">
          <a:noAutofit/>
        </a:bodyPr>
        <a:lstStyle/>
        <a:p>
          <a:pPr marL="0" lvl="0" indent="0" algn="ctr" defTabSz="800100">
            <a:lnSpc>
              <a:spcPct val="90000"/>
            </a:lnSpc>
            <a:spcBef>
              <a:spcPct val="0"/>
            </a:spcBef>
            <a:spcAft>
              <a:spcPct val="35000"/>
            </a:spcAft>
            <a:buNone/>
          </a:pPr>
          <a:r>
            <a:rPr lang="en-US" sz="1800" kern="1200" dirty="0">
              <a:solidFill>
                <a:schemeClr val="tx1"/>
              </a:solidFill>
            </a:rPr>
            <a:t>Next: 1080</a:t>
          </a:r>
        </a:p>
      </dsp:txBody>
      <dsp:txXfrm>
        <a:off x="0" y="260948"/>
        <a:ext cx="2913494" cy="222163"/>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372707A-8A43-4906-81BD-B71A2B804CD4}">
      <dsp:nvSpPr>
        <dsp:cNvPr id="0" name=""/>
        <dsp:cNvSpPr/>
      </dsp:nvSpPr>
      <dsp:spPr>
        <a:xfrm>
          <a:off x="0" y="4414792"/>
          <a:ext cx="2913494" cy="483108"/>
        </a:xfrm>
        <a:prstGeom prst="rect">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kern="1200" dirty="0">
              <a:solidFill>
                <a:schemeClr val="tx1"/>
              </a:solidFill>
            </a:rPr>
            <a:t>Omar Khan (1400)</a:t>
          </a:r>
        </a:p>
      </dsp:txBody>
      <dsp:txXfrm>
        <a:off x="0" y="4414792"/>
        <a:ext cx="2913494" cy="260878"/>
      </dsp:txXfrm>
    </dsp:sp>
    <dsp:sp modelId="{83B19495-2C72-4F71-B882-351B0FB5866D}">
      <dsp:nvSpPr>
        <dsp:cNvPr id="0" name=""/>
        <dsp:cNvSpPr/>
      </dsp:nvSpPr>
      <dsp:spPr>
        <a:xfrm>
          <a:off x="0" y="4666008"/>
          <a:ext cx="2913494" cy="222229"/>
        </a:xfrm>
        <a:prstGeom prst="rect">
          <a:avLst/>
        </a:prstGeom>
        <a:solidFill>
          <a:schemeClr val="lt1">
            <a:alpha val="90000"/>
            <a:tint val="40000"/>
            <a:hueOff val="0"/>
            <a:satOff val="0"/>
            <a:lumOff val="0"/>
            <a:alphaOff val="0"/>
          </a:schemeClr>
        </a:solidFill>
        <a:ln w="12700" cap="flat" cmpd="sng" algn="ctr">
          <a:solidFill>
            <a:schemeClr val="dk2">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22860" rIns="128016" bIns="22860" numCol="1" spcCol="1270" anchor="ctr" anchorCtr="0">
          <a:noAutofit/>
        </a:bodyPr>
        <a:lstStyle/>
        <a:p>
          <a:pPr marL="0" lvl="0" indent="0" algn="ctr" defTabSz="800100">
            <a:lnSpc>
              <a:spcPct val="90000"/>
            </a:lnSpc>
            <a:spcBef>
              <a:spcPct val="0"/>
            </a:spcBef>
            <a:spcAft>
              <a:spcPct val="35000"/>
            </a:spcAft>
            <a:buNone/>
          </a:pPr>
          <a:r>
            <a:rPr lang="en-US" sz="1800" kern="1200" dirty="0">
              <a:solidFill>
                <a:schemeClr val="tx1"/>
              </a:solidFill>
            </a:rPr>
            <a:t>Next: null</a:t>
          </a:r>
        </a:p>
      </dsp:txBody>
      <dsp:txXfrm>
        <a:off x="0" y="4666008"/>
        <a:ext cx="2913494" cy="222229"/>
      </dsp:txXfrm>
    </dsp:sp>
    <dsp:sp modelId="{E1FE6332-B18B-4756-9A05-568887C9B185}">
      <dsp:nvSpPr>
        <dsp:cNvPr id="0" name=""/>
        <dsp:cNvSpPr/>
      </dsp:nvSpPr>
      <dsp:spPr>
        <a:xfrm rot="10800000">
          <a:off x="0" y="3679018"/>
          <a:ext cx="2913494" cy="743020"/>
        </a:xfrm>
        <a:prstGeom prst="upArrowCallout">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kern="1200" dirty="0">
              <a:solidFill>
                <a:schemeClr val="tx1"/>
              </a:solidFill>
            </a:rPr>
            <a:t>Omar Baig (1320)</a:t>
          </a:r>
        </a:p>
      </dsp:txBody>
      <dsp:txXfrm rot="-10800000">
        <a:off x="0" y="3679018"/>
        <a:ext cx="2913494" cy="260800"/>
      </dsp:txXfrm>
    </dsp:sp>
    <dsp:sp modelId="{28E53C9D-778A-469D-A7CB-295342BDB9E7}">
      <dsp:nvSpPr>
        <dsp:cNvPr id="0" name=""/>
        <dsp:cNvSpPr/>
      </dsp:nvSpPr>
      <dsp:spPr>
        <a:xfrm>
          <a:off x="0" y="3939818"/>
          <a:ext cx="2913494" cy="222163"/>
        </a:xfrm>
        <a:prstGeom prst="rect">
          <a:avLst/>
        </a:prstGeom>
        <a:solidFill>
          <a:schemeClr val="lt1">
            <a:alpha val="90000"/>
            <a:tint val="40000"/>
            <a:hueOff val="0"/>
            <a:satOff val="0"/>
            <a:lumOff val="0"/>
            <a:alphaOff val="0"/>
          </a:schemeClr>
        </a:solidFill>
        <a:ln w="12700" cap="flat" cmpd="sng" algn="ctr">
          <a:solidFill>
            <a:schemeClr val="dk2">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22860" rIns="128016" bIns="22860" numCol="1" spcCol="1270" anchor="ctr" anchorCtr="0">
          <a:noAutofit/>
        </a:bodyPr>
        <a:lstStyle/>
        <a:p>
          <a:pPr marL="0" lvl="0" indent="0" algn="ctr" defTabSz="800100">
            <a:lnSpc>
              <a:spcPct val="90000"/>
            </a:lnSpc>
            <a:spcBef>
              <a:spcPct val="0"/>
            </a:spcBef>
            <a:spcAft>
              <a:spcPct val="35000"/>
            </a:spcAft>
            <a:buNone/>
          </a:pPr>
          <a:r>
            <a:rPr lang="en-US" sz="1800" kern="1200" dirty="0">
              <a:solidFill>
                <a:schemeClr val="tx1"/>
              </a:solidFill>
            </a:rPr>
            <a:t>Next: (1400)</a:t>
          </a:r>
        </a:p>
      </dsp:txBody>
      <dsp:txXfrm>
        <a:off x="0" y="3939818"/>
        <a:ext cx="2913494" cy="222163"/>
      </dsp:txXfrm>
    </dsp:sp>
    <dsp:sp modelId="{F2DC89DA-1750-44B0-8137-8975DC5F6885}">
      <dsp:nvSpPr>
        <dsp:cNvPr id="0" name=""/>
        <dsp:cNvSpPr/>
      </dsp:nvSpPr>
      <dsp:spPr>
        <a:xfrm rot="10800000">
          <a:off x="0" y="2943244"/>
          <a:ext cx="2913494" cy="743020"/>
        </a:xfrm>
        <a:prstGeom prst="upArrowCallout">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b="1" kern="1200" dirty="0">
              <a:solidFill>
                <a:schemeClr val="tx1"/>
              </a:solidFill>
            </a:rPr>
            <a:t>Uzair (3000)</a:t>
          </a:r>
        </a:p>
      </dsp:txBody>
      <dsp:txXfrm rot="-10800000">
        <a:off x="0" y="2943244"/>
        <a:ext cx="2913494" cy="260800"/>
      </dsp:txXfrm>
    </dsp:sp>
    <dsp:sp modelId="{F02E9F28-9A6D-4B55-A5EE-C1CB170EB3AA}">
      <dsp:nvSpPr>
        <dsp:cNvPr id="0" name=""/>
        <dsp:cNvSpPr/>
      </dsp:nvSpPr>
      <dsp:spPr>
        <a:xfrm>
          <a:off x="0" y="3204044"/>
          <a:ext cx="2913494" cy="222163"/>
        </a:xfrm>
        <a:prstGeom prst="rect">
          <a:avLst/>
        </a:prstGeom>
        <a:solidFill>
          <a:schemeClr val="lt1">
            <a:alpha val="90000"/>
            <a:tint val="40000"/>
            <a:hueOff val="0"/>
            <a:satOff val="0"/>
            <a:lumOff val="0"/>
            <a:alphaOff val="0"/>
          </a:schemeClr>
        </a:solidFill>
        <a:ln w="12700" cap="flat" cmpd="sng" algn="ctr">
          <a:solidFill>
            <a:schemeClr val="dk2">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22860" rIns="128016" bIns="22860" numCol="1" spcCol="1270" anchor="ctr" anchorCtr="0">
          <a:noAutofit/>
        </a:bodyPr>
        <a:lstStyle/>
        <a:p>
          <a:pPr marL="0" lvl="0" indent="0" algn="ctr" defTabSz="800100">
            <a:lnSpc>
              <a:spcPct val="90000"/>
            </a:lnSpc>
            <a:spcBef>
              <a:spcPct val="0"/>
            </a:spcBef>
            <a:spcAft>
              <a:spcPct val="35000"/>
            </a:spcAft>
            <a:buNone/>
          </a:pPr>
          <a:r>
            <a:rPr lang="en-US" sz="1800" b="1" kern="1200" dirty="0">
              <a:solidFill>
                <a:schemeClr val="tx1"/>
              </a:solidFill>
            </a:rPr>
            <a:t>Next: 1320</a:t>
          </a:r>
        </a:p>
      </dsp:txBody>
      <dsp:txXfrm>
        <a:off x="0" y="3204044"/>
        <a:ext cx="2913494" cy="222163"/>
      </dsp:txXfrm>
    </dsp:sp>
    <dsp:sp modelId="{8C75E1E5-DDE1-4CA0-96C4-4BBB4C1CD29C}">
      <dsp:nvSpPr>
        <dsp:cNvPr id="0" name=""/>
        <dsp:cNvSpPr/>
      </dsp:nvSpPr>
      <dsp:spPr>
        <a:xfrm rot="10800000">
          <a:off x="0" y="2207470"/>
          <a:ext cx="2913494" cy="743020"/>
        </a:xfrm>
        <a:prstGeom prst="upArrowCallout">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kern="1200" dirty="0" err="1">
              <a:solidFill>
                <a:schemeClr val="tx1"/>
              </a:solidFill>
            </a:rPr>
            <a:t>Shahzaman</a:t>
          </a:r>
          <a:r>
            <a:rPr lang="en-US" sz="1800" kern="1200" dirty="0">
              <a:solidFill>
                <a:schemeClr val="tx1"/>
              </a:solidFill>
            </a:rPr>
            <a:t> (1240)</a:t>
          </a:r>
        </a:p>
      </dsp:txBody>
      <dsp:txXfrm rot="-10800000">
        <a:off x="0" y="2207470"/>
        <a:ext cx="2913494" cy="260800"/>
      </dsp:txXfrm>
    </dsp:sp>
    <dsp:sp modelId="{F4974422-5D35-49D6-B582-FDD9AB8671C9}">
      <dsp:nvSpPr>
        <dsp:cNvPr id="0" name=""/>
        <dsp:cNvSpPr/>
      </dsp:nvSpPr>
      <dsp:spPr>
        <a:xfrm>
          <a:off x="0" y="2468270"/>
          <a:ext cx="2913494" cy="222163"/>
        </a:xfrm>
        <a:prstGeom prst="rect">
          <a:avLst/>
        </a:prstGeom>
        <a:solidFill>
          <a:schemeClr val="lt1">
            <a:alpha val="90000"/>
            <a:tint val="40000"/>
            <a:hueOff val="0"/>
            <a:satOff val="0"/>
            <a:lumOff val="0"/>
            <a:alphaOff val="0"/>
          </a:schemeClr>
        </a:solidFill>
        <a:ln w="12700" cap="flat" cmpd="sng" algn="ctr">
          <a:solidFill>
            <a:schemeClr val="dk2">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22860" rIns="128016" bIns="22860" numCol="1" spcCol="1270" anchor="ctr" anchorCtr="0">
          <a:noAutofit/>
        </a:bodyPr>
        <a:lstStyle/>
        <a:p>
          <a:pPr marL="0" lvl="0" indent="0" algn="ctr" defTabSz="800100">
            <a:lnSpc>
              <a:spcPct val="90000"/>
            </a:lnSpc>
            <a:spcBef>
              <a:spcPct val="0"/>
            </a:spcBef>
            <a:spcAft>
              <a:spcPct val="35000"/>
            </a:spcAft>
            <a:buNone/>
          </a:pPr>
          <a:r>
            <a:rPr lang="en-US" sz="1800" b="1" kern="1200" dirty="0">
              <a:solidFill>
                <a:schemeClr val="tx1"/>
              </a:solidFill>
            </a:rPr>
            <a:t>Next: (3000)</a:t>
          </a:r>
        </a:p>
      </dsp:txBody>
      <dsp:txXfrm>
        <a:off x="0" y="2468270"/>
        <a:ext cx="2913494" cy="222163"/>
      </dsp:txXfrm>
    </dsp:sp>
    <dsp:sp modelId="{5D8F5670-B21C-43B3-BA8F-717503971419}">
      <dsp:nvSpPr>
        <dsp:cNvPr id="0" name=""/>
        <dsp:cNvSpPr/>
      </dsp:nvSpPr>
      <dsp:spPr>
        <a:xfrm rot="10800000">
          <a:off x="0" y="1471696"/>
          <a:ext cx="2913494" cy="743020"/>
        </a:xfrm>
        <a:prstGeom prst="upArrowCallout">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kern="1200" dirty="0" err="1">
              <a:solidFill>
                <a:schemeClr val="tx1"/>
              </a:solidFill>
            </a:rPr>
            <a:t>Mohimin</a:t>
          </a:r>
          <a:r>
            <a:rPr lang="en-US" sz="1800" kern="1200" dirty="0">
              <a:solidFill>
                <a:schemeClr val="tx1"/>
              </a:solidFill>
            </a:rPr>
            <a:t> (1160)</a:t>
          </a:r>
        </a:p>
      </dsp:txBody>
      <dsp:txXfrm rot="-10800000">
        <a:off x="0" y="1471696"/>
        <a:ext cx="2913494" cy="260800"/>
      </dsp:txXfrm>
    </dsp:sp>
    <dsp:sp modelId="{8E809ED9-F09E-4F67-AD79-F59958256690}">
      <dsp:nvSpPr>
        <dsp:cNvPr id="0" name=""/>
        <dsp:cNvSpPr/>
      </dsp:nvSpPr>
      <dsp:spPr>
        <a:xfrm>
          <a:off x="0" y="1732496"/>
          <a:ext cx="2913494" cy="222163"/>
        </a:xfrm>
        <a:prstGeom prst="rect">
          <a:avLst/>
        </a:prstGeom>
        <a:solidFill>
          <a:schemeClr val="lt1">
            <a:alpha val="90000"/>
            <a:tint val="40000"/>
            <a:hueOff val="0"/>
            <a:satOff val="0"/>
            <a:lumOff val="0"/>
            <a:alphaOff val="0"/>
          </a:schemeClr>
        </a:solidFill>
        <a:ln w="12700" cap="flat" cmpd="sng" algn="ctr">
          <a:solidFill>
            <a:schemeClr val="dk2">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22860" rIns="128016" bIns="22860" numCol="1" spcCol="1270" anchor="ctr" anchorCtr="0">
          <a:noAutofit/>
        </a:bodyPr>
        <a:lstStyle/>
        <a:p>
          <a:pPr marL="0" lvl="0" indent="0" algn="ctr" defTabSz="800100">
            <a:lnSpc>
              <a:spcPct val="90000"/>
            </a:lnSpc>
            <a:spcBef>
              <a:spcPct val="0"/>
            </a:spcBef>
            <a:spcAft>
              <a:spcPct val="35000"/>
            </a:spcAft>
            <a:buNone/>
          </a:pPr>
          <a:r>
            <a:rPr lang="en-US" sz="1800" kern="1200" dirty="0">
              <a:solidFill>
                <a:schemeClr val="tx1"/>
              </a:solidFill>
            </a:rPr>
            <a:t>Next: (1240)</a:t>
          </a:r>
        </a:p>
      </dsp:txBody>
      <dsp:txXfrm>
        <a:off x="0" y="1732496"/>
        <a:ext cx="2913494" cy="222163"/>
      </dsp:txXfrm>
    </dsp:sp>
    <dsp:sp modelId="{4E0BA341-7178-4025-8D04-2FB5EA8B21A3}">
      <dsp:nvSpPr>
        <dsp:cNvPr id="0" name=""/>
        <dsp:cNvSpPr/>
      </dsp:nvSpPr>
      <dsp:spPr>
        <a:xfrm rot="10800000">
          <a:off x="0" y="735922"/>
          <a:ext cx="2913494" cy="743020"/>
        </a:xfrm>
        <a:prstGeom prst="upArrowCallout">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kern="1200" dirty="0">
              <a:solidFill>
                <a:schemeClr val="tx1"/>
              </a:solidFill>
            </a:rPr>
            <a:t>Asra (1080)</a:t>
          </a:r>
        </a:p>
      </dsp:txBody>
      <dsp:txXfrm rot="-10800000">
        <a:off x="0" y="735922"/>
        <a:ext cx="2913494" cy="260800"/>
      </dsp:txXfrm>
    </dsp:sp>
    <dsp:sp modelId="{1F3FD66D-31B8-4483-9177-788B743AFA39}">
      <dsp:nvSpPr>
        <dsp:cNvPr id="0" name=""/>
        <dsp:cNvSpPr/>
      </dsp:nvSpPr>
      <dsp:spPr>
        <a:xfrm>
          <a:off x="0" y="996722"/>
          <a:ext cx="2913494" cy="222163"/>
        </a:xfrm>
        <a:prstGeom prst="rect">
          <a:avLst/>
        </a:prstGeom>
        <a:solidFill>
          <a:schemeClr val="lt1">
            <a:alpha val="90000"/>
            <a:tint val="40000"/>
            <a:hueOff val="0"/>
            <a:satOff val="0"/>
            <a:lumOff val="0"/>
            <a:alphaOff val="0"/>
          </a:schemeClr>
        </a:solidFill>
        <a:ln w="12700" cap="flat" cmpd="sng" algn="ctr">
          <a:solidFill>
            <a:schemeClr val="dk2">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22860" rIns="128016" bIns="22860" numCol="1" spcCol="1270" anchor="ctr" anchorCtr="0">
          <a:noAutofit/>
        </a:bodyPr>
        <a:lstStyle/>
        <a:p>
          <a:pPr marL="0" lvl="0" indent="0" algn="ctr" defTabSz="800100">
            <a:lnSpc>
              <a:spcPct val="90000"/>
            </a:lnSpc>
            <a:spcBef>
              <a:spcPct val="0"/>
            </a:spcBef>
            <a:spcAft>
              <a:spcPct val="35000"/>
            </a:spcAft>
            <a:buNone/>
          </a:pPr>
          <a:r>
            <a:rPr lang="en-US" sz="1800" kern="1200" dirty="0">
              <a:solidFill>
                <a:schemeClr val="tx1"/>
              </a:solidFill>
            </a:rPr>
            <a:t>Next: 1160</a:t>
          </a:r>
        </a:p>
      </dsp:txBody>
      <dsp:txXfrm>
        <a:off x="0" y="996722"/>
        <a:ext cx="2913494" cy="222163"/>
      </dsp:txXfrm>
    </dsp:sp>
    <dsp:sp modelId="{E4B64EF6-2EE6-46D2-B38F-DA1F37A488B8}">
      <dsp:nvSpPr>
        <dsp:cNvPr id="0" name=""/>
        <dsp:cNvSpPr/>
      </dsp:nvSpPr>
      <dsp:spPr>
        <a:xfrm rot="10800000">
          <a:off x="0" y="148"/>
          <a:ext cx="2913494" cy="743020"/>
        </a:xfrm>
        <a:prstGeom prst="upArrowCallout">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kern="1200" dirty="0" err="1">
              <a:solidFill>
                <a:schemeClr val="tx1"/>
              </a:solidFill>
            </a:rPr>
            <a:t>Hafs</a:t>
          </a:r>
          <a:r>
            <a:rPr lang="en-US" sz="1800" kern="1200" dirty="0">
              <a:solidFill>
                <a:schemeClr val="tx1"/>
              </a:solidFill>
            </a:rPr>
            <a:t> (1000)</a:t>
          </a:r>
        </a:p>
      </dsp:txBody>
      <dsp:txXfrm rot="-10800000">
        <a:off x="0" y="148"/>
        <a:ext cx="2913494" cy="260800"/>
      </dsp:txXfrm>
    </dsp:sp>
    <dsp:sp modelId="{15A09595-CCC3-46A8-996D-57150771CFAB}">
      <dsp:nvSpPr>
        <dsp:cNvPr id="0" name=""/>
        <dsp:cNvSpPr/>
      </dsp:nvSpPr>
      <dsp:spPr>
        <a:xfrm>
          <a:off x="0" y="260948"/>
          <a:ext cx="2913494" cy="222163"/>
        </a:xfrm>
        <a:prstGeom prst="rect">
          <a:avLst/>
        </a:prstGeom>
        <a:solidFill>
          <a:schemeClr val="lt1">
            <a:alpha val="90000"/>
            <a:tint val="40000"/>
            <a:hueOff val="0"/>
            <a:satOff val="0"/>
            <a:lumOff val="0"/>
            <a:alphaOff val="0"/>
          </a:schemeClr>
        </a:solidFill>
        <a:ln w="12700" cap="flat" cmpd="sng" algn="ctr">
          <a:solidFill>
            <a:schemeClr val="dk2">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22860" rIns="128016" bIns="22860" numCol="1" spcCol="1270" anchor="ctr" anchorCtr="0">
          <a:noAutofit/>
        </a:bodyPr>
        <a:lstStyle/>
        <a:p>
          <a:pPr marL="0" lvl="0" indent="0" algn="ctr" defTabSz="800100">
            <a:lnSpc>
              <a:spcPct val="90000"/>
            </a:lnSpc>
            <a:spcBef>
              <a:spcPct val="0"/>
            </a:spcBef>
            <a:spcAft>
              <a:spcPct val="35000"/>
            </a:spcAft>
            <a:buNone/>
          </a:pPr>
          <a:r>
            <a:rPr lang="en-US" sz="1800" kern="1200" dirty="0">
              <a:solidFill>
                <a:schemeClr val="tx1"/>
              </a:solidFill>
            </a:rPr>
            <a:t>Next: 1080</a:t>
          </a:r>
        </a:p>
      </dsp:txBody>
      <dsp:txXfrm>
        <a:off x="0" y="260948"/>
        <a:ext cx="2913494" cy="222163"/>
      </dsp:txXfrm>
    </dsp:sp>
  </dsp:spTree>
</dsp:drawing>
</file>

<file path=ppt/diagrams/layout1.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F97DFCF-F890-A143-9133-C8B65C9B01E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EFE2C281-2434-D94F-B4BD-BA3CD4DB844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66D5B4E-BF3E-3B45-A4BA-D6C3B92870D7}" type="datetimeFigureOut">
              <a:rPr lang="en-US" smtClean="0"/>
              <a:t>8/9/2023</a:t>
            </a:fld>
            <a:endParaRPr lang="en-US" dirty="0"/>
          </a:p>
        </p:txBody>
      </p:sp>
      <p:sp>
        <p:nvSpPr>
          <p:cNvPr id="4" name="Footer Placeholder 3">
            <a:extLst>
              <a:ext uri="{FF2B5EF4-FFF2-40B4-BE49-F238E27FC236}">
                <a16:creationId xmlns:a16="http://schemas.microsoft.com/office/drawing/2014/main" id="{5C17CBFA-633D-5540-AFAA-BE1F495EC62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26B5631-D714-AD41-853B-A883ADC344D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65AE8BC-2AB3-9E4C-9797-2A6F8A74C74E}" type="slidenum">
              <a:rPr lang="en-US" smtClean="0"/>
              <a:t>‹#›</a:t>
            </a:fld>
            <a:endParaRPr lang="en-US" dirty="0"/>
          </a:p>
        </p:txBody>
      </p:sp>
    </p:spTree>
    <p:extLst>
      <p:ext uri="{BB962C8B-B14F-4D97-AF65-F5344CB8AC3E}">
        <p14:creationId xmlns:p14="http://schemas.microsoft.com/office/powerpoint/2010/main" val="427398705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A8621B-8C8E-49BA-8772-41D0FE75A082}" type="datetimeFigureOut">
              <a:rPr lang="en-US" smtClean="0"/>
              <a:t>8/9/2023</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28B34ED-4CDD-41C9-90F7-D768D5559A6F}" type="slidenum">
              <a:rPr lang="en-US" smtClean="0"/>
              <a:t>‹#›</a:t>
            </a:fld>
            <a:endParaRPr lang="en-US" dirty="0"/>
          </a:p>
        </p:txBody>
      </p:sp>
    </p:spTree>
    <p:extLst>
      <p:ext uri="{BB962C8B-B14F-4D97-AF65-F5344CB8AC3E}">
        <p14:creationId xmlns:p14="http://schemas.microsoft.com/office/powerpoint/2010/main" val="42259706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3</a:t>
            </a:fld>
            <a:endParaRPr lang="en-US" dirty="0"/>
          </a:p>
        </p:txBody>
      </p:sp>
    </p:spTree>
    <p:extLst>
      <p:ext uri="{BB962C8B-B14F-4D97-AF65-F5344CB8AC3E}">
        <p14:creationId xmlns:p14="http://schemas.microsoft.com/office/powerpoint/2010/main" val="2976538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4</a:t>
            </a:fld>
            <a:endParaRPr lang="en-US" dirty="0"/>
          </a:p>
        </p:txBody>
      </p:sp>
    </p:spTree>
    <p:extLst>
      <p:ext uri="{BB962C8B-B14F-4D97-AF65-F5344CB8AC3E}">
        <p14:creationId xmlns:p14="http://schemas.microsoft.com/office/powerpoint/2010/main" val="11102311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5</a:t>
            </a:fld>
            <a:endParaRPr lang="en-US" dirty="0"/>
          </a:p>
        </p:txBody>
      </p:sp>
    </p:spTree>
    <p:extLst>
      <p:ext uri="{BB962C8B-B14F-4D97-AF65-F5344CB8AC3E}">
        <p14:creationId xmlns:p14="http://schemas.microsoft.com/office/powerpoint/2010/main" val="17043826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6</a:t>
            </a:fld>
            <a:endParaRPr lang="en-US" dirty="0"/>
          </a:p>
        </p:txBody>
      </p:sp>
    </p:spTree>
    <p:extLst>
      <p:ext uri="{BB962C8B-B14F-4D97-AF65-F5344CB8AC3E}">
        <p14:creationId xmlns:p14="http://schemas.microsoft.com/office/powerpoint/2010/main" val="25300662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7</a:t>
            </a:fld>
            <a:endParaRPr lang="en-US" dirty="0"/>
          </a:p>
        </p:txBody>
      </p:sp>
    </p:spTree>
    <p:extLst>
      <p:ext uri="{BB962C8B-B14F-4D97-AF65-F5344CB8AC3E}">
        <p14:creationId xmlns:p14="http://schemas.microsoft.com/office/powerpoint/2010/main" val="28029579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8</a:t>
            </a:fld>
            <a:endParaRPr lang="en-US" dirty="0"/>
          </a:p>
        </p:txBody>
      </p:sp>
    </p:spTree>
    <p:extLst>
      <p:ext uri="{BB962C8B-B14F-4D97-AF65-F5344CB8AC3E}">
        <p14:creationId xmlns:p14="http://schemas.microsoft.com/office/powerpoint/2010/main" val="5309406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dirty="0"/>
              <a:t>Pointer is a special variable, which stores a memory address. It is not used to keep actual data.</a:t>
            </a:r>
          </a:p>
        </p:txBody>
      </p:sp>
      <p:sp>
        <p:nvSpPr>
          <p:cNvPr id="4" name="Slide Number Placeholder 3"/>
          <p:cNvSpPr>
            <a:spLocks noGrp="1"/>
          </p:cNvSpPr>
          <p:nvPr>
            <p:ph type="sldNum" sz="quarter" idx="10"/>
          </p:nvPr>
        </p:nvSpPr>
        <p:spPr/>
        <p:txBody>
          <a:bodyPr/>
          <a:lstStyle/>
          <a:p>
            <a:fld id="{B0FCC8D5-6D68-A443-97C0-91AE5977134B}" type="slidenum">
              <a:rPr lang="en-US" smtClean="0"/>
              <a:pPr/>
              <a:t>9</a:t>
            </a:fld>
            <a:endParaRPr lang="en-US" dirty="0"/>
          </a:p>
        </p:txBody>
      </p:sp>
    </p:spTree>
    <p:extLst>
      <p:ext uri="{BB962C8B-B14F-4D97-AF65-F5344CB8AC3E}">
        <p14:creationId xmlns:p14="http://schemas.microsoft.com/office/powerpoint/2010/main" val="35438105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dirty="0"/>
              <a:t>We cannot simply jump to next node by adding calculating the memory address because the addresses are now unpredictable.</a:t>
            </a:r>
          </a:p>
        </p:txBody>
      </p:sp>
      <p:sp>
        <p:nvSpPr>
          <p:cNvPr id="4" name="Slide Number Placeholder 3"/>
          <p:cNvSpPr>
            <a:spLocks noGrp="1"/>
          </p:cNvSpPr>
          <p:nvPr>
            <p:ph type="sldNum" sz="quarter" idx="10"/>
          </p:nvPr>
        </p:nvSpPr>
        <p:spPr/>
        <p:txBody>
          <a:bodyPr/>
          <a:lstStyle/>
          <a:p>
            <a:fld id="{B0FCC8D5-6D68-A443-97C0-91AE5977134B}" type="slidenum">
              <a:rPr lang="en-US" smtClean="0"/>
              <a:pPr/>
              <a:t>10</a:t>
            </a:fld>
            <a:endParaRPr lang="en-US" dirty="0"/>
          </a:p>
        </p:txBody>
      </p:sp>
    </p:spTree>
    <p:extLst>
      <p:ext uri="{BB962C8B-B14F-4D97-AF65-F5344CB8AC3E}">
        <p14:creationId xmlns:p14="http://schemas.microsoft.com/office/powerpoint/2010/main" val="31825517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12</a:t>
            </a:fld>
            <a:endParaRPr lang="en-US" dirty="0"/>
          </a:p>
        </p:txBody>
      </p:sp>
    </p:spTree>
    <p:extLst>
      <p:ext uri="{BB962C8B-B14F-4D97-AF65-F5344CB8AC3E}">
        <p14:creationId xmlns:p14="http://schemas.microsoft.com/office/powerpoint/2010/main" val="26699664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dirty="0"/>
              <a:t>Since the pointers hold memory addresses, the same Start variable will contain the pointer to next Node whether we </a:t>
            </a:r>
            <a:r>
              <a:rPr lang="en-US"/>
              <a:t>return it or not.</a:t>
            </a: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13</a:t>
            </a:fld>
            <a:endParaRPr lang="en-US" dirty="0"/>
          </a:p>
        </p:txBody>
      </p:sp>
    </p:spTree>
    <p:extLst>
      <p:ext uri="{BB962C8B-B14F-4D97-AF65-F5344CB8AC3E}">
        <p14:creationId xmlns:p14="http://schemas.microsoft.com/office/powerpoint/2010/main" val="102010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14</a:t>
            </a:fld>
            <a:endParaRPr lang="en-US" dirty="0"/>
          </a:p>
        </p:txBody>
      </p:sp>
    </p:spTree>
    <p:extLst>
      <p:ext uri="{BB962C8B-B14F-4D97-AF65-F5344CB8AC3E}">
        <p14:creationId xmlns:p14="http://schemas.microsoft.com/office/powerpoint/2010/main" val="17266336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dirty="0"/>
              <a:t>At start, we do not even know the size of our Linked List. We only rely on a single hint, i.e., the next pointer is Null or not</a:t>
            </a:r>
          </a:p>
        </p:txBody>
      </p:sp>
      <p:sp>
        <p:nvSpPr>
          <p:cNvPr id="4" name="Slide Number Placeholder 3"/>
          <p:cNvSpPr>
            <a:spLocks noGrp="1"/>
          </p:cNvSpPr>
          <p:nvPr>
            <p:ph type="sldNum" sz="quarter" idx="10"/>
          </p:nvPr>
        </p:nvSpPr>
        <p:spPr/>
        <p:txBody>
          <a:bodyPr/>
          <a:lstStyle/>
          <a:p>
            <a:fld id="{B0FCC8D5-6D68-A443-97C0-91AE5977134B}" type="slidenum">
              <a:rPr lang="en-US" smtClean="0"/>
              <a:pPr/>
              <a:t>15</a:t>
            </a:fld>
            <a:endParaRPr lang="en-US" dirty="0"/>
          </a:p>
        </p:txBody>
      </p:sp>
    </p:spTree>
    <p:extLst>
      <p:ext uri="{BB962C8B-B14F-4D97-AF65-F5344CB8AC3E}">
        <p14:creationId xmlns:p14="http://schemas.microsoft.com/office/powerpoint/2010/main" val="27498541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16</a:t>
            </a:fld>
            <a:endParaRPr lang="en-US" dirty="0"/>
          </a:p>
        </p:txBody>
      </p:sp>
    </p:spTree>
    <p:extLst>
      <p:ext uri="{BB962C8B-B14F-4D97-AF65-F5344CB8AC3E}">
        <p14:creationId xmlns:p14="http://schemas.microsoft.com/office/powerpoint/2010/main" val="401353182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17</a:t>
            </a:fld>
            <a:endParaRPr lang="en-US" dirty="0"/>
          </a:p>
        </p:txBody>
      </p:sp>
    </p:spTree>
    <p:extLst>
      <p:ext uri="{BB962C8B-B14F-4D97-AF65-F5344CB8AC3E}">
        <p14:creationId xmlns:p14="http://schemas.microsoft.com/office/powerpoint/2010/main" val="223158771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18</a:t>
            </a:fld>
            <a:endParaRPr lang="en-US" dirty="0"/>
          </a:p>
        </p:txBody>
      </p:sp>
    </p:spTree>
    <p:extLst>
      <p:ext uri="{BB962C8B-B14F-4D97-AF65-F5344CB8AC3E}">
        <p14:creationId xmlns:p14="http://schemas.microsoft.com/office/powerpoint/2010/main" val="408380198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19</a:t>
            </a:fld>
            <a:endParaRPr lang="en-US" dirty="0"/>
          </a:p>
        </p:txBody>
      </p:sp>
    </p:spTree>
    <p:extLst>
      <p:ext uri="{BB962C8B-B14F-4D97-AF65-F5344CB8AC3E}">
        <p14:creationId xmlns:p14="http://schemas.microsoft.com/office/powerpoint/2010/main" val="409106036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20</a:t>
            </a:fld>
            <a:endParaRPr lang="en-US" dirty="0"/>
          </a:p>
        </p:txBody>
      </p:sp>
    </p:spTree>
    <p:extLst>
      <p:ext uri="{BB962C8B-B14F-4D97-AF65-F5344CB8AC3E}">
        <p14:creationId xmlns:p14="http://schemas.microsoft.com/office/powerpoint/2010/main" val="383909863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21</a:t>
            </a:fld>
            <a:endParaRPr lang="en-US" dirty="0"/>
          </a:p>
        </p:txBody>
      </p:sp>
    </p:spTree>
    <p:extLst>
      <p:ext uri="{BB962C8B-B14F-4D97-AF65-F5344CB8AC3E}">
        <p14:creationId xmlns:p14="http://schemas.microsoft.com/office/powerpoint/2010/main" val="234202103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22</a:t>
            </a:fld>
            <a:endParaRPr lang="en-US" dirty="0"/>
          </a:p>
        </p:txBody>
      </p:sp>
    </p:spTree>
    <p:extLst>
      <p:ext uri="{BB962C8B-B14F-4D97-AF65-F5344CB8AC3E}">
        <p14:creationId xmlns:p14="http://schemas.microsoft.com/office/powerpoint/2010/main" val="129462325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23</a:t>
            </a:fld>
            <a:endParaRPr lang="en-US" dirty="0"/>
          </a:p>
        </p:txBody>
      </p:sp>
    </p:spTree>
    <p:extLst>
      <p:ext uri="{BB962C8B-B14F-4D97-AF65-F5344CB8AC3E}">
        <p14:creationId xmlns:p14="http://schemas.microsoft.com/office/powerpoint/2010/main" val="55046465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24</a:t>
            </a:fld>
            <a:endParaRPr lang="en-US" dirty="0"/>
          </a:p>
        </p:txBody>
      </p:sp>
    </p:spTree>
    <p:extLst>
      <p:ext uri="{BB962C8B-B14F-4D97-AF65-F5344CB8AC3E}">
        <p14:creationId xmlns:p14="http://schemas.microsoft.com/office/powerpoint/2010/main" val="418962509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25</a:t>
            </a:fld>
            <a:endParaRPr lang="en-US" dirty="0"/>
          </a:p>
        </p:txBody>
      </p:sp>
    </p:spTree>
    <p:extLst>
      <p:ext uri="{BB962C8B-B14F-4D97-AF65-F5344CB8AC3E}">
        <p14:creationId xmlns:p14="http://schemas.microsoft.com/office/powerpoint/2010/main" val="11070232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26</a:t>
            </a:fld>
            <a:endParaRPr lang="en-US" dirty="0"/>
          </a:p>
        </p:txBody>
      </p:sp>
    </p:spTree>
    <p:extLst>
      <p:ext uri="{BB962C8B-B14F-4D97-AF65-F5344CB8AC3E}">
        <p14:creationId xmlns:p14="http://schemas.microsoft.com/office/powerpoint/2010/main" val="301345848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27</a:t>
            </a:fld>
            <a:endParaRPr lang="en-US" dirty="0"/>
          </a:p>
        </p:txBody>
      </p:sp>
    </p:spTree>
    <p:extLst>
      <p:ext uri="{BB962C8B-B14F-4D97-AF65-F5344CB8AC3E}">
        <p14:creationId xmlns:p14="http://schemas.microsoft.com/office/powerpoint/2010/main" val="311222911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28</a:t>
            </a:fld>
            <a:endParaRPr lang="en-US" dirty="0"/>
          </a:p>
        </p:txBody>
      </p:sp>
    </p:spTree>
    <p:extLst>
      <p:ext uri="{BB962C8B-B14F-4D97-AF65-F5344CB8AC3E}">
        <p14:creationId xmlns:p14="http://schemas.microsoft.com/office/powerpoint/2010/main" val="388657685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29</a:t>
            </a:fld>
            <a:endParaRPr lang="en-US" dirty="0"/>
          </a:p>
        </p:txBody>
      </p:sp>
    </p:spTree>
    <p:extLst>
      <p:ext uri="{BB962C8B-B14F-4D97-AF65-F5344CB8AC3E}">
        <p14:creationId xmlns:p14="http://schemas.microsoft.com/office/powerpoint/2010/main" val="424209832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30</a:t>
            </a:fld>
            <a:endParaRPr lang="en-US" dirty="0"/>
          </a:p>
        </p:txBody>
      </p:sp>
    </p:spTree>
    <p:extLst>
      <p:ext uri="{BB962C8B-B14F-4D97-AF65-F5344CB8AC3E}">
        <p14:creationId xmlns:p14="http://schemas.microsoft.com/office/powerpoint/2010/main" val="66884242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31</a:t>
            </a:fld>
            <a:endParaRPr lang="en-US" dirty="0"/>
          </a:p>
        </p:txBody>
      </p:sp>
    </p:spTree>
    <p:extLst>
      <p:ext uri="{BB962C8B-B14F-4D97-AF65-F5344CB8AC3E}">
        <p14:creationId xmlns:p14="http://schemas.microsoft.com/office/powerpoint/2010/main" val="153426214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32</a:t>
            </a:fld>
            <a:endParaRPr lang="en-US" dirty="0"/>
          </a:p>
        </p:txBody>
      </p:sp>
    </p:spTree>
    <p:extLst>
      <p:ext uri="{BB962C8B-B14F-4D97-AF65-F5344CB8AC3E}">
        <p14:creationId xmlns:p14="http://schemas.microsoft.com/office/powerpoint/2010/main" val="276332088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33</a:t>
            </a:fld>
            <a:endParaRPr lang="en-US" dirty="0"/>
          </a:p>
        </p:txBody>
      </p:sp>
    </p:spTree>
    <p:extLst>
      <p:ext uri="{BB962C8B-B14F-4D97-AF65-F5344CB8AC3E}">
        <p14:creationId xmlns:p14="http://schemas.microsoft.com/office/powerpoint/2010/main" val="334750690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34</a:t>
            </a:fld>
            <a:endParaRPr lang="en-US" dirty="0"/>
          </a:p>
        </p:txBody>
      </p:sp>
    </p:spTree>
    <p:extLst>
      <p:ext uri="{BB962C8B-B14F-4D97-AF65-F5344CB8AC3E}">
        <p14:creationId xmlns:p14="http://schemas.microsoft.com/office/powerpoint/2010/main" val="310359658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35</a:t>
            </a:fld>
            <a:endParaRPr lang="en-US" dirty="0"/>
          </a:p>
        </p:txBody>
      </p:sp>
    </p:spTree>
    <p:extLst>
      <p:ext uri="{BB962C8B-B14F-4D97-AF65-F5344CB8AC3E}">
        <p14:creationId xmlns:p14="http://schemas.microsoft.com/office/powerpoint/2010/main" val="85680096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36</a:t>
            </a:fld>
            <a:endParaRPr lang="en-US" dirty="0"/>
          </a:p>
        </p:txBody>
      </p:sp>
    </p:spTree>
    <p:extLst>
      <p:ext uri="{BB962C8B-B14F-4D97-AF65-F5344CB8AC3E}">
        <p14:creationId xmlns:p14="http://schemas.microsoft.com/office/powerpoint/2010/main" val="171282007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37</a:t>
            </a:fld>
            <a:endParaRPr lang="en-US" dirty="0"/>
          </a:p>
        </p:txBody>
      </p:sp>
    </p:spTree>
    <p:extLst>
      <p:ext uri="{BB962C8B-B14F-4D97-AF65-F5344CB8AC3E}">
        <p14:creationId xmlns:p14="http://schemas.microsoft.com/office/powerpoint/2010/main" val="399614268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38</a:t>
            </a:fld>
            <a:endParaRPr lang="en-US" dirty="0"/>
          </a:p>
        </p:txBody>
      </p:sp>
    </p:spTree>
    <p:extLst>
      <p:ext uri="{BB962C8B-B14F-4D97-AF65-F5344CB8AC3E}">
        <p14:creationId xmlns:p14="http://schemas.microsoft.com/office/powerpoint/2010/main" val="24243771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39</a:t>
            </a:fld>
            <a:endParaRPr lang="en-US" dirty="0"/>
          </a:p>
        </p:txBody>
      </p:sp>
    </p:spTree>
    <p:extLst>
      <p:ext uri="{BB962C8B-B14F-4D97-AF65-F5344CB8AC3E}">
        <p14:creationId xmlns:p14="http://schemas.microsoft.com/office/powerpoint/2010/main" val="10134687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E635FD8-712D-4EE2-A5B6-3DD8DE9C25E9}"/>
              </a:ext>
            </a:extLst>
          </p:cNvPr>
          <p:cNvSpPr>
            <a:spLocks noGrp="1"/>
          </p:cNvSpPr>
          <p:nvPr>
            <p:ph type="pic" sz="quarter" idx="10"/>
          </p:nvPr>
        </p:nvSpPr>
        <p:spPr>
          <a:xfrm>
            <a:off x="0" y="0"/>
            <a:ext cx="12192000" cy="6858000"/>
          </a:xfrm>
        </p:spPr>
        <p:txBody>
          <a:bodyPr/>
          <a:lstStyle>
            <a:lvl1pPr marL="0" indent="0" algn="ctr">
              <a:buNone/>
              <a:defRPr/>
            </a:lvl1pPr>
          </a:lstStyle>
          <a:p>
            <a:r>
              <a:rPr lang="en-US"/>
              <a:t>Click icon to add picture</a:t>
            </a:r>
            <a:endParaRPr lang="en-US" dirty="0"/>
          </a:p>
        </p:txBody>
      </p:sp>
      <p:sp>
        <p:nvSpPr>
          <p:cNvPr id="14" name="Text Placeholder 13">
            <a:extLst>
              <a:ext uri="{FF2B5EF4-FFF2-40B4-BE49-F238E27FC236}">
                <a16:creationId xmlns:a16="http://schemas.microsoft.com/office/drawing/2014/main" id="{F80209DF-C4D9-43B8-AA05-F53619153042}"/>
              </a:ext>
            </a:extLst>
          </p:cNvPr>
          <p:cNvSpPr>
            <a:spLocks noGrp="1"/>
          </p:cNvSpPr>
          <p:nvPr>
            <p:ph type="body" sz="quarter" idx="12"/>
          </p:nvPr>
        </p:nvSpPr>
        <p:spPr>
          <a:xfrm>
            <a:off x="3512343" y="5922140"/>
            <a:ext cx="5167313" cy="518795"/>
          </a:xfrm>
        </p:spPr>
        <p:txBody>
          <a:bodyPr>
            <a:noAutofit/>
          </a:bodyPr>
          <a:lstStyle>
            <a:lvl1pPr marL="0" indent="0" algn="ctr">
              <a:buNone/>
              <a:defRPr sz="1800" spc="300">
                <a:solidFill>
                  <a:schemeClr val="tx1"/>
                </a:solidFill>
              </a:defRPr>
            </a:lvl1pPr>
            <a:lvl2pPr marL="457200" indent="0">
              <a:buNone/>
              <a:defRPr/>
            </a:lvl2pPr>
          </a:lstStyle>
          <a:p>
            <a:pPr lvl="0"/>
            <a:r>
              <a:rPr lang="en-US"/>
              <a:t>Click to edit Master text styles</a:t>
            </a:r>
          </a:p>
        </p:txBody>
      </p:sp>
      <p:sp>
        <p:nvSpPr>
          <p:cNvPr id="7" name="Text Placeholder 6">
            <a:extLst>
              <a:ext uri="{FF2B5EF4-FFF2-40B4-BE49-F238E27FC236}">
                <a16:creationId xmlns:a16="http://schemas.microsoft.com/office/drawing/2014/main" id="{758235C5-25B1-4243-9762-4AAD3C08E8BE}"/>
              </a:ext>
            </a:extLst>
          </p:cNvPr>
          <p:cNvSpPr>
            <a:spLocks noGrp="1"/>
          </p:cNvSpPr>
          <p:nvPr>
            <p:ph type="body" idx="1" hasCustomPrompt="1"/>
          </p:nvPr>
        </p:nvSpPr>
        <p:spPr>
          <a:xfrm>
            <a:off x="4038600" y="3608511"/>
            <a:ext cx="4114800" cy="518795"/>
          </a:xfrm>
          <a:gradFill flip="none" rotWithShape="1">
            <a:gsLst>
              <a:gs pos="0">
                <a:schemeClr val="accent5"/>
              </a:gs>
              <a:gs pos="100000">
                <a:schemeClr val="accent2">
                  <a:lumMod val="97000"/>
                  <a:lumOff val="3000"/>
                </a:schemeClr>
              </a:gs>
              <a:gs pos="50000">
                <a:schemeClr val="accent1"/>
              </a:gs>
            </a:gsLst>
            <a:lin ang="10800000" scaled="1"/>
            <a:tileRect/>
          </a:gradFill>
        </p:spPr>
        <p:txBody>
          <a:bodyPr>
            <a:noAutofit/>
          </a:bodyPr>
          <a:lstStyle>
            <a:lvl1pPr marL="0" indent="0" algn="ctr">
              <a:buNone/>
              <a:defRPr sz="1800" cap="all" baseline="0"/>
            </a:lvl1pPr>
          </a:lstStyle>
          <a:p>
            <a:r>
              <a:rPr lang="en-US" spc="300" dirty="0"/>
              <a:t>ANNUAL REVIEW</a:t>
            </a:r>
          </a:p>
        </p:txBody>
      </p:sp>
      <p:sp>
        <p:nvSpPr>
          <p:cNvPr id="2" name="Title 1">
            <a:extLst>
              <a:ext uri="{FF2B5EF4-FFF2-40B4-BE49-F238E27FC236}">
                <a16:creationId xmlns:a16="http://schemas.microsoft.com/office/drawing/2014/main" id="{298B2C6E-DB6F-4476-8E95-9F6EC79392FD}"/>
              </a:ext>
            </a:extLst>
          </p:cNvPr>
          <p:cNvSpPr>
            <a:spLocks noGrp="1"/>
          </p:cNvSpPr>
          <p:nvPr>
            <p:ph type="title" hasCustomPrompt="1"/>
          </p:nvPr>
        </p:nvSpPr>
        <p:spPr>
          <a:xfrm>
            <a:off x="350836" y="2445633"/>
            <a:ext cx="11490325" cy="823913"/>
          </a:xfrm>
        </p:spPr>
        <p:txBody>
          <a:bodyPr>
            <a:noAutofit/>
          </a:bodyPr>
          <a:lstStyle>
            <a:lvl1pPr>
              <a:lnSpc>
                <a:spcPct val="150000"/>
              </a:lnSpc>
              <a:spcBef>
                <a:spcPts val="1000"/>
              </a:spcBef>
              <a:defRPr sz="4000" cap="all" spc="300" baseline="0"/>
            </a:lvl1pPr>
          </a:lstStyle>
          <a:p>
            <a:r>
              <a:rPr lang="en-US" dirty="0"/>
              <a:t>Click to edit Master TEXT styles</a:t>
            </a:r>
          </a:p>
        </p:txBody>
      </p:sp>
    </p:spTree>
    <p:extLst>
      <p:ext uri="{BB962C8B-B14F-4D97-AF65-F5344CB8AC3E}">
        <p14:creationId xmlns:p14="http://schemas.microsoft.com/office/powerpoint/2010/main" val="3182303122"/>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912AA41C-A030-4521-8130-6A8E4543F277}"/>
              </a:ext>
            </a:extLst>
          </p:cNvPr>
          <p:cNvSpPr>
            <a:spLocks noGrp="1"/>
          </p:cNvSpPr>
          <p:nvPr>
            <p:ph type="pic" sz="quarter" idx="13"/>
          </p:nvPr>
        </p:nvSpPr>
        <p:spPr>
          <a:xfrm>
            <a:off x="0" y="0"/>
            <a:ext cx="6096000" cy="6858000"/>
          </a:xfrm>
          <a:prstGeom prst="parallelogram">
            <a:avLst/>
          </a:prstGeom>
          <a:effectLst/>
        </p:spPr>
        <p:txBody>
          <a:bodyPr anchor="ctr"/>
          <a:lstStyle>
            <a:lvl1pPr marL="0" indent="0"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7C83D428-B974-43F4-9246-0A2EECA11A5B}"/>
              </a:ext>
            </a:extLst>
          </p:cNvPr>
          <p:cNvSpPr>
            <a:spLocks noGrp="1"/>
          </p:cNvSpPr>
          <p:nvPr>
            <p:ph type="title" hasCustomPrompt="1"/>
          </p:nvPr>
        </p:nvSpPr>
        <p:spPr>
          <a:xfrm>
            <a:off x="7068819" y="642927"/>
            <a:ext cx="4846320" cy="1435947"/>
          </a:xfrm>
        </p:spPr>
        <p:txBody>
          <a:bodyPr anchor="t">
            <a:noAutofit/>
          </a:bodyPr>
          <a:lstStyle>
            <a:lvl1pPr algn="l">
              <a:lnSpc>
                <a:spcPct val="150000"/>
              </a:lnSpc>
              <a:spcBef>
                <a:spcPts val="1000"/>
              </a:spcBef>
              <a:defRPr sz="5400" baseline="0"/>
            </a:lvl1pPr>
          </a:lstStyle>
          <a:p>
            <a:r>
              <a:rPr lang="en-US" dirty="0"/>
              <a:t>Title</a:t>
            </a:r>
          </a:p>
        </p:txBody>
      </p:sp>
      <p:sp>
        <p:nvSpPr>
          <p:cNvPr id="5" name="Footer Placeholder 4">
            <a:extLst>
              <a:ext uri="{FF2B5EF4-FFF2-40B4-BE49-F238E27FC236}">
                <a16:creationId xmlns:a16="http://schemas.microsoft.com/office/drawing/2014/main" id="{BC79732E-D749-40DD-8365-05028518765D}"/>
              </a:ext>
            </a:extLst>
          </p:cNvPr>
          <p:cNvSpPr>
            <a:spLocks noGrp="1"/>
          </p:cNvSpPr>
          <p:nvPr>
            <p:ph type="ftr" sz="quarter" idx="11"/>
          </p:nvPr>
        </p:nvSpPr>
        <p:spPr/>
        <p:txBody>
          <a:bodyPr/>
          <a:lstStyle/>
          <a:p>
            <a:r>
              <a:rPr lang="en-US" dirty="0"/>
              <a:t>Add a footer</a:t>
            </a:r>
          </a:p>
        </p:txBody>
      </p:sp>
      <p:sp>
        <p:nvSpPr>
          <p:cNvPr id="6" name="Slide Number Placeholder 5">
            <a:extLst>
              <a:ext uri="{FF2B5EF4-FFF2-40B4-BE49-F238E27FC236}">
                <a16:creationId xmlns:a16="http://schemas.microsoft.com/office/drawing/2014/main" id="{88F55E23-C4CC-4E9B-80F4-C4BEA6E2DD84}"/>
              </a:ext>
            </a:extLst>
          </p:cNvPr>
          <p:cNvSpPr>
            <a:spLocks noGrp="1"/>
          </p:cNvSpPr>
          <p:nvPr>
            <p:ph type="sldNum" sz="quarter" idx="12"/>
          </p:nvPr>
        </p:nvSpPr>
        <p:spPr/>
        <p:txBody>
          <a:bodyPr/>
          <a:lstStyle/>
          <a:p>
            <a:fld id="{8C2E478F-E849-4A8C-AF1F-CBCC78A7CBFA}" type="slidenum">
              <a:rPr lang="en-US" smtClean="0"/>
              <a:t>‹#›</a:t>
            </a:fld>
            <a:endParaRPr lang="en-US" dirty="0"/>
          </a:p>
        </p:txBody>
      </p:sp>
      <p:sp>
        <p:nvSpPr>
          <p:cNvPr id="13" name="Text Placeholder 12">
            <a:extLst>
              <a:ext uri="{FF2B5EF4-FFF2-40B4-BE49-F238E27FC236}">
                <a16:creationId xmlns:a16="http://schemas.microsoft.com/office/drawing/2014/main" id="{9D00A38D-CFE8-4333-B9D2-D3E7EACA4F0E}"/>
              </a:ext>
            </a:extLst>
          </p:cNvPr>
          <p:cNvSpPr>
            <a:spLocks noGrp="1"/>
          </p:cNvSpPr>
          <p:nvPr>
            <p:ph type="body" sz="quarter" idx="15" hasCustomPrompt="1"/>
          </p:nvPr>
        </p:nvSpPr>
        <p:spPr>
          <a:xfrm>
            <a:off x="7068820" y="2078875"/>
            <a:ext cx="4114800" cy="3798888"/>
          </a:xfrm>
        </p:spPr>
        <p:txBody>
          <a:bodyPr>
            <a:noAutofit/>
          </a:bodyPr>
          <a:lstStyle>
            <a:lvl1pPr marL="0" indent="0">
              <a:buNone/>
              <a:defRPr sz="1800" spc="300"/>
            </a:lvl1pPr>
          </a:lstStyle>
          <a:p>
            <a:pPr lvl="0"/>
            <a:r>
              <a:rPr lang="en-US" dirty="0"/>
              <a:t>CLICK TO EDIT MASTER TEXT STYLES</a:t>
            </a:r>
          </a:p>
        </p:txBody>
      </p:sp>
      <p:sp>
        <p:nvSpPr>
          <p:cNvPr id="3" name="Rectangle 2">
            <a:extLst>
              <a:ext uri="{FF2B5EF4-FFF2-40B4-BE49-F238E27FC236}">
                <a16:creationId xmlns:a16="http://schemas.microsoft.com/office/drawing/2014/main" id="{1AA8588E-221D-4931-A290-C5C4184435AD}"/>
              </a:ext>
              <a:ext uri="{C183D7F6-B498-43B3-948B-1728B52AA6E4}">
                <adec:decorative xmlns:adec="http://schemas.microsoft.com/office/drawing/2017/decorative" val="1"/>
              </a:ext>
            </a:extLst>
          </p:cNvPr>
          <p:cNvSpPr/>
          <p:nvPr userDrawn="1"/>
        </p:nvSpPr>
        <p:spPr>
          <a:xfrm>
            <a:off x="7068820" y="6303963"/>
            <a:ext cx="3014980" cy="554037"/>
          </a:xfrm>
          <a:prstGeom prst="rect">
            <a:avLst/>
          </a:prstGeo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6291152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p:nvSpPr>
          <p:cNvPr id="20" name="Text Placeholder 19">
            <a:extLst>
              <a:ext uri="{FF2B5EF4-FFF2-40B4-BE49-F238E27FC236}">
                <a16:creationId xmlns:a16="http://schemas.microsoft.com/office/drawing/2014/main" id="{E5539E44-E270-49B4-8B0A-07870325AA91}"/>
              </a:ext>
            </a:extLst>
          </p:cNvPr>
          <p:cNvSpPr>
            <a:spLocks noGrp="1"/>
          </p:cNvSpPr>
          <p:nvPr>
            <p:ph type="body" sz="quarter" idx="16" hasCustomPrompt="1"/>
          </p:nvPr>
        </p:nvSpPr>
        <p:spPr>
          <a:xfrm>
            <a:off x="6225539" y="1546138"/>
            <a:ext cx="4023360" cy="464871"/>
          </a:xfr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0" indent="0" algn="ctr">
              <a:lnSpc>
                <a:spcPct val="100000"/>
              </a:lnSpc>
              <a:spcBef>
                <a:spcPts val="0"/>
              </a:spcBef>
              <a:buNone/>
              <a:defRPr lang="en-US" sz="1400" spc="300" baseline="0" dirty="0">
                <a:solidFill>
                  <a:schemeClr val="lt1"/>
                </a:solidFill>
              </a:defRPr>
            </a:lvl1pPr>
          </a:lstStyle>
          <a:p>
            <a:pPr marL="0" lvl="0" algn="ctr"/>
            <a:r>
              <a:rPr lang="en-US" dirty="0"/>
              <a:t>CLICK TO EDIT MASTER TEXT STYLES</a:t>
            </a:r>
          </a:p>
        </p:txBody>
      </p:sp>
      <p:sp>
        <p:nvSpPr>
          <p:cNvPr id="9" name="Picture Placeholder 8">
            <a:extLst>
              <a:ext uri="{FF2B5EF4-FFF2-40B4-BE49-F238E27FC236}">
                <a16:creationId xmlns:a16="http://schemas.microsoft.com/office/drawing/2014/main" id="{186FE9B2-6286-484B-8943-95EE0B6B0267}"/>
              </a:ext>
            </a:extLst>
          </p:cNvPr>
          <p:cNvSpPr>
            <a:spLocks noGrp="1"/>
          </p:cNvSpPr>
          <p:nvPr>
            <p:ph type="pic" sz="quarter" idx="14"/>
          </p:nvPr>
        </p:nvSpPr>
        <p:spPr>
          <a:xfrm>
            <a:off x="0" y="0"/>
            <a:ext cx="5416550" cy="6846932"/>
          </a:xfrm>
          <a:effectLst/>
        </p:spPr>
        <p:txBody>
          <a:bodyPr anchor="ctr"/>
          <a:lstStyle>
            <a:lvl1pPr marL="0" indent="0" algn="ctr">
              <a:buNone/>
              <a:defRPr/>
            </a:lvl1pPr>
          </a:lstStyle>
          <a:p>
            <a:r>
              <a:rPr lang="en-US"/>
              <a:t>Click icon to add picture</a:t>
            </a:r>
            <a:endParaRPr lang="en-US" dirty="0"/>
          </a:p>
        </p:txBody>
      </p:sp>
      <p:sp>
        <p:nvSpPr>
          <p:cNvPr id="11" name="Slide Number Placeholder 5">
            <a:extLst>
              <a:ext uri="{FF2B5EF4-FFF2-40B4-BE49-F238E27FC236}">
                <a16:creationId xmlns:a16="http://schemas.microsoft.com/office/drawing/2014/main" id="{7D4E8708-8565-4A5B-9D9E-1D4F40EAF909}"/>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2E478F-E849-4A8C-AF1F-CBCC78A7CBFA}" type="slidenum">
              <a:rPr lang="en-US" smtClean="0"/>
              <a:t>‹#›</a:t>
            </a:fld>
            <a:endParaRPr lang="en-US" dirty="0"/>
          </a:p>
        </p:txBody>
      </p:sp>
      <p:sp>
        <p:nvSpPr>
          <p:cNvPr id="16" name="Content Placeholder 8">
            <a:extLst>
              <a:ext uri="{FF2B5EF4-FFF2-40B4-BE49-F238E27FC236}">
                <a16:creationId xmlns:a16="http://schemas.microsoft.com/office/drawing/2014/main" id="{42436126-0370-4532-A8AD-D20897982AD2}"/>
              </a:ext>
            </a:extLst>
          </p:cNvPr>
          <p:cNvSpPr>
            <a:spLocks noGrp="1"/>
          </p:cNvSpPr>
          <p:nvPr>
            <p:ph idx="1" hasCustomPrompt="1"/>
          </p:nvPr>
        </p:nvSpPr>
        <p:spPr>
          <a:xfrm>
            <a:off x="6096000" y="2799617"/>
            <a:ext cx="4646246" cy="2218585"/>
          </a:xfrm>
        </p:spPr>
        <p:txBody>
          <a:bodyPr>
            <a:noAutofit/>
          </a:bodyPr>
          <a:lstStyle>
            <a:lvl1pPr>
              <a:defRPr/>
            </a:lvl1pPr>
          </a:lstStyle>
          <a:p>
            <a:pPr marL="0" indent="0">
              <a:lnSpc>
                <a:spcPct val="100000"/>
              </a:lnSpc>
              <a:buNone/>
            </a:pPr>
            <a:r>
              <a:rPr lang="en-US" sz="1600" dirty="0">
                <a:cs typeface="Biome Light" panose="020B0303030204020804" pitchFamily="34" charset="0"/>
              </a:rPr>
              <a:t>Click to edit master text style.</a:t>
            </a:r>
          </a:p>
          <a:p>
            <a:pPr marL="0" indent="0">
              <a:buNone/>
            </a:pPr>
            <a:endParaRPr lang="en-US" dirty="0"/>
          </a:p>
        </p:txBody>
      </p:sp>
      <p:sp>
        <p:nvSpPr>
          <p:cNvPr id="17" name="Slide Number Placeholder 70">
            <a:extLst>
              <a:ext uri="{FF2B5EF4-FFF2-40B4-BE49-F238E27FC236}">
                <a16:creationId xmlns:a16="http://schemas.microsoft.com/office/drawing/2014/main" id="{AEC105AD-E933-4969-B038-0ABD6F013167}"/>
              </a:ext>
            </a:extLst>
          </p:cNvPr>
          <p:cNvSpPr txBox="1">
            <a:spLocks/>
          </p:cNvSpPr>
          <p:nvPr userDrawn="1"/>
        </p:nvSpPr>
        <p:spPr>
          <a:xfrm>
            <a:off x="11549269" y="6468303"/>
            <a:ext cx="443948"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C2E478F-E849-4A8C-AF1F-CBCC78A7CBFA}" type="slidenum">
              <a:rPr lang="en-US" smtClean="0"/>
              <a:pPr/>
              <a:t>‹#›</a:t>
            </a:fld>
            <a:endParaRPr lang="en-US" dirty="0"/>
          </a:p>
        </p:txBody>
      </p:sp>
      <p:sp>
        <p:nvSpPr>
          <p:cNvPr id="2" name="Title 1">
            <a:extLst>
              <a:ext uri="{FF2B5EF4-FFF2-40B4-BE49-F238E27FC236}">
                <a16:creationId xmlns:a16="http://schemas.microsoft.com/office/drawing/2014/main" id="{3CB0E4A3-5566-43FE-A59F-2C4F4FE7F32A}"/>
              </a:ext>
            </a:extLst>
          </p:cNvPr>
          <p:cNvSpPr>
            <a:spLocks noGrp="1"/>
          </p:cNvSpPr>
          <p:nvPr>
            <p:ph type="title"/>
          </p:nvPr>
        </p:nvSpPr>
        <p:spPr>
          <a:xfrm>
            <a:off x="6095999" y="612037"/>
            <a:ext cx="5897218" cy="884238"/>
          </a:xfrm>
        </p:spPr>
        <p:txBody>
          <a:bodyPr lIns="91440" rIns="91440" anchor="t">
            <a:noAutofit/>
          </a:bodyPr>
          <a:lstStyle>
            <a:lvl1pPr algn="l">
              <a:lnSpc>
                <a:spcPct val="150000"/>
              </a:lnSpc>
              <a:spcBef>
                <a:spcPts val="1000"/>
              </a:spcBef>
              <a:defRPr sz="3200">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2478327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Break">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912AA41C-A030-4521-8130-6A8E4543F277}"/>
              </a:ext>
            </a:extLst>
          </p:cNvPr>
          <p:cNvSpPr>
            <a:spLocks noGrp="1"/>
          </p:cNvSpPr>
          <p:nvPr>
            <p:ph type="pic" sz="quarter" idx="13"/>
          </p:nvPr>
        </p:nvSpPr>
        <p:spPr>
          <a:xfrm>
            <a:off x="0" y="0"/>
            <a:ext cx="6096000" cy="6867922"/>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 name="connsiteX4" fmla="*/ 0 w 6096000"/>
              <a:gd name="connsiteY4" fmla="*/ 0 h 6858000"/>
              <a:gd name="connsiteX0" fmla="*/ 0 w 6096000"/>
              <a:gd name="connsiteY0" fmla="*/ 0 h 6858000"/>
              <a:gd name="connsiteX1" fmla="*/ 6096000 w 6096000"/>
              <a:gd name="connsiteY1" fmla="*/ 0 h 6858000"/>
              <a:gd name="connsiteX2" fmla="*/ 4242487 w 6096000"/>
              <a:gd name="connsiteY2" fmla="*/ 6833286 h 6858000"/>
              <a:gd name="connsiteX3" fmla="*/ 0 w 6096000"/>
              <a:gd name="connsiteY3" fmla="*/ 6858000 h 6858000"/>
              <a:gd name="connsiteX4" fmla="*/ 0 w 6096000"/>
              <a:gd name="connsiteY4" fmla="*/ 0 h 6858000"/>
              <a:gd name="connsiteX0" fmla="*/ 0 w 6096000"/>
              <a:gd name="connsiteY0" fmla="*/ 0 h 6867922"/>
              <a:gd name="connsiteX1" fmla="*/ 6096000 w 6096000"/>
              <a:gd name="connsiteY1" fmla="*/ 0 h 6867922"/>
              <a:gd name="connsiteX2" fmla="*/ 4228633 w 6096000"/>
              <a:gd name="connsiteY2" fmla="*/ 6867922 h 6867922"/>
              <a:gd name="connsiteX3" fmla="*/ 0 w 6096000"/>
              <a:gd name="connsiteY3" fmla="*/ 6858000 h 6867922"/>
              <a:gd name="connsiteX4" fmla="*/ 0 w 6096000"/>
              <a:gd name="connsiteY4" fmla="*/ 0 h 68679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6000" h="6867922">
                <a:moveTo>
                  <a:pt x="0" y="0"/>
                </a:moveTo>
                <a:lnTo>
                  <a:pt x="6096000" y="0"/>
                </a:lnTo>
                <a:lnTo>
                  <a:pt x="4228633" y="6867922"/>
                </a:lnTo>
                <a:lnTo>
                  <a:pt x="0" y="6858000"/>
                </a:lnTo>
                <a:lnTo>
                  <a:pt x="0" y="0"/>
                </a:lnTo>
                <a:close/>
              </a:path>
            </a:pathLst>
          </a:custGeom>
          <a:effectLst/>
        </p:spPr>
        <p:txBody>
          <a:bodyPr anchor="ctr"/>
          <a:lstStyle>
            <a:lvl1pPr marL="0" indent="0"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AABA725B-4BCB-1D48-9C5D-46706B18719E}"/>
              </a:ext>
            </a:extLst>
          </p:cNvPr>
          <p:cNvSpPr>
            <a:spLocks noGrp="1"/>
          </p:cNvSpPr>
          <p:nvPr>
            <p:ph type="title" hasCustomPrompt="1"/>
          </p:nvPr>
        </p:nvSpPr>
        <p:spPr>
          <a:xfrm>
            <a:off x="6096000" y="2262871"/>
            <a:ext cx="5251450" cy="1661297"/>
          </a:xfrm>
        </p:spPr>
        <p:txBody>
          <a:bodyPr anchor="b"/>
          <a:lstStyle>
            <a:lvl1pPr algn="l">
              <a:defRPr sz="6000" spc="300"/>
            </a:lvl1pPr>
          </a:lstStyle>
          <a:p>
            <a:r>
              <a:rPr lang="en-US" dirty="0"/>
              <a:t>CLICK TO EDIT MASTER TITLE</a:t>
            </a:r>
          </a:p>
        </p:txBody>
      </p:sp>
      <p:sp>
        <p:nvSpPr>
          <p:cNvPr id="3" name="Text Placeholder 2">
            <a:extLst>
              <a:ext uri="{FF2B5EF4-FFF2-40B4-BE49-F238E27FC236}">
                <a16:creationId xmlns:a16="http://schemas.microsoft.com/office/drawing/2014/main" id="{893C356F-E483-4AFD-856C-13BB8E8A5605}"/>
              </a:ext>
            </a:extLst>
          </p:cNvPr>
          <p:cNvSpPr>
            <a:spLocks noGrp="1"/>
          </p:cNvSpPr>
          <p:nvPr>
            <p:ph type="body" idx="1" hasCustomPrompt="1"/>
          </p:nvPr>
        </p:nvSpPr>
        <p:spPr>
          <a:xfrm>
            <a:off x="6096000" y="4378134"/>
            <a:ext cx="5251450" cy="365125"/>
          </a:xfrm>
          <a:gradFill flip="none" rotWithShape="1">
            <a:gsLst>
              <a:gs pos="0">
                <a:schemeClr val="accent5"/>
              </a:gs>
              <a:gs pos="100000">
                <a:schemeClr val="accent2">
                  <a:lumMod val="97000"/>
                  <a:lumOff val="3000"/>
                </a:schemeClr>
              </a:gs>
              <a:gs pos="50000">
                <a:schemeClr val="accent1"/>
              </a:gs>
            </a:gsLst>
            <a:lin ang="10800000" scaled="1"/>
            <a:tileRect/>
          </a:gradFill>
        </p:spPr>
        <p:txBody>
          <a:bodyPr anchor="ctr">
            <a:noAutofit/>
          </a:bodyPr>
          <a:lstStyle>
            <a:lvl1pPr marL="0" indent="0" algn="ctr">
              <a:lnSpc>
                <a:spcPct val="100000"/>
              </a:lnSpc>
              <a:buNone/>
              <a:defRPr sz="1400" cap="all" spc="600" baseline="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EDIT MASTER TEXT STYLES</a:t>
            </a:r>
          </a:p>
        </p:txBody>
      </p:sp>
      <p:sp>
        <p:nvSpPr>
          <p:cNvPr id="5" name="Footer Placeholder 4">
            <a:extLst>
              <a:ext uri="{FF2B5EF4-FFF2-40B4-BE49-F238E27FC236}">
                <a16:creationId xmlns:a16="http://schemas.microsoft.com/office/drawing/2014/main" id="{BC79732E-D749-40DD-8365-05028518765D}"/>
              </a:ext>
            </a:extLst>
          </p:cNvPr>
          <p:cNvSpPr>
            <a:spLocks noGrp="1"/>
          </p:cNvSpPr>
          <p:nvPr>
            <p:ph type="ftr" sz="quarter" idx="11"/>
          </p:nvPr>
        </p:nvSpPr>
        <p:spPr/>
        <p:txBody>
          <a:bodyPr/>
          <a:lstStyle/>
          <a:p>
            <a:r>
              <a:rPr lang="en-US" dirty="0"/>
              <a:t>Add a footer</a:t>
            </a:r>
          </a:p>
        </p:txBody>
      </p:sp>
      <p:sp>
        <p:nvSpPr>
          <p:cNvPr id="6" name="Slide Number Placeholder 5">
            <a:extLst>
              <a:ext uri="{FF2B5EF4-FFF2-40B4-BE49-F238E27FC236}">
                <a16:creationId xmlns:a16="http://schemas.microsoft.com/office/drawing/2014/main" id="{88F55E23-C4CC-4E9B-80F4-C4BEA6E2DD84}"/>
              </a:ext>
            </a:extLst>
          </p:cNvPr>
          <p:cNvSpPr>
            <a:spLocks noGrp="1"/>
          </p:cNvSpPr>
          <p:nvPr>
            <p:ph type="sldNum" sz="quarter" idx="12"/>
          </p:nvPr>
        </p:nvSpPr>
        <p:spPr/>
        <p:txBody>
          <a:bodyPr/>
          <a:lstStyle/>
          <a:p>
            <a:fld id="{8C2E478F-E849-4A8C-AF1F-CBCC78A7CBFA}" type="slidenum">
              <a:rPr lang="en-US" smtClean="0"/>
              <a:t>‹#›</a:t>
            </a:fld>
            <a:endParaRPr lang="en-US" dirty="0"/>
          </a:p>
        </p:txBody>
      </p:sp>
    </p:spTree>
    <p:extLst>
      <p:ext uri="{BB962C8B-B14F-4D97-AF65-F5344CB8AC3E}">
        <p14:creationId xmlns:p14="http://schemas.microsoft.com/office/powerpoint/2010/main" val="528901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4074E6-E39E-4D19-B91F-8E84F37CBF3C}"/>
              </a:ext>
            </a:extLst>
          </p:cNvPr>
          <p:cNvSpPr>
            <a:spLocks noGrp="1"/>
          </p:cNvSpPr>
          <p:nvPr>
            <p:ph type="title" hasCustomPrompt="1"/>
          </p:nvPr>
        </p:nvSpPr>
        <p:spPr>
          <a:xfrm>
            <a:off x="7792279" y="365125"/>
            <a:ext cx="4018722" cy="573989"/>
          </a:xfrm>
        </p:spPr>
        <p:txBody>
          <a:bodyPr lIns="0" rIns="0">
            <a:noAutofit/>
          </a:bodyPr>
          <a:lstStyle>
            <a:lvl1pPr algn="l">
              <a:defRPr sz="3200" spc="300"/>
            </a:lvl1pPr>
          </a:lstStyle>
          <a:p>
            <a:r>
              <a:rPr lang="en-US" dirty="0"/>
              <a:t>SLIDE TITLE HERE</a:t>
            </a:r>
          </a:p>
        </p:txBody>
      </p:sp>
      <p:sp>
        <p:nvSpPr>
          <p:cNvPr id="3" name="Content Placeholder 2">
            <a:extLst>
              <a:ext uri="{FF2B5EF4-FFF2-40B4-BE49-F238E27FC236}">
                <a16:creationId xmlns:a16="http://schemas.microsoft.com/office/drawing/2014/main" id="{607D1B16-7058-45AD-9B19-E19CAF96683B}"/>
              </a:ext>
            </a:extLst>
          </p:cNvPr>
          <p:cNvSpPr>
            <a:spLocks noGrp="1"/>
          </p:cNvSpPr>
          <p:nvPr>
            <p:ph idx="1"/>
          </p:nvPr>
        </p:nvSpPr>
        <p:spPr>
          <a:xfrm>
            <a:off x="7792279" y="1263841"/>
            <a:ext cx="4018722" cy="4636392"/>
          </a:xfrm>
        </p:spPr>
        <p:txBody>
          <a:bodyPr lIns="0" rIns="0">
            <a:noAutofit/>
          </a:bodyPr>
          <a:lstStyle>
            <a:lvl1pPr>
              <a:lnSpc>
                <a:spcPct val="150000"/>
              </a:lnSpc>
              <a:spcBef>
                <a:spcPts val="500"/>
              </a:spcBef>
              <a:defRPr sz="1600"/>
            </a:lvl1pPr>
            <a:lvl2pPr>
              <a:lnSpc>
                <a:spcPct val="150000"/>
              </a:lnSpc>
              <a:spcBef>
                <a:spcPts val="500"/>
              </a:spcBef>
              <a:defRPr sz="1400"/>
            </a:lvl2pPr>
            <a:lvl3pPr>
              <a:lnSpc>
                <a:spcPct val="150000"/>
              </a:lnSpc>
              <a:spcBef>
                <a:spcPts val="500"/>
              </a:spcBef>
              <a:defRPr sz="1400"/>
            </a:lvl3pPr>
            <a:lvl4pPr>
              <a:lnSpc>
                <a:spcPct val="150000"/>
              </a:lnSpc>
              <a:spcBef>
                <a:spcPts val="500"/>
              </a:spcBef>
              <a:defRPr sz="1200"/>
            </a:lvl4pPr>
            <a:lvl5pPr>
              <a:lnSpc>
                <a:spcPct val="150000"/>
              </a:lnSpc>
              <a:spcBef>
                <a:spcPts val="500"/>
              </a:spcBef>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9" name="Slide Number Placeholder 5">
            <a:extLst>
              <a:ext uri="{FF2B5EF4-FFF2-40B4-BE49-F238E27FC236}">
                <a16:creationId xmlns:a16="http://schemas.microsoft.com/office/drawing/2014/main" id="{3DEB48E0-328C-45EE-A8BD-90E6AB261082}"/>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noAutofit/>
          </a:bodyPr>
          <a:lstStyle>
            <a:lvl1pPr algn="r">
              <a:defRPr sz="1200">
                <a:solidFill>
                  <a:schemeClr val="tx1">
                    <a:tint val="75000"/>
                  </a:schemeClr>
                </a:solidFill>
              </a:defRPr>
            </a:lvl1pPr>
          </a:lstStyle>
          <a:p>
            <a:fld id="{8C2E478F-E849-4A8C-AF1F-CBCC78A7CBFA}" type="slidenum">
              <a:rPr lang="en-US" smtClean="0"/>
              <a:t>‹#›</a:t>
            </a:fld>
            <a:endParaRPr lang="en-US" dirty="0"/>
          </a:p>
        </p:txBody>
      </p:sp>
      <p:sp>
        <p:nvSpPr>
          <p:cNvPr id="5" name="Picture Placeholder 4">
            <a:extLst>
              <a:ext uri="{FF2B5EF4-FFF2-40B4-BE49-F238E27FC236}">
                <a16:creationId xmlns:a16="http://schemas.microsoft.com/office/drawing/2014/main" id="{D7CA175D-816E-4F70-96CC-8A1FD0EB16CE}"/>
              </a:ext>
            </a:extLst>
          </p:cNvPr>
          <p:cNvSpPr>
            <a:spLocks noGrp="1"/>
          </p:cNvSpPr>
          <p:nvPr>
            <p:ph type="pic" sz="quarter" idx="14"/>
          </p:nvPr>
        </p:nvSpPr>
        <p:spPr>
          <a:xfrm>
            <a:off x="736600" y="365125"/>
            <a:ext cx="2997200" cy="1781979"/>
          </a:xfrm>
        </p:spPr>
        <p:txBody>
          <a:bodyPr>
            <a:noAutofit/>
          </a:bodyPr>
          <a:lstStyle/>
          <a:p>
            <a:r>
              <a:rPr lang="en-US"/>
              <a:t>Click icon to add picture</a:t>
            </a:r>
            <a:endParaRPr lang="en-US" dirty="0"/>
          </a:p>
        </p:txBody>
      </p:sp>
      <p:sp>
        <p:nvSpPr>
          <p:cNvPr id="9" name="Picture Placeholder 4">
            <a:extLst>
              <a:ext uri="{FF2B5EF4-FFF2-40B4-BE49-F238E27FC236}">
                <a16:creationId xmlns:a16="http://schemas.microsoft.com/office/drawing/2014/main" id="{323519C8-24DE-471D-85A9-7A8AFACEC456}"/>
              </a:ext>
            </a:extLst>
          </p:cNvPr>
          <p:cNvSpPr>
            <a:spLocks noGrp="1"/>
          </p:cNvSpPr>
          <p:nvPr>
            <p:ph type="pic" sz="quarter" idx="15"/>
          </p:nvPr>
        </p:nvSpPr>
        <p:spPr>
          <a:xfrm>
            <a:off x="4051300" y="365125"/>
            <a:ext cx="2997200" cy="1781979"/>
          </a:xfrm>
        </p:spPr>
        <p:txBody>
          <a:bodyPr>
            <a:noAutofit/>
          </a:bodyPr>
          <a:lstStyle/>
          <a:p>
            <a:r>
              <a:rPr lang="en-US"/>
              <a:t>Click icon to add picture</a:t>
            </a:r>
            <a:endParaRPr lang="en-US" dirty="0"/>
          </a:p>
        </p:txBody>
      </p:sp>
      <p:sp>
        <p:nvSpPr>
          <p:cNvPr id="10" name="Picture Placeholder 4">
            <a:extLst>
              <a:ext uri="{FF2B5EF4-FFF2-40B4-BE49-F238E27FC236}">
                <a16:creationId xmlns:a16="http://schemas.microsoft.com/office/drawing/2014/main" id="{547F0F1E-7AF5-4B76-928C-7B28010C4F93}"/>
              </a:ext>
            </a:extLst>
          </p:cNvPr>
          <p:cNvSpPr>
            <a:spLocks noGrp="1"/>
          </p:cNvSpPr>
          <p:nvPr>
            <p:ph type="pic" sz="quarter" idx="16"/>
          </p:nvPr>
        </p:nvSpPr>
        <p:spPr>
          <a:xfrm>
            <a:off x="736600" y="2422525"/>
            <a:ext cx="2997200" cy="1781979"/>
          </a:xfrm>
        </p:spPr>
        <p:txBody>
          <a:bodyPr>
            <a:noAutofit/>
          </a:bodyPr>
          <a:lstStyle/>
          <a:p>
            <a:r>
              <a:rPr lang="en-US"/>
              <a:t>Click icon to add picture</a:t>
            </a:r>
            <a:endParaRPr lang="en-US" dirty="0"/>
          </a:p>
        </p:txBody>
      </p:sp>
      <p:sp>
        <p:nvSpPr>
          <p:cNvPr id="11" name="Picture Placeholder 4">
            <a:extLst>
              <a:ext uri="{FF2B5EF4-FFF2-40B4-BE49-F238E27FC236}">
                <a16:creationId xmlns:a16="http://schemas.microsoft.com/office/drawing/2014/main" id="{063D0E8E-9491-4AF0-918D-A0B782C5FD68}"/>
              </a:ext>
            </a:extLst>
          </p:cNvPr>
          <p:cNvSpPr>
            <a:spLocks noGrp="1"/>
          </p:cNvSpPr>
          <p:nvPr>
            <p:ph type="pic" sz="quarter" idx="17"/>
          </p:nvPr>
        </p:nvSpPr>
        <p:spPr>
          <a:xfrm>
            <a:off x="4051300" y="2422525"/>
            <a:ext cx="2997200" cy="1781979"/>
          </a:xfrm>
        </p:spPr>
        <p:txBody>
          <a:bodyPr>
            <a:noAutofit/>
          </a:bodyPr>
          <a:lstStyle/>
          <a:p>
            <a:r>
              <a:rPr lang="en-US"/>
              <a:t>Click icon to add picture</a:t>
            </a:r>
            <a:endParaRPr lang="en-US" dirty="0"/>
          </a:p>
        </p:txBody>
      </p:sp>
      <p:sp>
        <p:nvSpPr>
          <p:cNvPr id="12" name="Picture Placeholder 4">
            <a:extLst>
              <a:ext uri="{FF2B5EF4-FFF2-40B4-BE49-F238E27FC236}">
                <a16:creationId xmlns:a16="http://schemas.microsoft.com/office/drawing/2014/main" id="{042F54CB-9200-4D74-968A-0A3E5871D9E5}"/>
              </a:ext>
            </a:extLst>
          </p:cNvPr>
          <p:cNvSpPr>
            <a:spLocks noGrp="1"/>
          </p:cNvSpPr>
          <p:nvPr>
            <p:ph type="pic" sz="quarter" idx="18"/>
          </p:nvPr>
        </p:nvSpPr>
        <p:spPr>
          <a:xfrm>
            <a:off x="736600" y="4479925"/>
            <a:ext cx="2997200" cy="1781979"/>
          </a:xfrm>
        </p:spPr>
        <p:txBody>
          <a:bodyPr>
            <a:noAutofit/>
          </a:bodyPr>
          <a:lstStyle/>
          <a:p>
            <a:r>
              <a:rPr lang="en-US"/>
              <a:t>Click icon to add picture</a:t>
            </a:r>
            <a:endParaRPr lang="en-US" dirty="0"/>
          </a:p>
        </p:txBody>
      </p:sp>
      <p:sp>
        <p:nvSpPr>
          <p:cNvPr id="13" name="Picture Placeholder 4">
            <a:extLst>
              <a:ext uri="{FF2B5EF4-FFF2-40B4-BE49-F238E27FC236}">
                <a16:creationId xmlns:a16="http://schemas.microsoft.com/office/drawing/2014/main" id="{1D925119-27E3-496E-86BC-23416F94FB61}"/>
              </a:ext>
            </a:extLst>
          </p:cNvPr>
          <p:cNvSpPr>
            <a:spLocks noGrp="1"/>
          </p:cNvSpPr>
          <p:nvPr>
            <p:ph type="pic" sz="quarter" idx="19"/>
          </p:nvPr>
        </p:nvSpPr>
        <p:spPr>
          <a:xfrm>
            <a:off x="4051300" y="4479925"/>
            <a:ext cx="2997200" cy="1781979"/>
          </a:xfrm>
        </p:spPr>
        <p:txBody>
          <a:bodyPr>
            <a:noAutofit/>
          </a:bodyPr>
          <a:lstStyle/>
          <a:p>
            <a:r>
              <a:rPr lang="en-US"/>
              <a:t>Click icon to add picture</a:t>
            </a:r>
            <a:endParaRPr lang="en-US" dirty="0"/>
          </a:p>
        </p:txBody>
      </p:sp>
      <p:sp>
        <p:nvSpPr>
          <p:cNvPr id="4" name="Rectangle 3">
            <a:extLst>
              <a:ext uri="{FF2B5EF4-FFF2-40B4-BE49-F238E27FC236}">
                <a16:creationId xmlns:a16="http://schemas.microsoft.com/office/drawing/2014/main" id="{9DF93AF7-D4DC-42B5-8A4F-B5F3ABBB031F}"/>
              </a:ext>
              <a:ext uri="{C183D7F6-B498-43B3-948B-1728B52AA6E4}">
                <adec:decorative xmlns:adec="http://schemas.microsoft.com/office/drawing/2017/decorative" val="1"/>
              </a:ext>
            </a:extLst>
          </p:cNvPr>
          <p:cNvSpPr/>
          <p:nvPr userDrawn="1"/>
        </p:nvSpPr>
        <p:spPr>
          <a:xfrm>
            <a:off x="7781678" y="6303963"/>
            <a:ext cx="301498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Tree>
    <p:extLst>
      <p:ext uri="{BB962C8B-B14F-4D97-AF65-F5344CB8AC3E}">
        <p14:creationId xmlns:p14="http://schemas.microsoft.com/office/powerpoint/2010/main" val="175396809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hart and 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345D17-D652-4766-B11C-2E8D8390D957}"/>
              </a:ext>
            </a:extLst>
          </p:cNvPr>
          <p:cNvSpPr>
            <a:spLocks noGrp="1"/>
          </p:cNvSpPr>
          <p:nvPr>
            <p:ph type="title"/>
          </p:nvPr>
        </p:nvSpPr>
        <p:spPr>
          <a:xfrm>
            <a:off x="594519" y="767791"/>
            <a:ext cx="11002962" cy="823913"/>
          </a:xfrm>
        </p:spPr>
        <p:txBody>
          <a:bodyPr>
            <a:noAutofit/>
          </a:bodyPr>
          <a:lstStyle>
            <a:lvl1pPr>
              <a:defRPr sz="4800" spc="300"/>
            </a:lvl1pPr>
          </a:lstStyle>
          <a:p>
            <a:r>
              <a:rPr lang="en-US"/>
              <a:t>Click to edit Master title style</a:t>
            </a:r>
            <a:endParaRPr lang="en-US" dirty="0"/>
          </a:p>
        </p:txBody>
      </p:sp>
      <p:sp>
        <p:nvSpPr>
          <p:cNvPr id="3" name="Footer Placeholder 2">
            <a:extLst>
              <a:ext uri="{FF2B5EF4-FFF2-40B4-BE49-F238E27FC236}">
                <a16:creationId xmlns:a16="http://schemas.microsoft.com/office/drawing/2014/main" id="{6BC7A58C-70BA-43E5-BD90-83ADB63B0C00}"/>
              </a:ext>
            </a:extLst>
          </p:cNvPr>
          <p:cNvSpPr>
            <a:spLocks noGrp="1"/>
          </p:cNvSpPr>
          <p:nvPr>
            <p:ph type="ftr" sz="quarter" idx="10"/>
          </p:nvPr>
        </p:nvSpPr>
        <p:spPr/>
        <p:txBody>
          <a:bodyPr/>
          <a:lstStyle/>
          <a:p>
            <a:r>
              <a:rPr lang="en-US" dirty="0"/>
              <a:t>Add a footer</a:t>
            </a:r>
          </a:p>
        </p:txBody>
      </p:sp>
      <p:sp>
        <p:nvSpPr>
          <p:cNvPr id="4" name="Slide Number Placeholder 3">
            <a:extLst>
              <a:ext uri="{FF2B5EF4-FFF2-40B4-BE49-F238E27FC236}">
                <a16:creationId xmlns:a16="http://schemas.microsoft.com/office/drawing/2014/main" id="{0F8A60B7-2499-42C6-8A74-ACDAE245746D}"/>
              </a:ext>
            </a:extLst>
          </p:cNvPr>
          <p:cNvSpPr>
            <a:spLocks noGrp="1"/>
          </p:cNvSpPr>
          <p:nvPr>
            <p:ph type="sldNum" sz="quarter" idx="11"/>
          </p:nvPr>
        </p:nvSpPr>
        <p:spPr/>
        <p:txBody>
          <a:bodyPr/>
          <a:lstStyle/>
          <a:p>
            <a:fld id="{8C2E478F-E849-4A8C-AF1F-CBCC78A7CBFA}" type="slidenum">
              <a:rPr lang="en-US" smtClean="0"/>
              <a:t>‹#›</a:t>
            </a:fld>
            <a:endParaRPr lang="en-US" dirty="0"/>
          </a:p>
        </p:txBody>
      </p:sp>
    </p:spTree>
    <p:extLst>
      <p:ext uri="{BB962C8B-B14F-4D97-AF65-F5344CB8AC3E}">
        <p14:creationId xmlns:p14="http://schemas.microsoft.com/office/powerpoint/2010/main" val="34526340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E635FD8-712D-4EE2-A5B6-3DD8DE9C25E9}"/>
              </a:ext>
            </a:extLst>
          </p:cNvPr>
          <p:cNvSpPr>
            <a:spLocks noGrp="1"/>
          </p:cNvSpPr>
          <p:nvPr>
            <p:ph type="pic" sz="quarter" idx="10"/>
          </p:nvPr>
        </p:nvSpPr>
        <p:spPr>
          <a:xfrm>
            <a:off x="0" y="0"/>
            <a:ext cx="12192000" cy="6858000"/>
          </a:xfrm>
        </p:spPr>
        <p:txBody>
          <a:bodyPr anchor="ctr"/>
          <a:lstStyle>
            <a:lvl1pPr marL="0" indent="0"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C179BAC-E989-4203-B9B4-66280365481B}"/>
              </a:ext>
            </a:extLst>
          </p:cNvPr>
          <p:cNvSpPr>
            <a:spLocks noGrp="1"/>
          </p:cNvSpPr>
          <p:nvPr>
            <p:ph type="title"/>
          </p:nvPr>
        </p:nvSpPr>
        <p:spPr>
          <a:xfrm>
            <a:off x="4038600" y="4607137"/>
            <a:ext cx="4114800" cy="421480"/>
          </a:xfrm>
          <a:gradFill flip="none" rotWithShape="1">
            <a:gsLst>
              <a:gs pos="0">
                <a:schemeClr val="accent5"/>
              </a:gs>
              <a:gs pos="100000">
                <a:schemeClr val="accent2">
                  <a:lumMod val="97000"/>
                  <a:lumOff val="3000"/>
                </a:schemeClr>
              </a:gs>
              <a:gs pos="50000">
                <a:schemeClr val="accent1"/>
              </a:gs>
            </a:gsLst>
            <a:lin ang="10800000" scaled="1"/>
            <a:tileRect/>
          </a:gradFill>
        </p:spPr>
        <p:txBody>
          <a:bodyPr>
            <a:noAutofit/>
          </a:bodyPr>
          <a:lstStyle>
            <a:lvl1pPr>
              <a:defRPr sz="1400" spc="300" baseline="0">
                <a:latin typeface="+mn-lt"/>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60CCC81E-A013-4315-AD13-97BA3AA95596}"/>
              </a:ext>
            </a:extLst>
          </p:cNvPr>
          <p:cNvSpPr>
            <a:spLocks noGrp="1"/>
          </p:cNvSpPr>
          <p:nvPr>
            <p:ph type="body" sz="quarter" idx="11" hasCustomPrompt="1"/>
          </p:nvPr>
        </p:nvSpPr>
        <p:spPr>
          <a:xfrm>
            <a:off x="1478756" y="1569719"/>
            <a:ext cx="9234488" cy="2651443"/>
          </a:xfrm>
        </p:spPr>
        <p:txBody>
          <a:bodyPr>
            <a:noAutofit/>
          </a:bodyPr>
          <a:lstStyle>
            <a:lvl1pPr marL="0" indent="0" algn="ctr">
              <a:buNone/>
              <a:defRPr sz="3200"/>
            </a:lvl1pPr>
          </a:lstStyle>
          <a:p>
            <a:pPr lvl="0"/>
            <a:r>
              <a:rPr lang="en-US" dirty="0"/>
              <a:t>CLICK TO EDIT MASTER TEXT STYLES</a:t>
            </a:r>
          </a:p>
        </p:txBody>
      </p:sp>
    </p:spTree>
    <p:extLst>
      <p:ext uri="{BB962C8B-B14F-4D97-AF65-F5344CB8AC3E}">
        <p14:creationId xmlns:p14="http://schemas.microsoft.com/office/powerpoint/2010/main" val="79555376"/>
      </p:ext>
    </p:extLst>
  </p:cSld>
  <p:clrMapOvr>
    <a:overrideClrMapping bg1="dk1" tx1="lt1" bg2="dk2" tx2="lt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2 Column">
    <p:spTree>
      <p:nvGrpSpPr>
        <p:cNvPr id="1" name=""/>
        <p:cNvGrpSpPr/>
        <p:nvPr/>
      </p:nvGrpSpPr>
      <p:grpSpPr>
        <a:xfrm>
          <a:off x="0" y="0"/>
          <a:ext cx="0" cy="0"/>
          <a:chOff x="0" y="0"/>
          <a:chExt cx="0" cy="0"/>
        </a:xfrm>
      </p:grpSpPr>
      <p:sp>
        <p:nvSpPr>
          <p:cNvPr id="17" name="Title 2">
            <a:extLst>
              <a:ext uri="{FF2B5EF4-FFF2-40B4-BE49-F238E27FC236}">
                <a16:creationId xmlns:a16="http://schemas.microsoft.com/office/drawing/2014/main" id="{0EF11611-8537-47CC-87AC-2E25428B72BA}"/>
              </a:ext>
            </a:extLst>
          </p:cNvPr>
          <p:cNvSpPr>
            <a:spLocks noGrp="1"/>
          </p:cNvSpPr>
          <p:nvPr>
            <p:ph type="title"/>
          </p:nvPr>
        </p:nvSpPr>
        <p:spPr>
          <a:xfrm>
            <a:off x="594519" y="1"/>
            <a:ext cx="11002962" cy="1623218"/>
          </a:xfrm>
        </p:spPr>
        <p:txBody>
          <a:bodyPr anchor="ctr">
            <a:noAutofit/>
          </a:bodyPr>
          <a:lstStyle/>
          <a:p>
            <a:pPr algn="ctr"/>
            <a:r>
              <a:rPr lang="en-US" sz="4800"/>
              <a:t>Click to edit Master title style</a:t>
            </a:r>
            <a:endParaRPr lang="en-US" sz="4800" dirty="0"/>
          </a:p>
        </p:txBody>
      </p:sp>
      <p:sp>
        <p:nvSpPr>
          <p:cNvPr id="19" name="Picture Placeholder 17">
            <a:extLst>
              <a:ext uri="{FF2B5EF4-FFF2-40B4-BE49-F238E27FC236}">
                <a16:creationId xmlns:a16="http://schemas.microsoft.com/office/drawing/2014/main" id="{D1A63A52-1E65-414B-BBC3-D31F515791AC}"/>
              </a:ext>
            </a:extLst>
          </p:cNvPr>
          <p:cNvSpPr>
            <a:spLocks noGrp="1"/>
          </p:cNvSpPr>
          <p:nvPr>
            <p:ph type="pic" sz="quarter" idx="11"/>
          </p:nvPr>
        </p:nvSpPr>
        <p:spPr>
          <a:xfrm>
            <a:off x="6578601" y="1638300"/>
            <a:ext cx="5156200" cy="1892300"/>
          </a:xfrm>
        </p:spPr>
        <p:txBody>
          <a:bodyPr>
            <a:noAutofit/>
          </a:bodyPr>
          <a:lstStyle/>
          <a:p>
            <a:r>
              <a:rPr lang="en-US"/>
              <a:t>Click icon to add picture</a:t>
            </a:r>
            <a:endParaRPr lang="en-US" dirty="0"/>
          </a:p>
        </p:txBody>
      </p:sp>
      <p:sp>
        <p:nvSpPr>
          <p:cNvPr id="18" name="Picture Placeholder 17">
            <a:extLst>
              <a:ext uri="{FF2B5EF4-FFF2-40B4-BE49-F238E27FC236}">
                <a16:creationId xmlns:a16="http://schemas.microsoft.com/office/drawing/2014/main" id="{ED7E0E1A-1E64-4A9A-9C8B-69486BD1123B}"/>
              </a:ext>
            </a:extLst>
          </p:cNvPr>
          <p:cNvSpPr>
            <a:spLocks noGrp="1"/>
          </p:cNvSpPr>
          <p:nvPr>
            <p:ph type="pic" sz="quarter" idx="10"/>
          </p:nvPr>
        </p:nvSpPr>
        <p:spPr>
          <a:xfrm>
            <a:off x="469900" y="1638300"/>
            <a:ext cx="5156200" cy="1892300"/>
          </a:xfrm>
        </p:spPr>
        <p:txBody>
          <a:bodyPr>
            <a:noAutofit/>
          </a:bodyPr>
          <a:lstStyle/>
          <a:p>
            <a:r>
              <a:rPr lang="en-US"/>
              <a:t>Click icon to add picture</a:t>
            </a:r>
            <a:endParaRPr lang="en-US" dirty="0"/>
          </a:p>
        </p:txBody>
      </p:sp>
      <p:sp>
        <p:nvSpPr>
          <p:cNvPr id="10" name="Text Placeholder 3">
            <a:extLst>
              <a:ext uri="{FF2B5EF4-FFF2-40B4-BE49-F238E27FC236}">
                <a16:creationId xmlns:a16="http://schemas.microsoft.com/office/drawing/2014/main" id="{1E462965-19D7-4A65-B394-9AE76A5B4805}"/>
              </a:ext>
            </a:extLst>
          </p:cNvPr>
          <p:cNvSpPr>
            <a:spLocks noGrp="1"/>
          </p:cNvSpPr>
          <p:nvPr>
            <p:ph type="body" idx="1"/>
          </p:nvPr>
        </p:nvSpPr>
        <p:spPr>
          <a:xfrm>
            <a:off x="469107" y="3864355"/>
            <a:ext cx="5157787" cy="494506"/>
          </a:xfrm>
        </p:spPr>
        <p:txBody>
          <a:bodyPr>
            <a:noAutofit/>
          </a:bodyPr>
          <a:lstStyle>
            <a:lvl1pPr marL="0" indent="0">
              <a:buNone/>
              <a:defRPr sz="2400"/>
            </a:lvl1pPr>
          </a:lstStyle>
          <a:p>
            <a:pPr lvl="0"/>
            <a:r>
              <a:rPr lang="en-US" spc="300">
                <a:solidFill>
                  <a:schemeClr val="tx1"/>
                </a:solidFill>
              </a:rPr>
              <a:t>Click to edit Master text styles</a:t>
            </a:r>
          </a:p>
        </p:txBody>
      </p:sp>
      <p:sp>
        <p:nvSpPr>
          <p:cNvPr id="11" name="Content Placeholder 4">
            <a:extLst>
              <a:ext uri="{FF2B5EF4-FFF2-40B4-BE49-F238E27FC236}">
                <a16:creationId xmlns:a16="http://schemas.microsoft.com/office/drawing/2014/main" id="{FAEC14D1-0BEA-4D9A-9D96-A56B6A9B07AC}"/>
              </a:ext>
            </a:extLst>
          </p:cNvPr>
          <p:cNvSpPr>
            <a:spLocks noGrp="1"/>
          </p:cNvSpPr>
          <p:nvPr>
            <p:ph sz="half" idx="2"/>
          </p:nvPr>
        </p:nvSpPr>
        <p:spPr>
          <a:xfrm>
            <a:off x="469107" y="4531139"/>
            <a:ext cx="5157787" cy="2039144"/>
          </a:xfrm>
        </p:spPr>
        <p:txBody>
          <a:bodyPr>
            <a:noAutofit/>
          </a:bodyPr>
          <a:lstStyle/>
          <a:p>
            <a:pPr lvl="0">
              <a:lnSpc>
                <a:spcPct val="100000"/>
              </a:lnSpc>
              <a:buFont typeface="Wingdings" panose="05000000000000000000" pitchFamily="2" charset="2"/>
              <a:buChar char="§"/>
            </a:pPr>
            <a:r>
              <a:rPr lang="en-US" sz="1400">
                <a:solidFill>
                  <a:schemeClr val="tx1"/>
                </a:solidFill>
              </a:rPr>
              <a:t>Click to edit Master text styles</a:t>
            </a:r>
          </a:p>
        </p:txBody>
      </p:sp>
      <p:sp>
        <p:nvSpPr>
          <p:cNvPr id="12" name="Text Placeholder 5">
            <a:extLst>
              <a:ext uri="{FF2B5EF4-FFF2-40B4-BE49-F238E27FC236}">
                <a16:creationId xmlns:a16="http://schemas.microsoft.com/office/drawing/2014/main" id="{1507BB47-1AB4-42F2-99FF-453A0622B815}"/>
              </a:ext>
            </a:extLst>
          </p:cNvPr>
          <p:cNvSpPr>
            <a:spLocks noGrp="1"/>
          </p:cNvSpPr>
          <p:nvPr>
            <p:ph type="body" sz="quarter" idx="3"/>
          </p:nvPr>
        </p:nvSpPr>
        <p:spPr>
          <a:xfrm>
            <a:off x="6565107" y="3864355"/>
            <a:ext cx="5183188" cy="494506"/>
          </a:xfrm>
        </p:spPr>
        <p:txBody>
          <a:bodyPr>
            <a:noAutofit/>
          </a:bodyPr>
          <a:lstStyle>
            <a:lvl1pPr marL="0" indent="0">
              <a:buNone/>
              <a:defRPr sz="2400"/>
            </a:lvl1pPr>
          </a:lstStyle>
          <a:p>
            <a:pPr lvl="0"/>
            <a:r>
              <a:rPr lang="en-US" spc="300">
                <a:solidFill>
                  <a:schemeClr val="tx1"/>
                </a:solidFill>
              </a:rPr>
              <a:t>Click to edit Master text styles</a:t>
            </a:r>
          </a:p>
        </p:txBody>
      </p:sp>
      <p:sp>
        <p:nvSpPr>
          <p:cNvPr id="14" name="Content Placeholder 6">
            <a:extLst>
              <a:ext uri="{FF2B5EF4-FFF2-40B4-BE49-F238E27FC236}">
                <a16:creationId xmlns:a16="http://schemas.microsoft.com/office/drawing/2014/main" id="{438D6EEA-A0DB-4B5F-8F41-A9C1F2C094C0}"/>
              </a:ext>
            </a:extLst>
          </p:cNvPr>
          <p:cNvSpPr>
            <a:spLocks noGrp="1"/>
          </p:cNvSpPr>
          <p:nvPr>
            <p:ph sz="quarter" idx="4"/>
          </p:nvPr>
        </p:nvSpPr>
        <p:spPr>
          <a:xfrm>
            <a:off x="6565107" y="4531139"/>
            <a:ext cx="5183188" cy="2039144"/>
          </a:xfrm>
        </p:spPr>
        <p:txBody>
          <a:bodyPr>
            <a:noAutofit/>
          </a:bodyPr>
          <a:lstStyle/>
          <a:p>
            <a:pPr lvl="0">
              <a:lnSpc>
                <a:spcPct val="100000"/>
              </a:lnSpc>
              <a:buFont typeface="Wingdings" panose="05000000000000000000" pitchFamily="2" charset="2"/>
              <a:buChar char="§"/>
            </a:pPr>
            <a:r>
              <a:rPr lang="en-US" sz="1400">
                <a:solidFill>
                  <a:schemeClr val="tx1"/>
                </a:solidFill>
              </a:rPr>
              <a:t>Click to edit Master text styles</a:t>
            </a:r>
          </a:p>
        </p:txBody>
      </p:sp>
      <p:sp>
        <p:nvSpPr>
          <p:cNvPr id="20" name="Slide Number Placeholder 5">
            <a:extLst>
              <a:ext uri="{FF2B5EF4-FFF2-40B4-BE49-F238E27FC236}">
                <a16:creationId xmlns:a16="http://schemas.microsoft.com/office/drawing/2014/main" id="{A4909F59-7529-454A-A1EF-3CC1EADEFC1F}"/>
              </a:ext>
            </a:extLst>
          </p:cNvPr>
          <p:cNvSpPr>
            <a:spLocks noGrp="1"/>
          </p:cNvSpPr>
          <p:nvPr>
            <p:ph type="sldNum" sz="quarter" idx="12"/>
          </p:nvPr>
        </p:nvSpPr>
        <p:spPr>
          <a:xfrm>
            <a:off x="11549269" y="6468303"/>
            <a:ext cx="443948" cy="365125"/>
          </a:xfrm>
        </p:spPr>
        <p:txBody>
          <a:bodyPr>
            <a:noAutofit/>
          </a:bodyPr>
          <a:lstStyle/>
          <a:p>
            <a:fld id="{8C2E478F-E849-4A8C-AF1F-CBCC78A7CBFA}" type="slidenum">
              <a:rPr lang="en-US" smtClean="0"/>
              <a:t>‹#›</a:t>
            </a:fld>
            <a:endParaRPr lang="en-US" dirty="0"/>
          </a:p>
        </p:txBody>
      </p:sp>
    </p:spTree>
    <p:extLst>
      <p:ext uri="{BB962C8B-B14F-4D97-AF65-F5344CB8AC3E}">
        <p14:creationId xmlns:p14="http://schemas.microsoft.com/office/powerpoint/2010/main" val="12708345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3 Column">
    <p:spTree>
      <p:nvGrpSpPr>
        <p:cNvPr id="1" name=""/>
        <p:cNvGrpSpPr/>
        <p:nvPr/>
      </p:nvGrpSpPr>
      <p:grpSpPr>
        <a:xfrm>
          <a:off x="0" y="0"/>
          <a:ext cx="0" cy="0"/>
          <a:chOff x="0" y="0"/>
          <a:chExt cx="0" cy="0"/>
        </a:xfrm>
      </p:grpSpPr>
      <p:sp>
        <p:nvSpPr>
          <p:cNvPr id="22" name="Title 2">
            <a:extLst>
              <a:ext uri="{FF2B5EF4-FFF2-40B4-BE49-F238E27FC236}">
                <a16:creationId xmlns:a16="http://schemas.microsoft.com/office/drawing/2014/main" id="{6186F91B-547E-43BC-9BCE-04619DAAFEC2}"/>
              </a:ext>
            </a:extLst>
          </p:cNvPr>
          <p:cNvSpPr>
            <a:spLocks noGrp="1"/>
          </p:cNvSpPr>
          <p:nvPr>
            <p:ph type="title"/>
          </p:nvPr>
        </p:nvSpPr>
        <p:spPr>
          <a:xfrm>
            <a:off x="594519" y="1"/>
            <a:ext cx="11002962" cy="1623218"/>
          </a:xfrm>
        </p:spPr>
        <p:txBody>
          <a:bodyPr anchor="ctr">
            <a:noAutofit/>
          </a:bodyPr>
          <a:lstStyle/>
          <a:p>
            <a:pPr algn="ctr"/>
            <a:r>
              <a:rPr lang="en-US" sz="4800"/>
              <a:t>Click to edit Master title style</a:t>
            </a:r>
            <a:endParaRPr lang="en-US" sz="4800" dirty="0"/>
          </a:p>
        </p:txBody>
      </p:sp>
      <p:sp>
        <p:nvSpPr>
          <p:cNvPr id="28" name="Text Placeholder 27">
            <a:extLst>
              <a:ext uri="{FF2B5EF4-FFF2-40B4-BE49-F238E27FC236}">
                <a16:creationId xmlns:a16="http://schemas.microsoft.com/office/drawing/2014/main" id="{D635DFA1-45D2-4EFE-8BB2-BE966346691E}"/>
              </a:ext>
            </a:extLst>
          </p:cNvPr>
          <p:cNvSpPr>
            <a:spLocks noGrp="1"/>
          </p:cNvSpPr>
          <p:nvPr>
            <p:ph type="body" sz="quarter" idx="13" hasCustomPrompt="1"/>
          </p:nvPr>
        </p:nvSpPr>
        <p:spPr>
          <a:xfrm>
            <a:off x="960121" y="3669506"/>
            <a:ext cx="3108326" cy="2566988"/>
          </a:xfrm>
        </p:spPr>
        <p:txBody>
          <a:bodyPr>
            <a:noAutofit/>
          </a:bodyPr>
          <a:lstStyle>
            <a:lvl1pPr marL="0" indent="0">
              <a:buFont typeface="Wingdings" panose="05000000000000000000" pitchFamily="2" charset="2"/>
              <a:buNone/>
              <a:defRPr sz="2400" spc="300"/>
            </a:lvl1pPr>
            <a:lvl2pPr marL="685800" indent="-228600">
              <a:buFont typeface="Wingdings" panose="05000000000000000000" pitchFamily="2" charset="2"/>
              <a:buChar char="§"/>
              <a:defRPr/>
            </a:lvl2pPr>
            <a:lvl3pPr marL="1143000" indent="-228600">
              <a:buFont typeface="Wingdings" panose="05000000000000000000" pitchFamily="2" charset="2"/>
              <a:buChar char="§"/>
              <a:defRPr/>
            </a:lvl3pPr>
            <a:lvl4pPr marL="1600200" indent="-228600">
              <a:buFont typeface="Wingdings" panose="05000000000000000000" pitchFamily="2" charset="2"/>
              <a:buChar char="§"/>
              <a:defRPr/>
            </a:lvl4pPr>
            <a:lvl5pPr marL="2057400" indent="-228600">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4" name="Picture Placeholder 23">
            <a:extLst>
              <a:ext uri="{FF2B5EF4-FFF2-40B4-BE49-F238E27FC236}">
                <a16:creationId xmlns:a16="http://schemas.microsoft.com/office/drawing/2014/main" id="{2F2918FE-A84E-4303-AEF3-4FD66CDD733E}"/>
              </a:ext>
            </a:extLst>
          </p:cNvPr>
          <p:cNvSpPr>
            <a:spLocks noGrp="1"/>
          </p:cNvSpPr>
          <p:nvPr>
            <p:ph type="pic" sz="quarter" idx="10"/>
          </p:nvPr>
        </p:nvSpPr>
        <p:spPr>
          <a:xfrm>
            <a:off x="960438" y="1624013"/>
            <a:ext cx="3108325" cy="1892300"/>
          </a:xfrm>
        </p:spPr>
        <p:txBody>
          <a:bodyPr>
            <a:noAutofit/>
          </a:bodyPr>
          <a:lstStyle/>
          <a:p>
            <a:r>
              <a:rPr lang="en-US"/>
              <a:t>Click icon to add picture</a:t>
            </a:r>
            <a:endParaRPr lang="en-US" dirty="0"/>
          </a:p>
        </p:txBody>
      </p:sp>
      <p:sp>
        <p:nvSpPr>
          <p:cNvPr id="25" name="Picture Placeholder 23">
            <a:extLst>
              <a:ext uri="{FF2B5EF4-FFF2-40B4-BE49-F238E27FC236}">
                <a16:creationId xmlns:a16="http://schemas.microsoft.com/office/drawing/2014/main" id="{E2401025-9BC9-4BDD-97DA-CA763CF846BB}"/>
              </a:ext>
            </a:extLst>
          </p:cNvPr>
          <p:cNvSpPr>
            <a:spLocks noGrp="1"/>
          </p:cNvSpPr>
          <p:nvPr>
            <p:ph type="pic" sz="quarter" idx="11"/>
          </p:nvPr>
        </p:nvSpPr>
        <p:spPr>
          <a:xfrm>
            <a:off x="4542155" y="1623219"/>
            <a:ext cx="3108325" cy="1892300"/>
          </a:xfrm>
        </p:spPr>
        <p:txBody>
          <a:bodyPr>
            <a:noAutofit/>
          </a:bodyPr>
          <a:lstStyle/>
          <a:p>
            <a:r>
              <a:rPr lang="en-US"/>
              <a:t>Click icon to add picture</a:t>
            </a:r>
            <a:endParaRPr lang="en-US" dirty="0"/>
          </a:p>
        </p:txBody>
      </p:sp>
      <p:sp>
        <p:nvSpPr>
          <p:cNvPr id="26" name="Picture Placeholder 23">
            <a:extLst>
              <a:ext uri="{FF2B5EF4-FFF2-40B4-BE49-F238E27FC236}">
                <a16:creationId xmlns:a16="http://schemas.microsoft.com/office/drawing/2014/main" id="{B7C4AAB6-897A-4ABD-AD50-2D86B197E914}"/>
              </a:ext>
            </a:extLst>
          </p:cNvPr>
          <p:cNvSpPr>
            <a:spLocks noGrp="1"/>
          </p:cNvSpPr>
          <p:nvPr>
            <p:ph type="pic" sz="quarter" idx="12"/>
          </p:nvPr>
        </p:nvSpPr>
        <p:spPr>
          <a:xfrm>
            <a:off x="8122920" y="1623219"/>
            <a:ext cx="3108325" cy="1892300"/>
          </a:xfrm>
        </p:spPr>
        <p:txBody>
          <a:bodyPr>
            <a:noAutofit/>
          </a:bodyPr>
          <a:lstStyle/>
          <a:p>
            <a:r>
              <a:rPr lang="en-US"/>
              <a:t>Click icon to add picture</a:t>
            </a:r>
            <a:endParaRPr lang="en-US" dirty="0"/>
          </a:p>
        </p:txBody>
      </p:sp>
      <p:sp>
        <p:nvSpPr>
          <p:cNvPr id="29" name="Text Placeholder 27">
            <a:extLst>
              <a:ext uri="{FF2B5EF4-FFF2-40B4-BE49-F238E27FC236}">
                <a16:creationId xmlns:a16="http://schemas.microsoft.com/office/drawing/2014/main" id="{790D65EC-6EB4-4594-91E9-5C3DE7C3BA89}"/>
              </a:ext>
            </a:extLst>
          </p:cNvPr>
          <p:cNvSpPr>
            <a:spLocks noGrp="1"/>
          </p:cNvSpPr>
          <p:nvPr>
            <p:ph type="body" sz="quarter" idx="14" hasCustomPrompt="1"/>
          </p:nvPr>
        </p:nvSpPr>
        <p:spPr>
          <a:xfrm>
            <a:off x="4541837" y="3681412"/>
            <a:ext cx="3108326" cy="2566988"/>
          </a:xfrm>
        </p:spPr>
        <p:txBody>
          <a:bodyPr>
            <a:noAutofit/>
          </a:bodyPr>
          <a:lstStyle>
            <a:lvl1pPr marL="0" indent="0">
              <a:buFont typeface="Wingdings" panose="05000000000000000000" pitchFamily="2" charset="2"/>
              <a:buNone/>
              <a:defRPr sz="2400" spc="300"/>
            </a:lvl1pPr>
            <a:lvl2pPr marL="685800" indent="-228600">
              <a:buFont typeface="Wingdings" panose="05000000000000000000" pitchFamily="2" charset="2"/>
              <a:buChar char="§"/>
              <a:defRPr/>
            </a:lvl2pPr>
            <a:lvl3pPr marL="1143000" indent="-228600">
              <a:buFont typeface="Wingdings" panose="05000000000000000000" pitchFamily="2" charset="2"/>
              <a:buChar char="§"/>
              <a:defRPr/>
            </a:lvl3pPr>
            <a:lvl4pPr marL="1600200" indent="-228600">
              <a:buFont typeface="Wingdings" panose="05000000000000000000" pitchFamily="2" charset="2"/>
              <a:buChar char="§"/>
              <a:defRPr/>
            </a:lvl4pPr>
            <a:lvl5pPr marL="2057400" indent="-228600">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0" name="Text Placeholder 27">
            <a:extLst>
              <a:ext uri="{FF2B5EF4-FFF2-40B4-BE49-F238E27FC236}">
                <a16:creationId xmlns:a16="http://schemas.microsoft.com/office/drawing/2014/main" id="{611CF730-D055-47C2-A626-299F429D41B2}"/>
              </a:ext>
            </a:extLst>
          </p:cNvPr>
          <p:cNvSpPr>
            <a:spLocks noGrp="1"/>
          </p:cNvSpPr>
          <p:nvPr>
            <p:ph type="body" sz="quarter" idx="15" hasCustomPrompt="1"/>
          </p:nvPr>
        </p:nvSpPr>
        <p:spPr>
          <a:xfrm>
            <a:off x="8122919" y="3681412"/>
            <a:ext cx="3108326" cy="2566988"/>
          </a:xfrm>
        </p:spPr>
        <p:txBody>
          <a:bodyPr>
            <a:noAutofit/>
          </a:bodyPr>
          <a:lstStyle>
            <a:lvl1pPr marL="0" indent="0">
              <a:buFont typeface="Wingdings" panose="05000000000000000000" pitchFamily="2" charset="2"/>
              <a:buNone/>
              <a:defRPr sz="2400" spc="300"/>
            </a:lvl1pPr>
            <a:lvl2pPr marL="685800" indent="-228600">
              <a:buFont typeface="Wingdings" panose="05000000000000000000" pitchFamily="2" charset="2"/>
              <a:buChar char="§"/>
              <a:defRPr/>
            </a:lvl2pPr>
            <a:lvl3pPr marL="1143000" indent="-228600">
              <a:buFont typeface="Wingdings" panose="05000000000000000000" pitchFamily="2" charset="2"/>
              <a:buChar char="§"/>
              <a:defRPr/>
            </a:lvl3pPr>
            <a:lvl4pPr marL="1600200" indent="-228600">
              <a:buFont typeface="Wingdings" panose="05000000000000000000" pitchFamily="2" charset="2"/>
              <a:buChar char="§"/>
              <a:defRPr/>
            </a:lvl4pPr>
            <a:lvl5pPr marL="2057400" indent="-228600">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1" name="Slide Number Placeholder 5">
            <a:extLst>
              <a:ext uri="{FF2B5EF4-FFF2-40B4-BE49-F238E27FC236}">
                <a16:creationId xmlns:a16="http://schemas.microsoft.com/office/drawing/2014/main" id="{F09E06A6-BFDD-42BD-BA69-2CD3BEF0F73D}"/>
              </a:ext>
            </a:extLst>
          </p:cNvPr>
          <p:cNvSpPr>
            <a:spLocks noGrp="1"/>
          </p:cNvSpPr>
          <p:nvPr>
            <p:ph type="sldNum" sz="quarter" idx="16"/>
          </p:nvPr>
        </p:nvSpPr>
        <p:spPr>
          <a:xfrm>
            <a:off x="11549269" y="6468303"/>
            <a:ext cx="443948" cy="365125"/>
          </a:xfrm>
        </p:spPr>
        <p:txBody>
          <a:bodyPr>
            <a:noAutofit/>
          </a:bodyPr>
          <a:lstStyle/>
          <a:p>
            <a:fld id="{8C2E478F-E849-4A8C-AF1F-CBCC78A7CBFA}" type="slidenum">
              <a:rPr lang="en-US" smtClean="0"/>
              <a:t>‹#›</a:t>
            </a:fld>
            <a:endParaRPr lang="en-US" dirty="0"/>
          </a:p>
        </p:txBody>
      </p:sp>
    </p:spTree>
    <p:extLst>
      <p:ext uri="{BB962C8B-B14F-4D97-AF65-F5344CB8AC3E}">
        <p14:creationId xmlns:p14="http://schemas.microsoft.com/office/powerpoint/2010/main" val="41455920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186FE9B2-6286-484B-8943-95EE0B6B0267}"/>
              </a:ext>
            </a:extLst>
          </p:cNvPr>
          <p:cNvSpPr>
            <a:spLocks noGrp="1"/>
          </p:cNvSpPr>
          <p:nvPr>
            <p:ph type="pic" sz="quarter" idx="14"/>
          </p:nvPr>
        </p:nvSpPr>
        <p:spPr>
          <a:xfrm>
            <a:off x="0" y="0"/>
            <a:ext cx="5416550" cy="6858000"/>
          </a:xfrm>
          <a:effectLst/>
        </p:spPr>
        <p:txBody>
          <a:bodyPr anchor="ctr"/>
          <a:lstStyle>
            <a:lvl1pPr marL="0" indent="0" algn="ctr">
              <a:buNone/>
              <a:defRPr/>
            </a:lvl1pPr>
          </a:lstStyle>
          <a:p>
            <a:r>
              <a:rPr lang="en-US"/>
              <a:t>Click icon to add picture</a:t>
            </a:r>
            <a:endParaRPr lang="en-US" dirty="0"/>
          </a:p>
        </p:txBody>
      </p:sp>
      <p:sp>
        <p:nvSpPr>
          <p:cNvPr id="11" name="Slide Number Placeholder 5">
            <a:extLst>
              <a:ext uri="{FF2B5EF4-FFF2-40B4-BE49-F238E27FC236}">
                <a16:creationId xmlns:a16="http://schemas.microsoft.com/office/drawing/2014/main" id="{7D4E8708-8565-4A5B-9D9E-1D4F40EAF909}"/>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2E478F-E849-4A8C-AF1F-CBCC78A7CBFA}" type="slidenum">
              <a:rPr lang="en-US" smtClean="0"/>
              <a:t>‹#›</a:t>
            </a:fld>
            <a:endParaRPr lang="en-US" dirty="0"/>
          </a:p>
        </p:txBody>
      </p:sp>
      <p:sp>
        <p:nvSpPr>
          <p:cNvPr id="16" name="Content Placeholder 8">
            <a:extLst>
              <a:ext uri="{FF2B5EF4-FFF2-40B4-BE49-F238E27FC236}">
                <a16:creationId xmlns:a16="http://schemas.microsoft.com/office/drawing/2014/main" id="{42436126-0370-4532-A8AD-D20897982AD2}"/>
              </a:ext>
            </a:extLst>
          </p:cNvPr>
          <p:cNvSpPr>
            <a:spLocks noGrp="1"/>
          </p:cNvSpPr>
          <p:nvPr>
            <p:ph idx="1" hasCustomPrompt="1"/>
          </p:nvPr>
        </p:nvSpPr>
        <p:spPr>
          <a:xfrm>
            <a:off x="6096000" y="1661160"/>
            <a:ext cx="4646246" cy="2218585"/>
          </a:xfrm>
        </p:spPr>
        <p:txBody>
          <a:bodyPr>
            <a:noAutofit/>
          </a:bodyPr>
          <a:lstStyle>
            <a:lvl1pPr>
              <a:defRPr/>
            </a:lvl1pPr>
          </a:lstStyle>
          <a:p>
            <a:pPr marL="0" indent="0">
              <a:lnSpc>
                <a:spcPct val="100000"/>
              </a:lnSpc>
              <a:buNone/>
            </a:pPr>
            <a:r>
              <a:rPr lang="en-US" sz="1600" dirty="0">
                <a:cs typeface="Biome Light" panose="020B0303030204020804" pitchFamily="34" charset="0"/>
              </a:rPr>
              <a:t>Click to edit master text style.</a:t>
            </a:r>
          </a:p>
          <a:p>
            <a:pPr marL="0" indent="0">
              <a:buNone/>
            </a:pPr>
            <a:endParaRPr lang="en-US" dirty="0"/>
          </a:p>
        </p:txBody>
      </p:sp>
      <p:sp>
        <p:nvSpPr>
          <p:cNvPr id="17" name="Slide Number Placeholder 70">
            <a:extLst>
              <a:ext uri="{FF2B5EF4-FFF2-40B4-BE49-F238E27FC236}">
                <a16:creationId xmlns:a16="http://schemas.microsoft.com/office/drawing/2014/main" id="{AEC105AD-E933-4969-B038-0ABD6F013167}"/>
              </a:ext>
            </a:extLst>
          </p:cNvPr>
          <p:cNvSpPr txBox="1">
            <a:spLocks/>
          </p:cNvSpPr>
          <p:nvPr userDrawn="1"/>
        </p:nvSpPr>
        <p:spPr>
          <a:xfrm>
            <a:off x="11549269" y="6468303"/>
            <a:ext cx="443948"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C2E478F-E849-4A8C-AF1F-CBCC78A7CBFA}" type="slidenum">
              <a:rPr lang="en-US" smtClean="0"/>
              <a:pPr/>
              <a:t>‹#›</a:t>
            </a:fld>
            <a:endParaRPr lang="en-US" dirty="0"/>
          </a:p>
        </p:txBody>
      </p:sp>
      <p:sp>
        <p:nvSpPr>
          <p:cNvPr id="7" name="Title 1">
            <a:extLst>
              <a:ext uri="{FF2B5EF4-FFF2-40B4-BE49-F238E27FC236}">
                <a16:creationId xmlns:a16="http://schemas.microsoft.com/office/drawing/2014/main" id="{76CDEBF2-B5C9-4887-B717-81C3D1A73CA9}"/>
              </a:ext>
            </a:extLst>
          </p:cNvPr>
          <p:cNvSpPr>
            <a:spLocks noGrp="1"/>
          </p:cNvSpPr>
          <p:nvPr>
            <p:ph type="title"/>
          </p:nvPr>
        </p:nvSpPr>
        <p:spPr>
          <a:xfrm>
            <a:off x="6095999" y="612037"/>
            <a:ext cx="5897218" cy="884238"/>
          </a:xfrm>
        </p:spPr>
        <p:txBody>
          <a:bodyPr lIns="91440" rIns="91440" anchor="t">
            <a:noAutofit/>
          </a:bodyPr>
          <a:lstStyle>
            <a:lvl1pPr algn="l">
              <a:lnSpc>
                <a:spcPct val="150000"/>
              </a:lnSpc>
              <a:spcBef>
                <a:spcPts val="1000"/>
              </a:spcBef>
              <a:defRPr sz="3200">
                <a:solidFill>
                  <a:schemeClr val="tx1"/>
                </a:solidFill>
              </a:defRPr>
            </a:lvl1pPr>
          </a:lstStyle>
          <a:p>
            <a:r>
              <a:rPr lang="en-US"/>
              <a:t>Click to edit Master title style</a:t>
            </a:r>
            <a:endParaRPr lang="en-US" dirty="0"/>
          </a:p>
        </p:txBody>
      </p:sp>
      <p:sp>
        <p:nvSpPr>
          <p:cNvPr id="2" name="Rectangle 1">
            <a:extLst>
              <a:ext uri="{FF2B5EF4-FFF2-40B4-BE49-F238E27FC236}">
                <a16:creationId xmlns:a16="http://schemas.microsoft.com/office/drawing/2014/main" id="{016A7FA3-8C13-4E5A-88C4-4357C8ACD73E}"/>
              </a:ext>
              <a:ext uri="{C183D7F6-B498-43B3-948B-1728B52AA6E4}">
                <adec:decorative xmlns:adec="http://schemas.microsoft.com/office/drawing/2017/decorative" val="1"/>
              </a:ext>
            </a:extLst>
          </p:cNvPr>
          <p:cNvSpPr/>
          <p:nvPr userDrawn="1"/>
        </p:nvSpPr>
        <p:spPr>
          <a:xfrm>
            <a:off x="6107044" y="6303963"/>
            <a:ext cx="301498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7131968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losing">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E635FD8-712D-4EE2-A5B6-3DD8DE9C25E9}"/>
              </a:ext>
            </a:extLst>
          </p:cNvPr>
          <p:cNvSpPr>
            <a:spLocks noGrp="1"/>
          </p:cNvSpPr>
          <p:nvPr>
            <p:ph type="pic" sz="quarter" idx="10"/>
          </p:nvPr>
        </p:nvSpPr>
        <p:spPr>
          <a:xfrm>
            <a:off x="0" y="0"/>
            <a:ext cx="12192000" cy="6858000"/>
          </a:xfrm>
        </p:spPr>
        <p:txBody>
          <a:bodyPr/>
          <a:lstStyle>
            <a:lvl1pPr marL="0" indent="0" algn="ctr">
              <a:buNone/>
              <a:defRPr/>
            </a:lvl1pPr>
          </a:lstStyle>
          <a:p>
            <a:r>
              <a:rPr lang="en-US"/>
              <a:t>Click icon to add picture</a:t>
            </a:r>
            <a:endParaRPr lang="en-US" dirty="0"/>
          </a:p>
        </p:txBody>
      </p:sp>
      <p:sp>
        <p:nvSpPr>
          <p:cNvPr id="6" name="Title 5">
            <a:extLst>
              <a:ext uri="{FF2B5EF4-FFF2-40B4-BE49-F238E27FC236}">
                <a16:creationId xmlns:a16="http://schemas.microsoft.com/office/drawing/2014/main" id="{D9074D0F-754F-4F2C-A410-F222D2D2346E}"/>
              </a:ext>
            </a:extLst>
          </p:cNvPr>
          <p:cNvSpPr>
            <a:spLocks noGrp="1"/>
          </p:cNvSpPr>
          <p:nvPr>
            <p:ph type="title" idx="4294967295"/>
          </p:nvPr>
        </p:nvSpPr>
        <p:spPr>
          <a:xfrm>
            <a:off x="702365" y="1660810"/>
            <a:ext cx="10787270" cy="830649"/>
          </a:xfrm>
        </p:spPr>
        <p:txBody>
          <a:bodyPr>
            <a:noAutofit/>
          </a:bodyPr>
          <a:lstStyle/>
          <a:p>
            <a:r>
              <a:rPr lang="en-US" sz="4000" spc="300"/>
              <a:t>Click to edit Master title style</a:t>
            </a:r>
            <a:endParaRPr lang="en-US" sz="4000" spc="300" dirty="0"/>
          </a:p>
        </p:txBody>
      </p:sp>
      <p:sp>
        <p:nvSpPr>
          <p:cNvPr id="14" name="Text Placeholder 13">
            <a:extLst>
              <a:ext uri="{FF2B5EF4-FFF2-40B4-BE49-F238E27FC236}">
                <a16:creationId xmlns:a16="http://schemas.microsoft.com/office/drawing/2014/main" id="{F80209DF-C4D9-43B8-AA05-F53619153042}"/>
              </a:ext>
            </a:extLst>
          </p:cNvPr>
          <p:cNvSpPr>
            <a:spLocks noGrp="1"/>
          </p:cNvSpPr>
          <p:nvPr>
            <p:ph type="body" sz="quarter" idx="12" hasCustomPrompt="1"/>
          </p:nvPr>
        </p:nvSpPr>
        <p:spPr>
          <a:xfrm>
            <a:off x="3512343" y="5137992"/>
            <a:ext cx="5167313" cy="518795"/>
          </a:xfrm>
          <a:gradFill flip="none" rotWithShape="1">
            <a:gsLst>
              <a:gs pos="0">
                <a:schemeClr val="accent5"/>
              </a:gs>
              <a:gs pos="100000">
                <a:schemeClr val="accent2">
                  <a:lumMod val="97000"/>
                  <a:lumOff val="3000"/>
                </a:schemeClr>
              </a:gs>
              <a:gs pos="50000">
                <a:schemeClr val="accent1"/>
              </a:gs>
            </a:gsLst>
            <a:lin ang="10800000" scaled="1"/>
            <a:tileRect/>
          </a:gradFill>
        </p:spPr>
        <p:txBody>
          <a:bodyPr>
            <a:noAutofit/>
          </a:bodyPr>
          <a:lstStyle>
            <a:lvl1pPr marL="0" indent="0" algn="ctr">
              <a:buNone/>
              <a:defRPr sz="1800" spc="300">
                <a:solidFill>
                  <a:schemeClr val="tx1"/>
                </a:solidFill>
              </a:defRPr>
            </a:lvl1pPr>
            <a:lvl2pPr marL="457200" indent="0">
              <a:buNone/>
              <a:defRPr/>
            </a:lvl2pPr>
          </a:lstStyle>
          <a:p>
            <a:pPr lvl="0"/>
            <a:r>
              <a:rPr lang="en-US" dirty="0"/>
              <a:t>CLICK TO EDIT MASTER TEXT STYLES</a:t>
            </a:r>
          </a:p>
        </p:txBody>
      </p:sp>
      <p:sp>
        <p:nvSpPr>
          <p:cNvPr id="31" name="Text Placeholder 13">
            <a:extLst>
              <a:ext uri="{FF2B5EF4-FFF2-40B4-BE49-F238E27FC236}">
                <a16:creationId xmlns:a16="http://schemas.microsoft.com/office/drawing/2014/main" id="{1D89734B-03E0-4ADE-8F62-C819F3E976D5}"/>
              </a:ext>
            </a:extLst>
          </p:cNvPr>
          <p:cNvSpPr>
            <a:spLocks noGrp="1"/>
          </p:cNvSpPr>
          <p:nvPr>
            <p:ph type="body" sz="quarter" idx="16" hasCustomPrompt="1"/>
          </p:nvPr>
        </p:nvSpPr>
        <p:spPr>
          <a:xfrm>
            <a:off x="588194" y="3903126"/>
            <a:ext cx="3064668" cy="518795"/>
          </a:xfrm>
        </p:spPr>
        <p:txBody>
          <a:bodyPr>
            <a:noAutofit/>
          </a:bodyPr>
          <a:lstStyle>
            <a:lvl1pPr marL="0" indent="0" algn="ctr">
              <a:buNone/>
              <a:defRPr sz="1800" spc="300">
                <a:solidFill>
                  <a:schemeClr val="tx1"/>
                </a:solidFill>
              </a:defRPr>
            </a:lvl1pPr>
            <a:lvl2pPr marL="457200" indent="0">
              <a:buNone/>
              <a:defRPr/>
            </a:lvl2pPr>
          </a:lstStyle>
          <a:p>
            <a:pPr lvl="0"/>
            <a:r>
              <a:rPr lang="en-US" dirty="0"/>
              <a:t>CLICK TO EDIT</a:t>
            </a:r>
          </a:p>
        </p:txBody>
      </p:sp>
      <p:sp>
        <p:nvSpPr>
          <p:cNvPr id="32" name="Text Placeholder 13">
            <a:extLst>
              <a:ext uri="{FF2B5EF4-FFF2-40B4-BE49-F238E27FC236}">
                <a16:creationId xmlns:a16="http://schemas.microsoft.com/office/drawing/2014/main" id="{85971F4D-8B59-4B3E-9169-64E0EF1BA85F}"/>
              </a:ext>
            </a:extLst>
          </p:cNvPr>
          <p:cNvSpPr>
            <a:spLocks noGrp="1"/>
          </p:cNvSpPr>
          <p:nvPr>
            <p:ph type="body" sz="quarter" idx="17" hasCustomPrompt="1"/>
          </p:nvPr>
        </p:nvSpPr>
        <p:spPr>
          <a:xfrm>
            <a:off x="4563664" y="3893330"/>
            <a:ext cx="3064668" cy="518795"/>
          </a:xfrm>
        </p:spPr>
        <p:txBody>
          <a:bodyPr>
            <a:noAutofit/>
          </a:bodyPr>
          <a:lstStyle>
            <a:lvl1pPr marL="0" indent="0" algn="ctr">
              <a:buNone/>
              <a:defRPr sz="1800" spc="300">
                <a:solidFill>
                  <a:schemeClr val="tx1"/>
                </a:solidFill>
              </a:defRPr>
            </a:lvl1pPr>
            <a:lvl2pPr marL="457200" indent="0">
              <a:buNone/>
              <a:defRPr/>
            </a:lvl2pPr>
          </a:lstStyle>
          <a:p>
            <a:pPr lvl="0"/>
            <a:r>
              <a:rPr lang="en-US" dirty="0"/>
              <a:t>click to edit</a:t>
            </a:r>
          </a:p>
        </p:txBody>
      </p:sp>
      <p:sp>
        <p:nvSpPr>
          <p:cNvPr id="33" name="Text Placeholder 13">
            <a:extLst>
              <a:ext uri="{FF2B5EF4-FFF2-40B4-BE49-F238E27FC236}">
                <a16:creationId xmlns:a16="http://schemas.microsoft.com/office/drawing/2014/main" id="{90B19777-E2ED-419C-B486-857117FD081B}"/>
              </a:ext>
            </a:extLst>
          </p:cNvPr>
          <p:cNvSpPr>
            <a:spLocks noGrp="1"/>
          </p:cNvSpPr>
          <p:nvPr>
            <p:ph type="body" sz="quarter" idx="18" hasCustomPrompt="1"/>
          </p:nvPr>
        </p:nvSpPr>
        <p:spPr>
          <a:xfrm>
            <a:off x="8539138" y="3903126"/>
            <a:ext cx="3064668" cy="518795"/>
          </a:xfrm>
        </p:spPr>
        <p:txBody>
          <a:bodyPr>
            <a:noAutofit/>
          </a:bodyPr>
          <a:lstStyle>
            <a:lvl1pPr marL="0" indent="0" algn="ctr">
              <a:buNone/>
              <a:defRPr sz="1800" spc="300">
                <a:solidFill>
                  <a:schemeClr val="tx1"/>
                </a:solidFill>
              </a:defRPr>
            </a:lvl1pPr>
            <a:lvl2pPr marL="457200" indent="0">
              <a:buNone/>
              <a:defRPr/>
            </a:lvl2pPr>
          </a:lstStyle>
          <a:p>
            <a:pPr lvl="0"/>
            <a:r>
              <a:rPr lang="en-US" dirty="0"/>
              <a:t>click to edit</a:t>
            </a:r>
          </a:p>
        </p:txBody>
      </p:sp>
      <p:sp>
        <p:nvSpPr>
          <p:cNvPr id="34" name="Online Image Placeholder 33">
            <a:extLst>
              <a:ext uri="{FF2B5EF4-FFF2-40B4-BE49-F238E27FC236}">
                <a16:creationId xmlns:a16="http://schemas.microsoft.com/office/drawing/2014/main" id="{1A58EB44-F532-4998-B316-61C738C37BF5}"/>
              </a:ext>
            </a:extLst>
          </p:cNvPr>
          <p:cNvSpPr>
            <a:spLocks noGrp="1"/>
          </p:cNvSpPr>
          <p:nvPr>
            <p:ph type="clipArt" sz="quarter" idx="19" hasCustomPrompt="1"/>
          </p:nvPr>
        </p:nvSpPr>
        <p:spPr>
          <a:xfrm>
            <a:off x="1754768" y="3098985"/>
            <a:ext cx="731520" cy="731520"/>
          </a:xfrm>
        </p:spPr>
        <p:txBody>
          <a:bodyPr>
            <a:noAutofit/>
          </a:bodyPr>
          <a:lstStyle>
            <a:lvl1pPr marL="0" indent="0">
              <a:buNone/>
              <a:defRPr/>
            </a:lvl1pPr>
          </a:lstStyle>
          <a:p>
            <a:r>
              <a:rPr lang="en-US" dirty="0"/>
              <a:t>Icon</a:t>
            </a:r>
          </a:p>
        </p:txBody>
      </p:sp>
      <p:sp>
        <p:nvSpPr>
          <p:cNvPr id="35" name="Online Image Placeholder 33">
            <a:extLst>
              <a:ext uri="{FF2B5EF4-FFF2-40B4-BE49-F238E27FC236}">
                <a16:creationId xmlns:a16="http://schemas.microsoft.com/office/drawing/2014/main" id="{33763C3C-3545-40BD-9B2C-DC4C0E4CE819}"/>
              </a:ext>
            </a:extLst>
          </p:cNvPr>
          <p:cNvSpPr>
            <a:spLocks noGrp="1"/>
          </p:cNvSpPr>
          <p:nvPr>
            <p:ph type="clipArt" sz="quarter" idx="20" hasCustomPrompt="1"/>
          </p:nvPr>
        </p:nvSpPr>
        <p:spPr>
          <a:xfrm>
            <a:off x="5730240" y="3098985"/>
            <a:ext cx="731520" cy="731520"/>
          </a:xfrm>
        </p:spPr>
        <p:txBody>
          <a:bodyPr>
            <a:noAutofit/>
          </a:bodyPr>
          <a:lstStyle>
            <a:lvl1pPr marL="0" indent="0">
              <a:buNone/>
              <a:defRPr/>
            </a:lvl1pPr>
          </a:lstStyle>
          <a:p>
            <a:r>
              <a:rPr lang="en-US" dirty="0"/>
              <a:t>Icon</a:t>
            </a:r>
          </a:p>
        </p:txBody>
      </p:sp>
      <p:sp>
        <p:nvSpPr>
          <p:cNvPr id="36" name="Online Image Placeholder 33">
            <a:extLst>
              <a:ext uri="{FF2B5EF4-FFF2-40B4-BE49-F238E27FC236}">
                <a16:creationId xmlns:a16="http://schemas.microsoft.com/office/drawing/2014/main" id="{1C5D3777-17F3-4225-8C52-2EF1DB4FD54A}"/>
              </a:ext>
            </a:extLst>
          </p:cNvPr>
          <p:cNvSpPr>
            <a:spLocks noGrp="1"/>
          </p:cNvSpPr>
          <p:nvPr>
            <p:ph type="clipArt" sz="quarter" idx="21" hasCustomPrompt="1"/>
          </p:nvPr>
        </p:nvSpPr>
        <p:spPr>
          <a:xfrm>
            <a:off x="9705712" y="3098985"/>
            <a:ext cx="731520" cy="731520"/>
          </a:xfrm>
        </p:spPr>
        <p:txBody>
          <a:bodyPr>
            <a:noAutofit/>
          </a:bodyPr>
          <a:lstStyle>
            <a:lvl1pPr marL="0" indent="0">
              <a:buNone/>
              <a:defRPr/>
            </a:lvl1pPr>
          </a:lstStyle>
          <a:p>
            <a:r>
              <a:rPr lang="en-US" dirty="0"/>
              <a:t>Icon</a:t>
            </a:r>
          </a:p>
        </p:txBody>
      </p:sp>
    </p:spTree>
    <p:extLst>
      <p:ext uri="{BB962C8B-B14F-4D97-AF65-F5344CB8AC3E}">
        <p14:creationId xmlns:p14="http://schemas.microsoft.com/office/powerpoint/2010/main" val="3173740392"/>
      </p:ext>
    </p:extLst>
  </p:cSld>
  <p:clrMapOvr>
    <a:overrideClrMapping bg1="dk1" tx1="lt1" bg2="dk2" tx2="lt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2272232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305F96C-D634-4A69-95EC-3D002BD68752}"/>
              </a:ext>
            </a:extLst>
          </p:cNvPr>
          <p:cNvSpPr>
            <a:spLocks noGrp="1"/>
          </p:cNvSpPr>
          <p:nvPr>
            <p:ph type="title"/>
          </p:nvPr>
        </p:nvSpPr>
        <p:spPr>
          <a:xfrm>
            <a:off x="594519" y="365125"/>
            <a:ext cx="11002962" cy="82391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7757E98-D0FB-43E3-98BC-711F6A2F5372}"/>
              </a:ext>
            </a:extLst>
          </p:cNvPr>
          <p:cNvSpPr>
            <a:spLocks noGrp="1"/>
          </p:cNvSpPr>
          <p:nvPr>
            <p:ph type="body" idx="1"/>
          </p:nvPr>
        </p:nvSpPr>
        <p:spPr>
          <a:xfrm>
            <a:off x="594519" y="1365813"/>
            <a:ext cx="10989920" cy="4811150"/>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FA65B72-2E86-4BA3-94F2-3ADFA40B7AE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Add a footer</a:t>
            </a:r>
          </a:p>
        </p:txBody>
      </p:sp>
      <p:sp>
        <p:nvSpPr>
          <p:cNvPr id="6" name="Slide Number Placeholder 5">
            <a:extLst>
              <a:ext uri="{FF2B5EF4-FFF2-40B4-BE49-F238E27FC236}">
                <a16:creationId xmlns:a16="http://schemas.microsoft.com/office/drawing/2014/main" id="{73C1F3FD-3DB9-46B7-85E1-E8B8878A4012}"/>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2E478F-E849-4A8C-AF1F-CBCC78A7CBFA}" type="slidenum">
              <a:rPr lang="en-US" smtClean="0"/>
              <a:t>‹#›</a:t>
            </a:fld>
            <a:endParaRPr lang="en-US" dirty="0"/>
          </a:p>
        </p:txBody>
      </p:sp>
    </p:spTree>
    <p:extLst>
      <p:ext uri="{BB962C8B-B14F-4D97-AF65-F5344CB8AC3E}">
        <p14:creationId xmlns:p14="http://schemas.microsoft.com/office/powerpoint/2010/main" val="692820"/>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1" r:id="rId3"/>
    <p:sldLayoutId id="2147483651" r:id="rId4"/>
    <p:sldLayoutId id="2147483660" r:id="rId5"/>
    <p:sldLayoutId id="2147483677" r:id="rId6"/>
    <p:sldLayoutId id="2147483666" r:id="rId7"/>
    <p:sldLayoutId id="2147483679" r:id="rId8"/>
    <p:sldLayoutId id="2147483653" r:id="rId9"/>
    <p:sldLayoutId id="2147483678" r:id="rId10"/>
    <p:sldLayoutId id="2147483680" r:id="rId11"/>
    <p:sldLayoutId id="2147483681" r:id="rId12"/>
  </p:sldLayoutIdLst>
  <p:hf hdr="0" ftr="0" dt="0"/>
  <p:txStyles>
    <p:titleStyle>
      <a:lvl1pPr algn="ctr" defTabSz="914400" rtl="0" eaLnBrk="1" latinLnBrk="0" hangingPunct="1">
        <a:lnSpc>
          <a:spcPct val="10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9.xml.rels><?xml version="1.0" encoding="UTF-8" standalone="yes"?>
<Relationships xmlns="http://schemas.openxmlformats.org/package/2006/relationships"><Relationship Id="rId8" Type="http://schemas.openxmlformats.org/officeDocument/2006/relationships/diagramData" Target="../diagrams/data3.xml"/><Relationship Id="rId13" Type="http://schemas.openxmlformats.org/officeDocument/2006/relationships/diagramData" Target="../diagrams/data4.xml"/><Relationship Id="rId3" Type="http://schemas.openxmlformats.org/officeDocument/2006/relationships/diagramData" Target="../diagrams/data2.xml"/><Relationship Id="rId7" Type="http://schemas.microsoft.com/office/2007/relationships/diagramDrawing" Target="../diagrams/drawing2.xml"/><Relationship Id="rId12" Type="http://schemas.microsoft.com/office/2007/relationships/diagramDrawing" Target="../diagrams/drawing3.xml"/><Relationship Id="rId17" Type="http://schemas.microsoft.com/office/2007/relationships/diagramDrawing" Target="../diagrams/drawing4.xml"/><Relationship Id="rId2" Type="http://schemas.openxmlformats.org/officeDocument/2006/relationships/notesSlide" Target="../notesSlides/notesSlide7.xml"/><Relationship Id="rId16" Type="http://schemas.openxmlformats.org/officeDocument/2006/relationships/diagramColors" Target="../diagrams/colors4.xml"/><Relationship Id="rId1" Type="http://schemas.openxmlformats.org/officeDocument/2006/relationships/slideLayout" Target="../slideLayouts/slideLayout12.xml"/><Relationship Id="rId6" Type="http://schemas.openxmlformats.org/officeDocument/2006/relationships/diagramColors" Target="../diagrams/colors2.xml"/><Relationship Id="rId11" Type="http://schemas.openxmlformats.org/officeDocument/2006/relationships/diagramColors" Target="../diagrams/colors3.xml"/><Relationship Id="rId5" Type="http://schemas.openxmlformats.org/officeDocument/2006/relationships/diagramQuickStyle" Target="../diagrams/quickStyle2.xml"/><Relationship Id="rId15" Type="http://schemas.openxmlformats.org/officeDocument/2006/relationships/diagramQuickStyle" Target="../diagrams/quickStyle4.xml"/><Relationship Id="rId10" Type="http://schemas.openxmlformats.org/officeDocument/2006/relationships/diagramQuickStyle" Target="../diagrams/quickStyle3.xml"/><Relationship Id="rId4" Type="http://schemas.openxmlformats.org/officeDocument/2006/relationships/diagramLayout" Target="../diagrams/layout2.xml"/><Relationship Id="rId9" Type="http://schemas.openxmlformats.org/officeDocument/2006/relationships/diagramLayout" Target="../diagrams/layout3.xml"/><Relationship Id="rId14" Type="http://schemas.openxmlformats.org/officeDocument/2006/relationships/diagramLayout" Target="../diagrams/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8" Type="http://schemas.openxmlformats.org/officeDocument/2006/relationships/diagramData" Target="../diagrams/data6.xml"/><Relationship Id="rId3" Type="http://schemas.openxmlformats.org/officeDocument/2006/relationships/diagramData" Target="../diagrams/data5.xml"/><Relationship Id="rId7" Type="http://schemas.microsoft.com/office/2007/relationships/diagramDrawing" Target="../diagrams/drawing5.xml"/><Relationship Id="rId12" Type="http://schemas.microsoft.com/office/2007/relationships/diagramDrawing" Target="../diagrams/drawing6.xml"/><Relationship Id="rId2" Type="http://schemas.openxmlformats.org/officeDocument/2006/relationships/notesSlide" Target="../notesSlides/notesSlide16.xml"/><Relationship Id="rId1" Type="http://schemas.openxmlformats.org/officeDocument/2006/relationships/slideLayout" Target="../slideLayouts/slideLayout12.xml"/><Relationship Id="rId6" Type="http://schemas.openxmlformats.org/officeDocument/2006/relationships/diagramColors" Target="../diagrams/colors5.xml"/><Relationship Id="rId11" Type="http://schemas.openxmlformats.org/officeDocument/2006/relationships/diagramColors" Target="../diagrams/colors6.xml"/><Relationship Id="rId5" Type="http://schemas.openxmlformats.org/officeDocument/2006/relationships/diagramQuickStyle" Target="../diagrams/quickStyle5.xml"/><Relationship Id="rId10" Type="http://schemas.openxmlformats.org/officeDocument/2006/relationships/diagramQuickStyle" Target="../diagrams/quickStyle6.xml"/><Relationship Id="rId4" Type="http://schemas.openxmlformats.org/officeDocument/2006/relationships/diagramLayout" Target="../diagrams/layout5.xml"/><Relationship Id="rId9" Type="http://schemas.openxmlformats.org/officeDocument/2006/relationships/diagramLayout" Target="../diagrams/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8" Type="http://schemas.microsoft.com/office/2007/relationships/diagramDrawing" Target="../diagrams/drawing7.xml"/><Relationship Id="rId3" Type="http://schemas.openxmlformats.org/officeDocument/2006/relationships/image" Target="../media/image8.png"/><Relationship Id="rId7" Type="http://schemas.openxmlformats.org/officeDocument/2006/relationships/diagramColors" Target="../diagrams/colors7.xml"/><Relationship Id="rId2" Type="http://schemas.openxmlformats.org/officeDocument/2006/relationships/notesSlide" Target="../notesSlides/notesSlide21.xml"/><Relationship Id="rId1" Type="http://schemas.openxmlformats.org/officeDocument/2006/relationships/slideLayout" Target="../slideLayouts/slideLayout12.xml"/><Relationship Id="rId6" Type="http://schemas.openxmlformats.org/officeDocument/2006/relationships/diagramQuickStyle" Target="../diagrams/quickStyle7.xml"/><Relationship Id="rId5" Type="http://schemas.openxmlformats.org/officeDocument/2006/relationships/diagramLayout" Target="../diagrams/layout7.xml"/><Relationship Id="rId4" Type="http://schemas.openxmlformats.org/officeDocument/2006/relationships/diagramData" Target="../diagrams/data7.xml"/></Relationships>
</file>

<file path=ppt/slides/_rels/slide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5.xml"/><Relationship Id="rId1" Type="http://schemas.openxmlformats.org/officeDocument/2006/relationships/slideLayout" Target="../slideLayouts/slideLayout12.xml"/><Relationship Id="rId5" Type="http://schemas.openxmlformats.org/officeDocument/2006/relationships/image" Target="../media/image23.png"/><Relationship Id="rId4" Type="http://schemas.openxmlformats.org/officeDocument/2006/relationships/image" Target="../media/image22.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8" Type="http://schemas.openxmlformats.org/officeDocument/2006/relationships/image" Target="../media/image28.png"/><Relationship Id="rId3" Type="http://schemas.microsoft.com/office/2007/relationships/hdphoto" Target="../media/hdphoto1.wdp"/><Relationship Id="rId7" Type="http://schemas.openxmlformats.org/officeDocument/2006/relationships/image" Target="../media/image27.svg"/><Relationship Id="rId2" Type="http://schemas.openxmlformats.org/officeDocument/2006/relationships/image" Target="../media/image1.png"/><Relationship Id="rId1" Type="http://schemas.openxmlformats.org/officeDocument/2006/relationships/slideLayout" Target="../slideLayouts/slideLayout11.xml"/><Relationship Id="rId6" Type="http://schemas.openxmlformats.org/officeDocument/2006/relationships/image" Target="../media/image26.png"/><Relationship Id="rId5" Type="http://schemas.openxmlformats.org/officeDocument/2006/relationships/image" Target="../media/image25.svg"/><Relationship Id="rId4" Type="http://schemas.openxmlformats.org/officeDocument/2006/relationships/image" Target="../media/image24.png"/><Relationship Id="rId9" Type="http://schemas.openxmlformats.org/officeDocument/2006/relationships/image" Target="../media/image29.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7" descr="abstract image">
            <a:extLst>
              <a:ext uri="{FF2B5EF4-FFF2-40B4-BE49-F238E27FC236}">
                <a16:creationId xmlns:a16="http://schemas.microsoft.com/office/drawing/2014/main" id="{9AB29DBC-55D3-49D9-BB44-4936739C4B57}"/>
              </a:ext>
            </a:extLst>
          </p:cNvPr>
          <p:cNvPicPr>
            <a:picLocks noGrp="1" noChangeAspect="1"/>
          </p:cNvPicPr>
          <p:nvPr>
            <p:ph type="pic" sz="quarter" idx="10"/>
          </p:nvPr>
        </p:nvPicPr>
        <p:blipFill rotWithShape="1">
          <a:blip r:embed="rId2">
            <a:alphaModFix amt="52000"/>
            <a:extLst>
              <a:ext uri="{BEBA8EAE-BF5A-486C-A8C5-ECC9F3942E4B}">
                <a14:imgProps xmlns:a14="http://schemas.microsoft.com/office/drawing/2010/main">
                  <a14:imgLayer r:embed="rId3">
                    <a14:imgEffect>
                      <a14:saturation sat="0"/>
                    </a14:imgEffect>
                  </a14:imgLayer>
                </a14:imgProps>
              </a:ext>
            </a:extLst>
          </a:blip>
          <a:srcRect/>
          <a:stretch/>
        </p:blipFill>
        <p:spPr/>
      </p:pic>
      <p:sp>
        <p:nvSpPr>
          <p:cNvPr id="9" name="Title 8">
            <a:extLst>
              <a:ext uri="{FF2B5EF4-FFF2-40B4-BE49-F238E27FC236}">
                <a16:creationId xmlns:a16="http://schemas.microsoft.com/office/drawing/2014/main" id="{79DC1498-E692-42BA-B69F-6D37E6CFACA0}"/>
              </a:ext>
            </a:extLst>
          </p:cNvPr>
          <p:cNvSpPr>
            <a:spLocks noGrp="1"/>
          </p:cNvSpPr>
          <p:nvPr>
            <p:ph type="title"/>
          </p:nvPr>
        </p:nvSpPr>
        <p:spPr>
          <a:xfrm>
            <a:off x="350837" y="1477926"/>
            <a:ext cx="11525730" cy="2307265"/>
          </a:xfrm>
        </p:spPr>
        <p:txBody>
          <a:bodyPr/>
          <a:lstStyle/>
          <a:p>
            <a:r>
              <a:rPr lang="en-US" sz="5400" b="1" dirty="0"/>
              <a:t>DATA STRUCTURES AND </a:t>
            </a:r>
            <a:r>
              <a:rPr lang="en-US" sz="5400" b="1"/>
              <a:t>ALGORITHMS (113215)</a:t>
            </a:r>
            <a:endParaRPr lang="en-US" sz="5400" b="1" dirty="0"/>
          </a:p>
        </p:txBody>
      </p:sp>
      <p:sp>
        <p:nvSpPr>
          <p:cNvPr id="3" name="Text Placeholder 2">
            <a:extLst>
              <a:ext uri="{FF2B5EF4-FFF2-40B4-BE49-F238E27FC236}">
                <a16:creationId xmlns:a16="http://schemas.microsoft.com/office/drawing/2014/main" id="{C0AE828D-1E63-455F-949D-0C5454A7FE88}"/>
              </a:ext>
            </a:extLst>
          </p:cNvPr>
          <p:cNvSpPr>
            <a:spLocks noGrp="1"/>
          </p:cNvSpPr>
          <p:nvPr>
            <p:ph type="body" sz="quarter" idx="12"/>
          </p:nvPr>
        </p:nvSpPr>
        <p:spPr>
          <a:xfrm>
            <a:off x="350837" y="5699050"/>
            <a:ext cx="11525730" cy="1073889"/>
          </a:xfrm>
        </p:spPr>
        <p:txBody>
          <a:bodyPr/>
          <a:lstStyle/>
          <a:p>
            <a:r>
              <a:rPr lang="en-US" sz="2000" dirty="0"/>
              <a:t>Dr. Owais Hussain</a:t>
            </a:r>
          </a:p>
        </p:txBody>
      </p:sp>
    </p:spTree>
    <p:extLst>
      <p:ext uri="{BB962C8B-B14F-4D97-AF65-F5344CB8AC3E}">
        <p14:creationId xmlns:p14="http://schemas.microsoft.com/office/powerpoint/2010/main" val="1468560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3A87B3-0A27-4EE9-979E-B69581E476F0}"/>
              </a:ext>
            </a:extLst>
          </p:cNvPr>
          <p:cNvSpPr>
            <a:spLocks noGrp="1"/>
          </p:cNvSpPr>
          <p:nvPr>
            <p:ph type="title"/>
          </p:nvPr>
        </p:nvSpPr>
        <p:spPr/>
        <p:txBody>
          <a:bodyPr/>
          <a:lstStyle/>
          <a:p>
            <a:r>
              <a:rPr lang="en-US" dirty="0"/>
              <a:t>Agenda</a:t>
            </a:r>
          </a:p>
        </p:txBody>
      </p:sp>
      <p:pic>
        <p:nvPicPr>
          <p:cNvPr id="8" name="Picture Placeholder 7" descr="group of people at a conference table">
            <a:extLst>
              <a:ext uri="{FF2B5EF4-FFF2-40B4-BE49-F238E27FC236}">
                <a16:creationId xmlns:a16="http://schemas.microsoft.com/office/drawing/2014/main" id="{BB76F5AB-0940-46E1-85F9-6A870D7D04C9}"/>
              </a:ext>
            </a:extLst>
          </p:cNvPr>
          <p:cNvPicPr>
            <a:picLocks noGrp="1" noChangeAspect="1"/>
          </p:cNvPicPr>
          <p:nvPr>
            <p:ph type="pic" sz="quarter" idx="13"/>
          </p:nvPr>
        </p:nvPicPr>
        <p:blipFill rotWithShape="1">
          <a:blip r:embed="rId2">
            <a:extLst>
              <a:ext uri="{BEBA8EAE-BF5A-486C-A8C5-ECC9F3942E4B}">
                <a14:imgProps xmlns:a14="http://schemas.microsoft.com/office/drawing/2010/main">
                  <a14:imgLayer r:embed="rId3">
                    <a14:imgEffect>
                      <a14:saturation sat="0"/>
                    </a14:imgEffect>
                  </a14:imgLayer>
                </a14:imgProps>
              </a:ext>
            </a:extLst>
          </a:blip>
          <a:srcRect l="20370" r="20370"/>
          <a:stretch/>
        </p:blipFill>
        <p:spPr/>
      </p:pic>
      <p:sp>
        <p:nvSpPr>
          <p:cNvPr id="6" name="Text Placeholder 5">
            <a:extLst>
              <a:ext uri="{FF2B5EF4-FFF2-40B4-BE49-F238E27FC236}">
                <a16:creationId xmlns:a16="http://schemas.microsoft.com/office/drawing/2014/main" id="{F3C89A40-EEAA-43AB-9A3A-B2CFDE450F1B}"/>
              </a:ext>
            </a:extLst>
          </p:cNvPr>
          <p:cNvSpPr>
            <a:spLocks noGrp="1"/>
          </p:cNvSpPr>
          <p:nvPr>
            <p:ph type="body" sz="quarter" idx="15"/>
          </p:nvPr>
        </p:nvSpPr>
        <p:spPr>
          <a:xfrm>
            <a:off x="7068819" y="2078874"/>
            <a:ext cx="4114800" cy="4136198"/>
          </a:xfrm>
        </p:spPr>
        <p:txBody>
          <a:bodyPr/>
          <a:lstStyle/>
          <a:p>
            <a:r>
              <a:rPr lang="en-US" dirty="0"/>
              <a:t>Linked List</a:t>
            </a:r>
          </a:p>
          <a:p>
            <a:r>
              <a:rPr lang="en-US" dirty="0"/>
              <a:t>Linked List Operations</a:t>
            </a:r>
          </a:p>
          <a:p>
            <a:r>
              <a:rPr lang="en-US" dirty="0"/>
              <a:t>Header Linked List</a:t>
            </a:r>
          </a:p>
          <a:p>
            <a:r>
              <a:rPr lang="en-US" dirty="0"/>
              <a:t>Circular Linked List</a:t>
            </a:r>
          </a:p>
          <a:p>
            <a:r>
              <a:rPr lang="en-US" dirty="0"/>
              <a:t>Doubly Linked List</a:t>
            </a:r>
          </a:p>
          <a:p>
            <a:r>
              <a:rPr lang="en-US" dirty="0"/>
              <a:t>Doubly Header Linked List</a:t>
            </a:r>
          </a:p>
          <a:p>
            <a:r>
              <a:rPr lang="en-US" dirty="0"/>
              <a:t>Time Complexity</a:t>
            </a:r>
          </a:p>
        </p:txBody>
      </p:sp>
      <p:sp>
        <p:nvSpPr>
          <p:cNvPr id="7" name="Slide Number Placeholder 6">
            <a:extLst>
              <a:ext uri="{FF2B5EF4-FFF2-40B4-BE49-F238E27FC236}">
                <a16:creationId xmlns:a16="http://schemas.microsoft.com/office/drawing/2014/main" id="{F29F8048-1E86-48F4-B246-D2F8C54B7EB1}"/>
              </a:ext>
            </a:extLst>
          </p:cNvPr>
          <p:cNvSpPr>
            <a:spLocks noGrp="1"/>
          </p:cNvSpPr>
          <p:nvPr>
            <p:ph type="sldNum" sz="quarter" idx="12"/>
          </p:nvPr>
        </p:nvSpPr>
        <p:spPr/>
        <p:txBody>
          <a:bodyPr/>
          <a:lstStyle/>
          <a:p>
            <a:fld id="{8C2E478F-E849-4A8C-AF1F-CBCC78A7CBFA}" type="slidenum">
              <a:rPr lang="en-US" smtClean="0"/>
              <a:pPr/>
              <a:t>2</a:t>
            </a:fld>
            <a:endParaRPr lang="en-US" dirty="0"/>
          </a:p>
        </p:txBody>
      </p:sp>
    </p:spTree>
    <p:extLst>
      <p:ext uri="{BB962C8B-B14F-4D97-AF65-F5344CB8AC3E}">
        <p14:creationId xmlns:p14="http://schemas.microsoft.com/office/powerpoint/2010/main" val="16490989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Imagine…</a:t>
            </a:r>
          </a:p>
        </p:txBody>
      </p:sp>
      <p:pic>
        <p:nvPicPr>
          <p:cNvPr id="7" name="Picture 6">
            <a:extLst>
              <a:ext uri="{FF2B5EF4-FFF2-40B4-BE49-F238E27FC236}">
                <a16:creationId xmlns:a16="http://schemas.microsoft.com/office/drawing/2014/main" id="{551459C6-C433-4451-E01E-CF5702D227AD}"/>
              </a:ext>
            </a:extLst>
          </p:cNvPr>
          <p:cNvPicPr>
            <a:picLocks noChangeAspect="1"/>
          </p:cNvPicPr>
          <p:nvPr/>
        </p:nvPicPr>
        <p:blipFill>
          <a:blip r:embed="rId3"/>
          <a:stretch>
            <a:fillRect/>
          </a:stretch>
        </p:blipFill>
        <p:spPr>
          <a:xfrm>
            <a:off x="-1" y="0"/>
            <a:ext cx="12192001" cy="6858000"/>
          </a:xfrm>
          <a:prstGeom prst="rect">
            <a:avLst/>
          </a:prstGeom>
        </p:spPr>
      </p:pic>
    </p:spTree>
    <p:extLst>
      <p:ext uri="{BB962C8B-B14F-4D97-AF65-F5344CB8AC3E}">
        <p14:creationId xmlns:p14="http://schemas.microsoft.com/office/powerpoint/2010/main" val="41422056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Linked List</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4887878"/>
          </a:xfrm>
          <a:prstGeom prst="rect">
            <a:avLst/>
          </a:prstGeom>
        </p:spPr>
        <p:txBody>
          <a:bodyPr>
            <a:normAutofit fontScale="92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400" dirty="0"/>
              <a:t>You are stuck in traffic on your way to home. When you don’t see traffic moving at all for 10 minutes, you’ll likely notice the car behind you honking. In response, you also sound your horn to the next car, which passes the same gesture to the vehicle next to it. This chain continues until it reaches the frontmost car.</a:t>
            </a:r>
          </a:p>
          <a:p>
            <a:pPr>
              <a:lnSpc>
                <a:spcPct val="120000"/>
              </a:lnSpc>
              <a:buFont typeface="Wingdings" panose="05000000000000000000" pitchFamily="2" charset="2"/>
              <a:buChar char="§"/>
            </a:pPr>
            <a:r>
              <a:rPr lang="en-US" sz="3400" dirty="0"/>
              <a:t>In this case, you only know about the car in front of you, not the rest of the traffic, but you’re still sure that your message of sounding the horn will be passed on to the main culprit who’s blocking the traffic.</a:t>
            </a:r>
          </a:p>
          <a:p>
            <a:pPr>
              <a:lnSpc>
                <a:spcPct val="120000"/>
              </a:lnSpc>
              <a:buFont typeface="Wingdings" panose="05000000000000000000" pitchFamily="2" charset="2"/>
              <a:buChar char="§"/>
            </a:pPr>
            <a:r>
              <a:rPr lang="en-US" sz="3400" dirty="0"/>
              <a:t>Linked lists work in somewhat similar fashion.</a:t>
            </a:r>
          </a:p>
        </p:txBody>
      </p:sp>
    </p:spTree>
    <p:extLst>
      <p:ext uri="{BB962C8B-B14F-4D97-AF65-F5344CB8AC3E}">
        <p14:creationId xmlns:p14="http://schemas.microsoft.com/office/powerpoint/2010/main" val="8884837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Linked List</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4887878"/>
          </a:xfrm>
          <a:prstGeom prst="rect">
            <a:avLst/>
          </a:prstGeom>
        </p:spPr>
        <p:txBody>
          <a:bodyPr>
            <a:normAutofit fontScale="850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400" dirty="0"/>
              <a:t>A Dynamic Linear Data Structure.</a:t>
            </a:r>
          </a:p>
          <a:p>
            <a:pPr>
              <a:lnSpc>
                <a:spcPct val="120000"/>
              </a:lnSpc>
              <a:buFont typeface="Wingdings" panose="05000000000000000000" pitchFamily="2" charset="2"/>
              <a:buChar char="§"/>
            </a:pPr>
            <a:r>
              <a:rPr lang="en-US" sz="3400" dirty="0"/>
              <a:t>Its size can be increased and reduced on demand.</a:t>
            </a:r>
          </a:p>
          <a:p>
            <a:pPr>
              <a:lnSpc>
                <a:spcPct val="120000"/>
              </a:lnSpc>
              <a:buFont typeface="Wingdings" panose="05000000000000000000" pitchFamily="2" charset="2"/>
              <a:buChar char="§"/>
            </a:pPr>
            <a:r>
              <a:rPr lang="en-US" sz="3400" dirty="0"/>
              <a:t>A Linked List is a collection of “Nodes” in which each node consists of two components:</a:t>
            </a:r>
          </a:p>
          <a:p>
            <a:pPr>
              <a:lnSpc>
                <a:spcPct val="120000"/>
              </a:lnSpc>
              <a:buFont typeface="Wingdings" panose="05000000000000000000" pitchFamily="2" charset="2"/>
              <a:buChar char="§"/>
            </a:pPr>
            <a:r>
              <a:rPr lang="en-US" sz="3400" dirty="0"/>
              <a:t>Element/Item: holds the data</a:t>
            </a:r>
          </a:p>
          <a:p>
            <a:pPr>
              <a:lnSpc>
                <a:spcPct val="120000"/>
              </a:lnSpc>
              <a:buFont typeface="Wingdings" panose="05000000000000000000" pitchFamily="2" charset="2"/>
              <a:buChar char="§"/>
            </a:pPr>
            <a:r>
              <a:rPr lang="en-US" sz="3400" dirty="0"/>
              <a:t>Pointer: holds the address of the next node.</a:t>
            </a:r>
          </a:p>
          <a:p>
            <a:pPr>
              <a:lnSpc>
                <a:spcPct val="120000"/>
              </a:lnSpc>
              <a:buFont typeface="Wingdings" panose="05000000000000000000" pitchFamily="2" charset="2"/>
              <a:buChar char="§"/>
            </a:pPr>
            <a:r>
              <a:rPr lang="en-US" sz="3400" dirty="0"/>
              <a:t>In a Linked list, each node “links” to the next node. So, when the program runs, we only know the address of first node. That node contains the address of second node, which contains the address of 3rd node and so on.</a:t>
            </a:r>
          </a:p>
        </p:txBody>
      </p:sp>
    </p:spTree>
    <p:extLst>
      <p:ext uri="{BB962C8B-B14F-4D97-AF65-F5344CB8AC3E}">
        <p14:creationId xmlns:p14="http://schemas.microsoft.com/office/powerpoint/2010/main" val="27128941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Linked List – Memory representation</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4887878"/>
              </a:xfrm>
              <a:prstGeom prst="rect">
                <a:avLst/>
              </a:prstGeom>
            </p:spPr>
            <p:txBody>
              <a:bodyPr>
                <a:normAutofit fontScale="77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400" dirty="0"/>
                  <a:t>When a Linked List is created the System reserves a memory address (called START) to refer to the list.</a:t>
                </a:r>
              </a:p>
              <a:p>
                <a:pPr>
                  <a:lnSpc>
                    <a:spcPct val="120000"/>
                  </a:lnSpc>
                  <a:buFont typeface="Wingdings" panose="05000000000000000000" pitchFamily="2" charset="2"/>
                  <a:buChar char="§"/>
                </a:pPr>
                <a:r>
                  <a:rPr lang="en-US" sz="3400" dirty="0"/>
                  <a:t>As an element is inserted in the list, the System assigns two memory cells. First one (called INFO) to store the element and second (called LINK) to store the address of next node.</a:t>
                </a:r>
              </a:p>
              <a:p>
                <a:pPr>
                  <a:lnSpc>
                    <a:spcPct val="120000"/>
                  </a:lnSpc>
                  <a:buFont typeface="Wingdings" panose="05000000000000000000" pitchFamily="2" charset="2"/>
                  <a:buChar char="§"/>
                </a:pPr>
                <a:r>
                  <a:rPr lang="en-US" sz="3400" dirty="0"/>
                  <a:t>The size of element depends on the data type. For example, an integer may occupy 2 bytes.</a:t>
                </a:r>
              </a:p>
              <a:p>
                <a:pPr>
                  <a:lnSpc>
                    <a:spcPct val="120000"/>
                  </a:lnSpc>
                  <a:buFont typeface="Wingdings" panose="05000000000000000000" pitchFamily="2" charset="2"/>
                  <a:buChar char="§"/>
                </a:pPr>
                <a:r>
                  <a:rPr lang="en-US" sz="3400" dirty="0"/>
                  <a:t>The size of the address depends on the computer’s addressing bandwidth. For example, 4 bytes for a 32-bit computer and 8 bytes for a 64-bit computer. Therefore, a linked list of 5 elements of float type will occupy </a:t>
                </a:r>
                <a14:m>
                  <m:oMath xmlns:m="http://schemas.openxmlformats.org/officeDocument/2006/math">
                    <m:d>
                      <m:dPr>
                        <m:ctrlPr>
                          <a:rPr lang="en-US" sz="3400" b="0" i="1" smtClean="0">
                            <a:latin typeface="Cambria Math" panose="02040503050406030204" pitchFamily="18" charset="0"/>
                          </a:rPr>
                        </m:ctrlPr>
                      </m:dPr>
                      <m:e>
                        <m:r>
                          <a:rPr lang="en-US" sz="3400" b="0" i="1" smtClean="0">
                            <a:latin typeface="Cambria Math" panose="02040503050406030204" pitchFamily="18" charset="0"/>
                          </a:rPr>
                          <m:t>5</m:t>
                        </m:r>
                        <m:r>
                          <a:rPr lang="en-US" sz="3400" b="0" i="1" smtClean="0">
                            <a:latin typeface="Cambria Math" panose="02040503050406030204" pitchFamily="18" charset="0"/>
                            <a:ea typeface="Cambria Math" panose="02040503050406030204" pitchFamily="18" charset="0"/>
                          </a:rPr>
                          <m:t>×4</m:t>
                        </m:r>
                      </m:e>
                    </m:d>
                    <m:r>
                      <a:rPr lang="en-US" sz="3400" b="0" i="1" smtClean="0">
                        <a:latin typeface="Cambria Math" panose="02040503050406030204" pitchFamily="18" charset="0"/>
                        <a:ea typeface="Cambria Math" panose="02040503050406030204" pitchFamily="18" charset="0"/>
                      </a:rPr>
                      <m:t>+</m:t>
                    </m:r>
                    <m:d>
                      <m:dPr>
                        <m:ctrlPr>
                          <a:rPr lang="en-US" sz="3400" b="0" i="1" smtClean="0">
                            <a:latin typeface="Cambria Math" panose="02040503050406030204" pitchFamily="18" charset="0"/>
                            <a:ea typeface="Cambria Math" panose="02040503050406030204" pitchFamily="18" charset="0"/>
                          </a:rPr>
                        </m:ctrlPr>
                      </m:dPr>
                      <m:e>
                        <m:r>
                          <a:rPr lang="en-US" sz="3400" b="0" i="1" smtClean="0">
                            <a:latin typeface="Cambria Math" panose="02040503050406030204" pitchFamily="18" charset="0"/>
                            <a:ea typeface="Cambria Math" panose="02040503050406030204" pitchFamily="18" charset="0"/>
                          </a:rPr>
                          <m:t>5×8</m:t>
                        </m:r>
                      </m:e>
                    </m:d>
                    <m:r>
                      <a:rPr lang="en-US" sz="3400" b="0" i="1" smtClean="0">
                        <a:latin typeface="Cambria Math" panose="02040503050406030204" pitchFamily="18" charset="0"/>
                        <a:ea typeface="Cambria Math" panose="02040503050406030204" pitchFamily="18" charset="0"/>
                      </a:rPr>
                      <m:t>=60 </m:t>
                    </m:r>
                    <m:r>
                      <a:rPr lang="en-US" sz="3400" b="0" i="1" smtClean="0">
                        <a:latin typeface="Cambria Math" panose="02040503050406030204" pitchFamily="18" charset="0"/>
                        <a:ea typeface="Cambria Math" panose="02040503050406030204" pitchFamily="18" charset="0"/>
                      </a:rPr>
                      <m:t>𝑏𝑦𝑡𝑒𝑠</m:t>
                    </m:r>
                  </m:oMath>
                </a14:m>
                <a:r>
                  <a:rPr lang="en-US" sz="3400" dirty="0"/>
                  <a:t> in a 64-bit computer.</a:t>
                </a:r>
              </a:p>
              <a:p>
                <a:pPr>
                  <a:lnSpc>
                    <a:spcPct val="120000"/>
                  </a:lnSpc>
                  <a:buFont typeface="Wingdings" panose="05000000000000000000" pitchFamily="2" charset="2"/>
                  <a:buChar char="§"/>
                </a:pPr>
                <a:endParaRPr lang="en-US" sz="3400" dirty="0"/>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7"/>
                <a:ext cx="11743016" cy="4887878"/>
              </a:xfrm>
              <a:prstGeom prst="rect">
                <a:avLst/>
              </a:prstGeom>
              <a:blipFill>
                <a:blip r:embed="rId3"/>
                <a:stretch>
                  <a:fillRect l="-778" t="-998" r="-1505" b="-2120"/>
                </a:stretch>
              </a:blipFill>
            </p:spPr>
            <p:txBody>
              <a:bodyPr/>
              <a:lstStyle/>
              <a:p>
                <a:r>
                  <a:rPr lang="en-PK">
                    <a:noFill/>
                  </a:rPr>
                  <a:t> </a:t>
                </a:r>
              </a:p>
            </p:txBody>
          </p:sp>
        </mc:Fallback>
      </mc:AlternateContent>
    </p:spTree>
    <p:extLst>
      <p:ext uri="{BB962C8B-B14F-4D97-AF65-F5344CB8AC3E}">
        <p14:creationId xmlns:p14="http://schemas.microsoft.com/office/powerpoint/2010/main" val="25119342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Linked List – Memory representation</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6"/>
            <a:ext cx="11743016" cy="3252103"/>
          </a:xfrm>
          <a:prstGeom prst="rect">
            <a:avLst/>
          </a:prstGeom>
        </p:spPr>
        <p:txBody>
          <a:bodyPr>
            <a:normAutofit fontScale="925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400" dirty="0"/>
              <a:t>In the given example, INFO represents data {</a:t>
            </a:r>
            <a:r>
              <a:rPr lang="en-US" sz="3400" dirty="0" err="1"/>
              <a:t>Hafs</a:t>
            </a:r>
            <a:r>
              <a:rPr lang="en-US" sz="3400" dirty="0"/>
              <a:t>, Asra, </a:t>
            </a:r>
            <a:r>
              <a:rPr lang="en-US" sz="3400" dirty="0" err="1"/>
              <a:t>Mohimin</a:t>
            </a:r>
            <a:r>
              <a:rPr lang="en-US" sz="3400" dirty="0"/>
              <a:t>} and LINK represents addresses of next node {1080, 1160}.</a:t>
            </a:r>
          </a:p>
          <a:p>
            <a:pPr>
              <a:lnSpc>
                <a:spcPct val="120000"/>
              </a:lnSpc>
              <a:buFont typeface="Wingdings" panose="05000000000000000000" pitchFamily="2" charset="2"/>
              <a:buChar char="§"/>
            </a:pPr>
            <a:r>
              <a:rPr lang="en-US" sz="3400" dirty="0"/>
              <a:t>The START pointer stores the starting address of linked list.</a:t>
            </a:r>
          </a:p>
          <a:p>
            <a:pPr>
              <a:lnSpc>
                <a:spcPct val="120000"/>
              </a:lnSpc>
              <a:buFont typeface="Wingdings" panose="05000000000000000000" pitchFamily="2" charset="2"/>
              <a:buChar char="§"/>
            </a:pPr>
            <a:r>
              <a:rPr lang="en-US" sz="3400" dirty="0"/>
              <a:t>We see a difference of 80 between addresses because every element is a string of 10 characters of 1 bytes each.</a:t>
            </a:r>
          </a:p>
        </p:txBody>
      </p:sp>
      <p:grpSp>
        <p:nvGrpSpPr>
          <p:cNvPr id="4" name="Group 3">
            <a:extLst>
              <a:ext uri="{FF2B5EF4-FFF2-40B4-BE49-F238E27FC236}">
                <a16:creationId xmlns:a16="http://schemas.microsoft.com/office/drawing/2014/main" id="{035ED4D2-8207-A5EF-06E3-C9C8E7E62645}"/>
              </a:ext>
            </a:extLst>
          </p:cNvPr>
          <p:cNvGrpSpPr/>
          <p:nvPr/>
        </p:nvGrpSpPr>
        <p:grpSpPr>
          <a:xfrm>
            <a:off x="2438400" y="5193268"/>
            <a:ext cx="1608083" cy="738664"/>
            <a:chOff x="1345323" y="1944414"/>
            <a:chExt cx="1608083" cy="738664"/>
          </a:xfrm>
        </p:grpSpPr>
        <p:sp>
          <p:nvSpPr>
            <p:cNvPr id="5" name="TextBox 4">
              <a:extLst>
                <a:ext uri="{FF2B5EF4-FFF2-40B4-BE49-F238E27FC236}">
                  <a16:creationId xmlns:a16="http://schemas.microsoft.com/office/drawing/2014/main" id="{CCEEEE6F-DF3D-C3AF-204D-43801DF6B396}"/>
                </a:ext>
              </a:extLst>
            </p:cNvPr>
            <p:cNvSpPr txBox="1"/>
            <p:nvPr/>
          </p:nvSpPr>
          <p:spPr>
            <a:xfrm>
              <a:off x="1345323" y="1944414"/>
              <a:ext cx="1608083" cy="369332"/>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pPr algn="ctr"/>
              <a:r>
                <a:rPr lang="en-US" dirty="0" err="1"/>
                <a:t>Hafs</a:t>
              </a:r>
              <a:endParaRPr lang="en-US" dirty="0"/>
            </a:p>
          </p:txBody>
        </p:sp>
        <p:sp>
          <p:nvSpPr>
            <p:cNvPr id="6" name="TextBox 5">
              <a:extLst>
                <a:ext uri="{FF2B5EF4-FFF2-40B4-BE49-F238E27FC236}">
                  <a16:creationId xmlns:a16="http://schemas.microsoft.com/office/drawing/2014/main" id="{32B2D681-53C3-D88E-9FFA-B1D97339193D}"/>
                </a:ext>
              </a:extLst>
            </p:cNvPr>
            <p:cNvSpPr txBox="1"/>
            <p:nvPr/>
          </p:nvSpPr>
          <p:spPr>
            <a:xfrm>
              <a:off x="1345324" y="2313746"/>
              <a:ext cx="1608082" cy="369332"/>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dirty="0"/>
                <a:t>Next: 1080</a:t>
              </a:r>
            </a:p>
          </p:txBody>
        </p:sp>
      </p:grpSp>
      <p:grpSp>
        <p:nvGrpSpPr>
          <p:cNvPr id="7" name="Group 6">
            <a:extLst>
              <a:ext uri="{FF2B5EF4-FFF2-40B4-BE49-F238E27FC236}">
                <a16:creationId xmlns:a16="http://schemas.microsoft.com/office/drawing/2014/main" id="{B8BA0249-8BA6-BB84-01F9-6B39C25C8229}"/>
              </a:ext>
            </a:extLst>
          </p:cNvPr>
          <p:cNvGrpSpPr/>
          <p:nvPr/>
        </p:nvGrpSpPr>
        <p:grpSpPr>
          <a:xfrm>
            <a:off x="5370789" y="5193268"/>
            <a:ext cx="1608083" cy="738664"/>
            <a:chOff x="1345323" y="1944414"/>
            <a:chExt cx="1608083" cy="738664"/>
          </a:xfrm>
        </p:grpSpPr>
        <p:sp>
          <p:nvSpPr>
            <p:cNvPr id="8" name="TextBox 7">
              <a:extLst>
                <a:ext uri="{FF2B5EF4-FFF2-40B4-BE49-F238E27FC236}">
                  <a16:creationId xmlns:a16="http://schemas.microsoft.com/office/drawing/2014/main" id="{BCDD5444-1B6A-3D1D-FB59-B781998C1B2E}"/>
                </a:ext>
              </a:extLst>
            </p:cNvPr>
            <p:cNvSpPr txBox="1"/>
            <p:nvPr/>
          </p:nvSpPr>
          <p:spPr>
            <a:xfrm>
              <a:off x="1345323" y="1944414"/>
              <a:ext cx="1608083" cy="369332"/>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pPr algn="ctr"/>
              <a:r>
                <a:rPr lang="en-US" dirty="0"/>
                <a:t>Asra</a:t>
              </a:r>
            </a:p>
          </p:txBody>
        </p:sp>
        <p:sp>
          <p:nvSpPr>
            <p:cNvPr id="9" name="TextBox 8">
              <a:extLst>
                <a:ext uri="{FF2B5EF4-FFF2-40B4-BE49-F238E27FC236}">
                  <a16:creationId xmlns:a16="http://schemas.microsoft.com/office/drawing/2014/main" id="{2BB16D3B-8CD3-30D9-8A81-6E51B1201DA6}"/>
                </a:ext>
              </a:extLst>
            </p:cNvPr>
            <p:cNvSpPr txBox="1"/>
            <p:nvPr/>
          </p:nvSpPr>
          <p:spPr>
            <a:xfrm>
              <a:off x="1345324" y="2313746"/>
              <a:ext cx="1608082" cy="369332"/>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dirty="0"/>
                <a:t>Next: 1160</a:t>
              </a:r>
            </a:p>
          </p:txBody>
        </p:sp>
      </p:grpSp>
      <p:cxnSp>
        <p:nvCxnSpPr>
          <p:cNvPr id="10" name="Connector: Elbow 9">
            <a:extLst>
              <a:ext uri="{FF2B5EF4-FFF2-40B4-BE49-F238E27FC236}">
                <a16:creationId xmlns:a16="http://schemas.microsoft.com/office/drawing/2014/main" id="{51930262-D63B-59B6-DD99-8DD4B932F9F8}"/>
              </a:ext>
            </a:extLst>
          </p:cNvPr>
          <p:cNvCxnSpPr>
            <a:stCxn id="6" idx="3"/>
            <a:endCxn id="8" idx="1"/>
          </p:cNvCxnSpPr>
          <p:nvPr/>
        </p:nvCxnSpPr>
        <p:spPr>
          <a:xfrm flipV="1">
            <a:off x="4046483" y="5377934"/>
            <a:ext cx="1324306" cy="369332"/>
          </a:xfrm>
          <a:prstGeom prst="bentConnector3">
            <a:avLst/>
          </a:prstGeom>
          <a:ln>
            <a:tailEnd type="triangle"/>
          </a:ln>
        </p:spPr>
        <p:style>
          <a:lnRef idx="1">
            <a:schemeClr val="dk1"/>
          </a:lnRef>
          <a:fillRef idx="0">
            <a:schemeClr val="dk1"/>
          </a:fillRef>
          <a:effectRef idx="0">
            <a:schemeClr val="dk1"/>
          </a:effectRef>
          <a:fontRef idx="minor">
            <a:schemeClr val="tx1"/>
          </a:fontRef>
        </p:style>
      </p:cxnSp>
      <p:sp>
        <p:nvSpPr>
          <p:cNvPr id="11" name="TextBox 10">
            <a:extLst>
              <a:ext uri="{FF2B5EF4-FFF2-40B4-BE49-F238E27FC236}">
                <a16:creationId xmlns:a16="http://schemas.microsoft.com/office/drawing/2014/main" id="{70C3E1D7-907A-0B8A-29AE-574F4D5BB7F7}"/>
              </a:ext>
            </a:extLst>
          </p:cNvPr>
          <p:cNvSpPr txBox="1"/>
          <p:nvPr/>
        </p:nvSpPr>
        <p:spPr>
          <a:xfrm>
            <a:off x="2438400" y="4784690"/>
            <a:ext cx="1708761" cy="369332"/>
          </a:xfrm>
          <a:prstGeom prst="rect">
            <a:avLst/>
          </a:prstGeom>
          <a:noFill/>
        </p:spPr>
        <p:txBody>
          <a:bodyPr wrap="square" rtlCol="0">
            <a:spAutoFit/>
          </a:bodyPr>
          <a:lstStyle/>
          <a:p>
            <a:r>
              <a:rPr lang="en-US" b="1" dirty="0"/>
              <a:t>START 1000</a:t>
            </a:r>
          </a:p>
        </p:txBody>
      </p:sp>
      <p:sp>
        <p:nvSpPr>
          <p:cNvPr id="12" name="TextBox 11">
            <a:extLst>
              <a:ext uri="{FF2B5EF4-FFF2-40B4-BE49-F238E27FC236}">
                <a16:creationId xmlns:a16="http://schemas.microsoft.com/office/drawing/2014/main" id="{DC961107-034A-8B0A-DC82-0BF9D8EAC6A0}"/>
              </a:ext>
            </a:extLst>
          </p:cNvPr>
          <p:cNvSpPr txBox="1"/>
          <p:nvPr/>
        </p:nvSpPr>
        <p:spPr>
          <a:xfrm>
            <a:off x="1680235" y="5193268"/>
            <a:ext cx="657488" cy="369332"/>
          </a:xfrm>
          <a:prstGeom prst="rect">
            <a:avLst/>
          </a:prstGeom>
          <a:noFill/>
        </p:spPr>
        <p:txBody>
          <a:bodyPr wrap="none" rtlCol="0">
            <a:spAutoFit/>
          </a:bodyPr>
          <a:lstStyle/>
          <a:p>
            <a:r>
              <a:rPr lang="en-US" b="1" dirty="0"/>
              <a:t>INFO</a:t>
            </a:r>
          </a:p>
        </p:txBody>
      </p:sp>
      <p:sp>
        <p:nvSpPr>
          <p:cNvPr id="13" name="TextBox 12">
            <a:extLst>
              <a:ext uri="{FF2B5EF4-FFF2-40B4-BE49-F238E27FC236}">
                <a16:creationId xmlns:a16="http://schemas.microsoft.com/office/drawing/2014/main" id="{E3B25292-4B02-83B6-E074-1509A83ECAA2}"/>
              </a:ext>
            </a:extLst>
          </p:cNvPr>
          <p:cNvSpPr txBox="1"/>
          <p:nvPr/>
        </p:nvSpPr>
        <p:spPr>
          <a:xfrm>
            <a:off x="1680235" y="5562600"/>
            <a:ext cx="622286" cy="369332"/>
          </a:xfrm>
          <a:prstGeom prst="rect">
            <a:avLst/>
          </a:prstGeom>
          <a:noFill/>
        </p:spPr>
        <p:txBody>
          <a:bodyPr wrap="none" rtlCol="0">
            <a:spAutoFit/>
          </a:bodyPr>
          <a:lstStyle/>
          <a:p>
            <a:r>
              <a:rPr lang="en-US" b="1" dirty="0"/>
              <a:t>LINK</a:t>
            </a:r>
          </a:p>
        </p:txBody>
      </p:sp>
      <p:grpSp>
        <p:nvGrpSpPr>
          <p:cNvPr id="14" name="Group 13">
            <a:extLst>
              <a:ext uri="{FF2B5EF4-FFF2-40B4-BE49-F238E27FC236}">
                <a16:creationId xmlns:a16="http://schemas.microsoft.com/office/drawing/2014/main" id="{CF183199-1BC6-F90B-4CE4-9B01C3C025BE}"/>
              </a:ext>
            </a:extLst>
          </p:cNvPr>
          <p:cNvGrpSpPr/>
          <p:nvPr/>
        </p:nvGrpSpPr>
        <p:grpSpPr>
          <a:xfrm>
            <a:off x="8303178" y="5193268"/>
            <a:ext cx="1608083" cy="738664"/>
            <a:chOff x="1345323" y="1944414"/>
            <a:chExt cx="1608083" cy="738664"/>
          </a:xfrm>
        </p:grpSpPr>
        <p:sp>
          <p:nvSpPr>
            <p:cNvPr id="15" name="TextBox 14">
              <a:extLst>
                <a:ext uri="{FF2B5EF4-FFF2-40B4-BE49-F238E27FC236}">
                  <a16:creationId xmlns:a16="http://schemas.microsoft.com/office/drawing/2014/main" id="{B5647F3F-90A6-CE5D-B421-DF547874E376}"/>
                </a:ext>
              </a:extLst>
            </p:cNvPr>
            <p:cNvSpPr txBox="1"/>
            <p:nvPr/>
          </p:nvSpPr>
          <p:spPr>
            <a:xfrm>
              <a:off x="1345323" y="1944414"/>
              <a:ext cx="1608083" cy="369332"/>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pPr algn="ctr"/>
              <a:r>
                <a:rPr lang="en-US" dirty="0" err="1"/>
                <a:t>Mohimin</a:t>
              </a:r>
              <a:endParaRPr lang="en-US" dirty="0"/>
            </a:p>
          </p:txBody>
        </p:sp>
        <p:sp>
          <p:nvSpPr>
            <p:cNvPr id="16" name="TextBox 15">
              <a:extLst>
                <a:ext uri="{FF2B5EF4-FFF2-40B4-BE49-F238E27FC236}">
                  <a16:creationId xmlns:a16="http://schemas.microsoft.com/office/drawing/2014/main" id="{3362DF9A-5687-256F-D80B-029E97C9A165}"/>
                </a:ext>
              </a:extLst>
            </p:cNvPr>
            <p:cNvSpPr txBox="1"/>
            <p:nvPr/>
          </p:nvSpPr>
          <p:spPr>
            <a:xfrm>
              <a:off x="1345324" y="2313746"/>
              <a:ext cx="1608082" cy="369332"/>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dirty="0"/>
                <a:t>Next: Null</a:t>
              </a:r>
            </a:p>
          </p:txBody>
        </p:sp>
      </p:grpSp>
      <p:cxnSp>
        <p:nvCxnSpPr>
          <p:cNvPr id="17" name="Connector: Elbow 16">
            <a:extLst>
              <a:ext uri="{FF2B5EF4-FFF2-40B4-BE49-F238E27FC236}">
                <a16:creationId xmlns:a16="http://schemas.microsoft.com/office/drawing/2014/main" id="{DD76BC2F-B389-E355-D446-1FE1724268F5}"/>
              </a:ext>
            </a:extLst>
          </p:cNvPr>
          <p:cNvCxnSpPr>
            <a:cxnSpLocks/>
            <a:stCxn id="9" idx="3"/>
            <a:endCxn id="15" idx="1"/>
          </p:cNvCxnSpPr>
          <p:nvPr/>
        </p:nvCxnSpPr>
        <p:spPr>
          <a:xfrm flipV="1">
            <a:off x="6978872" y="5377934"/>
            <a:ext cx="1324306" cy="369332"/>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2965110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Linked List</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8548748" cy="4887878"/>
          </a:xfrm>
          <a:prstGeom prst="rect">
            <a:avLst/>
          </a:prstGeom>
        </p:spPr>
        <p:txBody>
          <a:bodyPr>
            <a:normAutofit fontScale="92500"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400" dirty="0"/>
              <a:t>In this Linked List that contains student names, the first node is at the address 1000 and 10 bytes.</a:t>
            </a:r>
          </a:p>
          <a:p>
            <a:pPr>
              <a:lnSpc>
                <a:spcPct val="120000"/>
              </a:lnSpc>
              <a:buFont typeface="Wingdings" panose="05000000000000000000" pitchFamily="2" charset="2"/>
              <a:buChar char="§"/>
            </a:pPr>
            <a:r>
              <a:rPr lang="en-US" sz="3400" dirty="0"/>
              <a:t>It also contains an address of the next node which is 1080.</a:t>
            </a:r>
          </a:p>
          <a:p>
            <a:pPr>
              <a:lnSpc>
                <a:spcPct val="120000"/>
              </a:lnSpc>
              <a:buFont typeface="Wingdings" panose="05000000000000000000" pitchFamily="2" charset="2"/>
              <a:buChar char="§"/>
            </a:pPr>
            <a:r>
              <a:rPr lang="en-US" sz="3400" dirty="0"/>
              <a:t>Last node does not carry any address next to it.</a:t>
            </a:r>
          </a:p>
          <a:p>
            <a:pPr>
              <a:lnSpc>
                <a:spcPct val="120000"/>
              </a:lnSpc>
              <a:buFont typeface="Wingdings" panose="05000000000000000000" pitchFamily="2" charset="2"/>
              <a:buChar char="§"/>
            </a:pPr>
            <a:r>
              <a:rPr lang="en-US" sz="3400" dirty="0"/>
              <a:t>At first glance, this looks quite similar to an array. But the real magic is when we want to insert or delete something.</a:t>
            </a:r>
          </a:p>
        </p:txBody>
      </p:sp>
      <p:graphicFrame>
        <p:nvGraphicFramePr>
          <p:cNvPr id="4" name="Diagram 3">
            <a:extLst>
              <a:ext uri="{FF2B5EF4-FFF2-40B4-BE49-F238E27FC236}">
                <a16:creationId xmlns:a16="http://schemas.microsoft.com/office/drawing/2014/main" id="{5FC0CFD4-BA57-42AE-CFE8-85D035DE1FA1}"/>
              </a:ext>
            </a:extLst>
          </p:cNvPr>
          <p:cNvGraphicFramePr/>
          <p:nvPr/>
        </p:nvGraphicFramePr>
        <p:xfrm>
          <a:off x="8769132" y="1435591"/>
          <a:ext cx="2913494" cy="489804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8558153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Linked List Operations – INSERT</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8548748" cy="4887878"/>
          </a:xfrm>
          <a:prstGeom prst="rect">
            <a:avLst/>
          </a:prstGeom>
        </p:spPr>
        <p:txBody>
          <a:bodyPr>
            <a:normAutofit fontScale="925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400" dirty="0"/>
              <a:t>Let’s add another student “Uzair”. This student should come right after Omar Khan.</a:t>
            </a:r>
          </a:p>
          <a:p>
            <a:pPr>
              <a:lnSpc>
                <a:spcPct val="120000"/>
              </a:lnSpc>
              <a:buFont typeface="Wingdings" panose="05000000000000000000" pitchFamily="2" charset="2"/>
              <a:buChar char="§"/>
            </a:pPr>
            <a:r>
              <a:rPr lang="en-US" sz="3400" dirty="0"/>
              <a:t>We ask the OS to assign memory for a new Node. We were expecting 1480 to be the new address, However, the OS gives us an address 3000 since addressing is dynamic.</a:t>
            </a:r>
          </a:p>
          <a:p>
            <a:pPr>
              <a:lnSpc>
                <a:spcPct val="120000"/>
              </a:lnSpc>
              <a:buFont typeface="Wingdings" panose="05000000000000000000" pitchFamily="2" charset="2"/>
              <a:buChar char="§"/>
            </a:pPr>
            <a:r>
              <a:rPr lang="en-US" sz="3400" dirty="0"/>
              <a:t>Now the new node is attached to address 3000 and Omar Khan’s </a:t>
            </a:r>
            <a:r>
              <a:rPr lang="en-US" sz="3400" u="sng" dirty="0"/>
              <a:t>pointer</a:t>
            </a:r>
            <a:r>
              <a:rPr lang="en-US" sz="3400" dirty="0"/>
              <a:t> stores this address.</a:t>
            </a:r>
          </a:p>
        </p:txBody>
      </p:sp>
      <p:graphicFrame>
        <p:nvGraphicFramePr>
          <p:cNvPr id="4" name="Diagram 3">
            <a:extLst>
              <a:ext uri="{FF2B5EF4-FFF2-40B4-BE49-F238E27FC236}">
                <a16:creationId xmlns:a16="http://schemas.microsoft.com/office/drawing/2014/main" id="{5FC0CFD4-BA57-42AE-CFE8-85D035DE1FA1}"/>
              </a:ext>
            </a:extLst>
          </p:cNvPr>
          <p:cNvGraphicFramePr/>
          <p:nvPr>
            <p:extLst>
              <p:ext uri="{D42A27DB-BD31-4B8C-83A1-F6EECF244321}">
                <p14:modId xmlns:p14="http://schemas.microsoft.com/office/powerpoint/2010/main" val="558546284"/>
              </p:ext>
            </p:extLst>
          </p:nvPr>
        </p:nvGraphicFramePr>
        <p:xfrm>
          <a:off x="8769132" y="1435591"/>
          <a:ext cx="2913494" cy="489804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5" name="Diagram 4">
            <a:extLst>
              <a:ext uri="{FF2B5EF4-FFF2-40B4-BE49-F238E27FC236}">
                <a16:creationId xmlns:a16="http://schemas.microsoft.com/office/drawing/2014/main" id="{04D2B6A7-41B4-DC53-AF4F-B7A166E9654E}"/>
              </a:ext>
            </a:extLst>
          </p:cNvPr>
          <p:cNvGraphicFramePr/>
          <p:nvPr>
            <p:extLst>
              <p:ext uri="{D42A27DB-BD31-4B8C-83A1-F6EECF244321}">
                <p14:modId xmlns:p14="http://schemas.microsoft.com/office/powerpoint/2010/main" val="3260932941"/>
              </p:ext>
            </p:extLst>
          </p:nvPr>
        </p:nvGraphicFramePr>
        <p:xfrm>
          <a:off x="8769132" y="1435591"/>
          <a:ext cx="2913494" cy="4898049"/>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graphicFrame>
        <p:nvGraphicFramePr>
          <p:cNvPr id="6" name="Diagram 5">
            <a:extLst>
              <a:ext uri="{FF2B5EF4-FFF2-40B4-BE49-F238E27FC236}">
                <a16:creationId xmlns:a16="http://schemas.microsoft.com/office/drawing/2014/main" id="{74D6ECAB-67AC-56BC-75F7-77DD96EA7E2D}"/>
              </a:ext>
            </a:extLst>
          </p:cNvPr>
          <p:cNvGraphicFramePr/>
          <p:nvPr>
            <p:extLst>
              <p:ext uri="{D42A27DB-BD31-4B8C-83A1-F6EECF244321}">
                <p14:modId xmlns:p14="http://schemas.microsoft.com/office/powerpoint/2010/main" val="1273760477"/>
              </p:ext>
            </p:extLst>
          </p:nvPr>
        </p:nvGraphicFramePr>
        <p:xfrm>
          <a:off x="8769132" y="1435591"/>
          <a:ext cx="2913494" cy="4213719"/>
        </p:xfrm>
        <a:graphic>
          <a:graphicData uri="http://schemas.openxmlformats.org/drawingml/2006/diagram">
            <dgm:relIds xmlns:dgm="http://schemas.openxmlformats.org/drawingml/2006/diagram" xmlns:r="http://schemas.openxmlformats.org/officeDocument/2006/relationships" r:dm="rId13" r:lo="rId14" r:qs="rId15" r:cs="rId16"/>
          </a:graphicData>
        </a:graphic>
      </p:graphicFrame>
    </p:spTree>
    <p:extLst>
      <p:ext uri="{BB962C8B-B14F-4D97-AF65-F5344CB8AC3E}">
        <p14:creationId xmlns:p14="http://schemas.microsoft.com/office/powerpoint/2010/main" val="14977115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subTnLst>
                                    <p:set>
                                      <p:cBhvr override="childStyle">
                                        <p:cTn dur="1" fill="hold" display="0" masterRel="nextClick" afterEffect="1"/>
                                        <p:tgtEl>
                                          <p:spTgt spid="5"/>
                                        </p:tgtEl>
                                        <p:attrNameLst>
                                          <p:attrName>style.visibility</p:attrName>
                                        </p:attrNameLst>
                                      </p:cBhvr>
                                      <p:to>
                                        <p:strVal val="hidden"/>
                                      </p:to>
                                    </p:set>
                                  </p:sub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subTnLst>
                                    <p:set>
                                      <p:cBhvr override="childStyle">
                                        <p:cTn dur="1" fill="hold" display="0" masterRel="nextClick" afterEffect="1"/>
                                        <p:tgtEl>
                                          <p:spTgt spid="6"/>
                                        </p:tgtEl>
                                        <p:attrNameLst>
                                          <p:attrName>style.visibility</p:attrName>
                                        </p:attrNameLst>
                                      </p:cBhvr>
                                      <p:to>
                                        <p:strVal val="hidden"/>
                                      </p:to>
                                    </p:set>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Graphic spid="5" grpId="0">
        <p:bldAsOne/>
      </p:bldGraphic>
      <p:bldGraphic spid="6" grpId="0">
        <p:bldAsOne/>
      </p:bldGraphic>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Linked List Operations – INSERT</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4887878"/>
          </a:xfrm>
          <a:prstGeom prst="rect">
            <a:avLst/>
          </a:prstGeom>
        </p:spPr>
        <p:txBody>
          <a:bodyPr>
            <a:normAutofit fontScale="85000"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400" dirty="0"/>
              <a:t>Note the key difference from an Array here. In case of an array, the memory is already allocated on initializing. So, the address of Uzair would be 1480.</a:t>
            </a:r>
          </a:p>
          <a:p>
            <a:pPr>
              <a:lnSpc>
                <a:spcPct val="120000"/>
              </a:lnSpc>
              <a:buFont typeface="Wingdings" panose="05000000000000000000" pitchFamily="2" charset="2"/>
              <a:buChar char="§"/>
            </a:pPr>
            <a:r>
              <a:rPr lang="en-US" sz="3400" dirty="0"/>
              <a:t>In an array, there’s already reserved space in memory for new items. Here, we see that the program requests the OS to allocate more memory when needed.</a:t>
            </a:r>
          </a:p>
          <a:p>
            <a:pPr>
              <a:lnSpc>
                <a:spcPct val="120000"/>
              </a:lnSpc>
              <a:buFont typeface="Wingdings" panose="05000000000000000000" pitchFamily="2" charset="2"/>
              <a:buChar char="§"/>
            </a:pPr>
            <a:r>
              <a:rPr lang="en-US" sz="3400" dirty="0"/>
              <a:t>If there’s no more memory to allocate, then the OS will send an error. This condition is called “Memory Overflow”.</a:t>
            </a:r>
          </a:p>
          <a:p>
            <a:pPr>
              <a:lnSpc>
                <a:spcPct val="120000"/>
              </a:lnSpc>
              <a:buFont typeface="Wingdings" panose="05000000000000000000" pitchFamily="2" charset="2"/>
              <a:buChar char="§"/>
            </a:pPr>
            <a:r>
              <a:rPr lang="en-US" sz="3400" dirty="0"/>
              <a:t>The main advantage is that we can add as many items as we like until the memory is full.</a:t>
            </a:r>
          </a:p>
        </p:txBody>
      </p:sp>
    </p:spTree>
    <p:extLst>
      <p:ext uri="{BB962C8B-B14F-4D97-AF65-F5344CB8AC3E}">
        <p14:creationId xmlns:p14="http://schemas.microsoft.com/office/powerpoint/2010/main" val="42048258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7F715397-106A-98CF-793C-1E4C729864A8}"/>
              </a:ext>
            </a:extLst>
          </p:cNvPr>
          <p:cNvGrpSpPr/>
          <p:nvPr/>
        </p:nvGrpSpPr>
        <p:grpSpPr>
          <a:xfrm>
            <a:off x="440447" y="1388136"/>
            <a:ext cx="1608083" cy="738664"/>
            <a:chOff x="1345323" y="1944414"/>
            <a:chExt cx="1608083" cy="738664"/>
          </a:xfrm>
        </p:grpSpPr>
        <p:sp>
          <p:nvSpPr>
            <p:cNvPr id="3" name="TextBox 2">
              <a:extLst>
                <a:ext uri="{FF2B5EF4-FFF2-40B4-BE49-F238E27FC236}">
                  <a16:creationId xmlns:a16="http://schemas.microsoft.com/office/drawing/2014/main" id="{0C9084F0-31D5-26BD-9910-96C488EF7D5A}"/>
                </a:ext>
              </a:extLst>
            </p:cNvPr>
            <p:cNvSpPr txBox="1"/>
            <p:nvPr/>
          </p:nvSpPr>
          <p:spPr>
            <a:xfrm>
              <a:off x="1345323" y="1944414"/>
              <a:ext cx="1608083" cy="369332"/>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pPr algn="ctr"/>
              <a:r>
                <a:rPr lang="en-US" dirty="0" err="1"/>
                <a:t>Hafs</a:t>
              </a:r>
              <a:endParaRPr lang="en-US" dirty="0"/>
            </a:p>
          </p:txBody>
        </p:sp>
        <p:sp>
          <p:nvSpPr>
            <p:cNvPr id="4" name="TextBox 3">
              <a:extLst>
                <a:ext uri="{FF2B5EF4-FFF2-40B4-BE49-F238E27FC236}">
                  <a16:creationId xmlns:a16="http://schemas.microsoft.com/office/drawing/2014/main" id="{9B939B01-4371-4512-9166-7ECB8BDBF563}"/>
                </a:ext>
              </a:extLst>
            </p:cNvPr>
            <p:cNvSpPr txBox="1"/>
            <p:nvPr/>
          </p:nvSpPr>
          <p:spPr>
            <a:xfrm>
              <a:off x="1345324" y="2313746"/>
              <a:ext cx="1608082" cy="369332"/>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dirty="0"/>
                <a:t>Next: 1080</a:t>
              </a:r>
            </a:p>
          </p:txBody>
        </p:sp>
      </p:grpSp>
      <p:grpSp>
        <p:nvGrpSpPr>
          <p:cNvPr id="8" name="Group 7">
            <a:extLst>
              <a:ext uri="{FF2B5EF4-FFF2-40B4-BE49-F238E27FC236}">
                <a16:creationId xmlns:a16="http://schemas.microsoft.com/office/drawing/2014/main" id="{304623F3-2DBB-88E7-62D3-FF7010F09DBC}"/>
              </a:ext>
            </a:extLst>
          </p:cNvPr>
          <p:cNvGrpSpPr/>
          <p:nvPr/>
        </p:nvGrpSpPr>
        <p:grpSpPr>
          <a:xfrm>
            <a:off x="2332310" y="1388136"/>
            <a:ext cx="1608083" cy="738664"/>
            <a:chOff x="1345323" y="1944414"/>
            <a:chExt cx="1608083" cy="738664"/>
          </a:xfrm>
        </p:grpSpPr>
        <p:sp>
          <p:nvSpPr>
            <p:cNvPr id="9" name="TextBox 8">
              <a:extLst>
                <a:ext uri="{FF2B5EF4-FFF2-40B4-BE49-F238E27FC236}">
                  <a16:creationId xmlns:a16="http://schemas.microsoft.com/office/drawing/2014/main" id="{B744A489-0B32-EA90-A862-7CE6D5230B2C}"/>
                </a:ext>
              </a:extLst>
            </p:cNvPr>
            <p:cNvSpPr txBox="1"/>
            <p:nvPr/>
          </p:nvSpPr>
          <p:spPr>
            <a:xfrm>
              <a:off x="1345323" y="1944414"/>
              <a:ext cx="1608083" cy="369332"/>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pPr algn="ctr"/>
              <a:r>
                <a:rPr lang="en-US" dirty="0"/>
                <a:t>Asra</a:t>
              </a:r>
            </a:p>
          </p:txBody>
        </p:sp>
        <p:sp>
          <p:nvSpPr>
            <p:cNvPr id="10" name="TextBox 9">
              <a:extLst>
                <a:ext uri="{FF2B5EF4-FFF2-40B4-BE49-F238E27FC236}">
                  <a16:creationId xmlns:a16="http://schemas.microsoft.com/office/drawing/2014/main" id="{AEEE21A3-53BF-D0F8-ECBC-5CEEC4866A3E}"/>
                </a:ext>
              </a:extLst>
            </p:cNvPr>
            <p:cNvSpPr txBox="1"/>
            <p:nvPr/>
          </p:nvSpPr>
          <p:spPr>
            <a:xfrm>
              <a:off x="1345324" y="2313746"/>
              <a:ext cx="1608082" cy="369332"/>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dirty="0"/>
                <a:t>Next: Null</a:t>
              </a:r>
            </a:p>
          </p:txBody>
        </p:sp>
      </p:grpSp>
      <p:cxnSp>
        <p:nvCxnSpPr>
          <p:cNvPr id="18" name="Connector: Elbow 17">
            <a:extLst>
              <a:ext uri="{FF2B5EF4-FFF2-40B4-BE49-F238E27FC236}">
                <a16:creationId xmlns:a16="http://schemas.microsoft.com/office/drawing/2014/main" id="{550D90A1-CFF5-DE75-EF1C-1DAC5EA1D01F}"/>
              </a:ext>
            </a:extLst>
          </p:cNvPr>
          <p:cNvCxnSpPr>
            <a:stCxn id="4" idx="3"/>
            <a:endCxn id="9" idx="1"/>
          </p:cNvCxnSpPr>
          <p:nvPr/>
        </p:nvCxnSpPr>
        <p:spPr>
          <a:xfrm flipV="1">
            <a:off x="2048530" y="1572802"/>
            <a:ext cx="283780" cy="369332"/>
          </a:xfrm>
          <a:prstGeom prst="bentConnector3">
            <a:avLst/>
          </a:prstGeom>
          <a:ln>
            <a:tailEnd type="triangle"/>
          </a:ln>
        </p:spPr>
        <p:style>
          <a:lnRef idx="1">
            <a:schemeClr val="dk1"/>
          </a:lnRef>
          <a:fillRef idx="0">
            <a:schemeClr val="dk1"/>
          </a:fillRef>
          <a:effectRef idx="0">
            <a:schemeClr val="dk1"/>
          </a:effectRef>
          <a:fontRef idx="minor">
            <a:schemeClr val="tx1"/>
          </a:fontRef>
        </p:style>
      </p:cxnSp>
      <p:grpSp>
        <p:nvGrpSpPr>
          <p:cNvPr id="19" name="Group 18">
            <a:extLst>
              <a:ext uri="{FF2B5EF4-FFF2-40B4-BE49-F238E27FC236}">
                <a16:creationId xmlns:a16="http://schemas.microsoft.com/office/drawing/2014/main" id="{F7F13E16-BD43-0AF7-4E67-5BDAE6D2D7E5}"/>
              </a:ext>
            </a:extLst>
          </p:cNvPr>
          <p:cNvGrpSpPr/>
          <p:nvPr/>
        </p:nvGrpSpPr>
        <p:grpSpPr>
          <a:xfrm>
            <a:off x="440447" y="367704"/>
            <a:ext cx="1608083" cy="738664"/>
            <a:chOff x="1345323" y="1944414"/>
            <a:chExt cx="1608083" cy="738664"/>
          </a:xfrm>
        </p:grpSpPr>
        <p:sp>
          <p:nvSpPr>
            <p:cNvPr id="20" name="TextBox 19">
              <a:extLst>
                <a:ext uri="{FF2B5EF4-FFF2-40B4-BE49-F238E27FC236}">
                  <a16:creationId xmlns:a16="http://schemas.microsoft.com/office/drawing/2014/main" id="{643AD955-F0C7-F881-8781-34B458C434D3}"/>
                </a:ext>
              </a:extLst>
            </p:cNvPr>
            <p:cNvSpPr txBox="1"/>
            <p:nvPr/>
          </p:nvSpPr>
          <p:spPr>
            <a:xfrm>
              <a:off x="1345323" y="1944414"/>
              <a:ext cx="1608083" cy="369332"/>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pPr algn="ctr"/>
              <a:r>
                <a:rPr lang="en-US" dirty="0" err="1"/>
                <a:t>Hafs</a:t>
              </a:r>
              <a:endParaRPr lang="en-US" dirty="0"/>
            </a:p>
          </p:txBody>
        </p:sp>
        <p:sp>
          <p:nvSpPr>
            <p:cNvPr id="21" name="TextBox 20">
              <a:extLst>
                <a:ext uri="{FF2B5EF4-FFF2-40B4-BE49-F238E27FC236}">
                  <a16:creationId xmlns:a16="http://schemas.microsoft.com/office/drawing/2014/main" id="{2BD95AAB-77CA-A491-30EB-8F875FAC2A6B}"/>
                </a:ext>
              </a:extLst>
            </p:cNvPr>
            <p:cNvSpPr txBox="1"/>
            <p:nvPr/>
          </p:nvSpPr>
          <p:spPr>
            <a:xfrm>
              <a:off x="1345324" y="2313746"/>
              <a:ext cx="1608082" cy="369332"/>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dirty="0"/>
                <a:t>Next: Null</a:t>
              </a:r>
            </a:p>
          </p:txBody>
        </p:sp>
      </p:grpSp>
      <p:grpSp>
        <p:nvGrpSpPr>
          <p:cNvPr id="22" name="Group 21">
            <a:extLst>
              <a:ext uri="{FF2B5EF4-FFF2-40B4-BE49-F238E27FC236}">
                <a16:creationId xmlns:a16="http://schemas.microsoft.com/office/drawing/2014/main" id="{14F21968-EEC2-01E1-1532-A686843C00A8}"/>
              </a:ext>
            </a:extLst>
          </p:cNvPr>
          <p:cNvGrpSpPr/>
          <p:nvPr/>
        </p:nvGrpSpPr>
        <p:grpSpPr>
          <a:xfrm>
            <a:off x="442198" y="2408568"/>
            <a:ext cx="1608083" cy="738664"/>
            <a:chOff x="1345323" y="1944414"/>
            <a:chExt cx="1608083" cy="738664"/>
          </a:xfrm>
        </p:grpSpPr>
        <p:sp>
          <p:nvSpPr>
            <p:cNvPr id="23" name="TextBox 22">
              <a:extLst>
                <a:ext uri="{FF2B5EF4-FFF2-40B4-BE49-F238E27FC236}">
                  <a16:creationId xmlns:a16="http://schemas.microsoft.com/office/drawing/2014/main" id="{2726F4D7-0298-DD9F-650E-5951F1470881}"/>
                </a:ext>
              </a:extLst>
            </p:cNvPr>
            <p:cNvSpPr txBox="1"/>
            <p:nvPr/>
          </p:nvSpPr>
          <p:spPr>
            <a:xfrm>
              <a:off x="1345323" y="1944414"/>
              <a:ext cx="1608083" cy="369332"/>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pPr algn="ctr"/>
              <a:r>
                <a:rPr lang="en-US" dirty="0" err="1"/>
                <a:t>Hafs</a:t>
              </a:r>
              <a:endParaRPr lang="en-US" dirty="0"/>
            </a:p>
          </p:txBody>
        </p:sp>
        <p:sp>
          <p:nvSpPr>
            <p:cNvPr id="24" name="TextBox 23">
              <a:extLst>
                <a:ext uri="{FF2B5EF4-FFF2-40B4-BE49-F238E27FC236}">
                  <a16:creationId xmlns:a16="http://schemas.microsoft.com/office/drawing/2014/main" id="{16B0769C-6FCC-1DB2-2F16-D76C22BBB848}"/>
                </a:ext>
              </a:extLst>
            </p:cNvPr>
            <p:cNvSpPr txBox="1"/>
            <p:nvPr/>
          </p:nvSpPr>
          <p:spPr>
            <a:xfrm>
              <a:off x="1345324" y="2313746"/>
              <a:ext cx="1608082" cy="369332"/>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dirty="0"/>
                <a:t>Next: 1080</a:t>
              </a:r>
            </a:p>
          </p:txBody>
        </p:sp>
      </p:grpSp>
      <p:grpSp>
        <p:nvGrpSpPr>
          <p:cNvPr id="25" name="Group 24">
            <a:extLst>
              <a:ext uri="{FF2B5EF4-FFF2-40B4-BE49-F238E27FC236}">
                <a16:creationId xmlns:a16="http://schemas.microsoft.com/office/drawing/2014/main" id="{A11CC732-6AB8-9E2C-6926-DE293B6A8A75}"/>
              </a:ext>
            </a:extLst>
          </p:cNvPr>
          <p:cNvGrpSpPr/>
          <p:nvPr/>
        </p:nvGrpSpPr>
        <p:grpSpPr>
          <a:xfrm>
            <a:off x="2334061" y="2408568"/>
            <a:ext cx="1608083" cy="738664"/>
            <a:chOff x="1345323" y="1944414"/>
            <a:chExt cx="1608083" cy="738664"/>
          </a:xfrm>
        </p:grpSpPr>
        <p:sp>
          <p:nvSpPr>
            <p:cNvPr id="26" name="TextBox 25">
              <a:extLst>
                <a:ext uri="{FF2B5EF4-FFF2-40B4-BE49-F238E27FC236}">
                  <a16:creationId xmlns:a16="http://schemas.microsoft.com/office/drawing/2014/main" id="{33E024E9-B0D7-C088-F737-BC5B56558778}"/>
                </a:ext>
              </a:extLst>
            </p:cNvPr>
            <p:cNvSpPr txBox="1"/>
            <p:nvPr/>
          </p:nvSpPr>
          <p:spPr>
            <a:xfrm>
              <a:off x="1345323" y="1944414"/>
              <a:ext cx="1608083" cy="369332"/>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pPr algn="ctr"/>
              <a:r>
                <a:rPr lang="en-US" dirty="0"/>
                <a:t>Asra</a:t>
              </a:r>
            </a:p>
          </p:txBody>
        </p:sp>
        <p:sp>
          <p:nvSpPr>
            <p:cNvPr id="27" name="TextBox 26">
              <a:extLst>
                <a:ext uri="{FF2B5EF4-FFF2-40B4-BE49-F238E27FC236}">
                  <a16:creationId xmlns:a16="http://schemas.microsoft.com/office/drawing/2014/main" id="{7934A1ED-79CC-4064-F9AF-82AE33CAB924}"/>
                </a:ext>
              </a:extLst>
            </p:cNvPr>
            <p:cNvSpPr txBox="1"/>
            <p:nvPr/>
          </p:nvSpPr>
          <p:spPr>
            <a:xfrm>
              <a:off x="1345324" y="2313746"/>
              <a:ext cx="1608082" cy="369332"/>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dirty="0"/>
                <a:t>Next: 1160</a:t>
              </a:r>
            </a:p>
          </p:txBody>
        </p:sp>
      </p:grpSp>
      <p:cxnSp>
        <p:nvCxnSpPr>
          <p:cNvPr id="28" name="Connector: Elbow 27">
            <a:extLst>
              <a:ext uri="{FF2B5EF4-FFF2-40B4-BE49-F238E27FC236}">
                <a16:creationId xmlns:a16="http://schemas.microsoft.com/office/drawing/2014/main" id="{2E7747D9-BDDB-ED27-39D4-7C0EFC458B5B}"/>
              </a:ext>
            </a:extLst>
          </p:cNvPr>
          <p:cNvCxnSpPr>
            <a:stCxn id="24" idx="3"/>
            <a:endCxn id="26" idx="1"/>
          </p:cNvCxnSpPr>
          <p:nvPr/>
        </p:nvCxnSpPr>
        <p:spPr>
          <a:xfrm flipV="1">
            <a:off x="2050281" y="2593234"/>
            <a:ext cx="283780" cy="369332"/>
          </a:xfrm>
          <a:prstGeom prst="bentConnector3">
            <a:avLst/>
          </a:prstGeom>
          <a:ln>
            <a:tailEnd type="triangle"/>
          </a:ln>
        </p:spPr>
        <p:style>
          <a:lnRef idx="1">
            <a:schemeClr val="dk1"/>
          </a:lnRef>
          <a:fillRef idx="0">
            <a:schemeClr val="dk1"/>
          </a:fillRef>
          <a:effectRef idx="0">
            <a:schemeClr val="dk1"/>
          </a:effectRef>
          <a:fontRef idx="minor">
            <a:schemeClr val="tx1"/>
          </a:fontRef>
        </p:style>
      </p:cxnSp>
      <p:grpSp>
        <p:nvGrpSpPr>
          <p:cNvPr id="29" name="Group 28">
            <a:extLst>
              <a:ext uri="{FF2B5EF4-FFF2-40B4-BE49-F238E27FC236}">
                <a16:creationId xmlns:a16="http://schemas.microsoft.com/office/drawing/2014/main" id="{B909C827-3F29-DD5B-D199-0F9BA56AE778}"/>
              </a:ext>
            </a:extLst>
          </p:cNvPr>
          <p:cNvGrpSpPr/>
          <p:nvPr/>
        </p:nvGrpSpPr>
        <p:grpSpPr>
          <a:xfrm>
            <a:off x="4225924" y="2408568"/>
            <a:ext cx="1608083" cy="738664"/>
            <a:chOff x="1345323" y="1944414"/>
            <a:chExt cx="1608083" cy="738664"/>
          </a:xfrm>
        </p:grpSpPr>
        <p:sp>
          <p:nvSpPr>
            <p:cNvPr id="30" name="TextBox 29">
              <a:extLst>
                <a:ext uri="{FF2B5EF4-FFF2-40B4-BE49-F238E27FC236}">
                  <a16:creationId xmlns:a16="http://schemas.microsoft.com/office/drawing/2014/main" id="{1EBB22C7-C54E-482F-7095-9029F6A5A700}"/>
                </a:ext>
              </a:extLst>
            </p:cNvPr>
            <p:cNvSpPr txBox="1"/>
            <p:nvPr/>
          </p:nvSpPr>
          <p:spPr>
            <a:xfrm>
              <a:off x="1345323" y="1944414"/>
              <a:ext cx="1608083" cy="369332"/>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pPr algn="ctr"/>
              <a:r>
                <a:rPr lang="en-US" dirty="0" err="1"/>
                <a:t>Mohimin</a:t>
              </a:r>
              <a:endParaRPr lang="en-US" dirty="0"/>
            </a:p>
          </p:txBody>
        </p:sp>
        <p:sp>
          <p:nvSpPr>
            <p:cNvPr id="31" name="TextBox 30">
              <a:extLst>
                <a:ext uri="{FF2B5EF4-FFF2-40B4-BE49-F238E27FC236}">
                  <a16:creationId xmlns:a16="http://schemas.microsoft.com/office/drawing/2014/main" id="{63D1DD1A-EE70-8CE8-DF7C-9B270C4462BF}"/>
                </a:ext>
              </a:extLst>
            </p:cNvPr>
            <p:cNvSpPr txBox="1"/>
            <p:nvPr/>
          </p:nvSpPr>
          <p:spPr>
            <a:xfrm>
              <a:off x="1345324" y="2313746"/>
              <a:ext cx="1608082" cy="369332"/>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dirty="0"/>
                <a:t>Next: Null</a:t>
              </a:r>
            </a:p>
          </p:txBody>
        </p:sp>
      </p:grpSp>
      <p:cxnSp>
        <p:nvCxnSpPr>
          <p:cNvPr id="33" name="Connector: Elbow 32">
            <a:extLst>
              <a:ext uri="{FF2B5EF4-FFF2-40B4-BE49-F238E27FC236}">
                <a16:creationId xmlns:a16="http://schemas.microsoft.com/office/drawing/2014/main" id="{3D0EE0B7-5AAA-EE87-6A9A-D3E7F56F3B6D}"/>
              </a:ext>
            </a:extLst>
          </p:cNvPr>
          <p:cNvCxnSpPr>
            <a:stCxn id="27" idx="3"/>
            <a:endCxn id="30" idx="1"/>
          </p:cNvCxnSpPr>
          <p:nvPr/>
        </p:nvCxnSpPr>
        <p:spPr>
          <a:xfrm flipV="1">
            <a:off x="3942144" y="2593234"/>
            <a:ext cx="283780" cy="369332"/>
          </a:xfrm>
          <a:prstGeom prst="bentConnector3">
            <a:avLst/>
          </a:prstGeom>
          <a:ln>
            <a:tailEnd type="triangle"/>
          </a:ln>
        </p:spPr>
        <p:style>
          <a:lnRef idx="1">
            <a:schemeClr val="dk1"/>
          </a:lnRef>
          <a:fillRef idx="0">
            <a:schemeClr val="dk1"/>
          </a:fillRef>
          <a:effectRef idx="0">
            <a:schemeClr val="dk1"/>
          </a:effectRef>
          <a:fontRef idx="minor">
            <a:schemeClr val="tx1"/>
          </a:fontRef>
        </p:style>
      </p:cxnSp>
      <p:grpSp>
        <p:nvGrpSpPr>
          <p:cNvPr id="34" name="Group 33">
            <a:extLst>
              <a:ext uri="{FF2B5EF4-FFF2-40B4-BE49-F238E27FC236}">
                <a16:creationId xmlns:a16="http://schemas.microsoft.com/office/drawing/2014/main" id="{A6C5BDEB-9186-0D57-D4DA-1F776D610752}"/>
              </a:ext>
            </a:extLst>
          </p:cNvPr>
          <p:cNvGrpSpPr/>
          <p:nvPr/>
        </p:nvGrpSpPr>
        <p:grpSpPr>
          <a:xfrm>
            <a:off x="440447" y="3429000"/>
            <a:ext cx="1608083" cy="738664"/>
            <a:chOff x="1345323" y="1944414"/>
            <a:chExt cx="1608083" cy="738664"/>
          </a:xfrm>
        </p:grpSpPr>
        <p:sp>
          <p:nvSpPr>
            <p:cNvPr id="35" name="TextBox 34">
              <a:extLst>
                <a:ext uri="{FF2B5EF4-FFF2-40B4-BE49-F238E27FC236}">
                  <a16:creationId xmlns:a16="http://schemas.microsoft.com/office/drawing/2014/main" id="{CD410BE9-006E-EDED-82FA-F60AAB58D05D}"/>
                </a:ext>
              </a:extLst>
            </p:cNvPr>
            <p:cNvSpPr txBox="1"/>
            <p:nvPr/>
          </p:nvSpPr>
          <p:spPr>
            <a:xfrm>
              <a:off x="1345323" y="1944414"/>
              <a:ext cx="1608083" cy="369332"/>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pPr algn="ctr"/>
              <a:r>
                <a:rPr lang="en-US" dirty="0" err="1"/>
                <a:t>Hafs</a:t>
              </a:r>
              <a:endParaRPr lang="en-US" dirty="0"/>
            </a:p>
          </p:txBody>
        </p:sp>
        <p:sp>
          <p:nvSpPr>
            <p:cNvPr id="36" name="TextBox 35">
              <a:extLst>
                <a:ext uri="{FF2B5EF4-FFF2-40B4-BE49-F238E27FC236}">
                  <a16:creationId xmlns:a16="http://schemas.microsoft.com/office/drawing/2014/main" id="{1ECFD711-009C-693C-7586-379F2751A4F1}"/>
                </a:ext>
              </a:extLst>
            </p:cNvPr>
            <p:cNvSpPr txBox="1"/>
            <p:nvPr/>
          </p:nvSpPr>
          <p:spPr>
            <a:xfrm>
              <a:off x="1345324" y="2313746"/>
              <a:ext cx="1608082" cy="369332"/>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dirty="0"/>
                <a:t>Next: 1080</a:t>
              </a:r>
            </a:p>
          </p:txBody>
        </p:sp>
      </p:grpSp>
      <p:grpSp>
        <p:nvGrpSpPr>
          <p:cNvPr id="37" name="Group 36">
            <a:extLst>
              <a:ext uri="{FF2B5EF4-FFF2-40B4-BE49-F238E27FC236}">
                <a16:creationId xmlns:a16="http://schemas.microsoft.com/office/drawing/2014/main" id="{3421582B-6315-2AD9-82FF-EC971D83BC30}"/>
              </a:ext>
            </a:extLst>
          </p:cNvPr>
          <p:cNvGrpSpPr/>
          <p:nvPr/>
        </p:nvGrpSpPr>
        <p:grpSpPr>
          <a:xfrm>
            <a:off x="2332310" y="3429000"/>
            <a:ext cx="1608083" cy="738664"/>
            <a:chOff x="1345323" y="1944414"/>
            <a:chExt cx="1608083" cy="738664"/>
          </a:xfrm>
        </p:grpSpPr>
        <p:sp>
          <p:nvSpPr>
            <p:cNvPr id="38" name="TextBox 37">
              <a:extLst>
                <a:ext uri="{FF2B5EF4-FFF2-40B4-BE49-F238E27FC236}">
                  <a16:creationId xmlns:a16="http://schemas.microsoft.com/office/drawing/2014/main" id="{1EEA3178-D52E-DCE1-9FA0-F711FDF9AA4B}"/>
                </a:ext>
              </a:extLst>
            </p:cNvPr>
            <p:cNvSpPr txBox="1"/>
            <p:nvPr/>
          </p:nvSpPr>
          <p:spPr>
            <a:xfrm>
              <a:off x="1345323" y="1944414"/>
              <a:ext cx="1608083" cy="369332"/>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pPr algn="ctr"/>
              <a:r>
                <a:rPr lang="en-US" dirty="0"/>
                <a:t>Asra</a:t>
              </a:r>
            </a:p>
          </p:txBody>
        </p:sp>
        <p:sp>
          <p:nvSpPr>
            <p:cNvPr id="39" name="TextBox 38">
              <a:extLst>
                <a:ext uri="{FF2B5EF4-FFF2-40B4-BE49-F238E27FC236}">
                  <a16:creationId xmlns:a16="http://schemas.microsoft.com/office/drawing/2014/main" id="{72CE6676-63FA-40DF-54CD-28A1B60A27D5}"/>
                </a:ext>
              </a:extLst>
            </p:cNvPr>
            <p:cNvSpPr txBox="1"/>
            <p:nvPr/>
          </p:nvSpPr>
          <p:spPr>
            <a:xfrm>
              <a:off x="1345324" y="2313746"/>
              <a:ext cx="1608082" cy="369332"/>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dirty="0"/>
                <a:t>Next: 1160</a:t>
              </a:r>
            </a:p>
          </p:txBody>
        </p:sp>
      </p:grpSp>
      <p:cxnSp>
        <p:nvCxnSpPr>
          <p:cNvPr id="40" name="Connector: Elbow 39">
            <a:extLst>
              <a:ext uri="{FF2B5EF4-FFF2-40B4-BE49-F238E27FC236}">
                <a16:creationId xmlns:a16="http://schemas.microsoft.com/office/drawing/2014/main" id="{593440C4-F8FA-0A34-A80D-823BF7F3DD49}"/>
              </a:ext>
            </a:extLst>
          </p:cNvPr>
          <p:cNvCxnSpPr>
            <a:stCxn id="36" idx="3"/>
            <a:endCxn id="38" idx="1"/>
          </p:cNvCxnSpPr>
          <p:nvPr/>
        </p:nvCxnSpPr>
        <p:spPr>
          <a:xfrm flipV="1">
            <a:off x="2048530" y="3613666"/>
            <a:ext cx="283780" cy="369332"/>
          </a:xfrm>
          <a:prstGeom prst="bentConnector3">
            <a:avLst/>
          </a:prstGeom>
          <a:ln>
            <a:tailEnd type="triangle"/>
          </a:ln>
        </p:spPr>
        <p:style>
          <a:lnRef idx="1">
            <a:schemeClr val="dk1"/>
          </a:lnRef>
          <a:fillRef idx="0">
            <a:schemeClr val="dk1"/>
          </a:fillRef>
          <a:effectRef idx="0">
            <a:schemeClr val="dk1"/>
          </a:effectRef>
          <a:fontRef idx="minor">
            <a:schemeClr val="tx1"/>
          </a:fontRef>
        </p:style>
      </p:cxnSp>
      <p:grpSp>
        <p:nvGrpSpPr>
          <p:cNvPr id="41" name="Group 40">
            <a:extLst>
              <a:ext uri="{FF2B5EF4-FFF2-40B4-BE49-F238E27FC236}">
                <a16:creationId xmlns:a16="http://schemas.microsoft.com/office/drawing/2014/main" id="{E94F8328-32F4-07EA-EC85-C5BD4E7ED1E1}"/>
              </a:ext>
            </a:extLst>
          </p:cNvPr>
          <p:cNvGrpSpPr/>
          <p:nvPr/>
        </p:nvGrpSpPr>
        <p:grpSpPr>
          <a:xfrm>
            <a:off x="4224173" y="3429000"/>
            <a:ext cx="1608083" cy="738664"/>
            <a:chOff x="1345323" y="1944414"/>
            <a:chExt cx="1608083" cy="738664"/>
          </a:xfrm>
        </p:grpSpPr>
        <p:sp>
          <p:nvSpPr>
            <p:cNvPr id="42" name="TextBox 41">
              <a:extLst>
                <a:ext uri="{FF2B5EF4-FFF2-40B4-BE49-F238E27FC236}">
                  <a16:creationId xmlns:a16="http://schemas.microsoft.com/office/drawing/2014/main" id="{2B32595C-AF70-C855-A99F-2D9F09C65476}"/>
                </a:ext>
              </a:extLst>
            </p:cNvPr>
            <p:cNvSpPr txBox="1"/>
            <p:nvPr/>
          </p:nvSpPr>
          <p:spPr>
            <a:xfrm>
              <a:off x="1345323" y="1944414"/>
              <a:ext cx="1608083" cy="369332"/>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pPr algn="ctr"/>
              <a:r>
                <a:rPr lang="en-US" dirty="0" err="1"/>
                <a:t>Mohimin</a:t>
              </a:r>
              <a:endParaRPr lang="en-US" dirty="0"/>
            </a:p>
          </p:txBody>
        </p:sp>
        <p:sp>
          <p:nvSpPr>
            <p:cNvPr id="43" name="TextBox 42">
              <a:extLst>
                <a:ext uri="{FF2B5EF4-FFF2-40B4-BE49-F238E27FC236}">
                  <a16:creationId xmlns:a16="http://schemas.microsoft.com/office/drawing/2014/main" id="{39F9BF3C-BBEB-F34A-2D9A-852EAF6B3319}"/>
                </a:ext>
              </a:extLst>
            </p:cNvPr>
            <p:cNvSpPr txBox="1"/>
            <p:nvPr/>
          </p:nvSpPr>
          <p:spPr>
            <a:xfrm>
              <a:off x="1345324" y="2313746"/>
              <a:ext cx="1608082" cy="369332"/>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dirty="0"/>
                <a:t>Next: 1240</a:t>
              </a:r>
            </a:p>
          </p:txBody>
        </p:sp>
      </p:grpSp>
      <p:cxnSp>
        <p:nvCxnSpPr>
          <p:cNvPr id="44" name="Connector: Elbow 43">
            <a:extLst>
              <a:ext uri="{FF2B5EF4-FFF2-40B4-BE49-F238E27FC236}">
                <a16:creationId xmlns:a16="http://schemas.microsoft.com/office/drawing/2014/main" id="{B26C5A5D-44ED-2B82-0AD9-6E3348CA1FEA}"/>
              </a:ext>
            </a:extLst>
          </p:cNvPr>
          <p:cNvCxnSpPr>
            <a:stCxn id="39" idx="3"/>
            <a:endCxn id="42" idx="1"/>
          </p:cNvCxnSpPr>
          <p:nvPr/>
        </p:nvCxnSpPr>
        <p:spPr>
          <a:xfrm flipV="1">
            <a:off x="3940393" y="3613666"/>
            <a:ext cx="283780" cy="369332"/>
          </a:xfrm>
          <a:prstGeom prst="bentConnector3">
            <a:avLst/>
          </a:prstGeom>
          <a:ln>
            <a:tailEnd type="triangle"/>
          </a:ln>
        </p:spPr>
        <p:style>
          <a:lnRef idx="1">
            <a:schemeClr val="dk1"/>
          </a:lnRef>
          <a:fillRef idx="0">
            <a:schemeClr val="dk1"/>
          </a:fillRef>
          <a:effectRef idx="0">
            <a:schemeClr val="dk1"/>
          </a:effectRef>
          <a:fontRef idx="minor">
            <a:schemeClr val="tx1"/>
          </a:fontRef>
        </p:style>
      </p:cxnSp>
      <p:grpSp>
        <p:nvGrpSpPr>
          <p:cNvPr id="45" name="Group 44">
            <a:extLst>
              <a:ext uri="{FF2B5EF4-FFF2-40B4-BE49-F238E27FC236}">
                <a16:creationId xmlns:a16="http://schemas.microsoft.com/office/drawing/2014/main" id="{5D575767-7990-C7C6-75B0-2CC08C2CD3DF}"/>
              </a:ext>
            </a:extLst>
          </p:cNvPr>
          <p:cNvGrpSpPr/>
          <p:nvPr/>
        </p:nvGrpSpPr>
        <p:grpSpPr>
          <a:xfrm>
            <a:off x="6090084" y="3429000"/>
            <a:ext cx="1608083" cy="738664"/>
            <a:chOff x="1345323" y="1944414"/>
            <a:chExt cx="1608083" cy="738664"/>
          </a:xfrm>
        </p:grpSpPr>
        <p:sp>
          <p:nvSpPr>
            <p:cNvPr id="46" name="TextBox 45">
              <a:extLst>
                <a:ext uri="{FF2B5EF4-FFF2-40B4-BE49-F238E27FC236}">
                  <a16:creationId xmlns:a16="http://schemas.microsoft.com/office/drawing/2014/main" id="{0CE76F44-8F3C-E4E8-BE0C-56B7D223C01A}"/>
                </a:ext>
              </a:extLst>
            </p:cNvPr>
            <p:cNvSpPr txBox="1"/>
            <p:nvPr/>
          </p:nvSpPr>
          <p:spPr>
            <a:xfrm>
              <a:off x="1345323" y="1944414"/>
              <a:ext cx="1608083" cy="369332"/>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pPr algn="ctr"/>
              <a:r>
                <a:rPr lang="en-US" dirty="0" err="1"/>
                <a:t>Shahzaman</a:t>
              </a:r>
              <a:endParaRPr lang="en-US" dirty="0"/>
            </a:p>
          </p:txBody>
        </p:sp>
        <p:sp>
          <p:nvSpPr>
            <p:cNvPr id="47" name="TextBox 46">
              <a:extLst>
                <a:ext uri="{FF2B5EF4-FFF2-40B4-BE49-F238E27FC236}">
                  <a16:creationId xmlns:a16="http://schemas.microsoft.com/office/drawing/2014/main" id="{19452F4C-7B9A-144E-FB01-D6509E373CF5}"/>
                </a:ext>
              </a:extLst>
            </p:cNvPr>
            <p:cNvSpPr txBox="1"/>
            <p:nvPr/>
          </p:nvSpPr>
          <p:spPr>
            <a:xfrm>
              <a:off x="1345324" y="2313746"/>
              <a:ext cx="1608082" cy="369332"/>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dirty="0"/>
                <a:t>Next: Null</a:t>
              </a:r>
            </a:p>
          </p:txBody>
        </p:sp>
      </p:grpSp>
      <p:cxnSp>
        <p:nvCxnSpPr>
          <p:cNvPr id="49" name="Connector: Elbow 48">
            <a:extLst>
              <a:ext uri="{FF2B5EF4-FFF2-40B4-BE49-F238E27FC236}">
                <a16:creationId xmlns:a16="http://schemas.microsoft.com/office/drawing/2014/main" id="{8E693DA5-5A63-407C-284F-40BBA95EE975}"/>
              </a:ext>
            </a:extLst>
          </p:cNvPr>
          <p:cNvCxnSpPr>
            <a:stCxn id="43" idx="3"/>
            <a:endCxn id="46" idx="1"/>
          </p:cNvCxnSpPr>
          <p:nvPr/>
        </p:nvCxnSpPr>
        <p:spPr>
          <a:xfrm flipV="1">
            <a:off x="5832256" y="3613666"/>
            <a:ext cx="257828" cy="369332"/>
          </a:xfrm>
          <a:prstGeom prst="bentConnector3">
            <a:avLst/>
          </a:prstGeom>
          <a:ln>
            <a:tailEnd type="triangle"/>
          </a:ln>
        </p:spPr>
        <p:style>
          <a:lnRef idx="1">
            <a:schemeClr val="dk1"/>
          </a:lnRef>
          <a:fillRef idx="0">
            <a:schemeClr val="dk1"/>
          </a:fillRef>
          <a:effectRef idx="0">
            <a:schemeClr val="dk1"/>
          </a:effectRef>
          <a:fontRef idx="minor">
            <a:schemeClr val="tx1"/>
          </a:fontRef>
        </p:style>
      </p:cxnSp>
      <p:grpSp>
        <p:nvGrpSpPr>
          <p:cNvPr id="65" name="Group 64">
            <a:extLst>
              <a:ext uri="{FF2B5EF4-FFF2-40B4-BE49-F238E27FC236}">
                <a16:creationId xmlns:a16="http://schemas.microsoft.com/office/drawing/2014/main" id="{6F89E687-B31C-433F-BB3B-FD7DB52D0257}"/>
              </a:ext>
            </a:extLst>
          </p:cNvPr>
          <p:cNvGrpSpPr/>
          <p:nvPr/>
        </p:nvGrpSpPr>
        <p:grpSpPr>
          <a:xfrm>
            <a:off x="440447" y="4449432"/>
            <a:ext cx="1608083" cy="738664"/>
            <a:chOff x="1345323" y="1944414"/>
            <a:chExt cx="1608083" cy="738664"/>
          </a:xfrm>
        </p:grpSpPr>
        <p:sp>
          <p:nvSpPr>
            <p:cNvPr id="66" name="TextBox 65">
              <a:extLst>
                <a:ext uri="{FF2B5EF4-FFF2-40B4-BE49-F238E27FC236}">
                  <a16:creationId xmlns:a16="http://schemas.microsoft.com/office/drawing/2014/main" id="{09B43F85-8A23-6CCA-6887-A7BA78E82A28}"/>
                </a:ext>
              </a:extLst>
            </p:cNvPr>
            <p:cNvSpPr txBox="1"/>
            <p:nvPr/>
          </p:nvSpPr>
          <p:spPr>
            <a:xfrm>
              <a:off x="1345323" y="1944414"/>
              <a:ext cx="1608083" cy="369332"/>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pPr algn="ctr"/>
              <a:r>
                <a:rPr lang="en-US" dirty="0" err="1"/>
                <a:t>Hafs</a:t>
              </a:r>
              <a:endParaRPr lang="en-US" dirty="0"/>
            </a:p>
          </p:txBody>
        </p:sp>
        <p:sp>
          <p:nvSpPr>
            <p:cNvPr id="67" name="TextBox 66">
              <a:extLst>
                <a:ext uri="{FF2B5EF4-FFF2-40B4-BE49-F238E27FC236}">
                  <a16:creationId xmlns:a16="http://schemas.microsoft.com/office/drawing/2014/main" id="{DE14AC18-34ED-A123-286D-C4B60FB413E9}"/>
                </a:ext>
              </a:extLst>
            </p:cNvPr>
            <p:cNvSpPr txBox="1"/>
            <p:nvPr/>
          </p:nvSpPr>
          <p:spPr>
            <a:xfrm>
              <a:off x="1345324" y="2313746"/>
              <a:ext cx="1608082" cy="369332"/>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dirty="0"/>
                <a:t>Next: 1080</a:t>
              </a:r>
            </a:p>
          </p:txBody>
        </p:sp>
      </p:grpSp>
      <p:grpSp>
        <p:nvGrpSpPr>
          <p:cNvPr id="68" name="Group 67">
            <a:extLst>
              <a:ext uri="{FF2B5EF4-FFF2-40B4-BE49-F238E27FC236}">
                <a16:creationId xmlns:a16="http://schemas.microsoft.com/office/drawing/2014/main" id="{2852F4B8-6D3B-A104-4CFD-29B2280B425F}"/>
              </a:ext>
            </a:extLst>
          </p:cNvPr>
          <p:cNvGrpSpPr/>
          <p:nvPr/>
        </p:nvGrpSpPr>
        <p:grpSpPr>
          <a:xfrm>
            <a:off x="2332310" y="4449432"/>
            <a:ext cx="1608083" cy="738664"/>
            <a:chOff x="1345323" y="1944414"/>
            <a:chExt cx="1608083" cy="738664"/>
          </a:xfrm>
        </p:grpSpPr>
        <p:sp>
          <p:nvSpPr>
            <p:cNvPr id="69" name="TextBox 68">
              <a:extLst>
                <a:ext uri="{FF2B5EF4-FFF2-40B4-BE49-F238E27FC236}">
                  <a16:creationId xmlns:a16="http://schemas.microsoft.com/office/drawing/2014/main" id="{845434D7-C188-3505-EACA-5130CE6ECA31}"/>
                </a:ext>
              </a:extLst>
            </p:cNvPr>
            <p:cNvSpPr txBox="1"/>
            <p:nvPr/>
          </p:nvSpPr>
          <p:spPr>
            <a:xfrm>
              <a:off x="1345323" y="1944414"/>
              <a:ext cx="1608083" cy="369332"/>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pPr algn="ctr"/>
              <a:r>
                <a:rPr lang="en-US" dirty="0"/>
                <a:t>Asra</a:t>
              </a:r>
            </a:p>
          </p:txBody>
        </p:sp>
        <p:sp>
          <p:nvSpPr>
            <p:cNvPr id="70" name="TextBox 69">
              <a:extLst>
                <a:ext uri="{FF2B5EF4-FFF2-40B4-BE49-F238E27FC236}">
                  <a16:creationId xmlns:a16="http://schemas.microsoft.com/office/drawing/2014/main" id="{4373117F-02FE-AB75-8515-AA299BF22DD3}"/>
                </a:ext>
              </a:extLst>
            </p:cNvPr>
            <p:cNvSpPr txBox="1"/>
            <p:nvPr/>
          </p:nvSpPr>
          <p:spPr>
            <a:xfrm>
              <a:off x="1345324" y="2313746"/>
              <a:ext cx="1608082" cy="369332"/>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dirty="0"/>
                <a:t>Next: 1160</a:t>
              </a:r>
            </a:p>
          </p:txBody>
        </p:sp>
      </p:grpSp>
      <p:cxnSp>
        <p:nvCxnSpPr>
          <p:cNvPr id="71" name="Connector: Elbow 70">
            <a:extLst>
              <a:ext uri="{FF2B5EF4-FFF2-40B4-BE49-F238E27FC236}">
                <a16:creationId xmlns:a16="http://schemas.microsoft.com/office/drawing/2014/main" id="{1662CCA3-DE98-DA0B-49B2-39ABE8FCACF7}"/>
              </a:ext>
            </a:extLst>
          </p:cNvPr>
          <p:cNvCxnSpPr>
            <a:stCxn id="67" idx="3"/>
            <a:endCxn id="69" idx="1"/>
          </p:cNvCxnSpPr>
          <p:nvPr/>
        </p:nvCxnSpPr>
        <p:spPr>
          <a:xfrm flipV="1">
            <a:off x="2048530" y="4634098"/>
            <a:ext cx="283780" cy="369332"/>
          </a:xfrm>
          <a:prstGeom prst="bentConnector3">
            <a:avLst/>
          </a:prstGeom>
          <a:ln>
            <a:tailEnd type="triangle"/>
          </a:ln>
        </p:spPr>
        <p:style>
          <a:lnRef idx="1">
            <a:schemeClr val="dk1"/>
          </a:lnRef>
          <a:fillRef idx="0">
            <a:schemeClr val="dk1"/>
          </a:fillRef>
          <a:effectRef idx="0">
            <a:schemeClr val="dk1"/>
          </a:effectRef>
          <a:fontRef idx="minor">
            <a:schemeClr val="tx1"/>
          </a:fontRef>
        </p:style>
      </p:cxnSp>
      <p:grpSp>
        <p:nvGrpSpPr>
          <p:cNvPr id="72" name="Group 71">
            <a:extLst>
              <a:ext uri="{FF2B5EF4-FFF2-40B4-BE49-F238E27FC236}">
                <a16:creationId xmlns:a16="http://schemas.microsoft.com/office/drawing/2014/main" id="{77C78349-3D04-B27C-F061-8041E8E8B2C0}"/>
              </a:ext>
            </a:extLst>
          </p:cNvPr>
          <p:cNvGrpSpPr/>
          <p:nvPr/>
        </p:nvGrpSpPr>
        <p:grpSpPr>
          <a:xfrm>
            <a:off x="4224173" y="4449432"/>
            <a:ext cx="1608083" cy="738664"/>
            <a:chOff x="1345323" y="1944414"/>
            <a:chExt cx="1608083" cy="738664"/>
          </a:xfrm>
        </p:grpSpPr>
        <p:sp>
          <p:nvSpPr>
            <p:cNvPr id="73" name="TextBox 72">
              <a:extLst>
                <a:ext uri="{FF2B5EF4-FFF2-40B4-BE49-F238E27FC236}">
                  <a16:creationId xmlns:a16="http://schemas.microsoft.com/office/drawing/2014/main" id="{5A7441CF-2D6A-5C87-BF33-41FD358F8315}"/>
                </a:ext>
              </a:extLst>
            </p:cNvPr>
            <p:cNvSpPr txBox="1"/>
            <p:nvPr/>
          </p:nvSpPr>
          <p:spPr>
            <a:xfrm>
              <a:off x="1345323" y="1944414"/>
              <a:ext cx="1608083" cy="369332"/>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pPr algn="ctr"/>
              <a:r>
                <a:rPr lang="en-US" dirty="0" err="1"/>
                <a:t>Mohimin</a:t>
              </a:r>
              <a:endParaRPr lang="en-US" dirty="0"/>
            </a:p>
          </p:txBody>
        </p:sp>
        <p:sp>
          <p:nvSpPr>
            <p:cNvPr id="74" name="TextBox 73">
              <a:extLst>
                <a:ext uri="{FF2B5EF4-FFF2-40B4-BE49-F238E27FC236}">
                  <a16:creationId xmlns:a16="http://schemas.microsoft.com/office/drawing/2014/main" id="{8E1560AE-E431-2E4A-85F0-FFB2CF6E4504}"/>
                </a:ext>
              </a:extLst>
            </p:cNvPr>
            <p:cNvSpPr txBox="1"/>
            <p:nvPr/>
          </p:nvSpPr>
          <p:spPr>
            <a:xfrm>
              <a:off x="1345324" y="2313746"/>
              <a:ext cx="1608082" cy="369332"/>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dirty="0"/>
                <a:t>Next: 1240</a:t>
              </a:r>
            </a:p>
          </p:txBody>
        </p:sp>
      </p:grpSp>
      <p:cxnSp>
        <p:nvCxnSpPr>
          <p:cNvPr id="75" name="Connector: Elbow 74">
            <a:extLst>
              <a:ext uri="{FF2B5EF4-FFF2-40B4-BE49-F238E27FC236}">
                <a16:creationId xmlns:a16="http://schemas.microsoft.com/office/drawing/2014/main" id="{EEE2D35D-BC74-C8FC-2AD2-9DDEDDF24004}"/>
              </a:ext>
            </a:extLst>
          </p:cNvPr>
          <p:cNvCxnSpPr>
            <a:stCxn id="70" idx="3"/>
            <a:endCxn id="73" idx="1"/>
          </p:cNvCxnSpPr>
          <p:nvPr/>
        </p:nvCxnSpPr>
        <p:spPr>
          <a:xfrm flipV="1">
            <a:off x="3940393" y="4634098"/>
            <a:ext cx="283780" cy="369332"/>
          </a:xfrm>
          <a:prstGeom prst="bentConnector3">
            <a:avLst/>
          </a:prstGeom>
          <a:ln>
            <a:tailEnd type="triangle"/>
          </a:ln>
        </p:spPr>
        <p:style>
          <a:lnRef idx="1">
            <a:schemeClr val="dk1"/>
          </a:lnRef>
          <a:fillRef idx="0">
            <a:schemeClr val="dk1"/>
          </a:fillRef>
          <a:effectRef idx="0">
            <a:schemeClr val="dk1"/>
          </a:effectRef>
          <a:fontRef idx="minor">
            <a:schemeClr val="tx1"/>
          </a:fontRef>
        </p:style>
      </p:cxnSp>
      <p:grpSp>
        <p:nvGrpSpPr>
          <p:cNvPr id="76" name="Group 75">
            <a:extLst>
              <a:ext uri="{FF2B5EF4-FFF2-40B4-BE49-F238E27FC236}">
                <a16:creationId xmlns:a16="http://schemas.microsoft.com/office/drawing/2014/main" id="{2B33F9D6-166A-CE59-D977-CF29E91D8A27}"/>
              </a:ext>
            </a:extLst>
          </p:cNvPr>
          <p:cNvGrpSpPr/>
          <p:nvPr/>
        </p:nvGrpSpPr>
        <p:grpSpPr>
          <a:xfrm>
            <a:off x="6090084" y="4449432"/>
            <a:ext cx="1608083" cy="738664"/>
            <a:chOff x="1345323" y="1944414"/>
            <a:chExt cx="1608083" cy="738664"/>
          </a:xfrm>
        </p:grpSpPr>
        <p:sp>
          <p:nvSpPr>
            <p:cNvPr id="77" name="TextBox 76">
              <a:extLst>
                <a:ext uri="{FF2B5EF4-FFF2-40B4-BE49-F238E27FC236}">
                  <a16:creationId xmlns:a16="http://schemas.microsoft.com/office/drawing/2014/main" id="{1E3C6496-C710-D2A5-6F0F-0928882A8A56}"/>
                </a:ext>
              </a:extLst>
            </p:cNvPr>
            <p:cNvSpPr txBox="1"/>
            <p:nvPr/>
          </p:nvSpPr>
          <p:spPr>
            <a:xfrm>
              <a:off x="1345323" y="1944414"/>
              <a:ext cx="1608083" cy="369332"/>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pPr algn="ctr"/>
              <a:r>
                <a:rPr lang="en-US" dirty="0" err="1"/>
                <a:t>Shahzaman</a:t>
              </a:r>
              <a:endParaRPr lang="en-US" dirty="0"/>
            </a:p>
          </p:txBody>
        </p:sp>
        <p:sp>
          <p:nvSpPr>
            <p:cNvPr id="78" name="TextBox 77">
              <a:extLst>
                <a:ext uri="{FF2B5EF4-FFF2-40B4-BE49-F238E27FC236}">
                  <a16:creationId xmlns:a16="http://schemas.microsoft.com/office/drawing/2014/main" id="{AFED498B-D273-2459-0DC6-4493E1C0F8E7}"/>
                </a:ext>
              </a:extLst>
            </p:cNvPr>
            <p:cNvSpPr txBox="1"/>
            <p:nvPr/>
          </p:nvSpPr>
          <p:spPr>
            <a:xfrm>
              <a:off x="1345324" y="2313746"/>
              <a:ext cx="1608082" cy="369332"/>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dirty="0"/>
                <a:t>Next: 1320</a:t>
              </a:r>
            </a:p>
          </p:txBody>
        </p:sp>
      </p:grpSp>
      <p:cxnSp>
        <p:nvCxnSpPr>
          <p:cNvPr id="79" name="Connector: Elbow 78">
            <a:extLst>
              <a:ext uri="{FF2B5EF4-FFF2-40B4-BE49-F238E27FC236}">
                <a16:creationId xmlns:a16="http://schemas.microsoft.com/office/drawing/2014/main" id="{48B40E86-A578-0192-03E7-D6251F586038}"/>
              </a:ext>
            </a:extLst>
          </p:cNvPr>
          <p:cNvCxnSpPr>
            <a:stCxn id="74" idx="3"/>
            <a:endCxn id="77" idx="1"/>
          </p:cNvCxnSpPr>
          <p:nvPr/>
        </p:nvCxnSpPr>
        <p:spPr>
          <a:xfrm flipV="1">
            <a:off x="5832256" y="4634098"/>
            <a:ext cx="257828" cy="369332"/>
          </a:xfrm>
          <a:prstGeom prst="bentConnector3">
            <a:avLst/>
          </a:prstGeom>
          <a:ln>
            <a:tailEnd type="triangle"/>
          </a:ln>
        </p:spPr>
        <p:style>
          <a:lnRef idx="1">
            <a:schemeClr val="dk1"/>
          </a:lnRef>
          <a:fillRef idx="0">
            <a:schemeClr val="dk1"/>
          </a:fillRef>
          <a:effectRef idx="0">
            <a:schemeClr val="dk1"/>
          </a:effectRef>
          <a:fontRef idx="minor">
            <a:schemeClr val="tx1"/>
          </a:fontRef>
        </p:style>
      </p:cxnSp>
      <p:grpSp>
        <p:nvGrpSpPr>
          <p:cNvPr id="80" name="Group 79">
            <a:extLst>
              <a:ext uri="{FF2B5EF4-FFF2-40B4-BE49-F238E27FC236}">
                <a16:creationId xmlns:a16="http://schemas.microsoft.com/office/drawing/2014/main" id="{1AD48CE6-31BA-4E1A-6F09-AE7E12CE7DE6}"/>
              </a:ext>
            </a:extLst>
          </p:cNvPr>
          <p:cNvGrpSpPr/>
          <p:nvPr/>
        </p:nvGrpSpPr>
        <p:grpSpPr>
          <a:xfrm>
            <a:off x="7955995" y="4449432"/>
            <a:ext cx="1608083" cy="738664"/>
            <a:chOff x="1345323" y="1944414"/>
            <a:chExt cx="1608083" cy="738664"/>
          </a:xfrm>
        </p:grpSpPr>
        <p:sp>
          <p:nvSpPr>
            <p:cNvPr id="81" name="TextBox 80">
              <a:extLst>
                <a:ext uri="{FF2B5EF4-FFF2-40B4-BE49-F238E27FC236}">
                  <a16:creationId xmlns:a16="http://schemas.microsoft.com/office/drawing/2014/main" id="{9DE5AF18-99EA-5179-EE97-61C7A65DE9D3}"/>
                </a:ext>
              </a:extLst>
            </p:cNvPr>
            <p:cNvSpPr txBox="1"/>
            <p:nvPr/>
          </p:nvSpPr>
          <p:spPr>
            <a:xfrm>
              <a:off x="1345323" y="1944414"/>
              <a:ext cx="1608083" cy="369332"/>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pPr algn="ctr"/>
              <a:r>
                <a:rPr lang="en-US" dirty="0"/>
                <a:t>Omar Baig</a:t>
              </a:r>
            </a:p>
          </p:txBody>
        </p:sp>
        <p:sp>
          <p:nvSpPr>
            <p:cNvPr id="82" name="TextBox 81">
              <a:extLst>
                <a:ext uri="{FF2B5EF4-FFF2-40B4-BE49-F238E27FC236}">
                  <a16:creationId xmlns:a16="http://schemas.microsoft.com/office/drawing/2014/main" id="{C7B22B4C-FD69-C10D-BDCF-54FBDA293236}"/>
                </a:ext>
              </a:extLst>
            </p:cNvPr>
            <p:cNvSpPr txBox="1"/>
            <p:nvPr/>
          </p:nvSpPr>
          <p:spPr>
            <a:xfrm>
              <a:off x="1345324" y="2313746"/>
              <a:ext cx="1608082" cy="369332"/>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dirty="0"/>
                <a:t>Next: Null</a:t>
              </a:r>
            </a:p>
          </p:txBody>
        </p:sp>
      </p:grpSp>
      <p:cxnSp>
        <p:nvCxnSpPr>
          <p:cNvPr id="84" name="Connector: Elbow 83">
            <a:extLst>
              <a:ext uri="{FF2B5EF4-FFF2-40B4-BE49-F238E27FC236}">
                <a16:creationId xmlns:a16="http://schemas.microsoft.com/office/drawing/2014/main" id="{BE06C48C-C2C5-B214-FF76-F5817A6638B1}"/>
              </a:ext>
            </a:extLst>
          </p:cNvPr>
          <p:cNvCxnSpPr>
            <a:stCxn id="78" idx="3"/>
            <a:endCxn id="81" idx="1"/>
          </p:cNvCxnSpPr>
          <p:nvPr/>
        </p:nvCxnSpPr>
        <p:spPr>
          <a:xfrm flipV="1">
            <a:off x="7698167" y="4634098"/>
            <a:ext cx="257828" cy="369332"/>
          </a:xfrm>
          <a:prstGeom prst="bentConnector3">
            <a:avLst/>
          </a:prstGeom>
          <a:ln>
            <a:tailEnd type="triangle"/>
          </a:ln>
        </p:spPr>
        <p:style>
          <a:lnRef idx="1">
            <a:schemeClr val="dk1"/>
          </a:lnRef>
          <a:fillRef idx="0">
            <a:schemeClr val="dk1"/>
          </a:fillRef>
          <a:effectRef idx="0">
            <a:schemeClr val="dk1"/>
          </a:effectRef>
          <a:fontRef idx="minor">
            <a:schemeClr val="tx1"/>
          </a:fontRef>
        </p:style>
      </p:cxnSp>
      <p:grpSp>
        <p:nvGrpSpPr>
          <p:cNvPr id="85" name="Group 84">
            <a:extLst>
              <a:ext uri="{FF2B5EF4-FFF2-40B4-BE49-F238E27FC236}">
                <a16:creationId xmlns:a16="http://schemas.microsoft.com/office/drawing/2014/main" id="{78C3B486-FFB7-3993-EB38-5095CB41078B}"/>
              </a:ext>
            </a:extLst>
          </p:cNvPr>
          <p:cNvGrpSpPr/>
          <p:nvPr/>
        </p:nvGrpSpPr>
        <p:grpSpPr>
          <a:xfrm>
            <a:off x="440447" y="5557428"/>
            <a:ext cx="1608083" cy="738664"/>
            <a:chOff x="1345323" y="1944414"/>
            <a:chExt cx="1608083" cy="738664"/>
          </a:xfrm>
        </p:grpSpPr>
        <p:sp>
          <p:nvSpPr>
            <p:cNvPr id="86" name="TextBox 85">
              <a:extLst>
                <a:ext uri="{FF2B5EF4-FFF2-40B4-BE49-F238E27FC236}">
                  <a16:creationId xmlns:a16="http://schemas.microsoft.com/office/drawing/2014/main" id="{308AAE69-6A54-71AB-E999-2F228E0F0449}"/>
                </a:ext>
              </a:extLst>
            </p:cNvPr>
            <p:cNvSpPr txBox="1"/>
            <p:nvPr/>
          </p:nvSpPr>
          <p:spPr>
            <a:xfrm>
              <a:off x="1345323" y="1944414"/>
              <a:ext cx="1608083" cy="369332"/>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pPr algn="ctr"/>
              <a:r>
                <a:rPr lang="en-US" dirty="0" err="1"/>
                <a:t>Hafs</a:t>
              </a:r>
              <a:endParaRPr lang="en-US" dirty="0"/>
            </a:p>
          </p:txBody>
        </p:sp>
        <p:sp>
          <p:nvSpPr>
            <p:cNvPr id="87" name="TextBox 86">
              <a:extLst>
                <a:ext uri="{FF2B5EF4-FFF2-40B4-BE49-F238E27FC236}">
                  <a16:creationId xmlns:a16="http://schemas.microsoft.com/office/drawing/2014/main" id="{F071B14B-B490-ADC7-2C43-CA051170DEAF}"/>
                </a:ext>
              </a:extLst>
            </p:cNvPr>
            <p:cNvSpPr txBox="1"/>
            <p:nvPr/>
          </p:nvSpPr>
          <p:spPr>
            <a:xfrm>
              <a:off x="1345324" y="2313746"/>
              <a:ext cx="1608082" cy="369332"/>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dirty="0"/>
                <a:t>Next: 1080</a:t>
              </a:r>
            </a:p>
          </p:txBody>
        </p:sp>
      </p:grpSp>
      <p:grpSp>
        <p:nvGrpSpPr>
          <p:cNvPr id="88" name="Group 87">
            <a:extLst>
              <a:ext uri="{FF2B5EF4-FFF2-40B4-BE49-F238E27FC236}">
                <a16:creationId xmlns:a16="http://schemas.microsoft.com/office/drawing/2014/main" id="{E60D9F9A-23B6-FB90-5CEA-1EC6C42735DD}"/>
              </a:ext>
            </a:extLst>
          </p:cNvPr>
          <p:cNvGrpSpPr/>
          <p:nvPr/>
        </p:nvGrpSpPr>
        <p:grpSpPr>
          <a:xfrm>
            <a:off x="2332310" y="5557428"/>
            <a:ext cx="1608083" cy="738664"/>
            <a:chOff x="1345323" y="1944414"/>
            <a:chExt cx="1608083" cy="738664"/>
          </a:xfrm>
        </p:grpSpPr>
        <p:sp>
          <p:nvSpPr>
            <p:cNvPr id="89" name="TextBox 88">
              <a:extLst>
                <a:ext uri="{FF2B5EF4-FFF2-40B4-BE49-F238E27FC236}">
                  <a16:creationId xmlns:a16="http://schemas.microsoft.com/office/drawing/2014/main" id="{342BC712-62FC-5DDE-B488-BAC123005963}"/>
                </a:ext>
              </a:extLst>
            </p:cNvPr>
            <p:cNvSpPr txBox="1"/>
            <p:nvPr/>
          </p:nvSpPr>
          <p:spPr>
            <a:xfrm>
              <a:off x="1345323" y="1944414"/>
              <a:ext cx="1608083" cy="369332"/>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pPr algn="ctr"/>
              <a:r>
                <a:rPr lang="en-US" dirty="0"/>
                <a:t>Asra</a:t>
              </a:r>
            </a:p>
          </p:txBody>
        </p:sp>
        <p:sp>
          <p:nvSpPr>
            <p:cNvPr id="90" name="TextBox 89">
              <a:extLst>
                <a:ext uri="{FF2B5EF4-FFF2-40B4-BE49-F238E27FC236}">
                  <a16:creationId xmlns:a16="http://schemas.microsoft.com/office/drawing/2014/main" id="{6B6CB57F-E39E-D744-D7BC-7D51C8DD6F8C}"/>
                </a:ext>
              </a:extLst>
            </p:cNvPr>
            <p:cNvSpPr txBox="1"/>
            <p:nvPr/>
          </p:nvSpPr>
          <p:spPr>
            <a:xfrm>
              <a:off x="1345324" y="2313746"/>
              <a:ext cx="1608082" cy="369332"/>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dirty="0"/>
                <a:t>Next: 1160</a:t>
              </a:r>
            </a:p>
          </p:txBody>
        </p:sp>
      </p:grpSp>
      <p:cxnSp>
        <p:nvCxnSpPr>
          <p:cNvPr id="91" name="Connector: Elbow 90">
            <a:extLst>
              <a:ext uri="{FF2B5EF4-FFF2-40B4-BE49-F238E27FC236}">
                <a16:creationId xmlns:a16="http://schemas.microsoft.com/office/drawing/2014/main" id="{DAA97AB0-7442-42DD-3ECD-3722C1337162}"/>
              </a:ext>
            </a:extLst>
          </p:cNvPr>
          <p:cNvCxnSpPr>
            <a:stCxn id="87" idx="3"/>
            <a:endCxn id="89" idx="1"/>
          </p:cNvCxnSpPr>
          <p:nvPr/>
        </p:nvCxnSpPr>
        <p:spPr>
          <a:xfrm flipV="1">
            <a:off x="2048530" y="5742094"/>
            <a:ext cx="283780" cy="369332"/>
          </a:xfrm>
          <a:prstGeom prst="bentConnector3">
            <a:avLst/>
          </a:prstGeom>
          <a:ln>
            <a:tailEnd type="triangle"/>
          </a:ln>
        </p:spPr>
        <p:style>
          <a:lnRef idx="1">
            <a:schemeClr val="dk1"/>
          </a:lnRef>
          <a:fillRef idx="0">
            <a:schemeClr val="dk1"/>
          </a:fillRef>
          <a:effectRef idx="0">
            <a:schemeClr val="dk1"/>
          </a:effectRef>
          <a:fontRef idx="minor">
            <a:schemeClr val="tx1"/>
          </a:fontRef>
        </p:style>
      </p:cxnSp>
      <p:grpSp>
        <p:nvGrpSpPr>
          <p:cNvPr id="92" name="Group 91">
            <a:extLst>
              <a:ext uri="{FF2B5EF4-FFF2-40B4-BE49-F238E27FC236}">
                <a16:creationId xmlns:a16="http://schemas.microsoft.com/office/drawing/2014/main" id="{A72967F4-E728-171E-AE0B-41431850285A}"/>
              </a:ext>
            </a:extLst>
          </p:cNvPr>
          <p:cNvGrpSpPr/>
          <p:nvPr/>
        </p:nvGrpSpPr>
        <p:grpSpPr>
          <a:xfrm>
            <a:off x="4224173" y="5557428"/>
            <a:ext cx="1608083" cy="738664"/>
            <a:chOff x="1345323" y="1944414"/>
            <a:chExt cx="1608083" cy="738664"/>
          </a:xfrm>
        </p:grpSpPr>
        <p:sp>
          <p:nvSpPr>
            <p:cNvPr id="93" name="TextBox 92">
              <a:extLst>
                <a:ext uri="{FF2B5EF4-FFF2-40B4-BE49-F238E27FC236}">
                  <a16:creationId xmlns:a16="http://schemas.microsoft.com/office/drawing/2014/main" id="{9DC0EDFF-050B-822B-1B21-BD642B1B7E3A}"/>
                </a:ext>
              </a:extLst>
            </p:cNvPr>
            <p:cNvSpPr txBox="1"/>
            <p:nvPr/>
          </p:nvSpPr>
          <p:spPr>
            <a:xfrm>
              <a:off x="1345323" y="1944414"/>
              <a:ext cx="1608083" cy="369332"/>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pPr algn="ctr"/>
              <a:r>
                <a:rPr lang="en-US" dirty="0" err="1"/>
                <a:t>Mohimin</a:t>
              </a:r>
              <a:endParaRPr lang="en-US" dirty="0"/>
            </a:p>
          </p:txBody>
        </p:sp>
        <p:sp>
          <p:nvSpPr>
            <p:cNvPr id="94" name="TextBox 93">
              <a:extLst>
                <a:ext uri="{FF2B5EF4-FFF2-40B4-BE49-F238E27FC236}">
                  <a16:creationId xmlns:a16="http://schemas.microsoft.com/office/drawing/2014/main" id="{6E660788-B7BE-1F11-DC03-E7DADC572E03}"/>
                </a:ext>
              </a:extLst>
            </p:cNvPr>
            <p:cNvSpPr txBox="1"/>
            <p:nvPr/>
          </p:nvSpPr>
          <p:spPr>
            <a:xfrm>
              <a:off x="1345324" y="2313746"/>
              <a:ext cx="1608082" cy="369332"/>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dirty="0"/>
                <a:t>Next: 1240</a:t>
              </a:r>
            </a:p>
          </p:txBody>
        </p:sp>
      </p:grpSp>
      <p:cxnSp>
        <p:nvCxnSpPr>
          <p:cNvPr id="95" name="Connector: Elbow 94">
            <a:extLst>
              <a:ext uri="{FF2B5EF4-FFF2-40B4-BE49-F238E27FC236}">
                <a16:creationId xmlns:a16="http://schemas.microsoft.com/office/drawing/2014/main" id="{5A4FFE09-3A70-879C-0B39-E45DBFEF8B6C}"/>
              </a:ext>
            </a:extLst>
          </p:cNvPr>
          <p:cNvCxnSpPr>
            <a:stCxn id="90" idx="3"/>
            <a:endCxn id="93" idx="1"/>
          </p:cNvCxnSpPr>
          <p:nvPr/>
        </p:nvCxnSpPr>
        <p:spPr>
          <a:xfrm flipV="1">
            <a:off x="3940393" y="5742094"/>
            <a:ext cx="283780" cy="369332"/>
          </a:xfrm>
          <a:prstGeom prst="bentConnector3">
            <a:avLst/>
          </a:prstGeom>
          <a:ln>
            <a:tailEnd type="triangle"/>
          </a:ln>
        </p:spPr>
        <p:style>
          <a:lnRef idx="1">
            <a:schemeClr val="dk1"/>
          </a:lnRef>
          <a:fillRef idx="0">
            <a:schemeClr val="dk1"/>
          </a:fillRef>
          <a:effectRef idx="0">
            <a:schemeClr val="dk1"/>
          </a:effectRef>
          <a:fontRef idx="minor">
            <a:schemeClr val="tx1"/>
          </a:fontRef>
        </p:style>
      </p:cxnSp>
      <p:grpSp>
        <p:nvGrpSpPr>
          <p:cNvPr id="96" name="Group 95">
            <a:extLst>
              <a:ext uri="{FF2B5EF4-FFF2-40B4-BE49-F238E27FC236}">
                <a16:creationId xmlns:a16="http://schemas.microsoft.com/office/drawing/2014/main" id="{9901B6B4-F756-93F3-1A55-9008BFA4F48C}"/>
              </a:ext>
            </a:extLst>
          </p:cNvPr>
          <p:cNvGrpSpPr/>
          <p:nvPr/>
        </p:nvGrpSpPr>
        <p:grpSpPr>
          <a:xfrm>
            <a:off x="6090084" y="5557428"/>
            <a:ext cx="1608083" cy="738664"/>
            <a:chOff x="1345323" y="1944414"/>
            <a:chExt cx="1608083" cy="738664"/>
          </a:xfrm>
        </p:grpSpPr>
        <p:sp>
          <p:nvSpPr>
            <p:cNvPr id="97" name="TextBox 96">
              <a:extLst>
                <a:ext uri="{FF2B5EF4-FFF2-40B4-BE49-F238E27FC236}">
                  <a16:creationId xmlns:a16="http://schemas.microsoft.com/office/drawing/2014/main" id="{D6F36C7B-9F4B-1815-6C0D-D3E8C956AD49}"/>
                </a:ext>
              </a:extLst>
            </p:cNvPr>
            <p:cNvSpPr txBox="1"/>
            <p:nvPr/>
          </p:nvSpPr>
          <p:spPr>
            <a:xfrm>
              <a:off x="1345323" y="1944414"/>
              <a:ext cx="1608083" cy="369332"/>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pPr algn="ctr"/>
              <a:r>
                <a:rPr lang="en-US" dirty="0" err="1"/>
                <a:t>Shahzaman</a:t>
              </a:r>
              <a:endParaRPr lang="en-US" dirty="0"/>
            </a:p>
          </p:txBody>
        </p:sp>
        <p:sp>
          <p:nvSpPr>
            <p:cNvPr id="98" name="TextBox 97">
              <a:extLst>
                <a:ext uri="{FF2B5EF4-FFF2-40B4-BE49-F238E27FC236}">
                  <a16:creationId xmlns:a16="http://schemas.microsoft.com/office/drawing/2014/main" id="{D47286EA-B153-2DC3-7301-92378FBD93DD}"/>
                </a:ext>
              </a:extLst>
            </p:cNvPr>
            <p:cNvSpPr txBox="1"/>
            <p:nvPr/>
          </p:nvSpPr>
          <p:spPr>
            <a:xfrm>
              <a:off x="1345324" y="2313746"/>
              <a:ext cx="1608082" cy="369332"/>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dirty="0"/>
                <a:t>Next: 1320</a:t>
              </a:r>
            </a:p>
          </p:txBody>
        </p:sp>
      </p:grpSp>
      <p:cxnSp>
        <p:nvCxnSpPr>
          <p:cNvPr id="99" name="Connector: Elbow 98">
            <a:extLst>
              <a:ext uri="{FF2B5EF4-FFF2-40B4-BE49-F238E27FC236}">
                <a16:creationId xmlns:a16="http://schemas.microsoft.com/office/drawing/2014/main" id="{B9926291-0940-CED8-30B9-784D6EEB7228}"/>
              </a:ext>
            </a:extLst>
          </p:cNvPr>
          <p:cNvCxnSpPr>
            <a:stCxn id="94" idx="3"/>
            <a:endCxn id="97" idx="1"/>
          </p:cNvCxnSpPr>
          <p:nvPr/>
        </p:nvCxnSpPr>
        <p:spPr>
          <a:xfrm flipV="1">
            <a:off x="5832256" y="5742094"/>
            <a:ext cx="257828" cy="369332"/>
          </a:xfrm>
          <a:prstGeom prst="bentConnector3">
            <a:avLst/>
          </a:prstGeom>
          <a:ln>
            <a:tailEnd type="triangle"/>
          </a:ln>
        </p:spPr>
        <p:style>
          <a:lnRef idx="1">
            <a:schemeClr val="dk1"/>
          </a:lnRef>
          <a:fillRef idx="0">
            <a:schemeClr val="dk1"/>
          </a:fillRef>
          <a:effectRef idx="0">
            <a:schemeClr val="dk1"/>
          </a:effectRef>
          <a:fontRef idx="minor">
            <a:schemeClr val="tx1"/>
          </a:fontRef>
        </p:style>
      </p:cxnSp>
      <p:grpSp>
        <p:nvGrpSpPr>
          <p:cNvPr id="100" name="Group 99">
            <a:extLst>
              <a:ext uri="{FF2B5EF4-FFF2-40B4-BE49-F238E27FC236}">
                <a16:creationId xmlns:a16="http://schemas.microsoft.com/office/drawing/2014/main" id="{2EB569CC-A049-8AB2-D656-D0D5EF240579}"/>
              </a:ext>
            </a:extLst>
          </p:cNvPr>
          <p:cNvGrpSpPr/>
          <p:nvPr/>
        </p:nvGrpSpPr>
        <p:grpSpPr>
          <a:xfrm>
            <a:off x="7955995" y="5557428"/>
            <a:ext cx="1608083" cy="738664"/>
            <a:chOff x="1345323" y="1944414"/>
            <a:chExt cx="1608083" cy="738664"/>
          </a:xfrm>
        </p:grpSpPr>
        <p:sp>
          <p:nvSpPr>
            <p:cNvPr id="101" name="TextBox 100">
              <a:extLst>
                <a:ext uri="{FF2B5EF4-FFF2-40B4-BE49-F238E27FC236}">
                  <a16:creationId xmlns:a16="http://schemas.microsoft.com/office/drawing/2014/main" id="{733BB4EC-5BCA-8925-2009-E9B466761845}"/>
                </a:ext>
              </a:extLst>
            </p:cNvPr>
            <p:cNvSpPr txBox="1"/>
            <p:nvPr/>
          </p:nvSpPr>
          <p:spPr>
            <a:xfrm>
              <a:off x="1345323" y="1944414"/>
              <a:ext cx="1608083" cy="646331"/>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pPr algn="ctr"/>
              <a:r>
                <a:rPr lang="en-US" dirty="0"/>
                <a:t>Omar Baig</a:t>
              </a:r>
            </a:p>
            <a:p>
              <a:pPr algn="ctr"/>
              <a:endParaRPr lang="en-US" dirty="0"/>
            </a:p>
          </p:txBody>
        </p:sp>
        <p:sp>
          <p:nvSpPr>
            <p:cNvPr id="102" name="TextBox 101">
              <a:extLst>
                <a:ext uri="{FF2B5EF4-FFF2-40B4-BE49-F238E27FC236}">
                  <a16:creationId xmlns:a16="http://schemas.microsoft.com/office/drawing/2014/main" id="{535216F8-DA24-EDC7-D1D5-50DD6C6C540F}"/>
                </a:ext>
              </a:extLst>
            </p:cNvPr>
            <p:cNvSpPr txBox="1"/>
            <p:nvPr/>
          </p:nvSpPr>
          <p:spPr>
            <a:xfrm>
              <a:off x="1345324" y="2313746"/>
              <a:ext cx="1608082" cy="369332"/>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dirty="0"/>
                <a:t>Next: 1400</a:t>
              </a:r>
            </a:p>
          </p:txBody>
        </p:sp>
      </p:grpSp>
      <p:cxnSp>
        <p:nvCxnSpPr>
          <p:cNvPr id="103" name="Connector: Elbow 102">
            <a:extLst>
              <a:ext uri="{FF2B5EF4-FFF2-40B4-BE49-F238E27FC236}">
                <a16:creationId xmlns:a16="http://schemas.microsoft.com/office/drawing/2014/main" id="{F3DFB639-D8A3-DAE5-10D3-087027B75841}"/>
              </a:ext>
            </a:extLst>
          </p:cNvPr>
          <p:cNvCxnSpPr>
            <a:stCxn id="98" idx="3"/>
            <a:endCxn id="101" idx="1"/>
          </p:cNvCxnSpPr>
          <p:nvPr/>
        </p:nvCxnSpPr>
        <p:spPr>
          <a:xfrm flipV="1">
            <a:off x="7698167" y="5880594"/>
            <a:ext cx="257828" cy="230832"/>
          </a:xfrm>
          <a:prstGeom prst="bentConnector3">
            <a:avLst/>
          </a:prstGeom>
          <a:ln>
            <a:tailEnd type="triangle"/>
          </a:ln>
        </p:spPr>
        <p:style>
          <a:lnRef idx="1">
            <a:schemeClr val="dk1"/>
          </a:lnRef>
          <a:fillRef idx="0">
            <a:schemeClr val="dk1"/>
          </a:fillRef>
          <a:effectRef idx="0">
            <a:schemeClr val="dk1"/>
          </a:effectRef>
          <a:fontRef idx="minor">
            <a:schemeClr val="tx1"/>
          </a:fontRef>
        </p:style>
      </p:cxnSp>
      <p:grpSp>
        <p:nvGrpSpPr>
          <p:cNvPr id="104" name="Group 103">
            <a:extLst>
              <a:ext uri="{FF2B5EF4-FFF2-40B4-BE49-F238E27FC236}">
                <a16:creationId xmlns:a16="http://schemas.microsoft.com/office/drawing/2014/main" id="{5094FE4E-3EC4-7E4A-29C9-540BC3AAA3FB}"/>
              </a:ext>
            </a:extLst>
          </p:cNvPr>
          <p:cNvGrpSpPr/>
          <p:nvPr/>
        </p:nvGrpSpPr>
        <p:grpSpPr>
          <a:xfrm>
            <a:off x="9821906" y="5557428"/>
            <a:ext cx="1608083" cy="738664"/>
            <a:chOff x="1345323" y="1944414"/>
            <a:chExt cx="1608083" cy="738664"/>
          </a:xfrm>
        </p:grpSpPr>
        <p:sp>
          <p:nvSpPr>
            <p:cNvPr id="105" name="TextBox 104">
              <a:extLst>
                <a:ext uri="{FF2B5EF4-FFF2-40B4-BE49-F238E27FC236}">
                  <a16:creationId xmlns:a16="http://schemas.microsoft.com/office/drawing/2014/main" id="{637D7C00-F485-0683-4B10-EBCB4F3082A9}"/>
                </a:ext>
              </a:extLst>
            </p:cNvPr>
            <p:cNvSpPr txBox="1"/>
            <p:nvPr/>
          </p:nvSpPr>
          <p:spPr>
            <a:xfrm>
              <a:off x="1345323" y="1944414"/>
              <a:ext cx="1608083" cy="369332"/>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pPr algn="ctr"/>
              <a:r>
                <a:rPr lang="en-US" dirty="0"/>
                <a:t>Omar Khan</a:t>
              </a:r>
            </a:p>
          </p:txBody>
        </p:sp>
        <p:sp>
          <p:nvSpPr>
            <p:cNvPr id="106" name="TextBox 105">
              <a:extLst>
                <a:ext uri="{FF2B5EF4-FFF2-40B4-BE49-F238E27FC236}">
                  <a16:creationId xmlns:a16="http://schemas.microsoft.com/office/drawing/2014/main" id="{B7A7B7F5-A14F-FA43-8D68-599430E520D6}"/>
                </a:ext>
              </a:extLst>
            </p:cNvPr>
            <p:cNvSpPr txBox="1"/>
            <p:nvPr/>
          </p:nvSpPr>
          <p:spPr>
            <a:xfrm>
              <a:off x="1345324" y="2313746"/>
              <a:ext cx="1608082" cy="369332"/>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dirty="0"/>
                <a:t>Next: Null</a:t>
              </a:r>
            </a:p>
          </p:txBody>
        </p:sp>
      </p:grpSp>
      <p:cxnSp>
        <p:nvCxnSpPr>
          <p:cNvPr id="108" name="Connector: Elbow 107">
            <a:extLst>
              <a:ext uri="{FF2B5EF4-FFF2-40B4-BE49-F238E27FC236}">
                <a16:creationId xmlns:a16="http://schemas.microsoft.com/office/drawing/2014/main" id="{62046327-F838-EF7C-B974-8D61DBF906DD}"/>
              </a:ext>
            </a:extLst>
          </p:cNvPr>
          <p:cNvCxnSpPr>
            <a:stCxn id="102" idx="3"/>
            <a:endCxn id="105" idx="1"/>
          </p:cNvCxnSpPr>
          <p:nvPr/>
        </p:nvCxnSpPr>
        <p:spPr>
          <a:xfrm flipV="1">
            <a:off x="9564078" y="5742094"/>
            <a:ext cx="257828" cy="369332"/>
          </a:xfrm>
          <a:prstGeom prst="bentConnector3">
            <a:avLst/>
          </a:prstGeom>
          <a:ln>
            <a:tailEnd type="triangle"/>
          </a:ln>
        </p:spPr>
        <p:style>
          <a:lnRef idx="1">
            <a:schemeClr val="dk1"/>
          </a:lnRef>
          <a:fillRef idx="0">
            <a:schemeClr val="dk1"/>
          </a:fillRef>
          <a:effectRef idx="0">
            <a:schemeClr val="dk1"/>
          </a:effectRef>
          <a:fontRef idx="minor">
            <a:schemeClr val="tx1"/>
          </a:fontRef>
        </p:style>
      </p:cxnSp>
      <p:sp>
        <p:nvSpPr>
          <p:cNvPr id="110" name="TextBox 109">
            <a:extLst>
              <a:ext uri="{FF2B5EF4-FFF2-40B4-BE49-F238E27FC236}">
                <a16:creationId xmlns:a16="http://schemas.microsoft.com/office/drawing/2014/main" id="{F56A16CA-BCEE-2400-E576-B97D2DC90D16}"/>
              </a:ext>
            </a:extLst>
          </p:cNvPr>
          <p:cNvSpPr txBox="1"/>
          <p:nvPr/>
        </p:nvSpPr>
        <p:spPr>
          <a:xfrm>
            <a:off x="2048530" y="364903"/>
            <a:ext cx="5245731" cy="369332"/>
          </a:xfrm>
          <a:prstGeom prst="rect">
            <a:avLst/>
          </a:prstGeom>
          <a:noFill/>
        </p:spPr>
        <p:txBody>
          <a:bodyPr wrap="none" rtlCol="0">
            <a:spAutoFit/>
          </a:bodyPr>
          <a:lstStyle/>
          <a:p>
            <a:r>
              <a:rPr lang="en-US" dirty="0"/>
              <a:t>Linked list is initialized with first Node at address 1000</a:t>
            </a:r>
          </a:p>
        </p:txBody>
      </p:sp>
      <p:sp>
        <p:nvSpPr>
          <p:cNvPr id="111" name="TextBox 110">
            <a:extLst>
              <a:ext uri="{FF2B5EF4-FFF2-40B4-BE49-F238E27FC236}">
                <a16:creationId xmlns:a16="http://schemas.microsoft.com/office/drawing/2014/main" id="{5958449B-E3B3-BCC1-846A-9120842E554C}"/>
              </a:ext>
            </a:extLst>
          </p:cNvPr>
          <p:cNvSpPr txBox="1"/>
          <p:nvPr/>
        </p:nvSpPr>
        <p:spPr>
          <a:xfrm>
            <a:off x="3940392" y="1390104"/>
            <a:ext cx="7720319" cy="369332"/>
          </a:xfrm>
          <a:prstGeom prst="rect">
            <a:avLst/>
          </a:prstGeom>
          <a:noFill/>
        </p:spPr>
        <p:txBody>
          <a:bodyPr wrap="none" rtlCol="0">
            <a:spAutoFit/>
          </a:bodyPr>
          <a:lstStyle/>
          <a:p>
            <a:r>
              <a:rPr lang="en-US" dirty="0"/>
              <a:t>A new Node is added at address 1080 and the pointer of first node is set to 1080</a:t>
            </a:r>
          </a:p>
        </p:txBody>
      </p:sp>
      <p:sp>
        <p:nvSpPr>
          <p:cNvPr id="112" name="TextBox 111">
            <a:extLst>
              <a:ext uri="{FF2B5EF4-FFF2-40B4-BE49-F238E27FC236}">
                <a16:creationId xmlns:a16="http://schemas.microsoft.com/office/drawing/2014/main" id="{B2BD9279-DAAA-EF10-2DD1-1F54C6D6A36F}"/>
              </a:ext>
            </a:extLst>
          </p:cNvPr>
          <p:cNvSpPr txBox="1"/>
          <p:nvPr/>
        </p:nvSpPr>
        <p:spPr>
          <a:xfrm>
            <a:off x="5832256" y="2403799"/>
            <a:ext cx="6007991" cy="369332"/>
          </a:xfrm>
          <a:prstGeom prst="rect">
            <a:avLst/>
          </a:prstGeom>
          <a:noFill/>
        </p:spPr>
        <p:txBody>
          <a:bodyPr wrap="none" rtlCol="0">
            <a:spAutoFit/>
          </a:bodyPr>
          <a:lstStyle/>
          <a:p>
            <a:r>
              <a:rPr lang="en-US" dirty="0"/>
              <a:t>Another node is added, and the pointer of previous node is set</a:t>
            </a:r>
          </a:p>
        </p:txBody>
      </p:sp>
    </p:spTree>
    <p:extLst>
      <p:ext uri="{BB962C8B-B14F-4D97-AF65-F5344CB8AC3E}">
        <p14:creationId xmlns:p14="http://schemas.microsoft.com/office/powerpoint/2010/main" val="20057900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5"/>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8"/>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9"/>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12"/>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4"/>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7"/>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40"/>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41"/>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44"/>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45"/>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49"/>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65"/>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68"/>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71"/>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72"/>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75"/>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76"/>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79"/>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80"/>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84"/>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85"/>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88"/>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91"/>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92"/>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95"/>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96"/>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99"/>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100"/>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103"/>
                                        </p:tgtEl>
                                        <p:attrNameLst>
                                          <p:attrName>style.visibility</p:attrName>
                                        </p:attrNameLst>
                                      </p:cBhvr>
                                      <p:to>
                                        <p:strVal val="visible"/>
                                      </p:to>
                                    </p:set>
                                  </p:childTnLst>
                                </p:cTn>
                              </p:par>
                              <p:par>
                                <p:cTn id="89" presetID="1" presetClass="entr" presetSubtype="0" fill="hold" nodeType="withEffect">
                                  <p:stCondLst>
                                    <p:cond delay="0"/>
                                  </p:stCondLst>
                                  <p:childTnLst>
                                    <p:set>
                                      <p:cBhvr>
                                        <p:cTn id="90" dur="1" fill="hold">
                                          <p:stCondLst>
                                            <p:cond delay="0"/>
                                          </p:stCondLst>
                                        </p:cTn>
                                        <p:tgtEl>
                                          <p:spTgt spid="104"/>
                                        </p:tgtEl>
                                        <p:attrNameLst>
                                          <p:attrName>style.visibility</p:attrName>
                                        </p:attrNameLst>
                                      </p:cBhvr>
                                      <p:to>
                                        <p:strVal val="visible"/>
                                      </p:to>
                                    </p:set>
                                  </p:childTnLst>
                                </p:cTn>
                              </p:par>
                              <p:par>
                                <p:cTn id="91" presetID="1" presetClass="entr" presetSubtype="0" fill="hold" nodeType="withEffect">
                                  <p:stCondLst>
                                    <p:cond delay="0"/>
                                  </p:stCondLst>
                                  <p:childTnLst>
                                    <p:set>
                                      <p:cBhvr>
                                        <p:cTn id="92" dur="1" fill="hold">
                                          <p:stCondLst>
                                            <p:cond delay="0"/>
                                          </p:stCondLst>
                                        </p:cTn>
                                        <p:tgtEl>
                                          <p:spTgt spid="10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 grpId="0"/>
      <p:bldP spid="111" grpId="0"/>
      <p:bldP spid="11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Before we move on…</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4887878"/>
              </a:xfrm>
              <a:prstGeom prst="rect">
                <a:avLst/>
              </a:prstGeom>
            </p:spPr>
            <p:txBody>
              <a:bodyPr>
                <a:normAutofit fontScale="77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400" dirty="0"/>
                  <a:t>Note that there will be a few new notations in the Pseudocode we present in the next slides:</a:t>
                </a:r>
              </a:p>
              <a:p>
                <a:pPr lvl="1">
                  <a:lnSpc>
                    <a:spcPct val="120000"/>
                  </a:lnSpc>
                  <a:buFont typeface="Wingdings" panose="05000000000000000000" pitchFamily="2" charset="2"/>
                  <a:buChar char="§"/>
                </a:pPr>
                <a14:m>
                  <m:oMath xmlns:m="http://schemas.openxmlformats.org/officeDocument/2006/math">
                    <m:r>
                      <a:rPr lang="en-US" sz="3200" b="0" i="1" smtClean="0">
                        <a:latin typeface="Cambria Math" panose="02040503050406030204" pitchFamily="18" charset="0"/>
                      </a:rPr>
                      <m:t>𝜙</m:t>
                    </m:r>
                  </m:oMath>
                </a14:m>
                <a:r>
                  <a:rPr lang="en-US" sz="3200" dirty="0"/>
                  <a:t> represents Null</a:t>
                </a:r>
              </a:p>
              <a:p>
                <a:pPr lvl="1">
                  <a:lnSpc>
                    <a:spcPct val="120000"/>
                  </a:lnSpc>
                  <a:buFont typeface="Wingdings" panose="05000000000000000000" pitchFamily="2" charset="2"/>
                  <a:buChar char="§"/>
                </a:pPr>
                <a14:m>
                  <m:oMath xmlns:m="http://schemas.openxmlformats.org/officeDocument/2006/math">
                    <m:r>
                      <a:rPr lang="en-US" sz="3200" b="0" i="1" smtClean="0">
                        <a:latin typeface="Cambria Math" panose="02040503050406030204" pitchFamily="18" charset="0"/>
                      </a:rPr>
                      <m:t>𝑛𝑜𝑑𝑒</m:t>
                    </m:r>
                    <m:r>
                      <a:rPr lang="en-US" sz="3200" b="0" i="1" smtClean="0">
                        <a:latin typeface="Cambria Math" panose="02040503050406030204" pitchFamily="18" charset="0"/>
                      </a:rPr>
                      <m:t>→</m:t>
                    </m:r>
                    <m:r>
                      <a:rPr lang="en-US" sz="3200" b="0" i="1" smtClean="0">
                        <a:latin typeface="Cambria Math" panose="02040503050406030204" pitchFamily="18" charset="0"/>
                      </a:rPr>
                      <m:t>𝑛𝑒𝑥𝑡</m:t>
                    </m:r>
                  </m:oMath>
                </a14:m>
                <a:r>
                  <a:rPr lang="en-US" sz="3200" dirty="0"/>
                  <a:t> means the next pointer of node. This is sometimes also written as </a:t>
                </a:r>
                <a14:m>
                  <m:oMath xmlns:m="http://schemas.openxmlformats.org/officeDocument/2006/math">
                    <m:r>
                      <a:rPr lang="en-US" sz="3200" b="0" i="1" smtClean="0">
                        <a:latin typeface="Cambria Math" panose="02040503050406030204" pitchFamily="18" charset="0"/>
                      </a:rPr>
                      <m:t>𝑛𝑜𝑑𝑒</m:t>
                    </m:r>
                    <m:r>
                      <a:rPr lang="en-US" sz="3200" b="0" i="1" smtClean="0">
                        <a:latin typeface="Cambria Math" panose="02040503050406030204" pitchFamily="18" charset="0"/>
                      </a:rPr>
                      <m:t>.</m:t>
                    </m:r>
                    <m:r>
                      <a:rPr lang="en-US" sz="3200" b="0" i="1" smtClean="0">
                        <a:latin typeface="Cambria Math" panose="02040503050406030204" pitchFamily="18" charset="0"/>
                      </a:rPr>
                      <m:t>𝑛𝑒𝑥𝑡</m:t>
                    </m:r>
                  </m:oMath>
                </a14:m>
                <a:r>
                  <a:rPr lang="en-US" sz="3200" dirty="0"/>
                  <a:t> or </a:t>
                </a:r>
                <a14:m>
                  <m:oMath xmlns:m="http://schemas.openxmlformats.org/officeDocument/2006/math">
                    <m:r>
                      <a:rPr lang="en-US" sz="3200" i="1">
                        <a:latin typeface="Cambria Math" panose="02040503050406030204" pitchFamily="18" charset="0"/>
                      </a:rPr>
                      <m:t>𝑛𝑒𝑥𝑡</m:t>
                    </m:r>
                    <m:r>
                      <a:rPr lang="en-US" sz="3200" i="1">
                        <a:latin typeface="Cambria Math" panose="02040503050406030204" pitchFamily="18" charset="0"/>
                      </a:rPr>
                      <m:t>[</m:t>
                    </m:r>
                    <m:r>
                      <a:rPr lang="en-US" sz="3200" i="1">
                        <a:latin typeface="Cambria Math" panose="02040503050406030204" pitchFamily="18" charset="0"/>
                      </a:rPr>
                      <m:t>𝑛𝑜𝑑𝑒</m:t>
                    </m:r>
                    <m:r>
                      <a:rPr lang="en-US" sz="3200" i="1">
                        <a:latin typeface="Cambria Math" panose="02040503050406030204" pitchFamily="18" charset="0"/>
                      </a:rPr>
                      <m:t>]</m:t>
                    </m:r>
                  </m:oMath>
                </a14:m>
                <a:r>
                  <a:rPr lang="en-US" sz="3200" dirty="0"/>
                  <a:t>.</a:t>
                </a:r>
              </a:p>
              <a:p>
                <a:pPr lvl="1">
                  <a:lnSpc>
                    <a:spcPct val="120000"/>
                  </a:lnSpc>
                  <a:buFont typeface="Wingdings" panose="05000000000000000000" pitchFamily="2" charset="2"/>
                  <a:buChar char="§"/>
                </a:pPr>
                <a14:m>
                  <m:oMath xmlns:m="http://schemas.openxmlformats.org/officeDocument/2006/math">
                    <m:r>
                      <a:rPr lang="en-US" sz="3200" b="0" i="1" smtClean="0">
                        <a:latin typeface="Cambria Math" panose="02040503050406030204" pitchFamily="18" charset="0"/>
                      </a:rPr>
                      <m:t>𝑛𝑜𝑑𝑒</m:t>
                    </m:r>
                    <m:r>
                      <a:rPr lang="en-US" sz="3200" b="0" i="1" smtClean="0">
                        <a:latin typeface="Cambria Math" panose="02040503050406030204" pitchFamily="18" charset="0"/>
                      </a:rPr>
                      <m:t>→</m:t>
                    </m:r>
                    <m:r>
                      <a:rPr lang="en-US" sz="3200" b="0" i="1" smtClean="0">
                        <a:latin typeface="Cambria Math" panose="02040503050406030204" pitchFamily="18" charset="0"/>
                      </a:rPr>
                      <m:t>𝑒𝑙𝑒𝑚𝑒𝑛𝑡</m:t>
                    </m:r>
                  </m:oMath>
                </a14:m>
                <a:r>
                  <a:rPr lang="en-US" sz="3200" dirty="0"/>
                  <a:t> means the data stored in the node. This is sometimes also written as </a:t>
                </a:r>
                <a14:m>
                  <m:oMath xmlns:m="http://schemas.openxmlformats.org/officeDocument/2006/math">
                    <m:r>
                      <a:rPr lang="en-US" sz="3200" b="0" i="1" smtClean="0">
                        <a:latin typeface="Cambria Math" panose="02040503050406030204" pitchFamily="18" charset="0"/>
                      </a:rPr>
                      <m:t>𝑛𝑜𝑑𝑒</m:t>
                    </m:r>
                    <m:r>
                      <a:rPr lang="en-US" sz="3200" b="0" i="1" smtClean="0">
                        <a:latin typeface="Cambria Math" panose="02040503050406030204" pitchFamily="18" charset="0"/>
                      </a:rPr>
                      <m:t>.</m:t>
                    </m:r>
                    <m:r>
                      <a:rPr lang="en-US" sz="3200" b="0" i="1" smtClean="0">
                        <a:latin typeface="Cambria Math" panose="02040503050406030204" pitchFamily="18" charset="0"/>
                      </a:rPr>
                      <m:t>𝑒𝑙𝑒𝑚𝑒𝑛𝑡</m:t>
                    </m:r>
                  </m:oMath>
                </a14:m>
                <a:r>
                  <a:rPr lang="en-US" sz="3200" dirty="0"/>
                  <a:t> or </a:t>
                </a:r>
                <a14:m>
                  <m:oMath xmlns:m="http://schemas.openxmlformats.org/officeDocument/2006/math">
                    <m:r>
                      <a:rPr lang="en-US" sz="3200" b="0" i="1" smtClean="0">
                        <a:latin typeface="Cambria Math" panose="02040503050406030204" pitchFamily="18" charset="0"/>
                      </a:rPr>
                      <m:t>𝑒𝑙𝑒𝑚𝑒𝑛𝑡</m:t>
                    </m:r>
                    <m:r>
                      <a:rPr lang="en-US" sz="3200" b="0" i="1" smtClean="0">
                        <a:latin typeface="Cambria Math" panose="02040503050406030204" pitchFamily="18" charset="0"/>
                      </a:rPr>
                      <m:t>[</m:t>
                    </m:r>
                    <m:r>
                      <a:rPr lang="en-US" sz="3200" b="0" i="1" smtClean="0">
                        <a:latin typeface="Cambria Math" panose="02040503050406030204" pitchFamily="18" charset="0"/>
                      </a:rPr>
                      <m:t>𝑛𝑜𝑑𝑒</m:t>
                    </m:r>
                    <m:r>
                      <a:rPr lang="en-US" sz="3200" b="0" i="1" smtClean="0">
                        <a:latin typeface="Cambria Math" panose="02040503050406030204" pitchFamily="18" charset="0"/>
                      </a:rPr>
                      <m:t>]</m:t>
                    </m:r>
                  </m:oMath>
                </a14:m>
                <a:r>
                  <a:rPr lang="en-US" sz="3200" dirty="0"/>
                  <a:t>.</a:t>
                </a:r>
              </a:p>
              <a:p>
                <a:pPr lvl="1">
                  <a:lnSpc>
                    <a:spcPct val="120000"/>
                  </a:lnSpc>
                  <a:buFont typeface="Wingdings" panose="05000000000000000000" pitchFamily="2" charset="2"/>
                  <a:buChar char="§"/>
                </a:pPr>
                <a14:m>
                  <m:oMath xmlns:m="http://schemas.openxmlformats.org/officeDocument/2006/math">
                    <m:r>
                      <a:rPr lang="en-US" sz="3200" b="0" i="1" smtClean="0">
                        <a:latin typeface="Cambria Math" panose="02040503050406030204" pitchFamily="18" charset="0"/>
                      </a:rPr>
                      <m:t>𝐶𝑅𝐸𝐴𝑇𝐸</m:t>
                    </m:r>
                    <m:r>
                      <a:rPr lang="en-US" sz="3200" b="0" i="1" smtClean="0">
                        <a:latin typeface="Cambria Math" panose="02040503050406030204" pitchFamily="18" charset="0"/>
                      </a:rPr>
                      <m:t>_</m:t>
                    </m:r>
                    <m:r>
                      <a:rPr lang="en-US" sz="3200" b="0" i="1" smtClean="0">
                        <a:latin typeface="Cambria Math" panose="02040503050406030204" pitchFamily="18" charset="0"/>
                      </a:rPr>
                      <m:t>𝑁𝑂𝐷𝐸</m:t>
                    </m:r>
                    <m:r>
                      <a:rPr lang="en-US" sz="3200" b="0" i="1" smtClean="0">
                        <a:latin typeface="Cambria Math" panose="02040503050406030204" pitchFamily="18" charset="0"/>
                      </a:rPr>
                      <m:t>(</m:t>
                    </m:r>
                    <m:r>
                      <a:rPr lang="en-US" sz="3200" b="0" i="1" smtClean="0">
                        <a:latin typeface="Cambria Math" panose="02040503050406030204" pitchFamily="18" charset="0"/>
                      </a:rPr>
                      <m:t>𝑛</m:t>
                    </m:r>
                    <m:r>
                      <a:rPr lang="en-US" sz="3200" b="0" i="1" smtClean="0">
                        <a:latin typeface="Cambria Math" panose="02040503050406030204" pitchFamily="18" charset="0"/>
                      </a:rPr>
                      <m:t>)</m:t>
                    </m:r>
                  </m:oMath>
                </a14:m>
                <a:r>
                  <a:rPr lang="en-US" sz="3200" dirty="0"/>
                  <a:t> is a function which assigns (also called ALLOC) </a:t>
                </a:r>
                <a14:m>
                  <m:oMath xmlns:m="http://schemas.openxmlformats.org/officeDocument/2006/math">
                    <m:r>
                      <a:rPr lang="en-US" sz="3200" b="0" i="1" smtClean="0">
                        <a:latin typeface="Cambria Math" panose="02040503050406030204" pitchFamily="18" charset="0"/>
                      </a:rPr>
                      <m:t>𝑛</m:t>
                    </m:r>
                  </m:oMath>
                </a14:m>
                <a:r>
                  <a:rPr lang="en-US" sz="3200" dirty="0"/>
                  <a:t> size memory from System’s Available memory (also called AVAIL) to the linked list. If there is no memory available, then we get an Overflow error.</a:t>
                </a:r>
              </a:p>
              <a:p>
                <a:pPr lvl="1">
                  <a:lnSpc>
                    <a:spcPct val="120000"/>
                  </a:lnSpc>
                  <a:buFont typeface="Wingdings" panose="05000000000000000000" pitchFamily="2" charset="2"/>
                  <a:buChar char="§"/>
                </a:pPr>
                <a14:m>
                  <m:oMath xmlns:m="http://schemas.openxmlformats.org/officeDocument/2006/math">
                    <m:d>
                      <m:dPr>
                        <m:begChr m:val="|"/>
                        <m:endChr m:val="|"/>
                        <m:ctrlPr>
                          <a:rPr lang="en-US" sz="3200" b="0" i="1" smtClean="0">
                            <a:latin typeface="Cambria Math" panose="02040503050406030204" pitchFamily="18" charset="0"/>
                          </a:rPr>
                        </m:ctrlPr>
                      </m:dPr>
                      <m:e>
                        <m:r>
                          <a:rPr lang="en-US" sz="3200" b="0" i="1" smtClean="0">
                            <a:latin typeface="Cambria Math" panose="02040503050406030204" pitchFamily="18" charset="0"/>
                          </a:rPr>
                          <m:t>𝑒𝑙𝑚𝑒𝑛𝑡</m:t>
                        </m:r>
                      </m:e>
                    </m:d>
                  </m:oMath>
                </a14:m>
                <a:r>
                  <a:rPr lang="en-US" sz="3200" dirty="0"/>
                  <a:t> means magnitude or the size of </a:t>
                </a:r>
                <a14:m>
                  <m:oMath xmlns:m="http://schemas.openxmlformats.org/officeDocument/2006/math">
                    <m:r>
                      <a:rPr lang="en-US" sz="3200" i="1" dirty="0" smtClean="0">
                        <a:latin typeface="Cambria Math" panose="02040503050406030204" pitchFamily="18" charset="0"/>
                      </a:rPr>
                      <m:t>𝑒𝑙𝑒𝑚𝑒𝑛𝑡</m:t>
                    </m:r>
                  </m:oMath>
                </a14:m>
                <a:r>
                  <a:rPr lang="en-US" sz="3200" dirty="0"/>
                  <a:t>.</a:t>
                </a:r>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7"/>
                <a:ext cx="11743016" cy="4887878"/>
              </a:xfrm>
              <a:prstGeom prst="rect">
                <a:avLst/>
              </a:prstGeom>
              <a:blipFill>
                <a:blip r:embed="rId3"/>
                <a:stretch>
                  <a:fillRect l="-778" t="-998" r="-1142"/>
                </a:stretch>
              </a:blipFill>
            </p:spPr>
            <p:txBody>
              <a:bodyPr/>
              <a:lstStyle/>
              <a:p>
                <a:r>
                  <a:rPr lang="en-PK">
                    <a:noFill/>
                  </a:rPr>
                  <a:t> </a:t>
                </a:r>
              </a:p>
            </p:txBody>
          </p:sp>
        </mc:Fallback>
      </mc:AlternateContent>
    </p:spTree>
    <p:extLst>
      <p:ext uri="{BB962C8B-B14F-4D97-AF65-F5344CB8AC3E}">
        <p14:creationId xmlns:p14="http://schemas.microsoft.com/office/powerpoint/2010/main" val="30622557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Linked List Operations – INSERT</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22076"/>
                <a:ext cx="11743016" cy="5020613"/>
              </a:xfrm>
              <a:prstGeom prst="rect">
                <a:avLst/>
              </a:prstGeom>
            </p:spPr>
            <p:txBody>
              <a:bodyPr>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2400" dirty="0">
                    <a:latin typeface="Cascadia Code" panose="020B0609020000020004" pitchFamily="49" charset="0"/>
                    <a:ea typeface="Cascadia Code" panose="020B0609020000020004" pitchFamily="49" charset="0"/>
                    <a:cs typeface="Cascadia Code" panose="020B0609020000020004" pitchFamily="49" charset="0"/>
                  </a:rPr>
                  <a:t>INSERT</a:t>
                </a:r>
                <a:r>
                  <a:rPr lang="en-US" sz="2400" dirty="0">
                    <a:latin typeface="Cascadia Code" panose="020B0609020000020004" pitchFamily="49" charset="0"/>
                    <a:cs typeface="Cascadia Code" panose="020B0609020000020004" pitchFamily="49" charset="0"/>
                  </a:rPr>
                  <a:t>(</a:t>
                </a:r>
                <a:r>
                  <a:rPr lang="en-US" sz="2400" dirty="0">
                    <a:latin typeface="Cascadia Code" panose="020B0609020000020004" pitchFamily="49" charset="0"/>
                    <a:ea typeface="Cascadia Code" panose="020B0609020000020004" pitchFamily="49" charset="0"/>
                    <a:cs typeface="Cascadia Code" panose="020B0609020000020004" pitchFamily="49" charset="0"/>
                  </a:rPr>
                  <a:t>Start, element), where ‘Start’ is the address of the first node and ‘element’ is the data to insert.</a:t>
                </a:r>
                <a:endParaRPr lang="en-US" sz="2400" i="1" dirty="0">
                  <a:latin typeface="Cascadia Code" panose="020B0609020000020004" pitchFamily="49" charset="0"/>
                  <a:ea typeface="Cascadia Code" panose="020B0609020000020004" pitchFamily="49" charset="0"/>
                  <a:cs typeface="Cascadia Code" panose="020B0609020000020004" pitchFamily="49" charset="0"/>
                </a:endParaRPr>
              </a:p>
              <a:p>
                <a:pPr marL="457200" indent="-457200">
                  <a:lnSpc>
                    <a:spcPct val="100000"/>
                  </a:lnSpc>
                  <a:buFont typeface="Arial" panose="020B0604020202020204" pitchFamily="34" charset="0"/>
                  <a:buAutoNum type="arabicPeriod"/>
                </a:pPr>
                <a14:m>
                  <m:oMath xmlns:m="http://schemas.openxmlformats.org/officeDocument/2006/math">
                    <m:r>
                      <a:rPr lang="en-US" sz="2400" i="1" dirty="0">
                        <a:latin typeface="Cambria Math" panose="02040503050406030204" pitchFamily="18" charset="0"/>
                        <a:ea typeface="Cascadia Code" panose="020B0609020000020004" pitchFamily="49" charset="0"/>
                        <a:cs typeface="Cascadia Code" panose="020B0609020000020004" pitchFamily="49" charset="0"/>
                      </a:rPr>
                      <m:t>𝑆𝐸𝑇</m:t>
                    </m:r>
                    <m:r>
                      <a:rPr lang="en-US" sz="2400" i="1" dirty="0">
                        <a:latin typeface="Cambria Math" panose="02040503050406030204" pitchFamily="18" charset="0"/>
                        <a:ea typeface="Cascadia Code" panose="020B0609020000020004" pitchFamily="49" charset="0"/>
                        <a:cs typeface="Cascadia Code" panose="020B0609020000020004" pitchFamily="49" charset="0"/>
                      </a:rPr>
                      <m:t> </m:t>
                    </m:r>
                    <m:r>
                      <a:rPr lang="en-US" sz="2400" i="1" dirty="0">
                        <a:latin typeface="Cambria Math" panose="02040503050406030204" pitchFamily="18" charset="0"/>
                        <a:ea typeface="Cascadia Code" panose="020B0609020000020004" pitchFamily="49" charset="0"/>
                        <a:cs typeface="Cascadia Code" panose="020B0609020000020004" pitchFamily="49" charset="0"/>
                      </a:rPr>
                      <m:t>𝑛𝑜𝑑𝑒</m:t>
                    </m:r>
                    <m:r>
                      <a:rPr lang="en-US" sz="2400" i="1" dirty="0">
                        <a:latin typeface="Cambria Math" panose="02040503050406030204" pitchFamily="18" charset="0"/>
                        <a:ea typeface="Cascadia Code" panose="020B0609020000020004" pitchFamily="49" charset="0"/>
                        <a:cs typeface="Cascadia Code" panose="020B0609020000020004" pitchFamily="49" charset="0"/>
                      </a:rPr>
                      <m:t>≔</m:t>
                    </m:r>
                    <m:r>
                      <a:rPr lang="en-US" sz="2400" i="1" dirty="0">
                        <a:latin typeface="Cambria Math" panose="02040503050406030204" pitchFamily="18" charset="0"/>
                        <a:ea typeface="Cascadia Code" panose="020B0609020000020004" pitchFamily="49" charset="0"/>
                        <a:cs typeface="Cascadia Code" panose="020B0609020000020004" pitchFamily="49" charset="0"/>
                      </a:rPr>
                      <m:t>𝑆𝑡𝑎𝑟𝑡</m:t>
                    </m:r>
                  </m:oMath>
                </a14:m>
                <a:endParaRPr lang="en-US" sz="2400" i="1" dirty="0">
                  <a:latin typeface="Cambria Math" panose="02040503050406030204" pitchFamily="18" charset="0"/>
                  <a:ea typeface="Cascadia Code" panose="020B0609020000020004" pitchFamily="49" charset="0"/>
                  <a:cs typeface="Cascadia Code" panose="020B0609020000020004" pitchFamily="49" charset="0"/>
                </a:endParaRPr>
              </a:p>
              <a:p>
                <a:pPr marL="457200" indent="-457200">
                  <a:lnSpc>
                    <a:spcPct val="100000"/>
                  </a:lnSpc>
                  <a:buFont typeface="Arial" panose="020B0604020202020204" pitchFamily="34" charset="0"/>
                  <a:buAutoNum type="arabicPeriod"/>
                </a:pPr>
                <a14:m>
                  <m:oMath xmlns:m="http://schemas.openxmlformats.org/officeDocument/2006/math">
                    <m:r>
                      <a:rPr lang="en-US" sz="2400" i="1" dirty="0" smtClean="0">
                        <a:latin typeface="Cambria Math" panose="02040503050406030204" pitchFamily="18" charset="0"/>
                        <a:ea typeface="Cascadia Code" panose="020B0609020000020004" pitchFamily="49" charset="0"/>
                        <a:cs typeface="Cascadia Code" panose="020B0609020000020004" pitchFamily="49" charset="0"/>
                      </a:rPr>
                      <m:t>𝐼</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𝐹</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 </m:t>
                    </m:r>
                    <m:r>
                      <a:rPr lang="en-US" sz="2400" i="1" dirty="0">
                        <a:latin typeface="Cambria Math" panose="02040503050406030204" pitchFamily="18" charset="0"/>
                        <a:ea typeface="Cascadia Code" panose="020B0609020000020004" pitchFamily="49" charset="0"/>
                        <a:cs typeface="Cascadia Code" panose="020B0609020000020004" pitchFamily="49" charset="0"/>
                      </a:rPr>
                      <m:t>𝑛𝑜𝑑𝑒</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𝜙</m:t>
                    </m:r>
                  </m:oMath>
                </a14:m>
                <a:r>
                  <a:rPr lang="en-US" sz="2400" i="1" dirty="0">
                    <a:latin typeface="Cambria Math" panose="02040503050406030204" pitchFamily="18" charset="0"/>
                    <a:ea typeface="Cascadia Code" panose="020B0609020000020004" pitchFamily="49" charset="0"/>
                    <a:cs typeface="Cascadia Code" panose="020B0609020000020004" pitchFamily="49" charset="0"/>
                  </a:rPr>
                  <a:t>	</a:t>
                </a:r>
                <a:r>
                  <a:rPr lang="en-US" sz="2400" dirty="0">
                    <a:latin typeface="Cambria Math" panose="02040503050406030204" pitchFamily="18" charset="0"/>
                    <a:ea typeface="Cascadia Code" panose="020B0609020000020004" pitchFamily="49" charset="0"/>
                    <a:cs typeface="Cascadia Code" panose="020B0609020000020004" pitchFamily="49" charset="0"/>
                  </a:rPr>
                  <a:t>(First check if there’s even a node at start or not)</a:t>
                </a:r>
              </a:p>
              <a:p>
                <a:pPr marL="914400" lvl="1" indent="-457200">
                  <a:lnSpc>
                    <a:spcPct val="100000"/>
                  </a:lnSpc>
                  <a:buAutoNum type="arabicPeriod"/>
                </a:pPr>
                <a14:m>
                  <m:oMath xmlns:m="http://schemas.openxmlformats.org/officeDocument/2006/math">
                    <m:r>
                      <a:rPr lang="en-US" sz="2200" i="1" dirty="0" smtClean="0">
                        <a:latin typeface="Cambria Math" panose="02040503050406030204" pitchFamily="18" charset="0"/>
                        <a:ea typeface="Cascadia Code" panose="020B0609020000020004" pitchFamily="49" charset="0"/>
                        <a:cs typeface="Cascadia Code" panose="020B0609020000020004" pitchFamily="49" charset="0"/>
                      </a:rPr>
                      <m:t>𝑅𝐸𝑃𝐸𝐴𝑇</m:t>
                    </m:r>
                    <m:r>
                      <a:rPr lang="en-US" sz="2200" i="1" dirty="0" smtClean="0">
                        <a:latin typeface="Cambria Math" panose="02040503050406030204" pitchFamily="18" charset="0"/>
                        <a:ea typeface="Cascadia Code" panose="020B0609020000020004" pitchFamily="49" charset="0"/>
                        <a:cs typeface="Cascadia Code" panose="020B0609020000020004" pitchFamily="49" charset="0"/>
                      </a:rPr>
                      <m:t> </m:t>
                    </m:r>
                    <m:r>
                      <a:rPr lang="en-US" sz="2200" i="1" dirty="0" smtClean="0">
                        <a:latin typeface="Cambria Math" panose="02040503050406030204" pitchFamily="18" charset="0"/>
                        <a:ea typeface="Cascadia Code" panose="020B0609020000020004" pitchFamily="49" charset="0"/>
                        <a:cs typeface="Cascadia Code" panose="020B0609020000020004" pitchFamily="49" charset="0"/>
                      </a:rPr>
                      <m:t>𝑤h𝑖𝑙𝑒</m:t>
                    </m:r>
                    <m:r>
                      <a:rPr lang="en-US" sz="2200" i="1" dirty="0" smtClean="0">
                        <a:latin typeface="Cambria Math" panose="02040503050406030204" pitchFamily="18" charset="0"/>
                        <a:ea typeface="Cascadia Code" panose="020B0609020000020004" pitchFamily="49" charset="0"/>
                        <a:cs typeface="Cascadia Code" panose="020B0609020000020004" pitchFamily="49" charset="0"/>
                      </a:rPr>
                      <m:t> </m:t>
                    </m:r>
                    <m:r>
                      <a:rPr lang="en-US" sz="2200" b="0" i="1" dirty="0" smtClean="0">
                        <a:latin typeface="Cambria Math" panose="02040503050406030204" pitchFamily="18" charset="0"/>
                        <a:ea typeface="Cascadia Code" panose="020B0609020000020004" pitchFamily="49" charset="0"/>
                        <a:cs typeface="Cascadia Code" panose="020B0609020000020004" pitchFamily="49" charset="0"/>
                      </a:rPr>
                      <m:t>𝑛𝑜𝑑𝑒</m:t>
                    </m:r>
                    <m:r>
                      <a:rPr lang="en-US" sz="2200" b="0" i="1" dirty="0" smtClean="0">
                        <a:latin typeface="Cambria Math" panose="02040503050406030204" pitchFamily="18" charset="0"/>
                        <a:ea typeface="Cascadia Code" panose="020B0609020000020004" pitchFamily="49" charset="0"/>
                        <a:cs typeface="Cascadia Code" panose="020B0609020000020004" pitchFamily="49" charset="0"/>
                      </a:rPr>
                      <m:t>→</m:t>
                    </m:r>
                    <m:r>
                      <a:rPr lang="en-US" sz="2200" b="0" i="1" dirty="0" smtClean="0">
                        <a:latin typeface="Cambria Math" panose="02040503050406030204" pitchFamily="18" charset="0"/>
                        <a:ea typeface="Cascadia Code" panose="020B0609020000020004" pitchFamily="49" charset="0"/>
                        <a:cs typeface="Cascadia Code" panose="020B0609020000020004" pitchFamily="49" charset="0"/>
                      </a:rPr>
                      <m:t>𝑛𝑒𝑥𝑡</m:t>
                    </m:r>
                    <m:r>
                      <a:rPr lang="en-US" sz="2200" i="1" dirty="0" smtClean="0">
                        <a:latin typeface="Cambria Math" panose="02040503050406030204" pitchFamily="18" charset="0"/>
                        <a:ea typeface="Cascadia Code" panose="020B0609020000020004" pitchFamily="49" charset="0"/>
                        <a:cs typeface="Cascadia Code" panose="020B0609020000020004" pitchFamily="49" charset="0"/>
                      </a:rPr>
                      <m:t>≠</m:t>
                    </m:r>
                    <m:r>
                      <a:rPr lang="en-US" sz="2200" b="0" i="1" dirty="0" smtClean="0">
                        <a:latin typeface="Cambria Math" panose="02040503050406030204" pitchFamily="18" charset="0"/>
                        <a:ea typeface="Cascadia Code" panose="020B0609020000020004" pitchFamily="49" charset="0"/>
                        <a:cs typeface="Cascadia Code" panose="020B0609020000020004" pitchFamily="49" charset="0"/>
                      </a:rPr>
                      <m:t>𝜙</m:t>
                    </m:r>
                  </m:oMath>
                </a14:m>
                <a:r>
                  <a:rPr lang="en-US" sz="2200" dirty="0">
                    <a:latin typeface="Cascadia Code" panose="020B0609020000020004" pitchFamily="49" charset="0"/>
                    <a:ea typeface="Cascadia Code" panose="020B0609020000020004" pitchFamily="49" charset="0"/>
                    <a:cs typeface="Cascadia Code" panose="020B0609020000020004" pitchFamily="49" charset="0"/>
                  </a:rPr>
                  <a:t>	</a:t>
                </a:r>
                <a:r>
                  <a:rPr lang="en-US" sz="2200" dirty="0">
                    <a:latin typeface="Cambria Math" panose="02040503050406030204" pitchFamily="18" charset="0"/>
                    <a:ea typeface="Cascadia Code" panose="020B0609020000020004" pitchFamily="49" charset="0"/>
                    <a:cs typeface="Cascadia Code" panose="020B0609020000020004" pitchFamily="49" charset="0"/>
                  </a:rPr>
                  <a:t>(Traverse until the next pointer is null)</a:t>
                </a:r>
              </a:p>
              <a:p>
                <a:pPr marL="1371600" lvl="2" indent="-457200">
                  <a:lnSpc>
                    <a:spcPct val="100000"/>
                  </a:lnSpc>
                  <a:buAutoNum type="arabicPeriod"/>
                </a:pPr>
                <a14:m>
                  <m:oMath xmlns:m="http://schemas.openxmlformats.org/officeDocument/2006/math">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𝑛𝑜𝑑𝑒</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200" i="1">
                        <a:latin typeface="Cambria Math" panose="02040503050406030204" pitchFamily="18" charset="0"/>
                        <a:ea typeface="Cascadia Code" panose="020B0609020000020004" pitchFamily="49" charset="0"/>
                        <a:cs typeface="Cascadia Code" panose="020B0609020000020004" pitchFamily="49" charset="0"/>
                      </a:rPr>
                      <m:t>𝑛𝑜𝑑𝑒</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𝑛𝑒𝑥𝑡</m:t>
                    </m:r>
                  </m:oMath>
                </a14:m>
                <a:r>
                  <a:rPr lang="en-US" sz="2200" dirty="0">
                    <a:latin typeface="Cambria Math" panose="02040503050406030204" pitchFamily="18" charset="0"/>
                    <a:ea typeface="Cascadia Code" panose="020B0609020000020004" pitchFamily="49" charset="0"/>
                    <a:cs typeface="Cascadia Code" panose="020B0609020000020004" pitchFamily="49" charset="0"/>
                  </a:rPr>
                  <a:t>		(Set the pointer to next node)</a:t>
                </a:r>
              </a:p>
              <a:p>
                <a:pPr marL="457200" indent="-457200">
                  <a:lnSpc>
                    <a:spcPct val="100000"/>
                  </a:lnSpc>
                  <a:buAutoNum type="arabicPeriod"/>
                </a:pPr>
                <a14:m>
                  <m:oMath xmlns:m="http://schemas.openxmlformats.org/officeDocument/2006/math">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𝑛𝑒𝑤</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m:t>
                    </m:r>
                    <m:r>
                      <a:rPr lang="en-US" sz="2400" i="1" dirty="0">
                        <a:latin typeface="Cambria Math" panose="02040503050406030204" pitchFamily="18" charset="0"/>
                        <a:ea typeface="Cascadia Code" panose="020B0609020000020004" pitchFamily="49" charset="0"/>
                        <a:cs typeface="Cascadia Code" panose="020B0609020000020004" pitchFamily="49" charset="0"/>
                      </a:rPr>
                      <m:t>𝐶𝑅𝐸𝐴𝑇𝐸</m:t>
                    </m:r>
                    <m:r>
                      <a:rPr lang="en-US" sz="2400" i="1" dirty="0">
                        <a:latin typeface="Cambria Math" panose="02040503050406030204" pitchFamily="18" charset="0"/>
                        <a:ea typeface="Cascadia Code" panose="020B0609020000020004" pitchFamily="49" charset="0"/>
                        <a:cs typeface="Cascadia Code" panose="020B0609020000020004" pitchFamily="49" charset="0"/>
                      </a:rPr>
                      <m:t>_</m:t>
                    </m:r>
                    <m:r>
                      <a:rPr lang="en-US" sz="2400" i="1" dirty="0">
                        <a:latin typeface="Cambria Math" panose="02040503050406030204" pitchFamily="18" charset="0"/>
                        <a:ea typeface="Cascadia Code" panose="020B0609020000020004" pitchFamily="49" charset="0"/>
                        <a:cs typeface="Cascadia Code" panose="020B0609020000020004" pitchFamily="49" charset="0"/>
                      </a:rPr>
                      <m:t>𝑁𝑂𝐷𝐸</m:t>
                    </m:r>
                    <m:d>
                      <m:dPr>
                        <m:ctrlP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ctrlPr>
                      </m:dPr>
                      <m:e>
                        <m:d>
                          <m:dPr>
                            <m:begChr m:val="|"/>
                            <m:endChr m:val="|"/>
                            <m:ctrlP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ctrlPr>
                          </m:dPr>
                          <m:e>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𝑒𝑙𝑒𝑚𝑒𝑛𝑡</m:t>
                            </m:r>
                          </m:e>
                        </m:d>
                      </m:e>
                    </m:d>
                  </m:oMath>
                </a14:m>
                <a:r>
                  <a:rPr lang="en-US" sz="2400" dirty="0">
                    <a:latin typeface="Cambria Math" panose="02040503050406030204" pitchFamily="18" charset="0"/>
                    <a:ea typeface="Cascadia Code" panose="020B0609020000020004" pitchFamily="49" charset="0"/>
                    <a:cs typeface="Cascadia Code" panose="020B0609020000020004" pitchFamily="49" charset="0"/>
                  </a:rPr>
                  <a:t>	(Allocate memory for new node)</a:t>
                </a:r>
              </a:p>
              <a:p>
                <a:pPr marL="457200" indent="-457200">
                  <a:lnSpc>
                    <a:spcPct val="100000"/>
                  </a:lnSpc>
                  <a:buAutoNum type="arabicPeriod"/>
                </a:pPr>
                <a14:m>
                  <m:oMath xmlns:m="http://schemas.openxmlformats.org/officeDocument/2006/math">
                    <m:r>
                      <a:rPr lang="en-US" sz="2400" i="1" dirty="0">
                        <a:latin typeface="Cambria Math" panose="02040503050406030204" pitchFamily="18" charset="0"/>
                        <a:ea typeface="Cascadia Code" panose="020B0609020000020004" pitchFamily="49" charset="0"/>
                        <a:cs typeface="Cascadia Code" panose="020B0609020000020004" pitchFamily="49" charset="0"/>
                      </a:rPr>
                      <m:t>𝑛𝑒𝑤</m:t>
                    </m:r>
                    <m:r>
                      <a:rPr lang="en-US" sz="2400" i="1">
                        <a:latin typeface="Cambria Math" panose="02040503050406030204" pitchFamily="18" charset="0"/>
                        <a:ea typeface="Cascadia Code" panose="020B0609020000020004" pitchFamily="49" charset="0"/>
                        <a:cs typeface="Cascadia Code" panose="020B0609020000020004" pitchFamily="49" charset="0"/>
                      </a:rPr>
                      <m:t>→</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𝑒𝑙𝑒𝑚𝑒𝑛𝑡</m:t>
                    </m:r>
                    <m:r>
                      <a:rPr lang="en-US" sz="2400" i="1">
                        <a:latin typeface="Cambria Math" panose="02040503050406030204" pitchFamily="18" charset="0"/>
                        <a:ea typeface="Cascadia Code" panose="020B0609020000020004" pitchFamily="49" charset="0"/>
                        <a:cs typeface="Cascadia Code" panose="020B0609020000020004" pitchFamily="49" charset="0"/>
                      </a:rPr>
                      <m:t>≔</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𝑒𝑙𝑒𝑚𝑒𝑛𝑡</m:t>
                    </m:r>
                  </m:oMath>
                </a14:m>
                <a:r>
                  <a:rPr lang="en-US" sz="2400" dirty="0">
                    <a:latin typeface="Cambria Math" panose="02040503050406030204" pitchFamily="18" charset="0"/>
                    <a:ea typeface="Cascadia Code" panose="020B0609020000020004" pitchFamily="49" charset="0"/>
                    <a:cs typeface="Cascadia Code" panose="020B0609020000020004" pitchFamily="49" charset="0"/>
                  </a:rPr>
                  <a:t>	(Set the element/data for this new node) </a:t>
                </a:r>
              </a:p>
              <a:p>
                <a:pPr marL="457200" indent="-457200">
                  <a:lnSpc>
                    <a:spcPct val="100000"/>
                  </a:lnSpc>
                  <a:buFont typeface="Arial" panose="020B0604020202020204" pitchFamily="34" charset="0"/>
                  <a:buAutoNum type="arabicPeriod"/>
                </a:pPr>
                <a14:m>
                  <m:oMath xmlns:m="http://schemas.openxmlformats.org/officeDocument/2006/math">
                    <m:r>
                      <a:rPr lang="en-US" sz="2400" i="1">
                        <a:latin typeface="Cambria Math" panose="02040503050406030204" pitchFamily="18" charset="0"/>
                        <a:ea typeface="Cascadia Code" panose="020B0609020000020004" pitchFamily="49" charset="0"/>
                        <a:cs typeface="Cascadia Code" panose="020B0609020000020004" pitchFamily="49" charset="0"/>
                      </a:rPr>
                      <m:t>𝑛𝑜𝑑𝑒</m:t>
                    </m:r>
                    <m:r>
                      <a:rPr lang="en-US" sz="2400" i="1">
                        <a:latin typeface="Cambria Math" panose="02040503050406030204" pitchFamily="18" charset="0"/>
                        <a:ea typeface="Cascadia Code" panose="020B0609020000020004" pitchFamily="49" charset="0"/>
                        <a:cs typeface="Cascadia Code" panose="020B0609020000020004" pitchFamily="49" charset="0"/>
                      </a:rPr>
                      <m:t>→</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𝑛𝑒𝑥𝑡</m:t>
                    </m:r>
                    <m:r>
                      <a:rPr lang="en-US" sz="2400" i="1">
                        <a:latin typeface="Cambria Math" panose="02040503050406030204" pitchFamily="18" charset="0"/>
                        <a:ea typeface="Cascadia Code" panose="020B0609020000020004" pitchFamily="49" charset="0"/>
                        <a:cs typeface="Cascadia Code" panose="020B0609020000020004" pitchFamily="49" charset="0"/>
                      </a:rPr>
                      <m:t>≔</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𝑛</m:t>
                    </m:r>
                    <m:r>
                      <a:rPr lang="en-US" sz="2400" i="1">
                        <a:latin typeface="Cambria Math" panose="02040503050406030204" pitchFamily="18" charset="0"/>
                        <a:ea typeface="Cascadia Code" panose="020B0609020000020004" pitchFamily="49" charset="0"/>
                        <a:cs typeface="Cascadia Code" panose="020B0609020000020004" pitchFamily="49" charset="0"/>
                      </a:rPr>
                      <m:t>𝑒𝑤</m:t>
                    </m:r>
                  </m:oMath>
                </a14:m>
                <a:r>
                  <a:rPr lang="en-US" sz="2400" dirty="0">
                    <a:latin typeface="Cambria Math" panose="02040503050406030204" pitchFamily="18" charset="0"/>
                    <a:ea typeface="Cascadia Code" panose="020B0609020000020004" pitchFamily="49" charset="0"/>
                    <a:cs typeface="Cascadia Code" panose="020B0609020000020004" pitchFamily="49" charset="0"/>
                  </a:rPr>
                  <a:t>	</a:t>
                </a:r>
                <a14:m>
                  <m:oMath xmlns:m="http://schemas.openxmlformats.org/officeDocument/2006/math">
                    <m:r>
                      <m:rPr>
                        <m:nor/>
                      </m:rPr>
                      <a:rPr lang="en-US" sz="2400" dirty="0">
                        <a:latin typeface="Cambria Math" panose="02040503050406030204" pitchFamily="18" charset="0"/>
                        <a:ea typeface="Cascadia Code" panose="020B0609020000020004" pitchFamily="49" charset="0"/>
                        <a:cs typeface="Cascadia Code" panose="020B0609020000020004" pitchFamily="49" charset="0"/>
                      </a:rPr>
                      <m:t>	(</m:t>
                    </m:r>
                    <m:r>
                      <m:rPr>
                        <m:nor/>
                      </m:rPr>
                      <a:rPr lang="en-US" sz="2400" dirty="0">
                        <a:latin typeface="Cambria Math" panose="02040503050406030204" pitchFamily="18" charset="0"/>
                        <a:ea typeface="Cascadia Code" panose="020B0609020000020004" pitchFamily="49" charset="0"/>
                        <a:cs typeface="Cascadia Code" panose="020B0609020000020004" pitchFamily="49" charset="0"/>
                      </a:rPr>
                      <m:t>The</m:t>
                    </m:r>
                    <m:r>
                      <m:rPr>
                        <m:nor/>
                      </m:rPr>
                      <a:rPr lang="en-US" sz="2400" dirty="0">
                        <a:latin typeface="Cambria Math" panose="02040503050406030204" pitchFamily="18" charset="0"/>
                        <a:ea typeface="Cascadia Code" panose="020B0609020000020004" pitchFamily="49" charset="0"/>
                        <a:cs typeface="Cascadia Code" panose="020B0609020000020004" pitchFamily="49" charset="0"/>
                      </a:rPr>
                      <m:t> </m:t>
                    </m:r>
                    <m:r>
                      <m:rPr>
                        <m:nor/>
                      </m:rPr>
                      <a:rPr lang="en-US" sz="2400" dirty="0">
                        <a:latin typeface="Cambria Math" panose="02040503050406030204" pitchFamily="18" charset="0"/>
                        <a:ea typeface="Cascadia Code" panose="020B0609020000020004" pitchFamily="49" charset="0"/>
                        <a:cs typeface="Cascadia Code" panose="020B0609020000020004" pitchFamily="49" charset="0"/>
                      </a:rPr>
                      <m:t>pointer</m:t>
                    </m:r>
                    <m:r>
                      <m:rPr>
                        <m:nor/>
                      </m:rPr>
                      <a:rPr lang="en-US" sz="2400" dirty="0">
                        <a:latin typeface="Cambria Math" panose="02040503050406030204" pitchFamily="18" charset="0"/>
                        <a:ea typeface="Cascadia Code" panose="020B0609020000020004" pitchFamily="49" charset="0"/>
                        <a:cs typeface="Cascadia Code" panose="020B0609020000020004" pitchFamily="49" charset="0"/>
                      </a:rPr>
                      <m:t> </m:t>
                    </m:r>
                    <m:r>
                      <m:rPr>
                        <m:nor/>
                      </m:rPr>
                      <a:rPr lang="en-US" sz="2400" dirty="0">
                        <a:latin typeface="Cambria Math" panose="02040503050406030204" pitchFamily="18" charset="0"/>
                        <a:ea typeface="Cascadia Code" panose="020B0609020000020004" pitchFamily="49" charset="0"/>
                        <a:cs typeface="Cascadia Code" panose="020B0609020000020004" pitchFamily="49" charset="0"/>
                      </a:rPr>
                      <m:t>of</m:t>
                    </m:r>
                    <m:r>
                      <m:rPr>
                        <m:nor/>
                      </m:rPr>
                      <a:rPr lang="en-US" sz="2400" dirty="0">
                        <a:latin typeface="Cambria Math" panose="02040503050406030204" pitchFamily="18" charset="0"/>
                        <a:ea typeface="Cascadia Code" panose="020B0609020000020004" pitchFamily="49" charset="0"/>
                        <a:cs typeface="Cascadia Code" panose="020B0609020000020004" pitchFamily="49" charset="0"/>
                      </a:rPr>
                      <m:t> </m:t>
                    </m:r>
                    <m:r>
                      <m:rPr>
                        <m:nor/>
                      </m:rPr>
                      <a:rPr lang="en-US" sz="2400" dirty="0">
                        <a:latin typeface="Cambria Math" panose="02040503050406030204" pitchFamily="18" charset="0"/>
                        <a:ea typeface="Cascadia Code" panose="020B0609020000020004" pitchFamily="49" charset="0"/>
                        <a:cs typeface="Cascadia Code" panose="020B0609020000020004" pitchFamily="49" charset="0"/>
                      </a:rPr>
                      <m:t>last</m:t>
                    </m:r>
                    <m:r>
                      <m:rPr>
                        <m:nor/>
                      </m:rPr>
                      <a:rPr lang="en-US" sz="2400" dirty="0">
                        <a:latin typeface="Cambria Math" panose="02040503050406030204" pitchFamily="18" charset="0"/>
                        <a:ea typeface="Cascadia Code" panose="020B0609020000020004" pitchFamily="49" charset="0"/>
                        <a:cs typeface="Cascadia Code" panose="020B0609020000020004" pitchFamily="49" charset="0"/>
                      </a:rPr>
                      <m:t> </m:t>
                    </m:r>
                    <m:r>
                      <m:rPr>
                        <m:nor/>
                      </m:rPr>
                      <a:rPr lang="en-US" sz="2400" dirty="0">
                        <a:latin typeface="Cambria Math" panose="02040503050406030204" pitchFamily="18" charset="0"/>
                        <a:ea typeface="Cascadia Code" panose="020B0609020000020004" pitchFamily="49" charset="0"/>
                        <a:cs typeface="Cascadia Code" panose="020B0609020000020004" pitchFamily="49" charset="0"/>
                      </a:rPr>
                      <m:t>node</m:t>
                    </m:r>
                    <m:r>
                      <m:rPr>
                        <m:nor/>
                      </m:rPr>
                      <a:rPr lang="en-US" sz="2400" dirty="0">
                        <a:latin typeface="Cambria Math" panose="02040503050406030204" pitchFamily="18" charset="0"/>
                        <a:ea typeface="Cascadia Code" panose="020B0609020000020004" pitchFamily="49" charset="0"/>
                        <a:cs typeface="Cascadia Code" panose="020B0609020000020004" pitchFamily="49" charset="0"/>
                      </a:rPr>
                      <m:t> </m:t>
                    </m:r>
                    <m:r>
                      <m:rPr>
                        <m:nor/>
                      </m:rPr>
                      <a:rPr lang="en-US" sz="2400" dirty="0">
                        <a:latin typeface="Cambria Math" panose="02040503050406030204" pitchFamily="18" charset="0"/>
                        <a:ea typeface="Cascadia Code" panose="020B0609020000020004" pitchFamily="49" charset="0"/>
                        <a:cs typeface="Cascadia Code" panose="020B0609020000020004" pitchFamily="49" charset="0"/>
                      </a:rPr>
                      <m:t>now</m:t>
                    </m:r>
                    <m:r>
                      <m:rPr>
                        <m:nor/>
                      </m:rPr>
                      <a:rPr lang="en-US" sz="2400" dirty="0">
                        <a:latin typeface="Cambria Math" panose="02040503050406030204" pitchFamily="18" charset="0"/>
                        <a:ea typeface="Cascadia Code" panose="020B0609020000020004" pitchFamily="49" charset="0"/>
                        <a:cs typeface="Cascadia Code" panose="020B0609020000020004" pitchFamily="49" charset="0"/>
                      </a:rPr>
                      <m:t> </m:t>
                    </m:r>
                    <m:r>
                      <m:rPr>
                        <m:nor/>
                      </m:rPr>
                      <a:rPr lang="en-US" sz="2400" dirty="0">
                        <a:latin typeface="Cambria Math" panose="02040503050406030204" pitchFamily="18" charset="0"/>
                        <a:ea typeface="Cascadia Code" panose="020B0609020000020004" pitchFamily="49" charset="0"/>
                        <a:cs typeface="Cascadia Code" panose="020B0609020000020004" pitchFamily="49" charset="0"/>
                      </a:rPr>
                      <m:t>points</m:t>
                    </m:r>
                    <m:r>
                      <m:rPr>
                        <m:nor/>
                      </m:rPr>
                      <a:rPr lang="en-US" sz="2400" dirty="0">
                        <a:latin typeface="Cambria Math" panose="02040503050406030204" pitchFamily="18" charset="0"/>
                        <a:ea typeface="Cascadia Code" panose="020B0609020000020004" pitchFamily="49" charset="0"/>
                        <a:cs typeface="Cascadia Code" panose="020B0609020000020004" pitchFamily="49" charset="0"/>
                      </a:rPr>
                      <m:t> </m:t>
                    </m:r>
                    <m:r>
                      <m:rPr>
                        <m:nor/>
                      </m:rPr>
                      <a:rPr lang="en-US" sz="2400" dirty="0">
                        <a:latin typeface="Cambria Math" panose="02040503050406030204" pitchFamily="18" charset="0"/>
                        <a:ea typeface="Cascadia Code" panose="020B0609020000020004" pitchFamily="49" charset="0"/>
                        <a:cs typeface="Cascadia Code" panose="020B0609020000020004" pitchFamily="49" charset="0"/>
                      </a:rPr>
                      <m:t>to</m:t>
                    </m:r>
                    <m:r>
                      <m:rPr>
                        <m:nor/>
                      </m:rPr>
                      <a:rPr lang="en-US" sz="2400" dirty="0">
                        <a:latin typeface="Cambria Math" panose="02040503050406030204" pitchFamily="18" charset="0"/>
                        <a:ea typeface="Cascadia Code" panose="020B0609020000020004" pitchFamily="49" charset="0"/>
                        <a:cs typeface="Cascadia Code" panose="020B0609020000020004" pitchFamily="49" charset="0"/>
                      </a:rPr>
                      <m:t> </m:t>
                    </m:r>
                    <m:r>
                      <m:rPr>
                        <m:nor/>
                      </m:rPr>
                      <a:rPr lang="en-US" sz="2400" dirty="0">
                        <a:latin typeface="Cambria Math" panose="02040503050406030204" pitchFamily="18" charset="0"/>
                        <a:ea typeface="Cascadia Code" panose="020B0609020000020004" pitchFamily="49" charset="0"/>
                        <a:cs typeface="Cascadia Code" panose="020B0609020000020004" pitchFamily="49" charset="0"/>
                      </a:rPr>
                      <m:t>new</m:t>
                    </m:r>
                    <m:r>
                      <m:rPr>
                        <m:nor/>
                      </m:rPr>
                      <a:rPr lang="en-US" sz="2400" dirty="0">
                        <a:latin typeface="Cambria Math" panose="02040503050406030204" pitchFamily="18" charset="0"/>
                        <a:ea typeface="Cascadia Code" panose="020B0609020000020004" pitchFamily="49" charset="0"/>
                        <a:cs typeface="Cascadia Code" panose="020B0609020000020004" pitchFamily="49" charset="0"/>
                      </a:rPr>
                      <m:t> </m:t>
                    </m:r>
                    <m:r>
                      <m:rPr>
                        <m:nor/>
                      </m:rPr>
                      <a:rPr lang="en-US" sz="2400" dirty="0">
                        <a:latin typeface="Cambria Math" panose="02040503050406030204" pitchFamily="18" charset="0"/>
                        <a:ea typeface="Cascadia Code" panose="020B0609020000020004" pitchFamily="49" charset="0"/>
                        <a:cs typeface="Cascadia Code" panose="020B0609020000020004" pitchFamily="49" charset="0"/>
                      </a:rPr>
                      <m:t>node</m:t>
                    </m:r>
                    <m:r>
                      <m:rPr>
                        <m:nor/>
                      </m:rPr>
                      <a:rPr lang="en-US" sz="2400" dirty="0">
                        <a:latin typeface="Cambria Math" panose="02040503050406030204" pitchFamily="18" charset="0"/>
                        <a:ea typeface="Cascadia Code" panose="020B0609020000020004" pitchFamily="49" charset="0"/>
                        <a:cs typeface="Cascadia Code" panose="020B0609020000020004" pitchFamily="49" charset="0"/>
                      </a:rPr>
                      <m:t>)</m:t>
                    </m:r>
                  </m:oMath>
                </a14:m>
                <a:endParaRPr lang="en-US" sz="2400" dirty="0">
                  <a:latin typeface="Cambria Math" panose="02040503050406030204" pitchFamily="18" charset="0"/>
                  <a:ea typeface="Cascadia Code" panose="020B0609020000020004" pitchFamily="49" charset="0"/>
                  <a:cs typeface="Cascadia Code" panose="020B0609020000020004" pitchFamily="49" charset="0"/>
                </a:endParaRPr>
              </a:p>
              <a:p>
                <a:pPr marL="457200" indent="-457200">
                  <a:lnSpc>
                    <a:spcPct val="100000"/>
                  </a:lnSpc>
                  <a:buAutoNum type="arabicPeriod"/>
                </a:pPr>
                <a14:m>
                  <m:oMath xmlns:m="http://schemas.openxmlformats.org/officeDocument/2006/math">
                    <m:r>
                      <a:rPr lang="en-US" sz="2400" i="1" dirty="0" smtClean="0">
                        <a:latin typeface="Cambria Math" panose="02040503050406030204" pitchFamily="18" charset="0"/>
                        <a:ea typeface="Cascadia Code" panose="020B0609020000020004" pitchFamily="49" charset="0"/>
                        <a:cs typeface="Cascadia Code" panose="020B0609020000020004" pitchFamily="49" charset="0"/>
                      </a:rPr>
                      <m:t>𝑅𝑒𝑡𝑢𝑟𝑛</m:t>
                    </m:r>
                  </m:oMath>
                </a14:m>
                <a:r>
                  <a:rPr lang="en-US" sz="2400" dirty="0">
                    <a:latin typeface="Cascadia Code" panose="020B0609020000020004" pitchFamily="49" charset="0"/>
                    <a:ea typeface="Cascadia Code" panose="020B0609020000020004" pitchFamily="49" charset="0"/>
                    <a:cs typeface="Cascadia Code" panose="020B0609020000020004" pitchFamily="49" charset="0"/>
                  </a:rPr>
                  <a:t>	</a:t>
                </a:r>
                <a:r>
                  <a:rPr lang="en-US" sz="2400" dirty="0">
                    <a:latin typeface="Cambria Math" panose="02040503050406030204" pitchFamily="18" charset="0"/>
                    <a:ea typeface="Cascadia Code" panose="020B0609020000020004" pitchFamily="49" charset="0"/>
                    <a:cs typeface="Cascadia Code" panose="020B0609020000020004" pitchFamily="49" charset="0"/>
                  </a:rPr>
                  <a:t> (We don’t even need to return </a:t>
                </a:r>
                <a14:m>
                  <m:oMath xmlns:m="http://schemas.openxmlformats.org/officeDocument/2006/math">
                    <m:r>
                      <a:rPr lang="en-US" sz="2400" i="1" dirty="0" smtClean="0">
                        <a:latin typeface="Cambria Math" panose="02040503050406030204" pitchFamily="18" charset="0"/>
                        <a:ea typeface="Cascadia Code" panose="020B0609020000020004" pitchFamily="49" charset="0"/>
                        <a:cs typeface="Cascadia Code" panose="020B0609020000020004" pitchFamily="49" charset="0"/>
                      </a:rPr>
                      <m:t>𝑆𝑡𝑎𝑟𝑡</m:t>
                    </m:r>
                  </m:oMath>
                </a14:m>
                <a:r>
                  <a:rPr lang="en-US" sz="2400" dirty="0">
                    <a:latin typeface="Cambria Math" panose="02040503050406030204" pitchFamily="18" charset="0"/>
                    <a:ea typeface="Cascadia Code" panose="020B0609020000020004" pitchFamily="49" charset="0"/>
                    <a:cs typeface="Cascadia Code" panose="020B0609020000020004" pitchFamily="49" charset="0"/>
                  </a:rPr>
                  <a:t> back. Why?)</a:t>
                </a:r>
                <a:endParaRPr lang="en-US" sz="2400" dirty="0">
                  <a:latin typeface="Cascadia Code" panose="020B0609020000020004" pitchFamily="49" charset="0"/>
                  <a:ea typeface="Cascadia Code" panose="020B0609020000020004" pitchFamily="49" charset="0"/>
                  <a:cs typeface="Cascadia Code" panose="020B0609020000020004" pitchFamily="49" charset="0"/>
                </a:endParaRPr>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22076"/>
                <a:ext cx="11743016" cy="5020613"/>
              </a:xfrm>
              <a:prstGeom prst="rect">
                <a:avLst/>
              </a:prstGeom>
              <a:blipFill>
                <a:blip r:embed="rId3"/>
                <a:stretch>
                  <a:fillRect l="-778" t="-972"/>
                </a:stretch>
              </a:blipFill>
            </p:spPr>
            <p:txBody>
              <a:bodyPr/>
              <a:lstStyle/>
              <a:p>
                <a:r>
                  <a:rPr lang="en-US">
                    <a:noFill/>
                  </a:rPr>
                  <a:t> </a:t>
                </a:r>
              </a:p>
            </p:txBody>
          </p:sp>
        </mc:Fallback>
      </mc:AlternateContent>
    </p:spTree>
    <p:extLst>
      <p:ext uri="{BB962C8B-B14F-4D97-AF65-F5344CB8AC3E}">
        <p14:creationId xmlns:p14="http://schemas.microsoft.com/office/powerpoint/2010/main" val="7408867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Linked List Operations – TRAVERSE</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4887878"/>
          </a:xfrm>
          <a:prstGeom prst="rect">
            <a:avLst/>
          </a:prstGeom>
        </p:spPr>
        <p:txBody>
          <a:bodyPr>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400" dirty="0"/>
              <a:t>Since we no longer have a way to calculate address of next node, therefore traversing is Node to Node.</a:t>
            </a:r>
          </a:p>
          <a:p>
            <a:pPr>
              <a:lnSpc>
                <a:spcPct val="120000"/>
              </a:lnSpc>
              <a:buFont typeface="Wingdings" panose="05000000000000000000" pitchFamily="2" charset="2"/>
              <a:buChar char="§"/>
            </a:pPr>
            <a:r>
              <a:rPr lang="en-US" sz="3400" dirty="0"/>
              <a:t>In each iteration, the data from Node is read. The pointer of each node then gives us address to the next node.</a:t>
            </a:r>
          </a:p>
          <a:p>
            <a:pPr>
              <a:lnSpc>
                <a:spcPct val="120000"/>
              </a:lnSpc>
              <a:buFont typeface="Wingdings" panose="05000000000000000000" pitchFamily="2" charset="2"/>
              <a:buChar char="§"/>
            </a:pPr>
            <a:r>
              <a:rPr lang="en-US" sz="3400" dirty="0"/>
              <a:t>Traversing stops when the pointer of current node is null.</a:t>
            </a:r>
          </a:p>
        </p:txBody>
      </p:sp>
    </p:spTree>
    <p:extLst>
      <p:ext uri="{BB962C8B-B14F-4D97-AF65-F5344CB8AC3E}">
        <p14:creationId xmlns:p14="http://schemas.microsoft.com/office/powerpoint/2010/main" val="5113468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Linked List Operations - TRAVERSE</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grpSp>
        <p:nvGrpSpPr>
          <p:cNvPr id="3" name="Group 2">
            <a:extLst>
              <a:ext uri="{FF2B5EF4-FFF2-40B4-BE49-F238E27FC236}">
                <a16:creationId xmlns:a16="http://schemas.microsoft.com/office/drawing/2014/main" id="{E4231BB2-6FA7-C12F-C0FF-E8FB3679704F}"/>
              </a:ext>
            </a:extLst>
          </p:cNvPr>
          <p:cNvGrpSpPr/>
          <p:nvPr/>
        </p:nvGrpSpPr>
        <p:grpSpPr>
          <a:xfrm>
            <a:off x="973858" y="1441719"/>
            <a:ext cx="10989542" cy="738664"/>
            <a:chOff x="973858" y="1441719"/>
            <a:chExt cx="10989542" cy="738664"/>
          </a:xfrm>
        </p:grpSpPr>
        <p:grpSp>
          <p:nvGrpSpPr>
            <p:cNvPr id="4" name="Group 3">
              <a:extLst>
                <a:ext uri="{FF2B5EF4-FFF2-40B4-BE49-F238E27FC236}">
                  <a16:creationId xmlns:a16="http://schemas.microsoft.com/office/drawing/2014/main" id="{6B5A5A8F-099F-C4EC-0E0C-D4CFF6726BF0}"/>
                </a:ext>
              </a:extLst>
            </p:cNvPr>
            <p:cNvGrpSpPr/>
            <p:nvPr/>
          </p:nvGrpSpPr>
          <p:grpSpPr>
            <a:xfrm>
              <a:off x="973858" y="1441719"/>
              <a:ext cx="1608083" cy="738664"/>
              <a:chOff x="1345323" y="1944414"/>
              <a:chExt cx="1608083" cy="738664"/>
            </a:xfrm>
          </p:grpSpPr>
          <p:sp>
            <p:nvSpPr>
              <p:cNvPr id="5" name="TextBox 4">
                <a:extLst>
                  <a:ext uri="{FF2B5EF4-FFF2-40B4-BE49-F238E27FC236}">
                    <a16:creationId xmlns:a16="http://schemas.microsoft.com/office/drawing/2014/main" id="{7D591979-4CCC-7342-F6CD-6A1544E3DE53}"/>
                  </a:ext>
                </a:extLst>
              </p:cNvPr>
              <p:cNvSpPr txBox="1"/>
              <p:nvPr/>
            </p:nvSpPr>
            <p:spPr>
              <a:xfrm>
                <a:off x="1345323" y="1944414"/>
                <a:ext cx="1608083" cy="369332"/>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pPr algn="ctr"/>
                <a:r>
                  <a:rPr lang="en-US" dirty="0" err="1"/>
                  <a:t>Hafs</a:t>
                </a:r>
                <a:endParaRPr lang="en-US" dirty="0"/>
              </a:p>
            </p:txBody>
          </p:sp>
          <p:sp>
            <p:nvSpPr>
              <p:cNvPr id="6" name="TextBox 5">
                <a:extLst>
                  <a:ext uri="{FF2B5EF4-FFF2-40B4-BE49-F238E27FC236}">
                    <a16:creationId xmlns:a16="http://schemas.microsoft.com/office/drawing/2014/main" id="{0A19F771-0008-D769-CE89-B74A793F28A9}"/>
                  </a:ext>
                </a:extLst>
              </p:cNvPr>
              <p:cNvSpPr txBox="1"/>
              <p:nvPr/>
            </p:nvSpPr>
            <p:spPr>
              <a:xfrm>
                <a:off x="1345324" y="2313746"/>
                <a:ext cx="1608082" cy="369332"/>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dirty="0"/>
                  <a:t>Next: 1080</a:t>
                </a:r>
              </a:p>
            </p:txBody>
          </p:sp>
        </p:grpSp>
        <p:grpSp>
          <p:nvGrpSpPr>
            <p:cNvPr id="7" name="Group 6">
              <a:extLst>
                <a:ext uri="{FF2B5EF4-FFF2-40B4-BE49-F238E27FC236}">
                  <a16:creationId xmlns:a16="http://schemas.microsoft.com/office/drawing/2014/main" id="{E7A4F909-D3F9-0964-4579-565170E68C25}"/>
                </a:ext>
              </a:extLst>
            </p:cNvPr>
            <p:cNvGrpSpPr/>
            <p:nvPr/>
          </p:nvGrpSpPr>
          <p:grpSpPr>
            <a:xfrm>
              <a:off x="2865721" y="1441719"/>
              <a:ext cx="1608083" cy="738664"/>
              <a:chOff x="1345323" y="1944414"/>
              <a:chExt cx="1608083" cy="738664"/>
            </a:xfrm>
          </p:grpSpPr>
          <p:sp>
            <p:nvSpPr>
              <p:cNvPr id="8" name="TextBox 7">
                <a:extLst>
                  <a:ext uri="{FF2B5EF4-FFF2-40B4-BE49-F238E27FC236}">
                    <a16:creationId xmlns:a16="http://schemas.microsoft.com/office/drawing/2014/main" id="{3E4CD1D4-813A-ECFD-0F76-6E60FE3247DC}"/>
                  </a:ext>
                </a:extLst>
              </p:cNvPr>
              <p:cNvSpPr txBox="1"/>
              <p:nvPr/>
            </p:nvSpPr>
            <p:spPr>
              <a:xfrm>
                <a:off x="1345323" y="1944414"/>
                <a:ext cx="1608083" cy="369332"/>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pPr algn="ctr"/>
                <a:endParaRPr lang="en-US" dirty="0"/>
              </a:p>
            </p:txBody>
          </p:sp>
          <p:sp>
            <p:nvSpPr>
              <p:cNvPr id="9" name="TextBox 8">
                <a:extLst>
                  <a:ext uri="{FF2B5EF4-FFF2-40B4-BE49-F238E27FC236}">
                    <a16:creationId xmlns:a16="http://schemas.microsoft.com/office/drawing/2014/main" id="{2D09B9AA-E1C7-6DF2-C64D-CA146F4FA7F5}"/>
                  </a:ext>
                </a:extLst>
              </p:cNvPr>
              <p:cNvSpPr txBox="1"/>
              <p:nvPr/>
            </p:nvSpPr>
            <p:spPr>
              <a:xfrm>
                <a:off x="1345324" y="2313746"/>
                <a:ext cx="1608082" cy="369332"/>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pPr algn="ctr"/>
                <a:endParaRPr lang="en-US" dirty="0"/>
              </a:p>
            </p:txBody>
          </p:sp>
        </p:grpSp>
        <p:cxnSp>
          <p:nvCxnSpPr>
            <p:cNvPr id="10" name="Connector: Elbow 9">
              <a:extLst>
                <a:ext uri="{FF2B5EF4-FFF2-40B4-BE49-F238E27FC236}">
                  <a16:creationId xmlns:a16="http://schemas.microsoft.com/office/drawing/2014/main" id="{0BD61DBC-C7D9-2CCE-2434-2ABFA308F162}"/>
                </a:ext>
              </a:extLst>
            </p:cNvPr>
            <p:cNvCxnSpPr>
              <a:stCxn id="6" idx="3"/>
              <a:endCxn id="8" idx="1"/>
            </p:cNvCxnSpPr>
            <p:nvPr/>
          </p:nvCxnSpPr>
          <p:spPr>
            <a:xfrm flipV="1">
              <a:off x="2581941" y="1626385"/>
              <a:ext cx="283780" cy="369332"/>
            </a:xfrm>
            <a:prstGeom prst="bentConnector3">
              <a:avLst/>
            </a:prstGeom>
            <a:ln>
              <a:tailEnd type="triangle"/>
            </a:ln>
          </p:spPr>
          <p:style>
            <a:lnRef idx="1">
              <a:schemeClr val="dk1"/>
            </a:lnRef>
            <a:fillRef idx="0">
              <a:schemeClr val="dk1"/>
            </a:fillRef>
            <a:effectRef idx="0">
              <a:schemeClr val="dk1"/>
            </a:effectRef>
            <a:fontRef idx="minor">
              <a:schemeClr val="tx1"/>
            </a:fontRef>
          </p:style>
        </p:cxnSp>
        <p:grpSp>
          <p:nvGrpSpPr>
            <p:cNvPr id="11" name="Group 10">
              <a:extLst>
                <a:ext uri="{FF2B5EF4-FFF2-40B4-BE49-F238E27FC236}">
                  <a16:creationId xmlns:a16="http://schemas.microsoft.com/office/drawing/2014/main" id="{F1F6DA98-D1B0-5807-1224-43AC7E587898}"/>
                </a:ext>
              </a:extLst>
            </p:cNvPr>
            <p:cNvGrpSpPr/>
            <p:nvPr/>
          </p:nvGrpSpPr>
          <p:grpSpPr>
            <a:xfrm>
              <a:off x="4757584" y="1441719"/>
              <a:ext cx="1608083" cy="738664"/>
              <a:chOff x="1345323" y="1944414"/>
              <a:chExt cx="1608083" cy="738664"/>
            </a:xfrm>
          </p:grpSpPr>
          <p:sp>
            <p:nvSpPr>
              <p:cNvPr id="12" name="TextBox 11">
                <a:extLst>
                  <a:ext uri="{FF2B5EF4-FFF2-40B4-BE49-F238E27FC236}">
                    <a16:creationId xmlns:a16="http://schemas.microsoft.com/office/drawing/2014/main" id="{E00DDC62-0617-8A4B-2D71-30A191A59515}"/>
                  </a:ext>
                </a:extLst>
              </p:cNvPr>
              <p:cNvSpPr txBox="1"/>
              <p:nvPr/>
            </p:nvSpPr>
            <p:spPr>
              <a:xfrm>
                <a:off x="1345323" y="1944414"/>
                <a:ext cx="1608083" cy="369332"/>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pPr algn="ctr"/>
                <a:endParaRPr lang="en-US" dirty="0"/>
              </a:p>
            </p:txBody>
          </p:sp>
          <p:sp>
            <p:nvSpPr>
              <p:cNvPr id="13" name="TextBox 12">
                <a:extLst>
                  <a:ext uri="{FF2B5EF4-FFF2-40B4-BE49-F238E27FC236}">
                    <a16:creationId xmlns:a16="http://schemas.microsoft.com/office/drawing/2014/main" id="{FD14B9DB-C1D5-B2F3-BD5E-468C68B751F4}"/>
                  </a:ext>
                </a:extLst>
              </p:cNvPr>
              <p:cNvSpPr txBox="1"/>
              <p:nvPr/>
            </p:nvSpPr>
            <p:spPr>
              <a:xfrm>
                <a:off x="1345324" y="2313746"/>
                <a:ext cx="1608082" cy="369332"/>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pPr algn="ctr"/>
                <a:endParaRPr lang="en-US" dirty="0"/>
              </a:p>
            </p:txBody>
          </p:sp>
        </p:grpSp>
        <p:cxnSp>
          <p:nvCxnSpPr>
            <p:cNvPr id="14" name="Connector: Elbow 13">
              <a:extLst>
                <a:ext uri="{FF2B5EF4-FFF2-40B4-BE49-F238E27FC236}">
                  <a16:creationId xmlns:a16="http://schemas.microsoft.com/office/drawing/2014/main" id="{FEB26931-9DD7-071C-D78B-097459C60B8F}"/>
                </a:ext>
              </a:extLst>
            </p:cNvPr>
            <p:cNvCxnSpPr>
              <a:stCxn id="9" idx="3"/>
              <a:endCxn id="12" idx="1"/>
            </p:cNvCxnSpPr>
            <p:nvPr/>
          </p:nvCxnSpPr>
          <p:spPr>
            <a:xfrm flipV="1">
              <a:off x="4473804" y="1626385"/>
              <a:ext cx="283780" cy="369332"/>
            </a:xfrm>
            <a:prstGeom prst="bentConnector3">
              <a:avLst/>
            </a:prstGeom>
            <a:ln>
              <a:tailEnd type="triangle"/>
            </a:ln>
          </p:spPr>
          <p:style>
            <a:lnRef idx="2">
              <a:schemeClr val="dk1">
                <a:shade val="15000"/>
              </a:schemeClr>
            </a:lnRef>
            <a:fillRef idx="1">
              <a:schemeClr val="dk1"/>
            </a:fillRef>
            <a:effectRef idx="0">
              <a:schemeClr val="dk1"/>
            </a:effectRef>
            <a:fontRef idx="minor">
              <a:schemeClr val="lt1"/>
            </a:fontRef>
          </p:style>
        </p:cxnSp>
        <p:grpSp>
          <p:nvGrpSpPr>
            <p:cNvPr id="15" name="Group 14">
              <a:extLst>
                <a:ext uri="{FF2B5EF4-FFF2-40B4-BE49-F238E27FC236}">
                  <a16:creationId xmlns:a16="http://schemas.microsoft.com/office/drawing/2014/main" id="{1412B459-16B4-A035-6CE1-121C64FCBBF2}"/>
                </a:ext>
              </a:extLst>
            </p:cNvPr>
            <p:cNvGrpSpPr/>
            <p:nvPr/>
          </p:nvGrpSpPr>
          <p:grpSpPr>
            <a:xfrm>
              <a:off x="6623495" y="1441719"/>
              <a:ext cx="1608083" cy="738664"/>
              <a:chOff x="1345323" y="1944414"/>
              <a:chExt cx="1608083" cy="738664"/>
            </a:xfrm>
          </p:grpSpPr>
          <p:sp>
            <p:nvSpPr>
              <p:cNvPr id="16" name="TextBox 15">
                <a:extLst>
                  <a:ext uri="{FF2B5EF4-FFF2-40B4-BE49-F238E27FC236}">
                    <a16:creationId xmlns:a16="http://schemas.microsoft.com/office/drawing/2014/main" id="{0037BC5D-4CD3-B32C-B429-1A5A4C7F7F10}"/>
                  </a:ext>
                </a:extLst>
              </p:cNvPr>
              <p:cNvSpPr txBox="1"/>
              <p:nvPr/>
            </p:nvSpPr>
            <p:spPr>
              <a:xfrm>
                <a:off x="1345323" y="1944414"/>
                <a:ext cx="1608083" cy="369332"/>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pPr algn="ctr"/>
                <a:endParaRPr lang="en-US" dirty="0"/>
              </a:p>
            </p:txBody>
          </p:sp>
          <p:sp>
            <p:nvSpPr>
              <p:cNvPr id="17" name="TextBox 16">
                <a:extLst>
                  <a:ext uri="{FF2B5EF4-FFF2-40B4-BE49-F238E27FC236}">
                    <a16:creationId xmlns:a16="http://schemas.microsoft.com/office/drawing/2014/main" id="{160A0930-4205-6E4B-317B-94E5D19410CA}"/>
                  </a:ext>
                </a:extLst>
              </p:cNvPr>
              <p:cNvSpPr txBox="1"/>
              <p:nvPr/>
            </p:nvSpPr>
            <p:spPr>
              <a:xfrm>
                <a:off x="1345324" y="2313746"/>
                <a:ext cx="1608082" cy="369332"/>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pPr algn="ctr"/>
                <a:endParaRPr lang="en-US" dirty="0"/>
              </a:p>
            </p:txBody>
          </p:sp>
        </p:grpSp>
        <p:cxnSp>
          <p:nvCxnSpPr>
            <p:cNvPr id="18" name="Connector: Elbow 17">
              <a:extLst>
                <a:ext uri="{FF2B5EF4-FFF2-40B4-BE49-F238E27FC236}">
                  <a16:creationId xmlns:a16="http://schemas.microsoft.com/office/drawing/2014/main" id="{590B356B-2315-80A5-10E5-F4F7CD9680C9}"/>
                </a:ext>
              </a:extLst>
            </p:cNvPr>
            <p:cNvCxnSpPr>
              <a:stCxn id="13" idx="3"/>
              <a:endCxn id="16" idx="1"/>
            </p:cNvCxnSpPr>
            <p:nvPr/>
          </p:nvCxnSpPr>
          <p:spPr>
            <a:xfrm flipV="1">
              <a:off x="6365667" y="1626385"/>
              <a:ext cx="257828" cy="369332"/>
            </a:xfrm>
            <a:prstGeom prst="bentConnector3">
              <a:avLst/>
            </a:prstGeom>
            <a:ln>
              <a:tailEnd type="triangle"/>
            </a:ln>
          </p:spPr>
          <p:style>
            <a:lnRef idx="2">
              <a:schemeClr val="dk1">
                <a:shade val="15000"/>
              </a:schemeClr>
            </a:lnRef>
            <a:fillRef idx="1">
              <a:schemeClr val="dk1"/>
            </a:fillRef>
            <a:effectRef idx="0">
              <a:schemeClr val="dk1"/>
            </a:effectRef>
            <a:fontRef idx="minor">
              <a:schemeClr val="lt1"/>
            </a:fontRef>
          </p:style>
        </p:cxnSp>
        <p:grpSp>
          <p:nvGrpSpPr>
            <p:cNvPr id="19" name="Group 18">
              <a:extLst>
                <a:ext uri="{FF2B5EF4-FFF2-40B4-BE49-F238E27FC236}">
                  <a16:creationId xmlns:a16="http://schemas.microsoft.com/office/drawing/2014/main" id="{981C254D-BB6C-96D6-1B4F-98B7770E4ACA}"/>
                </a:ext>
              </a:extLst>
            </p:cNvPr>
            <p:cNvGrpSpPr/>
            <p:nvPr/>
          </p:nvGrpSpPr>
          <p:grpSpPr>
            <a:xfrm>
              <a:off x="8489406" y="1441719"/>
              <a:ext cx="1608083" cy="738664"/>
              <a:chOff x="1345323" y="1944414"/>
              <a:chExt cx="1608083" cy="738664"/>
            </a:xfrm>
          </p:grpSpPr>
          <p:sp>
            <p:nvSpPr>
              <p:cNvPr id="20" name="TextBox 19">
                <a:extLst>
                  <a:ext uri="{FF2B5EF4-FFF2-40B4-BE49-F238E27FC236}">
                    <a16:creationId xmlns:a16="http://schemas.microsoft.com/office/drawing/2014/main" id="{68F67D63-D970-C84B-55E9-3922AA124CA5}"/>
                  </a:ext>
                </a:extLst>
              </p:cNvPr>
              <p:cNvSpPr txBox="1"/>
              <p:nvPr/>
            </p:nvSpPr>
            <p:spPr>
              <a:xfrm>
                <a:off x="1345323" y="1944414"/>
                <a:ext cx="1608083" cy="369332"/>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pPr algn="ctr"/>
                <a:endParaRPr lang="en-US" dirty="0"/>
              </a:p>
            </p:txBody>
          </p:sp>
          <p:sp>
            <p:nvSpPr>
              <p:cNvPr id="21" name="TextBox 20">
                <a:extLst>
                  <a:ext uri="{FF2B5EF4-FFF2-40B4-BE49-F238E27FC236}">
                    <a16:creationId xmlns:a16="http://schemas.microsoft.com/office/drawing/2014/main" id="{E3A18DE4-300D-B57A-17DB-B7DA05242794}"/>
                  </a:ext>
                </a:extLst>
              </p:cNvPr>
              <p:cNvSpPr txBox="1"/>
              <p:nvPr/>
            </p:nvSpPr>
            <p:spPr>
              <a:xfrm>
                <a:off x="1345324" y="2313746"/>
                <a:ext cx="1608082" cy="369332"/>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pPr algn="ctr"/>
                <a:endParaRPr lang="en-US" dirty="0"/>
              </a:p>
            </p:txBody>
          </p:sp>
        </p:grpSp>
        <p:cxnSp>
          <p:nvCxnSpPr>
            <p:cNvPr id="22" name="Connector: Elbow 21">
              <a:extLst>
                <a:ext uri="{FF2B5EF4-FFF2-40B4-BE49-F238E27FC236}">
                  <a16:creationId xmlns:a16="http://schemas.microsoft.com/office/drawing/2014/main" id="{1AA10381-6F2A-D22F-0D71-21CB34BBF2D1}"/>
                </a:ext>
              </a:extLst>
            </p:cNvPr>
            <p:cNvCxnSpPr>
              <a:stCxn id="17" idx="3"/>
              <a:endCxn id="20" idx="1"/>
            </p:cNvCxnSpPr>
            <p:nvPr/>
          </p:nvCxnSpPr>
          <p:spPr>
            <a:xfrm flipV="1">
              <a:off x="8231578" y="1626385"/>
              <a:ext cx="257828" cy="369332"/>
            </a:xfrm>
            <a:prstGeom prst="bentConnector3">
              <a:avLst/>
            </a:prstGeom>
            <a:ln>
              <a:tailEnd type="triangle"/>
            </a:ln>
          </p:spPr>
          <p:style>
            <a:lnRef idx="2">
              <a:schemeClr val="dk1">
                <a:shade val="15000"/>
              </a:schemeClr>
            </a:lnRef>
            <a:fillRef idx="1">
              <a:schemeClr val="dk1"/>
            </a:fillRef>
            <a:effectRef idx="0">
              <a:schemeClr val="dk1"/>
            </a:effectRef>
            <a:fontRef idx="minor">
              <a:schemeClr val="lt1"/>
            </a:fontRef>
          </p:style>
        </p:cxnSp>
        <p:grpSp>
          <p:nvGrpSpPr>
            <p:cNvPr id="23" name="Group 22">
              <a:extLst>
                <a:ext uri="{FF2B5EF4-FFF2-40B4-BE49-F238E27FC236}">
                  <a16:creationId xmlns:a16="http://schemas.microsoft.com/office/drawing/2014/main" id="{9A078DF3-E0FE-3B52-25FD-5B9699306838}"/>
                </a:ext>
              </a:extLst>
            </p:cNvPr>
            <p:cNvGrpSpPr/>
            <p:nvPr/>
          </p:nvGrpSpPr>
          <p:grpSpPr>
            <a:xfrm>
              <a:off x="10355317" y="1441719"/>
              <a:ext cx="1608083" cy="738664"/>
              <a:chOff x="1345323" y="1944414"/>
              <a:chExt cx="1608083" cy="738664"/>
            </a:xfrm>
          </p:grpSpPr>
          <p:sp>
            <p:nvSpPr>
              <p:cNvPr id="24" name="TextBox 23">
                <a:extLst>
                  <a:ext uri="{FF2B5EF4-FFF2-40B4-BE49-F238E27FC236}">
                    <a16:creationId xmlns:a16="http://schemas.microsoft.com/office/drawing/2014/main" id="{BF3B3B5E-09EA-AF6E-6CD1-12D786035B51}"/>
                  </a:ext>
                </a:extLst>
              </p:cNvPr>
              <p:cNvSpPr txBox="1"/>
              <p:nvPr/>
            </p:nvSpPr>
            <p:spPr>
              <a:xfrm>
                <a:off x="1345323" y="1944414"/>
                <a:ext cx="1608083" cy="369332"/>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pPr algn="ctr"/>
                <a:endParaRPr lang="en-US" dirty="0"/>
              </a:p>
            </p:txBody>
          </p:sp>
          <p:sp>
            <p:nvSpPr>
              <p:cNvPr id="25" name="TextBox 24">
                <a:extLst>
                  <a:ext uri="{FF2B5EF4-FFF2-40B4-BE49-F238E27FC236}">
                    <a16:creationId xmlns:a16="http://schemas.microsoft.com/office/drawing/2014/main" id="{E01DD345-45B9-4090-5099-9C02DDF1F6B5}"/>
                  </a:ext>
                </a:extLst>
              </p:cNvPr>
              <p:cNvSpPr txBox="1"/>
              <p:nvPr/>
            </p:nvSpPr>
            <p:spPr>
              <a:xfrm>
                <a:off x="1345324" y="2313746"/>
                <a:ext cx="1608082" cy="369332"/>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pPr algn="ctr"/>
                <a:endParaRPr lang="en-US" dirty="0"/>
              </a:p>
            </p:txBody>
          </p:sp>
        </p:grpSp>
        <p:cxnSp>
          <p:nvCxnSpPr>
            <p:cNvPr id="26" name="Connector: Elbow 25">
              <a:extLst>
                <a:ext uri="{FF2B5EF4-FFF2-40B4-BE49-F238E27FC236}">
                  <a16:creationId xmlns:a16="http://schemas.microsoft.com/office/drawing/2014/main" id="{D1EF28BA-3A6B-35E8-20B9-FDB98AE72473}"/>
                </a:ext>
              </a:extLst>
            </p:cNvPr>
            <p:cNvCxnSpPr>
              <a:stCxn id="21" idx="3"/>
              <a:endCxn id="24" idx="1"/>
            </p:cNvCxnSpPr>
            <p:nvPr/>
          </p:nvCxnSpPr>
          <p:spPr>
            <a:xfrm flipV="1">
              <a:off x="10097489" y="1626385"/>
              <a:ext cx="257828" cy="369332"/>
            </a:xfrm>
            <a:prstGeom prst="bentConnector3">
              <a:avLst/>
            </a:prstGeom>
            <a:ln>
              <a:tailEnd type="triangle"/>
            </a:ln>
          </p:spPr>
          <p:style>
            <a:lnRef idx="2">
              <a:schemeClr val="dk1">
                <a:shade val="15000"/>
              </a:schemeClr>
            </a:lnRef>
            <a:fillRef idx="1">
              <a:schemeClr val="dk1"/>
            </a:fillRef>
            <a:effectRef idx="0">
              <a:schemeClr val="dk1"/>
            </a:effectRef>
            <a:fontRef idx="minor">
              <a:schemeClr val="lt1"/>
            </a:fontRef>
          </p:style>
        </p:cxnSp>
      </p:grpSp>
      <p:grpSp>
        <p:nvGrpSpPr>
          <p:cNvPr id="50" name="Group 49">
            <a:extLst>
              <a:ext uri="{FF2B5EF4-FFF2-40B4-BE49-F238E27FC236}">
                <a16:creationId xmlns:a16="http://schemas.microsoft.com/office/drawing/2014/main" id="{55898FA6-9061-CBC8-611E-378A5E6EDC8A}"/>
              </a:ext>
            </a:extLst>
          </p:cNvPr>
          <p:cNvGrpSpPr/>
          <p:nvPr/>
        </p:nvGrpSpPr>
        <p:grpSpPr>
          <a:xfrm>
            <a:off x="973858" y="2319912"/>
            <a:ext cx="10989542" cy="738664"/>
            <a:chOff x="973858" y="2319912"/>
            <a:chExt cx="10989542" cy="738664"/>
          </a:xfrm>
        </p:grpSpPr>
        <p:grpSp>
          <p:nvGrpSpPr>
            <p:cNvPr id="27" name="Group 26">
              <a:extLst>
                <a:ext uri="{FF2B5EF4-FFF2-40B4-BE49-F238E27FC236}">
                  <a16:creationId xmlns:a16="http://schemas.microsoft.com/office/drawing/2014/main" id="{59068768-4AE5-2170-57D6-36FD6B922D82}"/>
                </a:ext>
              </a:extLst>
            </p:cNvPr>
            <p:cNvGrpSpPr/>
            <p:nvPr/>
          </p:nvGrpSpPr>
          <p:grpSpPr>
            <a:xfrm>
              <a:off x="973858" y="2319912"/>
              <a:ext cx="1608083" cy="738664"/>
              <a:chOff x="1345323" y="1944414"/>
              <a:chExt cx="1608083" cy="738664"/>
            </a:xfrm>
          </p:grpSpPr>
          <p:sp>
            <p:nvSpPr>
              <p:cNvPr id="28" name="TextBox 27">
                <a:extLst>
                  <a:ext uri="{FF2B5EF4-FFF2-40B4-BE49-F238E27FC236}">
                    <a16:creationId xmlns:a16="http://schemas.microsoft.com/office/drawing/2014/main" id="{6D4DCC18-373A-6AE0-AB10-F1B07737C02F}"/>
                  </a:ext>
                </a:extLst>
              </p:cNvPr>
              <p:cNvSpPr txBox="1"/>
              <p:nvPr/>
            </p:nvSpPr>
            <p:spPr>
              <a:xfrm>
                <a:off x="1345323" y="1944414"/>
                <a:ext cx="1608083" cy="369332"/>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pPr algn="ctr"/>
                <a:r>
                  <a:rPr lang="en-US" dirty="0" err="1"/>
                  <a:t>Hafs</a:t>
                </a:r>
                <a:endParaRPr lang="en-US" dirty="0"/>
              </a:p>
            </p:txBody>
          </p:sp>
          <p:sp>
            <p:nvSpPr>
              <p:cNvPr id="29" name="TextBox 28">
                <a:extLst>
                  <a:ext uri="{FF2B5EF4-FFF2-40B4-BE49-F238E27FC236}">
                    <a16:creationId xmlns:a16="http://schemas.microsoft.com/office/drawing/2014/main" id="{66A1C24D-B1A1-6724-0328-768A9165EB4D}"/>
                  </a:ext>
                </a:extLst>
              </p:cNvPr>
              <p:cNvSpPr txBox="1"/>
              <p:nvPr/>
            </p:nvSpPr>
            <p:spPr>
              <a:xfrm>
                <a:off x="1345324" y="2313746"/>
                <a:ext cx="1608082" cy="369332"/>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dirty="0"/>
                  <a:t>Next: 1080</a:t>
                </a:r>
              </a:p>
            </p:txBody>
          </p:sp>
        </p:grpSp>
        <p:grpSp>
          <p:nvGrpSpPr>
            <p:cNvPr id="30" name="Group 29">
              <a:extLst>
                <a:ext uri="{FF2B5EF4-FFF2-40B4-BE49-F238E27FC236}">
                  <a16:creationId xmlns:a16="http://schemas.microsoft.com/office/drawing/2014/main" id="{031674EC-1AB5-7DB8-CE2C-63667977E32A}"/>
                </a:ext>
              </a:extLst>
            </p:cNvPr>
            <p:cNvGrpSpPr/>
            <p:nvPr/>
          </p:nvGrpSpPr>
          <p:grpSpPr>
            <a:xfrm>
              <a:off x="2865721" y="2319912"/>
              <a:ext cx="1608083" cy="738664"/>
              <a:chOff x="1345323" y="1944414"/>
              <a:chExt cx="1608083" cy="738664"/>
            </a:xfrm>
          </p:grpSpPr>
          <p:sp>
            <p:nvSpPr>
              <p:cNvPr id="31" name="TextBox 30">
                <a:extLst>
                  <a:ext uri="{FF2B5EF4-FFF2-40B4-BE49-F238E27FC236}">
                    <a16:creationId xmlns:a16="http://schemas.microsoft.com/office/drawing/2014/main" id="{1550946F-F144-0B12-3A92-CF421F8C9D7B}"/>
                  </a:ext>
                </a:extLst>
              </p:cNvPr>
              <p:cNvSpPr txBox="1"/>
              <p:nvPr/>
            </p:nvSpPr>
            <p:spPr>
              <a:xfrm>
                <a:off x="1345323" y="1944414"/>
                <a:ext cx="1608083" cy="369332"/>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pPr algn="ctr"/>
                <a:r>
                  <a:rPr lang="en-US" dirty="0"/>
                  <a:t>Asra</a:t>
                </a:r>
              </a:p>
            </p:txBody>
          </p:sp>
          <p:sp>
            <p:nvSpPr>
              <p:cNvPr id="32" name="TextBox 31">
                <a:extLst>
                  <a:ext uri="{FF2B5EF4-FFF2-40B4-BE49-F238E27FC236}">
                    <a16:creationId xmlns:a16="http://schemas.microsoft.com/office/drawing/2014/main" id="{D153DC32-FE78-3C80-DEE3-47E452E23948}"/>
                  </a:ext>
                </a:extLst>
              </p:cNvPr>
              <p:cNvSpPr txBox="1"/>
              <p:nvPr/>
            </p:nvSpPr>
            <p:spPr>
              <a:xfrm>
                <a:off x="1345324" y="2313746"/>
                <a:ext cx="1608082" cy="369332"/>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dirty="0"/>
                  <a:t>Next: 1160</a:t>
                </a:r>
              </a:p>
            </p:txBody>
          </p:sp>
        </p:grpSp>
        <p:cxnSp>
          <p:nvCxnSpPr>
            <p:cNvPr id="33" name="Connector: Elbow 32">
              <a:extLst>
                <a:ext uri="{FF2B5EF4-FFF2-40B4-BE49-F238E27FC236}">
                  <a16:creationId xmlns:a16="http://schemas.microsoft.com/office/drawing/2014/main" id="{532940D1-DF34-1C04-E387-59484361B90B}"/>
                </a:ext>
              </a:extLst>
            </p:cNvPr>
            <p:cNvCxnSpPr>
              <a:stCxn id="29" idx="3"/>
              <a:endCxn id="31" idx="1"/>
            </p:cNvCxnSpPr>
            <p:nvPr/>
          </p:nvCxnSpPr>
          <p:spPr>
            <a:xfrm flipV="1">
              <a:off x="2581941" y="2504578"/>
              <a:ext cx="283780" cy="369332"/>
            </a:xfrm>
            <a:prstGeom prst="bentConnector3">
              <a:avLst/>
            </a:prstGeom>
            <a:ln>
              <a:tailEnd type="triangle"/>
            </a:ln>
          </p:spPr>
          <p:style>
            <a:lnRef idx="1">
              <a:schemeClr val="dk1"/>
            </a:lnRef>
            <a:fillRef idx="0">
              <a:schemeClr val="dk1"/>
            </a:fillRef>
            <a:effectRef idx="0">
              <a:schemeClr val="dk1"/>
            </a:effectRef>
            <a:fontRef idx="minor">
              <a:schemeClr val="tx1"/>
            </a:fontRef>
          </p:style>
        </p:cxnSp>
        <p:grpSp>
          <p:nvGrpSpPr>
            <p:cNvPr id="34" name="Group 33">
              <a:extLst>
                <a:ext uri="{FF2B5EF4-FFF2-40B4-BE49-F238E27FC236}">
                  <a16:creationId xmlns:a16="http://schemas.microsoft.com/office/drawing/2014/main" id="{03EEA5AC-430D-CEAC-D9D4-35CB947D6690}"/>
                </a:ext>
              </a:extLst>
            </p:cNvPr>
            <p:cNvGrpSpPr/>
            <p:nvPr/>
          </p:nvGrpSpPr>
          <p:grpSpPr>
            <a:xfrm>
              <a:off x="4757584" y="2319912"/>
              <a:ext cx="1608083" cy="738664"/>
              <a:chOff x="1345323" y="1944414"/>
              <a:chExt cx="1608083" cy="738664"/>
            </a:xfrm>
          </p:grpSpPr>
          <p:sp>
            <p:nvSpPr>
              <p:cNvPr id="35" name="TextBox 34">
                <a:extLst>
                  <a:ext uri="{FF2B5EF4-FFF2-40B4-BE49-F238E27FC236}">
                    <a16:creationId xmlns:a16="http://schemas.microsoft.com/office/drawing/2014/main" id="{F4C5EC66-22F8-C76A-1E13-5238803AF0F2}"/>
                  </a:ext>
                </a:extLst>
              </p:cNvPr>
              <p:cNvSpPr txBox="1"/>
              <p:nvPr/>
            </p:nvSpPr>
            <p:spPr>
              <a:xfrm>
                <a:off x="1345323" y="1944414"/>
                <a:ext cx="1608083" cy="369332"/>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pPr algn="ctr"/>
                <a:endParaRPr lang="en-US" dirty="0"/>
              </a:p>
            </p:txBody>
          </p:sp>
          <p:sp>
            <p:nvSpPr>
              <p:cNvPr id="36" name="TextBox 35">
                <a:extLst>
                  <a:ext uri="{FF2B5EF4-FFF2-40B4-BE49-F238E27FC236}">
                    <a16:creationId xmlns:a16="http://schemas.microsoft.com/office/drawing/2014/main" id="{0A325880-9F7B-4DBB-C4C2-8FDE90DD7B0D}"/>
                  </a:ext>
                </a:extLst>
              </p:cNvPr>
              <p:cNvSpPr txBox="1"/>
              <p:nvPr/>
            </p:nvSpPr>
            <p:spPr>
              <a:xfrm>
                <a:off x="1345324" y="2313746"/>
                <a:ext cx="1608082" cy="369332"/>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pPr algn="ctr"/>
                <a:endParaRPr lang="en-US" dirty="0"/>
              </a:p>
            </p:txBody>
          </p:sp>
        </p:grpSp>
        <p:cxnSp>
          <p:nvCxnSpPr>
            <p:cNvPr id="37" name="Connector: Elbow 36">
              <a:extLst>
                <a:ext uri="{FF2B5EF4-FFF2-40B4-BE49-F238E27FC236}">
                  <a16:creationId xmlns:a16="http://schemas.microsoft.com/office/drawing/2014/main" id="{EFDCAAA2-2BF7-C7D8-D43B-673FB7975E75}"/>
                </a:ext>
              </a:extLst>
            </p:cNvPr>
            <p:cNvCxnSpPr>
              <a:stCxn id="32" idx="3"/>
              <a:endCxn id="35" idx="1"/>
            </p:cNvCxnSpPr>
            <p:nvPr/>
          </p:nvCxnSpPr>
          <p:spPr>
            <a:xfrm flipV="1">
              <a:off x="4473804" y="2504578"/>
              <a:ext cx="283780" cy="369332"/>
            </a:xfrm>
            <a:prstGeom prst="bentConnector3">
              <a:avLst/>
            </a:prstGeom>
            <a:ln>
              <a:tailEnd type="triangle"/>
            </a:ln>
          </p:spPr>
          <p:style>
            <a:lnRef idx="1">
              <a:schemeClr val="dk1"/>
            </a:lnRef>
            <a:fillRef idx="0">
              <a:schemeClr val="dk1"/>
            </a:fillRef>
            <a:effectRef idx="0">
              <a:schemeClr val="dk1"/>
            </a:effectRef>
            <a:fontRef idx="minor">
              <a:schemeClr val="tx1"/>
            </a:fontRef>
          </p:style>
        </p:cxnSp>
        <p:grpSp>
          <p:nvGrpSpPr>
            <p:cNvPr id="38" name="Group 37">
              <a:extLst>
                <a:ext uri="{FF2B5EF4-FFF2-40B4-BE49-F238E27FC236}">
                  <a16:creationId xmlns:a16="http://schemas.microsoft.com/office/drawing/2014/main" id="{BF653FDA-113C-B1CF-E789-B36D1E18254E}"/>
                </a:ext>
              </a:extLst>
            </p:cNvPr>
            <p:cNvGrpSpPr/>
            <p:nvPr/>
          </p:nvGrpSpPr>
          <p:grpSpPr>
            <a:xfrm>
              <a:off x="6623495" y="2319912"/>
              <a:ext cx="1608083" cy="738664"/>
              <a:chOff x="1345323" y="1944414"/>
              <a:chExt cx="1608083" cy="738664"/>
            </a:xfrm>
          </p:grpSpPr>
          <p:sp>
            <p:nvSpPr>
              <p:cNvPr id="39" name="TextBox 38">
                <a:extLst>
                  <a:ext uri="{FF2B5EF4-FFF2-40B4-BE49-F238E27FC236}">
                    <a16:creationId xmlns:a16="http://schemas.microsoft.com/office/drawing/2014/main" id="{E2F55A5B-4795-5805-E4F2-694C751AF0C8}"/>
                  </a:ext>
                </a:extLst>
              </p:cNvPr>
              <p:cNvSpPr txBox="1"/>
              <p:nvPr/>
            </p:nvSpPr>
            <p:spPr>
              <a:xfrm>
                <a:off x="1345323" y="1944414"/>
                <a:ext cx="1608083" cy="369332"/>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pPr algn="ctr"/>
                <a:endParaRPr lang="en-US" dirty="0"/>
              </a:p>
            </p:txBody>
          </p:sp>
          <p:sp>
            <p:nvSpPr>
              <p:cNvPr id="40" name="TextBox 39">
                <a:extLst>
                  <a:ext uri="{FF2B5EF4-FFF2-40B4-BE49-F238E27FC236}">
                    <a16:creationId xmlns:a16="http://schemas.microsoft.com/office/drawing/2014/main" id="{867E68AC-02F9-4D85-4B08-F0BB820A2AEC}"/>
                  </a:ext>
                </a:extLst>
              </p:cNvPr>
              <p:cNvSpPr txBox="1"/>
              <p:nvPr/>
            </p:nvSpPr>
            <p:spPr>
              <a:xfrm>
                <a:off x="1345324" y="2313746"/>
                <a:ext cx="1608082" cy="369332"/>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pPr algn="ctr"/>
                <a:endParaRPr lang="en-US" dirty="0"/>
              </a:p>
            </p:txBody>
          </p:sp>
        </p:grpSp>
        <p:cxnSp>
          <p:nvCxnSpPr>
            <p:cNvPr id="41" name="Connector: Elbow 40">
              <a:extLst>
                <a:ext uri="{FF2B5EF4-FFF2-40B4-BE49-F238E27FC236}">
                  <a16:creationId xmlns:a16="http://schemas.microsoft.com/office/drawing/2014/main" id="{16B97CDB-278B-A941-1B7F-69E5F6A94E33}"/>
                </a:ext>
              </a:extLst>
            </p:cNvPr>
            <p:cNvCxnSpPr>
              <a:stCxn id="36" idx="3"/>
              <a:endCxn id="39" idx="1"/>
            </p:cNvCxnSpPr>
            <p:nvPr/>
          </p:nvCxnSpPr>
          <p:spPr>
            <a:xfrm flipV="1">
              <a:off x="6365667" y="2504578"/>
              <a:ext cx="257828" cy="369332"/>
            </a:xfrm>
            <a:prstGeom prst="bentConnector3">
              <a:avLst/>
            </a:prstGeom>
            <a:ln>
              <a:tailEnd type="triangle"/>
            </a:ln>
          </p:spPr>
          <p:style>
            <a:lnRef idx="2">
              <a:schemeClr val="dk1">
                <a:shade val="15000"/>
              </a:schemeClr>
            </a:lnRef>
            <a:fillRef idx="1">
              <a:schemeClr val="dk1"/>
            </a:fillRef>
            <a:effectRef idx="0">
              <a:schemeClr val="dk1"/>
            </a:effectRef>
            <a:fontRef idx="minor">
              <a:schemeClr val="lt1"/>
            </a:fontRef>
          </p:style>
        </p:cxnSp>
        <p:grpSp>
          <p:nvGrpSpPr>
            <p:cNvPr id="42" name="Group 41">
              <a:extLst>
                <a:ext uri="{FF2B5EF4-FFF2-40B4-BE49-F238E27FC236}">
                  <a16:creationId xmlns:a16="http://schemas.microsoft.com/office/drawing/2014/main" id="{4BC0AD8D-CCCF-1AC6-ADEB-423C51970580}"/>
                </a:ext>
              </a:extLst>
            </p:cNvPr>
            <p:cNvGrpSpPr/>
            <p:nvPr/>
          </p:nvGrpSpPr>
          <p:grpSpPr>
            <a:xfrm>
              <a:off x="8489406" y="2319912"/>
              <a:ext cx="1608083" cy="738664"/>
              <a:chOff x="1345323" y="1944414"/>
              <a:chExt cx="1608083" cy="738664"/>
            </a:xfrm>
          </p:grpSpPr>
          <p:sp>
            <p:nvSpPr>
              <p:cNvPr id="43" name="TextBox 42">
                <a:extLst>
                  <a:ext uri="{FF2B5EF4-FFF2-40B4-BE49-F238E27FC236}">
                    <a16:creationId xmlns:a16="http://schemas.microsoft.com/office/drawing/2014/main" id="{7AA3884E-C921-76C3-5B96-C1E2A94DE221}"/>
                  </a:ext>
                </a:extLst>
              </p:cNvPr>
              <p:cNvSpPr txBox="1"/>
              <p:nvPr/>
            </p:nvSpPr>
            <p:spPr>
              <a:xfrm>
                <a:off x="1345323" y="1944414"/>
                <a:ext cx="1608083" cy="369332"/>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pPr algn="ctr"/>
                <a:endParaRPr lang="en-US" dirty="0"/>
              </a:p>
            </p:txBody>
          </p:sp>
          <p:sp>
            <p:nvSpPr>
              <p:cNvPr id="44" name="TextBox 43">
                <a:extLst>
                  <a:ext uri="{FF2B5EF4-FFF2-40B4-BE49-F238E27FC236}">
                    <a16:creationId xmlns:a16="http://schemas.microsoft.com/office/drawing/2014/main" id="{512B5A57-1206-B327-0FBB-4933DFB3E65A}"/>
                  </a:ext>
                </a:extLst>
              </p:cNvPr>
              <p:cNvSpPr txBox="1"/>
              <p:nvPr/>
            </p:nvSpPr>
            <p:spPr>
              <a:xfrm>
                <a:off x="1345324" y="2313746"/>
                <a:ext cx="1608082" cy="369332"/>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pPr algn="ctr"/>
                <a:endParaRPr lang="en-US" dirty="0"/>
              </a:p>
            </p:txBody>
          </p:sp>
        </p:grpSp>
        <p:cxnSp>
          <p:nvCxnSpPr>
            <p:cNvPr id="45" name="Connector: Elbow 44">
              <a:extLst>
                <a:ext uri="{FF2B5EF4-FFF2-40B4-BE49-F238E27FC236}">
                  <a16:creationId xmlns:a16="http://schemas.microsoft.com/office/drawing/2014/main" id="{31F7BDBF-AD93-6260-E813-46A0BAC7CD86}"/>
                </a:ext>
              </a:extLst>
            </p:cNvPr>
            <p:cNvCxnSpPr>
              <a:stCxn id="40" idx="3"/>
              <a:endCxn id="43" idx="1"/>
            </p:cNvCxnSpPr>
            <p:nvPr/>
          </p:nvCxnSpPr>
          <p:spPr>
            <a:xfrm flipV="1">
              <a:off x="8231578" y="2504578"/>
              <a:ext cx="257828" cy="369332"/>
            </a:xfrm>
            <a:prstGeom prst="bentConnector3">
              <a:avLst/>
            </a:prstGeom>
            <a:ln>
              <a:tailEnd type="triangle"/>
            </a:ln>
          </p:spPr>
          <p:style>
            <a:lnRef idx="2">
              <a:schemeClr val="dk1">
                <a:shade val="15000"/>
              </a:schemeClr>
            </a:lnRef>
            <a:fillRef idx="1">
              <a:schemeClr val="dk1"/>
            </a:fillRef>
            <a:effectRef idx="0">
              <a:schemeClr val="dk1"/>
            </a:effectRef>
            <a:fontRef idx="minor">
              <a:schemeClr val="lt1"/>
            </a:fontRef>
          </p:style>
        </p:cxnSp>
        <p:grpSp>
          <p:nvGrpSpPr>
            <p:cNvPr id="46" name="Group 45">
              <a:extLst>
                <a:ext uri="{FF2B5EF4-FFF2-40B4-BE49-F238E27FC236}">
                  <a16:creationId xmlns:a16="http://schemas.microsoft.com/office/drawing/2014/main" id="{1876D4DC-18A2-1584-FB87-B49FB4843C6C}"/>
                </a:ext>
              </a:extLst>
            </p:cNvPr>
            <p:cNvGrpSpPr/>
            <p:nvPr/>
          </p:nvGrpSpPr>
          <p:grpSpPr>
            <a:xfrm>
              <a:off x="10355317" y="2319912"/>
              <a:ext cx="1608083" cy="738664"/>
              <a:chOff x="1345323" y="1944414"/>
              <a:chExt cx="1608083" cy="738664"/>
            </a:xfrm>
          </p:grpSpPr>
          <p:sp>
            <p:nvSpPr>
              <p:cNvPr id="47" name="TextBox 46">
                <a:extLst>
                  <a:ext uri="{FF2B5EF4-FFF2-40B4-BE49-F238E27FC236}">
                    <a16:creationId xmlns:a16="http://schemas.microsoft.com/office/drawing/2014/main" id="{4D278ECE-6FC6-40AE-E0D9-AE2EC2CB5956}"/>
                  </a:ext>
                </a:extLst>
              </p:cNvPr>
              <p:cNvSpPr txBox="1"/>
              <p:nvPr/>
            </p:nvSpPr>
            <p:spPr>
              <a:xfrm>
                <a:off x="1345323" y="1944414"/>
                <a:ext cx="1608083" cy="369332"/>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pPr algn="ctr"/>
                <a:endParaRPr lang="en-US" dirty="0"/>
              </a:p>
            </p:txBody>
          </p:sp>
          <p:sp>
            <p:nvSpPr>
              <p:cNvPr id="48" name="TextBox 47">
                <a:extLst>
                  <a:ext uri="{FF2B5EF4-FFF2-40B4-BE49-F238E27FC236}">
                    <a16:creationId xmlns:a16="http://schemas.microsoft.com/office/drawing/2014/main" id="{109C119E-381D-4EB8-37C1-EAC920D404C6}"/>
                  </a:ext>
                </a:extLst>
              </p:cNvPr>
              <p:cNvSpPr txBox="1"/>
              <p:nvPr/>
            </p:nvSpPr>
            <p:spPr>
              <a:xfrm>
                <a:off x="1345324" y="2313746"/>
                <a:ext cx="1608082" cy="369332"/>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pPr algn="ctr"/>
                <a:endParaRPr lang="en-US" dirty="0"/>
              </a:p>
            </p:txBody>
          </p:sp>
        </p:grpSp>
        <p:cxnSp>
          <p:nvCxnSpPr>
            <p:cNvPr id="49" name="Connector: Elbow 48">
              <a:extLst>
                <a:ext uri="{FF2B5EF4-FFF2-40B4-BE49-F238E27FC236}">
                  <a16:creationId xmlns:a16="http://schemas.microsoft.com/office/drawing/2014/main" id="{9544B235-72AF-462F-BC9A-BA64E7BBC605}"/>
                </a:ext>
              </a:extLst>
            </p:cNvPr>
            <p:cNvCxnSpPr>
              <a:stCxn id="44" idx="3"/>
              <a:endCxn id="47" idx="1"/>
            </p:cNvCxnSpPr>
            <p:nvPr/>
          </p:nvCxnSpPr>
          <p:spPr>
            <a:xfrm flipV="1">
              <a:off x="10097489" y="2504578"/>
              <a:ext cx="257828" cy="369332"/>
            </a:xfrm>
            <a:prstGeom prst="bentConnector3">
              <a:avLst/>
            </a:prstGeom>
            <a:ln>
              <a:tailEnd type="triangle"/>
            </a:ln>
          </p:spPr>
          <p:style>
            <a:lnRef idx="2">
              <a:schemeClr val="dk1">
                <a:shade val="15000"/>
              </a:schemeClr>
            </a:lnRef>
            <a:fillRef idx="1">
              <a:schemeClr val="dk1"/>
            </a:fillRef>
            <a:effectRef idx="0">
              <a:schemeClr val="dk1"/>
            </a:effectRef>
            <a:fontRef idx="minor">
              <a:schemeClr val="lt1"/>
            </a:fontRef>
          </p:style>
        </p:cxnSp>
      </p:grpSp>
      <p:grpSp>
        <p:nvGrpSpPr>
          <p:cNvPr id="51" name="Group 50">
            <a:extLst>
              <a:ext uri="{FF2B5EF4-FFF2-40B4-BE49-F238E27FC236}">
                <a16:creationId xmlns:a16="http://schemas.microsoft.com/office/drawing/2014/main" id="{514F5CBD-85B0-F802-30DC-2BFCE52FF422}"/>
              </a:ext>
            </a:extLst>
          </p:cNvPr>
          <p:cNvGrpSpPr/>
          <p:nvPr/>
        </p:nvGrpSpPr>
        <p:grpSpPr>
          <a:xfrm>
            <a:off x="973858" y="3198105"/>
            <a:ext cx="10989542" cy="738664"/>
            <a:chOff x="973858" y="3198105"/>
            <a:chExt cx="10989542" cy="738664"/>
          </a:xfrm>
        </p:grpSpPr>
        <p:grpSp>
          <p:nvGrpSpPr>
            <p:cNvPr id="73" name="Group 72">
              <a:extLst>
                <a:ext uri="{FF2B5EF4-FFF2-40B4-BE49-F238E27FC236}">
                  <a16:creationId xmlns:a16="http://schemas.microsoft.com/office/drawing/2014/main" id="{D54304FD-2BFD-6531-A93C-31E0858C9F26}"/>
                </a:ext>
              </a:extLst>
            </p:cNvPr>
            <p:cNvGrpSpPr/>
            <p:nvPr/>
          </p:nvGrpSpPr>
          <p:grpSpPr>
            <a:xfrm>
              <a:off x="973858" y="3198105"/>
              <a:ext cx="1608083" cy="738664"/>
              <a:chOff x="1345323" y="1944414"/>
              <a:chExt cx="1608083" cy="738664"/>
            </a:xfrm>
          </p:grpSpPr>
          <p:sp>
            <p:nvSpPr>
              <p:cNvPr id="74" name="TextBox 73">
                <a:extLst>
                  <a:ext uri="{FF2B5EF4-FFF2-40B4-BE49-F238E27FC236}">
                    <a16:creationId xmlns:a16="http://schemas.microsoft.com/office/drawing/2014/main" id="{FCB356CE-90AC-7326-C92B-59E9E5E3DEDA}"/>
                  </a:ext>
                </a:extLst>
              </p:cNvPr>
              <p:cNvSpPr txBox="1"/>
              <p:nvPr/>
            </p:nvSpPr>
            <p:spPr>
              <a:xfrm>
                <a:off x="1345323" y="1944414"/>
                <a:ext cx="1608083" cy="369332"/>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pPr algn="ctr"/>
                <a:r>
                  <a:rPr lang="en-US" dirty="0" err="1"/>
                  <a:t>Hafs</a:t>
                </a:r>
                <a:endParaRPr lang="en-US" dirty="0"/>
              </a:p>
            </p:txBody>
          </p:sp>
          <p:sp>
            <p:nvSpPr>
              <p:cNvPr id="75" name="TextBox 74">
                <a:extLst>
                  <a:ext uri="{FF2B5EF4-FFF2-40B4-BE49-F238E27FC236}">
                    <a16:creationId xmlns:a16="http://schemas.microsoft.com/office/drawing/2014/main" id="{097D0C76-E65C-2EE1-7FD2-6EE9EB5F2338}"/>
                  </a:ext>
                </a:extLst>
              </p:cNvPr>
              <p:cNvSpPr txBox="1"/>
              <p:nvPr/>
            </p:nvSpPr>
            <p:spPr>
              <a:xfrm>
                <a:off x="1345324" y="2313746"/>
                <a:ext cx="1608082" cy="369332"/>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dirty="0"/>
                  <a:t>Next: 1080</a:t>
                </a:r>
              </a:p>
            </p:txBody>
          </p:sp>
        </p:grpSp>
        <p:grpSp>
          <p:nvGrpSpPr>
            <p:cNvPr id="76" name="Group 75">
              <a:extLst>
                <a:ext uri="{FF2B5EF4-FFF2-40B4-BE49-F238E27FC236}">
                  <a16:creationId xmlns:a16="http://schemas.microsoft.com/office/drawing/2014/main" id="{417CC83D-5AF3-6B61-F26A-45782DEFFD88}"/>
                </a:ext>
              </a:extLst>
            </p:cNvPr>
            <p:cNvGrpSpPr/>
            <p:nvPr/>
          </p:nvGrpSpPr>
          <p:grpSpPr>
            <a:xfrm>
              <a:off x="2865721" y="3198105"/>
              <a:ext cx="1608083" cy="738664"/>
              <a:chOff x="1345323" y="1944414"/>
              <a:chExt cx="1608083" cy="738664"/>
            </a:xfrm>
          </p:grpSpPr>
          <p:sp>
            <p:nvSpPr>
              <p:cNvPr id="77" name="TextBox 76">
                <a:extLst>
                  <a:ext uri="{FF2B5EF4-FFF2-40B4-BE49-F238E27FC236}">
                    <a16:creationId xmlns:a16="http://schemas.microsoft.com/office/drawing/2014/main" id="{F592C980-9A90-7E9D-0A07-A2729258DBA5}"/>
                  </a:ext>
                </a:extLst>
              </p:cNvPr>
              <p:cNvSpPr txBox="1"/>
              <p:nvPr/>
            </p:nvSpPr>
            <p:spPr>
              <a:xfrm>
                <a:off x="1345323" y="1944414"/>
                <a:ext cx="1608083" cy="369332"/>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pPr algn="ctr"/>
                <a:r>
                  <a:rPr lang="en-US" dirty="0"/>
                  <a:t>Asra</a:t>
                </a:r>
              </a:p>
            </p:txBody>
          </p:sp>
          <p:sp>
            <p:nvSpPr>
              <p:cNvPr id="78" name="TextBox 77">
                <a:extLst>
                  <a:ext uri="{FF2B5EF4-FFF2-40B4-BE49-F238E27FC236}">
                    <a16:creationId xmlns:a16="http://schemas.microsoft.com/office/drawing/2014/main" id="{2E816FEA-9FE1-25D0-C362-1676C121044C}"/>
                  </a:ext>
                </a:extLst>
              </p:cNvPr>
              <p:cNvSpPr txBox="1"/>
              <p:nvPr/>
            </p:nvSpPr>
            <p:spPr>
              <a:xfrm>
                <a:off x="1345324" y="2313746"/>
                <a:ext cx="1608082" cy="369332"/>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dirty="0"/>
                  <a:t>Next: 1160</a:t>
                </a:r>
              </a:p>
            </p:txBody>
          </p:sp>
        </p:grpSp>
        <p:cxnSp>
          <p:nvCxnSpPr>
            <p:cNvPr id="79" name="Connector: Elbow 78">
              <a:extLst>
                <a:ext uri="{FF2B5EF4-FFF2-40B4-BE49-F238E27FC236}">
                  <a16:creationId xmlns:a16="http://schemas.microsoft.com/office/drawing/2014/main" id="{C36F53E3-A39B-1C22-FB35-E8FD91A91E2E}"/>
                </a:ext>
              </a:extLst>
            </p:cNvPr>
            <p:cNvCxnSpPr>
              <a:stCxn id="75" idx="3"/>
              <a:endCxn id="77" idx="1"/>
            </p:cNvCxnSpPr>
            <p:nvPr/>
          </p:nvCxnSpPr>
          <p:spPr>
            <a:xfrm flipV="1">
              <a:off x="2581941" y="3382771"/>
              <a:ext cx="283780" cy="369332"/>
            </a:xfrm>
            <a:prstGeom prst="bentConnector3">
              <a:avLst/>
            </a:prstGeom>
            <a:ln>
              <a:tailEnd type="triangle"/>
            </a:ln>
          </p:spPr>
          <p:style>
            <a:lnRef idx="1">
              <a:schemeClr val="dk1"/>
            </a:lnRef>
            <a:fillRef idx="0">
              <a:schemeClr val="dk1"/>
            </a:fillRef>
            <a:effectRef idx="0">
              <a:schemeClr val="dk1"/>
            </a:effectRef>
            <a:fontRef idx="minor">
              <a:schemeClr val="tx1"/>
            </a:fontRef>
          </p:style>
        </p:cxnSp>
        <p:grpSp>
          <p:nvGrpSpPr>
            <p:cNvPr id="80" name="Group 79">
              <a:extLst>
                <a:ext uri="{FF2B5EF4-FFF2-40B4-BE49-F238E27FC236}">
                  <a16:creationId xmlns:a16="http://schemas.microsoft.com/office/drawing/2014/main" id="{FE097459-3262-2298-1C9A-8CF4FE13AF73}"/>
                </a:ext>
              </a:extLst>
            </p:cNvPr>
            <p:cNvGrpSpPr/>
            <p:nvPr/>
          </p:nvGrpSpPr>
          <p:grpSpPr>
            <a:xfrm>
              <a:off x="4757584" y="3198105"/>
              <a:ext cx="1608083" cy="738664"/>
              <a:chOff x="1345323" y="1944414"/>
              <a:chExt cx="1608083" cy="738664"/>
            </a:xfrm>
          </p:grpSpPr>
          <p:sp>
            <p:nvSpPr>
              <p:cNvPr id="81" name="TextBox 80">
                <a:extLst>
                  <a:ext uri="{FF2B5EF4-FFF2-40B4-BE49-F238E27FC236}">
                    <a16:creationId xmlns:a16="http://schemas.microsoft.com/office/drawing/2014/main" id="{9B275F60-57C8-361D-D3C9-0034CFD73B20}"/>
                  </a:ext>
                </a:extLst>
              </p:cNvPr>
              <p:cNvSpPr txBox="1"/>
              <p:nvPr/>
            </p:nvSpPr>
            <p:spPr>
              <a:xfrm>
                <a:off x="1345323" y="1944414"/>
                <a:ext cx="1608083" cy="369332"/>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pPr algn="ctr"/>
                <a:r>
                  <a:rPr lang="en-US" dirty="0" err="1"/>
                  <a:t>Mohimin</a:t>
                </a:r>
                <a:endParaRPr lang="en-US" dirty="0"/>
              </a:p>
            </p:txBody>
          </p:sp>
          <p:sp>
            <p:nvSpPr>
              <p:cNvPr id="82" name="TextBox 81">
                <a:extLst>
                  <a:ext uri="{FF2B5EF4-FFF2-40B4-BE49-F238E27FC236}">
                    <a16:creationId xmlns:a16="http://schemas.microsoft.com/office/drawing/2014/main" id="{C053DDED-0A39-4462-4326-C0FF5B7690A6}"/>
                  </a:ext>
                </a:extLst>
              </p:cNvPr>
              <p:cNvSpPr txBox="1"/>
              <p:nvPr/>
            </p:nvSpPr>
            <p:spPr>
              <a:xfrm>
                <a:off x="1345324" y="2313746"/>
                <a:ext cx="1608082" cy="369332"/>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dirty="0"/>
                  <a:t>Next: 1240</a:t>
                </a:r>
              </a:p>
            </p:txBody>
          </p:sp>
        </p:grpSp>
        <p:cxnSp>
          <p:nvCxnSpPr>
            <p:cNvPr id="83" name="Connector: Elbow 82">
              <a:extLst>
                <a:ext uri="{FF2B5EF4-FFF2-40B4-BE49-F238E27FC236}">
                  <a16:creationId xmlns:a16="http://schemas.microsoft.com/office/drawing/2014/main" id="{F82D0214-FF93-8709-39F1-547C1FBD136D}"/>
                </a:ext>
              </a:extLst>
            </p:cNvPr>
            <p:cNvCxnSpPr>
              <a:stCxn id="78" idx="3"/>
              <a:endCxn id="81" idx="1"/>
            </p:cNvCxnSpPr>
            <p:nvPr/>
          </p:nvCxnSpPr>
          <p:spPr>
            <a:xfrm flipV="1">
              <a:off x="4473804" y="3382771"/>
              <a:ext cx="283780" cy="369332"/>
            </a:xfrm>
            <a:prstGeom prst="bentConnector3">
              <a:avLst/>
            </a:prstGeom>
            <a:ln>
              <a:tailEnd type="triangle"/>
            </a:ln>
          </p:spPr>
          <p:style>
            <a:lnRef idx="1">
              <a:schemeClr val="dk1"/>
            </a:lnRef>
            <a:fillRef idx="0">
              <a:schemeClr val="dk1"/>
            </a:fillRef>
            <a:effectRef idx="0">
              <a:schemeClr val="dk1"/>
            </a:effectRef>
            <a:fontRef idx="minor">
              <a:schemeClr val="tx1"/>
            </a:fontRef>
          </p:style>
        </p:cxnSp>
        <p:grpSp>
          <p:nvGrpSpPr>
            <p:cNvPr id="84" name="Group 83">
              <a:extLst>
                <a:ext uri="{FF2B5EF4-FFF2-40B4-BE49-F238E27FC236}">
                  <a16:creationId xmlns:a16="http://schemas.microsoft.com/office/drawing/2014/main" id="{1D410BB9-65B0-A674-5AC9-DA91558F3CBD}"/>
                </a:ext>
              </a:extLst>
            </p:cNvPr>
            <p:cNvGrpSpPr/>
            <p:nvPr/>
          </p:nvGrpSpPr>
          <p:grpSpPr>
            <a:xfrm>
              <a:off x="6623495" y="3198105"/>
              <a:ext cx="1608083" cy="738664"/>
              <a:chOff x="1345323" y="1944414"/>
              <a:chExt cx="1608083" cy="738664"/>
            </a:xfrm>
          </p:grpSpPr>
          <p:sp>
            <p:nvSpPr>
              <p:cNvPr id="85" name="TextBox 84">
                <a:extLst>
                  <a:ext uri="{FF2B5EF4-FFF2-40B4-BE49-F238E27FC236}">
                    <a16:creationId xmlns:a16="http://schemas.microsoft.com/office/drawing/2014/main" id="{55CD0E59-310D-FE5D-1DDF-19D97D5E4A14}"/>
                  </a:ext>
                </a:extLst>
              </p:cNvPr>
              <p:cNvSpPr txBox="1"/>
              <p:nvPr/>
            </p:nvSpPr>
            <p:spPr>
              <a:xfrm>
                <a:off x="1345323" y="1944414"/>
                <a:ext cx="1608083" cy="369332"/>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pPr algn="ctr"/>
                <a:endParaRPr lang="en-US" dirty="0"/>
              </a:p>
            </p:txBody>
          </p:sp>
          <p:sp>
            <p:nvSpPr>
              <p:cNvPr id="86" name="TextBox 85">
                <a:extLst>
                  <a:ext uri="{FF2B5EF4-FFF2-40B4-BE49-F238E27FC236}">
                    <a16:creationId xmlns:a16="http://schemas.microsoft.com/office/drawing/2014/main" id="{F46E7ED7-47B5-350A-77E7-20FFFD296CFD}"/>
                  </a:ext>
                </a:extLst>
              </p:cNvPr>
              <p:cNvSpPr txBox="1"/>
              <p:nvPr/>
            </p:nvSpPr>
            <p:spPr>
              <a:xfrm>
                <a:off x="1345324" y="2313746"/>
                <a:ext cx="1608082" cy="369332"/>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pPr algn="ctr"/>
                <a:endParaRPr lang="en-US" dirty="0"/>
              </a:p>
            </p:txBody>
          </p:sp>
        </p:grpSp>
        <p:cxnSp>
          <p:nvCxnSpPr>
            <p:cNvPr id="87" name="Connector: Elbow 86">
              <a:extLst>
                <a:ext uri="{FF2B5EF4-FFF2-40B4-BE49-F238E27FC236}">
                  <a16:creationId xmlns:a16="http://schemas.microsoft.com/office/drawing/2014/main" id="{A2CDB2ED-261F-89E4-8F4B-956B5EC00A20}"/>
                </a:ext>
              </a:extLst>
            </p:cNvPr>
            <p:cNvCxnSpPr>
              <a:stCxn id="82" idx="3"/>
              <a:endCxn id="85" idx="1"/>
            </p:cNvCxnSpPr>
            <p:nvPr/>
          </p:nvCxnSpPr>
          <p:spPr>
            <a:xfrm flipV="1">
              <a:off x="6365667" y="3382771"/>
              <a:ext cx="257828" cy="369332"/>
            </a:xfrm>
            <a:prstGeom prst="bentConnector3">
              <a:avLst/>
            </a:prstGeom>
            <a:ln>
              <a:tailEnd type="triangle"/>
            </a:ln>
          </p:spPr>
          <p:style>
            <a:lnRef idx="1">
              <a:schemeClr val="dk1"/>
            </a:lnRef>
            <a:fillRef idx="0">
              <a:schemeClr val="dk1"/>
            </a:fillRef>
            <a:effectRef idx="0">
              <a:schemeClr val="dk1"/>
            </a:effectRef>
            <a:fontRef idx="minor">
              <a:schemeClr val="tx1"/>
            </a:fontRef>
          </p:style>
        </p:cxnSp>
        <p:grpSp>
          <p:nvGrpSpPr>
            <p:cNvPr id="88" name="Group 87">
              <a:extLst>
                <a:ext uri="{FF2B5EF4-FFF2-40B4-BE49-F238E27FC236}">
                  <a16:creationId xmlns:a16="http://schemas.microsoft.com/office/drawing/2014/main" id="{8F517E31-38D2-8840-4C56-9D46F822F31B}"/>
                </a:ext>
              </a:extLst>
            </p:cNvPr>
            <p:cNvGrpSpPr/>
            <p:nvPr/>
          </p:nvGrpSpPr>
          <p:grpSpPr>
            <a:xfrm>
              <a:off x="8489406" y="3198105"/>
              <a:ext cx="1608083" cy="738664"/>
              <a:chOff x="1345323" y="1944414"/>
              <a:chExt cx="1608083" cy="738664"/>
            </a:xfrm>
          </p:grpSpPr>
          <p:sp>
            <p:nvSpPr>
              <p:cNvPr id="90" name="TextBox 89">
                <a:extLst>
                  <a:ext uri="{FF2B5EF4-FFF2-40B4-BE49-F238E27FC236}">
                    <a16:creationId xmlns:a16="http://schemas.microsoft.com/office/drawing/2014/main" id="{AD0DE114-6304-3126-83BE-A3617F0744C9}"/>
                  </a:ext>
                </a:extLst>
              </p:cNvPr>
              <p:cNvSpPr txBox="1"/>
              <p:nvPr/>
            </p:nvSpPr>
            <p:spPr>
              <a:xfrm>
                <a:off x="1345323" y="1944414"/>
                <a:ext cx="1608083" cy="369332"/>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pPr algn="ctr"/>
                <a:endParaRPr lang="en-US" dirty="0"/>
              </a:p>
            </p:txBody>
          </p:sp>
          <p:sp>
            <p:nvSpPr>
              <p:cNvPr id="91" name="TextBox 90">
                <a:extLst>
                  <a:ext uri="{FF2B5EF4-FFF2-40B4-BE49-F238E27FC236}">
                    <a16:creationId xmlns:a16="http://schemas.microsoft.com/office/drawing/2014/main" id="{1454ACB0-3D7E-B35D-B9CD-469838F1C87E}"/>
                  </a:ext>
                </a:extLst>
              </p:cNvPr>
              <p:cNvSpPr txBox="1"/>
              <p:nvPr/>
            </p:nvSpPr>
            <p:spPr>
              <a:xfrm>
                <a:off x="1345324" y="2313746"/>
                <a:ext cx="1608082" cy="369332"/>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pPr algn="ctr"/>
                <a:endParaRPr lang="en-US" dirty="0"/>
              </a:p>
            </p:txBody>
          </p:sp>
        </p:grpSp>
        <p:cxnSp>
          <p:nvCxnSpPr>
            <p:cNvPr id="92" name="Connector: Elbow 91">
              <a:extLst>
                <a:ext uri="{FF2B5EF4-FFF2-40B4-BE49-F238E27FC236}">
                  <a16:creationId xmlns:a16="http://schemas.microsoft.com/office/drawing/2014/main" id="{09342E7D-2F14-FAC8-E9B7-1343127250FB}"/>
                </a:ext>
              </a:extLst>
            </p:cNvPr>
            <p:cNvCxnSpPr>
              <a:stCxn id="86" idx="3"/>
              <a:endCxn id="90" idx="1"/>
            </p:cNvCxnSpPr>
            <p:nvPr/>
          </p:nvCxnSpPr>
          <p:spPr>
            <a:xfrm flipV="1">
              <a:off x="8231578" y="3382771"/>
              <a:ext cx="257828" cy="369332"/>
            </a:xfrm>
            <a:prstGeom prst="bentConnector3">
              <a:avLst/>
            </a:prstGeom>
            <a:ln>
              <a:tailEnd type="triangle"/>
            </a:ln>
          </p:spPr>
          <p:style>
            <a:lnRef idx="2">
              <a:schemeClr val="dk1">
                <a:shade val="15000"/>
              </a:schemeClr>
            </a:lnRef>
            <a:fillRef idx="1">
              <a:schemeClr val="dk1"/>
            </a:fillRef>
            <a:effectRef idx="0">
              <a:schemeClr val="dk1"/>
            </a:effectRef>
            <a:fontRef idx="minor">
              <a:schemeClr val="lt1"/>
            </a:fontRef>
          </p:style>
        </p:cxnSp>
        <p:grpSp>
          <p:nvGrpSpPr>
            <p:cNvPr id="93" name="Group 92">
              <a:extLst>
                <a:ext uri="{FF2B5EF4-FFF2-40B4-BE49-F238E27FC236}">
                  <a16:creationId xmlns:a16="http://schemas.microsoft.com/office/drawing/2014/main" id="{9766EE7C-B16D-FC5F-EAFB-ECEEEBF63402}"/>
                </a:ext>
              </a:extLst>
            </p:cNvPr>
            <p:cNvGrpSpPr/>
            <p:nvPr/>
          </p:nvGrpSpPr>
          <p:grpSpPr>
            <a:xfrm>
              <a:off x="10355317" y="3198105"/>
              <a:ext cx="1608083" cy="738664"/>
              <a:chOff x="1345323" y="1944414"/>
              <a:chExt cx="1608083" cy="738664"/>
            </a:xfrm>
          </p:grpSpPr>
          <p:sp>
            <p:nvSpPr>
              <p:cNvPr id="94" name="TextBox 93">
                <a:extLst>
                  <a:ext uri="{FF2B5EF4-FFF2-40B4-BE49-F238E27FC236}">
                    <a16:creationId xmlns:a16="http://schemas.microsoft.com/office/drawing/2014/main" id="{6543EAB1-6842-A0FC-F02F-3A9DB96174F3}"/>
                  </a:ext>
                </a:extLst>
              </p:cNvPr>
              <p:cNvSpPr txBox="1"/>
              <p:nvPr/>
            </p:nvSpPr>
            <p:spPr>
              <a:xfrm>
                <a:off x="1345323" y="1944414"/>
                <a:ext cx="1608083" cy="369332"/>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pPr algn="ctr"/>
                <a:endParaRPr lang="en-US" dirty="0"/>
              </a:p>
            </p:txBody>
          </p:sp>
          <p:sp>
            <p:nvSpPr>
              <p:cNvPr id="95" name="TextBox 94">
                <a:extLst>
                  <a:ext uri="{FF2B5EF4-FFF2-40B4-BE49-F238E27FC236}">
                    <a16:creationId xmlns:a16="http://schemas.microsoft.com/office/drawing/2014/main" id="{E4C92B21-83BE-B2B5-C21E-496046C9389C}"/>
                  </a:ext>
                </a:extLst>
              </p:cNvPr>
              <p:cNvSpPr txBox="1"/>
              <p:nvPr/>
            </p:nvSpPr>
            <p:spPr>
              <a:xfrm>
                <a:off x="1345324" y="2313746"/>
                <a:ext cx="1608082" cy="369332"/>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pPr algn="ctr"/>
                <a:endParaRPr lang="en-US" dirty="0"/>
              </a:p>
            </p:txBody>
          </p:sp>
        </p:grpSp>
        <p:cxnSp>
          <p:nvCxnSpPr>
            <p:cNvPr id="96" name="Connector: Elbow 95">
              <a:extLst>
                <a:ext uri="{FF2B5EF4-FFF2-40B4-BE49-F238E27FC236}">
                  <a16:creationId xmlns:a16="http://schemas.microsoft.com/office/drawing/2014/main" id="{B8FA22BC-D1CC-147E-EFA3-52078CFCD184}"/>
                </a:ext>
              </a:extLst>
            </p:cNvPr>
            <p:cNvCxnSpPr>
              <a:stCxn id="91" idx="3"/>
              <a:endCxn id="94" idx="1"/>
            </p:cNvCxnSpPr>
            <p:nvPr/>
          </p:nvCxnSpPr>
          <p:spPr>
            <a:xfrm flipV="1">
              <a:off x="10097489" y="3382771"/>
              <a:ext cx="257828" cy="369332"/>
            </a:xfrm>
            <a:prstGeom prst="bentConnector3">
              <a:avLst/>
            </a:prstGeom>
            <a:ln>
              <a:tailEnd type="triangle"/>
            </a:ln>
          </p:spPr>
          <p:style>
            <a:lnRef idx="2">
              <a:schemeClr val="dk1">
                <a:shade val="15000"/>
              </a:schemeClr>
            </a:lnRef>
            <a:fillRef idx="1">
              <a:schemeClr val="dk1"/>
            </a:fillRef>
            <a:effectRef idx="0">
              <a:schemeClr val="dk1"/>
            </a:effectRef>
            <a:fontRef idx="minor">
              <a:schemeClr val="lt1"/>
            </a:fontRef>
          </p:style>
        </p:cxnSp>
      </p:grpSp>
      <p:grpSp>
        <p:nvGrpSpPr>
          <p:cNvPr id="52" name="Group 51">
            <a:extLst>
              <a:ext uri="{FF2B5EF4-FFF2-40B4-BE49-F238E27FC236}">
                <a16:creationId xmlns:a16="http://schemas.microsoft.com/office/drawing/2014/main" id="{1A38185F-B644-2CC2-6BF0-94BD1E3690EB}"/>
              </a:ext>
            </a:extLst>
          </p:cNvPr>
          <p:cNvGrpSpPr/>
          <p:nvPr/>
        </p:nvGrpSpPr>
        <p:grpSpPr>
          <a:xfrm>
            <a:off x="973858" y="4101929"/>
            <a:ext cx="10989542" cy="738664"/>
            <a:chOff x="973858" y="4101929"/>
            <a:chExt cx="10989542" cy="738664"/>
          </a:xfrm>
        </p:grpSpPr>
        <p:grpSp>
          <p:nvGrpSpPr>
            <p:cNvPr id="97" name="Group 96">
              <a:extLst>
                <a:ext uri="{FF2B5EF4-FFF2-40B4-BE49-F238E27FC236}">
                  <a16:creationId xmlns:a16="http://schemas.microsoft.com/office/drawing/2014/main" id="{0EAAE9FD-9F5F-A45F-4B33-7CE40CA6518E}"/>
                </a:ext>
              </a:extLst>
            </p:cNvPr>
            <p:cNvGrpSpPr/>
            <p:nvPr/>
          </p:nvGrpSpPr>
          <p:grpSpPr>
            <a:xfrm>
              <a:off x="973858" y="4101929"/>
              <a:ext cx="1608083" cy="738664"/>
              <a:chOff x="1345323" y="1944414"/>
              <a:chExt cx="1608083" cy="738664"/>
            </a:xfrm>
          </p:grpSpPr>
          <p:sp>
            <p:nvSpPr>
              <p:cNvPr id="98" name="TextBox 97">
                <a:extLst>
                  <a:ext uri="{FF2B5EF4-FFF2-40B4-BE49-F238E27FC236}">
                    <a16:creationId xmlns:a16="http://schemas.microsoft.com/office/drawing/2014/main" id="{A5F5A954-5278-5CC4-51F7-EEA00C888375}"/>
                  </a:ext>
                </a:extLst>
              </p:cNvPr>
              <p:cNvSpPr txBox="1"/>
              <p:nvPr/>
            </p:nvSpPr>
            <p:spPr>
              <a:xfrm>
                <a:off x="1345323" y="1944414"/>
                <a:ext cx="1608083" cy="369332"/>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pPr algn="ctr"/>
                <a:r>
                  <a:rPr lang="en-US" dirty="0" err="1"/>
                  <a:t>Hafs</a:t>
                </a:r>
                <a:endParaRPr lang="en-US" dirty="0"/>
              </a:p>
            </p:txBody>
          </p:sp>
          <p:sp>
            <p:nvSpPr>
              <p:cNvPr id="99" name="TextBox 98">
                <a:extLst>
                  <a:ext uri="{FF2B5EF4-FFF2-40B4-BE49-F238E27FC236}">
                    <a16:creationId xmlns:a16="http://schemas.microsoft.com/office/drawing/2014/main" id="{B5A017BC-B30C-025A-4A8C-6B9316CF17C7}"/>
                  </a:ext>
                </a:extLst>
              </p:cNvPr>
              <p:cNvSpPr txBox="1"/>
              <p:nvPr/>
            </p:nvSpPr>
            <p:spPr>
              <a:xfrm>
                <a:off x="1345324" y="2313746"/>
                <a:ext cx="1608082" cy="369332"/>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dirty="0"/>
                  <a:t>Next: 1080</a:t>
                </a:r>
              </a:p>
            </p:txBody>
          </p:sp>
        </p:grpSp>
        <p:grpSp>
          <p:nvGrpSpPr>
            <p:cNvPr id="100" name="Group 99">
              <a:extLst>
                <a:ext uri="{FF2B5EF4-FFF2-40B4-BE49-F238E27FC236}">
                  <a16:creationId xmlns:a16="http://schemas.microsoft.com/office/drawing/2014/main" id="{75CD7121-CEE4-BA8A-87BC-7C7C934045B6}"/>
                </a:ext>
              </a:extLst>
            </p:cNvPr>
            <p:cNvGrpSpPr/>
            <p:nvPr/>
          </p:nvGrpSpPr>
          <p:grpSpPr>
            <a:xfrm>
              <a:off x="2865721" y="4101929"/>
              <a:ext cx="1608083" cy="738664"/>
              <a:chOff x="1345323" y="1944414"/>
              <a:chExt cx="1608083" cy="738664"/>
            </a:xfrm>
          </p:grpSpPr>
          <p:sp>
            <p:nvSpPr>
              <p:cNvPr id="101" name="TextBox 100">
                <a:extLst>
                  <a:ext uri="{FF2B5EF4-FFF2-40B4-BE49-F238E27FC236}">
                    <a16:creationId xmlns:a16="http://schemas.microsoft.com/office/drawing/2014/main" id="{818B9ED0-D53F-757C-EC0D-EA1F606FB206}"/>
                  </a:ext>
                </a:extLst>
              </p:cNvPr>
              <p:cNvSpPr txBox="1"/>
              <p:nvPr/>
            </p:nvSpPr>
            <p:spPr>
              <a:xfrm>
                <a:off x="1345323" y="1944414"/>
                <a:ext cx="1608083" cy="369332"/>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pPr algn="ctr"/>
                <a:r>
                  <a:rPr lang="en-US" dirty="0"/>
                  <a:t>Asra</a:t>
                </a:r>
              </a:p>
            </p:txBody>
          </p:sp>
          <p:sp>
            <p:nvSpPr>
              <p:cNvPr id="102" name="TextBox 101">
                <a:extLst>
                  <a:ext uri="{FF2B5EF4-FFF2-40B4-BE49-F238E27FC236}">
                    <a16:creationId xmlns:a16="http://schemas.microsoft.com/office/drawing/2014/main" id="{DBA5DA38-F503-A78D-BF4A-AF3444FA619B}"/>
                  </a:ext>
                </a:extLst>
              </p:cNvPr>
              <p:cNvSpPr txBox="1"/>
              <p:nvPr/>
            </p:nvSpPr>
            <p:spPr>
              <a:xfrm>
                <a:off x="1345324" y="2313746"/>
                <a:ext cx="1608082" cy="369332"/>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dirty="0"/>
                  <a:t>Next: 1160</a:t>
                </a:r>
              </a:p>
            </p:txBody>
          </p:sp>
        </p:grpSp>
        <p:cxnSp>
          <p:nvCxnSpPr>
            <p:cNvPr id="103" name="Connector: Elbow 102">
              <a:extLst>
                <a:ext uri="{FF2B5EF4-FFF2-40B4-BE49-F238E27FC236}">
                  <a16:creationId xmlns:a16="http://schemas.microsoft.com/office/drawing/2014/main" id="{14CD4612-41E2-76B1-7FE2-F4E7E1F8A006}"/>
                </a:ext>
              </a:extLst>
            </p:cNvPr>
            <p:cNvCxnSpPr>
              <a:stCxn id="99" idx="3"/>
              <a:endCxn id="101" idx="1"/>
            </p:cNvCxnSpPr>
            <p:nvPr/>
          </p:nvCxnSpPr>
          <p:spPr>
            <a:xfrm flipV="1">
              <a:off x="2581941" y="4286595"/>
              <a:ext cx="283780" cy="369332"/>
            </a:xfrm>
            <a:prstGeom prst="bentConnector3">
              <a:avLst/>
            </a:prstGeom>
            <a:ln>
              <a:tailEnd type="triangle"/>
            </a:ln>
          </p:spPr>
          <p:style>
            <a:lnRef idx="1">
              <a:schemeClr val="dk1"/>
            </a:lnRef>
            <a:fillRef idx="0">
              <a:schemeClr val="dk1"/>
            </a:fillRef>
            <a:effectRef idx="0">
              <a:schemeClr val="dk1"/>
            </a:effectRef>
            <a:fontRef idx="minor">
              <a:schemeClr val="tx1"/>
            </a:fontRef>
          </p:style>
        </p:cxnSp>
        <p:grpSp>
          <p:nvGrpSpPr>
            <p:cNvPr id="104" name="Group 103">
              <a:extLst>
                <a:ext uri="{FF2B5EF4-FFF2-40B4-BE49-F238E27FC236}">
                  <a16:creationId xmlns:a16="http://schemas.microsoft.com/office/drawing/2014/main" id="{F60B35C9-46D6-76D5-79DA-E96E9EAA0898}"/>
                </a:ext>
              </a:extLst>
            </p:cNvPr>
            <p:cNvGrpSpPr/>
            <p:nvPr/>
          </p:nvGrpSpPr>
          <p:grpSpPr>
            <a:xfrm>
              <a:off x="4757584" y="4101929"/>
              <a:ext cx="1608083" cy="738664"/>
              <a:chOff x="1345323" y="1944414"/>
              <a:chExt cx="1608083" cy="738664"/>
            </a:xfrm>
          </p:grpSpPr>
          <p:sp>
            <p:nvSpPr>
              <p:cNvPr id="105" name="TextBox 104">
                <a:extLst>
                  <a:ext uri="{FF2B5EF4-FFF2-40B4-BE49-F238E27FC236}">
                    <a16:creationId xmlns:a16="http://schemas.microsoft.com/office/drawing/2014/main" id="{AEA7E2BF-0C35-1CB5-59A6-E94D88915325}"/>
                  </a:ext>
                </a:extLst>
              </p:cNvPr>
              <p:cNvSpPr txBox="1"/>
              <p:nvPr/>
            </p:nvSpPr>
            <p:spPr>
              <a:xfrm>
                <a:off x="1345323" y="1944414"/>
                <a:ext cx="1608083" cy="369332"/>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pPr algn="ctr"/>
                <a:r>
                  <a:rPr lang="en-US" dirty="0" err="1"/>
                  <a:t>Mohimin</a:t>
                </a:r>
                <a:endParaRPr lang="en-US" dirty="0"/>
              </a:p>
            </p:txBody>
          </p:sp>
          <p:sp>
            <p:nvSpPr>
              <p:cNvPr id="106" name="TextBox 105">
                <a:extLst>
                  <a:ext uri="{FF2B5EF4-FFF2-40B4-BE49-F238E27FC236}">
                    <a16:creationId xmlns:a16="http://schemas.microsoft.com/office/drawing/2014/main" id="{431F3E72-F4DC-4E4A-F601-3D30FEC7B0A2}"/>
                  </a:ext>
                </a:extLst>
              </p:cNvPr>
              <p:cNvSpPr txBox="1"/>
              <p:nvPr/>
            </p:nvSpPr>
            <p:spPr>
              <a:xfrm>
                <a:off x="1345324" y="2313746"/>
                <a:ext cx="1608082" cy="369332"/>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dirty="0"/>
                  <a:t>Next: 1240</a:t>
                </a:r>
              </a:p>
            </p:txBody>
          </p:sp>
        </p:grpSp>
        <p:cxnSp>
          <p:nvCxnSpPr>
            <p:cNvPr id="107" name="Connector: Elbow 106">
              <a:extLst>
                <a:ext uri="{FF2B5EF4-FFF2-40B4-BE49-F238E27FC236}">
                  <a16:creationId xmlns:a16="http://schemas.microsoft.com/office/drawing/2014/main" id="{749AD29E-E8A1-500A-47DB-16650D5E77B6}"/>
                </a:ext>
              </a:extLst>
            </p:cNvPr>
            <p:cNvCxnSpPr>
              <a:stCxn id="102" idx="3"/>
              <a:endCxn id="105" idx="1"/>
            </p:cNvCxnSpPr>
            <p:nvPr/>
          </p:nvCxnSpPr>
          <p:spPr>
            <a:xfrm flipV="1">
              <a:off x="4473804" y="4286595"/>
              <a:ext cx="283780" cy="369332"/>
            </a:xfrm>
            <a:prstGeom prst="bentConnector3">
              <a:avLst/>
            </a:prstGeom>
            <a:ln>
              <a:tailEnd type="triangle"/>
            </a:ln>
          </p:spPr>
          <p:style>
            <a:lnRef idx="1">
              <a:schemeClr val="dk1"/>
            </a:lnRef>
            <a:fillRef idx="0">
              <a:schemeClr val="dk1"/>
            </a:fillRef>
            <a:effectRef idx="0">
              <a:schemeClr val="dk1"/>
            </a:effectRef>
            <a:fontRef idx="minor">
              <a:schemeClr val="tx1"/>
            </a:fontRef>
          </p:style>
        </p:cxnSp>
        <p:grpSp>
          <p:nvGrpSpPr>
            <p:cNvPr id="108" name="Group 107">
              <a:extLst>
                <a:ext uri="{FF2B5EF4-FFF2-40B4-BE49-F238E27FC236}">
                  <a16:creationId xmlns:a16="http://schemas.microsoft.com/office/drawing/2014/main" id="{BA20A7F8-47E9-20AC-D3E9-661CCE69A572}"/>
                </a:ext>
              </a:extLst>
            </p:cNvPr>
            <p:cNvGrpSpPr/>
            <p:nvPr/>
          </p:nvGrpSpPr>
          <p:grpSpPr>
            <a:xfrm>
              <a:off x="6623495" y="4101929"/>
              <a:ext cx="1608083" cy="738664"/>
              <a:chOff x="1345323" y="1944414"/>
              <a:chExt cx="1608083" cy="738664"/>
            </a:xfrm>
          </p:grpSpPr>
          <p:sp>
            <p:nvSpPr>
              <p:cNvPr id="109" name="TextBox 108">
                <a:extLst>
                  <a:ext uri="{FF2B5EF4-FFF2-40B4-BE49-F238E27FC236}">
                    <a16:creationId xmlns:a16="http://schemas.microsoft.com/office/drawing/2014/main" id="{FECF59F3-D3E1-8D24-EB88-1F03E2A59CE5}"/>
                  </a:ext>
                </a:extLst>
              </p:cNvPr>
              <p:cNvSpPr txBox="1"/>
              <p:nvPr/>
            </p:nvSpPr>
            <p:spPr>
              <a:xfrm>
                <a:off x="1345323" y="1944414"/>
                <a:ext cx="1608083" cy="369332"/>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pPr algn="ctr"/>
                <a:r>
                  <a:rPr lang="en-US" dirty="0" err="1"/>
                  <a:t>Shahzaman</a:t>
                </a:r>
                <a:endParaRPr lang="en-US" dirty="0"/>
              </a:p>
            </p:txBody>
          </p:sp>
          <p:sp>
            <p:nvSpPr>
              <p:cNvPr id="110" name="TextBox 109">
                <a:extLst>
                  <a:ext uri="{FF2B5EF4-FFF2-40B4-BE49-F238E27FC236}">
                    <a16:creationId xmlns:a16="http://schemas.microsoft.com/office/drawing/2014/main" id="{AD287F60-873A-AD5B-391D-4C9C45F65559}"/>
                  </a:ext>
                </a:extLst>
              </p:cNvPr>
              <p:cNvSpPr txBox="1"/>
              <p:nvPr/>
            </p:nvSpPr>
            <p:spPr>
              <a:xfrm>
                <a:off x="1345324" y="2313746"/>
                <a:ext cx="1608082" cy="369332"/>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dirty="0"/>
                  <a:t>Next: 1320</a:t>
                </a:r>
              </a:p>
            </p:txBody>
          </p:sp>
        </p:grpSp>
        <p:cxnSp>
          <p:nvCxnSpPr>
            <p:cNvPr id="111" name="Connector: Elbow 110">
              <a:extLst>
                <a:ext uri="{FF2B5EF4-FFF2-40B4-BE49-F238E27FC236}">
                  <a16:creationId xmlns:a16="http://schemas.microsoft.com/office/drawing/2014/main" id="{55F89C57-4543-6C75-7655-68FB19C808CA}"/>
                </a:ext>
              </a:extLst>
            </p:cNvPr>
            <p:cNvCxnSpPr>
              <a:stCxn id="106" idx="3"/>
              <a:endCxn id="109" idx="1"/>
            </p:cNvCxnSpPr>
            <p:nvPr/>
          </p:nvCxnSpPr>
          <p:spPr>
            <a:xfrm flipV="1">
              <a:off x="6365667" y="4286595"/>
              <a:ext cx="257828" cy="369332"/>
            </a:xfrm>
            <a:prstGeom prst="bentConnector3">
              <a:avLst/>
            </a:prstGeom>
            <a:ln>
              <a:tailEnd type="triangle"/>
            </a:ln>
          </p:spPr>
          <p:style>
            <a:lnRef idx="1">
              <a:schemeClr val="dk1"/>
            </a:lnRef>
            <a:fillRef idx="0">
              <a:schemeClr val="dk1"/>
            </a:fillRef>
            <a:effectRef idx="0">
              <a:schemeClr val="dk1"/>
            </a:effectRef>
            <a:fontRef idx="minor">
              <a:schemeClr val="tx1"/>
            </a:fontRef>
          </p:style>
        </p:cxnSp>
        <p:grpSp>
          <p:nvGrpSpPr>
            <p:cNvPr id="112" name="Group 111">
              <a:extLst>
                <a:ext uri="{FF2B5EF4-FFF2-40B4-BE49-F238E27FC236}">
                  <a16:creationId xmlns:a16="http://schemas.microsoft.com/office/drawing/2014/main" id="{1336E9F6-9A1E-20CD-33EF-64ADDAB4A877}"/>
                </a:ext>
              </a:extLst>
            </p:cNvPr>
            <p:cNvGrpSpPr/>
            <p:nvPr/>
          </p:nvGrpSpPr>
          <p:grpSpPr>
            <a:xfrm>
              <a:off x="8489406" y="4101929"/>
              <a:ext cx="1608083" cy="738664"/>
              <a:chOff x="1345323" y="1944414"/>
              <a:chExt cx="1608083" cy="738664"/>
            </a:xfrm>
          </p:grpSpPr>
          <p:sp>
            <p:nvSpPr>
              <p:cNvPr id="113" name="TextBox 112">
                <a:extLst>
                  <a:ext uri="{FF2B5EF4-FFF2-40B4-BE49-F238E27FC236}">
                    <a16:creationId xmlns:a16="http://schemas.microsoft.com/office/drawing/2014/main" id="{74DC7C82-1B04-AF86-2DCA-A881282EF6D2}"/>
                  </a:ext>
                </a:extLst>
              </p:cNvPr>
              <p:cNvSpPr txBox="1"/>
              <p:nvPr/>
            </p:nvSpPr>
            <p:spPr>
              <a:xfrm>
                <a:off x="1345323" y="1944414"/>
                <a:ext cx="1608083" cy="369332"/>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pPr algn="ctr"/>
                <a:endParaRPr lang="en-US" dirty="0"/>
              </a:p>
            </p:txBody>
          </p:sp>
          <p:sp>
            <p:nvSpPr>
              <p:cNvPr id="114" name="TextBox 113">
                <a:extLst>
                  <a:ext uri="{FF2B5EF4-FFF2-40B4-BE49-F238E27FC236}">
                    <a16:creationId xmlns:a16="http://schemas.microsoft.com/office/drawing/2014/main" id="{94ABE319-85B5-3670-F926-535463ABF0BD}"/>
                  </a:ext>
                </a:extLst>
              </p:cNvPr>
              <p:cNvSpPr txBox="1"/>
              <p:nvPr/>
            </p:nvSpPr>
            <p:spPr>
              <a:xfrm>
                <a:off x="1345324" y="2313746"/>
                <a:ext cx="1608082" cy="369332"/>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pPr algn="ctr"/>
                <a:endParaRPr lang="en-US" dirty="0"/>
              </a:p>
            </p:txBody>
          </p:sp>
        </p:grpSp>
        <p:cxnSp>
          <p:nvCxnSpPr>
            <p:cNvPr id="115" name="Connector: Elbow 114">
              <a:extLst>
                <a:ext uri="{FF2B5EF4-FFF2-40B4-BE49-F238E27FC236}">
                  <a16:creationId xmlns:a16="http://schemas.microsoft.com/office/drawing/2014/main" id="{513835F7-703F-7BF0-14EB-04023FB4885C}"/>
                </a:ext>
              </a:extLst>
            </p:cNvPr>
            <p:cNvCxnSpPr>
              <a:stCxn id="110" idx="3"/>
              <a:endCxn id="113" idx="1"/>
            </p:cNvCxnSpPr>
            <p:nvPr/>
          </p:nvCxnSpPr>
          <p:spPr>
            <a:xfrm flipV="1">
              <a:off x="8231578" y="4286595"/>
              <a:ext cx="257828" cy="369332"/>
            </a:xfrm>
            <a:prstGeom prst="bentConnector3">
              <a:avLst/>
            </a:prstGeom>
            <a:ln>
              <a:tailEnd type="triangle"/>
            </a:ln>
          </p:spPr>
          <p:style>
            <a:lnRef idx="1">
              <a:schemeClr val="dk1"/>
            </a:lnRef>
            <a:fillRef idx="0">
              <a:schemeClr val="dk1"/>
            </a:fillRef>
            <a:effectRef idx="0">
              <a:schemeClr val="dk1"/>
            </a:effectRef>
            <a:fontRef idx="minor">
              <a:schemeClr val="tx1"/>
            </a:fontRef>
          </p:style>
        </p:cxnSp>
        <p:grpSp>
          <p:nvGrpSpPr>
            <p:cNvPr id="116" name="Group 115">
              <a:extLst>
                <a:ext uri="{FF2B5EF4-FFF2-40B4-BE49-F238E27FC236}">
                  <a16:creationId xmlns:a16="http://schemas.microsoft.com/office/drawing/2014/main" id="{CB8074D3-2BA9-446D-C9E4-A0CFC971B138}"/>
                </a:ext>
              </a:extLst>
            </p:cNvPr>
            <p:cNvGrpSpPr/>
            <p:nvPr/>
          </p:nvGrpSpPr>
          <p:grpSpPr>
            <a:xfrm>
              <a:off x="10355317" y="4101929"/>
              <a:ext cx="1608083" cy="738664"/>
              <a:chOff x="1345323" y="1944414"/>
              <a:chExt cx="1608083" cy="738664"/>
            </a:xfrm>
          </p:grpSpPr>
          <p:sp>
            <p:nvSpPr>
              <p:cNvPr id="117" name="TextBox 116">
                <a:extLst>
                  <a:ext uri="{FF2B5EF4-FFF2-40B4-BE49-F238E27FC236}">
                    <a16:creationId xmlns:a16="http://schemas.microsoft.com/office/drawing/2014/main" id="{FF326099-5361-AEAF-D174-2FAD0F0ABF5F}"/>
                  </a:ext>
                </a:extLst>
              </p:cNvPr>
              <p:cNvSpPr txBox="1"/>
              <p:nvPr/>
            </p:nvSpPr>
            <p:spPr>
              <a:xfrm>
                <a:off x="1345323" y="1944414"/>
                <a:ext cx="1608083" cy="369332"/>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pPr algn="ctr"/>
                <a:endParaRPr lang="en-US" dirty="0"/>
              </a:p>
            </p:txBody>
          </p:sp>
          <p:sp>
            <p:nvSpPr>
              <p:cNvPr id="118" name="TextBox 117">
                <a:extLst>
                  <a:ext uri="{FF2B5EF4-FFF2-40B4-BE49-F238E27FC236}">
                    <a16:creationId xmlns:a16="http://schemas.microsoft.com/office/drawing/2014/main" id="{5DBE6B12-14F3-998A-BAD9-C9A99720BA52}"/>
                  </a:ext>
                </a:extLst>
              </p:cNvPr>
              <p:cNvSpPr txBox="1"/>
              <p:nvPr/>
            </p:nvSpPr>
            <p:spPr>
              <a:xfrm>
                <a:off x="1345324" y="2313746"/>
                <a:ext cx="1608082" cy="369332"/>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pPr algn="ctr"/>
                <a:endParaRPr lang="en-US" dirty="0"/>
              </a:p>
            </p:txBody>
          </p:sp>
        </p:grpSp>
        <p:cxnSp>
          <p:nvCxnSpPr>
            <p:cNvPr id="119" name="Connector: Elbow 118">
              <a:extLst>
                <a:ext uri="{FF2B5EF4-FFF2-40B4-BE49-F238E27FC236}">
                  <a16:creationId xmlns:a16="http://schemas.microsoft.com/office/drawing/2014/main" id="{9239BD68-034D-C008-265E-79BC1C86E339}"/>
                </a:ext>
              </a:extLst>
            </p:cNvPr>
            <p:cNvCxnSpPr>
              <a:stCxn id="114" idx="3"/>
              <a:endCxn id="117" idx="1"/>
            </p:cNvCxnSpPr>
            <p:nvPr/>
          </p:nvCxnSpPr>
          <p:spPr>
            <a:xfrm flipV="1">
              <a:off x="10097489" y="4286595"/>
              <a:ext cx="257828" cy="369332"/>
            </a:xfrm>
            <a:prstGeom prst="bentConnector3">
              <a:avLst/>
            </a:prstGeom>
            <a:ln>
              <a:tailEnd type="triangle"/>
            </a:ln>
          </p:spPr>
          <p:style>
            <a:lnRef idx="2">
              <a:schemeClr val="dk1">
                <a:shade val="15000"/>
              </a:schemeClr>
            </a:lnRef>
            <a:fillRef idx="1">
              <a:schemeClr val="dk1"/>
            </a:fillRef>
            <a:effectRef idx="0">
              <a:schemeClr val="dk1"/>
            </a:effectRef>
            <a:fontRef idx="minor">
              <a:schemeClr val="lt1"/>
            </a:fontRef>
          </p:style>
        </p:cxnSp>
      </p:grpSp>
      <p:grpSp>
        <p:nvGrpSpPr>
          <p:cNvPr id="53" name="Group 52">
            <a:extLst>
              <a:ext uri="{FF2B5EF4-FFF2-40B4-BE49-F238E27FC236}">
                <a16:creationId xmlns:a16="http://schemas.microsoft.com/office/drawing/2014/main" id="{48356B94-4A2B-EF54-0849-912717028AF5}"/>
              </a:ext>
            </a:extLst>
          </p:cNvPr>
          <p:cNvGrpSpPr/>
          <p:nvPr/>
        </p:nvGrpSpPr>
        <p:grpSpPr>
          <a:xfrm>
            <a:off x="973858" y="5005753"/>
            <a:ext cx="10989542" cy="738664"/>
            <a:chOff x="973858" y="5005753"/>
            <a:chExt cx="10989542" cy="738664"/>
          </a:xfrm>
        </p:grpSpPr>
        <p:grpSp>
          <p:nvGrpSpPr>
            <p:cNvPr id="120" name="Group 119">
              <a:extLst>
                <a:ext uri="{FF2B5EF4-FFF2-40B4-BE49-F238E27FC236}">
                  <a16:creationId xmlns:a16="http://schemas.microsoft.com/office/drawing/2014/main" id="{536DE313-62B1-463B-0803-F007EFAEC02E}"/>
                </a:ext>
              </a:extLst>
            </p:cNvPr>
            <p:cNvGrpSpPr/>
            <p:nvPr/>
          </p:nvGrpSpPr>
          <p:grpSpPr>
            <a:xfrm>
              <a:off x="973858" y="5005753"/>
              <a:ext cx="1608083" cy="738664"/>
              <a:chOff x="1345323" y="1944414"/>
              <a:chExt cx="1608083" cy="738664"/>
            </a:xfrm>
          </p:grpSpPr>
          <p:sp>
            <p:nvSpPr>
              <p:cNvPr id="121" name="TextBox 120">
                <a:extLst>
                  <a:ext uri="{FF2B5EF4-FFF2-40B4-BE49-F238E27FC236}">
                    <a16:creationId xmlns:a16="http://schemas.microsoft.com/office/drawing/2014/main" id="{AC767C23-63EC-E79F-CEFF-70F172B6614D}"/>
                  </a:ext>
                </a:extLst>
              </p:cNvPr>
              <p:cNvSpPr txBox="1"/>
              <p:nvPr/>
            </p:nvSpPr>
            <p:spPr>
              <a:xfrm>
                <a:off x="1345323" y="1944414"/>
                <a:ext cx="1608083" cy="369332"/>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pPr algn="ctr"/>
                <a:r>
                  <a:rPr lang="en-US" dirty="0" err="1"/>
                  <a:t>Hafs</a:t>
                </a:r>
                <a:endParaRPr lang="en-US" dirty="0"/>
              </a:p>
            </p:txBody>
          </p:sp>
          <p:sp>
            <p:nvSpPr>
              <p:cNvPr id="122" name="TextBox 121">
                <a:extLst>
                  <a:ext uri="{FF2B5EF4-FFF2-40B4-BE49-F238E27FC236}">
                    <a16:creationId xmlns:a16="http://schemas.microsoft.com/office/drawing/2014/main" id="{713065C4-771C-753B-58F0-5BEC1A03E4A8}"/>
                  </a:ext>
                </a:extLst>
              </p:cNvPr>
              <p:cNvSpPr txBox="1"/>
              <p:nvPr/>
            </p:nvSpPr>
            <p:spPr>
              <a:xfrm>
                <a:off x="1345324" y="2313746"/>
                <a:ext cx="1608082" cy="369332"/>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dirty="0"/>
                  <a:t>Next: 1080</a:t>
                </a:r>
              </a:p>
            </p:txBody>
          </p:sp>
        </p:grpSp>
        <p:grpSp>
          <p:nvGrpSpPr>
            <p:cNvPr id="123" name="Group 122">
              <a:extLst>
                <a:ext uri="{FF2B5EF4-FFF2-40B4-BE49-F238E27FC236}">
                  <a16:creationId xmlns:a16="http://schemas.microsoft.com/office/drawing/2014/main" id="{002CD1C2-EE14-2633-4DA3-87969E538A1A}"/>
                </a:ext>
              </a:extLst>
            </p:cNvPr>
            <p:cNvGrpSpPr/>
            <p:nvPr/>
          </p:nvGrpSpPr>
          <p:grpSpPr>
            <a:xfrm>
              <a:off x="2865721" y="5005753"/>
              <a:ext cx="1608083" cy="738664"/>
              <a:chOff x="1345323" y="1944414"/>
              <a:chExt cx="1608083" cy="738664"/>
            </a:xfrm>
          </p:grpSpPr>
          <p:sp>
            <p:nvSpPr>
              <p:cNvPr id="124" name="TextBox 123">
                <a:extLst>
                  <a:ext uri="{FF2B5EF4-FFF2-40B4-BE49-F238E27FC236}">
                    <a16:creationId xmlns:a16="http://schemas.microsoft.com/office/drawing/2014/main" id="{9CF9EE2A-CC36-6D74-00DD-28685208FF27}"/>
                  </a:ext>
                </a:extLst>
              </p:cNvPr>
              <p:cNvSpPr txBox="1"/>
              <p:nvPr/>
            </p:nvSpPr>
            <p:spPr>
              <a:xfrm>
                <a:off x="1345323" y="1944414"/>
                <a:ext cx="1608083" cy="369332"/>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pPr algn="ctr"/>
                <a:r>
                  <a:rPr lang="en-US" dirty="0"/>
                  <a:t>Asra</a:t>
                </a:r>
              </a:p>
            </p:txBody>
          </p:sp>
          <p:sp>
            <p:nvSpPr>
              <p:cNvPr id="125" name="TextBox 124">
                <a:extLst>
                  <a:ext uri="{FF2B5EF4-FFF2-40B4-BE49-F238E27FC236}">
                    <a16:creationId xmlns:a16="http://schemas.microsoft.com/office/drawing/2014/main" id="{713498B9-3CFC-6C67-A9ED-9A82448AC111}"/>
                  </a:ext>
                </a:extLst>
              </p:cNvPr>
              <p:cNvSpPr txBox="1"/>
              <p:nvPr/>
            </p:nvSpPr>
            <p:spPr>
              <a:xfrm>
                <a:off x="1345324" y="2313746"/>
                <a:ext cx="1608082" cy="369332"/>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dirty="0"/>
                  <a:t>Next: 1160</a:t>
                </a:r>
              </a:p>
            </p:txBody>
          </p:sp>
        </p:grpSp>
        <p:cxnSp>
          <p:nvCxnSpPr>
            <p:cNvPr id="126" name="Connector: Elbow 125">
              <a:extLst>
                <a:ext uri="{FF2B5EF4-FFF2-40B4-BE49-F238E27FC236}">
                  <a16:creationId xmlns:a16="http://schemas.microsoft.com/office/drawing/2014/main" id="{53421D67-422A-4ECB-2743-C8231B21F704}"/>
                </a:ext>
              </a:extLst>
            </p:cNvPr>
            <p:cNvCxnSpPr>
              <a:cxnSpLocks/>
              <a:stCxn id="122" idx="3"/>
              <a:endCxn id="124" idx="1"/>
            </p:cNvCxnSpPr>
            <p:nvPr/>
          </p:nvCxnSpPr>
          <p:spPr>
            <a:xfrm flipV="1">
              <a:off x="2581941" y="5190419"/>
              <a:ext cx="283780" cy="369332"/>
            </a:xfrm>
            <a:prstGeom prst="bentConnector3">
              <a:avLst/>
            </a:prstGeom>
            <a:ln>
              <a:tailEnd type="triangle"/>
            </a:ln>
          </p:spPr>
          <p:style>
            <a:lnRef idx="1">
              <a:schemeClr val="dk1"/>
            </a:lnRef>
            <a:fillRef idx="0">
              <a:schemeClr val="dk1"/>
            </a:fillRef>
            <a:effectRef idx="0">
              <a:schemeClr val="dk1"/>
            </a:effectRef>
            <a:fontRef idx="minor">
              <a:schemeClr val="tx1"/>
            </a:fontRef>
          </p:style>
        </p:cxnSp>
        <p:grpSp>
          <p:nvGrpSpPr>
            <p:cNvPr id="127" name="Group 126">
              <a:extLst>
                <a:ext uri="{FF2B5EF4-FFF2-40B4-BE49-F238E27FC236}">
                  <a16:creationId xmlns:a16="http://schemas.microsoft.com/office/drawing/2014/main" id="{5AAA69C8-AA71-C859-444A-5080ABA78294}"/>
                </a:ext>
              </a:extLst>
            </p:cNvPr>
            <p:cNvGrpSpPr/>
            <p:nvPr/>
          </p:nvGrpSpPr>
          <p:grpSpPr>
            <a:xfrm>
              <a:off x="4757584" y="5005753"/>
              <a:ext cx="1608083" cy="738664"/>
              <a:chOff x="1345323" y="1944414"/>
              <a:chExt cx="1608083" cy="738664"/>
            </a:xfrm>
          </p:grpSpPr>
          <p:sp>
            <p:nvSpPr>
              <p:cNvPr id="192" name="TextBox 191">
                <a:extLst>
                  <a:ext uri="{FF2B5EF4-FFF2-40B4-BE49-F238E27FC236}">
                    <a16:creationId xmlns:a16="http://schemas.microsoft.com/office/drawing/2014/main" id="{9853234C-4136-7FD9-5690-D10BB19E46AC}"/>
                  </a:ext>
                </a:extLst>
              </p:cNvPr>
              <p:cNvSpPr txBox="1"/>
              <p:nvPr/>
            </p:nvSpPr>
            <p:spPr>
              <a:xfrm>
                <a:off x="1345323" y="1944414"/>
                <a:ext cx="1608083" cy="369332"/>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pPr algn="ctr"/>
                <a:r>
                  <a:rPr lang="en-US" dirty="0" err="1"/>
                  <a:t>Mohimin</a:t>
                </a:r>
                <a:endParaRPr lang="en-US" dirty="0"/>
              </a:p>
            </p:txBody>
          </p:sp>
          <p:sp>
            <p:nvSpPr>
              <p:cNvPr id="193" name="TextBox 192">
                <a:extLst>
                  <a:ext uri="{FF2B5EF4-FFF2-40B4-BE49-F238E27FC236}">
                    <a16:creationId xmlns:a16="http://schemas.microsoft.com/office/drawing/2014/main" id="{DACE2BF5-6544-3827-7C65-0C27022FD082}"/>
                  </a:ext>
                </a:extLst>
              </p:cNvPr>
              <p:cNvSpPr txBox="1"/>
              <p:nvPr/>
            </p:nvSpPr>
            <p:spPr>
              <a:xfrm>
                <a:off x="1345324" y="2313746"/>
                <a:ext cx="1608082" cy="369332"/>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dirty="0"/>
                  <a:t>Next: 1240</a:t>
                </a:r>
              </a:p>
            </p:txBody>
          </p:sp>
        </p:grpSp>
        <p:cxnSp>
          <p:nvCxnSpPr>
            <p:cNvPr id="194" name="Connector: Elbow 193">
              <a:extLst>
                <a:ext uri="{FF2B5EF4-FFF2-40B4-BE49-F238E27FC236}">
                  <a16:creationId xmlns:a16="http://schemas.microsoft.com/office/drawing/2014/main" id="{AB834A54-48DA-ED51-BF97-ED82AE4B54C5}"/>
                </a:ext>
              </a:extLst>
            </p:cNvPr>
            <p:cNvCxnSpPr>
              <a:cxnSpLocks/>
              <a:stCxn id="125" idx="3"/>
              <a:endCxn id="192" idx="1"/>
            </p:cNvCxnSpPr>
            <p:nvPr/>
          </p:nvCxnSpPr>
          <p:spPr>
            <a:xfrm flipV="1">
              <a:off x="4473804" y="5190419"/>
              <a:ext cx="283780" cy="369332"/>
            </a:xfrm>
            <a:prstGeom prst="bentConnector3">
              <a:avLst/>
            </a:prstGeom>
            <a:ln>
              <a:tailEnd type="triangle"/>
            </a:ln>
          </p:spPr>
          <p:style>
            <a:lnRef idx="1">
              <a:schemeClr val="dk1"/>
            </a:lnRef>
            <a:fillRef idx="0">
              <a:schemeClr val="dk1"/>
            </a:fillRef>
            <a:effectRef idx="0">
              <a:schemeClr val="dk1"/>
            </a:effectRef>
            <a:fontRef idx="minor">
              <a:schemeClr val="tx1"/>
            </a:fontRef>
          </p:style>
        </p:cxnSp>
        <p:grpSp>
          <p:nvGrpSpPr>
            <p:cNvPr id="195" name="Group 194">
              <a:extLst>
                <a:ext uri="{FF2B5EF4-FFF2-40B4-BE49-F238E27FC236}">
                  <a16:creationId xmlns:a16="http://schemas.microsoft.com/office/drawing/2014/main" id="{2C01E116-2CA9-9212-E049-DFB9591596B2}"/>
                </a:ext>
              </a:extLst>
            </p:cNvPr>
            <p:cNvGrpSpPr/>
            <p:nvPr/>
          </p:nvGrpSpPr>
          <p:grpSpPr>
            <a:xfrm>
              <a:off x="6623495" y="5005753"/>
              <a:ext cx="1608083" cy="738664"/>
              <a:chOff x="1345323" y="1944414"/>
              <a:chExt cx="1608083" cy="738664"/>
            </a:xfrm>
          </p:grpSpPr>
          <p:sp>
            <p:nvSpPr>
              <p:cNvPr id="196" name="TextBox 195">
                <a:extLst>
                  <a:ext uri="{FF2B5EF4-FFF2-40B4-BE49-F238E27FC236}">
                    <a16:creationId xmlns:a16="http://schemas.microsoft.com/office/drawing/2014/main" id="{AF60E1A8-9861-F241-DD33-E80359514094}"/>
                  </a:ext>
                </a:extLst>
              </p:cNvPr>
              <p:cNvSpPr txBox="1"/>
              <p:nvPr/>
            </p:nvSpPr>
            <p:spPr>
              <a:xfrm>
                <a:off x="1345323" y="1944414"/>
                <a:ext cx="1608083" cy="369332"/>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pPr algn="ctr"/>
                <a:r>
                  <a:rPr lang="en-US" dirty="0" err="1"/>
                  <a:t>Shahzaman</a:t>
                </a:r>
                <a:endParaRPr lang="en-US" dirty="0"/>
              </a:p>
            </p:txBody>
          </p:sp>
          <p:sp>
            <p:nvSpPr>
              <p:cNvPr id="197" name="TextBox 196">
                <a:extLst>
                  <a:ext uri="{FF2B5EF4-FFF2-40B4-BE49-F238E27FC236}">
                    <a16:creationId xmlns:a16="http://schemas.microsoft.com/office/drawing/2014/main" id="{38D6FA78-C31E-04D1-E415-253226F9AD85}"/>
                  </a:ext>
                </a:extLst>
              </p:cNvPr>
              <p:cNvSpPr txBox="1"/>
              <p:nvPr/>
            </p:nvSpPr>
            <p:spPr>
              <a:xfrm>
                <a:off x="1345324" y="2313746"/>
                <a:ext cx="1608082" cy="369332"/>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dirty="0"/>
                  <a:t>Next: 1320</a:t>
                </a:r>
              </a:p>
            </p:txBody>
          </p:sp>
        </p:grpSp>
        <p:cxnSp>
          <p:nvCxnSpPr>
            <p:cNvPr id="198" name="Connector: Elbow 197">
              <a:extLst>
                <a:ext uri="{FF2B5EF4-FFF2-40B4-BE49-F238E27FC236}">
                  <a16:creationId xmlns:a16="http://schemas.microsoft.com/office/drawing/2014/main" id="{EBC57CB1-0D3D-15A9-D4E6-4A402EA28EA9}"/>
                </a:ext>
              </a:extLst>
            </p:cNvPr>
            <p:cNvCxnSpPr>
              <a:cxnSpLocks/>
              <a:stCxn id="193" idx="3"/>
              <a:endCxn id="196" idx="1"/>
            </p:cNvCxnSpPr>
            <p:nvPr/>
          </p:nvCxnSpPr>
          <p:spPr>
            <a:xfrm flipV="1">
              <a:off x="6365667" y="5190419"/>
              <a:ext cx="257828" cy="369332"/>
            </a:xfrm>
            <a:prstGeom prst="bentConnector3">
              <a:avLst/>
            </a:prstGeom>
            <a:ln>
              <a:tailEnd type="triangle"/>
            </a:ln>
          </p:spPr>
          <p:style>
            <a:lnRef idx="1">
              <a:schemeClr val="dk1"/>
            </a:lnRef>
            <a:fillRef idx="0">
              <a:schemeClr val="dk1"/>
            </a:fillRef>
            <a:effectRef idx="0">
              <a:schemeClr val="dk1"/>
            </a:effectRef>
            <a:fontRef idx="minor">
              <a:schemeClr val="tx1"/>
            </a:fontRef>
          </p:style>
        </p:cxnSp>
        <p:grpSp>
          <p:nvGrpSpPr>
            <p:cNvPr id="199" name="Group 198">
              <a:extLst>
                <a:ext uri="{FF2B5EF4-FFF2-40B4-BE49-F238E27FC236}">
                  <a16:creationId xmlns:a16="http://schemas.microsoft.com/office/drawing/2014/main" id="{044A57F6-0714-D68B-2B4D-5BEF4C7DD0E8}"/>
                </a:ext>
              </a:extLst>
            </p:cNvPr>
            <p:cNvGrpSpPr/>
            <p:nvPr/>
          </p:nvGrpSpPr>
          <p:grpSpPr>
            <a:xfrm>
              <a:off x="8489406" y="5005753"/>
              <a:ext cx="1608083" cy="738664"/>
              <a:chOff x="1345323" y="1944414"/>
              <a:chExt cx="1608083" cy="738664"/>
            </a:xfrm>
          </p:grpSpPr>
          <p:sp>
            <p:nvSpPr>
              <p:cNvPr id="200" name="TextBox 199">
                <a:extLst>
                  <a:ext uri="{FF2B5EF4-FFF2-40B4-BE49-F238E27FC236}">
                    <a16:creationId xmlns:a16="http://schemas.microsoft.com/office/drawing/2014/main" id="{905B0EE1-E7CC-26B7-8F89-01018C5BA354}"/>
                  </a:ext>
                </a:extLst>
              </p:cNvPr>
              <p:cNvSpPr txBox="1"/>
              <p:nvPr/>
            </p:nvSpPr>
            <p:spPr>
              <a:xfrm>
                <a:off x="1345323" y="1944414"/>
                <a:ext cx="1608083" cy="369332"/>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pPr algn="ctr"/>
                <a:r>
                  <a:rPr lang="en-US" dirty="0"/>
                  <a:t>Omar Baig</a:t>
                </a:r>
              </a:p>
            </p:txBody>
          </p:sp>
          <p:sp>
            <p:nvSpPr>
              <p:cNvPr id="201" name="TextBox 200">
                <a:extLst>
                  <a:ext uri="{FF2B5EF4-FFF2-40B4-BE49-F238E27FC236}">
                    <a16:creationId xmlns:a16="http://schemas.microsoft.com/office/drawing/2014/main" id="{4532F1E9-3A26-B863-9EF3-3D9910A65026}"/>
                  </a:ext>
                </a:extLst>
              </p:cNvPr>
              <p:cNvSpPr txBox="1"/>
              <p:nvPr/>
            </p:nvSpPr>
            <p:spPr>
              <a:xfrm>
                <a:off x="1345324" y="2313746"/>
                <a:ext cx="1608082" cy="369332"/>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dirty="0"/>
                  <a:t>Next: 1400</a:t>
                </a:r>
              </a:p>
            </p:txBody>
          </p:sp>
        </p:grpSp>
        <p:cxnSp>
          <p:nvCxnSpPr>
            <p:cNvPr id="202" name="Connector: Elbow 201">
              <a:extLst>
                <a:ext uri="{FF2B5EF4-FFF2-40B4-BE49-F238E27FC236}">
                  <a16:creationId xmlns:a16="http://schemas.microsoft.com/office/drawing/2014/main" id="{E4E793DD-6901-4201-E86C-C2A78EDC351A}"/>
                </a:ext>
              </a:extLst>
            </p:cNvPr>
            <p:cNvCxnSpPr>
              <a:cxnSpLocks/>
              <a:stCxn id="197" idx="3"/>
              <a:endCxn id="200" idx="1"/>
            </p:cNvCxnSpPr>
            <p:nvPr/>
          </p:nvCxnSpPr>
          <p:spPr>
            <a:xfrm flipV="1">
              <a:off x="8231578" y="5190419"/>
              <a:ext cx="257828" cy="369332"/>
            </a:xfrm>
            <a:prstGeom prst="bentConnector3">
              <a:avLst/>
            </a:prstGeom>
            <a:ln>
              <a:tailEnd type="triangle"/>
            </a:ln>
          </p:spPr>
          <p:style>
            <a:lnRef idx="1">
              <a:schemeClr val="dk1"/>
            </a:lnRef>
            <a:fillRef idx="0">
              <a:schemeClr val="dk1"/>
            </a:fillRef>
            <a:effectRef idx="0">
              <a:schemeClr val="dk1"/>
            </a:effectRef>
            <a:fontRef idx="minor">
              <a:schemeClr val="tx1"/>
            </a:fontRef>
          </p:style>
        </p:cxnSp>
        <p:grpSp>
          <p:nvGrpSpPr>
            <p:cNvPr id="203" name="Group 202">
              <a:extLst>
                <a:ext uri="{FF2B5EF4-FFF2-40B4-BE49-F238E27FC236}">
                  <a16:creationId xmlns:a16="http://schemas.microsoft.com/office/drawing/2014/main" id="{871E07DA-A38A-B711-5E07-01A026FE5DD7}"/>
                </a:ext>
              </a:extLst>
            </p:cNvPr>
            <p:cNvGrpSpPr/>
            <p:nvPr/>
          </p:nvGrpSpPr>
          <p:grpSpPr>
            <a:xfrm>
              <a:off x="10355317" y="5005753"/>
              <a:ext cx="1608083" cy="738664"/>
              <a:chOff x="1345323" y="1944414"/>
              <a:chExt cx="1608083" cy="738664"/>
            </a:xfrm>
          </p:grpSpPr>
          <p:sp>
            <p:nvSpPr>
              <p:cNvPr id="204" name="TextBox 203">
                <a:extLst>
                  <a:ext uri="{FF2B5EF4-FFF2-40B4-BE49-F238E27FC236}">
                    <a16:creationId xmlns:a16="http://schemas.microsoft.com/office/drawing/2014/main" id="{43DDB550-AF72-8FC0-5F5B-FEBC29E4031F}"/>
                  </a:ext>
                </a:extLst>
              </p:cNvPr>
              <p:cNvSpPr txBox="1"/>
              <p:nvPr/>
            </p:nvSpPr>
            <p:spPr>
              <a:xfrm>
                <a:off x="1345323" y="1944414"/>
                <a:ext cx="1608083" cy="369332"/>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pPr algn="ctr"/>
                <a:endParaRPr lang="en-US" dirty="0"/>
              </a:p>
            </p:txBody>
          </p:sp>
          <p:sp>
            <p:nvSpPr>
              <p:cNvPr id="205" name="TextBox 204">
                <a:extLst>
                  <a:ext uri="{FF2B5EF4-FFF2-40B4-BE49-F238E27FC236}">
                    <a16:creationId xmlns:a16="http://schemas.microsoft.com/office/drawing/2014/main" id="{FD77A83D-6D47-F57E-C018-C4A08E4FF8D4}"/>
                  </a:ext>
                </a:extLst>
              </p:cNvPr>
              <p:cNvSpPr txBox="1"/>
              <p:nvPr/>
            </p:nvSpPr>
            <p:spPr>
              <a:xfrm>
                <a:off x="1345324" y="2313746"/>
                <a:ext cx="1608082" cy="369332"/>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pPr algn="ctr"/>
                <a:endParaRPr lang="en-US" dirty="0"/>
              </a:p>
            </p:txBody>
          </p:sp>
        </p:grpSp>
        <p:cxnSp>
          <p:nvCxnSpPr>
            <p:cNvPr id="206" name="Connector: Elbow 205">
              <a:extLst>
                <a:ext uri="{FF2B5EF4-FFF2-40B4-BE49-F238E27FC236}">
                  <a16:creationId xmlns:a16="http://schemas.microsoft.com/office/drawing/2014/main" id="{C61FFFF6-BAE6-0AF4-C92E-151294DC60F4}"/>
                </a:ext>
              </a:extLst>
            </p:cNvPr>
            <p:cNvCxnSpPr>
              <a:cxnSpLocks/>
              <a:stCxn id="201" idx="3"/>
              <a:endCxn id="204" idx="1"/>
            </p:cNvCxnSpPr>
            <p:nvPr/>
          </p:nvCxnSpPr>
          <p:spPr>
            <a:xfrm flipV="1">
              <a:off x="10097489" y="5190419"/>
              <a:ext cx="257828" cy="369332"/>
            </a:xfrm>
            <a:prstGeom prst="bentConnector3">
              <a:avLst/>
            </a:prstGeom>
            <a:ln>
              <a:tailEnd type="triangle"/>
            </a:ln>
          </p:spPr>
          <p:style>
            <a:lnRef idx="1">
              <a:schemeClr val="dk1"/>
            </a:lnRef>
            <a:fillRef idx="0">
              <a:schemeClr val="dk1"/>
            </a:fillRef>
            <a:effectRef idx="0">
              <a:schemeClr val="dk1"/>
            </a:effectRef>
            <a:fontRef idx="minor">
              <a:schemeClr val="tx1"/>
            </a:fontRef>
          </p:style>
        </p:cxnSp>
      </p:grpSp>
      <p:grpSp>
        <p:nvGrpSpPr>
          <p:cNvPr id="54" name="Group 53">
            <a:extLst>
              <a:ext uri="{FF2B5EF4-FFF2-40B4-BE49-F238E27FC236}">
                <a16:creationId xmlns:a16="http://schemas.microsoft.com/office/drawing/2014/main" id="{F2338D14-822B-0D1C-E20B-3808807F5171}"/>
              </a:ext>
            </a:extLst>
          </p:cNvPr>
          <p:cNvGrpSpPr/>
          <p:nvPr/>
        </p:nvGrpSpPr>
        <p:grpSpPr>
          <a:xfrm>
            <a:off x="973858" y="5891228"/>
            <a:ext cx="10989542" cy="738664"/>
            <a:chOff x="973858" y="5891228"/>
            <a:chExt cx="10989542" cy="738664"/>
          </a:xfrm>
        </p:grpSpPr>
        <p:grpSp>
          <p:nvGrpSpPr>
            <p:cNvPr id="207" name="Group 206">
              <a:extLst>
                <a:ext uri="{FF2B5EF4-FFF2-40B4-BE49-F238E27FC236}">
                  <a16:creationId xmlns:a16="http://schemas.microsoft.com/office/drawing/2014/main" id="{C0B042EC-7478-2A14-BCB2-0494F9D92BB2}"/>
                </a:ext>
              </a:extLst>
            </p:cNvPr>
            <p:cNvGrpSpPr/>
            <p:nvPr/>
          </p:nvGrpSpPr>
          <p:grpSpPr>
            <a:xfrm>
              <a:off x="973858" y="5891228"/>
              <a:ext cx="1608083" cy="738664"/>
              <a:chOff x="1345323" y="1944414"/>
              <a:chExt cx="1608083" cy="738664"/>
            </a:xfrm>
          </p:grpSpPr>
          <p:sp>
            <p:nvSpPr>
              <p:cNvPr id="208" name="TextBox 207">
                <a:extLst>
                  <a:ext uri="{FF2B5EF4-FFF2-40B4-BE49-F238E27FC236}">
                    <a16:creationId xmlns:a16="http://schemas.microsoft.com/office/drawing/2014/main" id="{A8900986-A791-5508-527D-C578EE5A78C8}"/>
                  </a:ext>
                </a:extLst>
              </p:cNvPr>
              <p:cNvSpPr txBox="1"/>
              <p:nvPr/>
            </p:nvSpPr>
            <p:spPr>
              <a:xfrm>
                <a:off x="1345323" y="1944414"/>
                <a:ext cx="1608083" cy="369332"/>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pPr algn="ctr"/>
                <a:r>
                  <a:rPr lang="en-US" dirty="0" err="1"/>
                  <a:t>Hafs</a:t>
                </a:r>
                <a:endParaRPr lang="en-US" dirty="0"/>
              </a:p>
            </p:txBody>
          </p:sp>
          <p:sp>
            <p:nvSpPr>
              <p:cNvPr id="209" name="TextBox 208">
                <a:extLst>
                  <a:ext uri="{FF2B5EF4-FFF2-40B4-BE49-F238E27FC236}">
                    <a16:creationId xmlns:a16="http://schemas.microsoft.com/office/drawing/2014/main" id="{AAA43F44-647B-CB8D-BCAC-E299685A40F4}"/>
                  </a:ext>
                </a:extLst>
              </p:cNvPr>
              <p:cNvSpPr txBox="1"/>
              <p:nvPr/>
            </p:nvSpPr>
            <p:spPr>
              <a:xfrm>
                <a:off x="1345324" y="2313746"/>
                <a:ext cx="1608082" cy="369332"/>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dirty="0"/>
                  <a:t>Next: 1080</a:t>
                </a:r>
              </a:p>
            </p:txBody>
          </p:sp>
        </p:grpSp>
        <p:grpSp>
          <p:nvGrpSpPr>
            <p:cNvPr id="210" name="Group 209">
              <a:extLst>
                <a:ext uri="{FF2B5EF4-FFF2-40B4-BE49-F238E27FC236}">
                  <a16:creationId xmlns:a16="http://schemas.microsoft.com/office/drawing/2014/main" id="{2AF9402C-3845-9A8A-08E4-70C036A829E9}"/>
                </a:ext>
              </a:extLst>
            </p:cNvPr>
            <p:cNvGrpSpPr/>
            <p:nvPr/>
          </p:nvGrpSpPr>
          <p:grpSpPr>
            <a:xfrm>
              <a:off x="2865721" y="5891228"/>
              <a:ext cx="1608083" cy="738664"/>
              <a:chOff x="1345323" y="1944414"/>
              <a:chExt cx="1608083" cy="738664"/>
            </a:xfrm>
          </p:grpSpPr>
          <p:sp>
            <p:nvSpPr>
              <p:cNvPr id="211" name="TextBox 210">
                <a:extLst>
                  <a:ext uri="{FF2B5EF4-FFF2-40B4-BE49-F238E27FC236}">
                    <a16:creationId xmlns:a16="http://schemas.microsoft.com/office/drawing/2014/main" id="{52539592-0EE2-2D23-2ABA-F7517973BB8B}"/>
                  </a:ext>
                </a:extLst>
              </p:cNvPr>
              <p:cNvSpPr txBox="1"/>
              <p:nvPr/>
            </p:nvSpPr>
            <p:spPr>
              <a:xfrm>
                <a:off x="1345323" y="1944414"/>
                <a:ext cx="1608083" cy="369332"/>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pPr algn="ctr"/>
                <a:r>
                  <a:rPr lang="en-US" dirty="0"/>
                  <a:t>Asra</a:t>
                </a:r>
              </a:p>
            </p:txBody>
          </p:sp>
          <p:sp>
            <p:nvSpPr>
              <p:cNvPr id="212" name="TextBox 211">
                <a:extLst>
                  <a:ext uri="{FF2B5EF4-FFF2-40B4-BE49-F238E27FC236}">
                    <a16:creationId xmlns:a16="http://schemas.microsoft.com/office/drawing/2014/main" id="{DD1F2B0A-F119-5E75-2FFB-9356CD556EC2}"/>
                  </a:ext>
                </a:extLst>
              </p:cNvPr>
              <p:cNvSpPr txBox="1"/>
              <p:nvPr/>
            </p:nvSpPr>
            <p:spPr>
              <a:xfrm>
                <a:off x="1345324" y="2313746"/>
                <a:ext cx="1608082" cy="369332"/>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dirty="0"/>
                  <a:t>Next: 1160</a:t>
                </a:r>
              </a:p>
            </p:txBody>
          </p:sp>
        </p:grpSp>
        <p:cxnSp>
          <p:nvCxnSpPr>
            <p:cNvPr id="213" name="Connector: Elbow 212">
              <a:extLst>
                <a:ext uri="{FF2B5EF4-FFF2-40B4-BE49-F238E27FC236}">
                  <a16:creationId xmlns:a16="http://schemas.microsoft.com/office/drawing/2014/main" id="{20DC458F-65D1-43A6-AD4D-D629C78B59E7}"/>
                </a:ext>
              </a:extLst>
            </p:cNvPr>
            <p:cNvCxnSpPr>
              <a:stCxn id="209" idx="3"/>
              <a:endCxn id="211" idx="1"/>
            </p:cNvCxnSpPr>
            <p:nvPr/>
          </p:nvCxnSpPr>
          <p:spPr>
            <a:xfrm flipV="1">
              <a:off x="2581941" y="6075894"/>
              <a:ext cx="283780" cy="369332"/>
            </a:xfrm>
            <a:prstGeom prst="bentConnector3">
              <a:avLst/>
            </a:prstGeom>
            <a:ln>
              <a:tailEnd type="triangle"/>
            </a:ln>
          </p:spPr>
          <p:style>
            <a:lnRef idx="1">
              <a:schemeClr val="dk1"/>
            </a:lnRef>
            <a:fillRef idx="0">
              <a:schemeClr val="dk1"/>
            </a:fillRef>
            <a:effectRef idx="0">
              <a:schemeClr val="dk1"/>
            </a:effectRef>
            <a:fontRef idx="minor">
              <a:schemeClr val="tx1"/>
            </a:fontRef>
          </p:style>
        </p:cxnSp>
        <p:grpSp>
          <p:nvGrpSpPr>
            <p:cNvPr id="217" name="Group 216">
              <a:extLst>
                <a:ext uri="{FF2B5EF4-FFF2-40B4-BE49-F238E27FC236}">
                  <a16:creationId xmlns:a16="http://schemas.microsoft.com/office/drawing/2014/main" id="{A475E6F9-CC33-4780-D862-A00EC1943F55}"/>
                </a:ext>
              </a:extLst>
            </p:cNvPr>
            <p:cNvGrpSpPr/>
            <p:nvPr/>
          </p:nvGrpSpPr>
          <p:grpSpPr>
            <a:xfrm>
              <a:off x="4757584" y="5891228"/>
              <a:ext cx="1608083" cy="738664"/>
              <a:chOff x="1345323" y="1944414"/>
              <a:chExt cx="1608083" cy="738664"/>
            </a:xfrm>
          </p:grpSpPr>
          <p:sp>
            <p:nvSpPr>
              <p:cNvPr id="218" name="TextBox 217">
                <a:extLst>
                  <a:ext uri="{FF2B5EF4-FFF2-40B4-BE49-F238E27FC236}">
                    <a16:creationId xmlns:a16="http://schemas.microsoft.com/office/drawing/2014/main" id="{BBD9C430-4629-F148-2C37-17C2EDE09C33}"/>
                  </a:ext>
                </a:extLst>
              </p:cNvPr>
              <p:cNvSpPr txBox="1"/>
              <p:nvPr/>
            </p:nvSpPr>
            <p:spPr>
              <a:xfrm>
                <a:off x="1345323" y="1944414"/>
                <a:ext cx="1608083" cy="369332"/>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pPr algn="ctr"/>
                <a:r>
                  <a:rPr lang="en-US" dirty="0" err="1"/>
                  <a:t>Mohimin</a:t>
                </a:r>
                <a:endParaRPr lang="en-US" dirty="0"/>
              </a:p>
            </p:txBody>
          </p:sp>
          <p:sp>
            <p:nvSpPr>
              <p:cNvPr id="219" name="TextBox 218">
                <a:extLst>
                  <a:ext uri="{FF2B5EF4-FFF2-40B4-BE49-F238E27FC236}">
                    <a16:creationId xmlns:a16="http://schemas.microsoft.com/office/drawing/2014/main" id="{53460AF4-0032-6555-57DC-BA2EEEAA131D}"/>
                  </a:ext>
                </a:extLst>
              </p:cNvPr>
              <p:cNvSpPr txBox="1"/>
              <p:nvPr/>
            </p:nvSpPr>
            <p:spPr>
              <a:xfrm>
                <a:off x="1345324" y="2313746"/>
                <a:ext cx="1608082" cy="369332"/>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dirty="0"/>
                  <a:t>Next: 1240</a:t>
                </a:r>
              </a:p>
            </p:txBody>
          </p:sp>
        </p:grpSp>
        <p:cxnSp>
          <p:nvCxnSpPr>
            <p:cNvPr id="220" name="Connector: Elbow 219">
              <a:extLst>
                <a:ext uri="{FF2B5EF4-FFF2-40B4-BE49-F238E27FC236}">
                  <a16:creationId xmlns:a16="http://schemas.microsoft.com/office/drawing/2014/main" id="{28F6F686-00F5-6015-997C-1C4CF1E4068B}"/>
                </a:ext>
              </a:extLst>
            </p:cNvPr>
            <p:cNvCxnSpPr>
              <a:stCxn id="212" idx="3"/>
              <a:endCxn id="218" idx="1"/>
            </p:cNvCxnSpPr>
            <p:nvPr/>
          </p:nvCxnSpPr>
          <p:spPr>
            <a:xfrm flipV="1">
              <a:off x="4473804" y="6075894"/>
              <a:ext cx="283780" cy="369332"/>
            </a:xfrm>
            <a:prstGeom prst="bentConnector3">
              <a:avLst/>
            </a:prstGeom>
            <a:ln>
              <a:tailEnd type="triangle"/>
            </a:ln>
          </p:spPr>
          <p:style>
            <a:lnRef idx="1">
              <a:schemeClr val="dk1"/>
            </a:lnRef>
            <a:fillRef idx="0">
              <a:schemeClr val="dk1"/>
            </a:fillRef>
            <a:effectRef idx="0">
              <a:schemeClr val="dk1"/>
            </a:effectRef>
            <a:fontRef idx="minor">
              <a:schemeClr val="tx1"/>
            </a:fontRef>
          </p:style>
        </p:cxnSp>
        <p:grpSp>
          <p:nvGrpSpPr>
            <p:cNvPr id="221" name="Group 220">
              <a:extLst>
                <a:ext uri="{FF2B5EF4-FFF2-40B4-BE49-F238E27FC236}">
                  <a16:creationId xmlns:a16="http://schemas.microsoft.com/office/drawing/2014/main" id="{4AFD0DB0-9313-65B2-322F-8AE0874C9735}"/>
                </a:ext>
              </a:extLst>
            </p:cNvPr>
            <p:cNvGrpSpPr/>
            <p:nvPr/>
          </p:nvGrpSpPr>
          <p:grpSpPr>
            <a:xfrm>
              <a:off x="6623495" y="5891228"/>
              <a:ext cx="1608083" cy="738664"/>
              <a:chOff x="1345323" y="1944414"/>
              <a:chExt cx="1608083" cy="738664"/>
            </a:xfrm>
          </p:grpSpPr>
          <p:sp>
            <p:nvSpPr>
              <p:cNvPr id="222" name="TextBox 221">
                <a:extLst>
                  <a:ext uri="{FF2B5EF4-FFF2-40B4-BE49-F238E27FC236}">
                    <a16:creationId xmlns:a16="http://schemas.microsoft.com/office/drawing/2014/main" id="{48C0295F-C14C-A447-3B45-BF5524FF2B06}"/>
                  </a:ext>
                </a:extLst>
              </p:cNvPr>
              <p:cNvSpPr txBox="1"/>
              <p:nvPr/>
            </p:nvSpPr>
            <p:spPr>
              <a:xfrm>
                <a:off x="1345323" y="1944414"/>
                <a:ext cx="1608083" cy="369332"/>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pPr algn="ctr"/>
                <a:r>
                  <a:rPr lang="en-US" dirty="0" err="1"/>
                  <a:t>Shahzaman</a:t>
                </a:r>
                <a:endParaRPr lang="en-US" dirty="0"/>
              </a:p>
            </p:txBody>
          </p:sp>
          <p:sp>
            <p:nvSpPr>
              <p:cNvPr id="223" name="TextBox 222">
                <a:extLst>
                  <a:ext uri="{FF2B5EF4-FFF2-40B4-BE49-F238E27FC236}">
                    <a16:creationId xmlns:a16="http://schemas.microsoft.com/office/drawing/2014/main" id="{22BB3F06-A225-A578-EDD8-E0F56E540DC4}"/>
                  </a:ext>
                </a:extLst>
              </p:cNvPr>
              <p:cNvSpPr txBox="1"/>
              <p:nvPr/>
            </p:nvSpPr>
            <p:spPr>
              <a:xfrm>
                <a:off x="1345324" y="2313746"/>
                <a:ext cx="1608082" cy="369332"/>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dirty="0"/>
                  <a:t>Next: 1320</a:t>
                </a:r>
              </a:p>
            </p:txBody>
          </p:sp>
        </p:grpSp>
        <p:cxnSp>
          <p:nvCxnSpPr>
            <p:cNvPr id="224" name="Connector: Elbow 223">
              <a:extLst>
                <a:ext uri="{FF2B5EF4-FFF2-40B4-BE49-F238E27FC236}">
                  <a16:creationId xmlns:a16="http://schemas.microsoft.com/office/drawing/2014/main" id="{4012E97B-BC47-B062-6D50-EAE8D79C698D}"/>
                </a:ext>
              </a:extLst>
            </p:cNvPr>
            <p:cNvCxnSpPr>
              <a:stCxn id="219" idx="3"/>
              <a:endCxn id="222" idx="1"/>
            </p:cNvCxnSpPr>
            <p:nvPr/>
          </p:nvCxnSpPr>
          <p:spPr>
            <a:xfrm flipV="1">
              <a:off x="6365667" y="6075894"/>
              <a:ext cx="257828" cy="369332"/>
            </a:xfrm>
            <a:prstGeom prst="bentConnector3">
              <a:avLst/>
            </a:prstGeom>
            <a:ln>
              <a:tailEnd type="triangle"/>
            </a:ln>
          </p:spPr>
          <p:style>
            <a:lnRef idx="1">
              <a:schemeClr val="dk1"/>
            </a:lnRef>
            <a:fillRef idx="0">
              <a:schemeClr val="dk1"/>
            </a:fillRef>
            <a:effectRef idx="0">
              <a:schemeClr val="dk1"/>
            </a:effectRef>
            <a:fontRef idx="minor">
              <a:schemeClr val="tx1"/>
            </a:fontRef>
          </p:style>
        </p:cxnSp>
        <p:grpSp>
          <p:nvGrpSpPr>
            <p:cNvPr id="225" name="Group 224">
              <a:extLst>
                <a:ext uri="{FF2B5EF4-FFF2-40B4-BE49-F238E27FC236}">
                  <a16:creationId xmlns:a16="http://schemas.microsoft.com/office/drawing/2014/main" id="{5048507D-83AB-39B2-C47B-7E684012F553}"/>
                </a:ext>
              </a:extLst>
            </p:cNvPr>
            <p:cNvGrpSpPr/>
            <p:nvPr/>
          </p:nvGrpSpPr>
          <p:grpSpPr>
            <a:xfrm>
              <a:off x="8489406" y="5891228"/>
              <a:ext cx="1608083" cy="738664"/>
              <a:chOff x="1345323" y="1944414"/>
              <a:chExt cx="1608083" cy="738664"/>
            </a:xfrm>
          </p:grpSpPr>
          <p:sp>
            <p:nvSpPr>
              <p:cNvPr id="226" name="TextBox 225">
                <a:extLst>
                  <a:ext uri="{FF2B5EF4-FFF2-40B4-BE49-F238E27FC236}">
                    <a16:creationId xmlns:a16="http://schemas.microsoft.com/office/drawing/2014/main" id="{B8468FD2-3C33-1896-5CFD-8300B56B7B2C}"/>
                  </a:ext>
                </a:extLst>
              </p:cNvPr>
              <p:cNvSpPr txBox="1"/>
              <p:nvPr/>
            </p:nvSpPr>
            <p:spPr>
              <a:xfrm>
                <a:off x="1345323" y="1944414"/>
                <a:ext cx="1608083" cy="369332"/>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pPr algn="ctr"/>
                <a:r>
                  <a:rPr lang="en-US" dirty="0"/>
                  <a:t>Omar Baig</a:t>
                </a:r>
              </a:p>
            </p:txBody>
          </p:sp>
          <p:sp>
            <p:nvSpPr>
              <p:cNvPr id="227" name="TextBox 226">
                <a:extLst>
                  <a:ext uri="{FF2B5EF4-FFF2-40B4-BE49-F238E27FC236}">
                    <a16:creationId xmlns:a16="http://schemas.microsoft.com/office/drawing/2014/main" id="{46DB5FFD-5E7C-35A5-6E4A-0E828F199716}"/>
                  </a:ext>
                </a:extLst>
              </p:cNvPr>
              <p:cNvSpPr txBox="1"/>
              <p:nvPr/>
            </p:nvSpPr>
            <p:spPr>
              <a:xfrm>
                <a:off x="1345324" y="2313746"/>
                <a:ext cx="1608082" cy="369332"/>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dirty="0"/>
                  <a:t>Next: 1400</a:t>
                </a:r>
              </a:p>
            </p:txBody>
          </p:sp>
        </p:grpSp>
        <p:cxnSp>
          <p:nvCxnSpPr>
            <p:cNvPr id="228" name="Connector: Elbow 227">
              <a:extLst>
                <a:ext uri="{FF2B5EF4-FFF2-40B4-BE49-F238E27FC236}">
                  <a16:creationId xmlns:a16="http://schemas.microsoft.com/office/drawing/2014/main" id="{69E4D838-7DB3-6200-DAB9-4580B505DEEA}"/>
                </a:ext>
              </a:extLst>
            </p:cNvPr>
            <p:cNvCxnSpPr>
              <a:stCxn id="223" idx="3"/>
              <a:endCxn id="226" idx="1"/>
            </p:cNvCxnSpPr>
            <p:nvPr/>
          </p:nvCxnSpPr>
          <p:spPr>
            <a:xfrm flipV="1">
              <a:off x="8231578" y="6075894"/>
              <a:ext cx="257828" cy="369332"/>
            </a:xfrm>
            <a:prstGeom prst="bentConnector3">
              <a:avLst/>
            </a:prstGeom>
            <a:ln>
              <a:tailEnd type="triangle"/>
            </a:ln>
          </p:spPr>
          <p:style>
            <a:lnRef idx="1">
              <a:schemeClr val="dk1"/>
            </a:lnRef>
            <a:fillRef idx="0">
              <a:schemeClr val="dk1"/>
            </a:fillRef>
            <a:effectRef idx="0">
              <a:schemeClr val="dk1"/>
            </a:effectRef>
            <a:fontRef idx="minor">
              <a:schemeClr val="tx1"/>
            </a:fontRef>
          </p:style>
        </p:cxnSp>
        <p:grpSp>
          <p:nvGrpSpPr>
            <p:cNvPr id="229" name="Group 228">
              <a:extLst>
                <a:ext uri="{FF2B5EF4-FFF2-40B4-BE49-F238E27FC236}">
                  <a16:creationId xmlns:a16="http://schemas.microsoft.com/office/drawing/2014/main" id="{C8C75C70-766E-FBB9-4F22-B03E115A61EB}"/>
                </a:ext>
              </a:extLst>
            </p:cNvPr>
            <p:cNvGrpSpPr/>
            <p:nvPr/>
          </p:nvGrpSpPr>
          <p:grpSpPr>
            <a:xfrm>
              <a:off x="10355317" y="5891228"/>
              <a:ext cx="1608083" cy="738664"/>
              <a:chOff x="1345323" y="1944414"/>
              <a:chExt cx="1608083" cy="738664"/>
            </a:xfrm>
          </p:grpSpPr>
          <p:sp>
            <p:nvSpPr>
              <p:cNvPr id="230" name="TextBox 229">
                <a:extLst>
                  <a:ext uri="{FF2B5EF4-FFF2-40B4-BE49-F238E27FC236}">
                    <a16:creationId xmlns:a16="http://schemas.microsoft.com/office/drawing/2014/main" id="{C8C215B8-9C7C-9FC3-9055-9E8E1FA346BD}"/>
                  </a:ext>
                </a:extLst>
              </p:cNvPr>
              <p:cNvSpPr txBox="1"/>
              <p:nvPr/>
            </p:nvSpPr>
            <p:spPr>
              <a:xfrm>
                <a:off x="1345323" y="1944414"/>
                <a:ext cx="1608083" cy="369332"/>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pPr algn="ctr"/>
                <a:r>
                  <a:rPr lang="en-US" dirty="0"/>
                  <a:t>Omar Khan</a:t>
                </a:r>
              </a:p>
            </p:txBody>
          </p:sp>
          <p:sp>
            <p:nvSpPr>
              <p:cNvPr id="231" name="TextBox 230">
                <a:extLst>
                  <a:ext uri="{FF2B5EF4-FFF2-40B4-BE49-F238E27FC236}">
                    <a16:creationId xmlns:a16="http://schemas.microsoft.com/office/drawing/2014/main" id="{8F173504-B851-0ABC-91A8-3CE2CF41B0FB}"/>
                  </a:ext>
                </a:extLst>
              </p:cNvPr>
              <p:cNvSpPr txBox="1"/>
              <p:nvPr/>
            </p:nvSpPr>
            <p:spPr>
              <a:xfrm>
                <a:off x="1345324" y="2313746"/>
                <a:ext cx="1608082" cy="369332"/>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dirty="0"/>
                  <a:t>Next: Null</a:t>
                </a:r>
              </a:p>
            </p:txBody>
          </p:sp>
        </p:grpSp>
        <p:cxnSp>
          <p:nvCxnSpPr>
            <p:cNvPr id="232" name="Connector: Elbow 231">
              <a:extLst>
                <a:ext uri="{FF2B5EF4-FFF2-40B4-BE49-F238E27FC236}">
                  <a16:creationId xmlns:a16="http://schemas.microsoft.com/office/drawing/2014/main" id="{F3EE973A-C53F-79CD-35AE-8E27B1A37F1D}"/>
                </a:ext>
              </a:extLst>
            </p:cNvPr>
            <p:cNvCxnSpPr>
              <a:stCxn id="227" idx="3"/>
              <a:endCxn id="230" idx="1"/>
            </p:cNvCxnSpPr>
            <p:nvPr/>
          </p:nvCxnSpPr>
          <p:spPr>
            <a:xfrm flipV="1">
              <a:off x="10097489" y="6075894"/>
              <a:ext cx="257828" cy="369332"/>
            </a:xfrm>
            <a:prstGeom prst="bentConnector3">
              <a:avLst/>
            </a:prstGeom>
            <a:ln>
              <a:tailEnd type="triangle"/>
            </a:ln>
          </p:spPr>
          <p:style>
            <a:lnRef idx="1">
              <a:schemeClr val="dk1"/>
            </a:lnRef>
            <a:fillRef idx="0">
              <a:schemeClr val="dk1"/>
            </a:fillRef>
            <a:effectRef idx="0">
              <a:schemeClr val="dk1"/>
            </a:effectRef>
            <a:fontRef idx="minor">
              <a:schemeClr val="tx1"/>
            </a:fontRef>
          </p:style>
        </p:cxnSp>
      </p:grpSp>
      <p:sp>
        <p:nvSpPr>
          <p:cNvPr id="233" name="TextBox 232">
            <a:extLst>
              <a:ext uri="{FF2B5EF4-FFF2-40B4-BE49-F238E27FC236}">
                <a16:creationId xmlns:a16="http://schemas.microsoft.com/office/drawing/2014/main" id="{238000E0-F9ED-18FE-FC50-1877EC95625B}"/>
              </a:ext>
            </a:extLst>
          </p:cNvPr>
          <p:cNvSpPr txBox="1"/>
          <p:nvPr/>
        </p:nvSpPr>
        <p:spPr>
          <a:xfrm>
            <a:off x="80864" y="1441719"/>
            <a:ext cx="767967" cy="646331"/>
          </a:xfrm>
          <a:prstGeom prst="rect">
            <a:avLst/>
          </a:prstGeom>
          <a:noFill/>
        </p:spPr>
        <p:txBody>
          <a:bodyPr wrap="none" rtlCol="0">
            <a:spAutoFit/>
          </a:bodyPr>
          <a:lstStyle/>
          <a:p>
            <a:r>
              <a:rPr lang="en-US" b="1" dirty="0"/>
              <a:t>START</a:t>
            </a:r>
          </a:p>
          <a:p>
            <a:r>
              <a:rPr lang="en-US" b="1" dirty="0"/>
              <a:t>1000</a:t>
            </a:r>
          </a:p>
        </p:txBody>
      </p:sp>
    </p:spTree>
    <p:extLst>
      <p:ext uri="{BB962C8B-B14F-4D97-AF65-F5344CB8AC3E}">
        <p14:creationId xmlns:p14="http://schemas.microsoft.com/office/powerpoint/2010/main" val="1181511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Linked List Operations – TRAVERSE</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4887878"/>
              </a:xfrm>
              <a:prstGeom prst="rect">
                <a:avLst/>
              </a:prstGeom>
            </p:spPr>
            <p:txBody>
              <a:bodyPr>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2800" dirty="0">
                    <a:latin typeface="Cascadia Code" panose="020B0609020000020004" pitchFamily="49" charset="0"/>
                    <a:ea typeface="Cascadia Code" panose="020B0609020000020004" pitchFamily="49" charset="0"/>
                    <a:cs typeface="Cascadia Code" panose="020B0609020000020004" pitchFamily="49" charset="0"/>
                  </a:rPr>
                  <a:t>TRAVERSE</a:t>
                </a:r>
                <a:r>
                  <a:rPr lang="en-US" sz="2800" dirty="0">
                    <a:latin typeface="Cascadia Code" panose="020B0609020000020004" pitchFamily="49" charset="0"/>
                    <a:cs typeface="Cascadia Code" panose="020B0609020000020004" pitchFamily="49" charset="0"/>
                  </a:rPr>
                  <a:t>(</a:t>
                </a:r>
                <a:r>
                  <a:rPr lang="en-US" sz="2800" dirty="0">
                    <a:latin typeface="Cascadia Code" panose="020B0609020000020004" pitchFamily="49" charset="0"/>
                    <a:ea typeface="Cascadia Code" panose="020B0609020000020004" pitchFamily="49" charset="0"/>
                    <a:cs typeface="Cascadia Code" panose="020B0609020000020004" pitchFamily="49" charset="0"/>
                  </a:rPr>
                  <a:t>Start), where ‘Start’ is the address of the first node.</a:t>
                </a:r>
                <a:endParaRPr lang="en-US" sz="2800" i="1" dirty="0">
                  <a:latin typeface="Cascadia Code" panose="020B0609020000020004" pitchFamily="49" charset="0"/>
                  <a:ea typeface="Cascadia Code" panose="020B0609020000020004" pitchFamily="49" charset="0"/>
                  <a:cs typeface="Cascadia Code" panose="020B0609020000020004" pitchFamily="49" charset="0"/>
                </a:endParaRPr>
              </a:p>
              <a:p>
                <a:pPr marL="457200" indent="-457200">
                  <a:lnSpc>
                    <a:spcPct val="100000"/>
                  </a:lnSpc>
                  <a:buAutoNum type="arabicPeriod"/>
                </a:pPr>
                <a14:m>
                  <m:oMath xmlns:m="http://schemas.openxmlformats.org/officeDocument/2006/math">
                    <m:r>
                      <a:rPr lang="en-US" sz="2800" i="1" dirty="0">
                        <a:latin typeface="Cambria Math" panose="02040503050406030204" pitchFamily="18" charset="0"/>
                        <a:ea typeface="Cascadia Code" panose="020B0609020000020004" pitchFamily="49" charset="0"/>
                        <a:cs typeface="Cascadia Code" panose="020B0609020000020004" pitchFamily="49" charset="0"/>
                      </a:rPr>
                      <m:t>𝑆𝐸𝑇</m:t>
                    </m:r>
                    <m:r>
                      <a:rPr lang="en-US" sz="2800" i="1" dirty="0">
                        <a:latin typeface="Cambria Math" panose="02040503050406030204" pitchFamily="18" charset="0"/>
                        <a:ea typeface="Cascadia Code" panose="020B0609020000020004" pitchFamily="49" charset="0"/>
                        <a:cs typeface="Cascadia Code" panose="020B0609020000020004" pitchFamily="49" charset="0"/>
                      </a:rPr>
                      <m:t> </m:t>
                    </m:r>
                    <m:r>
                      <a:rPr lang="en-US" sz="2800" b="0" i="1" dirty="0" smtClean="0">
                        <a:latin typeface="Cambria Math" panose="02040503050406030204" pitchFamily="18" charset="0"/>
                        <a:ea typeface="Cascadia Code" panose="020B0609020000020004" pitchFamily="49" charset="0"/>
                        <a:cs typeface="Cascadia Code" panose="020B0609020000020004" pitchFamily="49" charset="0"/>
                      </a:rPr>
                      <m:t>𝑛𝑜𝑑𝑒</m:t>
                    </m:r>
                    <m:r>
                      <a:rPr lang="en-US" sz="2800" i="1" dirty="0">
                        <a:latin typeface="Cambria Math" panose="02040503050406030204" pitchFamily="18" charset="0"/>
                        <a:ea typeface="Cascadia Code" panose="020B0609020000020004" pitchFamily="49" charset="0"/>
                        <a:cs typeface="Cascadia Code" panose="020B0609020000020004" pitchFamily="49" charset="0"/>
                      </a:rPr>
                      <m:t>≔</m:t>
                    </m:r>
                    <m:r>
                      <a:rPr lang="en-US" sz="2800" i="1" dirty="0">
                        <a:latin typeface="Cambria Math" panose="02040503050406030204" pitchFamily="18" charset="0"/>
                        <a:ea typeface="Cascadia Code" panose="020B0609020000020004" pitchFamily="49" charset="0"/>
                        <a:cs typeface="Cascadia Code" panose="020B0609020000020004" pitchFamily="49" charset="0"/>
                      </a:rPr>
                      <m:t>𝑠𝑡𝑎𝑟𝑡</m:t>
                    </m:r>
                  </m:oMath>
                </a14:m>
                <a:endParaRPr lang="en-US" sz="2800" i="1" dirty="0">
                  <a:latin typeface="Cambria Math" panose="02040503050406030204" pitchFamily="18" charset="0"/>
                  <a:ea typeface="Cascadia Code" panose="020B0609020000020004" pitchFamily="49" charset="0"/>
                  <a:cs typeface="Cascadia Code" panose="020B0609020000020004" pitchFamily="49" charset="0"/>
                </a:endParaRPr>
              </a:p>
              <a:p>
                <a:pPr marL="457200" indent="-457200">
                  <a:lnSpc>
                    <a:spcPct val="100000"/>
                  </a:lnSpc>
                  <a:buAutoNum type="arabicPeriod"/>
                </a:pPr>
                <a14:m>
                  <m:oMath xmlns:m="http://schemas.openxmlformats.org/officeDocument/2006/math">
                    <m:r>
                      <a:rPr lang="en-US" sz="2800" i="1" dirty="0">
                        <a:latin typeface="Cambria Math" panose="02040503050406030204" pitchFamily="18" charset="0"/>
                        <a:ea typeface="Cascadia Code" panose="020B0609020000020004" pitchFamily="49" charset="0"/>
                        <a:cs typeface="Cascadia Code" panose="020B0609020000020004" pitchFamily="49" charset="0"/>
                      </a:rPr>
                      <m:t>𝑅𝐸𝑃𝐸𝐴𝑇</m:t>
                    </m:r>
                    <m:r>
                      <a:rPr lang="en-US" sz="2800" i="1" dirty="0">
                        <a:latin typeface="Cambria Math" panose="02040503050406030204" pitchFamily="18" charset="0"/>
                        <a:ea typeface="Cascadia Code" panose="020B0609020000020004" pitchFamily="49" charset="0"/>
                        <a:cs typeface="Cascadia Code" panose="020B0609020000020004" pitchFamily="49" charset="0"/>
                      </a:rPr>
                      <m:t> </m:t>
                    </m:r>
                    <m:r>
                      <a:rPr lang="en-US" sz="2800" i="1" dirty="0">
                        <a:latin typeface="Cambria Math" panose="02040503050406030204" pitchFamily="18" charset="0"/>
                        <a:ea typeface="Cascadia Code" panose="020B0609020000020004" pitchFamily="49" charset="0"/>
                        <a:cs typeface="Cascadia Code" panose="020B0609020000020004" pitchFamily="49" charset="0"/>
                      </a:rPr>
                      <m:t>𝑤h𝑖𝑙𝑒</m:t>
                    </m:r>
                    <m:r>
                      <a:rPr lang="en-US" sz="2800" i="1" dirty="0" smtClean="0">
                        <a:latin typeface="Cambria Math" panose="02040503050406030204" pitchFamily="18" charset="0"/>
                        <a:ea typeface="Cascadia Code" panose="020B0609020000020004" pitchFamily="49" charset="0"/>
                        <a:cs typeface="Cascadia Code" panose="020B0609020000020004" pitchFamily="49" charset="0"/>
                      </a:rPr>
                      <m:t> </m:t>
                    </m:r>
                    <m:r>
                      <a:rPr lang="en-US" sz="2800" i="1" dirty="0">
                        <a:latin typeface="Cambria Math" panose="02040503050406030204" pitchFamily="18" charset="0"/>
                        <a:ea typeface="Cascadia Code" panose="020B0609020000020004" pitchFamily="49" charset="0"/>
                        <a:cs typeface="Cascadia Code" panose="020B0609020000020004" pitchFamily="49" charset="0"/>
                      </a:rPr>
                      <m:t>𝑛𝑜𝑑𝑒</m:t>
                    </m:r>
                    <m:r>
                      <a:rPr lang="en-US" sz="2800" i="1" dirty="0">
                        <a:latin typeface="Cambria Math" panose="02040503050406030204" pitchFamily="18" charset="0"/>
                        <a:ea typeface="Cascadia Code" panose="020B0609020000020004" pitchFamily="49" charset="0"/>
                        <a:cs typeface="Cascadia Code" panose="020B0609020000020004" pitchFamily="49" charset="0"/>
                      </a:rPr>
                      <m:t>≠</m:t>
                    </m:r>
                    <m:r>
                      <a:rPr lang="en-US" sz="2800" i="1" dirty="0">
                        <a:latin typeface="Cambria Math" panose="02040503050406030204" pitchFamily="18" charset="0"/>
                        <a:ea typeface="Cascadia Code" panose="020B0609020000020004" pitchFamily="49" charset="0"/>
                        <a:cs typeface="Cascadia Code" panose="020B0609020000020004" pitchFamily="49" charset="0"/>
                      </a:rPr>
                      <m:t>𝜙</m:t>
                    </m:r>
                  </m:oMath>
                </a14:m>
                <a:r>
                  <a:rPr lang="en-US" sz="2800" dirty="0">
                    <a:latin typeface="Cascadia Code" panose="020B0609020000020004" pitchFamily="49" charset="0"/>
                    <a:ea typeface="Cascadia Code" panose="020B0609020000020004" pitchFamily="49" charset="0"/>
                    <a:cs typeface="Cascadia Code" panose="020B0609020000020004" pitchFamily="49" charset="0"/>
                  </a:rPr>
                  <a:t>	</a:t>
                </a:r>
                <a:r>
                  <a:rPr lang="en-US" sz="2800" dirty="0">
                    <a:latin typeface="Cambria Math" panose="02040503050406030204" pitchFamily="18" charset="0"/>
                    <a:ea typeface="Cascadia Code" panose="020B0609020000020004" pitchFamily="49" charset="0"/>
                    <a:cs typeface="Cascadia Code" panose="020B0609020000020004" pitchFamily="49" charset="0"/>
                  </a:rPr>
                  <a:t>(Traverse until the pointer is null)</a:t>
                </a:r>
              </a:p>
              <a:p>
                <a:pPr marL="914400" lvl="1" indent="-457200">
                  <a:lnSpc>
                    <a:spcPct val="100000"/>
                  </a:lnSpc>
                  <a:buAutoNum type="arabicPeriod"/>
                </a:pPr>
                <a14:m>
                  <m:oMath xmlns:m="http://schemas.openxmlformats.org/officeDocument/2006/math">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𝑊𝑟𝑖𝑡𝑒</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 </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𝑛𝑜𝑑𝑒</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𝑒𝑙𝑒𝑚𝑒𝑛𝑡</m:t>
                    </m:r>
                  </m:oMath>
                </a14:m>
                <a:r>
                  <a:rPr lang="en-US" sz="2400" dirty="0">
                    <a:latin typeface="Cambria Math" panose="02040503050406030204" pitchFamily="18" charset="0"/>
                    <a:ea typeface="Cascadia Code" panose="020B0609020000020004" pitchFamily="49" charset="0"/>
                    <a:cs typeface="Cascadia Code" panose="020B0609020000020004" pitchFamily="49" charset="0"/>
                  </a:rPr>
                  <a:t>	(Print the element inside the node)</a:t>
                </a:r>
              </a:p>
              <a:p>
                <a:pPr marL="914400" lvl="1" indent="-457200">
                  <a:lnSpc>
                    <a:spcPct val="100000"/>
                  </a:lnSpc>
                  <a:buAutoNum type="arabicPeriod"/>
                </a:pPr>
                <a14:m>
                  <m:oMath xmlns:m="http://schemas.openxmlformats.org/officeDocument/2006/math">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𝑛𝑜𝑑𝑒</m:t>
                    </m:r>
                    <m:r>
                      <a:rPr lang="en-US" sz="2400" i="1">
                        <a:latin typeface="Cambria Math" panose="02040503050406030204" pitchFamily="18" charset="0"/>
                        <a:ea typeface="Cascadia Code" panose="020B0609020000020004" pitchFamily="49" charset="0"/>
                        <a:cs typeface="Cascadia Code" panose="020B0609020000020004" pitchFamily="49" charset="0"/>
                      </a:rPr>
                      <m:t>≔</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𝑛𝑜𝑑𝑒</m:t>
                    </m:r>
                    <m:r>
                      <a:rPr lang="en-US" sz="2400" i="1">
                        <a:latin typeface="Cambria Math" panose="02040503050406030204" pitchFamily="18" charset="0"/>
                        <a:ea typeface="Cascadia Code" panose="020B0609020000020004" pitchFamily="49" charset="0"/>
                        <a:cs typeface="Cascadia Code" panose="020B0609020000020004" pitchFamily="49" charset="0"/>
                      </a:rPr>
                      <m:t>→</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𝑛𝑒𝑥𝑡</m:t>
                    </m:r>
                  </m:oMath>
                </a14:m>
                <a:r>
                  <a:rPr lang="en-US" sz="2400" dirty="0">
                    <a:latin typeface="Cambria Math" panose="02040503050406030204" pitchFamily="18" charset="0"/>
                    <a:ea typeface="Cascadia Code" panose="020B0609020000020004" pitchFamily="49" charset="0"/>
                    <a:cs typeface="Cascadia Code" panose="020B0609020000020004" pitchFamily="49" charset="0"/>
                  </a:rPr>
                  <a:t>	(Set the pointer to Node’s next pointer)</a:t>
                </a:r>
              </a:p>
              <a:p>
                <a:pPr marL="0" indent="0">
                  <a:lnSpc>
                    <a:spcPct val="100000"/>
                  </a:lnSpc>
                  <a:buNone/>
                </a:pPr>
                <a:endParaRPr lang="en-US" sz="2800" dirty="0">
                  <a:latin typeface="Cambria Math" panose="02040503050406030204" pitchFamily="18" charset="0"/>
                  <a:ea typeface="Cascadia Code" panose="020B0609020000020004" pitchFamily="49" charset="0"/>
                  <a:cs typeface="Cascadia Code" panose="020B0609020000020004" pitchFamily="49" charset="0"/>
                </a:endParaRPr>
              </a:p>
              <a:p>
                <a:pPr marL="0" indent="0">
                  <a:lnSpc>
                    <a:spcPct val="100000"/>
                  </a:lnSpc>
                  <a:buNone/>
                </a:pPr>
                <a:r>
                  <a:rPr lang="en-US" sz="2800" dirty="0">
                    <a:latin typeface="Cambria Math" panose="02040503050406030204" pitchFamily="18" charset="0"/>
                    <a:ea typeface="Cascadia Code" panose="020B0609020000020004" pitchFamily="49" charset="0"/>
                    <a:cs typeface="Cascadia Code" panose="020B0609020000020004" pitchFamily="49" charset="0"/>
                  </a:rPr>
                  <a:t>Note that there is no counter for increment/decrement. This is because the node’s pointer is acting as a counter. The program will stop as soon as there are no new nodes in the List.</a:t>
                </a:r>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7"/>
                <a:ext cx="11743016" cy="4887878"/>
              </a:xfrm>
              <a:prstGeom prst="rect">
                <a:avLst/>
              </a:prstGeom>
              <a:blipFill>
                <a:blip r:embed="rId3"/>
                <a:stretch>
                  <a:fillRect l="-1038" t="-1247" r="-363" b="-3117"/>
                </a:stretch>
              </a:blipFill>
            </p:spPr>
            <p:txBody>
              <a:bodyPr/>
              <a:lstStyle/>
              <a:p>
                <a:r>
                  <a:rPr lang="en-US">
                    <a:noFill/>
                  </a:rPr>
                  <a:t> </a:t>
                </a:r>
              </a:p>
            </p:txBody>
          </p:sp>
        </mc:Fallback>
      </mc:AlternateContent>
    </p:spTree>
    <p:extLst>
      <p:ext uri="{BB962C8B-B14F-4D97-AF65-F5344CB8AC3E}">
        <p14:creationId xmlns:p14="http://schemas.microsoft.com/office/powerpoint/2010/main" val="17158211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Linked List Operations – SEARCH</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4887878"/>
          </a:xfrm>
          <a:prstGeom prst="rect">
            <a:avLst/>
          </a:prstGeom>
        </p:spPr>
        <p:txBody>
          <a:bodyPr>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400" dirty="0"/>
              <a:t>Search operation will be similar to Traverse, but it will input another parameter “element” to search for.</a:t>
            </a:r>
          </a:p>
          <a:p>
            <a:pPr>
              <a:lnSpc>
                <a:spcPct val="120000"/>
              </a:lnSpc>
              <a:buFont typeface="Wingdings" panose="05000000000000000000" pitchFamily="2" charset="2"/>
              <a:buChar char="§"/>
            </a:pPr>
            <a:r>
              <a:rPr lang="en-US" sz="3400" dirty="0"/>
              <a:t>We traverse the Linked List and match the data with the parameter “element”.</a:t>
            </a:r>
          </a:p>
          <a:p>
            <a:pPr>
              <a:lnSpc>
                <a:spcPct val="120000"/>
              </a:lnSpc>
              <a:buFont typeface="Wingdings" panose="05000000000000000000" pitchFamily="2" charset="2"/>
              <a:buChar char="§"/>
            </a:pPr>
            <a:r>
              <a:rPr lang="en-US" sz="3400" dirty="0"/>
              <a:t>Recall that in case of arrays, we returned the index at which the element was found.</a:t>
            </a:r>
          </a:p>
          <a:p>
            <a:pPr>
              <a:lnSpc>
                <a:spcPct val="120000"/>
              </a:lnSpc>
              <a:buFont typeface="Wingdings" panose="05000000000000000000" pitchFamily="2" charset="2"/>
              <a:buChar char="§"/>
            </a:pPr>
            <a:r>
              <a:rPr lang="en-US" sz="3400" dirty="0"/>
              <a:t>In case of Linked List, we return the Node.</a:t>
            </a:r>
          </a:p>
        </p:txBody>
      </p:sp>
    </p:spTree>
    <p:extLst>
      <p:ext uri="{BB962C8B-B14F-4D97-AF65-F5344CB8AC3E}">
        <p14:creationId xmlns:p14="http://schemas.microsoft.com/office/powerpoint/2010/main" val="37270406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Linked List Operations – SEARCH</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4887878"/>
              </a:xfrm>
              <a:prstGeom prst="rect">
                <a:avLst/>
              </a:prstGeom>
            </p:spPr>
            <p:txBody>
              <a:bodyPr>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2800" dirty="0">
                    <a:latin typeface="Cascadia Code" panose="020B0609020000020004" pitchFamily="49" charset="0"/>
                    <a:ea typeface="Cascadia Code" panose="020B0609020000020004" pitchFamily="49" charset="0"/>
                    <a:cs typeface="Cascadia Code" panose="020B0609020000020004" pitchFamily="49" charset="0"/>
                  </a:rPr>
                  <a:t>SEARCH</a:t>
                </a:r>
                <a:r>
                  <a:rPr lang="en-US" sz="2800" dirty="0">
                    <a:latin typeface="Cascadia Code" panose="020B0609020000020004" pitchFamily="49" charset="0"/>
                    <a:cs typeface="Cascadia Code" panose="020B0609020000020004" pitchFamily="49" charset="0"/>
                  </a:rPr>
                  <a:t>(</a:t>
                </a:r>
                <a:r>
                  <a:rPr lang="en-US" sz="2800" dirty="0">
                    <a:latin typeface="Cascadia Code" panose="020B0609020000020004" pitchFamily="49" charset="0"/>
                    <a:ea typeface="Cascadia Code" panose="020B0609020000020004" pitchFamily="49" charset="0"/>
                    <a:cs typeface="Cascadia Code" panose="020B0609020000020004" pitchFamily="49" charset="0"/>
                  </a:rPr>
                  <a:t>Start, element), where ‘Start’ is the address of the first node and ‘element’ is the search parameter.</a:t>
                </a:r>
                <a:endParaRPr lang="en-US" sz="2800" i="1" dirty="0">
                  <a:latin typeface="Cascadia Code" panose="020B0609020000020004" pitchFamily="49" charset="0"/>
                  <a:ea typeface="Cascadia Code" panose="020B0609020000020004" pitchFamily="49" charset="0"/>
                  <a:cs typeface="Cascadia Code" panose="020B0609020000020004" pitchFamily="49" charset="0"/>
                </a:endParaRPr>
              </a:p>
              <a:p>
                <a:pPr marL="457200" indent="-457200">
                  <a:lnSpc>
                    <a:spcPct val="100000"/>
                  </a:lnSpc>
                  <a:buAutoNum type="arabicPeriod"/>
                </a:pPr>
                <a14:m>
                  <m:oMath xmlns:m="http://schemas.openxmlformats.org/officeDocument/2006/math">
                    <m:r>
                      <a:rPr lang="en-US" sz="2800" i="1" dirty="0">
                        <a:latin typeface="Cambria Math" panose="02040503050406030204" pitchFamily="18" charset="0"/>
                        <a:ea typeface="Cascadia Code" panose="020B0609020000020004" pitchFamily="49" charset="0"/>
                        <a:cs typeface="Cascadia Code" panose="020B0609020000020004" pitchFamily="49" charset="0"/>
                      </a:rPr>
                      <m:t>𝑆𝐸𝑇</m:t>
                    </m:r>
                    <m:r>
                      <a:rPr lang="en-US" sz="2800" i="1" dirty="0">
                        <a:latin typeface="Cambria Math" panose="02040503050406030204" pitchFamily="18" charset="0"/>
                        <a:ea typeface="Cascadia Code" panose="020B0609020000020004" pitchFamily="49" charset="0"/>
                        <a:cs typeface="Cascadia Code" panose="020B0609020000020004" pitchFamily="49" charset="0"/>
                      </a:rPr>
                      <m:t> </m:t>
                    </m:r>
                    <m:r>
                      <a:rPr lang="en-US" sz="2800" b="0" i="1" dirty="0" smtClean="0">
                        <a:latin typeface="Cambria Math" panose="02040503050406030204" pitchFamily="18" charset="0"/>
                        <a:ea typeface="Cascadia Code" panose="020B0609020000020004" pitchFamily="49" charset="0"/>
                        <a:cs typeface="Cascadia Code" panose="020B0609020000020004" pitchFamily="49" charset="0"/>
                      </a:rPr>
                      <m:t>𝑛𝑜𝑑𝑒</m:t>
                    </m:r>
                    <m:r>
                      <a:rPr lang="en-US" sz="2800" i="1" dirty="0">
                        <a:latin typeface="Cambria Math" panose="02040503050406030204" pitchFamily="18" charset="0"/>
                        <a:ea typeface="Cascadia Code" panose="020B0609020000020004" pitchFamily="49" charset="0"/>
                        <a:cs typeface="Cascadia Code" panose="020B0609020000020004" pitchFamily="49" charset="0"/>
                      </a:rPr>
                      <m:t>≔</m:t>
                    </m:r>
                    <m:r>
                      <a:rPr lang="en-US" sz="2800" i="1" dirty="0">
                        <a:latin typeface="Cambria Math" panose="02040503050406030204" pitchFamily="18" charset="0"/>
                        <a:ea typeface="Cascadia Code" panose="020B0609020000020004" pitchFamily="49" charset="0"/>
                        <a:cs typeface="Cascadia Code" panose="020B0609020000020004" pitchFamily="49" charset="0"/>
                      </a:rPr>
                      <m:t>𝑠𝑡𝑎𝑟𝑡</m:t>
                    </m:r>
                  </m:oMath>
                </a14:m>
                <a:endParaRPr lang="en-US" sz="2800" i="1" dirty="0">
                  <a:latin typeface="Cambria Math" panose="02040503050406030204" pitchFamily="18" charset="0"/>
                  <a:ea typeface="Cascadia Code" panose="020B0609020000020004" pitchFamily="49" charset="0"/>
                  <a:cs typeface="Cascadia Code" panose="020B0609020000020004" pitchFamily="49" charset="0"/>
                </a:endParaRPr>
              </a:p>
              <a:p>
                <a:pPr marL="457200" indent="-457200">
                  <a:lnSpc>
                    <a:spcPct val="100000"/>
                  </a:lnSpc>
                  <a:buAutoNum type="arabicPeriod"/>
                </a:pPr>
                <a14:m>
                  <m:oMath xmlns:m="http://schemas.openxmlformats.org/officeDocument/2006/math">
                    <m:r>
                      <a:rPr lang="en-US" sz="2800" i="1" dirty="0">
                        <a:latin typeface="Cambria Math" panose="02040503050406030204" pitchFamily="18" charset="0"/>
                        <a:ea typeface="Cascadia Code" panose="020B0609020000020004" pitchFamily="49" charset="0"/>
                        <a:cs typeface="Cascadia Code" panose="020B0609020000020004" pitchFamily="49" charset="0"/>
                      </a:rPr>
                      <m:t>𝑅𝐸𝑃𝐸𝐴𝑇</m:t>
                    </m:r>
                    <m:r>
                      <a:rPr lang="en-US" sz="2800" i="1" dirty="0">
                        <a:latin typeface="Cambria Math" panose="02040503050406030204" pitchFamily="18" charset="0"/>
                        <a:ea typeface="Cascadia Code" panose="020B0609020000020004" pitchFamily="49" charset="0"/>
                        <a:cs typeface="Cascadia Code" panose="020B0609020000020004" pitchFamily="49" charset="0"/>
                      </a:rPr>
                      <m:t> </m:t>
                    </m:r>
                    <m:r>
                      <a:rPr lang="en-US" sz="2800" i="1" dirty="0">
                        <a:latin typeface="Cambria Math" panose="02040503050406030204" pitchFamily="18" charset="0"/>
                        <a:ea typeface="Cascadia Code" panose="020B0609020000020004" pitchFamily="49" charset="0"/>
                        <a:cs typeface="Cascadia Code" panose="020B0609020000020004" pitchFamily="49" charset="0"/>
                      </a:rPr>
                      <m:t>𝑤h𝑖𝑙𝑒</m:t>
                    </m:r>
                    <m:r>
                      <a:rPr lang="en-US" sz="2800" i="1" dirty="0" smtClean="0">
                        <a:latin typeface="Cambria Math" panose="02040503050406030204" pitchFamily="18" charset="0"/>
                        <a:ea typeface="Cascadia Code" panose="020B0609020000020004" pitchFamily="49" charset="0"/>
                        <a:cs typeface="Cascadia Code" panose="020B0609020000020004" pitchFamily="49" charset="0"/>
                      </a:rPr>
                      <m:t> </m:t>
                    </m:r>
                    <m:r>
                      <a:rPr lang="en-US" sz="2800" i="1" dirty="0">
                        <a:latin typeface="Cambria Math" panose="02040503050406030204" pitchFamily="18" charset="0"/>
                        <a:ea typeface="Cascadia Code" panose="020B0609020000020004" pitchFamily="49" charset="0"/>
                        <a:cs typeface="Cascadia Code" panose="020B0609020000020004" pitchFamily="49" charset="0"/>
                      </a:rPr>
                      <m:t>𝑛𝑜𝑑𝑒</m:t>
                    </m:r>
                    <m:r>
                      <a:rPr lang="en-US" sz="2800" i="1" dirty="0">
                        <a:latin typeface="Cambria Math" panose="02040503050406030204" pitchFamily="18" charset="0"/>
                        <a:ea typeface="Cascadia Code" panose="020B0609020000020004" pitchFamily="49" charset="0"/>
                        <a:cs typeface="Cascadia Code" panose="020B0609020000020004" pitchFamily="49" charset="0"/>
                      </a:rPr>
                      <m:t>≠</m:t>
                    </m:r>
                    <m:r>
                      <a:rPr lang="en-US" sz="2800" i="1" dirty="0">
                        <a:latin typeface="Cambria Math" panose="02040503050406030204" pitchFamily="18" charset="0"/>
                        <a:ea typeface="Cascadia Code" panose="020B0609020000020004" pitchFamily="49" charset="0"/>
                        <a:cs typeface="Cascadia Code" panose="020B0609020000020004" pitchFamily="49" charset="0"/>
                      </a:rPr>
                      <m:t>𝜙</m:t>
                    </m:r>
                  </m:oMath>
                </a14:m>
                <a:r>
                  <a:rPr lang="en-US" sz="2800" dirty="0">
                    <a:latin typeface="Cascadia Code" panose="020B0609020000020004" pitchFamily="49" charset="0"/>
                    <a:ea typeface="Cascadia Code" panose="020B0609020000020004" pitchFamily="49" charset="0"/>
                    <a:cs typeface="Cascadia Code" panose="020B0609020000020004" pitchFamily="49" charset="0"/>
                  </a:rPr>
                  <a:t>	</a:t>
                </a:r>
                <a:r>
                  <a:rPr lang="en-US" sz="2800" dirty="0">
                    <a:latin typeface="Cambria Math" panose="02040503050406030204" pitchFamily="18" charset="0"/>
                    <a:ea typeface="Cascadia Code" panose="020B0609020000020004" pitchFamily="49" charset="0"/>
                    <a:cs typeface="Cascadia Code" panose="020B0609020000020004" pitchFamily="49" charset="0"/>
                  </a:rPr>
                  <a:t>(Traverse until the pointer is null)</a:t>
                </a:r>
              </a:p>
              <a:p>
                <a:pPr marL="914400" lvl="1" indent="-457200">
                  <a:lnSpc>
                    <a:spcPct val="100000"/>
                  </a:lnSpc>
                  <a:buAutoNum type="arabicPeriod"/>
                </a:pPr>
                <a14:m>
                  <m:oMath xmlns:m="http://schemas.openxmlformats.org/officeDocument/2006/math">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𝐼𝐹</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 </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𝑛𝑜𝑑𝑒</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𝑒𝑙𝑒𝑚𝑒𝑛𝑡</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𝑒𝑙𝑒𝑚𝑒𝑛𝑡</m:t>
                    </m:r>
                  </m:oMath>
                </a14:m>
                <a:r>
                  <a:rPr lang="en-US" sz="2400" dirty="0">
                    <a:latin typeface="Cambria Math" panose="02040503050406030204" pitchFamily="18" charset="0"/>
                    <a:ea typeface="Cascadia Code" panose="020B0609020000020004" pitchFamily="49" charset="0"/>
                    <a:cs typeface="Cascadia Code" panose="020B0609020000020004" pitchFamily="49" charset="0"/>
                  </a:rPr>
                  <a:t>	(Match the data)</a:t>
                </a:r>
              </a:p>
              <a:p>
                <a:pPr marL="1371600" lvl="2" indent="-457200">
                  <a:lnSpc>
                    <a:spcPct val="100000"/>
                  </a:lnSpc>
                  <a:buAutoNum type="arabicPeriod"/>
                </a:pPr>
                <a14:m>
                  <m:oMath xmlns:m="http://schemas.openxmlformats.org/officeDocument/2006/math">
                    <m:r>
                      <a:rPr lang="en-US" sz="2400" i="1" dirty="0" smtClean="0">
                        <a:latin typeface="Cambria Math" panose="02040503050406030204" pitchFamily="18" charset="0"/>
                        <a:ea typeface="Cascadia Code" panose="020B0609020000020004" pitchFamily="49" charset="0"/>
                        <a:cs typeface="Cascadia Code" panose="020B0609020000020004" pitchFamily="49" charset="0"/>
                      </a:rPr>
                      <m:t>𝑅𝑒𝑡𝑢𝑟𝑛</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 </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𝑛𝑜𝑑𝑒</m:t>
                    </m:r>
                  </m:oMath>
                </a14:m>
                <a:endParaRPr lang="en-US" sz="2400" dirty="0">
                  <a:latin typeface="Cambria Math" panose="02040503050406030204" pitchFamily="18" charset="0"/>
                  <a:ea typeface="Cascadia Code" panose="020B0609020000020004" pitchFamily="49" charset="0"/>
                  <a:cs typeface="Cascadia Code" panose="020B0609020000020004" pitchFamily="49" charset="0"/>
                </a:endParaRPr>
              </a:p>
              <a:p>
                <a:pPr marL="914400" lvl="1" indent="-457200">
                  <a:lnSpc>
                    <a:spcPct val="100000"/>
                  </a:lnSpc>
                  <a:buAutoNum type="arabicPeriod"/>
                </a:pPr>
                <a14:m>
                  <m:oMath xmlns:m="http://schemas.openxmlformats.org/officeDocument/2006/math">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𝑛𝑜𝑑𝑒</m:t>
                    </m:r>
                    <m:r>
                      <a:rPr lang="en-US" sz="2400" i="1">
                        <a:latin typeface="Cambria Math" panose="02040503050406030204" pitchFamily="18" charset="0"/>
                        <a:ea typeface="Cascadia Code" panose="020B0609020000020004" pitchFamily="49" charset="0"/>
                        <a:cs typeface="Cascadia Code" panose="020B0609020000020004" pitchFamily="49" charset="0"/>
                      </a:rPr>
                      <m:t>≔</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𝑛𝑜𝑑𝑒</m:t>
                    </m:r>
                    <m:r>
                      <a:rPr lang="en-US" sz="2400" i="1">
                        <a:latin typeface="Cambria Math" panose="02040503050406030204" pitchFamily="18" charset="0"/>
                        <a:ea typeface="Cascadia Code" panose="020B0609020000020004" pitchFamily="49" charset="0"/>
                        <a:cs typeface="Cascadia Code" panose="020B0609020000020004" pitchFamily="49" charset="0"/>
                      </a:rPr>
                      <m:t>→</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𝑛𝑒𝑥𝑡</m:t>
                    </m:r>
                  </m:oMath>
                </a14:m>
                <a:r>
                  <a:rPr lang="en-US" sz="2400" dirty="0">
                    <a:latin typeface="Cambria Math" panose="02040503050406030204" pitchFamily="18" charset="0"/>
                    <a:ea typeface="Cascadia Code" panose="020B0609020000020004" pitchFamily="49" charset="0"/>
                    <a:cs typeface="Cascadia Code" panose="020B0609020000020004" pitchFamily="49" charset="0"/>
                  </a:rPr>
                  <a:t>	(Set the pointer to Node’s next)</a:t>
                </a:r>
              </a:p>
              <a:p>
                <a:pPr marL="457200" indent="-457200">
                  <a:lnSpc>
                    <a:spcPct val="100000"/>
                  </a:lnSpc>
                  <a:buAutoNum type="arabicPeriod"/>
                </a:pPr>
                <a14:m>
                  <m:oMath xmlns:m="http://schemas.openxmlformats.org/officeDocument/2006/math">
                    <m:r>
                      <a:rPr lang="en-US" sz="2800" i="1" dirty="0" smtClean="0">
                        <a:latin typeface="Cambria Math" panose="02040503050406030204" pitchFamily="18" charset="0"/>
                        <a:ea typeface="Cascadia Code" panose="020B0609020000020004" pitchFamily="49" charset="0"/>
                        <a:cs typeface="Cascadia Code" panose="020B0609020000020004" pitchFamily="49" charset="0"/>
                      </a:rPr>
                      <m:t>𝑅𝑒𝑡𝑢𝑟𝑛</m:t>
                    </m:r>
                    <m:r>
                      <a:rPr lang="en-US" sz="2800" i="1" dirty="0" smtClean="0">
                        <a:latin typeface="Cambria Math" panose="02040503050406030204" pitchFamily="18" charset="0"/>
                        <a:ea typeface="Cascadia Code" panose="020B0609020000020004" pitchFamily="49" charset="0"/>
                        <a:cs typeface="Cascadia Code" panose="020B0609020000020004" pitchFamily="49" charset="0"/>
                      </a:rPr>
                      <m:t> </m:t>
                    </m:r>
                    <m:r>
                      <a:rPr lang="en-US" sz="2800" b="0" i="1" dirty="0" smtClean="0">
                        <a:latin typeface="Cambria Math" panose="02040503050406030204" pitchFamily="18" charset="0"/>
                        <a:ea typeface="Cascadia Code" panose="020B0609020000020004" pitchFamily="49" charset="0"/>
                        <a:cs typeface="Cascadia Code" panose="020B0609020000020004" pitchFamily="49" charset="0"/>
                      </a:rPr>
                      <m:t>𝜙</m:t>
                    </m:r>
                  </m:oMath>
                </a14:m>
                <a:r>
                  <a:rPr lang="en-US" sz="2800" dirty="0">
                    <a:latin typeface="Cambria Math" panose="02040503050406030204" pitchFamily="18" charset="0"/>
                    <a:ea typeface="Cascadia Code" panose="020B0609020000020004" pitchFamily="49" charset="0"/>
                    <a:cs typeface="Cascadia Code" panose="020B0609020000020004" pitchFamily="49" charset="0"/>
                  </a:rPr>
                  <a:t>		(Return null if not found)</a:t>
                </a:r>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7"/>
                <a:ext cx="11743016" cy="4887878"/>
              </a:xfrm>
              <a:prstGeom prst="rect">
                <a:avLst/>
              </a:prstGeom>
              <a:blipFill>
                <a:blip r:embed="rId3"/>
                <a:stretch>
                  <a:fillRect l="-1038" t="-1247" r="-1764"/>
                </a:stretch>
              </a:blipFill>
            </p:spPr>
            <p:txBody>
              <a:bodyPr/>
              <a:lstStyle/>
              <a:p>
                <a:r>
                  <a:rPr lang="en-US">
                    <a:noFill/>
                  </a:rPr>
                  <a:t> </a:t>
                </a:r>
              </a:p>
            </p:txBody>
          </p:sp>
        </mc:Fallback>
      </mc:AlternateContent>
    </p:spTree>
    <p:extLst>
      <p:ext uri="{BB962C8B-B14F-4D97-AF65-F5344CB8AC3E}">
        <p14:creationId xmlns:p14="http://schemas.microsoft.com/office/powerpoint/2010/main" val="41978285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Linked List Operations – DELETE</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8548748" cy="4887878"/>
          </a:xfrm>
          <a:prstGeom prst="rect">
            <a:avLst/>
          </a:prstGeom>
        </p:spPr>
        <p:txBody>
          <a:bodyPr>
            <a:normAutofit fontScale="700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400" dirty="0"/>
              <a:t>Let’s now delete a student “</a:t>
            </a:r>
            <a:r>
              <a:rPr lang="en-US" sz="3400" dirty="0" err="1"/>
              <a:t>Mohimin</a:t>
            </a:r>
            <a:r>
              <a:rPr lang="en-US" sz="3400" dirty="0"/>
              <a:t>” from this linked list.</a:t>
            </a:r>
          </a:p>
          <a:p>
            <a:pPr>
              <a:lnSpc>
                <a:spcPct val="120000"/>
              </a:lnSpc>
              <a:buFont typeface="Wingdings" panose="05000000000000000000" pitchFamily="2" charset="2"/>
              <a:buChar char="§"/>
            </a:pPr>
            <a:r>
              <a:rPr lang="en-US" sz="3400" dirty="0"/>
              <a:t>When we perform a delete operation on Arrays, we push each item from right to left and thus overwrite the data on target index.</a:t>
            </a:r>
          </a:p>
          <a:p>
            <a:pPr>
              <a:lnSpc>
                <a:spcPct val="120000"/>
              </a:lnSpc>
              <a:buFont typeface="Wingdings" panose="05000000000000000000" pitchFamily="2" charset="2"/>
              <a:buChar char="§"/>
            </a:pPr>
            <a:r>
              <a:rPr lang="en-US" sz="3400" dirty="0"/>
              <a:t>In Linked Lists, we will simply set the Next pointer of Asra (1160) to link to </a:t>
            </a:r>
            <a:r>
              <a:rPr lang="en-US" sz="3400" dirty="0" err="1"/>
              <a:t>Shahzaman</a:t>
            </a:r>
            <a:r>
              <a:rPr lang="en-US" sz="3400" dirty="0"/>
              <a:t> (1240). This way, the address of </a:t>
            </a:r>
            <a:r>
              <a:rPr lang="en-US" sz="3400" dirty="0" err="1"/>
              <a:t>Mohimin</a:t>
            </a:r>
            <a:r>
              <a:rPr lang="en-US" sz="3400" dirty="0"/>
              <a:t> will be lost.</a:t>
            </a:r>
          </a:p>
          <a:p>
            <a:pPr>
              <a:lnSpc>
                <a:spcPct val="120000"/>
              </a:lnSpc>
              <a:buFont typeface="Wingdings" panose="05000000000000000000" pitchFamily="2" charset="2"/>
              <a:buChar char="§"/>
            </a:pPr>
            <a:r>
              <a:rPr lang="en-US" sz="3400" dirty="0"/>
              <a:t>Additionally, we will send a signal to OS to free up the memory taken by </a:t>
            </a:r>
            <a:r>
              <a:rPr lang="en-US" sz="3400" dirty="0" err="1"/>
              <a:t>Mohimin</a:t>
            </a:r>
            <a:r>
              <a:rPr lang="en-US" sz="3400" dirty="0"/>
              <a:t> at address 1160.</a:t>
            </a:r>
          </a:p>
          <a:p>
            <a:pPr>
              <a:lnSpc>
                <a:spcPct val="120000"/>
              </a:lnSpc>
              <a:buFont typeface="Wingdings" panose="05000000000000000000" pitchFamily="2" charset="2"/>
              <a:buChar char="§"/>
            </a:pPr>
            <a:r>
              <a:rPr lang="en-US" sz="3400" i="1" dirty="0"/>
              <a:t>This memory clearing step is not required in modern languages as they run a “Garbage collection” service to clean up memory.</a:t>
            </a:r>
          </a:p>
        </p:txBody>
      </p:sp>
      <p:graphicFrame>
        <p:nvGraphicFramePr>
          <p:cNvPr id="4" name="Diagram 3">
            <a:extLst>
              <a:ext uri="{FF2B5EF4-FFF2-40B4-BE49-F238E27FC236}">
                <a16:creationId xmlns:a16="http://schemas.microsoft.com/office/drawing/2014/main" id="{5FC0CFD4-BA57-42AE-CFE8-85D035DE1FA1}"/>
              </a:ext>
            </a:extLst>
          </p:cNvPr>
          <p:cNvGraphicFramePr/>
          <p:nvPr/>
        </p:nvGraphicFramePr>
        <p:xfrm>
          <a:off x="8769132" y="1435591"/>
          <a:ext cx="2913494" cy="489804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7" name="Diagram 6">
            <a:extLst>
              <a:ext uri="{FF2B5EF4-FFF2-40B4-BE49-F238E27FC236}">
                <a16:creationId xmlns:a16="http://schemas.microsoft.com/office/drawing/2014/main" id="{7BCE6733-DD57-EB43-4DA7-149233B21808}"/>
              </a:ext>
            </a:extLst>
          </p:cNvPr>
          <p:cNvGraphicFramePr/>
          <p:nvPr>
            <p:extLst>
              <p:ext uri="{D42A27DB-BD31-4B8C-83A1-F6EECF244321}">
                <p14:modId xmlns:p14="http://schemas.microsoft.com/office/powerpoint/2010/main" val="2223325919"/>
              </p:ext>
            </p:extLst>
          </p:nvPr>
        </p:nvGraphicFramePr>
        <p:xfrm>
          <a:off x="8769132" y="1426551"/>
          <a:ext cx="2913494" cy="4898049"/>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3753941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Graphic spid="7" grpId="0">
        <p:bldAsOne/>
      </p:bldGraphic>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Linked List Operations – DELETE</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grpSp>
        <p:nvGrpSpPr>
          <p:cNvPr id="319" name="Group 318">
            <a:extLst>
              <a:ext uri="{FF2B5EF4-FFF2-40B4-BE49-F238E27FC236}">
                <a16:creationId xmlns:a16="http://schemas.microsoft.com/office/drawing/2014/main" id="{67144A40-1597-F420-76A1-2F7010E10A74}"/>
              </a:ext>
            </a:extLst>
          </p:cNvPr>
          <p:cNvGrpSpPr/>
          <p:nvPr/>
        </p:nvGrpSpPr>
        <p:grpSpPr>
          <a:xfrm>
            <a:off x="80864" y="1441719"/>
            <a:ext cx="11882536" cy="1178498"/>
            <a:chOff x="80864" y="1441719"/>
            <a:chExt cx="11882536" cy="1178498"/>
          </a:xfrm>
        </p:grpSpPr>
        <p:grpSp>
          <p:nvGrpSpPr>
            <p:cNvPr id="207" name="Group 206">
              <a:extLst>
                <a:ext uri="{FF2B5EF4-FFF2-40B4-BE49-F238E27FC236}">
                  <a16:creationId xmlns:a16="http://schemas.microsoft.com/office/drawing/2014/main" id="{C0B042EC-7478-2A14-BCB2-0494F9D92BB2}"/>
                </a:ext>
              </a:extLst>
            </p:cNvPr>
            <p:cNvGrpSpPr/>
            <p:nvPr/>
          </p:nvGrpSpPr>
          <p:grpSpPr>
            <a:xfrm>
              <a:off x="973858" y="1441719"/>
              <a:ext cx="1608083" cy="738664"/>
              <a:chOff x="1345323" y="1944414"/>
              <a:chExt cx="1608083" cy="738664"/>
            </a:xfrm>
          </p:grpSpPr>
          <p:sp>
            <p:nvSpPr>
              <p:cNvPr id="208" name="TextBox 207">
                <a:extLst>
                  <a:ext uri="{FF2B5EF4-FFF2-40B4-BE49-F238E27FC236}">
                    <a16:creationId xmlns:a16="http://schemas.microsoft.com/office/drawing/2014/main" id="{A8900986-A791-5508-527D-C578EE5A78C8}"/>
                  </a:ext>
                </a:extLst>
              </p:cNvPr>
              <p:cNvSpPr txBox="1"/>
              <p:nvPr/>
            </p:nvSpPr>
            <p:spPr>
              <a:xfrm>
                <a:off x="1345323" y="1944414"/>
                <a:ext cx="1608083" cy="369332"/>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pPr algn="ctr"/>
                <a:r>
                  <a:rPr lang="en-US" dirty="0" err="1"/>
                  <a:t>Hafs</a:t>
                </a:r>
                <a:endParaRPr lang="en-US" dirty="0"/>
              </a:p>
            </p:txBody>
          </p:sp>
          <p:sp>
            <p:nvSpPr>
              <p:cNvPr id="209" name="TextBox 208">
                <a:extLst>
                  <a:ext uri="{FF2B5EF4-FFF2-40B4-BE49-F238E27FC236}">
                    <a16:creationId xmlns:a16="http://schemas.microsoft.com/office/drawing/2014/main" id="{AAA43F44-647B-CB8D-BCAC-E299685A40F4}"/>
                  </a:ext>
                </a:extLst>
              </p:cNvPr>
              <p:cNvSpPr txBox="1"/>
              <p:nvPr/>
            </p:nvSpPr>
            <p:spPr>
              <a:xfrm>
                <a:off x="1345324" y="2313746"/>
                <a:ext cx="1608082" cy="369332"/>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dirty="0"/>
                  <a:t>Next: 1080</a:t>
                </a:r>
              </a:p>
            </p:txBody>
          </p:sp>
        </p:grpSp>
        <p:grpSp>
          <p:nvGrpSpPr>
            <p:cNvPr id="210" name="Group 209">
              <a:extLst>
                <a:ext uri="{FF2B5EF4-FFF2-40B4-BE49-F238E27FC236}">
                  <a16:creationId xmlns:a16="http://schemas.microsoft.com/office/drawing/2014/main" id="{2AF9402C-3845-9A8A-08E4-70C036A829E9}"/>
                </a:ext>
              </a:extLst>
            </p:cNvPr>
            <p:cNvGrpSpPr/>
            <p:nvPr/>
          </p:nvGrpSpPr>
          <p:grpSpPr>
            <a:xfrm>
              <a:off x="2865721" y="1441719"/>
              <a:ext cx="1608083" cy="738664"/>
              <a:chOff x="1345323" y="1944414"/>
              <a:chExt cx="1608083" cy="738664"/>
            </a:xfrm>
          </p:grpSpPr>
          <p:sp>
            <p:nvSpPr>
              <p:cNvPr id="211" name="TextBox 210">
                <a:extLst>
                  <a:ext uri="{FF2B5EF4-FFF2-40B4-BE49-F238E27FC236}">
                    <a16:creationId xmlns:a16="http://schemas.microsoft.com/office/drawing/2014/main" id="{52539592-0EE2-2D23-2ABA-F7517973BB8B}"/>
                  </a:ext>
                </a:extLst>
              </p:cNvPr>
              <p:cNvSpPr txBox="1"/>
              <p:nvPr/>
            </p:nvSpPr>
            <p:spPr>
              <a:xfrm>
                <a:off x="1345323" y="1944414"/>
                <a:ext cx="1608083" cy="369332"/>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pPr algn="ctr"/>
                <a:r>
                  <a:rPr lang="en-US" dirty="0"/>
                  <a:t>Asra</a:t>
                </a:r>
              </a:p>
            </p:txBody>
          </p:sp>
          <p:sp>
            <p:nvSpPr>
              <p:cNvPr id="212" name="TextBox 211">
                <a:extLst>
                  <a:ext uri="{FF2B5EF4-FFF2-40B4-BE49-F238E27FC236}">
                    <a16:creationId xmlns:a16="http://schemas.microsoft.com/office/drawing/2014/main" id="{DD1F2B0A-F119-5E75-2FFB-9356CD556EC2}"/>
                  </a:ext>
                </a:extLst>
              </p:cNvPr>
              <p:cNvSpPr txBox="1"/>
              <p:nvPr/>
            </p:nvSpPr>
            <p:spPr>
              <a:xfrm>
                <a:off x="1345324" y="2313746"/>
                <a:ext cx="1608082" cy="369332"/>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dirty="0"/>
                  <a:t>Next: 1160</a:t>
                </a:r>
              </a:p>
            </p:txBody>
          </p:sp>
        </p:grpSp>
        <p:cxnSp>
          <p:nvCxnSpPr>
            <p:cNvPr id="213" name="Connector: Elbow 212">
              <a:extLst>
                <a:ext uri="{FF2B5EF4-FFF2-40B4-BE49-F238E27FC236}">
                  <a16:creationId xmlns:a16="http://schemas.microsoft.com/office/drawing/2014/main" id="{20DC458F-65D1-43A6-AD4D-D629C78B59E7}"/>
                </a:ext>
              </a:extLst>
            </p:cNvPr>
            <p:cNvCxnSpPr>
              <a:stCxn id="209" idx="3"/>
              <a:endCxn id="211" idx="1"/>
            </p:cNvCxnSpPr>
            <p:nvPr/>
          </p:nvCxnSpPr>
          <p:spPr>
            <a:xfrm flipV="1">
              <a:off x="2581941" y="1626385"/>
              <a:ext cx="283780" cy="369332"/>
            </a:xfrm>
            <a:prstGeom prst="bentConnector3">
              <a:avLst/>
            </a:prstGeom>
            <a:ln>
              <a:tailEnd type="triangle"/>
            </a:ln>
          </p:spPr>
          <p:style>
            <a:lnRef idx="1">
              <a:schemeClr val="dk1"/>
            </a:lnRef>
            <a:fillRef idx="0">
              <a:schemeClr val="dk1"/>
            </a:fillRef>
            <a:effectRef idx="0">
              <a:schemeClr val="dk1"/>
            </a:effectRef>
            <a:fontRef idx="minor">
              <a:schemeClr val="tx1"/>
            </a:fontRef>
          </p:style>
        </p:cxnSp>
        <p:grpSp>
          <p:nvGrpSpPr>
            <p:cNvPr id="217" name="Group 216">
              <a:extLst>
                <a:ext uri="{FF2B5EF4-FFF2-40B4-BE49-F238E27FC236}">
                  <a16:creationId xmlns:a16="http://schemas.microsoft.com/office/drawing/2014/main" id="{A475E6F9-CC33-4780-D862-A00EC1943F55}"/>
                </a:ext>
              </a:extLst>
            </p:cNvPr>
            <p:cNvGrpSpPr/>
            <p:nvPr/>
          </p:nvGrpSpPr>
          <p:grpSpPr>
            <a:xfrm>
              <a:off x="4757584" y="1441719"/>
              <a:ext cx="1608083" cy="738664"/>
              <a:chOff x="1345323" y="1944414"/>
              <a:chExt cx="1608083" cy="738664"/>
            </a:xfrm>
          </p:grpSpPr>
          <p:sp>
            <p:nvSpPr>
              <p:cNvPr id="218" name="TextBox 217">
                <a:extLst>
                  <a:ext uri="{FF2B5EF4-FFF2-40B4-BE49-F238E27FC236}">
                    <a16:creationId xmlns:a16="http://schemas.microsoft.com/office/drawing/2014/main" id="{BBD9C430-4629-F148-2C37-17C2EDE09C33}"/>
                  </a:ext>
                </a:extLst>
              </p:cNvPr>
              <p:cNvSpPr txBox="1"/>
              <p:nvPr/>
            </p:nvSpPr>
            <p:spPr>
              <a:xfrm>
                <a:off x="1345323" y="1944414"/>
                <a:ext cx="1608083" cy="369332"/>
              </a:xfrm>
              <a:prstGeom prst="rect">
                <a:avLst/>
              </a:prstGeom>
              <a:ln w="76200">
                <a:solidFill>
                  <a:srgbClr val="FF0000"/>
                </a:solidFill>
              </a:ln>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pPr algn="ctr"/>
                <a:r>
                  <a:rPr lang="en-US" dirty="0" err="1"/>
                  <a:t>Mohimin</a:t>
                </a:r>
                <a:endParaRPr lang="en-US" dirty="0"/>
              </a:p>
            </p:txBody>
          </p:sp>
          <p:sp>
            <p:nvSpPr>
              <p:cNvPr id="219" name="TextBox 218">
                <a:extLst>
                  <a:ext uri="{FF2B5EF4-FFF2-40B4-BE49-F238E27FC236}">
                    <a16:creationId xmlns:a16="http://schemas.microsoft.com/office/drawing/2014/main" id="{53460AF4-0032-6555-57DC-BA2EEEAA131D}"/>
                  </a:ext>
                </a:extLst>
              </p:cNvPr>
              <p:cNvSpPr txBox="1"/>
              <p:nvPr/>
            </p:nvSpPr>
            <p:spPr>
              <a:xfrm>
                <a:off x="1345324" y="2313746"/>
                <a:ext cx="1608082" cy="369332"/>
              </a:xfrm>
              <a:prstGeom prst="rect">
                <a:avLst/>
              </a:prstGeom>
              <a:ln w="76200">
                <a:solidFill>
                  <a:srgbClr val="FF0000"/>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dirty="0"/>
                  <a:t>Next: 1240</a:t>
                </a:r>
              </a:p>
            </p:txBody>
          </p:sp>
        </p:grpSp>
        <p:cxnSp>
          <p:nvCxnSpPr>
            <p:cNvPr id="220" name="Connector: Elbow 219">
              <a:extLst>
                <a:ext uri="{FF2B5EF4-FFF2-40B4-BE49-F238E27FC236}">
                  <a16:creationId xmlns:a16="http://schemas.microsoft.com/office/drawing/2014/main" id="{28F6F686-00F5-6015-997C-1C4CF1E4068B}"/>
                </a:ext>
              </a:extLst>
            </p:cNvPr>
            <p:cNvCxnSpPr>
              <a:stCxn id="212" idx="3"/>
              <a:endCxn id="218" idx="1"/>
            </p:cNvCxnSpPr>
            <p:nvPr/>
          </p:nvCxnSpPr>
          <p:spPr>
            <a:xfrm flipV="1">
              <a:off x="4473804" y="1626385"/>
              <a:ext cx="283780" cy="369332"/>
            </a:xfrm>
            <a:prstGeom prst="bentConnector3">
              <a:avLst/>
            </a:prstGeom>
            <a:ln>
              <a:tailEnd type="triangle"/>
            </a:ln>
          </p:spPr>
          <p:style>
            <a:lnRef idx="1">
              <a:schemeClr val="dk1"/>
            </a:lnRef>
            <a:fillRef idx="0">
              <a:schemeClr val="dk1"/>
            </a:fillRef>
            <a:effectRef idx="0">
              <a:schemeClr val="dk1"/>
            </a:effectRef>
            <a:fontRef idx="minor">
              <a:schemeClr val="tx1"/>
            </a:fontRef>
          </p:style>
        </p:cxnSp>
        <p:grpSp>
          <p:nvGrpSpPr>
            <p:cNvPr id="221" name="Group 220">
              <a:extLst>
                <a:ext uri="{FF2B5EF4-FFF2-40B4-BE49-F238E27FC236}">
                  <a16:creationId xmlns:a16="http://schemas.microsoft.com/office/drawing/2014/main" id="{4AFD0DB0-9313-65B2-322F-8AE0874C9735}"/>
                </a:ext>
              </a:extLst>
            </p:cNvPr>
            <p:cNvGrpSpPr/>
            <p:nvPr/>
          </p:nvGrpSpPr>
          <p:grpSpPr>
            <a:xfrm>
              <a:off x="6623495" y="1441719"/>
              <a:ext cx="1608083" cy="738664"/>
              <a:chOff x="1345323" y="1944414"/>
              <a:chExt cx="1608083" cy="738664"/>
            </a:xfrm>
          </p:grpSpPr>
          <p:sp>
            <p:nvSpPr>
              <p:cNvPr id="222" name="TextBox 221">
                <a:extLst>
                  <a:ext uri="{FF2B5EF4-FFF2-40B4-BE49-F238E27FC236}">
                    <a16:creationId xmlns:a16="http://schemas.microsoft.com/office/drawing/2014/main" id="{48C0295F-C14C-A447-3B45-BF5524FF2B06}"/>
                  </a:ext>
                </a:extLst>
              </p:cNvPr>
              <p:cNvSpPr txBox="1"/>
              <p:nvPr/>
            </p:nvSpPr>
            <p:spPr>
              <a:xfrm>
                <a:off x="1345323" y="1944414"/>
                <a:ext cx="1608083" cy="369332"/>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pPr algn="ctr"/>
                <a:r>
                  <a:rPr lang="en-US" dirty="0" err="1"/>
                  <a:t>Shahzaman</a:t>
                </a:r>
                <a:endParaRPr lang="en-US" dirty="0"/>
              </a:p>
            </p:txBody>
          </p:sp>
          <p:sp>
            <p:nvSpPr>
              <p:cNvPr id="223" name="TextBox 222">
                <a:extLst>
                  <a:ext uri="{FF2B5EF4-FFF2-40B4-BE49-F238E27FC236}">
                    <a16:creationId xmlns:a16="http://schemas.microsoft.com/office/drawing/2014/main" id="{22BB3F06-A225-A578-EDD8-E0F56E540DC4}"/>
                  </a:ext>
                </a:extLst>
              </p:cNvPr>
              <p:cNvSpPr txBox="1"/>
              <p:nvPr/>
            </p:nvSpPr>
            <p:spPr>
              <a:xfrm>
                <a:off x="1345324" y="2313746"/>
                <a:ext cx="1608082" cy="369332"/>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dirty="0"/>
                  <a:t>Next: 1320</a:t>
                </a:r>
              </a:p>
            </p:txBody>
          </p:sp>
        </p:grpSp>
        <p:cxnSp>
          <p:nvCxnSpPr>
            <p:cNvPr id="224" name="Connector: Elbow 223">
              <a:extLst>
                <a:ext uri="{FF2B5EF4-FFF2-40B4-BE49-F238E27FC236}">
                  <a16:creationId xmlns:a16="http://schemas.microsoft.com/office/drawing/2014/main" id="{4012E97B-BC47-B062-6D50-EAE8D79C698D}"/>
                </a:ext>
              </a:extLst>
            </p:cNvPr>
            <p:cNvCxnSpPr>
              <a:stCxn id="219" idx="3"/>
              <a:endCxn id="222" idx="1"/>
            </p:cNvCxnSpPr>
            <p:nvPr/>
          </p:nvCxnSpPr>
          <p:spPr>
            <a:xfrm flipV="1">
              <a:off x="6365667" y="1626385"/>
              <a:ext cx="257828" cy="369332"/>
            </a:xfrm>
            <a:prstGeom prst="bentConnector3">
              <a:avLst/>
            </a:prstGeom>
            <a:ln>
              <a:tailEnd type="triangle"/>
            </a:ln>
          </p:spPr>
          <p:style>
            <a:lnRef idx="1">
              <a:schemeClr val="dk1"/>
            </a:lnRef>
            <a:fillRef idx="0">
              <a:schemeClr val="dk1"/>
            </a:fillRef>
            <a:effectRef idx="0">
              <a:schemeClr val="dk1"/>
            </a:effectRef>
            <a:fontRef idx="minor">
              <a:schemeClr val="tx1"/>
            </a:fontRef>
          </p:style>
        </p:cxnSp>
        <p:grpSp>
          <p:nvGrpSpPr>
            <p:cNvPr id="225" name="Group 224">
              <a:extLst>
                <a:ext uri="{FF2B5EF4-FFF2-40B4-BE49-F238E27FC236}">
                  <a16:creationId xmlns:a16="http://schemas.microsoft.com/office/drawing/2014/main" id="{5048507D-83AB-39B2-C47B-7E684012F553}"/>
                </a:ext>
              </a:extLst>
            </p:cNvPr>
            <p:cNvGrpSpPr/>
            <p:nvPr/>
          </p:nvGrpSpPr>
          <p:grpSpPr>
            <a:xfrm>
              <a:off x="8489406" y="1441719"/>
              <a:ext cx="1608083" cy="738664"/>
              <a:chOff x="1345323" y="1944414"/>
              <a:chExt cx="1608083" cy="738664"/>
            </a:xfrm>
          </p:grpSpPr>
          <p:sp>
            <p:nvSpPr>
              <p:cNvPr id="226" name="TextBox 225">
                <a:extLst>
                  <a:ext uri="{FF2B5EF4-FFF2-40B4-BE49-F238E27FC236}">
                    <a16:creationId xmlns:a16="http://schemas.microsoft.com/office/drawing/2014/main" id="{B8468FD2-3C33-1896-5CFD-8300B56B7B2C}"/>
                  </a:ext>
                </a:extLst>
              </p:cNvPr>
              <p:cNvSpPr txBox="1"/>
              <p:nvPr/>
            </p:nvSpPr>
            <p:spPr>
              <a:xfrm>
                <a:off x="1345323" y="1944414"/>
                <a:ext cx="1608083" cy="369332"/>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pPr algn="ctr"/>
                <a:r>
                  <a:rPr lang="en-US" dirty="0"/>
                  <a:t>Omar Baig</a:t>
                </a:r>
              </a:p>
            </p:txBody>
          </p:sp>
          <p:sp>
            <p:nvSpPr>
              <p:cNvPr id="227" name="TextBox 226">
                <a:extLst>
                  <a:ext uri="{FF2B5EF4-FFF2-40B4-BE49-F238E27FC236}">
                    <a16:creationId xmlns:a16="http://schemas.microsoft.com/office/drawing/2014/main" id="{46DB5FFD-5E7C-35A5-6E4A-0E828F199716}"/>
                  </a:ext>
                </a:extLst>
              </p:cNvPr>
              <p:cNvSpPr txBox="1"/>
              <p:nvPr/>
            </p:nvSpPr>
            <p:spPr>
              <a:xfrm>
                <a:off x="1345324" y="2313746"/>
                <a:ext cx="1608082" cy="369332"/>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dirty="0"/>
                  <a:t>Next: 1400</a:t>
                </a:r>
              </a:p>
            </p:txBody>
          </p:sp>
        </p:grpSp>
        <p:cxnSp>
          <p:nvCxnSpPr>
            <p:cNvPr id="228" name="Connector: Elbow 227">
              <a:extLst>
                <a:ext uri="{FF2B5EF4-FFF2-40B4-BE49-F238E27FC236}">
                  <a16:creationId xmlns:a16="http://schemas.microsoft.com/office/drawing/2014/main" id="{69E4D838-7DB3-6200-DAB9-4580B505DEEA}"/>
                </a:ext>
              </a:extLst>
            </p:cNvPr>
            <p:cNvCxnSpPr>
              <a:stCxn id="223" idx="3"/>
              <a:endCxn id="226" idx="1"/>
            </p:cNvCxnSpPr>
            <p:nvPr/>
          </p:nvCxnSpPr>
          <p:spPr>
            <a:xfrm flipV="1">
              <a:off x="8231578" y="1626385"/>
              <a:ext cx="257828" cy="369332"/>
            </a:xfrm>
            <a:prstGeom prst="bentConnector3">
              <a:avLst/>
            </a:prstGeom>
            <a:ln>
              <a:tailEnd type="triangle"/>
            </a:ln>
          </p:spPr>
          <p:style>
            <a:lnRef idx="1">
              <a:schemeClr val="dk1"/>
            </a:lnRef>
            <a:fillRef idx="0">
              <a:schemeClr val="dk1"/>
            </a:fillRef>
            <a:effectRef idx="0">
              <a:schemeClr val="dk1"/>
            </a:effectRef>
            <a:fontRef idx="minor">
              <a:schemeClr val="tx1"/>
            </a:fontRef>
          </p:style>
        </p:cxnSp>
        <p:grpSp>
          <p:nvGrpSpPr>
            <p:cNvPr id="229" name="Group 228">
              <a:extLst>
                <a:ext uri="{FF2B5EF4-FFF2-40B4-BE49-F238E27FC236}">
                  <a16:creationId xmlns:a16="http://schemas.microsoft.com/office/drawing/2014/main" id="{C8C75C70-766E-FBB9-4F22-B03E115A61EB}"/>
                </a:ext>
              </a:extLst>
            </p:cNvPr>
            <p:cNvGrpSpPr/>
            <p:nvPr/>
          </p:nvGrpSpPr>
          <p:grpSpPr>
            <a:xfrm>
              <a:off x="10355317" y="1441719"/>
              <a:ext cx="1608083" cy="738664"/>
              <a:chOff x="1345323" y="1944414"/>
              <a:chExt cx="1608083" cy="738664"/>
            </a:xfrm>
          </p:grpSpPr>
          <p:sp>
            <p:nvSpPr>
              <p:cNvPr id="230" name="TextBox 229">
                <a:extLst>
                  <a:ext uri="{FF2B5EF4-FFF2-40B4-BE49-F238E27FC236}">
                    <a16:creationId xmlns:a16="http://schemas.microsoft.com/office/drawing/2014/main" id="{C8C215B8-9C7C-9FC3-9055-9E8E1FA346BD}"/>
                  </a:ext>
                </a:extLst>
              </p:cNvPr>
              <p:cNvSpPr txBox="1"/>
              <p:nvPr/>
            </p:nvSpPr>
            <p:spPr>
              <a:xfrm>
                <a:off x="1345323" y="1944414"/>
                <a:ext cx="1608083" cy="369332"/>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pPr algn="ctr"/>
                <a:r>
                  <a:rPr lang="en-US" dirty="0"/>
                  <a:t>Omar Khan</a:t>
                </a:r>
              </a:p>
            </p:txBody>
          </p:sp>
          <p:sp>
            <p:nvSpPr>
              <p:cNvPr id="231" name="TextBox 230">
                <a:extLst>
                  <a:ext uri="{FF2B5EF4-FFF2-40B4-BE49-F238E27FC236}">
                    <a16:creationId xmlns:a16="http://schemas.microsoft.com/office/drawing/2014/main" id="{8F173504-B851-0ABC-91A8-3CE2CF41B0FB}"/>
                  </a:ext>
                </a:extLst>
              </p:cNvPr>
              <p:cNvSpPr txBox="1"/>
              <p:nvPr/>
            </p:nvSpPr>
            <p:spPr>
              <a:xfrm>
                <a:off x="1345324" y="2313746"/>
                <a:ext cx="1608082" cy="369332"/>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dirty="0"/>
                  <a:t>Next: Null</a:t>
                </a:r>
              </a:p>
            </p:txBody>
          </p:sp>
        </p:grpSp>
        <p:cxnSp>
          <p:nvCxnSpPr>
            <p:cNvPr id="232" name="Connector: Elbow 231">
              <a:extLst>
                <a:ext uri="{FF2B5EF4-FFF2-40B4-BE49-F238E27FC236}">
                  <a16:creationId xmlns:a16="http://schemas.microsoft.com/office/drawing/2014/main" id="{F3EE973A-C53F-79CD-35AE-8E27B1A37F1D}"/>
                </a:ext>
              </a:extLst>
            </p:cNvPr>
            <p:cNvCxnSpPr>
              <a:stCxn id="227" idx="3"/>
              <a:endCxn id="230" idx="1"/>
            </p:cNvCxnSpPr>
            <p:nvPr/>
          </p:nvCxnSpPr>
          <p:spPr>
            <a:xfrm flipV="1">
              <a:off x="10097489" y="1626385"/>
              <a:ext cx="257828" cy="369332"/>
            </a:xfrm>
            <a:prstGeom prst="bentConnector3">
              <a:avLst/>
            </a:prstGeom>
            <a:ln>
              <a:tailEnd type="triangle"/>
            </a:ln>
          </p:spPr>
          <p:style>
            <a:lnRef idx="1">
              <a:schemeClr val="dk1"/>
            </a:lnRef>
            <a:fillRef idx="0">
              <a:schemeClr val="dk1"/>
            </a:fillRef>
            <a:effectRef idx="0">
              <a:schemeClr val="dk1"/>
            </a:effectRef>
            <a:fontRef idx="minor">
              <a:schemeClr val="tx1"/>
            </a:fontRef>
          </p:style>
        </p:cxnSp>
        <p:sp>
          <p:nvSpPr>
            <p:cNvPr id="233" name="TextBox 232">
              <a:extLst>
                <a:ext uri="{FF2B5EF4-FFF2-40B4-BE49-F238E27FC236}">
                  <a16:creationId xmlns:a16="http://schemas.microsoft.com/office/drawing/2014/main" id="{238000E0-F9ED-18FE-FC50-1877EC95625B}"/>
                </a:ext>
              </a:extLst>
            </p:cNvPr>
            <p:cNvSpPr txBox="1"/>
            <p:nvPr/>
          </p:nvSpPr>
          <p:spPr>
            <a:xfrm>
              <a:off x="80864" y="1441719"/>
              <a:ext cx="767967" cy="646331"/>
            </a:xfrm>
            <a:prstGeom prst="rect">
              <a:avLst/>
            </a:prstGeom>
            <a:noFill/>
          </p:spPr>
          <p:txBody>
            <a:bodyPr wrap="none" rtlCol="0">
              <a:spAutoFit/>
            </a:bodyPr>
            <a:lstStyle/>
            <a:p>
              <a:r>
                <a:rPr lang="en-US" b="1" dirty="0"/>
                <a:t>START</a:t>
              </a:r>
            </a:p>
            <a:p>
              <a:r>
                <a:rPr lang="en-US" b="1" dirty="0"/>
                <a:t>1000</a:t>
              </a:r>
            </a:p>
          </p:txBody>
        </p:sp>
        <p:sp>
          <p:nvSpPr>
            <p:cNvPr id="314" name="TextBox 313">
              <a:extLst>
                <a:ext uri="{FF2B5EF4-FFF2-40B4-BE49-F238E27FC236}">
                  <a16:creationId xmlns:a16="http://schemas.microsoft.com/office/drawing/2014/main" id="{9BB302EC-15E9-A29A-0919-1062103F1032}"/>
                </a:ext>
              </a:extLst>
            </p:cNvPr>
            <p:cNvSpPr txBox="1"/>
            <p:nvPr/>
          </p:nvSpPr>
          <p:spPr>
            <a:xfrm>
              <a:off x="4327930" y="2250885"/>
              <a:ext cx="2441438" cy="369332"/>
            </a:xfrm>
            <a:prstGeom prst="rect">
              <a:avLst/>
            </a:prstGeom>
            <a:noFill/>
          </p:spPr>
          <p:txBody>
            <a:bodyPr wrap="none" rtlCol="0">
              <a:spAutoFit/>
            </a:bodyPr>
            <a:lstStyle/>
            <a:p>
              <a:r>
                <a:rPr lang="en-US" dirty="0"/>
                <a:t>Find the Node to delete</a:t>
              </a:r>
            </a:p>
          </p:txBody>
        </p:sp>
      </p:grpSp>
      <p:grpSp>
        <p:nvGrpSpPr>
          <p:cNvPr id="1024" name="Group 1023">
            <a:extLst>
              <a:ext uri="{FF2B5EF4-FFF2-40B4-BE49-F238E27FC236}">
                <a16:creationId xmlns:a16="http://schemas.microsoft.com/office/drawing/2014/main" id="{70252386-2C39-B244-D784-76582291C3AB}"/>
              </a:ext>
            </a:extLst>
          </p:cNvPr>
          <p:cNvGrpSpPr/>
          <p:nvPr/>
        </p:nvGrpSpPr>
        <p:grpSpPr>
          <a:xfrm>
            <a:off x="80864" y="3060051"/>
            <a:ext cx="11882536" cy="1339342"/>
            <a:chOff x="80864" y="3060051"/>
            <a:chExt cx="11882536" cy="1339342"/>
          </a:xfrm>
        </p:grpSpPr>
        <p:grpSp>
          <p:nvGrpSpPr>
            <p:cNvPr id="234" name="Group 233">
              <a:extLst>
                <a:ext uri="{FF2B5EF4-FFF2-40B4-BE49-F238E27FC236}">
                  <a16:creationId xmlns:a16="http://schemas.microsoft.com/office/drawing/2014/main" id="{26AF864F-3F3A-7409-74F9-5ABF97005035}"/>
                </a:ext>
              </a:extLst>
            </p:cNvPr>
            <p:cNvGrpSpPr/>
            <p:nvPr/>
          </p:nvGrpSpPr>
          <p:grpSpPr>
            <a:xfrm>
              <a:off x="973858" y="3060051"/>
              <a:ext cx="1608083" cy="738664"/>
              <a:chOff x="1345323" y="1944414"/>
              <a:chExt cx="1608083" cy="738664"/>
            </a:xfrm>
          </p:grpSpPr>
          <p:sp>
            <p:nvSpPr>
              <p:cNvPr id="235" name="TextBox 234">
                <a:extLst>
                  <a:ext uri="{FF2B5EF4-FFF2-40B4-BE49-F238E27FC236}">
                    <a16:creationId xmlns:a16="http://schemas.microsoft.com/office/drawing/2014/main" id="{A8B55BB0-7CCD-2373-4999-D05744E0EA66}"/>
                  </a:ext>
                </a:extLst>
              </p:cNvPr>
              <p:cNvSpPr txBox="1"/>
              <p:nvPr/>
            </p:nvSpPr>
            <p:spPr>
              <a:xfrm>
                <a:off x="1345323" y="1944414"/>
                <a:ext cx="1608083" cy="369332"/>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pPr algn="ctr"/>
                <a:r>
                  <a:rPr lang="en-US" dirty="0" err="1"/>
                  <a:t>Hafs</a:t>
                </a:r>
                <a:endParaRPr lang="en-US" dirty="0"/>
              </a:p>
            </p:txBody>
          </p:sp>
          <p:sp>
            <p:nvSpPr>
              <p:cNvPr id="236" name="TextBox 235">
                <a:extLst>
                  <a:ext uri="{FF2B5EF4-FFF2-40B4-BE49-F238E27FC236}">
                    <a16:creationId xmlns:a16="http://schemas.microsoft.com/office/drawing/2014/main" id="{6B02478D-A916-6E61-9F79-D5AD8D00881D}"/>
                  </a:ext>
                </a:extLst>
              </p:cNvPr>
              <p:cNvSpPr txBox="1"/>
              <p:nvPr/>
            </p:nvSpPr>
            <p:spPr>
              <a:xfrm>
                <a:off x="1345324" y="2313746"/>
                <a:ext cx="1608082" cy="369332"/>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dirty="0"/>
                  <a:t>Next: 1080</a:t>
                </a:r>
              </a:p>
            </p:txBody>
          </p:sp>
        </p:grpSp>
        <p:grpSp>
          <p:nvGrpSpPr>
            <p:cNvPr id="237" name="Group 236">
              <a:extLst>
                <a:ext uri="{FF2B5EF4-FFF2-40B4-BE49-F238E27FC236}">
                  <a16:creationId xmlns:a16="http://schemas.microsoft.com/office/drawing/2014/main" id="{BC4BAB96-169A-0069-B90F-E0B155BB775E}"/>
                </a:ext>
              </a:extLst>
            </p:cNvPr>
            <p:cNvGrpSpPr/>
            <p:nvPr/>
          </p:nvGrpSpPr>
          <p:grpSpPr>
            <a:xfrm>
              <a:off x="2865721" y="3060051"/>
              <a:ext cx="1608083" cy="738664"/>
              <a:chOff x="1345323" y="1944414"/>
              <a:chExt cx="1608083" cy="738664"/>
            </a:xfrm>
          </p:grpSpPr>
          <p:sp>
            <p:nvSpPr>
              <p:cNvPr id="238" name="TextBox 237">
                <a:extLst>
                  <a:ext uri="{FF2B5EF4-FFF2-40B4-BE49-F238E27FC236}">
                    <a16:creationId xmlns:a16="http://schemas.microsoft.com/office/drawing/2014/main" id="{75FFACF6-FF2F-BB8F-8E7C-049899D1EE4A}"/>
                  </a:ext>
                </a:extLst>
              </p:cNvPr>
              <p:cNvSpPr txBox="1"/>
              <p:nvPr/>
            </p:nvSpPr>
            <p:spPr>
              <a:xfrm>
                <a:off x="1345323" y="1944414"/>
                <a:ext cx="1608083" cy="369332"/>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pPr algn="ctr"/>
                <a:r>
                  <a:rPr lang="en-US" dirty="0"/>
                  <a:t>Asra</a:t>
                </a:r>
              </a:p>
            </p:txBody>
          </p:sp>
          <p:sp>
            <p:nvSpPr>
              <p:cNvPr id="239" name="TextBox 238">
                <a:extLst>
                  <a:ext uri="{FF2B5EF4-FFF2-40B4-BE49-F238E27FC236}">
                    <a16:creationId xmlns:a16="http://schemas.microsoft.com/office/drawing/2014/main" id="{CF294768-6F87-BDFF-8F4F-960DD5882177}"/>
                  </a:ext>
                </a:extLst>
              </p:cNvPr>
              <p:cNvSpPr txBox="1"/>
              <p:nvPr/>
            </p:nvSpPr>
            <p:spPr>
              <a:xfrm>
                <a:off x="1345324" y="2313746"/>
                <a:ext cx="1608082" cy="369332"/>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dirty="0"/>
                  <a:t>Next: 1160</a:t>
                </a:r>
              </a:p>
            </p:txBody>
          </p:sp>
        </p:grpSp>
        <p:cxnSp>
          <p:nvCxnSpPr>
            <p:cNvPr id="240" name="Connector: Elbow 239">
              <a:extLst>
                <a:ext uri="{FF2B5EF4-FFF2-40B4-BE49-F238E27FC236}">
                  <a16:creationId xmlns:a16="http://schemas.microsoft.com/office/drawing/2014/main" id="{B7098FFA-5991-5B86-5313-DBB8E6ACD2D1}"/>
                </a:ext>
              </a:extLst>
            </p:cNvPr>
            <p:cNvCxnSpPr>
              <a:stCxn id="236" idx="3"/>
              <a:endCxn id="238" idx="1"/>
            </p:cNvCxnSpPr>
            <p:nvPr/>
          </p:nvCxnSpPr>
          <p:spPr>
            <a:xfrm flipV="1">
              <a:off x="2581941" y="3244717"/>
              <a:ext cx="283780" cy="369332"/>
            </a:xfrm>
            <a:prstGeom prst="bentConnector3">
              <a:avLst/>
            </a:prstGeom>
            <a:ln>
              <a:tailEnd type="triangle"/>
            </a:ln>
          </p:spPr>
          <p:style>
            <a:lnRef idx="1">
              <a:schemeClr val="dk1"/>
            </a:lnRef>
            <a:fillRef idx="0">
              <a:schemeClr val="dk1"/>
            </a:fillRef>
            <a:effectRef idx="0">
              <a:schemeClr val="dk1"/>
            </a:effectRef>
            <a:fontRef idx="minor">
              <a:schemeClr val="tx1"/>
            </a:fontRef>
          </p:style>
        </p:cxnSp>
        <p:grpSp>
          <p:nvGrpSpPr>
            <p:cNvPr id="241" name="Group 240">
              <a:extLst>
                <a:ext uri="{FF2B5EF4-FFF2-40B4-BE49-F238E27FC236}">
                  <a16:creationId xmlns:a16="http://schemas.microsoft.com/office/drawing/2014/main" id="{2EEA31F5-6574-6B36-960F-D0CE6CB05433}"/>
                </a:ext>
              </a:extLst>
            </p:cNvPr>
            <p:cNvGrpSpPr/>
            <p:nvPr/>
          </p:nvGrpSpPr>
          <p:grpSpPr>
            <a:xfrm>
              <a:off x="4757584" y="3060051"/>
              <a:ext cx="1608083" cy="738664"/>
              <a:chOff x="1345323" y="1944414"/>
              <a:chExt cx="1608083" cy="738664"/>
            </a:xfrm>
          </p:grpSpPr>
          <p:sp>
            <p:nvSpPr>
              <p:cNvPr id="242" name="TextBox 241">
                <a:extLst>
                  <a:ext uri="{FF2B5EF4-FFF2-40B4-BE49-F238E27FC236}">
                    <a16:creationId xmlns:a16="http://schemas.microsoft.com/office/drawing/2014/main" id="{25C8716F-AC0F-42AC-067D-A80E30DAA07C}"/>
                  </a:ext>
                </a:extLst>
              </p:cNvPr>
              <p:cNvSpPr txBox="1"/>
              <p:nvPr/>
            </p:nvSpPr>
            <p:spPr>
              <a:xfrm>
                <a:off x="1345323" y="1944414"/>
                <a:ext cx="1608083" cy="369332"/>
              </a:xfrm>
              <a:prstGeom prst="rect">
                <a:avLst/>
              </a:prstGeom>
              <a:ln w="76200">
                <a:solidFill>
                  <a:srgbClr val="FF0000"/>
                </a:solidFill>
              </a:ln>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pPr algn="ctr"/>
                <a:r>
                  <a:rPr lang="en-US" dirty="0" err="1"/>
                  <a:t>Mohimin</a:t>
                </a:r>
                <a:endParaRPr lang="en-US" dirty="0"/>
              </a:p>
            </p:txBody>
          </p:sp>
          <p:sp>
            <p:nvSpPr>
              <p:cNvPr id="243" name="TextBox 242">
                <a:extLst>
                  <a:ext uri="{FF2B5EF4-FFF2-40B4-BE49-F238E27FC236}">
                    <a16:creationId xmlns:a16="http://schemas.microsoft.com/office/drawing/2014/main" id="{968B7551-D06C-96AB-CC44-A52F8719A22C}"/>
                  </a:ext>
                </a:extLst>
              </p:cNvPr>
              <p:cNvSpPr txBox="1"/>
              <p:nvPr/>
            </p:nvSpPr>
            <p:spPr>
              <a:xfrm>
                <a:off x="1345324" y="2313746"/>
                <a:ext cx="1608082" cy="369332"/>
              </a:xfrm>
              <a:prstGeom prst="rect">
                <a:avLst/>
              </a:prstGeom>
              <a:ln w="76200">
                <a:solidFill>
                  <a:srgbClr val="FF0000"/>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dirty="0"/>
                  <a:t>Next: 1240</a:t>
                </a:r>
              </a:p>
            </p:txBody>
          </p:sp>
        </p:grpSp>
        <p:cxnSp>
          <p:nvCxnSpPr>
            <p:cNvPr id="244" name="Connector: Elbow 243">
              <a:extLst>
                <a:ext uri="{FF2B5EF4-FFF2-40B4-BE49-F238E27FC236}">
                  <a16:creationId xmlns:a16="http://schemas.microsoft.com/office/drawing/2014/main" id="{26C9C688-E9A1-AD73-B7ED-FA9001838654}"/>
                </a:ext>
              </a:extLst>
            </p:cNvPr>
            <p:cNvCxnSpPr>
              <a:stCxn id="239" idx="3"/>
              <a:endCxn id="242" idx="1"/>
            </p:cNvCxnSpPr>
            <p:nvPr/>
          </p:nvCxnSpPr>
          <p:spPr>
            <a:xfrm flipV="1">
              <a:off x="4473804" y="3244717"/>
              <a:ext cx="283780" cy="369332"/>
            </a:xfrm>
            <a:prstGeom prst="bentConnector3">
              <a:avLst/>
            </a:prstGeom>
            <a:ln>
              <a:tailEnd type="triangle"/>
            </a:ln>
          </p:spPr>
          <p:style>
            <a:lnRef idx="1">
              <a:schemeClr val="dk1"/>
            </a:lnRef>
            <a:fillRef idx="0">
              <a:schemeClr val="dk1"/>
            </a:fillRef>
            <a:effectRef idx="0">
              <a:schemeClr val="dk1"/>
            </a:effectRef>
            <a:fontRef idx="minor">
              <a:schemeClr val="tx1"/>
            </a:fontRef>
          </p:style>
        </p:cxnSp>
        <p:grpSp>
          <p:nvGrpSpPr>
            <p:cNvPr id="245" name="Group 244">
              <a:extLst>
                <a:ext uri="{FF2B5EF4-FFF2-40B4-BE49-F238E27FC236}">
                  <a16:creationId xmlns:a16="http://schemas.microsoft.com/office/drawing/2014/main" id="{8CA6CA54-D35C-91FC-F3EC-A972FC390185}"/>
                </a:ext>
              </a:extLst>
            </p:cNvPr>
            <p:cNvGrpSpPr/>
            <p:nvPr/>
          </p:nvGrpSpPr>
          <p:grpSpPr>
            <a:xfrm>
              <a:off x="6623495" y="3060051"/>
              <a:ext cx="1608083" cy="738664"/>
              <a:chOff x="1345323" y="1944414"/>
              <a:chExt cx="1608083" cy="738664"/>
            </a:xfrm>
          </p:grpSpPr>
          <p:sp>
            <p:nvSpPr>
              <p:cNvPr id="246" name="TextBox 245">
                <a:extLst>
                  <a:ext uri="{FF2B5EF4-FFF2-40B4-BE49-F238E27FC236}">
                    <a16:creationId xmlns:a16="http://schemas.microsoft.com/office/drawing/2014/main" id="{17914B40-5F96-4DA0-23A6-212F7201E47D}"/>
                  </a:ext>
                </a:extLst>
              </p:cNvPr>
              <p:cNvSpPr txBox="1"/>
              <p:nvPr/>
            </p:nvSpPr>
            <p:spPr>
              <a:xfrm>
                <a:off x="1345323" y="1944414"/>
                <a:ext cx="1608083" cy="369332"/>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pPr algn="ctr"/>
                <a:r>
                  <a:rPr lang="en-US" dirty="0" err="1"/>
                  <a:t>Shahzaman</a:t>
                </a:r>
                <a:endParaRPr lang="en-US" dirty="0"/>
              </a:p>
            </p:txBody>
          </p:sp>
          <p:sp>
            <p:nvSpPr>
              <p:cNvPr id="247" name="TextBox 246">
                <a:extLst>
                  <a:ext uri="{FF2B5EF4-FFF2-40B4-BE49-F238E27FC236}">
                    <a16:creationId xmlns:a16="http://schemas.microsoft.com/office/drawing/2014/main" id="{686AA31B-EE08-CDFA-83ED-BC888B01E668}"/>
                  </a:ext>
                </a:extLst>
              </p:cNvPr>
              <p:cNvSpPr txBox="1"/>
              <p:nvPr/>
            </p:nvSpPr>
            <p:spPr>
              <a:xfrm>
                <a:off x="1345324" y="2313746"/>
                <a:ext cx="1608082" cy="369332"/>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dirty="0"/>
                  <a:t>Next: 1320</a:t>
                </a:r>
              </a:p>
            </p:txBody>
          </p:sp>
        </p:grpSp>
        <p:cxnSp>
          <p:nvCxnSpPr>
            <p:cNvPr id="248" name="Connector: Elbow 247">
              <a:extLst>
                <a:ext uri="{FF2B5EF4-FFF2-40B4-BE49-F238E27FC236}">
                  <a16:creationId xmlns:a16="http://schemas.microsoft.com/office/drawing/2014/main" id="{322F526B-D2BC-E613-65D0-FE89D4620B7A}"/>
                </a:ext>
              </a:extLst>
            </p:cNvPr>
            <p:cNvCxnSpPr>
              <a:stCxn id="243" idx="3"/>
              <a:endCxn id="246" idx="1"/>
            </p:cNvCxnSpPr>
            <p:nvPr/>
          </p:nvCxnSpPr>
          <p:spPr>
            <a:xfrm flipV="1">
              <a:off x="6365667" y="3244717"/>
              <a:ext cx="257828" cy="369332"/>
            </a:xfrm>
            <a:prstGeom prst="bentConnector3">
              <a:avLst/>
            </a:prstGeom>
            <a:ln>
              <a:tailEnd type="triangle"/>
            </a:ln>
          </p:spPr>
          <p:style>
            <a:lnRef idx="1">
              <a:schemeClr val="dk1"/>
            </a:lnRef>
            <a:fillRef idx="0">
              <a:schemeClr val="dk1"/>
            </a:fillRef>
            <a:effectRef idx="0">
              <a:schemeClr val="dk1"/>
            </a:effectRef>
            <a:fontRef idx="minor">
              <a:schemeClr val="tx1"/>
            </a:fontRef>
          </p:style>
        </p:cxnSp>
        <p:grpSp>
          <p:nvGrpSpPr>
            <p:cNvPr id="249" name="Group 248">
              <a:extLst>
                <a:ext uri="{FF2B5EF4-FFF2-40B4-BE49-F238E27FC236}">
                  <a16:creationId xmlns:a16="http://schemas.microsoft.com/office/drawing/2014/main" id="{7E32D504-8506-449E-A9C3-8CA8CC031179}"/>
                </a:ext>
              </a:extLst>
            </p:cNvPr>
            <p:cNvGrpSpPr/>
            <p:nvPr/>
          </p:nvGrpSpPr>
          <p:grpSpPr>
            <a:xfrm>
              <a:off x="8489406" y="3060051"/>
              <a:ext cx="1608083" cy="738664"/>
              <a:chOff x="1345323" y="1944414"/>
              <a:chExt cx="1608083" cy="738664"/>
            </a:xfrm>
          </p:grpSpPr>
          <p:sp>
            <p:nvSpPr>
              <p:cNvPr id="250" name="TextBox 249">
                <a:extLst>
                  <a:ext uri="{FF2B5EF4-FFF2-40B4-BE49-F238E27FC236}">
                    <a16:creationId xmlns:a16="http://schemas.microsoft.com/office/drawing/2014/main" id="{40563791-A032-1219-0217-963A4D4C27E8}"/>
                  </a:ext>
                </a:extLst>
              </p:cNvPr>
              <p:cNvSpPr txBox="1"/>
              <p:nvPr/>
            </p:nvSpPr>
            <p:spPr>
              <a:xfrm>
                <a:off x="1345323" y="1944414"/>
                <a:ext cx="1608083" cy="369332"/>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pPr algn="ctr"/>
                <a:r>
                  <a:rPr lang="en-US" dirty="0"/>
                  <a:t>Omar Baig</a:t>
                </a:r>
              </a:p>
            </p:txBody>
          </p:sp>
          <p:sp>
            <p:nvSpPr>
              <p:cNvPr id="251" name="TextBox 250">
                <a:extLst>
                  <a:ext uri="{FF2B5EF4-FFF2-40B4-BE49-F238E27FC236}">
                    <a16:creationId xmlns:a16="http://schemas.microsoft.com/office/drawing/2014/main" id="{36BF661D-96F9-4C8A-14E0-521BC3667E98}"/>
                  </a:ext>
                </a:extLst>
              </p:cNvPr>
              <p:cNvSpPr txBox="1"/>
              <p:nvPr/>
            </p:nvSpPr>
            <p:spPr>
              <a:xfrm>
                <a:off x="1345324" y="2313746"/>
                <a:ext cx="1608082" cy="369332"/>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dirty="0"/>
                  <a:t>Next: 1400</a:t>
                </a:r>
              </a:p>
            </p:txBody>
          </p:sp>
        </p:grpSp>
        <p:cxnSp>
          <p:nvCxnSpPr>
            <p:cNvPr id="252" name="Connector: Elbow 251">
              <a:extLst>
                <a:ext uri="{FF2B5EF4-FFF2-40B4-BE49-F238E27FC236}">
                  <a16:creationId xmlns:a16="http://schemas.microsoft.com/office/drawing/2014/main" id="{4F1485D7-04A2-E361-5995-72B9663EF71A}"/>
                </a:ext>
              </a:extLst>
            </p:cNvPr>
            <p:cNvCxnSpPr>
              <a:stCxn id="247" idx="3"/>
              <a:endCxn id="250" idx="1"/>
            </p:cNvCxnSpPr>
            <p:nvPr/>
          </p:nvCxnSpPr>
          <p:spPr>
            <a:xfrm flipV="1">
              <a:off x="8231578" y="3244717"/>
              <a:ext cx="257828" cy="369332"/>
            </a:xfrm>
            <a:prstGeom prst="bentConnector3">
              <a:avLst/>
            </a:prstGeom>
            <a:ln>
              <a:tailEnd type="triangle"/>
            </a:ln>
          </p:spPr>
          <p:style>
            <a:lnRef idx="1">
              <a:schemeClr val="dk1"/>
            </a:lnRef>
            <a:fillRef idx="0">
              <a:schemeClr val="dk1"/>
            </a:fillRef>
            <a:effectRef idx="0">
              <a:schemeClr val="dk1"/>
            </a:effectRef>
            <a:fontRef idx="minor">
              <a:schemeClr val="tx1"/>
            </a:fontRef>
          </p:style>
        </p:cxnSp>
        <p:grpSp>
          <p:nvGrpSpPr>
            <p:cNvPr id="253" name="Group 252">
              <a:extLst>
                <a:ext uri="{FF2B5EF4-FFF2-40B4-BE49-F238E27FC236}">
                  <a16:creationId xmlns:a16="http://schemas.microsoft.com/office/drawing/2014/main" id="{DC3C5F5C-8C69-BD03-130B-AFE65BFDB39E}"/>
                </a:ext>
              </a:extLst>
            </p:cNvPr>
            <p:cNvGrpSpPr/>
            <p:nvPr/>
          </p:nvGrpSpPr>
          <p:grpSpPr>
            <a:xfrm>
              <a:off x="10355317" y="3060051"/>
              <a:ext cx="1608083" cy="738664"/>
              <a:chOff x="1345323" y="1944414"/>
              <a:chExt cx="1608083" cy="738664"/>
            </a:xfrm>
          </p:grpSpPr>
          <p:sp>
            <p:nvSpPr>
              <p:cNvPr id="254" name="TextBox 253">
                <a:extLst>
                  <a:ext uri="{FF2B5EF4-FFF2-40B4-BE49-F238E27FC236}">
                    <a16:creationId xmlns:a16="http://schemas.microsoft.com/office/drawing/2014/main" id="{48ECE181-C4EC-83DE-9D4C-3F77908B3A55}"/>
                  </a:ext>
                </a:extLst>
              </p:cNvPr>
              <p:cNvSpPr txBox="1"/>
              <p:nvPr/>
            </p:nvSpPr>
            <p:spPr>
              <a:xfrm>
                <a:off x="1345323" y="1944414"/>
                <a:ext cx="1608083" cy="369332"/>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pPr algn="ctr"/>
                <a:r>
                  <a:rPr lang="en-US" dirty="0"/>
                  <a:t>Omar Khan</a:t>
                </a:r>
              </a:p>
            </p:txBody>
          </p:sp>
          <p:sp>
            <p:nvSpPr>
              <p:cNvPr id="255" name="TextBox 254">
                <a:extLst>
                  <a:ext uri="{FF2B5EF4-FFF2-40B4-BE49-F238E27FC236}">
                    <a16:creationId xmlns:a16="http://schemas.microsoft.com/office/drawing/2014/main" id="{EF759225-4431-4606-FB51-5289275BCC63}"/>
                  </a:ext>
                </a:extLst>
              </p:cNvPr>
              <p:cNvSpPr txBox="1"/>
              <p:nvPr/>
            </p:nvSpPr>
            <p:spPr>
              <a:xfrm>
                <a:off x="1345324" y="2313746"/>
                <a:ext cx="1608082" cy="369332"/>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dirty="0"/>
                  <a:t>Next: Null</a:t>
                </a:r>
              </a:p>
            </p:txBody>
          </p:sp>
        </p:grpSp>
        <p:cxnSp>
          <p:nvCxnSpPr>
            <p:cNvPr id="256" name="Connector: Elbow 255">
              <a:extLst>
                <a:ext uri="{FF2B5EF4-FFF2-40B4-BE49-F238E27FC236}">
                  <a16:creationId xmlns:a16="http://schemas.microsoft.com/office/drawing/2014/main" id="{8D34D431-6C53-42A2-C0D9-E20C69418F24}"/>
                </a:ext>
              </a:extLst>
            </p:cNvPr>
            <p:cNvCxnSpPr>
              <a:stCxn id="251" idx="3"/>
              <a:endCxn id="254" idx="1"/>
            </p:cNvCxnSpPr>
            <p:nvPr/>
          </p:nvCxnSpPr>
          <p:spPr>
            <a:xfrm flipV="1">
              <a:off x="10097489" y="3244717"/>
              <a:ext cx="257828" cy="369332"/>
            </a:xfrm>
            <a:prstGeom prst="bentConnector3">
              <a:avLst/>
            </a:prstGeom>
            <a:ln>
              <a:tailEnd type="triangle"/>
            </a:ln>
          </p:spPr>
          <p:style>
            <a:lnRef idx="1">
              <a:schemeClr val="dk1"/>
            </a:lnRef>
            <a:fillRef idx="0">
              <a:schemeClr val="dk1"/>
            </a:fillRef>
            <a:effectRef idx="0">
              <a:schemeClr val="dk1"/>
            </a:effectRef>
            <a:fontRef idx="minor">
              <a:schemeClr val="tx1"/>
            </a:fontRef>
          </p:style>
        </p:cxnSp>
        <p:sp>
          <p:nvSpPr>
            <p:cNvPr id="257" name="TextBox 256">
              <a:extLst>
                <a:ext uri="{FF2B5EF4-FFF2-40B4-BE49-F238E27FC236}">
                  <a16:creationId xmlns:a16="http://schemas.microsoft.com/office/drawing/2014/main" id="{B6272933-4CD2-97DF-8EAC-61356A0529A8}"/>
                </a:ext>
              </a:extLst>
            </p:cNvPr>
            <p:cNvSpPr txBox="1"/>
            <p:nvPr/>
          </p:nvSpPr>
          <p:spPr>
            <a:xfrm>
              <a:off x="80864" y="3060051"/>
              <a:ext cx="767967" cy="646331"/>
            </a:xfrm>
            <a:prstGeom prst="rect">
              <a:avLst/>
            </a:prstGeom>
            <a:noFill/>
          </p:spPr>
          <p:txBody>
            <a:bodyPr wrap="none" rtlCol="0">
              <a:spAutoFit/>
            </a:bodyPr>
            <a:lstStyle/>
            <a:p>
              <a:r>
                <a:rPr lang="en-US" b="1" dirty="0"/>
                <a:t>START</a:t>
              </a:r>
            </a:p>
            <a:p>
              <a:r>
                <a:rPr lang="en-US" b="1" dirty="0"/>
                <a:t>1000</a:t>
              </a:r>
            </a:p>
          </p:txBody>
        </p:sp>
        <p:cxnSp>
          <p:nvCxnSpPr>
            <p:cNvPr id="261" name="Connector: Curved 260">
              <a:extLst>
                <a:ext uri="{FF2B5EF4-FFF2-40B4-BE49-F238E27FC236}">
                  <a16:creationId xmlns:a16="http://schemas.microsoft.com/office/drawing/2014/main" id="{DC6C7DE2-69DF-BFDD-C2EF-8B3E01A3CCEB}"/>
                </a:ext>
              </a:extLst>
            </p:cNvPr>
            <p:cNvCxnSpPr>
              <a:cxnSpLocks/>
              <a:stCxn id="239" idx="2"/>
              <a:endCxn id="247" idx="2"/>
            </p:cNvCxnSpPr>
            <p:nvPr/>
          </p:nvCxnSpPr>
          <p:spPr>
            <a:xfrm rot="16200000" flipH="1">
              <a:off x="5548650" y="1919828"/>
              <a:ext cx="12700" cy="3757774"/>
            </a:xfrm>
            <a:prstGeom prst="curvedConnector3">
              <a:avLst>
                <a:gd name="adj1" fmla="val 1800000"/>
              </a:avLst>
            </a:prstGeom>
            <a:ln>
              <a:tailEnd type="triangle"/>
            </a:ln>
          </p:spPr>
          <p:style>
            <a:lnRef idx="2">
              <a:schemeClr val="dk1"/>
            </a:lnRef>
            <a:fillRef idx="0">
              <a:schemeClr val="dk1"/>
            </a:fillRef>
            <a:effectRef idx="1">
              <a:schemeClr val="dk1"/>
            </a:effectRef>
            <a:fontRef idx="minor">
              <a:schemeClr val="tx1"/>
            </a:fontRef>
          </p:style>
        </p:cxnSp>
        <p:sp>
          <p:nvSpPr>
            <p:cNvPr id="315" name="TextBox 314">
              <a:extLst>
                <a:ext uri="{FF2B5EF4-FFF2-40B4-BE49-F238E27FC236}">
                  <a16:creationId xmlns:a16="http://schemas.microsoft.com/office/drawing/2014/main" id="{B04AD3C4-01DE-4D5C-901F-F06C3CE70237}"/>
                </a:ext>
              </a:extLst>
            </p:cNvPr>
            <p:cNvSpPr txBox="1"/>
            <p:nvPr/>
          </p:nvSpPr>
          <p:spPr>
            <a:xfrm>
              <a:off x="4327930" y="4030061"/>
              <a:ext cx="3361048" cy="369332"/>
            </a:xfrm>
            <a:prstGeom prst="rect">
              <a:avLst/>
            </a:prstGeom>
            <a:noFill/>
          </p:spPr>
          <p:txBody>
            <a:bodyPr wrap="none" rtlCol="0">
              <a:spAutoFit/>
            </a:bodyPr>
            <a:lstStyle/>
            <a:p>
              <a:r>
                <a:rPr lang="en-US" dirty="0"/>
                <a:t>Link to the node after target node</a:t>
              </a:r>
            </a:p>
          </p:txBody>
        </p:sp>
      </p:grpSp>
      <p:grpSp>
        <p:nvGrpSpPr>
          <p:cNvPr id="1027" name="Group 1026">
            <a:extLst>
              <a:ext uri="{FF2B5EF4-FFF2-40B4-BE49-F238E27FC236}">
                <a16:creationId xmlns:a16="http://schemas.microsoft.com/office/drawing/2014/main" id="{352CBB22-3FE7-2C43-D131-BD504C128AF8}"/>
              </a:ext>
            </a:extLst>
          </p:cNvPr>
          <p:cNvGrpSpPr/>
          <p:nvPr/>
        </p:nvGrpSpPr>
        <p:grpSpPr>
          <a:xfrm>
            <a:off x="80864" y="4493717"/>
            <a:ext cx="11882536" cy="1222818"/>
            <a:chOff x="80864" y="4493717"/>
            <a:chExt cx="11882536" cy="1222818"/>
          </a:xfrm>
        </p:grpSpPr>
        <p:grpSp>
          <p:nvGrpSpPr>
            <p:cNvPr id="262" name="Group 261">
              <a:extLst>
                <a:ext uri="{FF2B5EF4-FFF2-40B4-BE49-F238E27FC236}">
                  <a16:creationId xmlns:a16="http://schemas.microsoft.com/office/drawing/2014/main" id="{A8A61D73-3250-6DA2-8B22-2FA406FD7A55}"/>
                </a:ext>
              </a:extLst>
            </p:cNvPr>
            <p:cNvGrpSpPr/>
            <p:nvPr/>
          </p:nvGrpSpPr>
          <p:grpSpPr>
            <a:xfrm>
              <a:off x="973858" y="4493717"/>
              <a:ext cx="1608083" cy="738664"/>
              <a:chOff x="1345323" y="1944414"/>
              <a:chExt cx="1608083" cy="738664"/>
            </a:xfrm>
          </p:grpSpPr>
          <p:sp>
            <p:nvSpPr>
              <p:cNvPr id="263" name="TextBox 262">
                <a:extLst>
                  <a:ext uri="{FF2B5EF4-FFF2-40B4-BE49-F238E27FC236}">
                    <a16:creationId xmlns:a16="http://schemas.microsoft.com/office/drawing/2014/main" id="{2144BB06-B1BE-01FD-56C0-229BAD209492}"/>
                  </a:ext>
                </a:extLst>
              </p:cNvPr>
              <p:cNvSpPr txBox="1"/>
              <p:nvPr/>
            </p:nvSpPr>
            <p:spPr>
              <a:xfrm>
                <a:off x="1345323" y="1944414"/>
                <a:ext cx="1608083" cy="369332"/>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pPr algn="ctr"/>
                <a:r>
                  <a:rPr lang="en-US" dirty="0" err="1"/>
                  <a:t>Hafs</a:t>
                </a:r>
                <a:endParaRPr lang="en-US" dirty="0"/>
              </a:p>
            </p:txBody>
          </p:sp>
          <p:sp>
            <p:nvSpPr>
              <p:cNvPr id="264" name="TextBox 263">
                <a:extLst>
                  <a:ext uri="{FF2B5EF4-FFF2-40B4-BE49-F238E27FC236}">
                    <a16:creationId xmlns:a16="http://schemas.microsoft.com/office/drawing/2014/main" id="{06F84C3E-D242-E78D-1EFD-811CC4CCB8A0}"/>
                  </a:ext>
                </a:extLst>
              </p:cNvPr>
              <p:cNvSpPr txBox="1"/>
              <p:nvPr/>
            </p:nvSpPr>
            <p:spPr>
              <a:xfrm>
                <a:off x="1345324" y="2313746"/>
                <a:ext cx="1608082" cy="369332"/>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dirty="0"/>
                  <a:t>Next: 1080</a:t>
                </a:r>
              </a:p>
            </p:txBody>
          </p:sp>
        </p:grpSp>
        <p:grpSp>
          <p:nvGrpSpPr>
            <p:cNvPr id="265" name="Group 264">
              <a:extLst>
                <a:ext uri="{FF2B5EF4-FFF2-40B4-BE49-F238E27FC236}">
                  <a16:creationId xmlns:a16="http://schemas.microsoft.com/office/drawing/2014/main" id="{E67A51ED-87B7-5F65-3820-A50E00F6CD44}"/>
                </a:ext>
              </a:extLst>
            </p:cNvPr>
            <p:cNvGrpSpPr/>
            <p:nvPr/>
          </p:nvGrpSpPr>
          <p:grpSpPr>
            <a:xfrm>
              <a:off x="2865721" y="4493717"/>
              <a:ext cx="1608083" cy="738664"/>
              <a:chOff x="1345323" y="1944414"/>
              <a:chExt cx="1608083" cy="738664"/>
            </a:xfrm>
          </p:grpSpPr>
          <p:sp>
            <p:nvSpPr>
              <p:cNvPr id="266" name="TextBox 265">
                <a:extLst>
                  <a:ext uri="{FF2B5EF4-FFF2-40B4-BE49-F238E27FC236}">
                    <a16:creationId xmlns:a16="http://schemas.microsoft.com/office/drawing/2014/main" id="{DE2FD83F-9AD7-79AB-746E-5EE78D1F31E4}"/>
                  </a:ext>
                </a:extLst>
              </p:cNvPr>
              <p:cNvSpPr txBox="1"/>
              <p:nvPr/>
            </p:nvSpPr>
            <p:spPr>
              <a:xfrm>
                <a:off x="1345323" y="1944414"/>
                <a:ext cx="1608083" cy="369332"/>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pPr algn="ctr"/>
                <a:r>
                  <a:rPr lang="en-US" dirty="0"/>
                  <a:t>Asra</a:t>
                </a:r>
              </a:p>
            </p:txBody>
          </p:sp>
          <p:sp>
            <p:nvSpPr>
              <p:cNvPr id="267" name="TextBox 266">
                <a:extLst>
                  <a:ext uri="{FF2B5EF4-FFF2-40B4-BE49-F238E27FC236}">
                    <a16:creationId xmlns:a16="http://schemas.microsoft.com/office/drawing/2014/main" id="{3B76AE60-7A7A-CEDA-B418-20C1D066988E}"/>
                  </a:ext>
                </a:extLst>
              </p:cNvPr>
              <p:cNvSpPr txBox="1"/>
              <p:nvPr/>
            </p:nvSpPr>
            <p:spPr>
              <a:xfrm>
                <a:off x="1345324" y="2313746"/>
                <a:ext cx="1608082" cy="369332"/>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dirty="0"/>
                  <a:t>Next: 1240</a:t>
                </a:r>
              </a:p>
            </p:txBody>
          </p:sp>
        </p:grpSp>
        <p:cxnSp>
          <p:nvCxnSpPr>
            <p:cNvPr id="268" name="Connector: Elbow 267">
              <a:extLst>
                <a:ext uri="{FF2B5EF4-FFF2-40B4-BE49-F238E27FC236}">
                  <a16:creationId xmlns:a16="http://schemas.microsoft.com/office/drawing/2014/main" id="{E7F052F5-7CBD-2F05-E655-773FA1456244}"/>
                </a:ext>
              </a:extLst>
            </p:cNvPr>
            <p:cNvCxnSpPr>
              <a:stCxn id="264" idx="3"/>
              <a:endCxn id="266" idx="1"/>
            </p:cNvCxnSpPr>
            <p:nvPr/>
          </p:nvCxnSpPr>
          <p:spPr>
            <a:xfrm flipV="1">
              <a:off x="2581941" y="4678383"/>
              <a:ext cx="283780" cy="369332"/>
            </a:xfrm>
            <a:prstGeom prst="bentConnector3">
              <a:avLst/>
            </a:prstGeom>
            <a:ln>
              <a:tailEnd type="triangle"/>
            </a:ln>
          </p:spPr>
          <p:style>
            <a:lnRef idx="1">
              <a:schemeClr val="dk1"/>
            </a:lnRef>
            <a:fillRef idx="0">
              <a:schemeClr val="dk1"/>
            </a:fillRef>
            <a:effectRef idx="0">
              <a:schemeClr val="dk1"/>
            </a:effectRef>
            <a:fontRef idx="minor">
              <a:schemeClr val="tx1"/>
            </a:fontRef>
          </p:style>
        </p:cxnSp>
        <p:grpSp>
          <p:nvGrpSpPr>
            <p:cNvPr id="273" name="Group 272">
              <a:extLst>
                <a:ext uri="{FF2B5EF4-FFF2-40B4-BE49-F238E27FC236}">
                  <a16:creationId xmlns:a16="http://schemas.microsoft.com/office/drawing/2014/main" id="{A4DAA28C-09A4-AFD2-8FA3-822E2347E56A}"/>
                </a:ext>
              </a:extLst>
            </p:cNvPr>
            <p:cNvGrpSpPr/>
            <p:nvPr/>
          </p:nvGrpSpPr>
          <p:grpSpPr>
            <a:xfrm>
              <a:off x="6623495" y="4493717"/>
              <a:ext cx="1608083" cy="738664"/>
              <a:chOff x="1345323" y="1944414"/>
              <a:chExt cx="1608083" cy="738664"/>
            </a:xfrm>
          </p:grpSpPr>
          <p:sp>
            <p:nvSpPr>
              <p:cNvPr id="274" name="TextBox 273">
                <a:extLst>
                  <a:ext uri="{FF2B5EF4-FFF2-40B4-BE49-F238E27FC236}">
                    <a16:creationId xmlns:a16="http://schemas.microsoft.com/office/drawing/2014/main" id="{E57E97AB-501A-9924-3372-380B1906C058}"/>
                  </a:ext>
                </a:extLst>
              </p:cNvPr>
              <p:cNvSpPr txBox="1"/>
              <p:nvPr/>
            </p:nvSpPr>
            <p:spPr>
              <a:xfrm>
                <a:off x="1345323" y="1944414"/>
                <a:ext cx="1608083" cy="369332"/>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pPr algn="ctr"/>
                <a:r>
                  <a:rPr lang="en-US" dirty="0" err="1"/>
                  <a:t>Shahzaman</a:t>
                </a:r>
                <a:endParaRPr lang="en-US" dirty="0"/>
              </a:p>
            </p:txBody>
          </p:sp>
          <p:sp>
            <p:nvSpPr>
              <p:cNvPr id="275" name="TextBox 274">
                <a:extLst>
                  <a:ext uri="{FF2B5EF4-FFF2-40B4-BE49-F238E27FC236}">
                    <a16:creationId xmlns:a16="http://schemas.microsoft.com/office/drawing/2014/main" id="{C3376738-E509-1124-A66D-B0AA45748465}"/>
                  </a:ext>
                </a:extLst>
              </p:cNvPr>
              <p:cNvSpPr txBox="1"/>
              <p:nvPr/>
            </p:nvSpPr>
            <p:spPr>
              <a:xfrm>
                <a:off x="1345324" y="2313746"/>
                <a:ext cx="1608082" cy="369332"/>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dirty="0"/>
                  <a:t>Next: 1320</a:t>
                </a:r>
              </a:p>
            </p:txBody>
          </p:sp>
        </p:grpSp>
        <p:grpSp>
          <p:nvGrpSpPr>
            <p:cNvPr id="277" name="Group 276">
              <a:extLst>
                <a:ext uri="{FF2B5EF4-FFF2-40B4-BE49-F238E27FC236}">
                  <a16:creationId xmlns:a16="http://schemas.microsoft.com/office/drawing/2014/main" id="{3DEE7A5A-B719-41F2-8044-7F1BE32F05C9}"/>
                </a:ext>
              </a:extLst>
            </p:cNvPr>
            <p:cNvGrpSpPr/>
            <p:nvPr/>
          </p:nvGrpSpPr>
          <p:grpSpPr>
            <a:xfrm>
              <a:off x="8489406" y="4493717"/>
              <a:ext cx="1608083" cy="738664"/>
              <a:chOff x="1345323" y="1944414"/>
              <a:chExt cx="1608083" cy="738664"/>
            </a:xfrm>
          </p:grpSpPr>
          <p:sp>
            <p:nvSpPr>
              <p:cNvPr id="278" name="TextBox 277">
                <a:extLst>
                  <a:ext uri="{FF2B5EF4-FFF2-40B4-BE49-F238E27FC236}">
                    <a16:creationId xmlns:a16="http://schemas.microsoft.com/office/drawing/2014/main" id="{9DCD8F1B-8022-68C3-6A87-78CE1294B27B}"/>
                  </a:ext>
                </a:extLst>
              </p:cNvPr>
              <p:cNvSpPr txBox="1"/>
              <p:nvPr/>
            </p:nvSpPr>
            <p:spPr>
              <a:xfrm>
                <a:off x="1345323" y="1944414"/>
                <a:ext cx="1608083" cy="369332"/>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pPr algn="ctr"/>
                <a:r>
                  <a:rPr lang="en-US" dirty="0"/>
                  <a:t>Omar Baig</a:t>
                </a:r>
              </a:p>
            </p:txBody>
          </p:sp>
          <p:sp>
            <p:nvSpPr>
              <p:cNvPr id="279" name="TextBox 278">
                <a:extLst>
                  <a:ext uri="{FF2B5EF4-FFF2-40B4-BE49-F238E27FC236}">
                    <a16:creationId xmlns:a16="http://schemas.microsoft.com/office/drawing/2014/main" id="{25713321-7CF9-877C-6291-D6ACEFF2269B}"/>
                  </a:ext>
                </a:extLst>
              </p:cNvPr>
              <p:cNvSpPr txBox="1"/>
              <p:nvPr/>
            </p:nvSpPr>
            <p:spPr>
              <a:xfrm>
                <a:off x="1345324" y="2313746"/>
                <a:ext cx="1608082" cy="369332"/>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dirty="0"/>
                  <a:t>Next: 1400</a:t>
                </a:r>
              </a:p>
            </p:txBody>
          </p:sp>
        </p:grpSp>
        <p:cxnSp>
          <p:nvCxnSpPr>
            <p:cNvPr id="280" name="Connector: Elbow 279">
              <a:extLst>
                <a:ext uri="{FF2B5EF4-FFF2-40B4-BE49-F238E27FC236}">
                  <a16:creationId xmlns:a16="http://schemas.microsoft.com/office/drawing/2014/main" id="{D6B5FB28-E472-E3AC-6D4F-7D7D5F911674}"/>
                </a:ext>
              </a:extLst>
            </p:cNvPr>
            <p:cNvCxnSpPr>
              <a:stCxn id="275" idx="3"/>
              <a:endCxn id="278" idx="1"/>
            </p:cNvCxnSpPr>
            <p:nvPr/>
          </p:nvCxnSpPr>
          <p:spPr>
            <a:xfrm flipV="1">
              <a:off x="8231578" y="4678383"/>
              <a:ext cx="257828" cy="369332"/>
            </a:xfrm>
            <a:prstGeom prst="bentConnector3">
              <a:avLst/>
            </a:prstGeom>
            <a:ln>
              <a:tailEnd type="triangle"/>
            </a:ln>
          </p:spPr>
          <p:style>
            <a:lnRef idx="1">
              <a:schemeClr val="dk1"/>
            </a:lnRef>
            <a:fillRef idx="0">
              <a:schemeClr val="dk1"/>
            </a:fillRef>
            <a:effectRef idx="0">
              <a:schemeClr val="dk1"/>
            </a:effectRef>
            <a:fontRef idx="minor">
              <a:schemeClr val="tx1"/>
            </a:fontRef>
          </p:style>
        </p:cxnSp>
        <p:grpSp>
          <p:nvGrpSpPr>
            <p:cNvPr id="281" name="Group 280">
              <a:extLst>
                <a:ext uri="{FF2B5EF4-FFF2-40B4-BE49-F238E27FC236}">
                  <a16:creationId xmlns:a16="http://schemas.microsoft.com/office/drawing/2014/main" id="{414FF49B-54D0-598D-EBC6-46277372B867}"/>
                </a:ext>
              </a:extLst>
            </p:cNvPr>
            <p:cNvGrpSpPr/>
            <p:nvPr/>
          </p:nvGrpSpPr>
          <p:grpSpPr>
            <a:xfrm>
              <a:off x="10355317" y="4493717"/>
              <a:ext cx="1608083" cy="738664"/>
              <a:chOff x="1345323" y="1944414"/>
              <a:chExt cx="1608083" cy="738664"/>
            </a:xfrm>
          </p:grpSpPr>
          <p:sp>
            <p:nvSpPr>
              <p:cNvPr id="282" name="TextBox 281">
                <a:extLst>
                  <a:ext uri="{FF2B5EF4-FFF2-40B4-BE49-F238E27FC236}">
                    <a16:creationId xmlns:a16="http://schemas.microsoft.com/office/drawing/2014/main" id="{93AFCA25-9B24-CAD6-3F5E-593447197F3D}"/>
                  </a:ext>
                </a:extLst>
              </p:cNvPr>
              <p:cNvSpPr txBox="1"/>
              <p:nvPr/>
            </p:nvSpPr>
            <p:spPr>
              <a:xfrm>
                <a:off x="1345323" y="1944414"/>
                <a:ext cx="1608083" cy="369332"/>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pPr algn="ctr"/>
                <a:r>
                  <a:rPr lang="en-US" dirty="0"/>
                  <a:t>Omar Khan</a:t>
                </a:r>
              </a:p>
            </p:txBody>
          </p:sp>
          <p:sp>
            <p:nvSpPr>
              <p:cNvPr id="283" name="TextBox 282">
                <a:extLst>
                  <a:ext uri="{FF2B5EF4-FFF2-40B4-BE49-F238E27FC236}">
                    <a16:creationId xmlns:a16="http://schemas.microsoft.com/office/drawing/2014/main" id="{9342B39B-3FAD-7841-4BFE-BFE478C77853}"/>
                  </a:ext>
                </a:extLst>
              </p:cNvPr>
              <p:cNvSpPr txBox="1"/>
              <p:nvPr/>
            </p:nvSpPr>
            <p:spPr>
              <a:xfrm>
                <a:off x="1345324" y="2313746"/>
                <a:ext cx="1608082" cy="369332"/>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dirty="0"/>
                  <a:t>Next: Null</a:t>
                </a:r>
              </a:p>
            </p:txBody>
          </p:sp>
        </p:grpSp>
        <p:cxnSp>
          <p:nvCxnSpPr>
            <p:cNvPr id="284" name="Connector: Elbow 283">
              <a:extLst>
                <a:ext uri="{FF2B5EF4-FFF2-40B4-BE49-F238E27FC236}">
                  <a16:creationId xmlns:a16="http://schemas.microsoft.com/office/drawing/2014/main" id="{233DEFD1-9501-6CAE-9C63-3AE11A33EC76}"/>
                </a:ext>
              </a:extLst>
            </p:cNvPr>
            <p:cNvCxnSpPr>
              <a:stCxn id="279" idx="3"/>
              <a:endCxn id="282" idx="1"/>
            </p:cNvCxnSpPr>
            <p:nvPr/>
          </p:nvCxnSpPr>
          <p:spPr>
            <a:xfrm flipV="1">
              <a:off x="10097489" y="4678383"/>
              <a:ext cx="257828" cy="369332"/>
            </a:xfrm>
            <a:prstGeom prst="bentConnector3">
              <a:avLst/>
            </a:prstGeom>
            <a:ln>
              <a:tailEnd type="triangle"/>
            </a:ln>
          </p:spPr>
          <p:style>
            <a:lnRef idx="1">
              <a:schemeClr val="dk1"/>
            </a:lnRef>
            <a:fillRef idx="0">
              <a:schemeClr val="dk1"/>
            </a:fillRef>
            <a:effectRef idx="0">
              <a:schemeClr val="dk1"/>
            </a:effectRef>
            <a:fontRef idx="minor">
              <a:schemeClr val="tx1"/>
            </a:fontRef>
          </p:style>
        </p:cxnSp>
        <p:sp>
          <p:nvSpPr>
            <p:cNvPr id="285" name="TextBox 284">
              <a:extLst>
                <a:ext uri="{FF2B5EF4-FFF2-40B4-BE49-F238E27FC236}">
                  <a16:creationId xmlns:a16="http://schemas.microsoft.com/office/drawing/2014/main" id="{DC0FA732-EB9A-3C72-FE3B-0972FB4A3B28}"/>
                </a:ext>
              </a:extLst>
            </p:cNvPr>
            <p:cNvSpPr txBox="1"/>
            <p:nvPr/>
          </p:nvSpPr>
          <p:spPr>
            <a:xfrm>
              <a:off x="80864" y="4493717"/>
              <a:ext cx="767967" cy="646331"/>
            </a:xfrm>
            <a:prstGeom prst="rect">
              <a:avLst/>
            </a:prstGeom>
            <a:noFill/>
          </p:spPr>
          <p:txBody>
            <a:bodyPr wrap="none" rtlCol="0">
              <a:spAutoFit/>
            </a:bodyPr>
            <a:lstStyle/>
            <a:p>
              <a:r>
                <a:rPr lang="en-US" b="1" dirty="0"/>
                <a:t>START</a:t>
              </a:r>
            </a:p>
            <a:p>
              <a:r>
                <a:rPr lang="en-US" b="1" dirty="0"/>
                <a:t>1000</a:t>
              </a:r>
            </a:p>
          </p:txBody>
        </p:sp>
        <p:cxnSp>
          <p:nvCxnSpPr>
            <p:cNvPr id="288" name="Connector: Elbow 287">
              <a:extLst>
                <a:ext uri="{FF2B5EF4-FFF2-40B4-BE49-F238E27FC236}">
                  <a16:creationId xmlns:a16="http://schemas.microsoft.com/office/drawing/2014/main" id="{F11FB287-BC39-190A-43B9-A5B34B82B977}"/>
                </a:ext>
              </a:extLst>
            </p:cNvPr>
            <p:cNvCxnSpPr>
              <a:stCxn id="267" idx="3"/>
              <a:endCxn id="274" idx="1"/>
            </p:cNvCxnSpPr>
            <p:nvPr/>
          </p:nvCxnSpPr>
          <p:spPr>
            <a:xfrm flipV="1">
              <a:off x="4473804" y="4678383"/>
              <a:ext cx="2149691" cy="369332"/>
            </a:xfrm>
            <a:prstGeom prst="bentConnector3">
              <a:avLst/>
            </a:prstGeom>
            <a:ln>
              <a:tailEnd type="triangle"/>
            </a:ln>
          </p:spPr>
          <p:style>
            <a:lnRef idx="1">
              <a:schemeClr val="dk1"/>
            </a:lnRef>
            <a:fillRef idx="0">
              <a:schemeClr val="dk1"/>
            </a:fillRef>
            <a:effectRef idx="0">
              <a:schemeClr val="dk1"/>
            </a:effectRef>
            <a:fontRef idx="minor">
              <a:schemeClr val="tx1"/>
            </a:fontRef>
          </p:style>
        </p:cxnSp>
        <p:sp>
          <p:nvSpPr>
            <p:cNvPr id="317" name="TextBox 316">
              <a:extLst>
                <a:ext uri="{FF2B5EF4-FFF2-40B4-BE49-F238E27FC236}">
                  <a16:creationId xmlns:a16="http://schemas.microsoft.com/office/drawing/2014/main" id="{4C3DB44B-1A8C-9903-55A3-64E8B32E55E2}"/>
                </a:ext>
              </a:extLst>
            </p:cNvPr>
            <p:cNvSpPr txBox="1"/>
            <p:nvPr/>
          </p:nvSpPr>
          <p:spPr>
            <a:xfrm>
              <a:off x="4324316" y="5347203"/>
              <a:ext cx="2957348" cy="369332"/>
            </a:xfrm>
            <a:prstGeom prst="rect">
              <a:avLst/>
            </a:prstGeom>
            <a:noFill/>
          </p:spPr>
          <p:txBody>
            <a:bodyPr wrap="none" rtlCol="0">
              <a:spAutoFit/>
            </a:bodyPr>
            <a:lstStyle/>
            <a:p>
              <a:r>
                <a:rPr lang="en-US" dirty="0"/>
                <a:t>Target node is now detached</a:t>
              </a:r>
            </a:p>
          </p:txBody>
        </p:sp>
      </p:grpSp>
      <p:grpSp>
        <p:nvGrpSpPr>
          <p:cNvPr id="1028" name="Group 1027">
            <a:extLst>
              <a:ext uri="{FF2B5EF4-FFF2-40B4-BE49-F238E27FC236}">
                <a16:creationId xmlns:a16="http://schemas.microsoft.com/office/drawing/2014/main" id="{477BDD31-A06A-7586-5D52-AE394391CF98}"/>
              </a:ext>
            </a:extLst>
          </p:cNvPr>
          <p:cNvGrpSpPr/>
          <p:nvPr/>
        </p:nvGrpSpPr>
        <p:grpSpPr>
          <a:xfrm>
            <a:off x="4757584" y="5946035"/>
            <a:ext cx="7025272" cy="738664"/>
            <a:chOff x="4757584" y="5946035"/>
            <a:chExt cx="7025272" cy="738664"/>
          </a:xfrm>
        </p:grpSpPr>
        <p:grpSp>
          <p:nvGrpSpPr>
            <p:cNvPr id="269" name="Group 268">
              <a:extLst>
                <a:ext uri="{FF2B5EF4-FFF2-40B4-BE49-F238E27FC236}">
                  <a16:creationId xmlns:a16="http://schemas.microsoft.com/office/drawing/2014/main" id="{BCC7BDFB-2C04-AAC7-AA9D-68F74D73460F}"/>
                </a:ext>
              </a:extLst>
            </p:cNvPr>
            <p:cNvGrpSpPr/>
            <p:nvPr/>
          </p:nvGrpSpPr>
          <p:grpSpPr>
            <a:xfrm>
              <a:off x="4757584" y="5946035"/>
              <a:ext cx="1608083" cy="738664"/>
              <a:chOff x="1345323" y="1944414"/>
              <a:chExt cx="1608083" cy="738664"/>
            </a:xfrm>
          </p:grpSpPr>
          <p:sp>
            <p:nvSpPr>
              <p:cNvPr id="270" name="TextBox 269">
                <a:extLst>
                  <a:ext uri="{FF2B5EF4-FFF2-40B4-BE49-F238E27FC236}">
                    <a16:creationId xmlns:a16="http://schemas.microsoft.com/office/drawing/2014/main" id="{1412D307-D6B0-4275-A318-75F3D9C63AB0}"/>
                  </a:ext>
                </a:extLst>
              </p:cNvPr>
              <p:cNvSpPr txBox="1"/>
              <p:nvPr/>
            </p:nvSpPr>
            <p:spPr>
              <a:xfrm>
                <a:off x="1345323" y="1944414"/>
                <a:ext cx="1608083" cy="369332"/>
              </a:xfrm>
              <a:prstGeom prst="rect">
                <a:avLst/>
              </a:prstGeom>
              <a:ln w="76200">
                <a:solidFill>
                  <a:srgbClr val="FF0000"/>
                </a:solidFill>
              </a:ln>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pPr algn="ctr"/>
                <a:r>
                  <a:rPr lang="en-US" dirty="0" err="1"/>
                  <a:t>Mohimin</a:t>
                </a:r>
                <a:endParaRPr lang="en-US" dirty="0"/>
              </a:p>
            </p:txBody>
          </p:sp>
          <p:sp>
            <p:nvSpPr>
              <p:cNvPr id="271" name="TextBox 270">
                <a:extLst>
                  <a:ext uri="{FF2B5EF4-FFF2-40B4-BE49-F238E27FC236}">
                    <a16:creationId xmlns:a16="http://schemas.microsoft.com/office/drawing/2014/main" id="{D1CB9EFF-2B17-B520-A850-8F43882F6862}"/>
                  </a:ext>
                </a:extLst>
              </p:cNvPr>
              <p:cNvSpPr txBox="1"/>
              <p:nvPr/>
            </p:nvSpPr>
            <p:spPr>
              <a:xfrm>
                <a:off x="1345324" y="2313746"/>
                <a:ext cx="1608082" cy="369332"/>
              </a:xfrm>
              <a:prstGeom prst="rect">
                <a:avLst/>
              </a:prstGeom>
              <a:ln w="76200">
                <a:solidFill>
                  <a:srgbClr val="FF0000"/>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dirty="0"/>
                  <a:t>Next: 1240</a:t>
                </a:r>
              </a:p>
            </p:txBody>
          </p:sp>
        </p:grpSp>
        <p:sp>
          <p:nvSpPr>
            <p:cNvPr id="318" name="TextBox 317">
              <a:extLst>
                <a:ext uri="{FF2B5EF4-FFF2-40B4-BE49-F238E27FC236}">
                  <a16:creationId xmlns:a16="http://schemas.microsoft.com/office/drawing/2014/main" id="{BDD77D20-5730-FB29-E9EE-651B0821574C}"/>
                </a:ext>
              </a:extLst>
            </p:cNvPr>
            <p:cNvSpPr txBox="1"/>
            <p:nvPr/>
          </p:nvSpPr>
          <p:spPr>
            <a:xfrm>
              <a:off x="6623495" y="5946035"/>
              <a:ext cx="5159361" cy="646331"/>
            </a:xfrm>
            <a:prstGeom prst="rect">
              <a:avLst/>
            </a:prstGeom>
            <a:noFill/>
          </p:spPr>
          <p:txBody>
            <a:bodyPr wrap="none" rtlCol="0">
              <a:spAutoFit/>
            </a:bodyPr>
            <a:lstStyle/>
            <a:p>
              <a:r>
                <a:rPr lang="en-US" dirty="0"/>
                <a:t>Free up this memory space</a:t>
              </a:r>
            </a:p>
            <a:p>
              <a:r>
                <a:rPr lang="en-US" dirty="0"/>
                <a:t>Or garbage collection service will free it in some time</a:t>
              </a:r>
            </a:p>
          </p:txBody>
        </p:sp>
      </p:grpSp>
    </p:spTree>
    <p:extLst>
      <p:ext uri="{BB962C8B-B14F-4D97-AF65-F5344CB8AC3E}">
        <p14:creationId xmlns:p14="http://schemas.microsoft.com/office/powerpoint/2010/main" val="29907526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2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2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Linked List Operations – DELETE</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4887878"/>
              </a:xfrm>
              <a:prstGeom prst="rect">
                <a:avLst/>
              </a:prstGeom>
            </p:spPr>
            <p:txBody>
              <a:bodyPr>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2400" dirty="0">
                    <a:latin typeface="Cascadia Code" panose="020B0609020000020004" pitchFamily="49" charset="0"/>
                    <a:ea typeface="Cascadia Code" panose="020B0609020000020004" pitchFamily="49" charset="0"/>
                    <a:cs typeface="Cascadia Code" panose="020B0609020000020004" pitchFamily="49" charset="0"/>
                  </a:rPr>
                  <a:t>DELETE</a:t>
                </a:r>
                <a:r>
                  <a:rPr lang="en-US" sz="2400" dirty="0">
                    <a:latin typeface="Cascadia Code" panose="020B0609020000020004" pitchFamily="49" charset="0"/>
                    <a:cs typeface="Cascadia Code" panose="020B0609020000020004" pitchFamily="49" charset="0"/>
                  </a:rPr>
                  <a:t>(</a:t>
                </a:r>
                <a:r>
                  <a:rPr lang="en-US" sz="2400" dirty="0">
                    <a:latin typeface="Cascadia Code" panose="020B0609020000020004" pitchFamily="49" charset="0"/>
                    <a:ea typeface="Cascadia Code" panose="020B0609020000020004" pitchFamily="49" charset="0"/>
                    <a:cs typeface="Cascadia Code" panose="020B0609020000020004" pitchFamily="49" charset="0"/>
                  </a:rPr>
                  <a:t>Start, element), where ‘Start’ is the address of the first node and ‘element’ is the search parameter.</a:t>
                </a:r>
                <a:endParaRPr lang="en-US" sz="2400" i="1" dirty="0">
                  <a:latin typeface="Cascadia Code" panose="020B0609020000020004" pitchFamily="49" charset="0"/>
                  <a:ea typeface="Cascadia Code" panose="020B0609020000020004" pitchFamily="49" charset="0"/>
                  <a:cs typeface="Cascadia Code" panose="020B0609020000020004" pitchFamily="49" charset="0"/>
                </a:endParaRPr>
              </a:p>
              <a:p>
                <a:pPr marL="457200" indent="-457200">
                  <a:lnSpc>
                    <a:spcPct val="100000"/>
                  </a:lnSpc>
                  <a:buAutoNum type="arabicPeriod"/>
                </a:pPr>
                <a14:m>
                  <m:oMath xmlns:m="http://schemas.openxmlformats.org/officeDocument/2006/math">
                    <m:r>
                      <a:rPr lang="en-US" sz="2400" i="1" dirty="0">
                        <a:latin typeface="Cambria Math" panose="02040503050406030204" pitchFamily="18" charset="0"/>
                        <a:ea typeface="Cascadia Code" panose="020B0609020000020004" pitchFamily="49" charset="0"/>
                        <a:cs typeface="Cascadia Code" panose="020B0609020000020004" pitchFamily="49" charset="0"/>
                      </a:rPr>
                      <m:t>𝑆𝐸𝑇</m:t>
                    </m:r>
                    <m:r>
                      <a:rPr lang="en-US" sz="2400" i="1" dirty="0">
                        <a:latin typeface="Cambria Math" panose="02040503050406030204" pitchFamily="18" charset="0"/>
                        <a:ea typeface="Cascadia Code" panose="020B0609020000020004" pitchFamily="49" charset="0"/>
                        <a:cs typeface="Cascadia Code" panose="020B0609020000020004" pitchFamily="49" charset="0"/>
                      </a:rPr>
                      <m:t> </m:t>
                    </m:r>
                    <m:r>
                      <a:rPr lang="en-US" sz="2400" i="1" dirty="0">
                        <a:latin typeface="Cambria Math" panose="02040503050406030204" pitchFamily="18" charset="0"/>
                        <a:ea typeface="Cascadia Code" panose="020B0609020000020004" pitchFamily="49" charset="0"/>
                        <a:cs typeface="Cascadia Code" panose="020B0609020000020004" pitchFamily="49" charset="0"/>
                      </a:rPr>
                      <m:t>𝑛𝑜𝑑𝑒</m:t>
                    </m:r>
                    <m:r>
                      <a:rPr lang="en-US" sz="2400" i="1" dirty="0">
                        <a:latin typeface="Cambria Math" panose="02040503050406030204" pitchFamily="18" charset="0"/>
                        <a:ea typeface="Cascadia Code" panose="020B0609020000020004" pitchFamily="49" charset="0"/>
                        <a:cs typeface="Cascadia Code" panose="020B0609020000020004" pitchFamily="49" charset="0"/>
                      </a:rPr>
                      <m:t>≔</m:t>
                    </m:r>
                    <m:r>
                      <a:rPr lang="en-US" sz="2400" i="1" dirty="0">
                        <a:latin typeface="Cambria Math" panose="02040503050406030204" pitchFamily="18" charset="0"/>
                        <a:ea typeface="Cascadia Code" panose="020B0609020000020004" pitchFamily="49" charset="0"/>
                        <a:cs typeface="Cascadia Code" panose="020B0609020000020004" pitchFamily="49" charset="0"/>
                      </a:rPr>
                      <m:t>𝑠𝑡𝑎𝑟𝑡</m:t>
                    </m:r>
                  </m:oMath>
                </a14:m>
                <a:endParaRPr lang="en-US" sz="2400" i="1" dirty="0">
                  <a:latin typeface="Cambria Math" panose="02040503050406030204" pitchFamily="18" charset="0"/>
                  <a:ea typeface="Cascadia Code" panose="020B0609020000020004" pitchFamily="49" charset="0"/>
                  <a:cs typeface="Cascadia Code" panose="020B0609020000020004" pitchFamily="49" charset="0"/>
                </a:endParaRPr>
              </a:p>
              <a:p>
                <a:pPr marL="457200" indent="-457200">
                  <a:lnSpc>
                    <a:spcPct val="100000"/>
                  </a:lnSpc>
                  <a:buAutoNum type="arabicPeriod"/>
                </a:pPr>
                <a14:m>
                  <m:oMath xmlns:m="http://schemas.openxmlformats.org/officeDocument/2006/math">
                    <m:r>
                      <a:rPr lang="en-US" sz="2400" i="1" dirty="0">
                        <a:latin typeface="Cambria Math" panose="02040503050406030204" pitchFamily="18" charset="0"/>
                        <a:ea typeface="Cascadia Code" panose="020B0609020000020004" pitchFamily="49" charset="0"/>
                        <a:cs typeface="Cascadia Code" panose="020B0609020000020004" pitchFamily="49" charset="0"/>
                      </a:rPr>
                      <m:t>𝑅𝐸𝑃𝐸𝐴𝑇</m:t>
                    </m:r>
                    <m:r>
                      <a:rPr lang="en-US" sz="2400" i="1" dirty="0">
                        <a:latin typeface="Cambria Math" panose="02040503050406030204" pitchFamily="18" charset="0"/>
                        <a:ea typeface="Cascadia Code" panose="020B0609020000020004" pitchFamily="49" charset="0"/>
                        <a:cs typeface="Cascadia Code" panose="020B0609020000020004" pitchFamily="49" charset="0"/>
                      </a:rPr>
                      <m:t> </m:t>
                    </m:r>
                    <m:r>
                      <a:rPr lang="en-US" sz="2400" i="1" dirty="0">
                        <a:latin typeface="Cambria Math" panose="02040503050406030204" pitchFamily="18" charset="0"/>
                        <a:ea typeface="Cascadia Code" panose="020B0609020000020004" pitchFamily="49" charset="0"/>
                        <a:cs typeface="Cascadia Code" panose="020B0609020000020004" pitchFamily="49" charset="0"/>
                      </a:rPr>
                      <m:t>𝑤h𝑖𝑙𝑒</m:t>
                    </m:r>
                    <m:r>
                      <a:rPr lang="en-US" sz="2400" i="1" dirty="0">
                        <a:latin typeface="Cambria Math" panose="02040503050406030204" pitchFamily="18" charset="0"/>
                        <a:ea typeface="Cascadia Code" panose="020B0609020000020004" pitchFamily="49" charset="0"/>
                        <a:cs typeface="Cascadia Code" panose="020B0609020000020004" pitchFamily="49" charset="0"/>
                      </a:rPr>
                      <m:t> </m:t>
                    </m:r>
                    <m:r>
                      <a:rPr lang="en-US" sz="2400" i="1" dirty="0">
                        <a:latin typeface="Cambria Math" panose="02040503050406030204" pitchFamily="18" charset="0"/>
                        <a:ea typeface="Cascadia Code" panose="020B0609020000020004" pitchFamily="49" charset="0"/>
                        <a:cs typeface="Cascadia Code" panose="020B0609020000020004" pitchFamily="49" charset="0"/>
                      </a:rPr>
                      <m:t>𝑛𝑜𝑑𝑒</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𝑛𝑒𝑥𝑡</m:t>
                    </m:r>
                    <m:r>
                      <a:rPr lang="en-US" sz="2400" i="1" dirty="0">
                        <a:latin typeface="Cambria Math" panose="02040503050406030204" pitchFamily="18" charset="0"/>
                        <a:ea typeface="Cascadia Code" panose="020B0609020000020004" pitchFamily="49" charset="0"/>
                        <a:cs typeface="Cascadia Code" panose="020B0609020000020004" pitchFamily="49" charset="0"/>
                      </a:rPr>
                      <m:t>≠</m:t>
                    </m:r>
                    <m:r>
                      <a:rPr lang="en-US" sz="2400" i="1" dirty="0">
                        <a:latin typeface="Cambria Math" panose="02040503050406030204" pitchFamily="18" charset="0"/>
                        <a:ea typeface="Cascadia Code" panose="020B0609020000020004" pitchFamily="49" charset="0"/>
                        <a:cs typeface="Cascadia Code" panose="020B0609020000020004" pitchFamily="49" charset="0"/>
                      </a:rPr>
                      <m:t>𝜙</m:t>
                    </m:r>
                  </m:oMath>
                </a14:m>
                <a:r>
                  <a:rPr lang="en-US" sz="2400" dirty="0">
                    <a:latin typeface="Cascadia Code" panose="020B0609020000020004" pitchFamily="49" charset="0"/>
                    <a:ea typeface="Cascadia Code" panose="020B0609020000020004" pitchFamily="49" charset="0"/>
                    <a:cs typeface="Cascadia Code" panose="020B0609020000020004" pitchFamily="49" charset="0"/>
                  </a:rPr>
                  <a:t>	</a:t>
                </a:r>
                <a:r>
                  <a:rPr lang="en-US" sz="2400" dirty="0">
                    <a:latin typeface="Cambria Math" panose="02040503050406030204" pitchFamily="18" charset="0"/>
                    <a:ea typeface="Cascadia Code" panose="020B0609020000020004" pitchFamily="49" charset="0"/>
                    <a:cs typeface="Cascadia Code" panose="020B0609020000020004" pitchFamily="49" charset="0"/>
                  </a:rPr>
                  <a:t>(Traverse until the pointer is null)</a:t>
                </a:r>
              </a:p>
              <a:p>
                <a:pPr marL="914400" lvl="1" indent="-457200">
                  <a:lnSpc>
                    <a:spcPct val="100000"/>
                  </a:lnSpc>
                  <a:buAutoNum type="arabicPeriod"/>
                </a:pPr>
                <a14:m>
                  <m:oMath xmlns:m="http://schemas.openxmlformats.org/officeDocument/2006/math">
                    <m:r>
                      <a:rPr lang="en-US" sz="2200" i="1" dirty="0">
                        <a:latin typeface="Cambria Math" panose="02040503050406030204" pitchFamily="18" charset="0"/>
                        <a:ea typeface="Cascadia Code" panose="020B0609020000020004" pitchFamily="49" charset="0"/>
                        <a:cs typeface="Cascadia Code" panose="020B0609020000020004" pitchFamily="49" charset="0"/>
                      </a:rPr>
                      <m:t>𝐼𝐹</m:t>
                    </m:r>
                    <m:r>
                      <a:rPr lang="en-US" sz="2200" i="1" dirty="0">
                        <a:latin typeface="Cambria Math" panose="02040503050406030204" pitchFamily="18" charset="0"/>
                        <a:ea typeface="Cascadia Code" panose="020B0609020000020004" pitchFamily="49" charset="0"/>
                        <a:cs typeface="Cascadia Code" panose="020B0609020000020004" pitchFamily="49" charset="0"/>
                      </a:rPr>
                      <m:t> </m:t>
                    </m:r>
                    <m:r>
                      <a:rPr lang="en-US" sz="2200" i="1" dirty="0">
                        <a:latin typeface="Cambria Math" panose="02040503050406030204" pitchFamily="18" charset="0"/>
                        <a:ea typeface="Cascadia Code" panose="020B0609020000020004" pitchFamily="49" charset="0"/>
                        <a:cs typeface="Cascadia Code" panose="020B0609020000020004" pitchFamily="49" charset="0"/>
                      </a:rPr>
                      <m:t>𝑛𝑜𝑑𝑒</m:t>
                    </m:r>
                    <m:r>
                      <a:rPr lang="en-US" sz="2200" b="0" i="1" dirty="0" smtClean="0">
                        <a:latin typeface="Cambria Math" panose="02040503050406030204" pitchFamily="18" charset="0"/>
                        <a:ea typeface="Cascadia Code" panose="020B0609020000020004" pitchFamily="49" charset="0"/>
                        <a:cs typeface="Cascadia Code" panose="020B0609020000020004" pitchFamily="49" charset="0"/>
                      </a:rPr>
                      <m:t>→</m:t>
                    </m:r>
                    <m:r>
                      <a:rPr lang="en-US" sz="2200" b="0" i="1" dirty="0" smtClean="0">
                        <a:latin typeface="Cambria Math" panose="02040503050406030204" pitchFamily="18" charset="0"/>
                        <a:ea typeface="Cascadia Code" panose="020B0609020000020004" pitchFamily="49" charset="0"/>
                        <a:cs typeface="Cascadia Code" panose="020B0609020000020004" pitchFamily="49" charset="0"/>
                      </a:rPr>
                      <m:t>𝑛𝑒𝑥𝑡</m:t>
                    </m:r>
                    <m:r>
                      <a:rPr lang="en-US" sz="2200" i="1" dirty="0">
                        <a:latin typeface="Cambria Math" panose="02040503050406030204" pitchFamily="18" charset="0"/>
                        <a:ea typeface="Cascadia Code" panose="020B0609020000020004" pitchFamily="49" charset="0"/>
                        <a:cs typeface="Cascadia Code" panose="020B0609020000020004" pitchFamily="49" charset="0"/>
                      </a:rPr>
                      <m:t>→</m:t>
                    </m:r>
                    <m:r>
                      <a:rPr lang="en-US" sz="2200" i="1" dirty="0">
                        <a:latin typeface="Cambria Math" panose="02040503050406030204" pitchFamily="18" charset="0"/>
                        <a:ea typeface="Cascadia Code" panose="020B0609020000020004" pitchFamily="49" charset="0"/>
                        <a:cs typeface="Cascadia Code" panose="020B0609020000020004" pitchFamily="49" charset="0"/>
                      </a:rPr>
                      <m:t>𝑒𝑙𝑒𝑚𝑒𝑛𝑡</m:t>
                    </m:r>
                    <m:r>
                      <a:rPr lang="en-US" sz="2200" i="1" dirty="0">
                        <a:latin typeface="Cambria Math" panose="02040503050406030204" pitchFamily="18" charset="0"/>
                        <a:ea typeface="Cascadia Code" panose="020B0609020000020004" pitchFamily="49" charset="0"/>
                        <a:cs typeface="Cascadia Code" panose="020B0609020000020004" pitchFamily="49" charset="0"/>
                      </a:rPr>
                      <m:t>=</m:t>
                    </m:r>
                    <m:r>
                      <a:rPr lang="en-US" sz="2200" i="1" dirty="0">
                        <a:latin typeface="Cambria Math" panose="02040503050406030204" pitchFamily="18" charset="0"/>
                        <a:ea typeface="Cascadia Code" panose="020B0609020000020004" pitchFamily="49" charset="0"/>
                        <a:cs typeface="Cascadia Code" panose="020B0609020000020004" pitchFamily="49" charset="0"/>
                      </a:rPr>
                      <m:t>𝑒𝑙𝑒𝑚𝑒𝑛𝑡</m:t>
                    </m:r>
                  </m:oMath>
                </a14:m>
                <a:r>
                  <a:rPr lang="en-US" sz="2200" dirty="0">
                    <a:latin typeface="Cambria Math" panose="02040503050406030204" pitchFamily="18" charset="0"/>
                    <a:ea typeface="Cascadia Code" panose="020B0609020000020004" pitchFamily="49" charset="0"/>
                    <a:cs typeface="Cascadia Code" panose="020B0609020000020004" pitchFamily="49" charset="0"/>
                  </a:rPr>
                  <a:t>	(Match the elements)</a:t>
                </a:r>
              </a:p>
              <a:p>
                <a:pPr marL="1371600" lvl="2" indent="-457200">
                  <a:lnSpc>
                    <a:spcPct val="100000"/>
                  </a:lnSpc>
                  <a:buAutoNum type="arabicPeriod"/>
                </a:pPr>
                <a14:m>
                  <m:oMath xmlns:m="http://schemas.openxmlformats.org/officeDocument/2006/math">
                    <m:r>
                      <a:rPr lang="en-US" sz="2200" i="1" dirty="0">
                        <a:latin typeface="Cambria Math" panose="02040503050406030204" pitchFamily="18" charset="0"/>
                        <a:ea typeface="Cascadia Code" panose="020B0609020000020004" pitchFamily="49" charset="0"/>
                        <a:cs typeface="Cascadia Code" panose="020B0609020000020004" pitchFamily="49" charset="0"/>
                      </a:rPr>
                      <m:t>𝑛𝑜𝑑𝑒</m:t>
                    </m:r>
                    <m:r>
                      <a:rPr lang="en-US" sz="2200" b="0" i="1" dirty="0" smtClean="0">
                        <a:latin typeface="Cambria Math" panose="02040503050406030204" pitchFamily="18" charset="0"/>
                        <a:ea typeface="Cascadia Code" panose="020B0609020000020004" pitchFamily="49" charset="0"/>
                        <a:cs typeface="Cascadia Code" panose="020B0609020000020004" pitchFamily="49" charset="0"/>
                      </a:rPr>
                      <m:t>→</m:t>
                    </m:r>
                    <m:r>
                      <a:rPr lang="en-US" sz="2200" b="0" i="1" dirty="0" smtClean="0">
                        <a:latin typeface="Cambria Math" panose="02040503050406030204" pitchFamily="18" charset="0"/>
                        <a:ea typeface="Cascadia Code" panose="020B0609020000020004" pitchFamily="49" charset="0"/>
                        <a:cs typeface="Cascadia Code" panose="020B0609020000020004" pitchFamily="49" charset="0"/>
                      </a:rPr>
                      <m:t>𝑛𝑒𝑥𝑡</m:t>
                    </m:r>
                    <m:r>
                      <a:rPr lang="en-US" sz="2200" b="0" i="1" dirty="0" smtClean="0">
                        <a:latin typeface="Cambria Math" panose="02040503050406030204" pitchFamily="18" charset="0"/>
                        <a:ea typeface="Cascadia Code" panose="020B0609020000020004" pitchFamily="49" charset="0"/>
                        <a:cs typeface="Cascadia Code" panose="020B0609020000020004" pitchFamily="49" charset="0"/>
                      </a:rPr>
                      <m:t>≔</m:t>
                    </m:r>
                    <m:r>
                      <a:rPr lang="en-US" sz="2200" b="0" i="1" dirty="0" smtClean="0">
                        <a:latin typeface="Cambria Math" panose="02040503050406030204" pitchFamily="18" charset="0"/>
                        <a:ea typeface="Cascadia Code" panose="020B0609020000020004" pitchFamily="49" charset="0"/>
                        <a:cs typeface="Cascadia Code" panose="020B0609020000020004" pitchFamily="49" charset="0"/>
                      </a:rPr>
                      <m:t>𝑛𝑜𝑑𝑒</m:t>
                    </m:r>
                    <m:r>
                      <a:rPr lang="en-US" sz="2200" b="0" i="1" dirty="0" smtClean="0">
                        <a:latin typeface="Cambria Math" panose="02040503050406030204" pitchFamily="18" charset="0"/>
                        <a:ea typeface="Cascadia Code" panose="020B0609020000020004" pitchFamily="49" charset="0"/>
                        <a:cs typeface="Cascadia Code" panose="020B0609020000020004" pitchFamily="49" charset="0"/>
                      </a:rPr>
                      <m:t>→</m:t>
                    </m:r>
                    <m:r>
                      <a:rPr lang="en-US" sz="2200" b="0" i="1" dirty="0" smtClean="0">
                        <a:latin typeface="Cambria Math" panose="02040503050406030204" pitchFamily="18" charset="0"/>
                        <a:ea typeface="Cascadia Code" panose="020B0609020000020004" pitchFamily="49" charset="0"/>
                        <a:cs typeface="Cascadia Code" panose="020B0609020000020004" pitchFamily="49" charset="0"/>
                      </a:rPr>
                      <m:t>𝑛𝑒𝑥𝑡</m:t>
                    </m:r>
                    <m:r>
                      <a:rPr lang="en-US" sz="2200" b="0" i="1" dirty="0" smtClean="0">
                        <a:latin typeface="Cambria Math" panose="02040503050406030204" pitchFamily="18" charset="0"/>
                        <a:ea typeface="Cascadia Code" panose="020B0609020000020004" pitchFamily="49" charset="0"/>
                        <a:cs typeface="Cascadia Code" panose="020B0609020000020004" pitchFamily="49" charset="0"/>
                      </a:rPr>
                      <m:t>→</m:t>
                    </m:r>
                    <m:r>
                      <a:rPr lang="en-US" sz="2200" b="0" i="1" dirty="0" smtClean="0">
                        <a:latin typeface="Cambria Math" panose="02040503050406030204" pitchFamily="18" charset="0"/>
                        <a:ea typeface="Cascadia Code" panose="020B0609020000020004" pitchFamily="49" charset="0"/>
                        <a:cs typeface="Cascadia Code" panose="020B0609020000020004" pitchFamily="49" charset="0"/>
                      </a:rPr>
                      <m:t>𝑛𝑒𝑥𝑡</m:t>
                    </m:r>
                  </m:oMath>
                </a14:m>
                <a:r>
                  <a:rPr lang="en-US" sz="2200" dirty="0">
                    <a:latin typeface="Cambria Math" panose="02040503050406030204" pitchFamily="18" charset="0"/>
                    <a:ea typeface="Cascadia Code" panose="020B0609020000020004" pitchFamily="49" charset="0"/>
                    <a:cs typeface="Cascadia Code" panose="020B0609020000020004" pitchFamily="49" charset="0"/>
                  </a:rPr>
                  <a:t>	(If matching, then move the pointer)</a:t>
                </a:r>
              </a:p>
              <a:p>
                <a:pPr marL="1371600" lvl="2" indent="-457200">
                  <a:lnSpc>
                    <a:spcPct val="100000"/>
                  </a:lnSpc>
                  <a:buAutoNum type="arabicPeriod"/>
                </a:pPr>
                <a14:m>
                  <m:oMath xmlns:m="http://schemas.openxmlformats.org/officeDocument/2006/math">
                    <m:r>
                      <a:rPr lang="en-US" sz="2200" i="1" dirty="0" smtClean="0">
                        <a:latin typeface="Cambria Math" panose="02040503050406030204" pitchFamily="18" charset="0"/>
                        <a:ea typeface="Cascadia Code" panose="020B0609020000020004" pitchFamily="49" charset="0"/>
                        <a:cs typeface="Cascadia Code" panose="020B0609020000020004" pitchFamily="49" charset="0"/>
                      </a:rPr>
                      <m:t>𝑅𝑒𝑡𝑢𝑟𝑛</m:t>
                    </m:r>
                    <m:r>
                      <a:rPr lang="en-US" sz="2200" b="0" i="1" dirty="0" smtClean="0">
                        <a:latin typeface="Cambria Math" panose="02040503050406030204" pitchFamily="18" charset="0"/>
                        <a:ea typeface="Cascadia Code" panose="020B0609020000020004" pitchFamily="49" charset="0"/>
                        <a:cs typeface="Cascadia Code" panose="020B0609020000020004" pitchFamily="49" charset="0"/>
                      </a:rPr>
                      <m:t> </m:t>
                    </m:r>
                    <m:r>
                      <a:rPr lang="en-US" sz="2200" b="0" i="1" dirty="0" smtClean="0">
                        <a:latin typeface="Cambria Math" panose="02040503050406030204" pitchFamily="18" charset="0"/>
                        <a:ea typeface="Cascadia Code" panose="020B0609020000020004" pitchFamily="49" charset="0"/>
                        <a:cs typeface="Cascadia Code" panose="020B0609020000020004" pitchFamily="49" charset="0"/>
                      </a:rPr>
                      <m:t>𝑇𝑟𝑢𝑒</m:t>
                    </m:r>
                  </m:oMath>
                </a14:m>
                <a:r>
                  <a:rPr lang="en-US" sz="2200" dirty="0">
                    <a:latin typeface="Cambria Math" panose="02040503050406030204" pitchFamily="18" charset="0"/>
                    <a:ea typeface="Cascadia Code" panose="020B0609020000020004" pitchFamily="49" charset="0"/>
                    <a:cs typeface="Cascadia Code" panose="020B0609020000020004" pitchFamily="49" charset="0"/>
                  </a:rPr>
                  <a:t>	(Remove this if you want to delete ALL matching elements)</a:t>
                </a:r>
              </a:p>
              <a:p>
                <a:pPr marL="914400" lvl="1" indent="-457200">
                  <a:lnSpc>
                    <a:spcPct val="100000"/>
                  </a:lnSpc>
                  <a:buAutoNum type="arabicPeriod"/>
                </a:pPr>
                <a14:m>
                  <m:oMath xmlns:m="http://schemas.openxmlformats.org/officeDocument/2006/math">
                    <m:r>
                      <a:rPr lang="en-US" sz="2200" i="1">
                        <a:latin typeface="Cambria Math" panose="02040503050406030204" pitchFamily="18" charset="0"/>
                        <a:ea typeface="Cascadia Code" panose="020B0609020000020004" pitchFamily="49" charset="0"/>
                        <a:cs typeface="Cascadia Code" panose="020B0609020000020004" pitchFamily="49" charset="0"/>
                      </a:rPr>
                      <m:t>𝑛𝑜𝑑𝑒</m:t>
                    </m:r>
                    <m:r>
                      <a:rPr lang="en-US" sz="2200" i="1">
                        <a:latin typeface="Cambria Math" panose="02040503050406030204" pitchFamily="18" charset="0"/>
                        <a:ea typeface="Cascadia Code" panose="020B0609020000020004" pitchFamily="49" charset="0"/>
                        <a:cs typeface="Cascadia Code" panose="020B0609020000020004" pitchFamily="49" charset="0"/>
                      </a:rPr>
                      <m:t>≔</m:t>
                    </m:r>
                    <m:r>
                      <a:rPr lang="en-US" sz="2200" i="1">
                        <a:latin typeface="Cambria Math" panose="02040503050406030204" pitchFamily="18" charset="0"/>
                        <a:ea typeface="Cascadia Code" panose="020B0609020000020004" pitchFamily="49" charset="0"/>
                        <a:cs typeface="Cascadia Code" panose="020B0609020000020004" pitchFamily="49" charset="0"/>
                      </a:rPr>
                      <m:t>𝑛𝑜𝑑𝑒</m:t>
                    </m:r>
                    <m:r>
                      <a:rPr lang="en-US" sz="2200" i="1">
                        <a:latin typeface="Cambria Math" panose="02040503050406030204" pitchFamily="18" charset="0"/>
                        <a:ea typeface="Cascadia Code" panose="020B0609020000020004" pitchFamily="49" charset="0"/>
                        <a:cs typeface="Cascadia Code" panose="020B0609020000020004" pitchFamily="49" charset="0"/>
                      </a:rPr>
                      <m:t>→</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𝑛𝑒𝑥𝑡</m:t>
                    </m:r>
                  </m:oMath>
                </a14:m>
                <a:r>
                  <a:rPr lang="en-US" sz="2200" dirty="0">
                    <a:latin typeface="Cambria Math" panose="02040503050406030204" pitchFamily="18" charset="0"/>
                    <a:ea typeface="Cascadia Code" panose="020B0609020000020004" pitchFamily="49" charset="0"/>
                    <a:cs typeface="Cascadia Code" panose="020B0609020000020004" pitchFamily="49" charset="0"/>
                  </a:rPr>
                  <a:t>	(Set the pointer to Node’s next pointer)</a:t>
                </a:r>
              </a:p>
              <a:p>
                <a:pPr marL="0" indent="0">
                  <a:lnSpc>
                    <a:spcPct val="100000"/>
                  </a:lnSpc>
                  <a:buNone/>
                </a:pPr>
                <a:r>
                  <a:rPr lang="en-US" sz="2400" dirty="0">
                    <a:latin typeface="Cambria Math" panose="02040503050406030204" pitchFamily="18" charset="0"/>
                    <a:ea typeface="Cascadia Code" panose="020B0609020000020004" pitchFamily="49" charset="0"/>
                    <a:cs typeface="Cascadia Code" panose="020B0609020000020004" pitchFamily="49" charset="0"/>
                  </a:rPr>
                  <a:t>Instead of matching the element of current node, we match the element of next node. When the target node is found, then the pointer is set to the pointer of next node.</a:t>
                </a:r>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7"/>
                <a:ext cx="11743016" cy="4887878"/>
              </a:xfrm>
              <a:prstGeom prst="rect">
                <a:avLst/>
              </a:prstGeom>
              <a:blipFill>
                <a:blip r:embed="rId3"/>
                <a:stretch>
                  <a:fillRect l="-778" t="-998"/>
                </a:stretch>
              </a:blipFill>
            </p:spPr>
            <p:txBody>
              <a:bodyPr/>
              <a:lstStyle/>
              <a:p>
                <a:r>
                  <a:rPr lang="en-US">
                    <a:noFill/>
                  </a:rPr>
                  <a:t> </a:t>
                </a:r>
              </a:p>
            </p:txBody>
          </p:sp>
        </mc:Fallback>
      </mc:AlternateContent>
    </p:spTree>
    <p:extLst>
      <p:ext uri="{BB962C8B-B14F-4D97-AF65-F5344CB8AC3E}">
        <p14:creationId xmlns:p14="http://schemas.microsoft.com/office/powerpoint/2010/main" val="37076311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Linked List Operations – DELETE</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grpSp>
        <p:nvGrpSpPr>
          <p:cNvPr id="319" name="Group 318">
            <a:extLst>
              <a:ext uri="{FF2B5EF4-FFF2-40B4-BE49-F238E27FC236}">
                <a16:creationId xmlns:a16="http://schemas.microsoft.com/office/drawing/2014/main" id="{67144A40-1597-F420-76A1-2F7010E10A74}"/>
              </a:ext>
            </a:extLst>
          </p:cNvPr>
          <p:cNvGrpSpPr/>
          <p:nvPr/>
        </p:nvGrpSpPr>
        <p:grpSpPr>
          <a:xfrm>
            <a:off x="80864" y="1441719"/>
            <a:ext cx="11882536" cy="738664"/>
            <a:chOff x="80864" y="1441719"/>
            <a:chExt cx="11882536" cy="738664"/>
          </a:xfrm>
        </p:grpSpPr>
        <p:grpSp>
          <p:nvGrpSpPr>
            <p:cNvPr id="207" name="Group 206">
              <a:extLst>
                <a:ext uri="{FF2B5EF4-FFF2-40B4-BE49-F238E27FC236}">
                  <a16:creationId xmlns:a16="http://schemas.microsoft.com/office/drawing/2014/main" id="{C0B042EC-7478-2A14-BCB2-0494F9D92BB2}"/>
                </a:ext>
              </a:extLst>
            </p:cNvPr>
            <p:cNvGrpSpPr/>
            <p:nvPr/>
          </p:nvGrpSpPr>
          <p:grpSpPr>
            <a:xfrm>
              <a:off x="973858" y="1441719"/>
              <a:ext cx="1608083" cy="738664"/>
              <a:chOff x="1345323" y="1944414"/>
              <a:chExt cx="1608083" cy="738664"/>
            </a:xfrm>
          </p:grpSpPr>
          <p:sp>
            <p:nvSpPr>
              <p:cNvPr id="208" name="TextBox 207">
                <a:extLst>
                  <a:ext uri="{FF2B5EF4-FFF2-40B4-BE49-F238E27FC236}">
                    <a16:creationId xmlns:a16="http://schemas.microsoft.com/office/drawing/2014/main" id="{A8900986-A791-5508-527D-C578EE5A78C8}"/>
                  </a:ext>
                </a:extLst>
              </p:cNvPr>
              <p:cNvSpPr txBox="1"/>
              <p:nvPr/>
            </p:nvSpPr>
            <p:spPr>
              <a:xfrm>
                <a:off x="1345323" y="1944414"/>
                <a:ext cx="1608083" cy="369332"/>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pPr algn="ctr"/>
                <a:r>
                  <a:rPr lang="en-US" dirty="0" err="1"/>
                  <a:t>Hafs</a:t>
                </a:r>
                <a:endParaRPr lang="en-US" dirty="0"/>
              </a:p>
            </p:txBody>
          </p:sp>
          <p:sp>
            <p:nvSpPr>
              <p:cNvPr id="209" name="TextBox 208">
                <a:extLst>
                  <a:ext uri="{FF2B5EF4-FFF2-40B4-BE49-F238E27FC236}">
                    <a16:creationId xmlns:a16="http://schemas.microsoft.com/office/drawing/2014/main" id="{AAA43F44-647B-CB8D-BCAC-E299685A40F4}"/>
                  </a:ext>
                </a:extLst>
              </p:cNvPr>
              <p:cNvSpPr txBox="1"/>
              <p:nvPr/>
            </p:nvSpPr>
            <p:spPr>
              <a:xfrm>
                <a:off x="1345324" y="2313746"/>
                <a:ext cx="1608082" cy="369332"/>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dirty="0"/>
                  <a:t>Next: 1080</a:t>
                </a:r>
              </a:p>
            </p:txBody>
          </p:sp>
        </p:grpSp>
        <p:grpSp>
          <p:nvGrpSpPr>
            <p:cNvPr id="210" name="Group 209">
              <a:extLst>
                <a:ext uri="{FF2B5EF4-FFF2-40B4-BE49-F238E27FC236}">
                  <a16:creationId xmlns:a16="http://schemas.microsoft.com/office/drawing/2014/main" id="{2AF9402C-3845-9A8A-08E4-70C036A829E9}"/>
                </a:ext>
              </a:extLst>
            </p:cNvPr>
            <p:cNvGrpSpPr/>
            <p:nvPr/>
          </p:nvGrpSpPr>
          <p:grpSpPr>
            <a:xfrm>
              <a:off x="2865721" y="1441719"/>
              <a:ext cx="1608083" cy="738664"/>
              <a:chOff x="1345323" y="1944414"/>
              <a:chExt cx="1608083" cy="738664"/>
            </a:xfrm>
          </p:grpSpPr>
          <p:sp>
            <p:nvSpPr>
              <p:cNvPr id="211" name="TextBox 210">
                <a:extLst>
                  <a:ext uri="{FF2B5EF4-FFF2-40B4-BE49-F238E27FC236}">
                    <a16:creationId xmlns:a16="http://schemas.microsoft.com/office/drawing/2014/main" id="{52539592-0EE2-2D23-2ABA-F7517973BB8B}"/>
                  </a:ext>
                </a:extLst>
              </p:cNvPr>
              <p:cNvSpPr txBox="1"/>
              <p:nvPr/>
            </p:nvSpPr>
            <p:spPr>
              <a:xfrm>
                <a:off x="1345323" y="1944414"/>
                <a:ext cx="1608083" cy="369332"/>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pPr algn="ctr"/>
                <a:r>
                  <a:rPr lang="en-US" dirty="0"/>
                  <a:t>Asra</a:t>
                </a:r>
              </a:p>
            </p:txBody>
          </p:sp>
          <p:sp>
            <p:nvSpPr>
              <p:cNvPr id="212" name="TextBox 211">
                <a:extLst>
                  <a:ext uri="{FF2B5EF4-FFF2-40B4-BE49-F238E27FC236}">
                    <a16:creationId xmlns:a16="http://schemas.microsoft.com/office/drawing/2014/main" id="{DD1F2B0A-F119-5E75-2FFB-9356CD556EC2}"/>
                  </a:ext>
                </a:extLst>
              </p:cNvPr>
              <p:cNvSpPr txBox="1"/>
              <p:nvPr/>
            </p:nvSpPr>
            <p:spPr>
              <a:xfrm>
                <a:off x="1345324" y="2313746"/>
                <a:ext cx="1608082" cy="369332"/>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dirty="0"/>
                  <a:t>Next: 1160</a:t>
                </a:r>
              </a:p>
            </p:txBody>
          </p:sp>
        </p:grpSp>
        <p:cxnSp>
          <p:nvCxnSpPr>
            <p:cNvPr id="213" name="Connector: Elbow 212">
              <a:extLst>
                <a:ext uri="{FF2B5EF4-FFF2-40B4-BE49-F238E27FC236}">
                  <a16:creationId xmlns:a16="http://schemas.microsoft.com/office/drawing/2014/main" id="{20DC458F-65D1-43A6-AD4D-D629C78B59E7}"/>
                </a:ext>
              </a:extLst>
            </p:cNvPr>
            <p:cNvCxnSpPr>
              <a:stCxn id="209" idx="3"/>
              <a:endCxn id="211" idx="1"/>
            </p:cNvCxnSpPr>
            <p:nvPr/>
          </p:nvCxnSpPr>
          <p:spPr>
            <a:xfrm flipV="1">
              <a:off x="2581941" y="1626385"/>
              <a:ext cx="283780" cy="369332"/>
            </a:xfrm>
            <a:prstGeom prst="bentConnector3">
              <a:avLst/>
            </a:prstGeom>
            <a:ln>
              <a:tailEnd type="triangle"/>
            </a:ln>
          </p:spPr>
          <p:style>
            <a:lnRef idx="1">
              <a:schemeClr val="dk1"/>
            </a:lnRef>
            <a:fillRef idx="0">
              <a:schemeClr val="dk1"/>
            </a:fillRef>
            <a:effectRef idx="0">
              <a:schemeClr val="dk1"/>
            </a:effectRef>
            <a:fontRef idx="minor">
              <a:schemeClr val="tx1"/>
            </a:fontRef>
          </p:style>
        </p:cxnSp>
        <p:grpSp>
          <p:nvGrpSpPr>
            <p:cNvPr id="217" name="Group 216">
              <a:extLst>
                <a:ext uri="{FF2B5EF4-FFF2-40B4-BE49-F238E27FC236}">
                  <a16:creationId xmlns:a16="http://schemas.microsoft.com/office/drawing/2014/main" id="{A475E6F9-CC33-4780-D862-A00EC1943F55}"/>
                </a:ext>
              </a:extLst>
            </p:cNvPr>
            <p:cNvGrpSpPr/>
            <p:nvPr/>
          </p:nvGrpSpPr>
          <p:grpSpPr>
            <a:xfrm>
              <a:off x="4757584" y="1441719"/>
              <a:ext cx="1608083" cy="738664"/>
              <a:chOff x="1345323" y="1944414"/>
              <a:chExt cx="1608083" cy="738664"/>
            </a:xfrm>
          </p:grpSpPr>
          <p:sp>
            <p:nvSpPr>
              <p:cNvPr id="218" name="TextBox 217">
                <a:extLst>
                  <a:ext uri="{FF2B5EF4-FFF2-40B4-BE49-F238E27FC236}">
                    <a16:creationId xmlns:a16="http://schemas.microsoft.com/office/drawing/2014/main" id="{BBD9C430-4629-F148-2C37-17C2EDE09C33}"/>
                  </a:ext>
                </a:extLst>
              </p:cNvPr>
              <p:cNvSpPr txBox="1"/>
              <p:nvPr/>
            </p:nvSpPr>
            <p:spPr>
              <a:xfrm>
                <a:off x="1345323" y="1944414"/>
                <a:ext cx="1608083" cy="369332"/>
              </a:xfrm>
              <a:prstGeom prst="rect">
                <a:avLst/>
              </a:prstGeom>
              <a:ln w="76200">
                <a:solidFill>
                  <a:srgbClr val="FF0000"/>
                </a:solidFill>
              </a:ln>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pPr algn="ctr"/>
                <a:r>
                  <a:rPr lang="en-US" dirty="0" err="1"/>
                  <a:t>Mohimin</a:t>
                </a:r>
                <a:endParaRPr lang="en-US" dirty="0"/>
              </a:p>
            </p:txBody>
          </p:sp>
          <p:sp>
            <p:nvSpPr>
              <p:cNvPr id="219" name="TextBox 218">
                <a:extLst>
                  <a:ext uri="{FF2B5EF4-FFF2-40B4-BE49-F238E27FC236}">
                    <a16:creationId xmlns:a16="http://schemas.microsoft.com/office/drawing/2014/main" id="{53460AF4-0032-6555-57DC-BA2EEEAA131D}"/>
                  </a:ext>
                </a:extLst>
              </p:cNvPr>
              <p:cNvSpPr txBox="1"/>
              <p:nvPr/>
            </p:nvSpPr>
            <p:spPr>
              <a:xfrm>
                <a:off x="1345324" y="2313746"/>
                <a:ext cx="1608082" cy="369332"/>
              </a:xfrm>
              <a:prstGeom prst="rect">
                <a:avLst/>
              </a:prstGeom>
              <a:ln w="76200">
                <a:solidFill>
                  <a:srgbClr val="FF0000"/>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dirty="0"/>
                  <a:t>Next: 1240</a:t>
                </a:r>
              </a:p>
            </p:txBody>
          </p:sp>
        </p:grpSp>
        <p:cxnSp>
          <p:nvCxnSpPr>
            <p:cNvPr id="220" name="Connector: Elbow 219">
              <a:extLst>
                <a:ext uri="{FF2B5EF4-FFF2-40B4-BE49-F238E27FC236}">
                  <a16:creationId xmlns:a16="http://schemas.microsoft.com/office/drawing/2014/main" id="{28F6F686-00F5-6015-997C-1C4CF1E4068B}"/>
                </a:ext>
              </a:extLst>
            </p:cNvPr>
            <p:cNvCxnSpPr>
              <a:stCxn id="212" idx="3"/>
              <a:endCxn id="218" idx="1"/>
            </p:cNvCxnSpPr>
            <p:nvPr/>
          </p:nvCxnSpPr>
          <p:spPr>
            <a:xfrm flipV="1">
              <a:off x="4473804" y="1626385"/>
              <a:ext cx="283780" cy="369332"/>
            </a:xfrm>
            <a:prstGeom prst="bentConnector3">
              <a:avLst/>
            </a:prstGeom>
            <a:ln>
              <a:tailEnd type="triangle"/>
            </a:ln>
          </p:spPr>
          <p:style>
            <a:lnRef idx="1">
              <a:schemeClr val="dk1"/>
            </a:lnRef>
            <a:fillRef idx="0">
              <a:schemeClr val="dk1"/>
            </a:fillRef>
            <a:effectRef idx="0">
              <a:schemeClr val="dk1"/>
            </a:effectRef>
            <a:fontRef idx="minor">
              <a:schemeClr val="tx1"/>
            </a:fontRef>
          </p:style>
        </p:cxnSp>
        <p:grpSp>
          <p:nvGrpSpPr>
            <p:cNvPr id="221" name="Group 220">
              <a:extLst>
                <a:ext uri="{FF2B5EF4-FFF2-40B4-BE49-F238E27FC236}">
                  <a16:creationId xmlns:a16="http://schemas.microsoft.com/office/drawing/2014/main" id="{4AFD0DB0-9313-65B2-322F-8AE0874C9735}"/>
                </a:ext>
              </a:extLst>
            </p:cNvPr>
            <p:cNvGrpSpPr/>
            <p:nvPr/>
          </p:nvGrpSpPr>
          <p:grpSpPr>
            <a:xfrm>
              <a:off x="6623495" y="1441719"/>
              <a:ext cx="1608083" cy="738664"/>
              <a:chOff x="1345323" y="1944414"/>
              <a:chExt cx="1608083" cy="738664"/>
            </a:xfrm>
          </p:grpSpPr>
          <p:sp>
            <p:nvSpPr>
              <p:cNvPr id="222" name="TextBox 221">
                <a:extLst>
                  <a:ext uri="{FF2B5EF4-FFF2-40B4-BE49-F238E27FC236}">
                    <a16:creationId xmlns:a16="http://schemas.microsoft.com/office/drawing/2014/main" id="{48C0295F-C14C-A447-3B45-BF5524FF2B06}"/>
                  </a:ext>
                </a:extLst>
              </p:cNvPr>
              <p:cNvSpPr txBox="1"/>
              <p:nvPr/>
            </p:nvSpPr>
            <p:spPr>
              <a:xfrm>
                <a:off x="1345323" y="1944414"/>
                <a:ext cx="1608083" cy="369332"/>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pPr algn="ctr"/>
                <a:r>
                  <a:rPr lang="en-US" dirty="0" err="1"/>
                  <a:t>Shahzaman</a:t>
                </a:r>
                <a:endParaRPr lang="en-US" dirty="0"/>
              </a:p>
            </p:txBody>
          </p:sp>
          <p:sp>
            <p:nvSpPr>
              <p:cNvPr id="223" name="TextBox 222">
                <a:extLst>
                  <a:ext uri="{FF2B5EF4-FFF2-40B4-BE49-F238E27FC236}">
                    <a16:creationId xmlns:a16="http://schemas.microsoft.com/office/drawing/2014/main" id="{22BB3F06-A225-A578-EDD8-E0F56E540DC4}"/>
                  </a:ext>
                </a:extLst>
              </p:cNvPr>
              <p:cNvSpPr txBox="1"/>
              <p:nvPr/>
            </p:nvSpPr>
            <p:spPr>
              <a:xfrm>
                <a:off x="1345324" y="2313746"/>
                <a:ext cx="1608082" cy="369332"/>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dirty="0"/>
                  <a:t>Next: 1320</a:t>
                </a:r>
              </a:p>
            </p:txBody>
          </p:sp>
        </p:grpSp>
        <p:cxnSp>
          <p:nvCxnSpPr>
            <p:cNvPr id="224" name="Connector: Elbow 223">
              <a:extLst>
                <a:ext uri="{FF2B5EF4-FFF2-40B4-BE49-F238E27FC236}">
                  <a16:creationId xmlns:a16="http://schemas.microsoft.com/office/drawing/2014/main" id="{4012E97B-BC47-B062-6D50-EAE8D79C698D}"/>
                </a:ext>
              </a:extLst>
            </p:cNvPr>
            <p:cNvCxnSpPr>
              <a:stCxn id="219" idx="3"/>
              <a:endCxn id="222" idx="1"/>
            </p:cNvCxnSpPr>
            <p:nvPr/>
          </p:nvCxnSpPr>
          <p:spPr>
            <a:xfrm flipV="1">
              <a:off x="6365667" y="1626385"/>
              <a:ext cx="257828" cy="369332"/>
            </a:xfrm>
            <a:prstGeom prst="bentConnector3">
              <a:avLst/>
            </a:prstGeom>
            <a:ln>
              <a:tailEnd type="triangle"/>
            </a:ln>
          </p:spPr>
          <p:style>
            <a:lnRef idx="1">
              <a:schemeClr val="dk1"/>
            </a:lnRef>
            <a:fillRef idx="0">
              <a:schemeClr val="dk1"/>
            </a:fillRef>
            <a:effectRef idx="0">
              <a:schemeClr val="dk1"/>
            </a:effectRef>
            <a:fontRef idx="minor">
              <a:schemeClr val="tx1"/>
            </a:fontRef>
          </p:style>
        </p:cxnSp>
        <p:grpSp>
          <p:nvGrpSpPr>
            <p:cNvPr id="225" name="Group 224">
              <a:extLst>
                <a:ext uri="{FF2B5EF4-FFF2-40B4-BE49-F238E27FC236}">
                  <a16:creationId xmlns:a16="http://schemas.microsoft.com/office/drawing/2014/main" id="{5048507D-83AB-39B2-C47B-7E684012F553}"/>
                </a:ext>
              </a:extLst>
            </p:cNvPr>
            <p:cNvGrpSpPr/>
            <p:nvPr/>
          </p:nvGrpSpPr>
          <p:grpSpPr>
            <a:xfrm>
              <a:off x="8489406" y="1441719"/>
              <a:ext cx="1608083" cy="738664"/>
              <a:chOff x="1345323" y="1944414"/>
              <a:chExt cx="1608083" cy="738664"/>
            </a:xfrm>
          </p:grpSpPr>
          <p:sp>
            <p:nvSpPr>
              <p:cNvPr id="226" name="TextBox 225">
                <a:extLst>
                  <a:ext uri="{FF2B5EF4-FFF2-40B4-BE49-F238E27FC236}">
                    <a16:creationId xmlns:a16="http://schemas.microsoft.com/office/drawing/2014/main" id="{B8468FD2-3C33-1896-5CFD-8300B56B7B2C}"/>
                  </a:ext>
                </a:extLst>
              </p:cNvPr>
              <p:cNvSpPr txBox="1"/>
              <p:nvPr/>
            </p:nvSpPr>
            <p:spPr>
              <a:xfrm>
                <a:off x="1345323" y="1944414"/>
                <a:ext cx="1608083" cy="369332"/>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pPr algn="ctr"/>
                <a:r>
                  <a:rPr lang="en-US" dirty="0"/>
                  <a:t>Omar Baig</a:t>
                </a:r>
              </a:p>
            </p:txBody>
          </p:sp>
          <p:sp>
            <p:nvSpPr>
              <p:cNvPr id="227" name="TextBox 226">
                <a:extLst>
                  <a:ext uri="{FF2B5EF4-FFF2-40B4-BE49-F238E27FC236}">
                    <a16:creationId xmlns:a16="http://schemas.microsoft.com/office/drawing/2014/main" id="{46DB5FFD-5E7C-35A5-6E4A-0E828F199716}"/>
                  </a:ext>
                </a:extLst>
              </p:cNvPr>
              <p:cNvSpPr txBox="1"/>
              <p:nvPr/>
            </p:nvSpPr>
            <p:spPr>
              <a:xfrm>
                <a:off x="1345324" y="2313746"/>
                <a:ext cx="1608082" cy="369332"/>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dirty="0"/>
                  <a:t>Next: 1400</a:t>
                </a:r>
              </a:p>
            </p:txBody>
          </p:sp>
        </p:grpSp>
        <p:cxnSp>
          <p:nvCxnSpPr>
            <p:cNvPr id="228" name="Connector: Elbow 227">
              <a:extLst>
                <a:ext uri="{FF2B5EF4-FFF2-40B4-BE49-F238E27FC236}">
                  <a16:creationId xmlns:a16="http://schemas.microsoft.com/office/drawing/2014/main" id="{69E4D838-7DB3-6200-DAB9-4580B505DEEA}"/>
                </a:ext>
              </a:extLst>
            </p:cNvPr>
            <p:cNvCxnSpPr>
              <a:stCxn id="223" idx="3"/>
              <a:endCxn id="226" idx="1"/>
            </p:cNvCxnSpPr>
            <p:nvPr/>
          </p:nvCxnSpPr>
          <p:spPr>
            <a:xfrm flipV="1">
              <a:off x="8231578" y="1626385"/>
              <a:ext cx="257828" cy="369332"/>
            </a:xfrm>
            <a:prstGeom prst="bentConnector3">
              <a:avLst/>
            </a:prstGeom>
            <a:ln>
              <a:tailEnd type="triangle"/>
            </a:ln>
          </p:spPr>
          <p:style>
            <a:lnRef idx="1">
              <a:schemeClr val="dk1"/>
            </a:lnRef>
            <a:fillRef idx="0">
              <a:schemeClr val="dk1"/>
            </a:fillRef>
            <a:effectRef idx="0">
              <a:schemeClr val="dk1"/>
            </a:effectRef>
            <a:fontRef idx="minor">
              <a:schemeClr val="tx1"/>
            </a:fontRef>
          </p:style>
        </p:cxnSp>
        <p:grpSp>
          <p:nvGrpSpPr>
            <p:cNvPr id="229" name="Group 228">
              <a:extLst>
                <a:ext uri="{FF2B5EF4-FFF2-40B4-BE49-F238E27FC236}">
                  <a16:creationId xmlns:a16="http://schemas.microsoft.com/office/drawing/2014/main" id="{C8C75C70-766E-FBB9-4F22-B03E115A61EB}"/>
                </a:ext>
              </a:extLst>
            </p:cNvPr>
            <p:cNvGrpSpPr/>
            <p:nvPr/>
          </p:nvGrpSpPr>
          <p:grpSpPr>
            <a:xfrm>
              <a:off x="10355317" y="1441719"/>
              <a:ext cx="1608083" cy="738664"/>
              <a:chOff x="1345323" y="1944414"/>
              <a:chExt cx="1608083" cy="738664"/>
            </a:xfrm>
          </p:grpSpPr>
          <p:sp>
            <p:nvSpPr>
              <p:cNvPr id="230" name="TextBox 229">
                <a:extLst>
                  <a:ext uri="{FF2B5EF4-FFF2-40B4-BE49-F238E27FC236}">
                    <a16:creationId xmlns:a16="http://schemas.microsoft.com/office/drawing/2014/main" id="{C8C215B8-9C7C-9FC3-9055-9E8E1FA346BD}"/>
                  </a:ext>
                </a:extLst>
              </p:cNvPr>
              <p:cNvSpPr txBox="1"/>
              <p:nvPr/>
            </p:nvSpPr>
            <p:spPr>
              <a:xfrm>
                <a:off x="1345323" y="1944414"/>
                <a:ext cx="1608083" cy="369332"/>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pPr algn="ctr"/>
                <a:r>
                  <a:rPr lang="en-US" dirty="0"/>
                  <a:t>Omar Khan</a:t>
                </a:r>
              </a:p>
            </p:txBody>
          </p:sp>
          <p:sp>
            <p:nvSpPr>
              <p:cNvPr id="231" name="TextBox 230">
                <a:extLst>
                  <a:ext uri="{FF2B5EF4-FFF2-40B4-BE49-F238E27FC236}">
                    <a16:creationId xmlns:a16="http://schemas.microsoft.com/office/drawing/2014/main" id="{8F173504-B851-0ABC-91A8-3CE2CF41B0FB}"/>
                  </a:ext>
                </a:extLst>
              </p:cNvPr>
              <p:cNvSpPr txBox="1"/>
              <p:nvPr/>
            </p:nvSpPr>
            <p:spPr>
              <a:xfrm>
                <a:off x="1345324" y="2313746"/>
                <a:ext cx="1608082" cy="369332"/>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dirty="0"/>
                  <a:t>Next: Null</a:t>
                </a:r>
              </a:p>
            </p:txBody>
          </p:sp>
        </p:grpSp>
        <p:cxnSp>
          <p:nvCxnSpPr>
            <p:cNvPr id="232" name="Connector: Elbow 231">
              <a:extLst>
                <a:ext uri="{FF2B5EF4-FFF2-40B4-BE49-F238E27FC236}">
                  <a16:creationId xmlns:a16="http://schemas.microsoft.com/office/drawing/2014/main" id="{F3EE973A-C53F-79CD-35AE-8E27B1A37F1D}"/>
                </a:ext>
              </a:extLst>
            </p:cNvPr>
            <p:cNvCxnSpPr>
              <a:stCxn id="227" idx="3"/>
              <a:endCxn id="230" idx="1"/>
            </p:cNvCxnSpPr>
            <p:nvPr/>
          </p:nvCxnSpPr>
          <p:spPr>
            <a:xfrm flipV="1">
              <a:off x="10097489" y="1626385"/>
              <a:ext cx="257828" cy="369332"/>
            </a:xfrm>
            <a:prstGeom prst="bentConnector3">
              <a:avLst/>
            </a:prstGeom>
            <a:ln>
              <a:tailEnd type="triangle"/>
            </a:ln>
          </p:spPr>
          <p:style>
            <a:lnRef idx="1">
              <a:schemeClr val="dk1"/>
            </a:lnRef>
            <a:fillRef idx="0">
              <a:schemeClr val="dk1"/>
            </a:fillRef>
            <a:effectRef idx="0">
              <a:schemeClr val="dk1"/>
            </a:effectRef>
            <a:fontRef idx="minor">
              <a:schemeClr val="tx1"/>
            </a:fontRef>
          </p:style>
        </p:cxnSp>
        <p:sp>
          <p:nvSpPr>
            <p:cNvPr id="233" name="TextBox 232">
              <a:extLst>
                <a:ext uri="{FF2B5EF4-FFF2-40B4-BE49-F238E27FC236}">
                  <a16:creationId xmlns:a16="http://schemas.microsoft.com/office/drawing/2014/main" id="{238000E0-F9ED-18FE-FC50-1877EC95625B}"/>
                </a:ext>
              </a:extLst>
            </p:cNvPr>
            <p:cNvSpPr txBox="1"/>
            <p:nvPr/>
          </p:nvSpPr>
          <p:spPr>
            <a:xfrm>
              <a:off x="80864" y="1441719"/>
              <a:ext cx="767967" cy="646331"/>
            </a:xfrm>
            <a:prstGeom prst="rect">
              <a:avLst/>
            </a:prstGeom>
            <a:noFill/>
          </p:spPr>
          <p:txBody>
            <a:bodyPr wrap="none" rtlCol="0">
              <a:spAutoFit/>
            </a:bodyPr>
            <a:lstStyle/>
            <a:p>
              <a:r>
                <a:rPr lang="en-US" b="1" dirty="0"/>
                <a:t>START</a:t>
              </a:r>
            </a:p>
            <a:p>
              <a:r>
                <a:rPr lang="en-US" b="1" dirty="0"/>
                <a:t>1000</a:t>
              </a:r>
            </a:p>
          </p:txBody>
        </p:sp>
      </p:gr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8D8AFD0-5F4D-487E-AAD3-9C8EB83F5818}"/>
                  </a:ext>
                </a:extLst>
              </p:cNvPr>
              <p:cNvSpPr txBox="1">
                <a:spLocks/>
              </p:cNvSpPr>
              <p:nvPr/>
            </p:nvSpPr>
            <p:spPr>
              <a:xfrm>
                <a:off x="220384" y="2250501"/>
                <a:ext cx="11743016" cy="4224915"/>
              </a:xfrm>
              <a:prstGeom prst="rect">
                <a:avLst/>
              </a:prstGeom>
            </p:spPr>
            <p:txBody>
              <a:bodyPr>
                <a:normAutofit fontScale="77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400" dirty="0"/>
                  <a:t>Assuming you wanted to delete “</a:t>
                </a:r>
                <a:r>
                  <a:rPr lang="en-US" sz="3400" dirty="0" err="1"/>
                  <a:t>Mohimin</a:t>
                </a:r>
                <a:r>
                  <a:rPr lang="en-US" sz="3400" dirty="0"/>
                  <a:t>”</a:t>
                </a:r>
              </a:p>
              <a:p>
                <a:pPr>
                  <a:lnSpc>
                    <a:spcPct val="120000"/>
                  </a:lnSpc>
                  <a:buFont typeface="Wingdings" panose="05000000000000000000" pitchFamily="2" charset="2"/>
                  <a:buChar char="§"/>
                </a:pPr>
                <a:r>
                  <a:rPr lang="en-US" sz="3400" dirty="0"/>
                  <a:t>Then when your node is at “Asra”, then </a:t>
                </a:r>
                <a14:m>
                  <m:oMath xmlns:m="http://schemas.openxmlformats.org/officeDocument/2006/math">
                    <m:r>
                      <a:rPr lang="en-US" sz="3400" b="0" i="1" smtClean="0">
                        <a:latin typeface="Cambria Math" panose="02040503050406030204" pitchFamily="18" charset="0"/>
                      </a:rPr>
                      <m:t>𝑛𝑜𝑑𝑒</m:t>
                    </m:r>
                    <m:r>
                      <a:rPr lang="en-US" sz="3400" b="0" i="1" smtClean="0">
                        <a:latin typeface="Cambria Math" panose="02040503050406030204" pitchFamily="18" charset="0"/>
                      </a:rPr>
                      <m:t>→</m:t>
                    </m:r>
                    <m:r>
                      <a:rPr lang="en-US" sz="3400" b="0" i="1" smtClean="0">
                        <a:latin typeface="Cambria Math" panose="02040503050406030204" pitchFamily="18" charset="0"/>
                      </a:rPr>
                      <m:t>𝑛𝑒𝑥𝑡</m:t>
                    </m:r>
                    <m:r>
                      <a:rPr lang="en-US" sz="3400" b="0" i="1" smtClean="0">
                        <a:latin typeface="Cambria Math" panose="02040503050406030204" pitchFamily="18" charset="0"/>
                      </a:rPr>
                      <m:t>→</m:t>
                    </m:r>
                    <m:r>
                      <a:rPr lang="en-US" sz="3400" b="0" i="1" smtClean="0">
                        <a:latin typeface="Cambria Math" panose="02040503050406030204" pitchFamily="18" charset="0"/>
                      </a:rPr>
                      <m:t>𝑒𝑙𝑒𝑚𝑒𝑛𝑡</m:t>
                    </m:r>
                    <m:r>
                      <a:rPr lang="en-US" sz="3400" b="0" i="1" smtClean="0">
                        <a:latin typeface="Cambria Math" panose="02040503050406030204" pitchFamily="18" charset="0"/>
                      </a:rPr>
                      <m:t>="</m:t>
                    </m:r>
                    <m:r>
                      <a:rPr lang="en-US" sz="3400" b="0" i="1" smtClean="0">
                        <a:latin typeface="Cambria Math" panose="02040503050406030204" pitchFamily="18" charset="0"/>
                      </a:rPr>
                      <m:t>𝑀𝑜h𝑖𝑚𝑖𝑛</m:t>
                    </m:r>
                    <m:r>
                      <a:rPr lang="en-US" sz="3400" b="0" i="1" smtClean="0">
                        <a:latin typeface="Cambria Math" panose="02040503050406030204" pitchFamily="18" charset="0"/>
                      </a:rPr>
                      <m:t>“</m:t>
                    </m:r>
                  </m:oMath>
                </a14:m>
                <a:r>
                  <a:rPr lang="en-US" sz="3400" dirty="0"/>
                  <a:t>.</a:t>
                </a:r>
              </a:p>
              <a:p>
                <a:pPr>
                  <a:lnSpc>
                    <a:spcPct val="120000"/>
                  </a:lnSpc>
                  <a:buFont typeface="Wingdings" panose="05000000000000000000" pitchFamily="2" charset="2"/>
                  <a:buChar char="§"/>
                </a:pPr>
                <a:r>
                  <a:rPr lang="en-US" sz="3400" dirty="0"/>
                  <a:t>Therefore, to delete “</a:t>
                </a:r>
                <a:r>
                  <a:rPr lang="en-US" sz="3400" dirty="0" err="1"/>
                  <a:t>Mohimin</a:t>
                </a:r>
                <a:r>
                  <a:rPr lang="en-US" sz="3400" dirty="0"/>
                  <a:t>”, we set </a:t>
                </a:r>
                <a14:m>
                  <m:oMath xmlns:m="http://schemas.openxmlformats.org/officeDocument/2006/math">
                    <m:r>
                      <a:rPr lang="en-US" sz="3600" i="1" dirty="0">
                        <a:latin typeface="Cambria Math" panose="02040503050406030204" pitchFamily="18" charset="0"/>
                        <a:ea typeface="Cascadia Code" panose="020B0609020000020004" pitchFamily="49" charset="0"/>
                        <a:cs typeface="Cascadia Code" panose="020B0609020000020004" pitchFamily="49" charset="0"/>
                      </a:rPr>
                      <m:t>𝑛𝑜𝑑𝑒</m:t>
                    </m:r>
                    <m:r>
                      <a:rPr lang="en-US" sz="3600" i="1" dirty="0">
                        <a:latin typeface="Cambria Math" panose="02040503050406030204" pitchFamily="18" charset="0"/>
                        <a:ea typeface="Cascadia Code" panose="020B0609020000020004" pitchFamily="49" charset="0"/>
                        <a:cs typeface="Cascadia Code" panose="020B0609020000020004" pitchFamily="49" charset="0"/>
                      </a:rPr>
                      <m:t>→</m:t>
                    </m:r>
                    <m:r>
                      <a:rPr lang="en-US" sz="3600" b="0" i="1" dirty="0" smtClean="0">
                        <a:latin typeface="Cambria Math" panose="02040503050406030204" pitchFamily="18" charset="0"/>
                        <a:ea typeface="Cascadia Code" panose="020B0609020000020004" pitchFamily="49" charset="0"/>
                        <a:cs typeface="Cascadia Code" panose="020B0609020000020004" pitchFamily="49" charset="0"/>
                      </a:rPr>
                      <m:t>𝑛𝑒𝑥𝑡</m:t>
                    </m:r>
                    <m:r>
                      <a:rPr lang="en-US" sz="3600" i="1" dirty="0">
                        <a:latin typeface="Cambria Math" panose="02040503050406030204" pitchFamily="18" charset="0"/>
                        <a:ea typeface="Cascadia Code" panose="020B0609020000020004" pitchFamily="49" charset="0"/>
                        <a:cs typeface="Cascadia Code" panose="020B0609020000020004" pitchFamily="49" charset="0"/>
                      </a:rPr>
                      <m:t>≔</m:t>
                    </m:r>
                    <m:r>
                      <a:rPr lang="en-US" sz="3600" i="1" dirty="0">
                        <a:latin typeface="Cambria Math" panose="02040503050406030204" pitchFamily="18" charset="0"/>
                        <a:ea typeface="Cascadia Code" panose="020B0609020000020004" pitchFamily="49" charset="0"/>
                        <a:cs typeface="Cascadia Code" panose="020B0609020000020004" pitchFamily="49" charset="0"/>
                      </a:rPr>
                      <m:t>𝑛𝑜𝑑𝑒</m:t>
                    </m:r>
                    <m:r>
                      <a:rPr lang="en-US" sz="3600" i="1" dirty="0">
                        <a:latin typeface="Cambria Math" panose="02040503050406030204" pitchFamily="18" charset="0"/>
                        <a:ea typeface="Cascadia Code" panose="020B0609020000020004" pitchFamily="49" charset="0"/>
                        <a:cs typeface="Cascadia Code" panose="020B0609020000020004" pitchFamily="49" charset="0"/>
                      </a:rPr>
                      <m:t>→</m:t>
                    </m:r>
                    <m:r>
                      <a:rPr lang="en-US" sz="3600" b="0" i="1" dirty="0" smtClean="0">
                        <a:latin typeface="Cambria Math" panose="02040503050406030204" pitchFamily="18" charset="0"/>
                        <a:ea typeface="Cascadia Code" panose="020B0609020000020004" pitchFamily="49" charset="0"/>
                        <a:cs typeface="Cascadia Code" panose="020B0609020000020004" pitchFamily="49" charset="0"/>
                      </a:rPr>
                      <m:t>𝑛𝑒𝑥𝑡</m:t>
                    </m:r>
                    <m:r>
                      <a:rPr lang="en-US" sz="3600" i="1" dirty="0">
                        <a:latin typeface="Cambria Math" panose="02040503050406030204" pitchFamily="18" charset="0"/>
                        <a:ea typeface="Cascadia Code" panose="020B0609020000020004" pitchFamily="49" charset="0"/>
                        <a:cs typeface="Cascadia Code" panose="020B0609020000020004" pitchFamily="49" charset="0"/>
                      </a:rPr>
                      <m:t>→</m:t>
                    </m:r>
                    <m:r>
                      <a:rPr lang="en-US" sz="3600" b="0" i="1" dirty="0" smtClean="0">
                        <a:latin typeface="Cambria Math" panose="02040503050406030204" pitchFamily="18" charset="0"/>
                        <a:ea typeface="Cascadia Code" panose="020B0609020000020004" pitchFamily="49" charset="0"/>
                        <a:cs typeface="Cascadia Code" panose="020B0609020000020004" pitchFamily="49" charset="0"/>
                      </a:rPr>
                      <m:t>𝑛𝑒𝑥𝑡</m:t>
                    </m:r>
                  </m:oMath>
                </a14:m>
                <a:r>
                  <a:rPr lang="en-US" sz="3400" dirty="0"/>
                  <a:t>.</a:t>
                </a:r>
              </a:p>
              <a:p>
                <a:pPr>
                  <a:lnSpc>
                    <a:spcPct val="120000"/>
                  </a:lnSpc>
                  <a:buFont typeface="Wingdings" panose="05000000000000000000" pitchFamily="2" charset="2"/>
                  <a:buChar char="§"/>
                </a:pPr>
                <a:r>
                  <a:rPr lang="en-US" sz="3400" dirty="0"/>
                  <a:t>Meaning pointer of “Asra” which contains address 1160, will now copy the address from “</a:t>
                </a:r>
                <a:r>
                  <a:rPr lang="en-US" sz="3400" dirty="0" err="1"/>
                  <a:t>Mohimin</a:t>
                </a:r>
                <a:r>
                  <a:rPr lang="en-US" sz="3400" dirty="0"/>
                  <a:t>”, i.e., 1240.</a:t>
                </a:r>
              </a:p>
              <a:p>
                <a:pPr>
                  <a:lnSpc>
                    <a:spcPct val="120000"/>
                  </a:lnSpc>
                  <a:buFont typeface="Wingdings" panose="05000000000000000000" pitchFamily="2" charset="2"/>
                  <a:buChar char="§"/>
                </a:pPr>
                <a:r>
                  <a:rPr lang="en-US" sz="3400" dirty="0"/>
                  <a:t>And thus, the Linked List will jump to “</a:t>
                </a:r>
                <a:r>
                  <a:rPr lang="en-US" sz="3400" dirty="0" err="1"/>
                  <a:t>Shahzaman</a:t>
                </a:r>
                <a:r>
                  <a:rPr lang="en-US" sz="3400" dirty="0"/>
                  <a:t>” after “Asra”.</a:t>
                </a:r>
              </a:p>
              <a:p>
                <a:pPr>
                  <a:lnSpc>
                    <a:spcPct val="120000"/>
                  </a:lnSpc>
                  <a:buFont typeface="Wingdings" panose="05000000000000000000" pitchFamily="2" charset="2"/>
                  <a:buChar char="§"/>
                </a:pPr>
                <a:r>
                  <a:rPr lang="en-US" sz="3400" dirty="0"/>
                  <a:t>Node “</a:t>
                </a:r>
                <a:r>
                  <a:rPr lang="en-US" sz="3400" dirty="0" err="1"/>
                  <a:t>Mohimin</a:t>
                </a:r>
                <a:r>
                  <a:rPr lang="en-US" sz="3400" dirty="0"/>
                  <a:t>” is now lost by Linked List.</a:t>
                </a:r>
              </a:p>
            </p:txBody>
          </p:sp>
        </mc:Choice>
        <mc:Fallback xmlns="">
          <p:sp>
            <p:nvSpPr>
              <p:cNvPr id="3" name="Content Placeholder 2">
                <a:extLst>
                  <a:ext uri="{FF2B5EF4-FFF2-40B4-BE49-F238E27FC236}">
                    <a16:creationId xmlns:a16="http://schemas.microsoft.com/office/drawing/2014/main" id="{A8D8AFD0-5F4D-487E-AAD3-9C8EB83F5818}"/>
                  </a:ext>
                </a:extLst>
              </p:cNvPr>
              <p:cNvSpPr txBox="1">
                <a:spLocks noRot="1" noChangeAspect="1" noMove="1" noResize="1" noEditPoints="1" noAdjustHandles="1" noChangeArrowheads="1" noChangeShapeType="1" noTextEdit="1"/>
              </p:cNvSpPr>
              <p:nvPr/>
            </p:nvSpPr>
            <p:spPr>
              <a:xfrm>
                <a:off x="220384" y="2250501"/>
                <a:ext cx="11743016" cy="4224915"/>
              </a:xfrm>
              <a:prstGeom prst="rect">
                <a:avLst/>
              </a:prstGeom>
              <a:blipFill>
                <a:blip r:embed="rId3"/>
                <a:stretch>
                  <a:fillRect l="-778" t="-1154"/>
                </a:stretch>
              </a:blipFill>
            </p:spPr>
            <p:txBody>
              <a:bodyPr/>
              <a:lstStyle/>
              <a:p>
                <a:r>
                  <a:rPr lang="en-US">
                    <a:noFill/>
                  </a:rPr>
                  <a:t> </a:t>
                </a:r>
              </a:p>
            </p:txBody>
          </p:sp>
        </mc:Fallback>
      </mc:AlternateContent>
      <p:sp>
        <p:nvSpPr>
          <p:cNvPr id="4" name="Rectangle 3">
            <a:extLst>
              <a:ext uri="{FF2B5EF4-FFF2-40B4-BE49-F238E27FC236}">
                <a16:creationId xmlns:a16="http://schemas.microsoft.com/office/drawing/2014/main" id="{ABB7BDD9-ED55-37A2-8480-2D381966F950}"/>
              </a:ex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Tree>
    <p:extLst>
      <p:ext uri="{BB962C8B-B14F-4D97-AF65-F5344CB8AC3E}">
        <p14:creationId xmlns:p14="http://schemas.microsoft.com/office/powerpoint/2010/main" val="25879899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Linked List Operations – DELETE</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4887878"/>
          </a:xfrm>
          <a:prstGeom prst="rect">
            <a:avLst/>
          </a:prstGeom>
        </p:spPr>
        <p:txBody>
          <a:bodyPr>
            <a:normAutofit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400" dirty="0"/>
              <a:t>A common error related to DELETE operation is Underflow.</a:t>
            </a:r>
          </a:p>
          <a:p>
            <a:pPr>
              <a:lnSpc>
                <a:spcPct val="120000"/>
              </a:lnSpc>
              <a:buFont typeface="Wingdings" panose="05000000000000000000" pitchFamily="2" charset="2"/>
              <a:buChar char="§"/>
            </a:pPr>
            <a:r>
              <a:rPr lang="en-US" sz="3400" dirty="0"/>
              <a:t>Underflow is a condition in which we are trying to delete a node which does not exist. This can be caused due to bad memory management.</a:t>
            </a:r>
          </a:p>
          <a:p>
            <a:pPr>
              <a:lnSpc>
                <a:spcPct val="120000"/>
              </a:lnSpc>
              <a:buFont typeface="Wingdings" panose="05000000000000000000" pitchFamily="2" charset="2"/>
              <a:buChar char="§"/>
            </a:pPr>
            <a:r>
              <a:rPr lang="en-US" sz="3400" dirty="0"/>
              <a:t>For example, after successfully Deleting node “</a:t>
            </a:r>
            <a:r>
              <a:rPr lang="en-US" sz="3400" dirty="0" err="1"/>
              <a:t>Mohimin</a:t>
            </a:r>
            <a:r>
              <a:rPr lang="en-US" sz="3400" dirty="0"/>
              <a:t>”, if any of the pointers is still holding its address 1160, then if we try to call Delete operation again, the program will fail because of Underflow, not because the item was not found.</a:t>
            </a:r>
          </a:p>
        </p:txBody>
      </p:sp>
    </p:spTree>
    <p:extLst>
      <p:ext uri="{BB962C8B-B14F-4D97-AF65-F5344CB8AC3E}">
        <p14:creationId xmlns:p14="http://schemas.microsoft.com/office/powerpoint/2010/main" val="4420600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Linked List Operations – INSERT AFTER</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8548748" cy="4887878"/>
              </a:xfrm>
              <a:prstGeom prst="rect">
                <a:avLst/>
              </a:prstGeom>
            </p:spPr>
            <p:txBody>
              <a:bodyPr>
                <a:normAutofit fontScale="850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400" dirty="0"/>
                  <a:t>What if we wanted to insert a new node “Uzair” after “</a:t>
                </a:r>
                <a:r>
                  <a:rPr lang="en-US" sz="3400" dirty="0" err="1"/>
                  <a:t>Shahzaman</a:t>
                </a:r>
                <a:r>
                  <a:rPr lang="en-US" sz="3400" dirty="0"/>
                  <a:t>”?</a:t>
                </a:r>
              </a:p>
              <a:p>
                <a:pPr>
                  <a:lnSpc>
                    <a:spcPct val="120000"/>
                  </a:lnSpc>
                  <a:buFont typeface="Wingdings" panose="05000000000000000000" pitchFamily="2" charset="2"/>
                  <a:buChar char="§"/>
                </a:pPr>
                <a:r>
                  <a:rPr lang="en-US" sz="3400" dirty="0"/>
                  <a:t>In case of arrays, this operation was straight forward, but here we don’t have indices.</a:t>
                </a:r>
              </a:p>
              <a:p>
                <a:pPr>
                  <a:lnSpc>
                    <a:spcPct val="120000"/>
                  </a:lnSpc>
                  <a:buFont typeface="Wingdings" panose="05000000000000000000" pitchFamily="2" charset="2"/>
                  <a:buChar char="§"/>
                </a:pPr>
                <a:r>
                  <a:rPr lang="en-US" sz="3400" dirty="0"/>
                  <a:t>The main changes we will need to make is to ensure that the </a:t>
                </a:r>
                <a14:m>
                  <m:oMath xmlns:m="http://schemas.openxmlformats.org/officeDocument/2006/math">
                    <m:r>
                      <a:rPr lang="en-US" sz="3400" i="1" dirty="0" smtClean="0">
                        <a:latin typeface="Cambria Math" panose="02040503050406030204" pitchFamily="18" charset="0"/>
                      </a:rPr>
                      <m:t>𝑛𝑒𝑥𝑡</m:t>
                    </m:r>
                  </m:oMath>
                </a14:m>
                <a:r>
                  <a:rPr lang="en-US" sz="3400" dirty="0"/>
                  <a:t> of “Uzair” points to “Omar Baig”.</a:t>
                </a:r>
              </a:p>
              <a:p>
                <a:pPr>
                  <a:lnSpc>
                    <a:spcPct val="120000"/>
                  </a:lnSpc>
                  <a:buFont typeface="Wingdings" panose="05000000000000000000" pitchFamily="2" charset="2"/>
                  <a:buChar char="§"/>
                </a:pPr>
                <a:r>
                  <a:rPr lang="en-US" sz="3400" dirty="0"/>
                  <a:t>Secondly, we will set </a:t>
                </a:r>
                <a14:m>
                  <m:oMath xmlns:m="http://schemas.openxmlformats.org/officeDocument/2006/math">
                    <m:r>
                      <a:rPr lang="en-US" sz="3400" i="1" dirty="0" smtClean="0">
                        <a:latin typeface="Cambria Math" panose="02040503050406030204" pitchFamily="18" charset="0"/>
                      </a:rPr>
                      <m:t>𝑛𝑒𝑥𝑡</m:t>
                    </m:r>
                  </m:oMath>
                </a14:m>
                <a:r>
                  <a:rPr lang="en-US" sz="3400" dirty="0"/>
                  <a:t> pointer of “</a:t>
                </a:r>
                <a:r>
                  <a:rPr lang="en-US" sz="3400" dirty="0" err="1"/>
                  <a:t>Shahzaman</a:t>
                </a:r>
                <a:r>
                  <a:rPr lang="en-US" sz="3400" dirty="0"/>
                  <a:t>” to 3000.</a:t>
                </a:r>
              </a:p>
              <a:p>
                <a:pPr>
                  <a:lnSpc>
                    <a:spcPct val="120000"/>
                  </a:lnSpc>
                  <a:buFont typeface="Wingdings" panose="05000000000000000000" pitchFamily="2" charset="2"/>
                  <a:buChar char="§"/>
                </a:pPr>
                <a:r>
                  <a:rPr lang="en-US" sz="3400" dirty="0"/>
                  <a:t>However, this operation requires a SEARCH first.</a:t>
                </a:r>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7"/>
                <a:ext cx="8548748" cy="4887878"/>
              </a:xfrm>
              <a:prstGeom prst="rect">
                <a:avLst/>
              </a:prstGeom>
              <a:blipFill>
                <a:blip r:embed="rId3"/>
                <a:stretch>
                  <a:fillRect l="-1354" t="-1247" r="-428"/>
                </a:stretch>
              </a:blipFill>
            </p:spPr>
            <p:txBody>
              <a:bodyPr/>
              <a:lstStyle/>
              <a:p>
                <a:r>
                  <a:rPr lang="en-US">
                    <a:noFill/>
                  </a:rPr>
                  <a:t> </a:t>
                </a:r>
              </a:p>
            </p:txBody>
          </p:sp>
        </mc:Fallback>
      </mc:AlternateContent>
      <p:graphicFrame>
        <p:nvGraphicFramePr>
          <p:cNvPr id="4" name="Diagram 3">
            <a:extLst>
              <a:ext uri="{FF2B5EF4-FFF2-40B4-BE49-F238E27FC236}">
                <a16:creationId xmlns:a16="http://schemas.microsoft.com/office/drawing/2014/main" id="{5FC0CFD4-BA57-42AE-CFE8-85D035DE1FA1}"/>
              </a:ext>
            </a:extLst>
          </p:cNvPr>
          <p:cNvGraphicFramePr/>
          <p:nvPr>
            <p:extLst>
              <p:ext uri="{D42A27DB-BD31-4B8C-83A1-F6EECF244321}">
                <p14:modId xmlns:p14="http://schemas.microsoft.com/office/powerpoint/2010/main" val="1299703988"/>
              </p:ext>
            </p:extLst>
          </p:nvPr>
        </p:nvGraphicFramePr>
        <p:xfrm>
          <a:off x="8769132" y="1435591"/>
          <a:ext cx="2913494" cy="4898049"/>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6946516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Linked List Operations – INSERT AFTER</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4887878"/>
              </a:xfrm>
              <a:prstGeom prst="rect">
                <a:avLst/>
              </a:prstGeom>
            </p:spPr>
            <p:txBody>
              <a:bodyPr>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2400" dirty="0">
                    <a:latin typeface="Cascadia Code" panose="020B0609020000020004" pitchFamily="49" charset="0"/>
                    <a:ea typeface="Cascadia Code" panose="020B0609020000020004" pitchFamily="49" charset="0"/>
                    <a:cs typeface="Cascadia Code" panose="020B0609020000020004" pitchFamily="49" charset="0"/>
                  </a:rPr>
                  <a:t>INSERT_AFTER</a:t>
                </a:r>
                <a:r>
                  <a:rPr lang="en-US" sz="2400" dirty="0">
                    <a:latin typeface="Cascadia Code" panose="020B0609020000020004" pitchFamily="49" charset="0"/>
                    <a:cs typeface="Cascadia Code" panose="020B0609020000020004" pitchFamily="49" charset="0"/>
                  </a:rPr>
                  <a:t>(</a:t>
                </a:r>
                <a:r>
                  <a:rPr lang="en-US" sz="2400" dirty="0">
                    <a:latin typeface="Cascadia Code" panose="020B0609020000020004" pitchFamily="49" charset="0"/>
                    <a:ea typeface="Cascadia Code" panose="020B0609020000020004" pitchFamily="49" charset="0"/>
                    <a:cs typeface="Cascadia Code" panose="020B0609020000020004" pitchFamily="49" charset="0"/>
                  </a:rPr>
                  <a:t>Start, After, element), where ‘Start’ is the address of the first node, ‘After’ is the address of node to insert ‘element’ after.</a:t>
                </a:r>
                <a:endParaRPr lang="en-US" sz="2400" i="1" dirty="0">
                  <a:latin typeface="Cascadia Code" panose="020B0609020000020004" pitchFamily="49" charset="0"/>
                  <a:ea typeface="Cascadia Code" panose="020B0609020000020004" pitchFamily="49" charset="0"/>
                  <a:cs typeface="Cascadia Code" panose="020B0609020000020004" pitchFamily="49" charset="0"/>
                </a:endParaRPr>
              </a:p>
              <a:p>
                <a:pPr marL="457200" indent="-457200">
                  <a:lnSpc>
                    <a:spcPct val="100000"/>
                  </a:lnSpc>
                  <a:buFont typeface="Arial" panose="020B0604020202020204" pitchFamily="34" charset="0"/>
                  <a:buAutoNum type="arabicPeriod"/>
                </a:pPr>
                <a14:m>
                  <m:oMath xmlns:m="http://schemas.openxmlformats.org/officeDocument/2006/math">
                    <m:r>
                      <a:rPr lang="en-US" sz="2400" i="1" dirty="0">
                        <a:latin typeface="Cambria Math" panose="02040503050406030204" pitchFamily="18" charset="0"/>
                        <a:ea typeface="Cascadia Code" panose="020B0609020000020004" pitchFamily="49" charset="0"/>
                        <a:cs typeface="Cascadia Code" panose="020B0609020000020004" pitchFamily="49" charset="0"/>
                      </a:rPr>
                      <m:t>𝐼𝐹</m:t>
                    </m:r>
                    <m:r>
                      <a:rPr lang="en-US" sz="2400" i="1" dirty="0">
                        <a:latin typeface="Cambria Math" panose="02040503050406030204" pitchFamily="18" charset="0"/>
                        <a:ea typeface="Cascadia Code" panose="020B0609020000020004" pitchFamily="49" charset="0"/>
                        <a:cs typeface="Cascadia Code" panose="020B0609020000020004" pitchFamily="49" charset="0"/>
                      </a:rPr>
                      <m:t> </m:t>
                    </m:r>
                    <m:r>
                      <a:rPr lang="en-US" sz="2400" i="1" dirty="0">
                        <a:latin typeface="Cambria Math" panose="02040503050406030204" pitchFamily="18" charset="0"/>
                        <a:ea typeface="Cascadia Code" panose="020B0609020000020004" pitchFamily="49" charset="0"/>
                        <a:cs typeface="Cascadia Code" panose="020B0609020000020004" pitchFamily="49" charset="0"/>
                      </a:rPr>
                      <m:t>𝑆𝑡𝑎𝑟𝑡</m:t>
                    </m:r>
                    <m:r>
                      <a:rPr lang="en-US" sz="2400" i="1" dirty="0">
                        <a:latin typeface="Cambria Math" panose="02040503050406030204" pitchFamily="18" charset="0"/>
                        <a:ea typeface="Cascadia Code" panose="020B0609020000020004" pitchFamily="49" charset="0"/>
                        <a:cs typeface="Cascadia Code" panose="020B0609020000020004" pitchFamily="49" charset="0"/>
                      </a:rPr>
                      <m:t>=</m:t>
                    </m:r>
                    <m:r>
                      <a:rPr lang="en-US" sz="2400" i="1" dirty="0">
                        <a:latin typeface="Cambria Math" panose="02040503050406030204" pitchFamily="18" charset="0"/>
                        <a:ea typeface="Cascadia Code" panose="020B0609020000020004" pitchFamily="49" charset="0"/>
                        <a:cs typeface="Cascadia Code" panose="020B0609020000020004" pitchFamily="49" charset="0"/>
                      </a:rPr>
                      <m:t>𝜙</m:t>
                    </m:r>
                  </m:oMath>
                </a14:m>
                <a:r>
                  <a:rPr lang="en-US" sz="2400" i="1" dirty="0">
                    <a:latin typeface="Cambria Math" panose="02040503050406030204" pitchFamily="18" charset="0"/>
                    <a:ea typeface="Cascadia Code" panose="020B0609020000020004" pitchFamily="49" charset="0"/>
                    <a:cs typeface="Cascadia Code" panose="020B0609020000020004" pitchFamily="49" charset="0"/>
                  </a:rPr>
                  <a:t>	</a:t>
                </a:r>
                <a:r>
                  <a:rPr lang="en-US" sz="2400" dirty="0">
                    <a:latin typeface="Cambria Math" panose="02040503050406030204" pitchFamily="18" charset="0"/>
                    <a:ea typeface="Cascadia Code" panose="020B0609020000020004" pitchFamily="49" charset="0"/>
                    <a:cs typeface="Cascadia Code" panose="020B0609020000020004" pitchFamily="49" charset="0"/>
                  </a:rPr>
                  <a:t>(First check if there’s even a node at start or not)</a:t>
                </a:r>
              </a:p>
              <a:p>
                <a:pPr marL="457200" lvl="1" indent="0">
                  <a:lnSpc>
                    <a:spcPct val="100000"/>
                  </a:lnSpc>
                  <a:buNone/>
                </a:pPr>
                <a14:m>
                  <m:oMath xmlns:m="http://schemas.openxmlformats.org/officeDocument/2006/math">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𝐼𝑁𝑆𝐸𝑅𝑇</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𝑆𝑡𝑎𝑟𝑡</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 </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𝑒𝑙𝑒𝑚𝑒𝑛𝑡</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m:t>
                    </m:r>
                  </m:oMath>
                </a14:m>
                <a:r>
                  <a:rPr lang="en-US" sz="2400" i="1" dirty="0">
                    <a:latin typeface="Cambria Math" panose="02040503050406030204" pitchFamily="18" charset="0"/>
                    <a:ea typeface="Cascadia Code" panose="020B0609020000020004" pitchFamily="49" charset="0"/>
                    <a:cs typeface="Cascadia Code" panose="020B0609020000020004" pitchFamily="49" charset="0"/>
                  </a:rPr>
                  <a:t> 	</a:t>
                </a:r>
                <a:r>
                  <a:rPr lang="en-US" sz="2400" dirty="0">
                    <a:latin typeface="Cambria Math" panose="02040503050406030204" pitchFamily="18" charset="0"/>
                    <a:ea typeface="Cascadia Code" panose="020B0609020000020004" pitchFamily="49" charset="0"/>
                    <a:cs typeface="Cascadia Code" panose="020B0609020000020004" pitchFamily="49" charset="0"/>
                  </a:rPr>
                  <a:t>(Simply perform Insert)</a:t>
                </a:r>
                <a:endParaRPr lang="en-US" sz="2200" i="1" dirty="0">
                  <a:latin typeface="Cambria Math" panose="02040503050406030204" pitchFamily="18" charset="0"/>
                  <a:ea typeface="Cascadia Code" panose="020B0609020000020004" pitchFamily="49" charset="0"/>
                  <a:cs typeface="Cascadia Code" panose="020B0609020000020004" pitchFamily="49" charset="0"/>
                </a:endParaRPr>
              </a:p>
              <a:p>
                <a:pPr marL="457200" indent="-457200">
                  <a:lnSpc>
                    <a:spcPct val="100000"/>
                  </a:lnSpc>
                  <a:buAutoNum type="arabicPeriod"/>
                </a:pPr>
                <a14:m>
                  <m:oMath xmlns:m="http://schemas.openxmlformats.org/officeDocument/2006/math">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𝑛</m:t>
                    </m:r>
                    <m:r>
                      <a:rPr lang="en-US" sz="2400" i="1" dirty="0">
                        <a:latin typeface="Cambria Math" panose="02040503050406030204" pitchFamily="18" charset="0"/>
                        <a:ea typeface="Cascadia Code" panose="020B0609020000020004" pitchFamily="49" charset="0"/>
                        <a:cs typeface="Cascadia Code" panose="020B0609020000020004" pitchFamily="49" charset="0"/>
                      </a:rPr>
                      <m:t>𝑒𝑤</m:t>
                    </m:r>
                    <m:r>
                      <a:rPr lang="en-US" sz="2400" i="1" dirty="0">
                        <a:latin typeface="Cambria Math" panose="02040503050406030204" pitchFamily="18" charset="0"/>
                        <a:ea typeface="Cascadia Code" panose="020B0609020000020004" pitchFamily="49" charset="0"/>
                        <a:cs typeface="Cascadia Code" panose="020B0609020000020004" pitchFamily="49" charset="0"/>
                      </a:rPr>
                      <m:t>≔</m:t>
                    </m:r>
                    <m:r>
                      <a:rPr lang="en-US" sz="2400" i="1" dirty="0">
                        <a:latin typeface="Cambria Math" panose="02040503050406030204" pitchFamily="18" charset="0"/>
                        <a:ea typeface="Cascadia Code" panose="020B0609020000020004" pitchFamily="49" charset="0"/>
                        <a:cs typeface="Cascadia Code" panose="020B0609020000020004" pitchFamily="49" charset="0"/>
                      </a:rPr>
                      <m:t>𝐶𝑅𝐸𝐴𝑇𝐸</m:t>
                    </m:r>
                    <m:r>
                      <a:rPr lang="en-US" sz="2400" i="1" dirty="0">
                        <a:latin typeface="Cambria Math" panose="02040503050406030204" pitchFamily="18" charset="0"/>
                        <a:ea typeface="Cascadia Code" panose="020B0609020000020004" pitchFamily="49" charset="0"/>
                        <a:cs typeface="Cascadia Code" panose="020B0609020000020004" pitchFamily="49" charset="0"/>
                      </a:rPr>
                      <m:t>_</m:t>
                    </m:r>
                    <m:r>
                      <a:rPr lang="en-US" sz="2400" i="1" dirty="0">
                        <a:latin typeface="Cambria Math" panose="02040503050406030204" pitchFamily="18" charset="0"/>
                        <a:ea typeface="Cascadia Code" panose="020B0609020000020004" pitchFamily="49" charset="0"/>
                        <a:cs typeface="Cascadia Code" panose="020B0609020000020004" pitchFamily="49" charset="0"/>
                      </a:rPr>
                      <m:t>𝑁𝑂𝐷𝐸</m:t>
                    </m:r>
                    <m:d>
                      <m:dPr>
                        <m:ctrlPr>
                          <a:rPr lang="en-US" sz="2400" i="1" dirty="0">
                            <a:latin typeface="Cambria Math" panose="02040503050406030204" pitchFamily="18" charset="0"/>
                            <a:ea typeface="Cascadia Code" panose="020B0609020000020004" pitchFamily="49" charset="0"/>
                            <a:cs typeface="Cascadia Code" panose="020B0609020000020004" pitchFamily="49" charset="0"/>
                          </a:rPr>
                        </m:ctrlPr>
                      </m:dPr>
                      <m:e>
                        <m:d>
                          <m:dPr>
                            <m:begChr m:val="|"/>
                            <m:endChr m:val="|"/>
                            <m:ctrlPr>
                              <a:rPr lang="en-US" sz="2400" i="1" dirty="0">
                                <a:latin typeface="Cambria Math" panose="02040503050406030204" pitchFamily="18" charset="0"/>
                                <a:ea typeface="Cascadia Code" panose="020B0609020000020004" pitchFamily="49" charset="0"/>
                                <a:cs typeface="Cascadia Code" panose="020B0609020000020004" pitchFamily="49" charset="0"/>
                              </a:rPr>
                            </m:ctrlPr>
                          </m:dPr>
                          <m:e>
                            <m:r>
                              <a:rPr lang="en-US" sz="2400" i="1" dirty="0">
                                <a:latin typeface="Cambria Math" panose="02040503050406030204" pitchFamily="18" charset="0"/>
                                <a:ea typeface="Cascadia Code" panose="020B0609020000020004" pitchFamily="49" charset="0"/>
                                <a:cs typeface="Cascadia Code" panose="020B0609020000020004" pitchFamily="49" charset="0"/>
                              </a:rPr>
                              <m:t>𝑒𝑙𝑒𝑚𝑒𝑛𝑡</m:t>
                            </m:r>
                          </m:e>
                        </m:d>
                      </m:e>
                    </m:d>
                  </m:oMath>
                </a14:m>
                <a:r>
                  <a:rPr lang="en-US" sz="2400" dirty="0">
                    <a:latin typeface="Cambria Math" panose="02040503050406030204" pitchFamily="18" charset="0"/>
                    <a:ea typeface="Cascadia Code" panose="020B0609020000020004" pitchFamily="49" charset="0"/>
                    <a:cs typeface="Cascadia Code" panose="020B0609020000020004" pitchFamily="49" charset="0"/>
                  </a:rPr>
                  <a:t>	(Allocate memory for new node)</a:t>
                </a:r>
              </a:p>
              <a:p>
                <a:pPr marL="457200" indent="-457200">
                  <a:lnSpc>
                    <a:spcPct val="100000"/>
                  </a:lnSpc>
                  <a:buAutoNum type="arabicPeriod"/>
                </a:pPr>
                <a14:m>
                  <m:oMath xmlns:m="http://schemas.openxmlformats.org/officeDocument/2006/math">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𝑛𝑒𝑤</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𝑒𝑙𝑒𝑚𝑒𝑛𝑡</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𝑒𝑙𝑒𝑚𝑒𝑛𝑡</m:t>
                    </m:r>
                  </m:oMath>
                </a14:m>
                <a:r>
                  <a:rPr lang="en-US" sz="2400" b="0" dirty="0">
                    <a:latin typeface="Cambria Math" panose="02040503050406030204" pitchFamily="18" charset="0"/>
                    <a:ea typeface="Cascadia Code" panose="020B0609020000020004" pitchFamily="49" charset="0"/>
                    <a:cs typeface="Cascadia Code" panose="020B0609020000020004" pitchFamily="49" charset="0"/>
                  </a:rPr>
                  <a:t>	(Set the new node’s data)</a:t>
                </a:r>
                <a:endParaRPr lang="en-US" sz="2400" b="0" i="1" dirty="0">
                  <a:latin typeface="Cambria Math" panose="02040503050406030204" pitchFamily="18" charset="0"/>
                  <a:ea typeface="Cascadia Code" panose="020B0609020000020004" pitchFamily="49" charset="0"/>
                  <a:cs typeface="Cascadia Code" panose="020B0609020000020004" pitchFamily="49" charset="0"/>
                </a:endParaRPr>
              </a:p>
              <a:p>
                <a:pPr marL="457200" indent="-457200">
                  <a:lnSpc>
                    <a:spcPct val="100000"/>
                  </a:lnSpc>
                  <a:buAutoNum type="arabicPeriod"/>
                </a:pPr>
                <a14:m>
                  <m:oMath xmlns:m="http://schemas.openxmlformats.org/officeDocument/2006/math">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𝑛𝑒𝑤</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𝑛𝑒𝑥𝑡</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𝐴𝑓𝑡𝑒𝑟</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𝑛𝑒𝑥𝑡</m:t>
                    </m:r>
                  </m:oMath>
                </a14:m>
                <a:r>
                  <a:rPr lang="en-US" sz="2400" dirty="0">
                    <a:latin typeface="Cambria Math" panose="02040503050406030204" pitchFamily="18" charset="0"/>
                    <a:ea typeface="Cascadia Code" panose="020B0609020000020004" pitchFamily="49" charset="0"/>
                    <a:cs typeface="Cascadia Code" panose="020B0609020000020004" pitchFamily="49" charset="0"/>
                  </a:rPr>
                  <a:t>	(Copy the pointer from After node)</a:t>
                </a:r>
              </a:p>
              <a:p>
                <a:pPr marL="457200" indent="-457200">
                  <a:lnSpc>
                    <a:spcPct val="100000"/>
                  </a:lnSpc>
                  <a:buAutoNum type="arabicPeriod"/>
                </a:pPr>
                <a14:m>
                  <m:oMath xmlns:m="http://schemas.openxmlformats.org/officeDocument/2006/math">
                    <m:r>
                      <a:rPr lang="en-US" sz="2400" i="1" dirty="0" smtClean="0">
                        <a:latin typeface="Cambria Math" panose="02040503050406030204" pitchFamily="18" charset="0"/>
                        <a:ea typeface="Cascadia Code" panose="020B0609020000020004" pitchFamily="49" charset="0"/>
                        <a:cs typeface="Cascadia Code" panose="020B0609020000020004" pitchFamily="49" charset="0"/>
                      </a:rPr>
                      <m:t>𝐴𝑓𝑡𝑒𝑟</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𝑛𝑒𝑥𝑡</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𝑛𝑒𝑤</m:t>
                    </m:r>
                  </m:oMath>
                </a14:m>
                <a:r>
                  <a:rPr lang="en-US" sz="2400" dirty="0">
                    <a:latin typeface="Cambria Math" panose="02040503050406030204" pitchFamily="18" charset="0"/>
                    <a:ea typeface="Cascadia Code" panose="020B0609020000020004" pitchFamily="49" charset="0"/>
                    <a:cs typeface="Cascadia Code" panose="020B0609020000020004" pitchFamily="49" charset="0"/>
                  </a:rPr>
                  <a:t>	(After’s pointer will not link to this new node)</a:t>
                </a:r>
              </a:p>
              <a:p>
                <a:pPr marL="457200" indent="-457200">
                  <a:lnSpc>
                    <a:spcPct val="100000"/>
                  </a:lnSpc>
                  <a:buAutoNum type="arabicPeriod"/>
                </a:pPr>
                <a14:m>
                  <m:oMath xmlns:m="http://schemas.openxmlformats.org/officeDocument/2006/math">
                    <m:r>
                      <a:rPr lang="en-US" sz="2400" i="1" dirty="0">
                        <a:latin typeface="Cambria Math" panose="02040503050406030204" pitchFamily="18" charset="0"/>
                        <a:ea typeface="Cascadia Code" panose="020B0609020000020004" pitchFamily="49" charset="0"/>
                        <a:cs typeface="Cascadia Code" panose="020B0609020000020004" pitchFamily="49" charset="0"/>
                      </a:rPr>
                      <m:t>𝑅𝑒𝑡𝑢𝑟𝑛</m:t>
                    </m:r>
                  </m:oMath>
                </a14:m>
                <a:endParaRPr lang="en-US" sz="2400" dirty="0">
                  <a:latin typeface="Cambria Math" panose="02040503050406030204" pitchFamily="18" charset="0"/>
                  <a:ea typeface="Cascadia Code" panose="020B0609020000020004" pitchFamily="49" charset="0"/>
                  <a:cs typeface="Cascadia Code" panose="020B0609020000020004" pitchFamily="49" charset="0"/>
                </a:endParaRPr>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7"/>
                <a:ext cx="11743016" cy="4887878"/>
              </a:xfrm>
              <a:prstGeom prst="rect">
                <a:avLst/>
              </a:prstGeom>
              <a:blipFill>
                <a:blip r:embed="rId3"/>
                <a:stretch>
                  <a:fillRect l="-778" t="-998"/>
                </a:stretch>
              </a:blipFill>
            </p:spPr>
            <p:txBody>
              <a:bodyPr/>
              <a:lstStyle/>
              <a:p>
                <a:r>
                  <a:rPr lang="en-PK">
                    <a:noFill/>
                  </a:rPr>
                  <a:t> </a:t>
                </a:r>
              </a:p>
            </p:txBody>
          </p:sp>
        </mc:Fallback>
      </mc:AlternateContent>
    </p:spTree>
    <p:extLst>
      <p:ext uri="{BB962C8B-B14F-4D97-AF65-F5344CB8AC3E}">
        <p14:creationId xmlns:p14="http://schemas.microsoft.com/office/powerpoint/2010/main" val="13196040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Linked List Operations – BUBBLE SORT</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4887878"/>
              </a:xfrm>
              <a:prstGeom prst="rect">
                <a:avLst/>
              </a:prstGeom>
            </p:spPr>
            <p:txBody>
              <a:bodyPr>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400" dirty="0"/>
                  <a:t>Sorting in Linked List has minor differences with Arrays.</a:t>
                </a:r>
              </a:p>
              <a:p>
                <a:pPr>
                  <a:lnSpc>
                    <a:spcPct val="120000"/>
                  </a:lnSpc>
                  <a:buFont typeface="Wingdings" panose="05000000000000000000" pitchFamily="2" charset="2"/>
                  <a:buChar char="§"/>
                </a:pPr>
                <a:r>
                  <a:rPr lang="en-US" sz="3400" dirty="0"/>
                  <a:t>In Linked Lists, the size </a:t>
                </a:r>
                <a14:m>
                  <m:oMath xmlns:m="http://schemas.openxmlformats.org/officeDocument/2006/math">
                    <m:r>
                      <a:rPr lang="en-US" sz="3400" b="0" i="1" smtClean="0">
                        <a:latin typeface="Cambria Math" panose="02040503050406030204" pitchFamily="18" charset="0"/>
                      </a:rPr>
                      <m:t>𝑛</m:t>
                    </m:r>
                  </m:oMath>
                </a14:m>
                <a:r>
                  <a:rPr lang="en-US" sz="3400" dirty="0"/>
                  <a:t> is not known. Therefore, we run an initial iteration to find the size.</a:t>
                </a:r>
              </a:p>
              <a:p>
                <a:pPr>
                  <a:lnSpc>
                    <a:spcPct val="120000"/>
                  </a:lnSpc>
                  <a:buFont typeface="Wingdings" panose="05000000000000000000" pitchFamily="2" charset="2"/>
                  <a:buChar char="§"/>
                </a:pPr>
                <a:r>
                  <a:rPr lang="en-US" sz="3400" dirty="0"/>
                  <a:t>Secondly, there is no index for inner loop, therefore it will terminate based on the condition that the current node is the last node.</a:t>
                </a:r>
              </a:p>
              <a:p>
                <a:pPr>
                  <a:lnSpc>
                    <a:spcPct val="120000"/>
                  </a:lnSpc>
                  <a:buFont typeface="Wingdings" panose="05000000000000000000" pitchFamily="2" charset="2"/>
                  <a:buChar char="§"/>
                </a:pPr>
                <a:r>
                  <a:rPr lang="en-US" sz="3400" dirty="0"/>
                  <a:t>Finally, we only SWAP the data, not the references.</a:t>
                </a:r>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7"/>
                <a:ext cx="11743016" cy="4887878"/>
              </a:xfrm>
              <a:prstGeom prst="rect">
                <a:avLst/>
              </a:prstGeom>
              <a:blipFill>
                <a:blip r:embed="rId3"/>
                <a:stretch>
                  <a:fillRect l="-1297" t="-374" b="-2369"/>
                </a:stretch>
              </a:blipFill>
            </p:spPr>
            <p:txBody>
              <a:bodyPr/>
              <a:lstStyle/>
              <a:p>
                <a:r>
                  <a:rPr lang="en-PK">
                    <a:noFill/>
                  </a:rPr>
                  <a:t> </a:t>
                </a:r>
              </a:p>
            </p:txBody>
          </p:sp>
        </mc:Fallback>
      </mc:AlternateContent>
    </p:spTree>
    <p:extLst>
      <p:ext uri="{BB962C8B-B14F-4D97-AF65-F5344CB8AC3E}">
        <p14:creationId xmlns:p14="http://schemas.microsoft.com/office/powerpoint/2010/main" val="10432338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Linked List Operations – SORT</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6"/>
                <a:ext cx="11743016" cy="5020613"/>
              </a:xfrm>
              <a:prstGeom prst="rect">
                <a:avLst/>
              </a:prstGeom>
            </p:spPr>
            <p:txBody>
              <a:bodyPr>
                <a:normAutofit fontScale="92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2400" dirty="0">
                    <a:latin typeface="Cascadia Code" panose="020B0609020000020004" pitchFamily="49" charset="0"/>
                    <a:ea typeface="Cascadia Code" panose="020B0609020000020004" pitchFamily="49" charset="0"/>
                    <a:cs typeface="Cascadia Code" panose="020B0609020000020004" pitchFamily="49" charset="0"/>
                  </a:rPr>
                  <a:t>SORT</a:t>
                </a:r>
                <a:r>
                  <a:rPr lang="en-US" sz="2400" dirty="0">
                    <a:latin typeface="Cascadia Code" panose="020B0609020000020004" pitchFamily="49" charset="0"/>
                    <a:cs typeface="Cascadia Code" panose="020B0609020000020004" pitchFamily="49" charset="0"/>
                  </a:rPr>
                  <a:t>(</a:t>
                </a:r>
                <a:r>
                  <a:rPr lang="en-US" sz="2400" dirty="0">
                    <a:latin typeface="Cascadia Code" panose="020B0609020000020004" pitchFamily="49" charset="0"/>
                    <a:ea typeface="Cascadia Code" panose="020B0609020000020004" pitchFamily="49" charset="0"/>
                    <a:cs typeface="Cascadia Code" panose="020B0609020000020004" pitchFamily="49" charset="0"/>
                  </a:rPr>
                  <a:t>Start), where ‘Start’ is the address of the first node.</a:t>
                </a:r>
                <a:endParaRPr lang="en-US" sz="2400" i="1" dirty="0">
                  <a:latin typeface="Cascadia Code" panose="020B0609020000020004" pitchFamily="49" charset="0"/>
                  <a:ea typeface="Cascadia Code" panose="020B0609020000020004" pitchFamily="49" charset="0"/>
                  <a:cs typeface="Cascadia Code" panose="020B0609020000020004" pitchFamily="49" charset="0"/>
                </a:endParaRPr>
              </a:p>
              <a:p>
                <a:pPr marL="457200" indent="-457200">
                  <a:lnSpc>
                    <a:spcPct val="100000"/>
                  </a:lnSpc>
                  <a:buFont typeface="Arial" panose="020B0604020202020204" pitchFamily="34" charset="0"/>
                  <a:buAutoNum type="arabicPeriod"/>
                </a:pPr>
                <a14:m>
                  <m:oMath xmlns:m="http://schemas.openxmlformats.org/officeDocument/2006/math">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𝑆𝐸𝑇</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 </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𝑛</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=0</m:t>
                    </m:r>
                  </m:oMath>
                </a14:m>
                <a:r>
                  <a:rPr lang="en-US" sz="2400" i="1" dirty="0">
                    <a:latin typeface="Cambria Math" panose="02040503050406030204" pitchFamily="18" charset="0"/>
                    <a:ea typeface="Cascadia Code" panose="020B0609020000020004" pitchFamily="49" charset="0"/>
                    <a:cs typeface="Cascadia Code" panose="020B0609020000020004" pitchFamily="49" charset="0"/>
                  </a:rPr>
                  <a:t>		</a:t>
                </a:r>
                <a:r>
                  <a:rPr lang="en-US" sz="2400" dirty="0">
                    <a:latin typeface="Cambria Math" panose="02040503050406030204" pitchFamily="18" charset="0"/>
                    <a:ea typeface="Cascadia Code" panose="020B0609020000020004" pitchFamily="49" charset="0"/>
                    <a:cs typeface="Cascadia Code" panose="020B0609020000020004" pitchFamily="49" charset="0"/>
                  </a:rPr>
                  <a:t>(Initialize a variable to store size)</a:t>
                </a:r>
              </a:p>
              <a:p>
                <a:pPr marL="457200" lvl="1" indent="0">
                  <a:lnSpc>
                    <a:spcPct val="100000"/>
                  </a:lnSpc>
                  <a:buNone/>
                </a:pPr>
                <a14:m>
                  <m:oMath xmlns:m="http://schemas.openxmlformats.org/officeDocument/2006/math">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𝐼𝑁𝑆𝐸𝑅𝑇</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𝑆𝑡𝑎𝑟𝑡</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 </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𝑒𝑙𝑒𝑚𝑒𝑛𝑡</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m:t>
                    </m:r>
                  </m:oMath>
                </a14:m>
                <a:r>
                  <a:rPr lang="en-US" sz="2400" i="1" dirty="0">
                    <a:latin typeface="Cambria Math" panose="02040503050406030204" pitchFamily="18" charset="0"/>
                    <a:ea typeface="Cascadia Code" panose="020B0609020000020004" pitchFamily="49" charset="0"/>
                    <a:cs typeface="Cascadia Code" panose="020B0609020000020004" pitchFamily="49" charset="0"/>
                  </a:rPr>
                  <a:t> 	</a:t>
                </a:r>
                <a:r>
                  <a:rPr lang="en-US" sz="2400" dirty="0">
                    <a:latin typeface="Cambria Math" panose="02040503050406030204" pitchFamily="18" charset="0"/>
                    <a:ea typeface="Cascadia Code" panose="020B0609020000020004" pitchFamily="49" charset="0"/>
                    <a:cs typeface="Cascadia Code" panose="020B0609020000020004" pitchFamily="49" charset="0"/>
                  </a:rPr>
                  <a:t>(Simply perform Insert)</a:t>
                </a:r>
                <a:endParaRPr lang="en-US" sz="2200" i="1" dirty="0">
                  <a:latin typeface="Cambria Math" panose="02040503050406030204" pitchFamily="18" charset="0"/>
                  <a:ea typeface="Cascadia Code" panose="020B0609020000020004" pitchFamily="49" charset="0"/>
                  <a:cs typeface="Cascadia Code" panose="020B0609020000020004" pitchFamily="49" charset="0"/>
                </a:endParaRPr>
              </a:p>
              <a:p>
                <a:pPr marL="457200" indent="-457200">
                  <a:lnSpc>
                    <a:spcPct val="100000"/>
                  </a:lnSpc>
                  <a:buAutoNum type="arabicPeriod"/>
                </a:pPr>
                <a14:m>
                  <m:oMath xmlns:m="http://schemas.openxmlformats.org/officeDocument/2006/math">
                    <m:r>
                      <a:rPr lang="en-US" sz="2400" i="1" dirty="0">
                        <a:latin typeface="Cambria Math" panose="02040503050406030204" pitchFamily="18" charset="0"/>
                        <a:ea typeface="Cascadia Code" panose="020B0609020000020004" pitchFamily="49" charset="0"/>
                        <a:cs typeface="Cascadia Code" panose="020B0609020000020004" pitchFamily="49" charset="0"/>
                      </a:rPr>
                      <m:t>𝑆𝐸𝑇</m:t>
                    </m:r>
                    <m:r>
                      <a:rPr lang="en-US" sz="2400" i="1" dirty="0">
                        <a:latin typeface="Cambria Math" panose="02040503050406030204" pitchFamily="18" charset="0"/>
                        <a:ea typeface="Cascadia Code" panose="020B0609020000020004" pitchFamily="49" charset="0"/>
                        <a:cs typeface="Cascadia Code" panose="020B0609020000020004" pitchFamily="49" charset="0"/>
                      </a:rPr>
                      <m:t> </m:t>
                    </m:r>
                    <m:r>
                      <a:rPr lang="en-US" sz="2400" i="1" dirty="0">
                        <a:latin typeface="Cambria Math" panose="02040503050406030204" pitchFamily="18" charset="0"/>
                        <a:ea typeface="Cascadia Code" panose="020B0609020000020004" pitchFamily="49" charset="0"/>
                        <a:cs typeface="Cascadia Code" panose="020B0609020000020004" pitchFamily="49" charset="0"/>
                      </a:rPr>
                      <m:t>𝑛𝑜𝑑𝑒</m:t>
                    </m:r>
                    <m:r>
                      <a:rPr lang="en-US" sz="2400" i="1" dirty="0">
                        <a:latin typeface="Cambria Math" panose="02040503050406030204" pitchFamily="18" charset="0"/>
                        <a:ea typeface="Cascadia Code" panose="020B0609020000020004" pitchFamily="49" charset="0"/>
                        <a:cs typeface="Cascadia Code" panose="020B0609020000020004" pitchFamily="49" charset="0"/>
                      </a:rPr>
                      <m:t>≔</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𝑆</m:t>
                    </m:r>
                    <m:r>
                      <a:rPr lang="en-US" sz="2400" i="1" dirty="0">
                        <a:latin typeface="Cambria Math" panose="02040503050406030204" pitchFamily="18" charset="0"/>
                        <a:ea typeface="Cascadia Code" panose="020B0609020000020004" pitchFamily="49" charset="0"/>
                        <a:cs typeface="Cascadia Code" panose="020B0609020000020004" pitchFamily="49" charset="0"/>
                      </a:rPr>
                      <m:t>𝑡𝑎𝑟𝑡</m:t>
                    </m:r>
                  </m:oMath>
                </a14:m>
                <a:r>
                  <a:rPr lang="en-US" sz="2400" dirty="0">
                    <a:latin typeface="Cambria Math" panose="02040503050406030204" pitchFamily="18" charset="0"/>
                    <a:ea typeface="Cascadia Code" panose="020B0609020000020004" pitchFamily="49" charset="0"/>
                    <a:cs typeface="Cascadia Code" panose="020B0609020000020004" pitchFamily="49" charset="0"/>
                  </a:rPr>
                  <a:t>	(Initialize pointer node)</a:t>
                </a:r>
              </a:p>
              <a:p>
                <a:pPr marL="457200" indent="-457200">
                  <a:lnSpc>
                    <a:spcPct val="100000"/>
                  </a:lnSpc>
                  <a:buAutoNum type="arabicPeriod"/>
                </a:pPr>
                <a14:m>
                  <m:oMath xmlns:m="http://schemas.openxmlformats.org/officeDocument/2006/math">
                    <m:r>
                      <a:rPr lang="en-US" sz="2400" i="1" dirty="0">
                        <a:latin typeface="Cambria Math" panose="02040503050406030204" pitchFamily="18" charset="0"/>
                        <a:ea typeface="Cascadia Code" panose="020B0609020000020004" pitchFamily="49" charset="0"/>
                        <a:cs typeface="Cascadia Code" panose="020B0609020000020004" pitchFamily="49" charset="0"/>
                      </a:rPr>
                      <m:t>𝑅𝐸𝑃𝐸𝐴𝑇</m:t>
                    </m:r>
                    <m:r>
                      <a:rPr lang="en-US" sz="2400" i="1" dirty="0">
                        <a:latin typeface="Cambria Math" panose="02040503050406030204" pitchFamily="18" charset="0"/>
                        <a:ea typeface="Cascadia Code" panose="020B0609020000020004" pitchFamily="49" charset="0"/>
                        <a:cs typeface="Cascadia Code" panose="020B0609020000020004" pitchFamily="49" charset="0"/>
                      </a:rPr>
                      <m:t> </m:t>
                    </m:r>
                    <m:r>
                      <a:rPr lang="en-US" sz="2400" i="1" dirty="0">
                        <a:latin typeface="Cambria Math" panose="02040503050406030204" pitchFamily="18" charset="0"/>
                        <a:ea typeface="Cascadia Code" panose="020B0609020000020004" pitchFamily="49" charset="0"/>
                        <a:cs typeface="Cascadia Code" panose="020B0609020000020004" pitchFamily="49" charset="0"/>
                      </a:rPr>
                      <m:t>𝑤h𝑖𝑙𝑒</m:t>
                    </m:r>
                    <m:r>
                      <a:rPr lang="en-US" sz="2400" i="1" dirty="0">
                        <a:latin typeface="Cambria Math" panose="02040503050406030204" pitchFamily="18" charset="0"/>
                        <a:ea typeface="Cascadia Code" panose="020B0609020000020004" pitchFamily="49" charset="0"/>
                        <a:cs typeface="Cascadia Code" panose="020B0609020000020004" pitchFamily="49" charset="0"/>
                      </a:rPr>
                      <m:t> </m:t>
                    </m:r>
                    <m:r>
                      <a:rPr lang="en-US" sz="2400" i="1" dirty="0">
                        <a:latin typeface="Cambria Math" panose="02040503050406030204" pitchFamily="18" charset="0"/>
                        <a:ea typeface="Cascadia Code" panose="020B0609020000020004" pitchFamily="49" charset="0"/>
                        <a:cs typeface="Cascadia Code" panose="020B0609020000020004" pitchFamily="49" charset="0"/>
                      </a:rPr>
                      <m:t>𝑛𝑜𝑑𝑒</m:t>
                    </m:r>
                    <m:r>
                      <a:rPr lang="en-US" sz="2400" i="1" dirty="0">
                        <a:latin typeface="Cambria Math" panose="02040503050406030204" pitchFamily="18" charset="0"/>
                        <a:ea typeface="Cascadia Code" panose="020B0609020000020004" pitchFamily="49" charset="0"/>
                        <a:cs typeface="Cascadia Code" panose="020B0609020000020004" pitchFamily="49" charset="0"/>
                      </a:rPr>
                      <m:t>≠</m:t>
                    </m:r>
                    <m:r>
                      <a:rPr lang="en-US" sz="2400" i="1" dirty="0">
                        <a:latin typeface="Cambria Math" panose="02040503050406030204" pitchFamily="18" charset="0"/>
                        <a:ea typeface="Cascadia Code" panose="020B0609020000020004" pitchFamily="49" charset="0"/>
                        <a:cs typeface="Cascadia Code" panose="020B0609020000020004" pitchFamily="49" charset="0"/>
                      </a:rPr>
                      <m:t>𝜙</m:t>
                    </m:r>
                    <m:r>
                      <m:rPr>
                        <m:nor/>
                      </m:rPr>
                      <a:rPr lang="en-US" sz="2400" dirty="0">
                        <a:latin typeface="Cascadia Code" panose="020B0609020000020004" pitchFamily="49" charset="0"/>
                        <a:ea typeface="Cascadia Code" panose="020B0609020000020004" pitchFamily="49" charset="0"/>
                        <a:cs typeface="Cascadia Code" panose="020B0609020000020004" pitchFamily="49" charset="0"/>
                      </a:rPr>
                      <m:t>	</m:t>
                    </m:r>
                  </m:oMath>
                </a14:m>
                <a:r>
                  <a:rPr lang="en-US" sz="2400" dirty="0">
                    <a:latin typeface="Cambria Math" panose="02040503050406030204" pitchFamily="18" charset="0"/>
                    <a:ea typeface="Cascadia Code" panose="020B0609020000020004" pitchFamily="49" charset="0"/>
                    <a:cs typeface="Cascadia Code" panose="020B0609020000020004" pitchFamily="49" charset="0"/>
                  </a:rPr>
                  <a:t>	</a:t>
                </a:r>
                <a:r>
                  <a:rPr lang="en-US" sz="2400" dirty="0">
                    <a:ea typeface="Cascadia Code" panose="020B0609020000020004" pitchFamily="49" charset="0"/>
                    <a:cs typeface="Cascadia Code" panose="020B0609020000020004" pitchFamily="49" charset="0"/>
                  </a:rPr>
                  <a:t> </a:t>
                </a:r>
                <a14:m>
                  <m:oMath xmlns:m="http://schemas.openxmlformats.org/officeDocument/2006/math">
                    <m:r>
                      <m:rPr>
                        <m:nor/>
                      </m:rPr>
                      <a:rPr lang="en-US" sz="2400" dirty="0">
                        <a:latin typeface="Cambria Math" panose="02040503050406030204" pitchFamily="18" charset="0"/>
                        <a:ea typeface="Cascadia Code" panose="020B0609020000020004" pitchFamily="49" charset="0"/>
                        <a:cs typeface="Cascadia Code" panose="020B0609020000020004" pitchFamily="49" charset="0"/>
                      </a:rPr>
                      <m:t>(</m:t>
                    </m:r>
                    <m:r>
                      <m:rPr>
                        <m:nor/>
                      </m:rPr>
                      <a:rPr lang="en-US" sz="2400" dirty="0">
                        <a:latin typeface="Cambria Math" panose="02040503050406030204" pitchFamily="18" charset="0"/>
                        <a:ea typeface="Cascadia Code" panose="020B0609020000020004" pitchFamily="49" charset="0"/>
                        <a:cs typeface="Cascadia Code" panose="020B0609020000020004" pitchFamily="49" charset="0"/>
                      </a:rPr>
                      <m:t>Traverse</m:t>
                    </m:r>
                    <m:r>
                      <m:rPr>
                        <m:nor/>
                      </m:rPr>
                      <a:rPr lang="en-US" sz="2400" dirty="0">
                        <a:latin typeface="Cambria Math" panose="02040503050406030204" pitchFamily="18" charset="0"/>
                        <a:ea typeface="Cascadia Code" panose="020B0609020000020004" pitchFamily="49" charset="0"/>
                        <a:cs typeface="Cascadia Code" panose="020B0609020000020004" pitchFamily="49" charset="0"/>
                      </a:rPr>
                      <m:t> </m:t>
                    </m:r>
                    <m:r>
                      <m:rPr>
                        <m:nor/>
                      </m:rPr>
                      <a:rPr lang="en-US" sz="2400" b="0" i="0" dirty="0" smtClean="0">
                        <a:latin typeface="Cambria Math" panose="02040503050406030204" pitchFamily="18" charset="0"/>
                        <a:ea typeface="Cascadia Code" panose="020B0609020000020004" pitchFamily="49" charset="0"/>
                        <a:cs typeface="Cascadia Code" panose="020B0609020000020004" pitchFamily="49" charset="0"/>
                      </a:rPr>
                      <m:t>to</m:t>
                    </m:r>
                    <m:r>
                      <m:rPr>
                        <m:nor/>
                      </m:rPr>
                      <a:rPr lang="en-US" sz="2400" b="0" i="0" dirty="0" smtClean="0">
                        <a:latin typeface="Cambria Math" panose="02040503050406030204" pitchFamily="18" charset="0"/>
                        <a:ea typeface="Cascadia Code" panose="020B0609020000020004" pitchFamily="49" charset="0"/>
                        <a:cs typeface="Cascadia Code" panose="020B0609020000020004" pitchFamily="49" charset="0"/>
                      </a:rPr>
                      <m:t> </m:t>
                    </m:r>
                    <m:r>
                      <m:rPr>
                        <m:nor/>
                      </m:rPr>
                      <a:rPr lang="en-US" sz="2400" b="0" i="0" dirty="0" smtClean="0">
                        <a:latin typeface="Cambria Math" panose="02040503050406030204" pitchFamily="18" charset="0"/>
                        <a:ea typeface="Cascadia Code" panose="020B0609020000020004" pitchFamily="49" charset="0"/>
                        <a:cs typeface="Cascadia Code" panose="020B0609020000020004" pitchFamily="49" charset="0"/>
                      </a:rPr>
                      <m:t>get</m:t>
                    </m:r>
                    <m:r>
                      <m:rPr>
                        <m:nor/>
                      </m:rPr>
                      <a:rPr lang="en-US" sz="2400" b="0" i="0" dirty="0" smtClean="0">
                        <a:latin typeface="Cambria Math" panose="02040503050406030204" pitchFamily="18" charset="0"/>
                        <a:ea typeface="Cascadia Code" panose="020B0609020000020004" pitchFamily="49" charset="0"/>
                        <a:cs typeface="Cascadia Code" panose="020B0609020000020004" pitchFamily="49" charset="0"/>
                      </a:rPr>
                      <m:t> </m:t>
                    </m:r>
                    <m:r>
                      <m:rPr>
                        <m:nor/>
                      </m:rPr>
                      <a:rPr lang="en-US" sz="2400" b="0" i="0" dirty="0" smtClean="0">
                        <a:latin typeface="Cambria Math" panose="02040503050406030204" pitchFamily="18" charset="0"/>
                        <a:ea typeface="Cascadia Code" panose="020B0609020000020004" pitchFamily="49" charset="0"/>
                        <a:cs typeface="Cascadia Code" panose="020B0609020000020004" pitchFamily="49" charset="0"/>
                      </a:rPr>
                      <m:t>total</m:t>
                    </m:r>
                    <m:r>
                      <m:rPr>
                        <m:nor/>
                      </m:rPr>
                      <a:rPr lang="en-US" sz="2400" b="0" i="0" dirty="0" smtClean="0">
                        <a:latin typeface="Cambria Math" panose="02040503050406030204" pitchFamily="18" charset="0"/>
                        <a:ea typeface="Cascadia Code" panose="020B0609020000020004" pitchFamily="49" charset="0"/>
                        <a:cs typeface="Cascadia Code" panose="020B0609020000020004" pitchFamily="49" charset="0"/>
                      </a:rPr>
                      <m:t> </m:t>
                    </m:r>
                    <m:r>
                      <m:rPr>
                        <m:nor/>
                      </m:rPr>
                      <a:rPr lang="en-US" sz="2400" b="0" i="0" dirty="0" smtClean="0">
                        <a:latin typeface="Cambria Math" panose="02040503050406030204" pitchFamily="18" charset="0"/>
                        <a:ea typeface="Cascadia Code" panose="020B0609020000020004" pitchFamily="49" charset="0"/>
                        <a:cs typeface="Cascadia Code" panose="020B0609020000020004" pitchFamily="49" charset="0"/>
                      </a:rPr>
                      <m:t>number</m:t>
                    </m:r>
                    <m:r>
                      <m:rPr>
                        <m:nor/>
                      </m:rPr>
                      <a:rPr lang="en-US" sz="2400" b="0" i="0" dirty="0" smtClean="0">
                        <a:latin typeface="Cambria Math" panose="02040503050406030204" pitchFamily="18" charset="0"/>
                        <a:ea typeface="Cascadia Code" panose="020B0609020000020004" pitchFamily="49" charset="0"/>
                        <a:cs typeface="Cascadia Code" panose="020B0609020000020004" pitchFamily="49" charset="0"/>
                      </a:rPr>
                      <m:t> </m:t>
                    </m:r>
                    <m:r>
                      <m:rPr>
                        <m:nor/>
                      </m:rPr>
                      <a:rPr lang="en-US" sz="2400" b="0" i="0" dirty="0" smtClean="0">
                        <a:latin typeface="Cambria Math" panose="02040503050406030204" pitchFamily="18" charset="0"/>
                        <a:ea typeface="Cascadia Code" panose="020B0609020000020004" pitchFamily="49" charset="0"/>
                        <a:cs typeface="Cascadia Code" panose="020B0609020000020004" pitchFamily="49" charset="0"/>
                      </a:rPr>
                      <m:t>of</m:t>
                    </m:r>
                    <m:r>
                      <m:rPr>
                        <m:nor/>
                      </m:rPr>
                      <a:rPr lang="en-US" sz="2400" b="0" i="0" dirty="0" smtClean="0">
                        <a:latin typeface="Cambria Math" panose="02040503050406030204" pitchFamily="18" charset="0"/>
                        <a:ea typeface="Cascadia Code" panose="020B0609020000020004" pitchFamily="49" charset="0"/>
                        <a:cs typeface="Cascadia Code" panose="020B0609020000020004" pitchFamily="49" charset="0"/>
                      </a:rPr>
                      <m:t> </m:t>
                    </m:r>
                    <m:r>
                      <m:rPr>
                        <m:nor/>
                      </m:rPr>
                      <a:rPr lang="en-US" sz="2400" b="0" i="0" dirty="0" smtClean="0">
                        <a:latin typeface="Cambria Math" panose="02040503050406030204" pitchFamily="18" charset="0"/>
                        <a:ea typeface="Cascadia Code" panose="020B0609020000020004" pitchFamily="49" charset="0"/>
                        <a:cs typeface="Cascadia Code" panose="020B0609020000020004" pitchFamily="49" charset="0"/>
                      </a:rPr>
                      <m:t>nodes</m:t>
                    </m:r>
                    <m:r>
                      <m:rPr>
                        <m:nor/>
                      </m:rPr>
                      <a:rPr lang="en-US" sz="2400" dirty="0">
                        <a:latin typeface="Cambria Math" panose="02040503050406030204" pitchFamily="18" charset="0"/>
                        <a:ea typeface="Cascadia Code" panose="020B0609020000020004" pitchFamily="49" charset="0"/>
                        <a:cs typeface="Cascadia Code" panose="020B0609020000020004" pitchFamily="49" charset="0"/>
                      </a:rPr>
                      <m:t>)</m:t>
                    </m:r>
                  </m:oMath>
                </a14:m>
                <a:endParaRPr lang="en-US" sz="2400" dirty="0">
                  <a:latin typeface="Cambria Math" panose="02040503050406030204" pitchFamily="18" charset="0"/>
                  <a:ea typeface="Cascadia Code" panose="020B0609020000020004" pitchFamily="49" charset="0"/>
                  <a:cs typeface="Cascadia Code" panose="020B0609020000020004" pitchFamily="49" charset="0"/>
                </a:endParaRPr>
              </a:p>
              <a:p>
                <a:pPr marL="914400" lvl="1" indent="-457200">
                  <a:lnSpc>
                    <a:spcPct val="100000"/>
                  </a:lnSpc>
                  <a:buAutoNum type="arabicPeriod"/>
                </a:pPr>
                <a14:m>
                  <m:oMath xmlns:m="http://schemas.openxmlformats.org/officeDocument/2006/math">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𝑠𝑖𝑧𝑒</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𝑠𝑖𝑧𝑒</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+1</m:t>
                    </m:r>
                  </m:oMath>
                </a14:m>
                <a:endParaRPr lang="en-US" sz="2200" dirty="0">
                  <a:latin typeface="Cambria Math" panose="02040503050406030204" pitchFamily="18" charset="0"/>
                  <a:ea typeface="Cascadia Code" panose="020B0609020000020004" pitchFamily="49" charset="0"/>
                  <a:cs typeface="Cascadia Code" panose="020B0609020000020004" pitchFamily="49" charset="0"/>
                </a:endParaRPr>
              </a:p>
              <a:p>
                <a:pPr marL="914400" lvl="1" indent="-457200">
                  <a:lnSpc>
                    <a:spcPct val="100000"/>
                  </a:lnSpc>
                  <a:buAutoNum type="arabicPeriod"/>
                </a:pPr>
                <a14:m>
                  <m:oMath xmlns:m="http://schemas.openxmlformats.org/officeDocument/2006/math">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𝑛𝑜𝑑𝑒</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𝑛𝑜𝑑𝑒</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𝑛𝑒𝑥𝑡</m:t>
                    </m:r>
                  </m:oMath>
                </a14:m>
                <a:endParaRPr lang="en-US" sz="2200" dirty="0">
                  <a:latin typeface="Cambria Math" panose="02040503050406030204" pitchFamily="18" charset="0"/>
                  <a:ea typeface="Cascadia Code" panose="020B0609020000020004" pitchFamily="49" charset="0"/>
                  <a:cs typeface="Cascadia Code" panose="020B0609020000020004" pitchFamily="49" charset="0"/>
                </a:endParaRPr>
              </a:p>
              <a:p>
                <a:pPr marL="457200" indent="-457200">
                  <a:lnSpc>
                    <a:spcPct val="100000"/>
                  </a:lnSpc>
                  <a:buAutoNum type="arabicPeriod"/>
                </a:pPr>
                <a14:m>
                  <m:oMath xmlns:m="http://schemas.openxmlformats.org/officeDocument/2006/math">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𝑆𝐸𝑇</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𝑖</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≔0</m:t>
                    </m:r>
                  </m:oMath>
                </a14:m>
                <a:endParaRPr lang="en-US" sz="2400" b="0" i="1" dirty="0">
                  <a:latin typeface="Cambria Math" panose="02040503050406030204" pitchFamily="18" charset="0"/>
                  <a:ea typeface="Cascadia Code" panose="020B0609020000020004" pitchFamily="49" charset="0"/>
                  <a:cs typeface="Cascadia Code" panose="020B0609020000020004" pitchFamily="49" charset="0"/>
                </a:endParaRPr>
              </a:p>
              <a:p>
                <a:pPr marL="457200" indent="-457200">
                  <a:lnSpc>
                    <a:spcPct val="100000"/>
                  </a:lnSpc>
                  <a:buAutoNum type="arabicPeriod"/>
                </a:pPr>
                <a14:m>
                  <m:oMath xmlns:m="http://schemas.openxmlformats.org/officeDocument/2006/math">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𝑅𝐸𝑃𝐸𝐴𝑇</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 </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𝑤h𝑖𝑙𝑒</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 </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𝑖</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&lt;</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𝑛</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−1</m:t>
                    </m:r>
                  </m:oMath>
                </a14:m>
                <a:r>
                  <a:rPr lang="en-US" sz="2400" dirty="0">
                    <a:latin typeface="Cambria Math" panose="02040503050406030204" pitchFamily="18" charset="0"/>
                    <a:ea typeface="Cascadia Code" panose="020B0609020000020004" pitchFamily="49" charset="0"/>
                    <a:cs typeface="Cascadia Code" panose="020B0609020000020004" pitchFamily="49" charset="0"/>
                  </a:rPr>
                  <a:t>	(Traverse from 0 to </a:t>
                </a:r>
                <a14:m>
                  <m:oMath xmlns:m="http://schemas.openxmlformats.org/officeDocument/2006/math">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𝑛</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−1</m:t>
                    </m:r>
                  </m:oMath>
                </a14:m>
                <a:r>
                  <a:rPr lang="en-US" sz="2400" dirty="0">
                    <a:latin typeface="Cambria Math" panose="02040503050406030204" pitchFamily="18" charset="0"/>
                    <a:ea typeface="Cascadia Code" panose="020B0609020000020004" pitchFamily="49" charset="0"/>
                    <a:cs typeface="Cascadia Code" panose="020B0609020000020004" pitchFamily="49" charset="0"/>
                  </a:rPr>
                  <a:t>)</a:t>
                </a:r>
              </a:p>
              <a:p>
                <a:pPr marL="914400" lvl="1" indent="-457200">
                  <a:lnSpc>
                    <a:spcPct val="100000"/>
                  </a:lnSpc>
                  <a:buAutoNum type="arabicPeriod"/>
                </a:pPr>
                <a14:m>
                  <m:oMath xmlns:m="http://schemas.openxmlformats.org/officeDocument/2006/math">
                    <m:r>
                      <a:rPr lang="en-US" sz="2200" i="1" dirty="0" smtClean="0">
                        <a:latin typeface="Cambria Math" panose="02040503050406030204" pitchFamily="18" charset="0"/>
                        <a:ea typeface="Cascadia Code" panose="020B0609020000020004" pitchFamily="49" charset="0"/>
                        <a:cs typeface="Cascadia Code" panose="020B0609020000020004" pitchFamily="49" charset="0"/>
                      </a:rPr>
                      <m:t>𝑆𝐸𝑇</m:t>
                    </m:r>
                    <m:r>
                      <a:rPr lang="en-US" sz="2200" b="0" i="1" dirty="0" smtClean="0">
                        <a:latin typeface="Cambria Math" panose="02040503050406030204" pitchFamily="18" charset="0"/>
                        <a:ea typeface="Cascadia Code" panose="020B0609020000020004" pitchFamily="49" charset="0"/>
                        <a:cs typeface="Cascadia Code" panose="020B0609020000020004" pitchFamily="49" charset="0"/>
                      </a:rPr>
                      <m:t> </m:t>
                    </m:r>
                    <m:r>
                      <a:rPr lang="en-US" sz="2200" b="0" i="1" dirty="0" smtClean="0">
                        <a:latin typeface="Cambria Math" panose="02040503050406030204" pitchFamily="18" charset="0"/>
                        <a:ea typeface="Cascadia Code" panose="020B0609020000020004" pitchFamily="49" charset="0"/>
                        <a:cs typeface="Cascadia Code" panose="020B0609020000020004" pitchFamily="49" charset="0"/>
                      </a:rPr>
                      <m:t>𝑛𝑜𝑑𝑒</m:t>
                    </m:r>
                    <m:r>
                      <a:rPr lang="en-US" sz="2200" b="0" i="1" dirty="0" smtClean="0">
                        <a:latin typeface="Cambria Math" panose="02040503050406030204" pitchFamily="18" charset="0"/>
                        <a:ea typeface="Cascadia Code" panose="020B0609020000020004" pitchFamily="49" charset="0"/>
                        <a:cs typeface="Cascadia Code" panose="020B0609020000020004" pitchFamily="49" charset="0"/>
                      </a:rPr>
                      <m:t>≔</m:t>
                    </m:r>
                    <m:r>
                      <a:rPr lang="en-US" sz="2200" b="0" i="1" dirty="0" smtClean="0">
                        <a:latin typeface="Cambria Math" panose="02040503050406030204" pitchFamily="18" charset="0"/>
                        <a:ea typeface="Cascadia Code" panose="020B0609020000020004" pitchFamily="49" charset="0"/>
                        <a:cs typeface="Cascadia Code" panose="020B0609020000020004" pitchFamily="49" charset="0"/>
                      </a:rPr>
                      <m:t>𝑆𝑡𝑎𝑟𝑡</m:t>
                    </m:r>
                  </m:oMath>
                </a14:m>
                <a:r>
                  <a:rPr lang="en-US" sz="2200" dirty="0">
                    <a:latin typeface="Cambria Math" panose="02040503050406030204" pitchFamily="18" charset="0"/>
                    <a:ea typeface="Cascadia Code" panose="020B0609020000020004" pitchFamily="49" charset="0"/>
                    <a:cs typeface="Cascadia Code" panose="020B0609020000020004" pitchFamily="49" charset="0"/>
                  </a:rPr>
                  <a:t>	(We can reuse the same node variable)</a:t>
                </a:r>
              </a:p>
              <a:p>
                <a:pPr marL="914400" lvl="1" indent="-457200">
                  <a:lnSpc>
                    <a:spcPct val="100000"/>
                  </a:lnSpc>
                  <a:buAutoNum type="arabicPeriod"/>
                </a:pPr>
                <a14:m>
                  <m:oMath xmlns:m="http://schemas.openxmlformats.org/officeDocument/2006/math">
                    <m:r>
                      <a:rPr lang="en-US" sz="2200" i="1" dirty="0" smtClean="0">
                        <a:latin typeface="Cambria Math" panose="02040503050406030204" pitchFamily="18" charset="0"/>
                        <a:ea typeface="Cascadia Code" panose="020B0609020000020004" pitchFamily="49" charset="0"/>
                        <a:cs typeface="Cascadia Code" panose="020B0609020000020004" pitchFamily="49" charset="0"/>
                      </a:rPr>
                      <m:t>𝑅𝐸𝑃𝐸𝐴𝑇</m:t>
                    </m:r>
                    <m:r>
                      <a:rPr lang="en-US" sz="2200" b="0" i="1" dirty="0" smtClean="0">
                        <a:latin typeface="Cambria Math" panose="02040503050406030204" pitchFamily="18" charset="0"/>
                        <a:ea typeface="Cascadia Code" panose="020B0609020000020004" pitchFamily="49" charset="0"/>
                        <a:cs typeface="Cascadia Code" panose="020B0609020000020004" pitchFamily="49" charset="0"/>
                      </a:rPr>
                      <m:t> </m:t>
                    </m:r>
                    <m:r>
                      <a:rPr lang="en-US" sz="2200" b="0" i="1" dirty="0" smtClean="0">
                        <a:latin typeface="Cambria Math" panose="02040503050406030204" pitchFamily="18" charset="0"/>
                        <a:ea typeface="Cascadia Code" panose="020B0609020000020004" pitchFamily="49" charset="0"/>
                        <a:cs typeface="Cascadia Code" panose="020B0609020000020004" pitchFamily="49" charset="0"/>
                      </a:rPr>
                      <m:t>𝑤h𝑖𝑙𝑒</m:t>
                    </m:r>
                    <m:r>
                      <a:rPr lang="en-US" sz="2200" b="0" i="1" dirty="0" smtClean="0">
                        <a:latin typeface="Cambria Math" panose="02040503050406030204" pitchFamily="18" charset="0"/>
                        <a:ea typeface="Cascadia Code" panose="020B0609020000020004" pitchFamily="49" charset="0"/>
                        <a:cs typeface="Cascadia Code" panose="020B0609020000020004" pitchFamily="49" charset="0"/>
                      </a:rPr>
                      <m:t> </m:t>
                    </m:r>
                    <m:r>
                      <a:rPr lang="en-US" sz="2200" b="0" i="1" dirty="0" smtClean="0">
                        <a:latin typeface="Cambria Math" panose="02040503050406030204" pitchFamily="18" charset="0"/>
                        <a:ea typeface="Cascadia Code" panose="020B0609020000020004" pitchFamily="49" charset="0"/>
                        <a:cs typeface="Cascadia Code" panose="020B0609020000020004" pitchFamily="49" charset="0"/>
                      </a:rPr>
                      <m:t>𝑛𝑜𝑑𝑒</m:t>
                    </m:r>
                    <m:r>
                      <a:rPr lang="en-US" sz="2200" b="0" i="1" dirty="0" smtClean="0">
                        <a:latin typeface="Cambria Math" panose="02040503050406030204" pitchFamily="18" charset="0"/>
                        <a:ea typeface="Cascadia Code" panose="020B0609020000020004" pitchFamily="49" charset="0"/>
                        <a:cs typeface="Cascadia Code" panose="020B0609020000020004" pitchFamily="49" charset="0"/>
                      </a:rPr>
                      <m:t>→</m:t>
                    </m:r>
                    <m:r>
                      <a:rPr lang="en-US" sz="2200" b="0" i="1" dirty="0" smtClean="0">
                        <a:latin typeface="Cambria Math" panose="02040503050406030204" pitchFamily="18" charset="0"/>
                        <a:ea typeface="Cascadia Code" panose="020B0609020000020004" pitchFamily="49" charset="0"/>
                        <a:cs typeface="Cascadia Code" panose="020B0609020000020004" pitchFamily="49" charset="0"/>
                      </a:rPr>
                      <m:t>𝑛𝑒𝑥𝑡</m:t>
                    </m:r>
                    <m:r>
                      <a:rPr lang="en-US" sz="2200" b="0" i="1" dirty="0" smtClean="0">
                        <a:latin typeface="Cambria Math" panose="02040503050406030204" pitchFamily="18" charset="0"/>
                        <a:ea typeface="Cascadia Code" panose="020B0609020000020004" pitchFamily="49" charset="0"/>
                        <a:cs typeface="Cascadia Code" panose="020B0609020000020004" pitchFamily="49" charset="0"/>
                      </a:rPr>
                      <m:t>≠</m:t>
                    </m:r>
                    <m:r>
                      <a:rPr lang="en-US" sz="2200" b="0" i="1" dirty="0" smtClean="0">
                        <a:latin typeface="Cambria Math" panose="02040503050406030204" pitchFamily="18" charset="0"/>
                        <a:ea typeface="Cascadia Code" panose="020B0609020000020004" pitchFamily="49" charset="0"/>
                        <a:cs typeface="Cascadia Code" panose="020B0609020000020004" pitchFamily="49" charset="0"/>
                      </a:rPr>
                      <m:t>𝜙</m:t>
                    </m:r>
                  </m:oMath>
                </a14:m>
                <a:r>
                  <a:rPr lang="en-US" sz="2200" dirty="0">
                    <a:latin typeface="Cambria Math" panose="02040503050406030204" pitchFamily="18" charset="0"/>
                    <a:ea typeface="Cascadia Code" panose="020B0609020000020004" pitchFamily="49" charset="0"/>
                    <a:cs typeface="Cascadia Code" panose="020B0609020000020004" pitchFamily="49" charset="0"/>
                  </a:rPr>
                  <a:t>	(Inner loop)</a:t>
                </a:r>
              </a:p>
              <a:p>
                <a:pPr marL="1371600" lvl="2" indent="-457200">
                  <a:lnSpc>
                    <a:spcPct val="100000"/>
                  </a:lnSpc>
                  <a:buAutoNum type="arabicPeriod"/>
                </a:pPr>
                <a14:m>
                  <m:oMath xmlns:m="http://schemas.openxmlformats.org/officeDocument/2006/math">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𝐼𝐹</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𝑛𝑜𝑑𝑒</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𝑒𝑙𝑒𝑚𝑒𝑛𝑡</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&gt;</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𝑛𝑜𝑑𝑒</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𝑛𝑒𝑥𝑡</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𝑒𝑙𝑒𝑚𝑒𝑛𝑡</m:t>
                    </m:r>
                  </m:oMath>
                </a14:m>
                <a:r>
                  <a:rPr lang="en-US" sz="2200" dirty="0">
                    <a:latin typeface="Cambria Math" panose="02040503050406030204" pitchFamily="18" charset="0"/>
                    <a:ea typeface="Cascadia Code" panose="020B0609020000020004" pitchFamily="49" charset="0"/>
                    <a:cs typeface="Cascadia Code" panose="020B0609020000020004" pitchFamily="49" charset="0"/>
                  </a:rPr>
                  <a:t>, then</a:t>
                </a:r>
              </a:p>
              <a:p>
                <a:pPr marL="1828800" lvl="3" indent="-457200">
                  <a:lnSpc>
                    <a:spcPct val="100000"/>
                  </a:lnSpc>
                  <a:buAutoNum type="arabicPeriod"/>
                </a:pPr>
                <a14:m>
                  <m:oMath xmlns:m="http://schemas.openxmlformats.org/officeDocument/2006/math">
                    <m:r>
                      <a:rPr lang="en-US" sz="2000" b="0" i="1" smtClean="0">
                        <a:latin typeface="Cambria Math" panose="02040503050406030204" pitchFamily="18" charset="0"/>
                        <a:ea typeface="Cascadia Code" panose="020B0609020000020004" pitchFamily="49" charset="0"/>
                        <a:cs typeface="Cascadia Code" panose="020B0609020000020004" pitchFamily="49" charset="0"/>
                      </a:rPr>
                      <m:t>𝑆𝑊𝐴𝑃</m:t>
                    </m:r>
                    <m:r>
                      <a:rPr lang="en-US" sz="20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000" b="0" i="1" smtClean="0">
                        <a:latin typeface="Cambria Math" panose="02040503050406030204" pitchFamily="18" charset="0"/>
                        <a:ea typeface="Cascadia Code" panose="020B0609020000020004" pitchFamily="49" charset="0"/>
                        <a:cs typeface="Cascadia Code" panose="020B0609020000020004" pitchFamily="49" charset="0"/>
                      </a:rPr>
                      <m:t>𝑛𝑜𝑑𝑒</m:t>
                    </m:r>
                    <m:r>
                      <a:rPr lang="en-US" sz="20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000" b="0" i="1" smtClean="0">
                        <a:latin typeface="Cambria Math" panose="02040503050406030204" pitchFamily="18" charset="0"/>
                        <a:ea typeface="Cascadia Code" panose="020B0609020000020004" pitchFamily="49" charset="0"/>
                        <a:cs typeface="Cascadia Code" panose="020B0609020000020004" pitchFamily="49" charset="0"/>
                      </a:rPr>
                      <m:t>𝑒𝑙𝑒𝑚𝑒𝑛𝑡</m:t>
                    </m:r>
                    <m:r>
                      <a:rPr lang="en-US" sz="20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000" b="0" i="1" smtClean="0">
                        <a:latin typeface="Cambria Math" panose="02040503050406030204" pitchFamily="18" charset="0"/>
                        <a:ea typeface="Cascadia Code" panose="020B0609020000020004" pitchFamily="49" charset="0"/>
                        <a:cs typeface="Cascadia Code" panose="020B0609020000020004" pitchFamily="49" charset="0"/>
                      </a:rPr>
                      <m:t>𝑛𝑜𝑑𝑒</m:t>
                    </m:r>
                    <m:r>
                      <a:rPr lang="en-US" sz="20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000" b="0" i="1" smtClean="0">
                        <a:latin typeface="Cambria Math" panose="02040503050406030204" pitchFamily="18" charset="0"/>
                        <a:ea typeface="Cascadia Code" panose="020B0609020000020004" pitchFamily="49" charset="0"/>
                        <a:cs typeface="Cascadia Code" panose="020B0609020000020004" pitchFamily="49" charset="0"/>
                      </a:rPr>
                      <m:t>𝑛𝑒𝑥𝑡</m:t>
                    </m:r>
                    <m:r>
                      <a:rPr lang="en-US" sz="20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000" b="0" i="1" smtClean="0">
                        <a:latin typeface="Cambria Math" panose="02040503050406030204" pitchFamily="18" charset="0"/>
                        <a:ea typeface="Cascadia Code" panose="020B0609020000020004" pitchFamily="49" charset="0"/>
                        <a:cs typeface="Cascadia Code" panose="020B0609020000020004" pitchFamily="49" charset="0"/>
                      </a:rPr>
                      <m:t>𝑒𝑙𝑒𝑚𝑒𝑛𝑡</m:t>
                    </m:r>
                    <m:r>
                      <a:rPr lang="en-US" sz="2000" b="0" i="1" smtClean="0">
                        <a:latin typeface="Cambria Math" panose="02040503050406030204" pitchFamily="18" charset="0"/>
                        <a:ea typeface="Cascadia Code" panose="020B0609020000020004" pitchFamily="49" charset="0"/>
                        <a:cs typeface="Cascadia Code" panose="020B0609020000020004" pitchFamily="49" charset="0"/>
                      </a:rPr>
                      <m:t>)</m:t>
                    </m:r>
                  </m:oMath>
                </a14:m>
                <a:endParaRPr lang="en-US" sz="2000" dirty="0">
                  <a:latin typeface="Cambria Math" panose="02040503050406030204" pitchFamily="18" charset="0"/>
                  <a:ea typeface="Cascadia Code" panose="020B0609020000020004" pitchFamily="49" charset="0"/>
                  <a:cs typeface="Cascadia Code" panose="020B0609020000020004" pitchFamily="49" charset="0"/>
                </a:endParaRPr>
              </a:p>
              <a:p>
                <a:pPr marL="1371600" lvl="2" indent="-457200">
                  <a:lnSpc>
                    <a:spcPct val="100000"/>
                  </a:lnSpc>
                  <a:buAutoNum type="arabicPeriod"/>
                </a:pPr>
                <a14:m>
                  <m:oMath xmlns:m="http://schemas.openxmlformats.org/officeDocument/2006/math">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𝑛𝑜𝑑𝑒</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𝑛𝑜𝑑𝑒</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𝑛𝑒𝑥𝑡</m:t>
                    </m:r>
                  </m:oMath>
                </a14:m>
                <a:endParaRPr lang="en-US" sz="2200" dirty="0">
                  <a:latin typeface="Cambria Math" panose="02040503050406030204" pitchFamily="18" charset="0"/>
                  <a:ea typeface="Cascadia Code" panose="020B0609020000020004" pitchFamily="49" charset="0"/>
                  <a:cs typeface="Cascadia Code" panose="020B0609020000020004" pitchFamily="49" charset="0"/>
                </a:endParaRPr>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6"/>
                <a:ext cx="11743016" cy="5020613"/>
              </a:xfrm>
              <a:prstGeom prst="rect">
                <a:avLst/>
              </a:prstGeom>
              <a:blipFill>
                <a:blip r:embed="rId3"/>
                <a:stretch>
                  <a:fillRect l="-675" t="-2063"/>
                </a:stretch>
              </a:blipFill>
            </p:spPr>
            <p:txBody>
              <a:bodyPr/>
              <a:lstStyle/>
              <a:p>
                <a:r>
                  <a:rPr lang="en-PK">
                    <a:noFill/>
                  </a:rPr>
                  <a:t> </a:t>
                </a:r>
              </a:p>
            </p:txBody>
          </p:sp>
        </mc:Fallback>
      </mc:AlternateContent>
    </p:spTree>
    <p:extLst>
      <p:ext uri="{BB962C8B-B14F-4D97-AF65-F5344CB8AC3E}">
        <p14:creationId xmlns:p14="http://schemas.microsoft.com/office/powerpoint/2010/main" val="25922368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Header Linked List</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4887878"/>
              </a:xfrm>
              <a:prstGeom prst="rect">
                <a:avLst/>
              </a:prstGeom>
            </p:spPr>
            <p:txBody>
              <a:bodyPr>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400" dirty="0"/>
                  <a:t>Header Linked List contains a special node “head” which is the last node in the List.</a:t>
                </a:r>
              </a:p>
              <a:p>
                <a:pPr>
                  <a:lnSpc>
                    <a:spcPct val="120000"/>
                  </a:lnSpc>
                  <a:buFont typeface="Wingdings" panose="05000000000000000000" pitchFamily="2" charset="2"/>
                  <a:buChar char="§"/>
                </a:pPr>
                <a:r>
                  <a:rPr lang="en-US" sz="3400" dirty="0"/>
                  <a:t>The primary benefit of having this is that to insert a new node quickly, we do not need to traverse from start to end. Thus, it takes </a:t>
                </a:r>
                <a14:m>
                  <m:oMath xmlns:m="http://schemas.openxmlformats.org/officeDocument/2006/math">
                    <m:r>
                      <a:rPr lang="en-US" sz="3400" b="0" i="1" smtClean="0">
                        <a:latin typeface="Cambria Math" panose="02040503050406030204" pitchFamily="18" charset="0"/>
                      </a:rPr>
                      <m:t>𝑂</m:t>
                    </m:r>
                    <m:r>
                      <a:rPr lang="en-US" sz="3400" b="0" i="1" smtClean="0">
                        <a:latin typeface="Cambria Math" panose="02040503050406030204" pitchFamily="18" charset="0"/>
                      </a:rPr>
                      <m:t>(1)</m:t>
                    </m:r>
                  </m:oMath>
                </a14:m>
                <a:r>
                  <a:rPr lang="en-US" sz="3400" dirty="0"/>
                  <a:t> time to insert a new node in Header linked list.</a:t>
                </a:r>
              </a:p>
              <a:p>
                <a:pPr>
                  <a:lnSpc>
                    <a:spcPct val="120000"/>
                  </a:lnSpc>
                  <a:buFont typeface="Wingdings" panose="05000000000000000000" pitchFamily="2" charset="2"/>
                  <a:buChar char="§"/>
                </a:pPr>
                <a:r>
                  <a:rPr lang="en-US" sz="3400" dirty="0"/>
                  <a:t>All other operations are same as in linked list.</a:t>
                </a:r>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7"/>
                <a:ext cx="11743016" cy="4887878"/>
              </a:xfrm>
              <a:prstGeom prst="rect">
                <a:avLst/>
              </a:prstGeom>
              <a:blipFill>
                <a:blip r:embed="rId3"/>
                <a:stretch>
                  <a:fillRect l="-1297" t="-374"/>
                </a:stretch>
              </a:blipFill>
            </p:spPr>
            <p:txBody>
              <a:bodyPr/>
              <a:lstStyle/>
              <a:p>
                <a:r>
                  <a:rPr lang="en-PK">
                    <a:noFill/>
                  </a:rPr>
                  <a:t> </a:t>
                </a:r>
              </a:p>
            </p:txBody>
          </p:sp>
        </mc:Fallback>
      </mc:AlternateContent>
    </p:spTree>
    <p:extLst>
      <p:ext uri="{BB962C8B-B14F-4D97-AF65-F5344CB8AC3E}">
        <p14:creationId xmlns:p14="http://schemas.microsoft.com/office/powerpoint/2010/main" val="28591988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Header Linked List – INSERT</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6"/>
                <a:ext cx="11743016" cy="5020613"/>
              </a:xfrm>
              <a:prstGeom prst="rect">
                <a:avLst/>
              </a:prstGeom>
            </p:spPr>
            <p:txBody>
              <a:bodyPr>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2400" dirty="0">
                    <a:latin typeface="Cascadia Code" panose="020B0609020000020004" pitchFamily="49" charset="0"/>
                    <a:ea typeface="Cascadia Code" panose="020B0609020000020004" pitchFamily="49" charset="0"/>
                    <a:cs typeface="Cascadia Code" panose="020B0609020000020004" pitchFamily="49" charset="0"/>
                  </a:rPr>
                  <a:t>INSERT</a:t>
                </a:r>
                <a:r>
                  <a:rPr lang="en-US" sz="2400" dirty="0">
                    <a:latin typeface="Cascadia Code" panose="020B0609020000020004" pitchFamily="49" charset="0"/>
                    <a:cs typeface="Cascadia Code" panose="020B0609020000020004" pitchFamily="49" charset="0"/>
                  </a:rPr>
                  <a:t>(</a:t>
                </a:r>
                <a:r>
                  <a:rPr lang="en-US" sz="2400" dirty="0">
                    <a:latin typeface="Cascadia Code" panose="020B0609020000020004" pitchFamily="49" charset="0"/>
                    <a:ea typeface="Cascadia Code" panose="020B0609020000020004" pitchFamily="49" charset="0"/>
                    <a:cs typeface="Cascadia Code" panose="020B0609020000020004" pitchFamily="49" charset="0"/>
                  </a:rPr>
                  <a:t>Start, Head, element), where ‘Start’ is the address of the first node, ‘Head’ is the address of last node and ‘element’ is the data to insert.</a:t>
                </a:r>
                <a:endParaRPr lang="en-US" sz="2400" i="1" dirty="0">
                  <a:latin typeface="Cascadia Code" panose="020B0609020000020004" pitchFamily="49" charset="0"/>
                  <a:ea typeface="Cascadia Code" panose="020B0609020000020004" pitchFamily="49" charset="0"/>
                  <a:cs typeface="Cascadia Code" panose="020B0609020000020004" pitchFamily="49" charset="0"/>
                </a:endParaRPr>
              </a:p>
              <a:p>
                <a:pPr marL="457200" indent="-457200">
                  <a:lnSpc>
                    <a:spcPct val="100000"/>
                  </a:lnSpc>
                  <a:buFont typeface="Arial" panose="020B0604020202020204" pitchFamily="34" charset="0"/>
                  <a:buAutoNum type="arabicPeriod"/>
                </a:pPr>
                <a14:m>
                  <m:oMath xmlns:m="http://schemas.openxmlformats.org/officeDocument/2006/math">
                    <m:r>
                      <a:rPr lang="en-US" sz="2400" i="1" dirty="0" smtClean="0">
                        <a:latin typeface="Cambria Math" panose="02040503050406030204" pitchFamily="18" charset="0"/>
                        <a:ea typeface="Cascadia Code" panose="020B0609020000020004" pitchFamily="49" charset="0"/>
                        <a:cs typeface="Cascadia Code" panose="020B0609020000020004" pitchFamily="49" charset="0"/>
                      </a:rPr>
                      <m:t>𝐼</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𝐹</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 </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𝑆𝑡𝑎𝑟𝑡</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𝜙</m:t>
                    </m:r>
                  </m:oMath>
                </a14:m>
                <a:r>
                  <a:rPr lang="en-US" sz="2400" i="1" dirty="0">
                    <a:latin typeface="Cambria Math" panose="02040503050406030204" pitchFamily="18" charset="0"/>
                    <a:ea typeface="Cascadia Code" panose="020B0609020000020004" pitchFamily="49" charset="0"/>
                    <a:cs typeface="Cascadia Code" panose="020B0609020000020004" pitchFamily="49" charset="0"/>
                  </a:rPr>
                  <a:t>	</a:t>
                </a:r>
                <a:r>
                  <a:rPr lang="en-US" sz="2400" dirty="0">
                    <a:latin typeface="Cambria Math" panose="02040503050406030204" pitchFamily="18" charset="0"/>
                    <a:ea typeface="Cascadia Code" panose="020B0609020000020004" pitchFamily="49" charset="0"/>
                    <a:cs typeface="Cascadia Code" panose="020B0609020000020004" pitchFamily="49" charset="0"/>
                  </a:rPr>
                  <a:t>(First check if there’s even a node at start or not)</a:t>
                </a:r>
              </a:p>
              <a:p>
                <a:pPr marL="457200" lvl="1" indent="0">
                  <a:lnSpc>
                    <a:spcPct val="100000"/>
                  </a:lnSpc>
                  <a:buNone/>
                </a:pPr>
                <a14:m>
                  <m:oMath xmlns:m="http://schemas.openxmlformats.org/officeDocument/2006/math">
                    <m:r>
                      <a:rPr lang="en-US" sz="2400" i="1" dirty="0">
                        <a:latin typeface="Cambria Math" panose="02040503050406030204" pitchFamily="18" charset="0"/>
                        <a:ea typeface="Cascadia Code" panose="020B0609020000020004" pitchFamily="49" charset="0"/>
                        <a:cs typeface="Cascadia Code" panose="020B0609020000020004" pitchFamily="49" charset="0"/>
                      </a:rPr>
                      <m:t>𝑆𝑡𝑎𝑟𝑡</m:t>
                    </m:r>
                    <m:r>
                      <a:rPr lang="en-US" sz="2400" i="1" dirty="0">
                        <a:latin typeface="Cambria Math" panose="02040503050406030204" pitchFamily="18" charset="0"/>
                        <a:ea typeface="Cascadia Code" panose="020B0609020000020004" pitchFamily="49" charset="0"/>
                        <a:cs typeface="Cascadia Code" panose="020B0609020000020004" pitchFamily="49" charset="0"/>
                      </a:rPr>
                      <m:t>=</m:t>
                    </m:r>
                    <m:r>
                      <a:rPr lang="en-US" sz="2400" i="1" dirty="0">
                        <a:latin typeface="Cambria Math" panose="02040503050406030204" pitchFamily="18" charset="0"/>
                        <a:ea typeface="Cascadia Code" panose="020B0609020000020004" pitchFamily="49" charset="0"/>
                        <a:cs typeface="Cascadia Code" panose="020B0609020000020004" pitchFamily="49" charset="0"/>
                      </a:rPr>
                      <m:t>𝐶𝑅𝐸𝐴𝑇𝐸</m:t>
                    </m:r>
                    <m:r>
                      <a:rPr lang="en-US" sz="2400" i="1" dirty="0">
                        <a:latin typeface="Cambria Math" panose="02040503050406030204" pitchFamily="18" charset="0"/>
                        <a:ea typeface="Cascadia Code" panose="020B0609020000020004" pitchFamily="49" charset="0"/>
                        <a:cs typeface="Cascadia Code" panose="020B0609020000020004" pitchFamily="49" charset="0"/>
                      </a:rPr>
                      <m:t>_</m:t>
                    </m:r>
                    <m:r>
                      <a:rPr lang="en-US" sz="2400" i="1" dirty="0">
                        <a:latin typeface="Cambria Math" panose="02040503050406030204" pitchFamily="18" charset="0"/>
                        <a:ea typeface="Cascadia Code" panose="020B0609020000020004" pitchFamily="49" charset="0"/>
                        <a:cs typeface="Cascadia Code" panose="020B0609020000020004" pitchFamily="49" charset="0"/>
                      </a:rPr>
                      <m:t>𝑁𝑂𝐷𝐸</m:t>
                    </m:r>
                    <m:d>
                      <m:dPr>
                        <m:ctrlPr>
                          <a:rPr lang="en-US" sz="2400" i="1" dirty="0">
                            <a:latin typeface="Cambria Math" panose="02040503050406030204" pitchFamily="18" charset="0"/>
                            <a:ea typeface="Cascadia Code" panose="020B0609020000020004" pitchFamily="49" charset="0"/>
                            <a:cs typeface="Cascadia Code" panose="020B0609020000020004" pitchFamily="49" charset="0"/>
                          </a:rPr>
                        </m:ctrlPr>
                      </m:dPr>
                      <m:e>
                        <m:d>
                          <m:dPr>
                            <m:begChr m:val="|"/>
                            <m:endChr m:val="|"/>
                            <m:ctrlPr>
                              <a:rPr lang="en-US" sz="2400" i="1" dirty="0">
                                <a:latin typeface="Cambria Math" panose="02040503050406030204" pitchFamily="18" charset="0"/>
                                <a:ea typeface="Cascadia Code" panose="020B0609020000020004" pitchFamily="49" charset="0"/>
                                <a:cs typeface="Cascadia Code" panose="020B0609020000020004" pitchFamily="49" charset="0"/>
                              </a:rPr>
                            </m:ctrlPr>
                          </m:dPr>
                          <m:e>
                            <m:r>
                              <a:rPr lang="en-US" sz="2400" i="1" dirty="0">
                                <a:latin typeface="Cambria Math" panose="02040503050406030204" pitchFamily="18" charset="0"/>
                                <a:ea typeface="Cascadia Code" panose="020B0609020000020004" pitchFamily="49" charset="0"/>
                                <a:cs typeface="Cascadia Code" panose="020B0609020000020004" pitchFamily="49" charset="0"/>
                              </a:rPr>
                              <m:t>𝑒𝑙𝑒𝑚𝑒𝑛𝑡</m:t>
                            </m:r>
                          </m:e>
                        </m:d>
                      </m:e>
                    </m:d>
                  </m:oMath>
                </a14:m>
                <a:r>
                  <a:rPr lang="en-US" sz="2400" i="1" dirty="0">
                    <a:latin typeface="Cambria Math" panose="02040503050406030204" pitchFamily="18" charset="0"/>
                    <a:ea typeface="Cascadia Code" panose="020B0609020000020004" pitchFamily="49" charset="0"/>
                    <a:cs typeface="Cascadia Code" panose="020B0609020000020004" pitchFamily="49" charset="0"/>
                  </a:rPr>
                  <a:t> 	</a:t>
                </a:r>
                <a:r>
                  <a:rPr lang="en-US" sz="2400" dirty="0">
                    <a:latin typeface="Cambria Math" panose="02040503050406030204" pitchFamily="18" charset="0"/>
                    <a:ea typeface="Cascadia Code" panose="020B0609020000020004" pitchFamily="49" charset="0"/>
                    <a:cs typeface="Cascadia Code" panose="020B0609020000020004" pitchFamily="49" charset="0"/>
                  </a:rPr>
                  <a:t>(Allocate memory w. r. t. the element’s size)</a:t>
                </a:r>
              </a:p>
              <a:p>
                <a:pPr marL="457200" lvl="1" indent="0">
                  <a:lnSpc>
                    <a:spcPct val="100000"/>
                  </a:lnSpc>
                  <a:buNone/>
                </a:pPr>
                <a14:m>
                  <m:oMath xmlns:m="http://schemas.openxmlformats.org/officeDocument/2006/math">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𝐻𝑒𝑎𝑑</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𝑠𝑡𝑎𝑟𝑡</m:t>
                    </m:r>
                  </m:oMath>
                </a14:m>
                <a:r>
                  <a:rPr lang="en-US" sz="2400" dirty="0">
                    <a:latin typeface="Cascadia Code" panose="020B0609020000020004" pitchFamily="49" charset="0"/>
                    <a:ea typeface="Cascadia Code" panose="020B0609020000020004" pitchFamily="49" charset="0"/>
                    <a:cs typeface="Cascadia Code" panose="020B0609020000020004" pitchFamily="49" charset="0"/>
                  </a:rPr>
                  <a:t>		</a:t>
                </a:r>
                <a:r>
                  <a:rPr lang="en-US" sz="2400" dirty="0">
                    <a:latin typeface="Cambria Math" panose="02040503050406030204" pitchFamily="18" charset="0"/>
                    <a:ea typeface="Cascadia Code" panose="020B0609020000020004" pitchFamily="49" charset="0"/>
                    <a:cs typeface="Cascadia Code" panose="020B0609020000020004" pitchFamily="49" charset="0"/>
                  </a:rPr>
                  <a:t>(The head and start are initially the same node)</a:t>
                </a:r>
              </a:p>
              <a:p>
                <a:pPr marL="457200" indent="-457200">
                  <a:lnSpc>
                    <a:spcPct val="100000"/>
                  </a:lnSpc>
                  <a:buAutoNum type="arabicPeriod"/>
                </a:pPr>
                <a14:m>
                  <m:oMath xmlns:m="http://schemas.openxmlformats.org/officeDocument/2006/math">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𝐻𝑒𝑎𝑑</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𝑛𝑒𝑥𝑡</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m:t>
                    </m:r>
                    <m:r>
                      <a:rPr lang="en-US" sz="2400" i="1" dirty="0">
                        <a:latin typeface="Cambria Math" panose="02040503050406030204" pitchFamily="18" charset="0"/>
                        <a:ea typeface="Cascadia Code" panose="020B0609020000020004" pitchFamily="49" charset="0"/>
                        <a:cs typeface="Cascadia Code" panose="020B0609020000020004" pitchFamily="49" charset="0"/>
                      </a:rPr>
                      <m:t>𝐶𝑅𝐸𝐴𝑇𝐸</m:t>
                    </m:r>
                    <m:r>
                      <a:rPr lang="en-US" sz="2400" i="1" dirty="0">
                        <a:latin typeface="Cambria Math" panose="02040503050406030204" pitchFamily="18" charset="0"/>
                        <a:ea typeface="Cascadia Code" panose="020B0609020000020004" pitchFamily="49" charset="0"/>
                        <a:cs typeface="Cascadia Code" panose="020B0609020000020004" pitchFamily="49" charset="0"/>
                      </a:rPr>
                      <m:t>_</m:t>
                    </m:r>
                    <m:r>
                      <a:rPr lang="en-US" sz="2400" i="1" dirty="0">
                        <a:latin typeface="Cambria Math" panose="02040503050406030204" pitchFamily="18" charset="0"/>
                        <a:ea typeface="Cascadia Code" panose="020B0609020000020004" pitchFamily="49" charset="0"/>
                        <a:cs typeface="Cascadia Code" panose="020B0609020000020004" pitchFamily="49" charset="0"/>
                      </a:rPr>
                      <m:t>𝑁𝑂𝐷𝐸</m:t>
                    </m:r>
                    <m:d>
                      <m:dPr>
                        <m:ctrlP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ctrlPr>
                      </m:dPr>
                      <m:e>
                        <m:d>
                          <m:dPr>
                            <m:begChr m:val="|"/>
                            <m:endChr m:val="|"/>
                            <m:ctrlP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ctrlPr>
                          </m:dPr>
                          <m:e>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𝑒𝑙𝑒𝑚𝑒𝑛𝑡</m:t>
                            </m:r>
                          </m:e>
                        </m:d>
                      </m:e>
                    </m:d>
                  </m:oMath>
                </a14:m>
                <a:r>
                  <a:rPr lang="en-US" sz="2400" dirty="0">
                    <a:latin typeface="Cambria Math" panose="02040503050406030204" pitchFamily="18" charset="0"/>
                    <a:ea typeface="Cascadia Code" panose="020B0609020000020004" pitchFamily="49" charset="0"/>
                    <a:cs typeface="Cascadia Code" panose="020B0609020000020004" pitchFamily="49" charset="0"/>
                  </a:rPr>
                  <a:t>	(Allocate memory for new node)</a:t>
                </a:r>
              </a:p>
              <a:p>
                <a:pPr marL="457200" indent="-457200">
                  <a:lnSpc>
                    <a:spcPct val="100000"/>
                  </a:lnSpc>
                  <a:buAutoNum type="arabicPeriod"/>
                </a:pPr>
                <a14:m>
                  <m:oMath xmlns:m="http://schemas.openxmlformats.org/officeDocument/2006/math">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𝐻</m:t>
                    </m:r>
                    <m:r>
                      <a:rPr lang="en-US" sz="2400" i="1" dirty="0">
                        <a:latin typeface="Cambria Math" panose="02040503050406030204" pitchFamily="18" charset="0"/>
                        <a:ea typeface="Cascadia Code" panose="020B0609020000020004" pitchFamily="49" charset="0"/>
                        <a:cs typeface="Cascadia Code" panose="020B0609020000020004" pitchFamily="49" charset="0"/>
                      </a:rPr>
                      <m:t>𝑒𝑎𝑑</m:t>
                    </m:r>
                    <m:r>
                      <a:rPr lang="en-US" sz="2400" i="1" dirty="0">
                        <a:latin typeface="Cambria Math" panose="02040503050406030204" pitchFamily="18" charset="0"/>
                        <a:ea typeface="Cascadia Code" panose="020B0609020000020004" pitchFamily="49" charset="0"/>
                        <a:cs typeface="Cascadia Code" panose="020B0609020000020004" pitchFamily="49" charset="0"/>
                      </a:rPr>
                      <m:t>→</m:t>
                    </m:r>
                    <m:r>
                      <a:rPr lang="en-US" sz="2400" i="1" dirty="0">
                        <a:latin typeface="Cambria Math" panose="02040503050406030204" pitchFamily="18" charset="0"/>
                        <a:ea typeface="Cascadia Code" panose="020B0609020000020004" pitchFamily="49" charset="0"/>
                        <a:cs typeface="Cascadia Code" panose="020B0609020000020004" pitchFamily="49" charset="0"/>
                      </a:rPr>
                      <m:t>𝑛𝑒𝑥𝑡</m:t>
                    </m:r>
                    <m:r>
                      <a:rPr lang="en-US" sz="2400" i="1">
                        <a:latin typeface="Cambria Math" panose="02040503050406030204" pitchFamily="18" charset="0"/>
                        <a:ea typeface="Cascadia Code" panose="020B0609020000020004" pitchFamily="49" charset="0"/>
                        <a:cs typeface="Cascadia Code" panose="020B0609020000020004" pitchFamily="49" charset="0"/>
                      </a:rPr>
                      <m:t>→</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𝑒𝑙𝑒𝑚𝑒𝑛𝑡</m:t>
                    </m:r>
                    <m:r>
                      <a:rPr lang="en-US" sz="2400" i="1">
                        <a:latin typeface="Cambria Math" panose="02040503050406030204" pitchFamily="18" charset="0"/>
                        <a:ea typeface="Cascadia Code" panose="020B0609020000020004" pitchFamily="49" charset="0"/>
                        <a:cs typeface="Cascadia Code" panose="020B0609020000020004" pitchFamily="49" charset="0"/>
                      </a:rPr>
                      <m:t>≔</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𝑒𝑙𝑒𝑚𝑒𝑛𝑡</m:t>
                    </m:r>
                  </m:oMath>
                </a14:m>
                <a:r>
                  <a:rPr lang="en-US" sz="2400" dirty="0">
                    <a:latin typeface="Cambria Math" panose="02040503050406030204" pitchFamily="18" charset="0"/>
                    <a:ea typeface="Cascadia Code" panose="020B0609020000020004" pitchFamily="49" charset="0"/>
                    <a:cs typeface="Cascadia Code" panose="020B0609020000020004" pitchFamily="49" charset="0"/>
                  </a:rPr>
                  <a:t>	(New node will be head’s new link) </a:t>
                </a:r>
              </a:p>
              <a:p>
                <a:pPr marL="457200" indent="-457200">
                  <a:lnSpc>
                    <a:spcPct val="100000"/>
                  </a:lnSpc>
                  <a:buFont typeface="Arial" panose="020B0604020202020204" pitchFamily="34" charset="0"/>
                  <a:buAutoNum type="arabicPeriod"/>
                </a:pPr>
                <a14:m>
                  <m:oMath xmlns:m="http://schemas.openxmlformats.org/officeDocument/2006/math">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𝐻𝑒𝑎𝑑</m:t>
                    </m:r>
                    <m:r>
                      <a:rPr lang="en-US" sz="2400" i="1">
                        <a:latin typeface="Cambria Math" panose="02040503050406030204" pitchFamily="18" charset="0"/>
                        <a:ea typeface="Cascadia Code" panose="020B0609020000020004" pitchFamily="49" charset="0"/>
                        <a:cs typeface="Cascadia Code" panose="020B0609020000020004" pitchFamily="49" charset="0"/>
                      </a:rPr>
                      <m:t>≔</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𝐻</m:t>
                    </m:r>
                    <m:r>
                      <a:rPr lang="en-US" sz="2400" i="1" dirty="0">
                        <a:latin typeface="Cambria Math" panose="02040503050406030204" pitchFamily="18" charset="0"/>
                        <a:ea typeface="Cascadia Code" panose="020B0609020000020004" pitchFamily="49" charset="0"/>
                        <a:cs typeface="Cascadia Code" panose="020B0609020000020004" pitchFamily="49" charset="0"/>
                      </a:rPr>
                      <m:t>𝑒𝑎𝑑</m:t>
                    </m:r>
                    <m:r>
                      <a:rPr lang="en-US" sz="2400" i="1" dirty="0">
                        <a:latin typeface="Cambria Math" panose="02040503050406030204" pitchFamily="18" charset="0"/>
                        <a:ea typeface="Cascadia Code" panose="020B0609020000020004" pitchFamily="49" charset="0"/>
                        <a:cs typeface="Cascadia Code" panose="020B0609020000020004" pitchFamily="49" charset="0"/>
                      </a:rPr>
                      <m:t>→</m:t>
                    </m:r>
                    <m:r>
                      <a:rPr lang="en-US" sz="2400" i="1" dirty="0">
                        <a:latin typeface="Cambria Math" panose="02040503050406030204" pitchFamily="18" charset="0"/>
                        <a:ea typeface="Cascadia Code" panose="020B0609020000020004" pitchFamily="49" charset="0"/>
                        <a:cs typeface="Cascadia Code" panose="020B0609020000020004" pitchFamily="49" charset="0"/>
                      </a:rPr>
                      <m:t>𝑛𝑒𝑥𝑡</m:t>
                    </m:r>
                  </m:oMath>
                </a14:m>
                <a:r>
                  <a:rPr lang="en-US" sz="2400" dirty="0">
                    <a:latin typeface="Cambria Math" panose="02040503050406030204" pitchFamily="18" charset="0"/>
                    <a:ea typeface="Cascadia Code" panose="020B0609020000020004" pitchFamily="49" charset="0"/>
                    <a:cs typeface="Cascadia Code" panose="020B0609020000020004" pitchFamily="49" charset="0"/>
                  </a:rPr>
                  <a:t>	</a:t>
                </a:r>
                <a14:m>
                  <m:oMath xmlns:m="http://schemas.openxmlformats.org/officeDocument/2006/math">
                    <m:r>
                      <m:rPr>
                        <m:nor/>
                      </m:rPr>
                      <a:rPr lang="en-US" sz="2400" dirty="0">
                        <a:latin typeface="Cambria Math" panose="02040503050406030204" pitchFamily="18" charset="0"/>
                        <a:ea typeface="Cascadia Code" panose="020B0609020000020004" pitchFamily="49" charset="0"/>
                        <a:cs typeface="Cascadia Code" panose="020B0609020000020004" pitchFamily="49" charset="0"/>
                      </a:rPr>
                      <m:t>	</m:t>
                    </m:r>
                    <m:r>
                      <m:rPr>
                        <m:nor/>
                      </m:rPr>
                      <a:rPr lang="en-US" sz="2400" b="0" i="0" dirty="0" smtClean="0">
                        <a:latin typeface="Cambria Math" panose="02040503050406030204" pitchFamily="18" charset="0"/>
                        <a:ea typeface="Cascadia Code" panose="020B0609020000020004" pitchFamily="49" charset="0"/>
                        <a:cs typeface="Cascadia Code" panose="020B0609020000020004" pitchFamily="49" charset="0"/>
                      </a:rPr>
                      <m:t>(</m:t>
                    </m:r>
                    <m:r>
                      <m:rPr>
                        <m:nor/>
                      </m:rPr>
                      <a:rPr lang="en-US" sz="2400" b="0" i="0" dirty="0" smtClean="0">
                        <a:latin typeface="Cambria Math" panose="02040503050406030204" pitchFamily="18" charset="0"/>
                        <a:ea typeface="Cascadia Code" panose="020B0609020000020004" pitchFamily="49" charset="0"/>
                        <a:cs typeface="Cascadia Code" panose="020B0609020000020004" pitchFamily="49" charset="0"/>
                      </a:rPr>
                      <m:t>Head</m:t>
                    </m:r>
                    <m:r>
                      <m:rPr>
                        <m:nor/>
                      </m:rPr>
                      <a:rPr lang="en-US" sz="2400" b="0" i="0" dirty="0" smtClean="0">
                        <a:latin typeface="Cambria Math" panose="02040503050406030204" pitchFamily="18" charset="0"/>
                        <a:ea typeface="Cascadia Code" panose="020B0609020000020004" pitchFamily="49" charset="0"/>
                        <a:cs typeface="Cascadia Code" panose="020B0609020000020004" pitchFamily="49" charset="0"/>
                      </a:rPr>
                      <m:t> </m:t>
                    </m:r>
                    <m:r>
                      <m:rPr>
                        <m:nor/>
                      </m:rPr>
                      <a:rPr lang="en-US" sz="2400" b="0" i="0" dirty="0" smtClean="0">
                        <a:latin typeface="Cambria Math" panose="02040503050406030204" pitchFamily="18" charset="0"/>
                        <a:ea typeface="Cascadia Code" panose="020B0609020000020004" pitchFamily="49" charset="0"/>
                        <a:cs typeface="Cascadia Code" panose="020B0609020000020004" pitchFamily="49" charset="0"/>
                      </a:rPr>
                      <m:t>now</m:t>
                    </m:r>
                    <m:r>
                      <m:rPr>
                        <m:nor/>
                      </m:rPr>
                      <a:rPr lang="en-US" sz="2400" b="0" i="0" dirty="0" smtClean="0">
                        <a:latin typeface="Cambria Math" panose="02040503050406030204" pitchFamily="18" charset="0"/>
                        <a:ea typeface="Cascadia Code" panose="020B0609020000020004" pitchFamily="49" charset="0"/>
                        <a:cs typeface="Cascadia Code" panose="020B0609020000020004" pitchFamily="49" charset="0"/>
                      </a:rPr>
                      <m:t> </m:t>
                    </m:r>
                    <m:r>
                      <m:rPr>
                        <m:nor/>
                      </m:rPr>
                      <a:rPr lang="en-US" sz="2400" b="0" i="0" dirty="0" smtClean="0">
                        <a:latin typeface="Cambria Math" panose="02040503050406030204" pitchFamily="18" charset="0"/>
                        <a:ea typeface="Cascadia Code" panose="020B0609020000020004" pitchFamily="49" charset="0"/>
                        <a:cs typeface="Cascadia Code" panose="020B0609020000020004" pitchFamily="49" charset="0"/>
                      </a:rPr>
                      <m:t>moves</m:t>
                    </m:r>
                    <m:r>
                      <m:rPr>
                        <m:nor/>
                      </m:rPr>
                      <a:rPr lang="en-US" sz="2400" b="0" i="0" dirty="0" smtClean="0">
                        <a:latin typeface="Cambria Math" panose="02040503050406030204" pitchFamily="18" charset="0"/>
                        <a:ea typeface="Cascadia Code" panose="020B0609020000020004" pitchFamily="49" charset="0"/>
                        <a:cs typeface="Cascadia Code" panose="020B0609020000020004" pitchFamily="49" charset="0"/>
                      </a:rPr>
                      <m:t> </m:t>
                    </m:r>
                    <m:r>
                      <m:rPr>
                        <m:nor/>
                      </m:rPr>
                      <a:rPr lang="en-US" sz="2400" b="0" i="0" dirty="0" smtClean="0">
                        <a:latin typeface="Cambria Math" panose="02040503050406030204" pitchFamily="18" charset="0"/>
                        <a:ea typeface="Cascadia Code" panose="020B0609020000020004" pitchFamily="49" charset="0"/>
                        <a:cs typeface="Cascadia Code" panose="020B0609020000020004" pitchFamily="49" charset="0"/>
                      </a:rPr>
                      <m:t>ahead</m:t>
                    </m:r>
                    <m:r>
                      <m:rPr>
                        <m:nor/>
                      </m:rPr>
                      <a:rPr lang="en-US" sz="2400" b="0" i="0" dirty="0" smtClean="0">
                        <a:latin typeface="Cambria Math" panose="02040503050406030204" pitchFamily="18" charset="0"/>
                        <a:ea typeface="Cascadia Code" panose="020B0609020000020004" pitchFamily="49" charset="0"/>
                        <a:cs typeface="Cascadia Code" panose="020B0609020000020004" pitchFamily="49" charset="0"/>
                      </a:rPr>
                      <m:t> </m:t>
                    </m:r>
                    <m:r>
                      <m:rPr>
                        <m:nor/>
                      </m:rPr>
                      <a:rPr lang="en-US" sz="2400" b="0" i="0" dirty="0" smtClean="0">
                        <a:latin typeface="Cambria Math" panose="02040503050406030204" pitchFamily="18" charset="0"/>
                        <a:ea typeface="Cascadia Code" panose="020B0609020000020004" pitchFamily="49" charset="0"/>
                        <a:cs typeface="Cascadia Code" panose="020B0609020000020004" pitchFamily="49" charset="0"/>
                      </a:rPr>
                      <m:t>and</m:t>
                    </m:r>
                    <m:r>
                      <m:rPr>
                        <m:nor/>
                      </m:rPr>
                      <a:rPr lang="en-US" sz="2400" b="0" i="0" dirty="0" smtClean="0">
                        <a:latin typeface="Cambria Math" panose="02040503050406030204" pitchFamily="18" charset="0"/>
                        <a:ea typeface="Cascadia Code" panose="020B0609020000020004" pitchFamily="49" charset="0"/>
                        <a:cs typeface="Cascadia Code" panose="020B0609020000020004" pitchFamily="49" charset="0"/>
                      </a:rPr>
                      <m:t> </m:t>
                    </m:r>
                    <m:r>
                      <m:rPr>
                        <m:nor/>
                      </m:rPr>
                      <a:rPr lang="en-US" sz="2400" b="0" i="0" dirty="0" smtClean="0">
                        <a:latin typeface="Cambria Math" panose="02040503050406030204" pitchFamily="18" charset="0"/>
                        <a:ea typeface="Cascadia Code" panose="020B0609020000020004" pitchFamily="49" charset="0"/>
                        <a:cs typeface="Cascadia Code" panose="020B0609020000020004" pitchFamily="49" charset="0"/>
                      </a:rPr>
                      <m:t>links</m:t>
                    </m:r>
                    <m:r>
                      <m:rPr>
                        <m:nor/>
                      </m:rPr>
                      <a:rPr lang="en-US" sz="2400" b="0" i="0" dirty="0" smtClean="0">
                        <a:latin typeface="Cambria Math" panose="02040503050406030204" pitchFamily="18" charset="0"/>
                        <a:ea typeface="Cascadia Code" panose="020B0609020000020004" pitchFamily="49" charset="0"/>
                        <a:cs typeface="Cascadia Code" panose="020B0609020000020004" pitchFamily="49" charset="0"/>
                      </a:rPr>
                      <m:t> </m:t>
                    </m:r>
                    <m:r>
                      <m:rPr>
                        <m:nor/>
                      </m:rPr>
                      <a:rPr lang="en-US" sz="2400" b="0" i="0" dirty="0" smtClean="0">
                        <a:latin typeface="Cambria Math" panose="02040503050406030204" pitchFamily="18" charset="0"/>
                        <a:ea typeface="Cascadia Code" panose="020B0609020000020004" pitchFamily="49" charset="0"/>
                        <a:cs typeface="Cascadia Code" panose="020B0609020000020004" pitchFamily="49" charset="0"/>
                      </a:rPr>
                      <m:t>to</m:t>
                    </m:r>
                    <m:r>
                      <m:rPr>
                        <m:nor/>
                      </m:rPr>
                      <a:rPr lang="en-US" sz="2400" b="0" i="0" dirty="0" smtClean="0">
                        <a:latin typeface="Cambria Math" panose="02040503050406030204" pitchFamily="18" charset="0"/>
                        <a:ea typeface="Cascadia Code" panose="020B0609020000020004" pitchFamily="49" charset="0"/>
                        <a:cs typeface="Cascadia Code" panose="020B0609020000020004" pitchFamily="49" charset="0"/>
                      </a:rPr>
                      <m:t> </m:t>
                    </m:r>
                    <m:r>
                      <m:rPr>
                        <m:nor/>
                      </m:rPr>
                      <a:rPr lang="en-US" sz="2400" b="0" i="0" dirty="0" smtClean="0">
                        <a:latin typeface="Cambria Math" panose="02040503050406030204" pitchFamily="18" charset="0"/>
                        <a:ea typeface="Cascadia Code" panose="020B0609020000020004" pitchFamily="49" charset="0"/>
                        <a:cs typeface="Cascadia Code" panose="020B0609020000020004" pitchFamily="49" charset="0"/>
                      </a:rPr>
                      <m:t>new</m:t>
                    </m:r>
                    <m:r>
                      <m:rPr>
                        <m:nor/>
                      </m:rPr>
                      <a:rPr lang="en-US" sz="2400" b="0" i="0" dirty="0" smtClean="0">
                        <a:latin typeface="Cambria Math" panose="02040503050406030204" pitchFamily="18" charset="0"/>
                        <a:ea typeface="Cascadia Code" panose="020B0609020000020004" pitchFamily="49" charset="0"/>
                        <a:cs typeface="Cascadia Code" panose="020B0609020000020004" pitchFamily="49" charset="0"/>
                      </a:rPr>
                      <m:t> </m:t>
                    </m:r>
                    <m:r>
                      <m:rPr>
                        <m:nor/>
                      </m:rPr>
                      <a:rPr lang="en-US" sz="2400" b="0" i="0" dirty="0" smtClean="0">
                        <a:latin typeface="Cambria Math" panose="02040503050406030204" pitchFamily="18" charset="0"/>
                        <a:ea typeface="Cascadia Code" panose="020B0609020000020004" pitchFamily="49" charset="0"/>
                        <a:cs typeface="Cascadia Code" panose="020B0609020000020004" pitchFamily="49" charset="0"/>
                      </a:rPr>
                      <m:t>node</m:t>
                    </m:r>
                    <m:r>
                      <m:rPr>
                        <m:nor/>
                      </m:rPr>
                      <a:rPr lang="en-US" sz="2400" b="0" i="0" dirty="0" smtClean="0">
                        <a:latin typeface="Cambria Math" panose="02040503050406030204" pitchFamily="18" charset="0"/>
                        <a:ea typeface="Cascadia Code" panose="020B0609020000020004" pitchFamily="49" charset="0"/>
                        <a:cs typeface="Cascadia Code" panose="020B0609020000020004" pitchFamily="49" charset="0"/>
                      </a:rPr>
                      <m:t>)</m:t>
                    </m:r>
                  </m:oMath>
                </a14:m>
                <a:endParaRPr lang="en-US" sz="2400" dirty="0">
                  <a:latin typeface="Cambria Math" panose="02040503050406030204" pitchFamily="18" charset="0"/>
                  <a:ea typeface="Cascadia Code" panose="020B0609020000020004" pitchFamily="49" charset="0"/>
                  <a:cs typeface="Cascadia Code" panose="020B0609020000020004" pitchFamily="49" charset="0"/>
                </a:endParaRPr>
              </a:p>
              <a:p>
                <a:pPr marL="457200" indent="-457200">
                  <a:lnSpc>
                    <a:spcPct val="100000"/>
                  </a:lnSpc>
                  <a:buAutoNum type="arabicPeriod"/>
                </a:pPr>
                <a14:m>
                  <m:oMath xmlns:m="http://schemas.openxmlformats.org/officeDocument/2006/math">
                    <m:r>
                      <a:rPr lang="en-US" sz="2400" i="1" dirty="0" smtClean="0">
                        <a:latin typeface="Cambria Math" panose="02040503050406030204" pitchFamily="18" charset="0"/>
                        <a:ea typeface="Cascadia Code" panose="020B0609020000020004" pitchFamily="49" charset="0"/>
                        <a:cs typeface="Cascadia Code" panose="020B0609020000020004" pitchFamily="49" charset="0"/>
                      </a:rPr>
                      <m:t>𝑅𝑒𝑡𝑢𝑟𝑛</m:t>
                    </m:r>
                  </m:oMath>
                </a14:m>
                <a:endParaRPr lang="en-US" sz="2400" dirty="0">
                  <a:latin typeface="Cascadia Code" panose="020B0609020000020004" pitchFamily="49" charset="0"/>
                  <a:ea typeface="Cascadia Code" panose="020B0609020000020004" pitchFamily="49" charset="0"/>
                  <a:cs typeface="Cascadia Code" panose="020B0609020000020004" pitchFamily="49" charset="0"/>
                </a:endParaRPr>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6"/>
                <a:ext cx="11743016" cy="5020613"/>
              </a:xfrm>
              <a:prstGeom prst="rect">
                <a:avLst/>
              </a:prstGeom>
              <a:blipFill>
                <a:blip r:embed="rId3"/>
                <a:stretch>
                  <a:fillRect l="-778" t="-971" r="-1661"/>
                </a:stretch>
              </a:blipFill>
            </p:spPr>
            <p:txBody>
              <a:bodyPr/>
              <a:lstStyle/>
              <a:p>
                <a:r>
                  <a:rPr lang="en-US">
                    <a:noFill/>
                  </a:rPr>
                  <a:t> </a:t>
                </a:r>
              </a:p>
            </p:txBody>
          </p:sp>
        </mc:Fallback>
      </mc:AlternateContent>
    </p:spTree>
    <p:extLst>
      <p:ext uri="{BB962C8B-B14F-4D97-AF65-F5344CB8AC3E}">
        <p14:creationId xmlns:p14="http://schemas.microsoft.com/office/powerpoint/2010/main" val="18193581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Circular Linked List</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4887878"/>
              </a:xfrm>
              <a:prstGeom prst="rect">
                <a:avLst/>
              </a:prstGeom>
            </p:spPr>
            <p:txBody>
              <a:bodyPr>
                <a:normAutofit fontScale="85000"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400" dirty="0"/>
                  <a:t>Circular Linked List is simply a Header linked list with a minor modification.</a:t>
                </a:r>
              </a:p>
              <a:p>
                <a:pPr>
                  <a:lnSpc>
                    <a:spcPct val="120000"/>
                  </a:lnSpc>
                  <a:buFont typeface="Wingdings" panose="05000000000000000000" pitchFamily="2" charset="2"/>
                  <a:buChar char="§"/>
                </a:pPr>
                <a:r>
                  <a:rPr lang="en-US" sz="3400" dirty="0"/>
                  <a:t>In a Header linked list, the next pointer head does not point to any node, i.e., </a:t>
                </a:r>
                <a14:m>
                  <m:oMath xmlns:m="http://schemas.openxmlformats.org/officeDocument/2006/math">
                    <m:r>
                      <m:rPr>
                        <m:sty m:val="p"/>
                      </m:rPr>
                      <a:rPr lang="en-US" sz="3400" b="0" i="0" smtClean="0">
                        <a:latin typeface="Cambria Math" panose="02040503050406030204" pitchFamily="18" charset="0"/>
                      </a:rPr>
                      <m:t>head</m:t>
                    </m:r>
                    <m:r>
                      <a:rPr lang="en-US" sz="3400" b="0" i="0" smtClean="0">
                        <a:latin typeface="Cambria Math" panose="02040503050406030204" pitchFamily="18" charset="0"/>
                      </a:rPr>
                      <m:t>→</m:t>
                    </m:r>
                    <m:r>
                      <m:rPr>
                        <m:sty m:val="p"/>
                      </m:rPr>
                      <a:rPr lang="en-US" sz="3400" b="0" i="0" smtClean="0">
                        <a:latin typeface="Cambria Math" panose="02040503050406030204" pitchFamily="18" charset="0"/>
                      </a:rPr>
                      <m:t>next</m:t>
                    </m:r>
                    <m:r>
                      <a:rPr lang="en-US" sz="3400" b="0" i="0" smtClean="0">
                        <a:latin typeface="Cambria Math" panose="02040503050406030204" pitchFamily="18" charset="0"/>
                      </a:rPr>
                      <m:t>=</m:t>
                    </m:r>
                    <m:r>
                      <a:rPr lang="en-US" sz="3400" b="0" i="1" smtClean="0">
                        <a:latin typeface="Cambria Math" panose="02040503050406030204" pitchFamily="18" charset="0"/>
                      </a:rPr>
                      <m:t>𝜙</m:t>
                    </m:r>
                  </m:oMath>
                </a14:m>
                <a:r>
                  <a:rPr lang="en-US" sz="3400" dirty="0"/>
                  <a:t>.</a:t>
                </a:r>
              </a:p>
              <a:p>
                <a:pPr>
                  <a:lnSpc>
                    <a:spcPct val="120000"/>
                  </a:lnSpc>
                  <a:buFont typeface="Wingdings" panose="05000000000000000000" pitchFamily="2" charset="2"/>
                  <a:buChar char="§"/>
                </a:pPr>
                <a:r>
                  <a:rPr lang="en-US" sz="3400" dirty="0"/>
                  <a:t>In a Circular linked list, we link the head back to starting node, i.e., </a:t>
                </a:r>
                <a14:m>
                  <m:oMath xmlns:m="http://schemas.openxmlformats.org/officeDocument/2006/math">
                    <m:r>
                      <a:rPr lang="en-US" sz="3400" b="0" i="1" smtClean="0">
                        <a:latin typeface="Cambria Math" panose="02040503050406030204" pitchFamily="18" charset="0"/>
                      </a:rPr>
                      <m:t>𝑆𝐸𝑇</m:t>
                    </m:r>
                    <m:r>
                      <a:rPr lang="en-US" sz="3400" b="0" i="1" smtClean="0">
                        <a:latin typeface="Cambria Math" panose="02040503050406030204" pitchFamily="18" charset="0"/>
                      </a:rPr>
                      <m:t> </m:t>
                    </m:r>
                    <m:r>
                      <a:rPr lang="en-US" sz="3400" b="0" i="1" smtClean="0">
                        <a:latin typeface="Cambria Math" panose="02040503050406030204" pitchFamily="18" charset="0"/>
                      </a:rPr>
                      <m:t>h𝑒𝑎𝑑</m:t>
                    </m:r>
                    <m:r>
                      <a:rPr lang="en-US" sz="3400" b="0" i="1" smtClean="0">
                        <a:latin typeface="Cambria Math" panose="02040503050406030204" pitchFamily="18" charset="0"/>
                      </a:rPr>
                      <m:t>→</m:t>
                    </m:r>
                    <m:r>
                      <a:rPr lang="en-US" sz="3400" b="0" i="1" smtClean="0">
                        <a:latin typeface="Cambria Math" panose="02040503050406030204" pitchFamily="18" charset="0"/>
                      </a:rPr>
                      <m:t>𝑛𝑒𝑥𝑡</m:t>
                    </m:r>
                    <m:r>
                      <a:rPr lang="en-US" sz="3400" b="0" i="1" smtClean="0">
                        <a:latin typeface="Cambria Math" panose="02040503050406030204" pitchFamily="18" charset="0"/>
                      </a:rPr>
                      <m:t>≔</m:t>
                    </m:r>
                    <m:r>
                      <a:rPr lang="en-US" sz="3400" b="0" i="1" smtClean="0">
                        <a:latin typeface="Cambria Math" panose="02040503050406030204" pitchFamily="18" charset="0"/>
                      </a:rPr>
                      <m:t>𝑆𝑡𝑎𝑟𝑡</m:t>
                    </m:r>
                  </m:oMath>
                </a14:m>
                <a:endParaRPr lang="en-US" sz="3400" dirty="0"/>
              </a:p>
              <a:p>
                <a:pPr>
                  <a:lnSpc>
                    <a:spcPct val="120000"/>
                  </a:lnSpc>
                  <a:buFont typeface="Wingdings" panose="05000000000000000000" pitchFamily="2" charset="2"/>
                  <a:buChar char="§"/>
                </a:pPr>
                <a:r>
                  <a:rPr lang="en-US" sz="3400" dirty="0"/>
                  <a:t>This way, the Linked list makes a circle and goes back to where it begins.</a:t>
                </a:r>
              </a:p>
              <a:p>
                <a:pPr>
                  <a:lnSpc>
                    <a:spcPct val="120000"/>
                  </a:lnSpc>
                  <a:buFont typeface="Wingdings" panose="05000000000000000000" pitchFamily="2" charset="2"/>
                  <a:buChar char="§"/>
                </a:pPr>
                <a:r>
                  <a:rPr lang="en-US" sz="3400" dirty="0"/>
                  <a:t>The traversing operation is changed since the old function will keep traversing indefinitely.</a:t>
                </a:r>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7"/>
                <a:ext cx="11743016" cy="4887878"/>
              </a:xfrm>
              <a:prstGeom prst="rect">
                <a:avLst/>
              </a:prstGeom>
              <a:blipFill>
                <a:blip r:embed="rId3"/>
                <a:stretch>
                  <a:fillRect l="-986" t="-873"/>
                </a:stretch>
              </a:blipFill>
            </p:spPr>
            <p:txBody>
              <a:bodyPr/>
              <a:lstStyle/>
              <a:p>
                <a:r>
                  <a:rPr lang="en-PK">
                    <a:noFill/>
                  </a:rPr>
                  <a:t> </a:t>
                </a:r>
              </a:p>
            </p:txBody>
          </p:sp>
        </mc:Fallback>
      </mc:AlternateContent>
    </p:spTree>
    <p:extLst>
      <p:ext uri="{BB962C8B-B14F-4D97-AF65-F5344CB8AC3E}">
        <p14:creationId xmlns:p14="http://schemas.microsoft.com/office/powerpoint/2010/main" val="17549148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Circular Linked List – TRAVERSE</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4887878"/>
              </a:xfrm>
              <a:prstGeom prst="rect">
                <a:avLst/>
              </a:prstGeom>
            </p:spPr>
            <p:txBody>
              <a:bodyPr>
                <a:normAutofit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2800" dirty="0">
                    <a:latin typeface="Cascadia Code" panose="020B0609020000020004" pitchFamily="49" charset="0"/>
                    <a:ea typeface="Cascadia Code" panose="020B0609020000020004" pitchFamily="49" charset="0"/>
                    <a:cs typeface="Cascadia Code" panose="020B0609020000020004" pitchFamily="49" charset="0"/>
                  </a:rPr>
                  <a:t>TRAVERSE</a:t>
                </a:r>
                <a:r>
                  <a:rPr lang="en-US" sz="2800" dirty="0">
                    <a:latin typeface="Cascadia Code" panose="020B0609020000020004" pitchFamily="49" charset="0"/>
                    <a:cs typeface="Cascadia Code" panose="020B0609020000020004" pitchFamily="49" charset="0"/>
                  </a:rPr>
                  <a:t>(</a:t>
                </a:r>
                <a:r>
                  <a:rPr lang="en-US" sz="2800" dirty="0">
                    <a:latin typeface="Cascadia Code" panose="020B0609020000020004" pitchFamily="49" charset="0"/>
                    <a:ea typeface="Cascadia Code" panose="020B0609020000020004" pitchFamily="49" charset="0"/>
                    <a:cs typeface="Cascadia Code" panose="020B0609020000020004" pitchFamily="49" charset="0"/>
                  </a:rPr>
                  <a:t>Start), where ‘Start’ is the address of the first node.</a:t>
                </a:r>
                <a:endParaRPr lang="en-US" sz="2800" i="1" dirty="0">
                  <a:latin typeface="Cascadia Code" panose="020B0609020000020004" pitchFamily="49" charset="0"/>
                  <a:ea typeface="Cascadia Code" panose="020B0609020000020004" pitchFamily="49" charset="0"/>
                  <a:cs typeface="Cascadia Code" panose="020B0609020000020004" pitchFamily="49" charset="0"/>
                </a:endParaRPr>
              </a:p>
              <a:p>
                <a:pPr marL="457200" indent="-457200">
                  <a:lnSpc>
                    <a:spcPct val="100000"/>
                  </a:lnSpc>
                  <a:buAutoNum type="arabicPeriod"/>
                </a:pPr>
                <a14:m>
                  <m:oMath xmlns:m="http://schemas.openxmlformats.org/officeDocument/2006/math">
                    <m:r>
                      <a:rPr lang="en-US" sz="2800" i="1" dirty="0">
                        <a:latin typeface="Cambria Math" panose="02040503050406030204" pitchFamily="18" charset="0"/>
                        <a:ea typeface="Cascadia Code" panose="020B0609020000020004" pitchFamily="49" charset="0"/>
                        <a:cs typeface="Cascadia Code" panose="020B0609020000020004" pitchFamily="49" charset="0"/>
                      </a:rPr>
                      <m:t>𝑆𝐸𝑇</m:t>
                    </m:r>
                    <m:r>
                      <a:rPr lang="en-US" sz="2800" i="1" dirty="0">
                        <a:latin typeface="Cambria Math" panose="02040503050406030204" pitchFamily="18" charset="0"/>
                        <a:ea typeface="Cascadia Code" panose="020B0609020000020004" pitchFamily="49" charset="0"/>
                        <a:cs typeface="Cascadia Code" panose="020B0609020000020004" pitchFamily="49" charset="0"/>
                      </a:rPr>
                      <m:t> </m:t>
                    </m:r>
                    <m:r>
                      <a:rPr lang="en-US" sz="2800" b="0" i="1" dirty="0" smtClean="0">
                        <a:latin typeface="Cambria Math" panose="02040503050406030204" pitchFamily="18" charset="0"/>
                        <a:ea typeface="Cascadia Code" panose="020B0609020000020004" pitchFamily="49" charset="0"/>
                        <a:cs typeface="Cascadia Code" panose="020B0609020000020004" pitchFamily="49" charset="0"/>
                      </a:rPr>
                      <m:t>𝑛𝑜𝑑𝑒</m:t>
                    </m:r>
                    <m:r>
                      <a:rPr lang="en-US" sz="2800" i="1" dirty="0">
                        <a:latin typeface="Cambria Math" panose="02040503050406030204" pitchFamily="18" charset="0"/>
                        <a:ea typeface="Cascadia Code" panose="020B0609020000020004" pitchFamily="49" charset="0"/>
                        <a:cs typeface="Cascadia Code" panose="020B0609020000020004" pitchFamily="49" charset="0"/>
                      </a:rPr>
                      <m:t>≔</m:t>
                    </m:r>
                    <m:r>
                      <a:rPr lang="en-US" sz="2800" b="0" i="1" dirty="0" smtClean="0">
                        <a:latin typeface="Cambria Math" panose="02040503050406030204" pitchFamily="18" charset="0"/>
                        <a:ea typeface="Cascadia Code" panose="020B0609020000020004" pitchFamily="49" charset="0"/>
                        <a:cs typeface="Cascadia Code" panose="020B0609020000020004" pitchFamily="49" charset="0"/>
                      </a:rPr>
                      <m:t>𝑆</m:t>
                    </m:r>
                    <m:r>
                      <a:rPr lang="en-US" sz="2800" i="1" dirty="0">
                        <a:latin typeface="Cambria Math" panose="02040503050406030204" pitchFamily="18" charset="0"/>
                        <a:ea typeface="Cascadia Code" panose="020B0609020000020004" pitchFamily="49" charset="0"/>
                        <a:cs typeface="Cascadia Code" panose="020B0609020000020004" pitchFamily="49" charset="0"/>
                      </a:rPr>
                      <m:t>𝑡𝑎𝑟𝑡</m:t>
                    </m:r>
                  </m:oMath>
                </a14:m>
                <a:endParaRPr lang="en-US" sz="2800" i="1" dirty="0">
                  <a:latin typeface="Cambria Math" panose="02040503050406030204" pitchFamily="18" charset="0"/>
                  <a:ea typeface="Cascadia Code" panose="020B0609020000020004" pitchFamily="49" charset="0"/>
                  <a:cs typeface="Cascadia Code" panose="020B0609020000020004" pitchFamily="49" charset="0"/>
                </a:endParaRPr>
              </a:p>
              <a:p>
                <a:pPr marL="457200" indent="-457200">
                  <a:lnSpc>
                    <a:spcPct val="100000"/>
                  </a:lnSpc>
                  <a:buAutoNum type="arabicPeriod"/>
                </a:pPr>
                <a14:m>
                  <m:oMath xmlns:m="http://schemas.openxmlformats.org/officeDocument/2006/math">
                    <m:r>
                      <a:rPr lang="en-US" sz="2800" i="1" dirty="0">
                        <a:latin typeface="Cambria Math" panose="02040503050406030204" pitchFamily="18" charset="0"/>
                        <a:ea typeface="Cascadia Code" panose="020B0609020000020004" pitchFamily="49" charset="0"/>
                        <a:cs typeface="Cascadia Code" panose="020B0609020000020004" pitchFamily="49" charset="0"/>
                      </a:rPr>
                      <m:t>𝐼𝐹</m:t>
                    </m:r>
                    <m:r>
                      <a:rPr lang="en-US" sz="2800" b="0" i="1" dirty="0" smtClean="0">
                        <a:latin typeface="Cambria Math" panose="02040503050406030204" pitchFamily="18" charset="0"/>
                        <a:ea typeface="Cascadia Code" panose="020B0609020000020004" pitchFamily="49" charset="0"/>
                        <a:cs typeface="Cascadia Code" panose="020B0609020000020004" pitchFamily="49" charset="0"/>
                      </a:rPr>
                      <m:t> </m:t>
                    </m:r>
                    <m:r>
                      <a:rPr lang="en-US" sz="2800" i="1" dirty="0">
                        <a:latin typeface="Cambria Math" panose="02040503050406030204" pitchFamily="18" charset="0"/>
                        <a:ea typeface="Cascadia Code" panose="020B0609020000020004" pitchFamily="49" charset="0"/>
                        <a:cs typeface="Cascadia Code" panose="020B0609020000020004" pitchFamily="49" charset="0"/>
                      </a:rPr>
                      <m:t>𝑛𝑜𝑑𝑒</m:t>
                    </m:r>
                    <m:r>
                      <a:rPr lang="en-US" sz="2800" i="1" dirty="0">
                        <a:latin typeface="Cambria Math" panose="02040503050406030204" pitchFamily="18" charset="0"/>
                        <a:ea typeface="Cascadia Code" panose="020B0609020000020004" pitchFamily="49" charset="0"/>
                        <a:cs typeface="Cascadia Code" panose="020B0609020000020004" pitchFamily="49" charset="0"/>
                      </a:rPr>
                      <m:t>≠</m:t>
                    </m:r>
                    <m:r>
                      <a:rPr lang="en-US" sz="2800" i="1" dirty="0">
                        <a:latin typeface="Cambria Math" panose="02040503050406030204" pitchFamily="18" charset="0"/>
                        <a:ea typeface="Cascadia Code" panose="020B0609020000020004" pitchFamily="49" charset="0"/>
                        <a:cs typeface="Cascadia Code" panose="020B0609020000020004" pitchFamily="49" charset="0"/>
                      </a:rPr>
                      <m:t>𝜙</m:t>
                    </m:r>
                  </m:oMath>
                </a14:m>
                <a:r>
                  <a:rPr lang="en-US" sz="2800" dirty="0">
                    <a:latin typeface="Cascadia Code" panose="020B0609020000020004" pitchFamily="49" charset="0"/>
                    <a:ea typeface="Cascadia Code" panose="020B0609020000020004" pitchFamily="49" charset="0"/>
                    <a:cs typeface="Cascadia Code" panose="020B0609020000020004" pitchFamily="49" charset="0"/>
                  </a:rPr>
                  <a:t>	</a:t>
                </a:r>
                <a:r>
                  <a:rPr lang="en-US" sz="2800" dirty="0">
                    <a:latin typeface="Cambria Math" panose="02040503050406030204" pitchFamily="18" charset="0"/>
                    <a:ea typeface="Cascadia Code" panose="020B0609020000020004" pitchFamily="49" charset="0"/>
                    <a:cs typeface="Cascadia Code" panose="020B0609020000020004" pitchFamily="49" charset="0"/>
                  </a:rPr>
                  <a:t>(Traverse only if there’s at least one node)</a:t>
                </a:r>
              </a:p>
              <a:p>
                <a:pPr marL="914400" lvl="1" indent="-457200">
                  <a:lnSpc>
                    <a:spcPct val="100000"/>
                  </a:lnSpc>
                  <a:buAutoNum type="arabicPeriod"/>
                </a:pPr>
                <a:r>
                  <a:rPr lang="en-US" sz="2400" b="0" i="1" dirty="0">
                    <a:latin typeface="Cambria Math" panose="02040503050406030204" pitchFamily="18" charset="0"/>
                    <a:ea typeface="Cascadia Code" panose="020B0609020000020004" pitchFamily="49" charset="0"/>
                    <a:cs typeface="Cascadia Code" panose="020B0609020000020004" pitchFamily="49" charset="0"/>
                  </a:rPr>
                  <a:t>REPEAT</a:t>
                </a:r>
              </a:p>
              <a:p>
                <a:pPr marL="457200" lvl="1" indent="0">
                  <a:lnSpc>
                    <a:spcPct val="100000"/>
                  </a:lnSpc>
                  <a:buNone/>
                </a:pPr>
                <a:r>
                  <a:rPr lang="en-US" sz="2400" b="0" dirty="0">
                    <a:ea typeface="Cascadia Code" panose="020B0609020000020004" pitchFamily="49" charset="0"/>
                    <a:cs typeface="Cascadia Code" panose="020B0609020000020004" pitchFamily="49" charset="0"/>
                  </a:rPr>
                  <a:t>	</a:t>
                </a:r>
                <a14:m>
                  <m:oMath xmlns:m="http://schemas.openxmlformats.org/officeDocument/2006/math">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𝑊𝑟𝑖𝑡𝑒</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 </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𝑛𝑜𝑑𝑒</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𝑒𝑙𝑒𝑚𝑒𝑛𝑡</m:t>
                    </m:r>
                  </m:oMath>
                </a14:m>
                <a:r>
                  <a:rPr lang="en-US" sz="2400" dirty="0">
                    <a:latin typeface="Cambria Math" panose="02040503050406030204" pitchFamily="18" charset="0"/>
                    <a:ea typeface="Cascadia Code" panose="020B0609020000020004" pitchFamily="49" charset="0"/>
                    <a:cs typeface="Cascadia Code" panose="020B0609020000020004" pitchFamily="49" charset="0"/>
                  </a:rPr>
                  <a:t>	(Print the element inside the node)</a:t>
                </a:r>
              </a:p>
              <a:p>
                <a:pPr marL="457200" lvl="1" indent="0">
                  <a:lnSpc>
                    <a:spcPct val="100000"/>
                  </a:lnSpc>
                  <a:buNone/>
                </a:pPr>
                <a:r>
                  <a:rPr lang="en-US" sz="2400" b="0" dirty="0">
                    <a:ea typeface="Cascadia Code" panose="020B0609020000020004" pitchFamily="49" charset="0"/>
                    <a:cs typeface="Cascadia Code" panose="020B0609020000020004" pitchFamily="49" charset="0"/>
                  </a:rPr>
                  <a:t>	</a:t>
                </a:r>
                <a14:m>
                  <m:oMath xmlns:m="http://schemas.openxmlformats.org/officeDocument/2006/math">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𝑛𝑜𝑑𝑒</m:t>
                    </m:r>
                    <m:r>
                      <a:rPr lang="en-US" sz="2400" i="1">
                        <a:latin typeface="Cambria Math" panose="02040503050406030204" pitchFamily="18" charset="0"/>
                        <a:ea typeface="Cascadia Code" panose="020B0609020000020004" pitchFamily="49" charset="0"/>
                        <a:cs typeface="Cascadia Code" panose="020B0609020000020004" pitchFamily="49" charset="0"/>
                      </a:rPr>
                      <m:t>≔</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𝑛𝑜𝑑𝑒</m:t>
                    </m:r>
                    <m:r>
                      <a:rPr lang="en-US" sz="2400" i="1">
                        <a:latin typeface="Cambria Math" panose="02040503050406030204" pitchFamily="18" charset="0"/>
                        <a:ea typeface="Cascadia Code" panose="020B0609020000020004" pitchFamily="49" charset="0"/>
                        <a:cs typeface="Cascadia Code" panose="020B0609020000020004" pitchFamily="49" charset="0"/>
                      </a:rPr>
                      <m:t>→</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𝑛𝑒𝑥𝑡</m:t>
                    </m:r>
                  </m:oMath>
                </a14:m>
                <a:r>
                  <a:rPr lang="en-US" sz="2400" dirty="0">
                    <a:latin typeface="Cambria Math" panose="02040503050406030204" pitchFamily="18" charset="0"/>
                    <a:ea typeface="Cascadia Code" panose="020B0609020000020004" pitchFamily="49" charset="0"/>
                    <a:cs typeface="Cascadia Code" panose="020B0609020000020004" pitchFamily="49" charset="0"/>
                  </a:rPr>
                  <a:t>	(Set the pointer to Node’s next pointer)</a:t>
                </a:r>
              </a:p>
              <a:p>
                <a:pPr marL="914400" lvl="1" indent="-457200">
                  <a:lnSpc>
                    <a:spcPct val="100000"/>
                  </a:lnSpc>
                  <a:buAutoNum type="arabicPeriod"/>
                </a:pPr>
                <a14:m>
                  <m:oMath xmlns:m="http://schemas.openxmlformats.org/officeDocument/2006/math">
                    <m:r>
                      <a:rPr lang="en-US" sz="2400" i="1" dirty="0" smtClean="0">
                        <a:latin typeface="Cambria Math" panose="02040503050406030204" pitchFamily="18" charset="0"/>
                        <a:ea typeface="Cascadia Code" panose="020B0609020000020004" pitchFamily="49" charset="0"/>
                        <a:cs typeface="Cascadia Code" panose="020B0609020000020004" pitchFamily="49" charset="0"/>
                      </a:rPr>
                      <m:t>𝑈𝑁𝑇𝐼𝐿</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 </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𝑛𝑜𝑑𝑒</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𝑆𝑡𝑎𝑟𝑡</m:t>
                    </m:r>
                  </m:oMath>
                </a14:m>
                <a:endParaRPr lang="en-US" sz="2400" dirty="0">
                  <a:latin typeface="Cambria Math" panose="02040503050406030204" pitchFamily="18" charset="0"/>
                  <a:ea typeface="Cascadia Code" panose="020B0609020000020004" pitchFamily="49" charset="0"/>
                  <a:cs typeface="Cascadia Code" panose="020B0609020000020004" pitchFamily="49" charset="0"/>
                </a:endParaRPr>
              </a:p>
              <a:p>
                <a:pPr marL="457200" indent="-457200">
                  <a:lnSpc>
                    <a:spcPct val="100000"/>
                  </a:lnSpc>
                  <a:buAutoNum type="arabicPeriod"/>
                </a:pPr>
                <a14:m>
                  <m:oMath xmlns:m="http://schemas.openxmlformats.org/officeDocument/2006/math">
                    <m:r>
                      <a:rPr lang="en-US" sz="2600" i="1" dirty="0" smtClean="0">
                        <a:latin typeface="Cambria Math" panose="02040503050406030204" pitchFamily="18" charset="0"/>
                        <a:ea typeface="Cascadia Code" panose="020B0609020000020004" pitchFamily="49" charset="0"/>
                        <a:cs typeface="Cascadia Code" panose="020B0609020000020004" pitchFamily="49" charset="0"/>
                      </a:rPr>
                      <m:t>𝑅𝑒𝑡𝑢𝑟𝑛</m:t>
                    </m:r>
                  </m:oMath>
                </a14:m>
                <a:endParaRPr lang="en-US" sz="2600" dirty="0">
                  <a:latin typeface="Cambria Math" panose="02040503050406030204" pitchFamily="18" charset="0"/>
                  <a:ea typeface="Cascadia Code" panose="020B0609020000020004" pitchFamily="49" charset="0"/>
                  <a:cs typeface="Cascadia Code" panose="020B0609020000020004" pitchFamily="49" charset="0"/>
                </a:endParaRPr>
              </a:p>
              <a:p>
                <a:pPr marL="0" indent="0">
                  <a:lnSpc>
                    <a:spcPct val="100000"/>
                  </a:lnSpc>
                  <a:buNone/>
                </a:pPr>
                <a:r>
                  <a:rPr lang="en-US" sz="2800" dirty="0">
                    <a:latin typeface="Cambria Math" panose="02040503050406030204" pitchFamily="18" charset="0"/>
                    <a:ea typeface="Cascadia Code" panose="020B0609020000020004" pitchFamily="49" charset="0"/>
                    <a:cs typeface="Cascadia Code" panose="020B0609020000020004" pitchFamily="49" charset="0"/>
                  </a:rPr>
                  <a:t>The reason for using REPEAT-UNTIL is because the condition </a:t>
                </a:r>
                <a14:m>
                  <m:oMath xmlns:m="http://schemas.openxmlformats.org/officeDocument/2006/math">
                    <m:r>
                      <a:rPr lang="en-US" sz="2800" b="0" i="1" smtClean="0">
                        <a:latin typeface="Cambria Math" panose="02040503050406030204" pitchFamily="18" charset="0"/>
                        <a:ea typeface="Cascadia Code" panose="020B0609020000020004" pitchFamily="49" charset="0"/>
                        <a:cs typeface="Cascadia Code" panose="020B0609020000020004" pitchFamily="49" charset="0"/>
                      </a:rPr>
                      <m:t>𝑛𝑜𝑑𝑒</m:t>
                    </m:r>
                    <m:r>
                      <a:rPr lang="en-US" sz="28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800" b="0" i="1" smtClean="0">
                        <a:latin typeface="Cambria Math" panose="02040503050406030204" pitchFamily="18" charset="0"/>
                        <a:ea typeface="Cascadia Code" panose="020B0609020000020004" pitchFamily="49" charset="0"/>
                        <a:cs typeface="Cascadia Code" panose="020B0609020000020004" pitchFamily="49" charset="0"/>
                      </a:rPr>
                      <m:t>𝑆𝑡𝑎𝑟𝑡</m:t>
                    </m:r>
                  </m:oMath>
                </a14:m>
                <a:r>
                  <a:rPr lang="en-US" sz="2800" dirty="0">
                    <a:latin typeface="Cambria Math" panose="02040503050406030204" pitchFamily="18" charset="0"/>
                    <a:ea typeface="Cascadia Code" panose="020B0609020000020004" pitchFamily="49" charset="0"/>
                    <a:cs typeface="Cascadia Code" panose="020B0609020000020004" pitchFamily="49" charset="0"/>
                  </a:rPr>
                  <a:t> will become false in the first iteration.</a:t>
                </a:r>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7"/>
                <a:ext cx="11743016" cy="4887878"/>
              </a:xfrm>
              <a:prstGeom prst="rect">
                <a:avLst/>
              </a:prstGeom>
              <a:blipFill>
                <a:blip r:embed="rId3"/>
                <a:stretch>
                  <a:fillRect l="-1038" t="-2120" b="-2244"/>
                </a:stretch>
              </a:blipFill>
            </p:spPr>
            <p:txBody>
              <a:bodyPr/>
              <a:lstStyle/>
              <a:p>
                <a:r>
                  <a:rPr lang="en-PK">
                    <a:noFill/>
                  </a:rPr>
                  <a:t> </a:t>
                </a:r>
              </a:p>
            </p:txBody>
          </p:sp>
        </mc:Fallback>
      </mc:AlternateContent>
    </p:spTree>
    <p:extLst>
      <p:ext uri="{BB962C8B-B14F-4D97-AF65-F5344CB8AC3E}">
        <p14:creationId xmlns:p14="http://schemas.microsoft.com/office/powerpoint/2010/main" val="33129528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Doubly Linked List</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6"/>
                <a:ext cx="11743016" cy="3268011"/>
              </a:xfrm>
              <a:prstGeom prst="rect">
                <a:avLst/>
              </a:prstGeom>
            </p:spPr>
            <p:txBody>
              <a:bodyPr>
                <a:normAutofit fontScale="77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400" dirty="0"/>
                  <a:t>A Linked list is designed to jump from current node to next node. What if we wanted to go a step in backwards direction?</a:t>
                </a:r>
              </a:p>
              <a:p>
                <a:pPr>
                  <a:lnSpc>
                    <a:spcPct val="120000"/>
                  </a:lnSpc>
                  <a:buFont typeface="Wingdings" panose="05000000000000000000" pitchFamily="2" charset="2"/>
                  <a:buChar char="§"/>
                </a:pPr>
                <a:r>
                  <a:rPr lang="en-US" sz="3400" dirty="0"/>
                  <a:t>The simple change needed is to add another pointer </a:t>
                </a:r>
                <a14:m>
                  <m:oMath xmlns:m="http://schemas.openxmlformats.org/officeDocument/2006/math">
                    <m:r>
                      <a:rPr lang="en-US" sz="3400" b="0" i="1" smtClean="0">
                        <a:latin typeface="Cambria Math" panose="02040503050406030204" pitchFamily="18" charset="0"/>
                      </a:rPr>
                      <m:t>𝑝𝑟𝑒𝑣𝑖𝑜𝑢𝑠</m:t>
                    </m:r>
                  </m:oMath>
                </a14:m>
                <a:r>
                  <a:rPr lang="en-US" sz="3400" dirty="0"/>
                  <a:t>, similar to </a:t>
                </a:r>
                <a14:m>
                  <m:oMath xmlns:m="http://schemas.openxmlformats.org/officeDocument/2006/math">
                    <m:r>
                      <a:rPr lang="en-US" sz="3400" b="0" i="1" smtClean="0">
                        <a:latin typeface="Cambria Math" panose="02040503050406030204" pitchFamily="18" charset="0"/>
                      </a:rPr>
                      <m:t>𝑛𝑒𝑥𝑡</m:t>
                    </m:r>
                  </m:oMath>
                </a14:m>
                <a:r>
                  <a:rPr lang="en-US" sz="3400" dirty="0"/>
                  <a:t> pointer. This feature is offered in a Doubly linked list.</a:t>
                </a:r>
              </a:p>
              <a:p>
                <a:pPr>
                  <a:lnSpc>
                    <a:spcPct val="120000"/>
                  </a:lnSpc>
                  <a:buFont typeface="Wingdings" panose="05000000000000000000" pitchFamily="2" charset="2"/>
                  <a:buChar char="§"/>
                </a:pPr>
                <a:r>
                  <a:rPr lang="en-US" sz="3400" dirty="0"/>
                  <a:t>This makes a Linked list quite resourceful and easy to traverse back and forth.</a:t>
                </a:r>
              </a:p>
              <a:p>
                <a:pPr>
                  <a:lnSpc>
                    <a:spcPct val="120000"/>
                  </a:lnSpc>
                  <a:buFont typeface="Wingdings" panose="05000000000000000000" pitchFamily="2" charset="2"/>
                  <a:buChar char="§"/>
                </a:pPr>
                <a:r>
                  <a:rPr lang="en-US" sz="3400" dirty="0"/>
                  <a:t>The given example shows how each node links to the node before as well as the node </a:t>
                </a:r>
                <a:r>
                  <a:rPr lang="en-US" sz="3400"/>
                  <a:t>after.</a:t>
                </a:r>
                <a:endParaRPr lang="en-US" sz="3400" dirty="0"/>
              </a:p>
            </p:txBody>
          </p:sp>
        </mc:Choice>
        <mc:Fallback>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6"/>
                <a:ext cx="11743016" cy="3268011"/>
              </a:xfrm>
              <a:prstGeom prst="rect">
                <a:avLst/>
              </a:prstGeom>
              <a:blipFill>
                <a:blip r:embed="rId3"/>
                <a:stretch>
                  <a:fillRect l="-778" t="-1493" r="-1194" b="-4291"/>
                </a:stretch>
              </a:blipFill>
            </p:spPr>
            <p:txBody>
              <a:bodyPr/>
              <a:lstStyle/>
              <a:p>
                <a:r>
                  <a:rPr lang="en-US">
                    <a:noFill/>
                  </a:rPr>
                  <a:t> </a:t>
                </a:r>
              </a:p>
            </p:txBody>
          </p:sp>
        </mc:Fallback>
      </mc:AlternateContent>
      <p:grpSp>
        <p:nvGrpSpPr>
          <p:cNvPr id="4" name="Group 3">
            <a:extLst>
              <a:ext uri="{FF2B5EF4-FFF2-40B4-BE49-F238E27FC236}">
                <a16:creationId xmlns:a16="http://schemas.microsoft.com/office/drawing/2014/main" id="{508B3D3E-2897-6BE4-FA3A-C27ED734AC1C}"/>
              </a:ext>
            </a:extLst>
          </p:cNvPr>
          <p:cNvGrpSpPr/>
          <p:nvPr/>
        </p:nvGrpSpPr>
        <p:grpSpPr>
          <a:xfrm>
            <a:off x="1334812" y="5030567"/>
            <a:ext cx="8718334" cy="1195654"/>
            <a:chOff x="1334812" y="5030567"/>
            <a:chExt cx="8718334" cy="1195654"/>
          </a:xfrm>
        </p:grpSpPr>
        <p:grpSp>
          <p:nvGrpSpPr>
            <p:cNvPr id="68" name="Group 67">
              <a:extLst>
                <a:ext uri="{FF2B5EF4-FFF2-40B4-BE49-F238E27FC236}">
                  <a16:creationId xmlns:a16="http://schemas.microsoft.com/office/drawing/2014/main" id="{1B65E8D0-D6EB-0446-067A-E7DB4735EB0D}"/>
                </a:ext>
              </a:extLst>
            </p:cNvPr>
            <p:cNvGrpSpPr/>
            <p:nvPr/>
          </p:nvGrpSpPr>
          <p:grpSpPr>
            <a:xfrm>
              <a:off x="2138853" y="5127577"/>
              <a:ext cx="7914293" cy="1098644"/>
              <a:chOff x="1664579" y="4927881"/>
              <a:chExt cx="7914293" cy="1098644"/>
            </a:xfrm>
          </p:grpSpPr>
          <p:grpSp>
            <p:nvGrpSpPr>
              <p:cNvPr id="29" name="Group 28">
                <a:extLst>
                  <a:ext uri="{FF2B5EF4-FFF2-40B4-BE49-F238E27FC236}">
                    <a16:creationId xmlns:a16="http://schemas.microsoft.com/office/drawing/2014/main" id="{C87A15F2-EE43-DEF2-F590-4FEEE91CC214}"/>
                  </a:ext>
                </a:extLst>
              </p:cNvPr>
              <p:cNvGrpSpPr/>
              <p:nvPr/>
            </p:nvGrpSpPr>
            <p:grpSpPr>
              <a:xfrm>
                <a:off x="1664579" y="4927881"/>
                <a:ext cx="1608083" cy="1084348"/>
                <a:chOff x="461467" y="4192862"/>
                <a:chExt cx="1608083" cy="1084348"/>
              </a:xfrm>
            </p:grpSpPr>
            <p:grpSp>
              <p:nvGrpSpPr>
                <p:cNvPr id="30" name="Group 29">
                  <a:extLst>
                    <a:ext uri="{FF2B5EF4-FFF2-40B4-BE49-F238E27FC236}">
                      <a16:creationId xmlns:a16="http://schemas.microsoft.com/office/drawing/2014/main" id="{EADD8C42-0138-4D81-846F-C7773D81A562}"/>
                    </a:ext>
                  </a:extLst>
                </p:cNvPr>
                <p:cNvGrpSpPr/>
                <p:nvPr/>
              </p:nvGrpSpPr>
              <p:grpSpPr>
                <a:xfrm>
                  <a:off x="461467" y="4192862"/>
                  <a:ext cx="1608083" cy="738664"/>
                  <a:chOff x="1345323" y="1944414"/>
                  <a:chExt cx="1608083" cy="738664"/>
                </a:xfrm>
              </p:grpSpPr>
              <p:sp>
                <p:nvSpPr>
                  <p:cNvPr id="32" name="TextBox 31">
                    <a:extLst>
                      <a:ext uri="{FF2B5EF4-FFF2-40B4-BE49-F238E27FC236}">
                        <a16:creationId xmlns:a16="http://schemas.microsoft.com/office/drawing/2014/main" id="{FC53C460-D539-2A0E-6B64-A26305E6CD98}"/>
                      </a:ext>
                    </a:extLst>
                  </p:cNvPr>
                  <p:cNvSpPr txBox="1"/>
                  <p:nvPr/>
                </p:nvSpPr>
                <p:spPr>
                  <a:xfrm>
                    <a:off x="1345323" y="1944414"/>
                    <a:ext cx="1608083" cy="369332"/>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pPr algn="ctr"/>
                    <a:r>
                      <a:rPr lang="en-US" dirty="0" err="1"/>
                      <a:t>Hafs</a:t>
                    </a:r>
                    <a:endParaRPr lang="en-US" dirty="0"/>
                  </a:p>
                </p:txBody>
              </p:sp>
              <p:sp>
                <p:nvSpPr>
                  <p:cNvPr id="33" name="TextBox 32">
                    <a:extLst>
                      <a:ext uri="{FF2B5EF4-FFF2-40B4-BE49-F238E27FC236}">
                        <a16:creationId xmlns:a16="http://schemas.microsoft.com/office/drawing/2014/main" id="{47CB1959-1830-BD75-E702-050873D58B02}"/>
                      </a:ext>
                    </a:extLst>
                  </p:cNvPr>
                  <p:cNvSpPr txBox="1"/>
                  <p:nvPr/>
                </p:nvSpPr>
                <p:spPr>
                  <a:xfrm>
                    <a:off x="1345324" y="2313746"/>
                    <a:ext cx="1608082" cy="369332"/>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dirty="0"/>
                      <a:t>Next: 1080</a:t>
                    </a:r>
                  </a:p>
                </p:txBody>
              </p:sp>
            </p:grpSp>
            <p:sp>
              <p:nvSpPr>
                <p:cNvPr id="31" name="TextBox 30">
                  <a:extLst>
                    <a:ext uri="{FF2B5EF4-FFF2-40B4-BE49-F238E27FC236}">
                      <a16:creationId xmlns:a16="http://schemas.microsoft.com/office/drawing/2014/main" id="{ABC08F3E-4A88-62C2-8CC9-1D2B979965CE}"/>
                    </a:ext>
                  </a:extLst>
                </p:cNvPr>
                <p:cNvSpPr txBox="1"/>
                <p:nvPr/>
              </p:nvSpPr>
              <p:spPr>
                <a:xfrm>
                  <a:off x="461468" y="4907878"/>
                  <a:ext cx="1608082" cy="369332"/>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dirty="0"/>
                    <a:t>Previous: Null</a:t>
                  </a:r>
                </a:p>
              </p:txBody>
            </p:sp>
          </p:grpSp>
          <p:grpSp>
            <p:nvGrpSpPr>
              <p:cNvPr id="34" name="Group 33">
                <a:extLst>
                  <a:ext uri="{FF2B5EF4-FFF2-40B4-BE49-F238E27FC236}">
                    <a16:creationId xmlns:a16="http://schemas.microsoft.com/office/drawing/2014/main" id="{0FC70509-E1A4-3210-E811-F1CBDFA58C11}"/>
                  </a:ext>
                </a:extLst>
              </p:cNvPr>
              <p:cNvGrpSpPr/>
              <p:nvPr/>
            </p:nvGrpSpPr>
            <p:grpSpPr>
              <a:xfrm>
                <a:off x="3766649" y="4927881"/>
                <a:ext cx="1608083" cy="1084348"/>
                <a:chOff x="461467" y="4192862"/>
                <a:chExt cx="1608083" cy="1084348"/>
              </a:xfrm>
            </p:grpSpPr>
            <p:grpSp>
              <p:nvGrpSpPr>
                <p:cNvPr id="35" name="Group 34">
                  <a:extLst>
                    <a:ext uri="{FF2B5EF4-FFF2-40B4-BE49-F238E27FC236}">
                      <a16:creationId xmlns:a16="http://schemas.microsoft.com/office/drawing/2014/main" id="{834434F4-B816-6C11-386D-001F53AE189C}"/>
                    </a:ext>
                  </a:extLst>
                </p:cNvPr>
                <p:cNvGrpSpPr/>
                <p:nvPr/>
              </p:nvGrpSpPr>
              <p:grpSpPr>
                <a:xfrm>
                  <a:off x="461467" y="4192862"/>
                  <a:ext cx="1608083" cy="738664"/>
                  <a:chOff x="1345323" y="1944414"/>
                  <a:chExt cx="1608083" cy="738664"/>
                </a:xfrm>
              </p:grpSpPr>
              <p:sp>
                <p:nvSpPr>
                  <p:cNvPr id="37" name="TextBox 36">
                    <a:extLst>
                      <a:ext uri="{FF2B5EF4-FFF2-40B4-BE49-F238E27FC236}">
                        <a16:creationId xmlns:a16="http://schemas.microsoft.com/office/drawing/2014/main" id="{6FBF5A6F-E6A6-0C65-44E2-8D6C07A724E4}"/>
                      </a:ext>
                    </a:extLst>
                  </p:cNvPr>
                  <p:cNvSpPr txBox="1"/>
                  <p:nvPr/>
                </p:nvSpPr>
                <p:spPr>
                  <a:xfrm>
                    <a:off x="1345323" y="1944414"/>
                    <a:ext cx="1608083" cy="369332"/>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pPr algn="ctr"/>
                    <a:r>
                      <a:rPr lang="en-US" dirty="0"/>
                      <a:t>Asra</a:t>
                    </a:r>
                  </a:p>
                </p:txBody>
              </p:sp>
              <p:sp>
                <p:nvSpPr>
                  <p:cNvPr id="38" name="TextBox 37">
                    <a:extLst>
                      <a:ext uri="{FF2B5EF4-FFF2-40B4-BE49-F238E27FC236}">
                        <a16:creationId xmlns:a16="http://schemas.microsoft.com/office/drawing/2014/main" id="{F6EB6537-20CE-7881-84A1-1D53BFA353D1}"/>
                      </a:ext>
                    </a:extLst>
                  </p:cNvPr>
                  <p:cNvSpPr txBox="1"/>
                  <p:nvPr/>
                </p:nvSpPr>
                <p:spPr>
                  <a:xfrm>
                    <a:off x="1345324" y="2313746"/>
                    <a:ext cx="1608082" cy="369332"/>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dirty="0"/>
                      <a:t>Next: 1160</a:t>
                    </a:r>
                  </a:p>
                </p:txBody>
              </p:sp>
            </p:grpSp>
            <p:sp>
              <p:nvSpPr>
                <p:cNvPr id="36" name="TextBox 35">
                  <a:extLst>
                    <a:ext uri="{FF2B5EF4-FFF2-40B4-BE49-F238E27FC236}">
                      <a16:creationId xmlns:a16="http://schemas.microsoft.com/office/drawing/2014/main" id="{AA99783E-F448-B594-3B9B-EB0D746FC4EB}"/>
                    </a:ext>
                  </a:extLst>
                </p:cNvPr>
                <p:cNvSpPr txBox="1"/>
                <p:nvPr/>
              </p:nvSpPr>
              <p:spPr>
                <a:xfrm>
                  <a:off x="461468" y="4907878"/>
                  <a:ext cx="1608082" cy="369332"/>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dirty="0"/>
                    <a:t>Previous: 1000</a:t>
                  </a:r>
                </a:p>
              </p:txBody>
            </p:sp>
          </p:grpSp>
          <p:grpSp>
            <p:nvGrpSpPr>
              <p:cNvPr id="39" name="Group 38">
                <a:extLst>
                  <a:ext uri="{FF2B5EF4-FFF2-40B4-BE49-F238E27FC236}">
                    <a16:creationId xmlns:a16="http://schemas.microsoft.com/office/drawing/2014/main" id="{4A9D43B5-8000-A2C2-39BD-D70B9F5BF0D8}"/>
                  </a:ext>
                </a:extLst>
              </p:cNvPr>
              <p:cNvGrpSpPr/>
              <p:nvPr/>
            </p:nvGrpSpPr>
            <p:grpSpPr>
              <a:xfrm>
                <a:off x="5868719" y="4939705"/>
                <a:ext cx="1608083" cy="1084348"/>
                <a:chOff x="461467" y="4192862"/>
                <a:chExt cx="1608083" cy="1084348"/>
              </a:xfrm>
            </p:grpSpPr>
            <p:grpSp>
              <p:nvGrpSpPr>
                <p:cNvPr id="40" name="Group 39">
                  <a:extLst>
                    <a:ext uri="{FF2B5EF4-FFF2-40B4-BE49-F238E27FC236}">
                      <a16:creationId xmlns:a16="http://schemas.microsoft.com/office/drawing/2014/main" id="{887A983A-2850-FEED-C39A-B74A2C579689}"/>
                    </a:ext>
                  </a:extLst>
                </p:cNvPr>
                <p:cNvGrpSpPr/>
                <p:nvPr/>
              </p:nvGrpSpPr>
              <p:grpSpPr>
                <a:xfrm>
                  <a:off x="461467" y="4192862"/>
                  <a:ext cx="1608083" cy="738664"/>
                  <a:chOff x="1345323" y="1944414"/>
                  <a:chExt cx="1608083" cy="738664"/>
                </a:xfrm>
              </p:grpSpPr>
              <p:sp>
                <p:nvSpPr>
                  <p:cNvPr id="42" name="TextBox 41">
                    <a:extLst>
                      <a:ext uri="{FF2B5EF4-FFF2-40B4-BE49-F238E27FC236}">
                        <a16:creationId xmlns:a16="http://schemas.microsoft.com/office/drawing/2014/main" id="{6D628062-DBEB-BCE3-8EB6-4FED1FF5DEEF}"/>
                      </a:ext>
                    </a:extLst>
                  </p:cNvPr>
                  <p:cNvSpPr txBox="1"/>
                  <p:nvPr/>
                </p:nvSpPr>
                <p:spPr>
                  <a:xfrm>
                    <a:off x="1345323" y="1944414"/>
                    <a:ext cx="1608083" cy="369332"/>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pPr algn="ctr"/>
                    <a:r>
                      <a:rPr lang="en-US" dirty="0" err="1"/>
                      <a:t>Mohimin</a:t>
                    </a:r>
                    <a:endParaRPr lang="en-US" dirty="0"/>
                  </a:p>
                </p:txBody>
              </p:sp>
              <p:sp>
                <p:nvSpPr>
                  <p:cNvPr id="43" name="TextBox 42">
                    <a:extLst>
                      <a:ext uri="{FF2B5EF4-FFF2-40B4-BE49-F238E27FC236}">
                        <a16:creationId xmlns:a16="http://schemas.microsoft.com/office/drawing/2014/main" id="{16DDEB05-B6EA-C9A8-F7EC-CF789F5860C5}"/>
                      </a:ext>
                    </a:extLst>
                  </p:cNvPr>
                  <p:cNvSpPr txBox="1"/>
                  <p:nvPr/>
                </p:nvSpPr>
                <p:spPr>
                  <a:xfrm>
                    <a:off x="1345324" y="2313746"/>
                    <a:ext cx="1608082" cy="369332"/>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dirty="0"/>
                      <a:t>Next: 1240</a:t>
                    </a:r>
                  </a:p>
                </p:txBody>
              </p:sp>
            </p:grpSp>
            <p:sp>
              <p:nvSpPr>
                <p:cNvPr id="41" name="TextBox 40">
                  <a:extLst>
                    <a:ext uri="{FF2B5EF4-FFF2-40B4-BE49-F238E27FC236}">
                      <a16:creationId xmlns:a16="http://schemas.microsoft.com/office/drawing/2014/main" id="{448ED30D-A2FA-709F-E2FB-D47D678E8C86}"/>
                    </a:ext>
                  </a:extLst>
                </p:cNvPr>
                <p:cNvSpPr txBox="1"/>
                <p:nvPr/>
              </p:nvSpPr>
              <p:spPr>
                <a:xfrm>
                  <a:off x="461468" y="4907878"/>
                  <a:ext cx="1608082" cy="369332"/>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dirty="0"/>
                    <a:t>Previous: 1160</a:t>
                  </a:r>
                </a:p>
              </p:txBody>
            </p:sp>
          </p:grpSp>
          <p:grpSp>
            <p:nvGrpSpPr>
              <p:cNvPr id="44" name="Group 43">
                <a:extLst>
                  <a:ext uri="{FF2B5EF4-FFF2-40B4-BE49-F238E27FC236}">
                    <a16:creationId xmlns:a16="http://schemas.microsoft.com/office/drawing/2014/main" id="{0649F000-9E6A-6552-CC9D-88D1177FE49C}"/>
                  </a:ext>
                </a:extLst>
              </p:cNvPr>
              <p:cNvGrpSpPr/>
              <p:nvPr/>
            </p:nvGrpSpPr>
            <p:grpSpPr>
              <a:xfrm>
                <a:off x="7970789" y="4942177"/>
                <a:ext cx="1608083" cy="1084348"/>
                <a:chOff x="461467" y="4192862"/>
                <a:chExt cx="1608083" cy="1084348"/>
              </a:xfrm>
            </p:grpSpPr>
            <p:grpSp>
              <p:nvGrpSpPr>
                <p:cNvPr id="45" name="Group 44">
                  <a:extLst>
                    <a:ext uri="{FF2B5EF4-FFF2-40B4-BE49-F238E27FC236}">
                      <a16:creationId xmlns:a16="http://schemas.microsoft.com/office/drawing/2014/main" id="{0C266F92-5512-1428-FB70-A6270E7E5160}"/>
                    </a:ext>
                  </a:extLst>
                </p:cNvPr>
                <p:cNvGrpSpPr/>
                <p:nvPr/>
              </p:nvGrpSpPr>
              <p:grpSpPr>
                <a:xfrm>
                  <a:off x="461467" y="4192862"/>
                  <a:ext cx="1608083" cy="738664"/>
                  <a:chOff x="1345323" y="1944414"/>
                  <a:chExt cx="1608083" cy="738664"/>
                </a:xfrm>
              </p:grpSpPr>
              <p:sp>
                <p:nvSpPr>
                  <p:cNvPr id="47" name="TextBox 46">
                    <a:extLst>
                      <a:ext uri="{FF2B5EF4-FFF2-40B4-BE49-F238E27FC236}">
                        <a16:creationId xmlns:a16="http://schemas.microsoft.com/office/drawing/2014/main" id="{22E4D42E-0321-EF1A-3433-C7755F56D973}"/>
                      </a:ext>
                    </a:extLst>
                  </p:cNvPr>
                  <p:cNvSpPr txBox="1"/>
                  <p:nvPr/>
                </p:nvSpPr>
                <p:spPr>
                  <a:xfrm>
                    <a:off x="1345323" y="1944414"/>
                    <a:ext cx="1608083" cy="369332"/>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pPr algn="ctr"/>
                    <a:r>
                      <a:rPr lang="en-US" dirty="0" err="1"/>
                      <a:t>Shahzaman</a:t>
                    </a:r>
                    <a:endParaRPr lang="en-US" dirty="0"/>
                  </a:p>
                </p:txBody>
              </p:sp>
              <p:sp>
                <p:nvSpPr>
                  <p:cNvPr id="48" name="TextBox 47">
                    <a:extLst>
                      <a:ext uri="{FF2B5EF4-FFF2-40B4-BE49-F238E27FC236}">
                        <a16:creationId xmlns:a16="http://schemas.microsoft.com/office/drawing/2014/main" id="{2CA28003-5402-9070-AD87-9F1A890A1ED8}"/>
                      </a:ext>
                    </a:extLst>
                  </p:cNvPr>
                  <p:cNvSpPr txBox="1"/>
                  <p:nvPr/>
                </p:nvSpPr>
                <p:spPr>
                  <a:xfrm>
                    <a:off x="1345324" y="2313746"/>
                    <a:ext cx="1608082" cy="369332"/>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dirty="0"/>
                      <a:t>Next: Null</a:t>
                    </a:r>
                  </a:p>
                </p:txBody>
              </p:sp>
            </p:grpSp>
            <p:sp>
              <p:nvSpPr>
                <p:cNvPr id="46" name="TextBox 45">
                  <a:extLst>
                    <a:ext uri="{FF2B5EF4-FFF2-40B4-BE49-F238E27FC236}">
                      <a16:creationId xmlns:a16="http://schemas.microsoft.com/office/drawing/2014/main" id="{37272F25-0CDD-24A6-378D-CBB3B525E292}"/>
                    </a:ext>
                  </a:extLst>
                </p:cNvPr>
                <p:cNvSpPr txBox="1"/>
                <p:nvPr/>
              </p:nvSpPr>
              <p:spPr>
                <a:xfrm>
                  <a:off x="461468" y="4907878"/>
                  <a:ext cx="1608082" cy="369332"/>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dirty="0"/>
                    <a:t>Previous: 1240</a:t>
                  </a:r>
                </a:p>
              </p:txBody>
            </p:sp>
          </p:grpSp>
          <p:cxnSp>
            <p:nvCxnSpPr>
              <p:cNvPr id="50" name="Connector: Elbow 49">
                <a:extLst>
                  <a:ext uri="{FF2B5EF4-FFF2-40B4-BE49-F238E27FC236}">
                    <a16:creationId xmlns:a16="http://schemas.microsoft.com/office/drawing/2014/main" id="{B3F85FB3-FCAC-C56B-F95C-AB3755E8BD7F}"/>
                  </a:ext>
                </a:extLst>
              </p:cNvPr>
              <p:cNvCxnSpPr>
                <a:cxnSpLocks/>
                <a:stCxn id="33" idx="3"/>
                <a:endCxn id="37" idx="0"/>
              </p:cNvCxnSpPr>
              <p:nvPr/>
            </p:nvCxnSpPr>
            <p:spPr>
              <a:xfrm flipV="1">
                <a:off x="3272662" y="4927881"/>
                <a:ext cx="1298029" cy="553998"/>
              </a:xfrm>
              <a:prstGeom prst="bentConnector4">
                <a:avLst>
                  <a:gd name="adj1" fmla="val 19028"/>
                  <a:gd name="adj2" fmla="val 141264"/>
                </a:avLst>
              </a:prstGeom>
              <a:ln>
                <a:tailEnd type="triangle"/>
              </a:ln>
            </p:spPr>
            <p:style>
              <a:lnRef idx="3">
                <a:schemeClr val="dk1"/>
              </a:lnRef>
              <a:fillRef idx="0">
                <a:schemeClr val="dk1"/>
              </a:fillRef>
              <a:effectRef idx="2">
                <a:schemeClr val="dk1"/>
              </a:effectRef>
              <a:fontRef idx="minor">
                <a:schemeClr val="tx1"/>
              </a:fontRef>
            </p:style>
          </p:cxnSp>
          <p:cxnSp>
            <p:nvCxnSpPr>
              <p:cNvPr id="52" name="Connector: Elbow 51">
                <a:extLst>
                  <a:ext uri="{FF2B5EF4-FFF2-40B4-BE49-F238E27FC236}">
                    <a16:creationId xmlns:a16="http://schemas.microsoft.com/office/drawing/2014/main" id="{A8B87E08-4DF1-4681-3566-8C759670CE2F}"/>
                  </a:ext>
                </a:extLst>
              </p:cNvPr>
              <p:cNvCxnSpPr>
                <a:cxnSpLocks/>
                <a:stCxn id="38" idx="3"/>
                <a:endCxn id="42" idx="0"/>
              </p:cNvCxnSpPr>
              <p:nvPr/>
            </p:nvCxnSpPr>
            <p:spPr>
              <a:xfrm flipV="1">
                <a:off x="5374732" y="4939705"/>
                <a:ext cx="1298029" cy="542174"/>
              </a:xfrm>
              <a:prstGeom prst="bentConnector4">
                <a:avLst>
                  <a:gd name="adj1" fmla="val 19028"/>
                  <a:gd name="adj2" fmla="val 142164"/>
                </a:avLst>
              </a:prstGeom>
              <a:ln>
                <a:tailEnd type="triangle"/>
              </a:ln>
            </p:spPr>
            <p:style>
              <a:lnRef idx="3">
                <a:schemeClr val="dk1"/>
              </a:lnRef>
              <a:fillRef idx="0">
                <a:schemeClr val="dk1"/>
              </a:fillRef>
              <a:effectRef idx="2">
                <a:schemeClr val="dk1"/>
              </a:effectRef>
              <a:fontRef idx="minor">
                <a:schemeClr val="tx1"/>
              </a:fontRef>
            </p:style>
          </p:cxnSp>
          <p:cxnSp>
            <p:nvCxnSpPr>
              <p:cNvPr id="54" name="Connector: Elbow 53">
                <a:extLst>
                  <a:ext uri="{FF2B5EF4-FFF2-40B4-BE49-F238E27FC236}">
                    <a16:creationId xmlns:a16="http://schemas.microsoft.com/office/drawing/2014/main" id="{33FB1DF1-0B17-84C0-105E-33438CE66B3A}"/>
                  </a:ext>
                </a:extLst>
              </p:cNvPr>
              <p:cNvCxnSpPr>
                <a:cxnSpLocks/>
                <a:stCxn id="43" idx="3"/>
                <a:endCxn id="47" idx="0"/>
              </p:cNvCxnSpPr>
              <p:nvPr/>
            </p:nvCxnSpPr>
            <p:spPr>
              <a:xfrm flipV="1">
                <a:off x="7476802" y="4942177"/>
                <a:ext cx="1298029" cy="551526"/>
              </a:xfrm>
              <a:prstGeom prst="bentConnector4">
                <a:avLst>
                  <a:gd name="adj1" fmla="val 19028"/>
                  <a:gd name="adj2" fmla="val 141449"/>
                </a:avLst>
              </a:prstGeom>
              <a:ln>
                <a:tailEnd type="triangle"/>
              </a:ln>
            </p:spPr>
            <p:style>
              <a:lnRef idx="3">
                <a:schemeClr val="accent3"/>
              </a:lnRef>
              <a:fillRef idx="0">
                <a:schemeClr val="accent3"/>
              </a:fillRef>
              <a:effectRef idx="2">
                <a:schemeClr val="accent3"/>
              </a:effectRef>
              <a:fontRef idx="minor">
                <a:schemeClr val="tx1"/>
              </a:fontRef>
            </p:style>
          </p:cxnSp>
          <p:cxnSp>
            <p:nvCxnSpPr>
              <p:cNvPr id="60" name="Connector: Elbow 59">
                <a:extLst>
                  <a:ext uri="{FF2B5EF4-FFF2-40B4-BE49-F238E27FC236}">
                    <a16:creationId xmlns:a16="http://schemas.microsoft.com/office/drawing/2014/main" id="{4C897356-89C8-1EA2-468A-8CEDED5F70A1}"/>
                  </a:ext>
                </a:extLst>
              </p:cNvPr>
              <p:cNvCxnSpPr>
                <a:stCxn id="46" idx="1"/>
                <a:endCxn id="41" idx="2"/>
              </p:cNvCxnSpPr>
              <p:nvPr/>
            </p:nvCxnSpPr>
            <p:spPr>
              <a:xfrm rot="10800000" flipV="1">
                <a:off x="6672762" y="5841859"/>
                <a:ext cx="1298029" cy="182194"/>
              </a:xfrm>
              <a:prstGeom prst="bentConnector4">
                <a:avLst>
                  <a:gd name="adj1" fmla="val 19028"/>
                  <a:gd name="adj2" fmla="val 226827"/>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62" name="Connector: Elbow 61">
                <a:extLst>
                  <a:ext uri="{FF2B5EF4-FFF2-40B4-BE49-F238E27FC236}">
                    <a16:creationId xmlns:a16="http://schemas.microsoft.com/office/drawing/2014/main" id="{EC2961C2-C956-B181-F602-B6B02AB785B0}"/>
                  </a:ext>
                </a:extLst>
              </p:cNvPr>
              <p:cNvCxnSpPr>
                <a:stCxn id="41" idx="1"/>
                <a:endCxn id="36" idx="2"/>
              </p:cNvCxnSpPr>
              <p:nvPr/>
            </p:nvCxnSpPr>
            <p:spPr>
              <a:xfrm rot="10800000" flipV="1">
                <a:off x="4570692" y="5839387"/>
                <a:ext cx="1298029" cy="172842"/>
              </a:xfrm>
              <a:prstGeom prst="bentConnector4">
                <a:avLst>
                  <a:gd name="adj1" fmla="val 19028"/>
                  <a:gd name="adj2" fmla="val 239100"/>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64" name="Connector: Elbow 63">
                <a:extLst>
                  <a:ext uri="{FF2B5EF4-FFF2-40B4-BE49-F238E27FC236}">
                    <a16:creationId xmlns:a16="http://schemas.microsoft.com/office/drawing/2014/main" id="{911C9F47-4BC7-9058-84D3-2DA9C35CBD35}"/>
                  </a:ext>
                </a:extLst>
              </p:cNvPr>
              <p:cNvCxnSpPr>
                <a:stCxn id="36" idx="1"/>
                <a:endCxn id="31" idx="2"/>
              </p:cNvCxnSpPr>
              <p:nvPr/>
            </p:nvCxnSpPr>
            <p:spPr>
              <a:xfrm rot="10800000" flipV="1">
                <a:off x="2468622" y="5827563"/>
                <a:ext cx="1298029" cy="184666"/>
              </a:xfrm>
              <a:prstGeom prst="bentConnector4">
                <a:avLst>
                  <a:gd name="adj1" fmla="val 19028"/>
                  <a:gd name="adj2" fmla="val 223791"/>
                </a:avLst>
              </a:prstGeom>
              <a:ln>
                <a:tailEnd type="triangle"/>
              </a:ln>
            </p:spPr>
            <p:style>
              <a:lnRef idx="3">
                <a:schemeClr val="accent1"/>
              </a:lnRef>
              <a:fillRef idx="0">
                <a:schemeClr val="accent1"/>
              </a:fillRef>
              <a:effectRef idx="2">
                <a:schemeClr val="accent1"/>
              </a:effectRef>
              <a:fontRef idx="minor">
                <a:schemeClr val="tx1"/>
              </a:fontRef>
            </p:style>
          </p:cxnSp>
        </p:grpSp>
        <p:sp>
          <p:nvSpPr>
            <p:cNvPr id="69" name="TextBox 68">
              <a:extLst>
                <a:ext uri="{FF2B5EF4-FFF2-40B4-BE49-F238E27FC236}">
                  <a16:creationId xmlns:a16="http://schemas.microsoft.com/office/drawing/2014/main" id="{C20B341F-F8AB-150F-6AE4-9E0C74DBD769}"/>
                </a:ext>
              </a:extLst>
            </p:cNvPr>
            <p:cNvSpPr txBox="1"/>
            <p:nvPr/>
          </p:nvSpPr>
          <p:spPr>
            <a:xfrm>
              <a:off x="1334812" y="5030567"/>
              <a:ext cx="767967" cy="646331"/>
            </a:xfrm>
            <a:prstGeom prst="rect">
              <a:avLst/>
            </a:prstGeom>
            <a:noFill/>
          </p:spPr>
          <p:txBody>
            <a:bodyPr wrap="none" rtlCol="0">
              <a:spAutoFit/>
            </a:bodyPr>
            <a:lstStyle/>
            <a:p>
              <a:r>
                <a:rPr lang="en-US" b="1" dirty="0"/>
                <a:t>START</a:t>
              </a:r>
            </a:p>
            <a:p>
              <a:r>
                <a:rPr lang="en-US" b="1" dirty="0"/>
                <a:t>1000</a:t>
              </a:r>
            </a:p>
          </p:txBody>
        </p:sp>
      </p:grpSp>
    </p:spTree>
    <p:extLst>
      <p:ext uri="{BB962C8B-B14F-4D97-AF65-F5344CB8AC3E}">
        <p14:creationId xmlns:p14="http://schemas.microsoft.com/office/powerpoint/2010/main" val="14914659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Doubly Linked List – INSERT AFTER</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4887878"/>
              </a:xfrm>
              <a:prstGeom prst="rect">
                <a:avLst/>
              </a:prstGeom>
            </p:spPr>
            <p:txBody>
              <a:bodyPr>
                <a:normAutofit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2400" dirty="0">
                    <a:latin typeface="Cascadia Code" panose="020B0609020000020004" pitchFamily="49" charset="0"/>
                    <a:ea typeface="Cascadia Code" panose="020B0609020000020004" pitchFamily="49" charset="0"/>
                    <a:cs typeface="Cascadia Code" panose="020B0609020000020004" pitchFamily="49" charset="0"/>
                  </a:rPr>
                  <a:t>INSERT_AFTER</a:t>
                </a:r>
                <a:r>
                  <a:rPr lang="en-US" sz="2400" dirty="0">
                    <a:latin typeface="Cascadia Code" panose="020B0609020000020004" pitchFamily="49" charset="0"/>
                    <a:cs typeface="Cascadia Code" panose="020B0609020000020004" pitchFamily="49" charset="0"/>
                  </a:rPr>
                  <a:t>(</a:t>
                </a:r>
                <a:r>
                  <a:rPr lang="en-US" sz="2400" dirty="0">
                    <a:latin typeface="Cascadia Code" panose="020B0609020000020004" pitchFamily="49" charset="0"/>
                    <a:ea typeface="Cascadia Code" panose="020B0609020000020004" pitchFamily="49" charset="0"/>
                    <a:cs typeface="Cascadia Code" panose="020B0609020000020004" pitchFamily="49" charset="0"/>
                  </a:rPr>
                  <a:t>Start, After, element), where ‘Start’ is the address of the first node, ‘After’ is the address of node to insert ‘element’ after.</a:t>
                </a:r>
                <a:endParaRPr lang="en-US" sz="2400" i="1" dirty="0">
                  <a:latin typeface="Cascadia Code" panose="020B0609020000020004" pitchFamily="49" charset="0"/>
                  <a:ea typeface="Cascadia Code" panose="020B0609020000020004" pitchFamily="49" charset="0"/>
                  <a:cs typeface="Cascadia Code" panose="020B0609020000020004" pitchFamily="49" charset="0"/>
                </a:endParaRPr>
              </a:p>
              <a:p>
                <a:pPr marL="457200" indent="-457200">
                  <a:lnSpc>
                    <a:spcPct val="100000"/>
                  </a:lnSpc>
                  <a:buFont typeface="Arial" panose="020B0604020202020204" pitchFamily="34" charset="0"/>
                  <a:buAutoNum type="arabicPeriod"/>
                </a:pPr>
                <a14:m>
                  <m:oMath xmlns:m="http://schemas.openxmlformats.org/officeDocument/2006/math">
                    <m:r>
                      <a:rPr lang="en-US" sz="2400" i="1" dirty="0">
                        <a:latin typeface="Cambria Math" panose="02040503050406030204" pitchFamily="18" charset="0"/>
                        <a:ea typeface="Cascadia Code" panose="020B0609020000020004" pitchFamily="49" charset="0"/>
                        <a:cs typeface="Cascadia Code" panose="020B0609020000020004" pitchFamily="49" charset="0"/>
                      </a:rPr>
                      <m:t>𝐼𝐹</m:t>
                    </m:r>
                    <m:r>
                      <a:rPr lang="en-US" sz="2400" i="1" dirty="0">
                        <a:latin typeface="Cambria Math" panose="02040503050406030204" pitchFamily="18" charset="0"/>
                        <a:ea typeface="Cascadia Code" panose="020B0609020000020004" pitchFamily="49" charset="0"/>
                        <a:cs typeface="Cascadia Code" panose="020B0609020000020004" pitchFamily="49" charset="0"/>
                      </a:rPr>
                      <m:t> </m:t>
                    </m:r>
                    <m:r>
                      <a:rPr lang="en-US" sz="2400" i="1" dirty="0">
                        <a:latin typeface="Cambria Math" panose="02040503050406030204" pitchFamily="18" charset="0"/>
                        <a:ea typeface="Cascadia Code" panose="020B0609020000020004" pitchFamily="49" charset="0"/>
                        <a:cs typeface="Cascadia Code" panose="020B0609020000020004" pitchFamily="49" charset="0"/>
                      </a:rPr>
                      <m:t>𝑆𝑡𝑎𝑟𝑡</m:t>
                    </m:r>
                    <m:r>
                      <a:rPr lang="en-US" sz="2400" i="1" dirty="0">
                        <a:latin typeface="Cambria Math" panose="02040503050406030204" pitchFamily="18" charset="0"/>
                        <a:ea typeface="Cascadia Code" panose="020B0609020000020004" pitchFamily="49" charset="0"/>
                        <a:cs typeface="Cascadia Code" panose="020B0609020000020004" pitchFamily="49" charset="0"/>
                      </a:rPr>
                      <m:t>=</m:t>
                    </m:r>
                    <m:r>
                      <a:rPr lang="en-US" sz="2400" i="1" dirty="0">
                        <a:latin typeface="Cambria Math" panose="02040503050406030204" pitchFamily="18" charset="0"/>
                        <a:ea typeface="Cascadia Code" panose="020B0609020000020004" pitchFamily="49" charset="0"/>
                        <a:cs typeface="Cascadia Code" panose="020B0609020000020004" pitchFamily="49" charset="0"/>
                      </a:rPr>
                      <m:t>𝜙</m:t>
                    </m:r>
                  </m:oMath>
                </a14:m>
                <a:r>
                  <a:rPr lang="en-US" sz="2400" i="1" dirty="0">
                    <a:latin typeface="Cambria Math" panose="02040503050406030204" pitchFamily="18" charset="0"/>
                    <a:ea typeface="Cascadia Code" panose="020B0609020000020004" pitchFamily="49" charset="0"/>
                    <a:cs typeface="Cascadia Code" panose="020B0609020000020004" pitchFamily="49" charset="0"/>
                  </a:rPr>
                  <a:t>	</a:t>
                </a:r>
                <a:r>
                  <a:rPr lang="en-US" sz="2400" dirty="0">
                    <a:latin typeface="Cambria Math" panose="02040503050406030204" pitchFamily="18" charset="0"/>
                    <a:ea typeface="Cascadia Code" panose="020B0609020000020004" pitchFamily="49" charset="0"/>
                    <a:cs typeface="Cascadia Code" panose="020B0609020000020004" pitchFamily="49" charset="0"/>
                  </a:rPr>
                  <a:t>(First check if there’s even a node at start or not)</a:t>
                </a:r>
              </a:p>
              <a:p>
                <a:pPr marL="457200" lvl="1" indent="0">
                  <a:lnSpc>
                    <a:spcPct val="100000"/>
                  </a:lnSpc>
                  <a:buNone/>
                </a:pPr>
                <a14:m>
                  <m:oMath xmlns:m="http://schemas.openxmlformats.org/officeDocument/2006/math">
                    <m:r>
                      <a:rPr lang="en-US" sz="2400" i="1" dirty="0">
                        <a:latin typeface="Cambria Math" panose="02040503050406030204" pitchFamily="18" charset="0"/>
                        <a:ea typeface="Cascadia Code" panose="020B0609020000020004" pitchFamily="49" charset="0"/>
                        <a:cs typeface="Cascadia Code" panose="020B0609020000020004" pitchFamily="49" charset="0"/>
                      </a:rPr>
                      <m:t>𝐼𝑁𝑆𝐸𝑅𝑇</m:t>
                    </m:r>
                    <m:r>
                      <a:rPr lang="en-US" sz="2400" i="1" dirty="0">
                        <a:latin typeface="Cambria Math" panose="02040503050406030204" pitchFamily="18" charset="0"/>
                        <a:ea typeface="Cascadia Code" panose="020B0609020000020004" pitchFamily="49" charset="0"/>
                        <a:cs typeface="Cascadia Code" panose="020B0609020000020004" pitchFamily="49" charset="0"/>
                      </a:rPr>
                      <m:t>(</m:t>
                    </m:r>
                    <m:r>
                      <a:rPr lang="en-US" sz="2400" i="1" dirty="0">
                        <a:latin typeface="Cambria Math" panose="02040503050406030204" pitchFamily="18" charset="0"/>
                        <a:ea typeface="Cascadia Code" panose="020B0609020000020004" pitchFamily="49" charset="0"/>
                        <a:cs typeface="Cascadia Code" panose="020B0609020000020004" pitchFamily="49" charset="0"/>
                      </a:rPr>
                      <m:t>𝑆𝑡𝑎𝑟𝑡</m:t>
                    </m:r>
                    <m:r>
                      <a:rPr lang="en-US" sz="2400" i="1" dirty="0">
                        <a:latin typeface="Cambria Math" panose="02040503050406030204" pitchFamily="18" charset="0"/>
                        <a:ea typeface="Cascadia Code" panose="020B0609020000020004" pitchFamily="49" charset="0"/>
                        <a:cs typeface="Cascadia Code" panose="020B0609020000020004" pitchFamily="49" charset="0"/>
                      </a:rPr>
                      <m:t>, </m:t>
                    </m:r>
                    <m:r>
                      <a:rPr lang="en-US" sz="2400" i="1" dirty="0">
                        <a:latin typeface="Cambria Math" panose="02040503050406030204" pitchFamily="18" charset="0"/>
                        <a:ea typeface="Cascadia Code" panose="020B0609020000020004" pitchFamily="49" charset="0"/>
                        <a:cs typeface="Cascadia Code" panose="020B0609020000020004" pitchFamily="49" charset="0"/>
                      </a:rPr>
                      <m:t>𝑒𝑙𝑒𝑚𝑒𝑛𝑡</m:t>
                    </m:r>
                    <m:r>
                      <a:rPr lang="en-US" sz="2400" i="1" dirty="0">
                        <a:latin typeface="Cambria Math" panose="02040503050406030204" pitchFamily="18" charset="0"/>
                        <a:ea typeface="Cascadia Code" panose="020B0609020000020004" pitchFamily="49" charset="0"/>
                        <a:cs typeface="Cascadia Code" panose="020B0609020000020004" pitchFamily="49" charset="0"/>
                      </a:rPr>
                      <m:t>)</m:t>
                    </m:r>
                  </m:oMath>
                </a14:m>
                <a:r>
                  <a:rPr lang="en-US" sz="2400" i="1" dirty="0">
                    <a:latin typeface="Cambria Math" panose="02040503050406030204" pitchFamily="18" charset="0"/>
                    <a:ea typeface="Cascadia Code" panose="020B0609020000020004" pitchFamily="49" charset="0"/>
                    <a:cs typeface="Cascadia Code" panose="020B0609020000020004" pitchFamily="49" charset="0"/>
                  </a:rPr>
                  <a:t> 	</a:t>
                </a:r>
                <a:r>
                  <a:rPr lang="en-US" sz="2400" dirty="0">
                    <a:latin typeface="Cambria Math" panose="02040503050406030204" pitchFamily="18" charset="0"/>
                    <a:ea typeface="Cascadia Code" panose="020B0609020000020004" pitchFamily="49" charset="0"/>
                    <a:cs typeface="Cascadia Code" panose="020B0609020000020004" pitchFamily="49" charset="0"/>
                  </a:rPr>
                  <a:t>(Simply perform Insert)</a:t>
                </a:r>
                <a:endParaRPr lang="en-US" sz="2200" i="1" dirty="0">
                  <a:latin typeface="Cambria Math" panose="02040503050406030204" pitchFamily="18" charset="0"/>
                  <a:ea typeface="Cascadia Code" panose="020B0609020000020004" pitchFamily="49" charset="0"/>
                  <a:cs typeface="Cascadia Code" panose="020B0609020000020004" pitchFamily="49" charset="0"/>
                </a:endParaRPr>
              </a:p>
              <a:p>
                <a:pPr marL="457200" indent="-457200">
                  <a:lnSpc>
                    <a:spcPct val="100000"/>
                  </a:lnSpc>
                  <a:buAutoNum type="arabicPeriod"/>
                </a:pPr>
                <a14:m>
                  <m:oMath xmlns:m="http://schemas.openxmlformats.org/officeDocument/2006/math">
                    <m:r>
                      <a:rPr lang="en-US" sz="2400" i="1" dirty="0">
                        <a:latin typeface="Cambria Math" panose="02040503050406030204" pitchFamily="18" charset="0"/>
                        <a:ea typeface="Cascadia Code" panose="020B0609020000020004" pitchFamily="49" charset="0"/>
                        <a:cs typeface="Cascadia Code" panose="020B0609020000020004" pitchFamily="49" charset="0"/>
                      </a:rPr>
                      <m:t>𝑛𝑒𝑤</m:t>
                    </m:r>
                    <m:r>
                      <a:rPr lang="en-US" sz="2400" i="1" dirty="0">
                        <a:latin typeface="Cambria Math" panose="02040503050406030204" pitchFamily="18" charset="0"/>
                        <a:ea typeface="Cascadia Code" panose="020B0609020000020004" pitchFamily="49" charset="0"/>
                        <a:cs typeface="Cascadia Code" panose="020B0609020000020004" pitchFamily="49" charset="0"/>
                      </a:rPr>
                      <m:t>≔</m:t>
                    </m:r>
                    <m:r>
                      <a:rPr lang="en-US" sz="2400" i="1" dirty="0">
                        <a:latin typeface="Cambria Math" panose="02040503050406030204" pitchFamily="18" charset="0"/>
                        <a:ea typeface="Cascadia Code" panose="020B0609020000020004" pitchFamily="49" charset="0"/>
                        <a:cs typeface="Cascadia Code" panose="020B0609020000020004" pitchFamily="49" charset="0"/>
                      </a:rPr>
                      <m:t>𝐶𝑅𝐸𝐴𝑇𝐸</m:t>
                    </m:r>
                    <m:r>
                      <a:rPr lang="en-US" sz="2400" i="1" dirty="0">
                        <a:latin typeface="Cambria Math" panose="02040503050406030204" pitchFamily="18" charset="0"/>
                        <a:ea typeface="Cascadia Code" panose="020B0609020000020004" pitchFamily="49" charset="0"/>
                        <a:cs typeface="Cascadia Code" panose="020B0609020000020004" pitchFamily="49" charset="0"/>
                      </a:rPr>
                      <m:t>_</m:t>
                    </m:r>
                    <m:r>
                      <a:rPr lang="en-US" sz="2400" i="1" dirty="0">
                        <a:latin typeface="Cambria Math" panose="02040503050406030204" pitchFamily="18" charset="0"/>
                        <a:ea typeface="Cascadia Code" panose="020B0609020000020004" pitchFamily="49" charset="0"/>
                        <a:cs typeface="Cascadia Code" panose="020B0609020000020004" pitchFamily="49" charset="0"/>
                      </a:rPr>
                      <m:t>𝑁𝑂𝐷𝐸</m:t>
                    </m:r>
                    <m:d>
                      <m:dPr>
                        <m:ctrlPr>
                          <a:rPr lang="en-US" sz="2400" i="1" dirty="0">
                            <a:latin typeface="Cambria Math" panose="02040503050406030204" pitchFamily="18" charset="0"/>
                            <a:ea typeface="Cascadia Code" panose="020B0609020000020004" pitchFamily="49" charset="0"/>
                            <a:cs typeface="Cascadia Code" panose="020B0609020000020004" pitchFamily="49" charset="0"/>
                          </a:rPr>
                        </m:ctrlPr>
                      </m:dPr>
                      <m:e>
                        <m:d>
                          <m:dPr>
                            <m:begChr m:val="|"/>
                            <m:endChr m:val="|"/>
                            <m:ctrlPr>
                              <a:rPr lang="en-US" sz="2400" i="1" dirty="0">
                                <a:latin typeface="Cambria Math" panose="02040503050406030204" pitchFamily="18" charset="0"/>
                                <a:ea typeface="Cascadia Code" panose="020B0609020000020004" pitchFamily="49" charset="0"/>
                                <a:cs typeface="Cascadia Code" panose="020B0609020000020004" pitchFamily="49" charset="0"/>
                              </a:rPr>
                            </m:ctrlPr>
                          </m:dPr>
                          <m:e>
                            <m:r>
                              <a:rPr lang="en-US" sz="2400" i="1" dirty="0">
                                <a:latin typeface="Cambria Math" panose="02040503050406030204" pitchFamily="18" charset="0"/>
                                <a:ea typeface="Cascadia Code" panose="020B0609020000020004" pitchFamily="49" charset="0"/>
                                <a:cs typeface="Cascadia Code" panose="020B0609020000020004" pitchFamily="49" charset="0"/>
                              </a:rPr>
                              <m:t>𝑒𝑙𝑒𝑚𝑒𝑛𝑡</m:t>
                            </m:r>
                          </m:e>
                        </m:d>
                      </m:e>
                    </m:d>
                  </m:oMath>
                </a14:m>
                <a:r>
                  <a:rPr lang="en-US" sz="2400" dirty="0">
                    <a:latin typeface="Cambria Math" panose="02040503050406030204" pitchFamily="18" charset="0"/>
                    <a:ea typeface="Cascadia Code" panose="020B0609020000020004" pitchFamily="49" charset="0"/>
                    <a:cs typeface="Cascadia Code" panose="020B0609020000020004" pitchFamily="49" charset="0"/>
                  </a:rPr>
                  <a:t>	(Allocate memory for new node)</a:t>
                </a:r>
              </a:p>
              <a:p>
                <a:pPr marL="457200" indent="-457200">
                  <a:lnSpc>
                    <a:spcPct val="100000"/>
                  </a:lnSpc>
                  <a:buAutoNum type="arabicPeriod"/>
                </a:pPr>
                <a14:m>
                  <m:oMath xmlns:m="http://schemas.openxmlformats.org/officeDocument/2006/math">
                    <m:r>
                      <a:rPr lang="en-US" sz="2400" i="1">
                        <a:latin typeface="Cambria Math" panose="02040503050406030204" pitchFamily="18" charset="0"/>
                        <a:ea typeface="Cascadia Code" panose="020B0609020000020004" pitchFamily="49" charset="0"/>
                        <a:cs typeface="Cascadia Code" panose="020B0609020000020004" pitchFamily="49" charset="0"/>
                      </a:rPr>
                      <m:t>𝑛𝑒𝑤</m:t>
                    </m:r>
                    <m:r>
                      <a:rPr lang="en-US" sz="2400" i="1">
                        <a:latin typeface="Cambria Math" panose="02040503050406030204" pitchFamily="18" charset="0"/>
                        <a:ea typeface="Cascadia Code" panose="020B0609020000020004" pitchFamily="49" charset="0"/>
                        <a:cs typeface="Cascadia Code" panose="020B0609020000020004" pitchFamily="49" charset="0"/>
                      </a:rPr>
                      <m:t>→</m:t>
                    </m:r>
                    <m:r>
                      <a:rPr lang="en-US" sz="2400" i="1">
                        <a:latin typeface="Cambria Math" panose="02040503050406030204" pitchFamily="18" charset="0"/>
                        <a:ea typeface="Cascadia Code" panose="020B0609020000020004" pitchFamily="49" charset="0"/>
                        <a:cs typeface="Cascadia Code" panose="020B0609020000020004" pitchFamily="49" charset="0"/>
                      </a:rPr>
                      <m:t>𝑒𝑙𝑒𝑚𝑒𝑛𝑡</m:t>
                    </m:r>
                    <m:r>
                      <a:rPr lang="en-US" sz="2400" i="1">
                        <a:latin typeface="Cambria Math" panose="02040503050406030204" pitchFamily="18" charset="0"/>
                        <a:ea typeface="Cascadia Code" panose="020B0609020000020004" pitchFamily="49" charset="0"/>
                        <a:cs typeface="Cascadia Code" panose="020B0609020000020004" pitchFamily="49" charset="0"/>
                      </a:rPr>
                      <m:t>≔</m:t>
                    </m:r>
                    <m:r>
                      <a:rPr lang="en-US" sz="2400" i="1">
                        <a:latin typeface="Cambria Math" panose="02040503050406030204" pitchFamily="18" charset="0"/>
                        <a:ea typeface="Cascadia Code" panose="020B0609020000020004" pitchFamily="49" charset="0"/>
                        <a:cs typeface="Cascadia Code" panose="020B0609020000020004" pitchFamily="49" charset="0"/>
                      </a:rPr>
                      <m:t>𝑒𝑙𝑒𝑚𝑒𝑛𝑡</m:t>
                    </m:r>
                  </m:oMath>
                </a14:m>
                <a:r>
                  <a:rPr lang="en-US" sz="2400" dirty="0">
                    <a:latin typeface="Cambria Math" panose="02040503050406030204" pitchFamily="18" charset="0"/>
                    <a:ea typeface="Cascadia Code" panose="020B0609020000020004" pitchFamily="49" charset="0"/>
                    <a:cs typeface="Cascadia Code" panose="020B0609020000020004" pitchFamily="49" charset="0"/>
                  </a:rPr>
                  <a:t>	(Set the new node’s data)</a:t>
                </a:r>
                <a:endParaRPr lang="en-US" sz="2400" i="1" dirty="0">
                  <a:latin typeface="Cambria Math" panose="02040503050406030204" pitchFamily="18" charset="0"/>
                  <a:ea typeface="Cascadia Code" panose="020B0609020000020004" pitchFamily="49" charset="0"/>
                  <a:cs typeface="Cascadia Code" panose="020B0609020000020004" pitchFamily="49" charset="0"/>
                </a:endParaRPr>
              </a:p>
              <a:p>
                <a:pPr marL="457200" indent="-457200">
                  <a:lnSpc>
                    <a:spcPct val="100000"/>
                  </a:lnSpc>
                  <a:buAutoNum type="arabicPeriod"/>
                </a:pPr>
                <a14:m>
                  <m:oMath xmlns:m="http://schemas.openxmlformats.org/officeDocument/2006/math">
                    <m:r>
                      <a:rPr lang="en-US" sz="2400" i="1">
                        <a:latin typeface="Cambria Math" panose="02040503050406030204" pitchFamily="18" charset="0"/>
                        <a:ea typeface="Cascadia Code" panose="020B0609020000020004" pitchFamily="49" charset="0"/>
                        <a:cs typeface="Cascadia Code" panose="020B0609020000020004" pitchFamily="49" charset="0"/>
                      </a:rPr>
                      <m:t>𝑛𝑒𝑤</m:t>
                    </m:r>
                    <m:r>
                      <a:rPr lang="en-US" sz="2400" i="1">
                        <a:latin typeface="Cambria Math" panose="02040503050406030204" pitchFamily="18" charset="0"/>
                        <a:ea typeface="Cascadia Code" panose="020B0609020000020004" pitchFamily="49" charset="0"/>
                        <a:cs typeface="Cascadia Code" panose="020B0609020000020004" pitchFamily="49" charset="0"/>
                      </a:rPr>
                      <m:t>→</m:t>
                    </m:r>
                    <m:r>
                      <a:rPr lang="en-US" sz="2400" i="1">
                        <a:latin typeface="Cambria Math" panose="02040503050406030204" pitchFamily="18" charset="0"/>
                        <a:ea typeface="Cascadia Code" panose="020B0609020000020004" pitchFamily="49" charset="0"/>
                        <a:cs typeface="Cascadia Code" panose="020B0609020000020004" pitchFamily="49" charset="0"/>
                      </a:rPr>
                      <m:t>𝑛𝑒𝑥𝑡</m:t>
                    </m:r>
                    <m:r>
                      <a:rPr lang="en-US" sz="2400" i="1">
                        <a:latin typeface="Cambria Math" panose="02040503050406030204" pitchFamily="18" charset="0"/>
                        <a:ea typeface="Cascadia Code" panose="020B0609020000020004" pitchFamily="49" charset="0"/>
                        <a:cs typeface="Cascadia Code" panose="020B0609020000020004" pitchFamily="49" charset="0"/>
                      </a:rPr>
                      <m:t>≔</m:t>
                    </m:r>
                    <m:r>
                      <a:rPr lang="en-US" sz="2400" i="1">
                        <a:latin typeface="Cambria Math" panose="02040503050406030204" pitchFamily="18" charset="0"/>
                        <a:ea typeface="Cascadia Code" panose="020B0609020000020004" pitchFamily="49" charset="0"/>
                        <a:cs typeface="Cascadia Code" panose="020B0609020000020004" pitchFamily="49" charset="0"/>
                      </a:rPr>
                      <m:t>𝐴𝑓𝑡𝑒𝑟</m:t>
                    </m:r>
                    <m:r>
                      <a:rPr lang="en-US" sz="2400" i="1">
                        <a:latin typeface="Cambria Math" panose="02040503050406030204" pitchFamily="18" charset="0"/>
                        <a:ea typeface="Cascadia Code" panose="020B0609020000020004" pitchFamily="49" charset="0"/>
                        <a:cs typeface="Cascadia Code" panose="020B0609020000020004" pitchFamily="49" charset="0"/>
                      </a:rPr>
                      <m:t>→</m:t>
                    </m:r>
                    <m:r>
                      <a:rPr lang="en-US" sz="2400" i="1">
                        <a:latin typeface="Cambria Math" panose="02040503050406030204" pitchFamily="18" charset="0"/>
                        <a:ea typeface="Cascadia Code" panose="020B0609020000020004" pitchFamily="49" charset="0"/>
                        <a:cs typeface="Cascadia Code" panose="020B0609020000020004" pitchFamily="49" charset="0"/>
                      </a:rPr>
                      <m:t>𝑛𝑒𝑥𝑡</m:t>
                    </m:r>
                  </m:oMath>
                </a14:m>
                <a:r>
                  <a:rPr lang="en-US" sz="2400" dirty="0">
                    <a:latin typeface="Cambria Math" panose="02040503050406030204" pitchFamily="18" charset="0"/>
                    <a:ea typeface="Cascadia Code" panose="020B0609020000020004" pitchFamily="49" charset="0"/>
                    <a:cs typeface="Cascadia Code" panose="020B0609020000020004" pitchFamily="49" charset="0"/>
                  </a:rPr>
                  <a:t>	(Copy the pointer from After node)</a:t>
                </a:r>
              </a:p>
              <a:p>
                <a:pPr marL="457200" indent="-457200">
                  <a:lnSpc>
                    <a:spcPct val="100000"/>
                  </a:lnSpc>
                  <a:buAutoNum type="arabicPeriod"/>
                </a:pPr>
                <a14:m>
                  <m:oMath xmlns:m="http://schemas.openxmlformats.org/officeDocument/2006/math">
                    <m:r>
                      <a:rPr lang="en-US" sz="2400" i="1" dirty="0">
                        <a:latin typeface="Cambria Math" panose="02040503050406030204" pitchFamily="18" charset="0"/>
                        <a:ea typeface="Cascadia Code" panose="020B0609020000020004" pitchFamily="49" charset="0"/>
                        <a:cs typeface="Cascadia Code" panose="020B0609020000020004" pitchFamily="49" charset="0"/>
                      </a:rPr>
                      <m:t>𝐴𝑓𝑡𝑒𝑟</m:t>
                    </m:r>
                    <m:r>
                      <a:rPr lang="en-US" sz="2400" i="1" dirty="0">
                        <a:latin typeface="Cambria Math" panose="02040503050406030204" pitchFamily="18" charset="0"/>
                        <a:ea typeface="Cascadia Code" panose="020B0609020000020004" pitchFamily="49" charset="0"/>
                        <a:cs typeface="Cascadia Code" panose="020B0609020000020004" pitchFamily="49" charset="0"/>
                      </a:rPr>
                      <m:t>→</m:t>
                    </m:r>
                    <m:r>
                      <a:rPr lang="en-US" sz="2400" i="1" dirty="0">
                        <a:latin typeface="Cambria Math" panose="02040503050406030204" pitchFamily="18" charset="0"/>
                        <a:ea typeface="Cascadia Code" panose="020B0609020000020004" pitchFamily="49" charset="0"/>
                        <a:cs typeface="Cascadia Code" panose="020B0609020000020004" pitchFamily="49" charset="0"/>
                      </a:rPr>
                      <m:t>𝑛𝑒𝑥𝑡</m:t>
                    </m:r>
                    <m:r>
                      <a:rPr lang="en-US" sz="2400" i="1" dirty="0">
                        <a:latin typeface="Cambria Math" panose="02040503050406030204" pitchFamily="18" charset="0"/>
                        <a:ea typeface="Cascadia Code" panose="020B0609020000020004" pitchFamily="49" charset="0"/>
                        <a:cs typeface="Cascadia Code" panose="020B0609020000020004" pitchFamily="49" charset="0"/>
                      </a:rPr>
                      <m:t>≔</m:t>
                    </m:r>
                    <m:r>
                      <a:rPr lang="en-US" sz="2400" i="1" dirty="0">
                        <a:latin typeface="Cambria Math" panose="02040503050406030204" pitchFamily="18" charset="0"/>
                        <a:ea typeface="Cascadia Code" panose="020B0609020000020004" pitchFamily="49" charset="0"/>
                        <a:cs typeface="Cascadia Code" panose="020B0609020000020004" pitchFamily="49" charset="0"/>
                      </a:rPr>
                      <m:t>𝑛𝑒𝑤</m:t>
                    </m:r>
                  </m:oMath>
                </a14:m>
                <a:r>
                  <a:rPr lang="en-US" sz="2400" dirty="0">
                    <a:latin typeface="Cambria Math" panose="02040503050406030204" pitchFamily="18" charset="0"/>
                    <a:ea typeface="Cascadia Code" panose="020B0609020000020004" pitchFamily="49" charset="0"/>
                    <a:cs typeface="Cascadia Code" panose="020B0609020000020004" pitchFamily="49" charset="0"/>
                  </a:rPr>
                  <a:t>	(After’s pointer will not link to this new node)</a:t>
                </a:r>
              </a:p>
              <a:p>
                <a:pPr marL="457200" indent="-457200">
                  <a:lnSpc>
                    <a:spcPct val="100000"/>
                  </a:lnSpc>
                  <a:buAutoNum type="arabicPeriod"/>
                </a:pPr>
                <a14:m>
                  <m:oMath xmlns:m="http://schemas.openxmlformats.org/officeDocument/2006/math">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𝑛𝑒𝑤</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𝑝𝑟𝑒𝑣𝑖𝑜𝑢𝑠</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𝐴𝑓𝑡𝑒𝑟</m:t>
                    </m:r>
                  </m:oMath>
                </a14:m>
                <a:r>
                  <a:rPr lang="en-US" sz="2400" dirty="0">
                    <a:latin typeface="Cambria Math" panose="02040503050406030204" pitchFamily="18" charset="0"/>
                    <a:ea typeface="Cascadia Code" panose="020B0609020000020004" pitchFamily="49" charset="0"/>
                    <a:cs typeface="Cascadia Code" panose="020B0609020000020004" pitchFamily="49" charset="0"/>
                  </a:rPr>
                  <a:t>	(Also set After as new node’s previous)</a:t>
                </a:r>
              </a:p>
              <a:p>
                <a:pPr marL="457200" indent="-457200">
                  <a:lnSpc>
                    <a:spcPct val="100000"/>
                  </a:lnSpc>
                  <a:buAutoNum type="arabicPeriod"/>
                </a:pPr>
                <a14:m>
                  <m:oMath xmlns:m="http://schemas.openxmlformats.org/officeDocument/2006/math">
                    <m:r>
                      <a:rPr lang="en-US" sz="2400" i="1" dirty="0">
                        <a:latin typeface="Cambria Math" panose="02040503050406030204" pitchFamily="18" charset="0"/>
                        <a:ea typeface="Cascadia Code" panose="020B0609020000020004" pitchFamily="49" charset="0"/>
                        <a:cs typeface="Cascadia Code" panose="020B0609020000020004" pitchFamily="49" charset="0"/>
                      </a:rPr>
                      <m:t>𝑅𝑒𝑡𝑢𝑟𝑛</m:t>
                    </m:r>
                  </m:oMath>
                </a14:m>
                <a:endParaRPr lang="en-US" sz="2400" dirty="0">
                  <a:latin typeface="Cambria Math" panose="02040503050406030204" pitchFamily="18" charset="0"/>
                  <a:ea typeface="Cascadia Code" panose="020B0609020000020004" pitchFamily="49" charset="0"/>
                  <a:cs typeface="Cascadia Code" panose="020B0609020000020004" pitchFamily="49" charset="0"/>
                </a:endParaRPr>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7"/>
                <a:ext cx="11743016" cy="4887878"/>
              </a:xfrm>
              <a:prstGeom prst="rect">
                <a:avLst/>
              </a:prstGeom>
              <a:blipFill>
                <a:blip r:embed="rId3"/>
                <a:stretch>
                  <a:fillRect l="-778" t="-1746"/>
                </a:stretch>
              </a:blipFill>
            </p:spPr>
            <p:txBody>
              <a:bodyPr/>
              <a:lstStyle/>
              <a:p>
                <a:r>
                  <a:rPr lang="en-PK">
                    <a:noFill/>
                  </a:rPr>
                  <a:t> </a:t>
                </a:r>
              </a:p>
            </p:txBody>
          </p:sp>
        </mc:Fallback>
      </mc:AlternateContent>
    </p:spTree>
    <p:extLst>
      <p:ext uri="{BB962C8B-B14F-4D97-AF65-F5344CB8AC3E}">
        <p14:creationId xmlns:p14="http://schemas.microsoft.com/office/powerpoint/2010/main" val="36740236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Doubly Linked List – INSERT BEFORE</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4887878"/>
              </a:xfrm>
              <a:prstGeom prst="rect">
                <a:avLst/>
              </a:prstGeom>
            </p:spPr>
            <p:txBody>
              <a:bodyPr>
                <a:normAutofit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2400" dirty="0">
                    <a:latin typeface="Cascadia Code" panose="020B0609020000020004" pitchFamily="49" charset="0"/>
                    <a:ea typeface="Cascadia Code" panose="020B0609020000020004" pitchFamily="49" charset="0"/>
                    <a:cs typeface="Cascadia Code" panose="020B0609020000020004" pitchFamily="49" charset="0"/>
                  </a:rPr>
                  <a:t>INSERT_BEFORE</a:t>
                </a:r>
                <a:r>
                  <a:rPr lang="en-US" sz="2400" dirty="0">
                    <a:latin typeface="Cascadia Code" panose="020B0609020000020004" pitchFamily="49" charset="0"/>
                    <a:cs typeface="Cascadia Code" panose="020B0609020000020004" pitchFamily="49" charset="0"/>
                  </a:rPr>
                  <a:t>(</a:t>
                </a:r>
                <a:r>
                  <a:rPr lang="en-US" sz="2400" dirty="0">
                    <a:latin typeface="Cascadia Code" panose="020B0609020000020004" pitchFamily="49" charset="0"/>
                    <a:ea typeface="Cascadia Code" panose="020B0609020000020004" pitchFamily="49" charset="0"/>
                    <a:cs typeface="Cascadia Code" panose="020B0609020000020004" pitchFamily="49" charset="0"/>
                  </a:rPr>
                  <a:t>Start, Before, element), where ‘Start’ is the address of the first node, ‘Before’ is the address of node to insert ‘element’ before.</a:t>
                </a:r>
                <a:endParaRPr lang="en-US" sz="2400" i="1" dirty="0">
                  <a:latin typeface="Cascadia Code" panose="020B0609020000020004" pitchFamily="49" charset="0"/>
                  <a:ea typeface="Cascadia Code" panose="020B0609020000020004" pitchFamily="49" charset="0"/>
                  <a:cs typeface="Cascadia Code" panose="020B0609020000020004" pitchFamily="49" charset="0"/>
                </a:endParaRPr>
              </a:p>
              <a:p>
                <a:pPr marL="457200" indent="-457200">
                  <a:lnSpc>
                    <a:spcPct val="100000"/>
                  </a:lnSpc>
                  <a:buFont typeface="Arial" panose="020B0604020202020204" pitchFamily="34" charset="0"/>
                  <a:buAutoNum type="arabicPeriod"/>
                </a:pPr>
                <a14:m>
                  <m:oMath xmlns:m="http://schemas.openxmlformats.org/officeDocument/2006/math">
                    <m:r>
                      <a:rPr lang="en-US" sz="2400" i="1" dirty="0">
                        <a:latin typeface="Cambria Math" panose="02040503050406030204" pitchFamily="18" charset="0"/>
                        <a:ea typeface="Cascadia Code" panose="020B0609020000020004" pitchFamily="49" charset="0"/>
                        <a:cs typeface="Cascadia Code" panose="020B0609020000020004" pitchFamily="49" charset="0"/>
                      </a:rPr>
                      <m:t>𝐼𝐹</m:t>
                    </m:r>
                    <m:r>
                      <a:rPr lang="en-US" sz="2400" i="1" dirty="0">
                        <a:latin typeface="Cambria Math" panose="02040503050406030204" pitchFamily="18" charset="0"/>
                        <a:ea typeface="Cascadia Code" panose="020B0609020000020004" pitchFamily="49" charset="0"/>
                        <a:cs typeface="Cascadia Code" panose="020B0609020000020004" pitchFamily="49" charset="0"/>
                      </a:rPr>
                      <m:t> </m:t>
                    </m:r>
                    <m:r>
                      <a:rPr lang="en-US" sz="2400" i="1" dirty="0">
                        <a:latin typeface="Cambria Math" panose="02040503050406030204" pitchFamily="18" charset="0"/>
                        <a:ea typeface="Cascadia Code" panose="020B0609020000020004" pitchFamily="49" charset="0"/>
                        <a:cs typeface="Cascadia Code" panose="020B0609020000020004" pitchFamily="49" charset="0"/>
                      </a:rPr>
                      <m:t>𝑆𝑡𝑎𝑟𝑡</m:t>
                    </m:r>
                    <m:r>
                      <a:rPr lang="en-US" sz="2400" i="1" dirty="0">
                        <a:latin typeface="Cambria Math" panose="02040503050406030204" pitchFamily="18" charset="0"/>
                        <a:ea typeface="Cascadia Code" panose="020B0609020000020004" pitchFamily="49" charset="0"/>
                        <a:cs typeface="Cascadia Code" panose="020B0609020000020004" pitchFamily="49" charset="0"/>
                      </a:rPr>
                      <m:t>=</m:t>
                    </m:r>
                    <m:r>
                      <a:rPr lang="en-US" sz="2400" i="1" dirty="0">
                        <a:latin typeface="Cambria Math" panose="02040503050406030204" pitchFamily="18" charset="0"/>
                        <a:ea typeface="Cascadia Code" panose="020B0609020000020004" pitchFamily="49" charset="0"/>
                        <a:cs typeface="Cascadia Code" panose="020B0609020000020004" pitchFamily="49" charset="0"/>
                      </a:rPr>
                      <m:t>𝜙</m:t>
                    </m:r>
                  </m:oMath>
                </a14:m>
                <a:r>
                  <a:rPr lang="en-US" sz="2400" i="1" dirty="0">
                    <a:latin typeface="Cambria Math" panose="02040503050406030204" pitchFamily="18" charset="0"/>
                    <a:ea typeface="Cascadia Code" panose="020B0609020000020004" pitchFamily="49" charset="0"/>
                    <a:cs typeface="Cascadia Code" panose="020B0609020000020004" pitchFamily="49" charset="0"/>
                  </a:rPr>
                  <a:t>	</a:t>
                </a:r>
                <a:r>
                  <a:rPr lang="en-US" sz="2400" dirty="0">
                    <a:latin typeface="Cambria Math" panose="02040503050406030204" pitchFamily="18" charset="0"/>
                    <a:ea typeface="Cascadia Code" panose="020B0609020000020004" pitchFamily="49" charset="0"/>
                    <a:cs typeface="Cascadia Code" panose="020B0609020000020004" pitchFamily="49" charset="0"/>
                  </a:rPr>
                  <a:t>(First check if there’s even a node at start or not)</a:t>
                </a:r>
              </a:p>
              <a:p>
                <a:pPr marL="457200" lvl="1" indent="0">
                  <a:lnSpc>
                    <a:spcPct val="100000"/>
                  </a:lnSpc>
                  <a:buNone/>
                </a:pPr>
                <a14:m>
                  <m:oMath xmlns:m="http://schemas.openxmlformats.org/officeDocument/2006/math">
                    <m:r>
                      <a:rPr lang="en-US" sz="2400" i="1" dirty="0">
                        <a:latin typeface="Cambria Math" panose="02040503050406030204" pitchFamily="18" charset="0"/>
                        <a:ea typeface="Cascadia Code" panose="020B0609020000020004" pitchFamily="49" charset="0"/>
                        <a:cs typeface="Cascadia Code" panose="020B0609020000020004" pitchFamily="49" charset="0"/>
                      </a:rPr>
                      <m:t>𝐼𝑁𝑆𝐸𝑅𝑇</m:t>
                    </m:r>
                    <m:r>
                      <a:rPr lang="en-US" sz="2400" i="1" dirty="0">
                        <a:latin typeface="Cambria Math" panose="02040503050406030204" pitchFamily="18" charset="0"/>
                        <a:ea typeface="Cascadia Code" panose="020B0609020000020004" pitchFamily="49" charset="0"/>
                        <a:cs typeface="Cascadia Code" panose="020B0609020000020004" pitchFamily="49" charset="0"/>
                      </a:rPr>
                      <m:t>(</m:t>
                    </m:r>
                    <m:r>
                      <a:rPr lang="en-US" sz="2400" i="1" dirty="0">
                        <a:latin typeface="Cambria Math" panose="02040503050406030204" pitchFamily="18" charset="0"/>
                        <a:ea typeface="Cascadia Code" panose="020B0609020000020004" pitchFamily="49" charset="0"/>
                        <a:cs typeface="Cascadia Code" panose="020B0609020000020004" pitchFamily="49" charset="0"/>
                      </a:rPr>
                      <m:t>𝑆𝑡𝑎𝑟𝑡</m:t>
                    </m:r>
                    <m:r>
                      <a:rPr lang="en-US" sz="2400" i="1" dirty="0">
                        <a:latin typeface="Cambria Math" panose="02040503050406030204" pitchFamily="18" charset="0"/>
                        <a:ea typeface="Cascadia Code" panose="020B0609020000020004" pitchFamily="49" charset="0"/>
                        <a:cs typeface="Cascadia Code" panose="020B0609020000020004" pitchFamily="49" charset="0"/>
                      </a:rPr>
                      <m:t>, </m:t>
                    </m:r>
                    <m:r>
                      <a:rPr lang="en-US" sz="2400" i="1" dirty="0">
                        <a:latin typeface="Cambria Math" panose="02040503050406030204" pitchFamily="18" charset="0"/>
                        <a:ea typeface="Cascadia Code" panose="020B0609020000020004" pitchFamily="49" charset="0"/>
                        <a:cs typeface="Cascadia Code" panose="020B0609020000020004" pitchFamily="49" charset="0"/>
                      </a:rPr>
                      <m:t>𝑒𝑙𝑒𝑚𝑒𝑛𝑡</m:t>
                    </m:r>
                    <m:r>
                      <a:rPr lang="en-US" sz="2400" i="1" dirty="0">
                        <a:latin typeface="Cambria Math" panose="02040503050406030204" pitchFamily="18" charset="0"/>
                        <a:ea typeface="Cascadia Code" panose="020B0609020000020004" pitchFamily="49" charset="0"/>
                        <a:cs typeface="Cascadia Code" panose="020B0609020000020004" pitchFamily="49" charset="0"/>
                      </a:rPr>
                      <m:t>)</m:t>
                    </m:r>
                  </m:oMath>
                </a14:m>
                <a:r>
                  <a:rPr lang="en-US" sz="2400" i="1" dirty="0">
                    <a:latin typeface="Cambria Math" panose="02040503050406030204" pitchFamily="18" charset="0"/>
                    <a:ea typeface="Cascadia Code" panose="020B0609020000020004" pitchFamily="49" charset="0"/>
                    <a:cs typeface="Cascadia Code" panose="020B0609020000020004" pitchFamily="49" charset="0"/>
                  </a:rPr>
                  <a:t> 	</a:t>
                </a:r>
                <a:r>
                  <a:rPr lang="en-US" sz="2400" dirty="0">
                    <a:latin typeface="Cambria Math" panose="02040503050406030204" pitchFamily="18" charset="0"/>
                    <a:ea typeface="Cascadia Code" panose="020B0609020000020004" pitchFamily="49" charset="0"/>
                    <a:cs typeface="Cascadia Code" panose="020B0609020000020004" pitchFamily="49" charset="0"/>
                  </a:rPr>
                  <a:t>(Simply perform Insert)</a:t>
                </a:r>
                <a:endParaRPr lang="en-US" sz="2200" i="1" dirty="0">
                  <a:latin typeface="Cambria Math" panose="02040503050406030204" pitchFamily="18" charset="0"/>
                  <a:ea typeface="Cascadia Code" panose="020B0609020000020004" pitchFamily="49" charset="0"/>
                  <a:cs typeface="Cascadia Code" panose="020B0609020000020004" pitchFamily="49" charset="0"/>
                </a:endParaRPr>
              </a:p>
              <a:p>
                <a:pPr marL="457200" indent="-457200">
                  <a:lnSpc>
                    <a:spcPct val="100000"/>
                  </a:lnSpc>
                  <a:buAutoNum type="arabicPeriod"/>
                </a:pPr>
                <a14:m>
                  <m:oMath xmlns:m="http://schemas.openxmlformats.org/officeDocument/2006/math">
                    <m:r>
                      <a:rPr lang="en-US" sz="2400" i="1" dirty="0">
                        <a:latin typeface="Cambria Math" panose="02040503050406030204" pitchFamily="18" charset="0"/>
                        <a:ea typeface="Cascadia Code" panose="020B0609020000020004" pitchFamily="49" charset="0"/>
                        <a:cs typeface="Cascadia Code" panose="020B0609020000020004" pitchFamily="49" charset="0"/>
                      </a:rPr>
                      <m:t>𝑛𝑒𝑤</m:t>
                    </m:r>
                    <m:r>
                      <a:rPr lang="en-US" sz="2400" i="1" dirty="0">
                        <a:latin typeface="Cambria Math" panose="02040503050406030204" pitchFamily="18" charset="0"/>
                        <a:ea typeface="Cascadia Code" panose="020B0609020000020004" pitchFamily="49" charset="0"/>
                        <a:cs typeface="Cascadia Code" panose="020B0609020000020004" pitchFamily="49" charset="0"/>
                      </a:rPr>
                      <m:t>≔</m:t>
                    </m:r>
                    <m:r>
                      <a:rPr lang="en-US" sz="2400" i="1" dirty="0">
                        <a:latin typeface="Cambria Math" panose="02040503050406030204" pitchFamily="18" charset="0"/>
                        <a:ea typeface="Cascadia Code" panose="020B0609020000020004" pitchFamily="49" charset="0"/>
                        <a:cs typeface="Cascadia Code" panose="020B0609020000020004" pitchFamily="49" charset="0"/>
                      </a:rPr>
                      <m:t>𝐶𝑅𝐸𝐴𝑇𝐸</m:t>
                    </m:r>
                    <m:r>
                      <a:rPr lang="en-US" sz="2400" i="1" dirty="0">
                        <a:latin typeface="Cambria Math" panose="02040503050406030204" pitchFamily="18" charset="0"/>
                        <a:ea typeface="Cascadia Code" panose="020B0609020000020004" pitchFamily="49" charset="0"/>
                        <a:cs typeface="Cascadia Code" panose="020B0609020000020004" pitchFamily="49" charset="0"/>
                      </a:rPr>
                      <m:t>_</m:t>
                    </m:r>
                    <m:r>
                      <a:rPr lang="en-US" sz="2400" i="1" dirty="0">
                        <a:latin typeface="Cambria Math" panose="02040503050406030204" pitchFamily="18" charset="0"/>
                        <a:ea typeface="Cascadia Code" panose="020B0609020000020004" pitchFamily="49" charset="0"/>
                        <a:cs typeface="Cascadia Code" panose="020B0609020000020004" pitchFamily="49" charset="0"/>
                      </a:rPr>
                      <m:t>𝑁𝑂𝐷𝐸</m:t>
                    </m:r>
                    <m:d>
                      <m:dPr>
                        <m:ctrlPr>
                          <a:rPr lang="en-US" sz="2400" i="1" dirty="0">
                            <a:latin typeface="Cambria Math" panose="02040503050406030204" pitchFamily="18" charset="0"/>
                            <a:ea typeface="Cascadia Code" panose="020B0609020000020004" pitchFamily="49" charset="0"/>
                            <a:cs typeface="Cascadia Code" panose="020B0609020000020004" pitchFamily="49" charset="0"/>
                          </a:rPr>
                        </m:ctrlPr>
                      </m:dPr>
                      <m:e>
                        <m:d>
                          <m:dPr>
                            <m:begChr m:val="|"/>
                            <m:endChr m:val="|"/>
                            <m:ctrlPr>
                              <a:rPr lang="en-US" sz="2400" i="1" dirty="0">
                                <a:latin typeface="Cambria Math" panose="02040503050406030204" pitchFamily="18" charset="0"/>
                                <a:ea typeface="Cascadia Code" panose="020B0609020000020004" pitchFamily="49" charset="0"/>
                                <a:cs typeface="Cascadia Code" panose="020B0609020000020004" pitchFamily="49" charset="0"/>
                              </a:rPr>
                            </m:ctrlPr>
                          </m:dPr>
                          <m:e>
                            <m:r>
                              <a:rPr lang="en-US" sz="2400" i="1" dirty="0">
                                <a:latin typeface="Cambria Math" panose="02040503050406030204" pitchFamily="18" charset="0"/>
                                <a:ea typeface="Cascadia Code" panose="020B0609020000020004" pitchFamily="49" charset="0"/>
                                <a:cs typeface="Cascadia Code" panose="020B0609020000020004" pitchFamily="49" charset="0"/>
                              </a:rPr>
                              <m:t>𝑒𝑙𝑒𝑚𝑒𝑛𝑡</m:t>
                            </m:r>
                          </m:e>
                        </m:d>
                      </m:e>
                    </m:d>
                  </m:oMath>
                </a14:m>
                <a:r>
                  <a:rPr lang="en-US" sz="2400" dirty="0">
                    <a:latin typeface="Cambria Math" panose="02040503050406030204" pitchFamily="18" charset="0"/>
                    <a:ea typeface="Cascadia Code" panose="020B0609020000020004" pitchFamily="49" charset="0"/>
                    <a:cs typeface="Cascadia Code" panose="020B0609020000020004" pitchFamily="49" charset="0"/>
                  </a:rPr>
                  <a:t>	(Allocate memory for new node)</a:t>
                </a:r>
              </a:p>
              <a:p>
                <a:pPr marL="457200" indent="-457200">
                  <a:lnSpc>
                    <a:spcPct val="100000"/>
                  </a:lnSpc>
                  <a:buAutoNum type="arabicPeriod"/>
                </a:pPr>
                <a14:m>
                  <m:oMath xmlns:m="http://schemas.openxmlformats.org/officeDocument/2006/math">
                    <m:r>
                      <a:rPr lang="en-US" sz="2400" i="1">
                        <a:latin typeface="Cambria Math" panose="02040503050406030204" pitchFamily="18" charset="0"/>
                        <a:ea typeface="Cascadia Code" panose="020B0609020000020004" pitchFamily="49" charset="0"/>
                        <a:cs typeface="Cascadia Code" panose="020B0609020000020004" pitchFamily="49" charset="0"/>
                      </a:rPr>
                      <m:t>𝑛𝑒𝑤</m:t>
                    </m:r>
                    <m:r>
                      <a:rPr lang="en-US" sz="2400" i="1">
                        <a:latin typeface="Cambria Math" panose="02040503050406030204" pitchFamily="18" charset="0"/>
                        <a:ea typeface="Cascadia Code" panose="020B0609020000020004" pitchFamily="49" charset="0"/>
                        <a:cs typeface="Cascadia Code" panose="020B0609020000020004" pitchFamily="49" charset="0"/>
                      </a:rPr>
                      <m:t>→</m:t>
                    </m:r>
                    <m:r>
                      <a:rPr lang="en-US" sz="2400" i="1">
                        <a:latin typeface="Cambria Math" panose="02040503050406030204" pitchFamily="18" charset="0"/>
                        <a:ea typeface="Cascadia Code" panose="020B0609020000020004" pitchFamily="49" charset="0"/>
                        <a:cs typeface="Cascadia Code" panose="020B0609020000020004" pitchFamily="49" charset="0"/>
                      </a:rPr>
                      <m:t>𝑒𝑙𝑒𝑚𝑒𝑛𝑡</m:t>
                    </m:r>
                    <m:r>
                      <a:rPr lang="en-US" sz="2400" i="1">
                        <a:latin typeface="Cambria Math" panose="02040503050406030204" pitchFamily="18" charset="0"/>
                        <a:ea typeface="Cascadia Code" panose="020B0609020000020004" pitchFamily="49" charset="0"/>
                        <a:cs typeface="Cascadia Code" panose="020B0609020000020004" pitchFamily="49" charset="0"/>
                      </a:rPr>
                      <m:t>≔</m:t>
                    </m:r>
                    <m:r>
                      <a:rPr lang="en-US" sz="2400" i="1">
                        <a:latin typeface="Cambria Math" panose="02040503050406030204" pitchFamily="18" charset="0"/>
                        <a:ea typeface="Cascadia Code" panose="020B0609020000020004" pitchFamily="49" charset="0"/>
                        <a:cs typeface="Cascadia Code" panose="020B0609020000020004" pitchFamily="49" charset="0"/>
                      </a:rPr>
                      <m:t>𝑒𝑙𝑒𝑚𝑒𝑛𝑡</m:t>
                    </m:r>
                  </m:oMath>
                </a14:m>
                <a:r>
                  <a:rPr lang="en-US" sz="2400" dirty="0">
                    <a:latin typeface="Cambria Math" panose="02040503050406030204" pitchFamily="18" charset="0"/>
                    <a:ea typeface="Cascadia Code" panose="020B0609020000020004" pitchFamily="49" charset="0"/>
                    <a:cs typeface="Cascadia Code" panose="020B0609020000020004" pitchFamily="49" charset="0"/>
                  </a:rPr>
                  <a:t>	(Set the new node’s data)</a:t>
                </a:r>
                <a:endParaRPr lang="en-US" sz="2400" i="1" dirty="0">
                  <a:latin typeface="Cambria Math" panose="02040503050406030204" pitchFamily="18" charset="0"/>
                  <a:ea typeface="Cascadia Code" panose="020B0609020000020004" pitchFamily="49" charset="0"/>
                  <a:cs typeface="Cascadia Code" panose="020B0609020000020004" pitchFamily="49" charset="0"/>
                </a:endParaRPr>
              </a:p>
              <a:p>
                <a:pPr marL="457200" indent="-457200">
                  <a:lnSpc>
                    <a:spcPct val="100000"/>
                  </a:lnSpc>
                  <a:buAutoNum type="arabicPeriod"/>
                </a:pPr>
                <a14:m>
                  <m:oMath xmlns:m="http://schemas.openxmlformats.org/officeDocument/2006/math">
                    <m:r>
                      <a:rPr lang="en-US" sz="2400" i="1">
                        <a:latin typeface="Cambria Math" panose="02040503050406030204" pitchFamily="18" charset="0"/>
                        <a:ea typeface="Cascadia Code" panose="020B0609020000020004" pitchFamily="49" charset="0"/>
                        <a:cs typeface="Cascadia Code" panose="020B0609020000020004" pitchFamily="49" charset="0"/>
                      </a:rPr>
                      <m:t>𝑛𝑒𝑤</m:t>
                    </m:r>
                    <m:r>
                      <a:rPr lang="en-US" sz="2400" i="1">
                        <a:latin typeface="Cambria Math" panose="02040503050406030204" pitchFamily="18" charset="0"/>
                        <a:ea typeface="Cascadia Code" panose="020B0609020000020004" pitchFamily="49" charset="0"/>
                        <a:cs typeface="Cascadia Code" panose="020B0609020000020004" pitchFamily="49" charset="0"/>
                      </a:rPr>
                      <m:t>→</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𝑝𝑟𝑒𝑣𝑖𝑜𝑢𝑠</m:t>
                    </m:r>
                    <m:r>
                      <a:rPr lang="en-US" sz="2400" i="1">
                        <a:latin typeface="Cambria Math" panose="02040503050406030204" pitchFamily="18" charset="0"/>
                        <a:ea typeface="Cascadia Code" panose="020B0609020000020004" pitchFamily="49" charset="0"/>
                        <a:cs typeface="Cascadia Code" panose="020B0609020000020004" pitchFamily="49" charset="0"/>
                      </a:rPr>
                      <m:t>≔</m:t>
                    </m:r>
                    <m:r>
                      <a:rPr lang="en-US" sz="2400" i="1" dirty="0">
                        <a:latin typeface="Cambria Math" panose="02040503050406030204" pitchFamily="18" charset="0"/>
                        <a:ea typeface="Cascadia Code" panose="020B0609020000020004" pitchFamily="49" charset="0"/>
                        <a:cs typeface="Cascadia Code" panose="020B0609020000020004" pitchFamily="49" charset="0"/>
                      </a:rPr>
                      <m:t>𝐵𝑒𝑓𝑜𝑟𝑒</m:t>
                    </m:r>
                    <m:r>
                      <a:rPr lang="en-US" sz="2400" i="1">
                        <a:latin typeface="Cambria Math" panose="02040503050406030204" pitchFamily="18" charset="0"/>
                        <a:ea typeface="Cascadia Code" panose="020B0609020000020004" pitchFamily="49" charset="0"/>
                        <a:cs typeface="Cascadia Code" panose="020B0609020000020004" pitchFamily="49" charset="0"/>
                      </a:rPr>
                      <m:t>→</m:t>
                    </m:r>
                    <m:r>
                      <a:rPr lang="en-US" sz="2400" i="1">
                        <a:latin typeface="Cambria Math" panose="02040503050406030204" pitchFamily="18" charset="0"/>
                        <a:ea typeface="Cascadia Code" panose="020B0609020000020004" pitchFamily="49" charset="0"/>
                        <a:cs typeface="Cascadia Code" panose="020B0609020000020004" pitchFamily="49" charset="0"/>
                      </a:rPr>
                      <m:t>𝑝𝑟𝑒𝑣𝑖𝑜𝑢𝑠</m:t>
                    </m:r>
                  </m:oMath>
                </a14:m>
                <a:r>
                  <a:rPr lang="en-US" sz="2400" dirty="0">
                    <a:latin typeface="Cambria Math" panose="02040503050406030204" pitchFamily="18" charset="0"/>
                    <a:ea typeface="Cascadia Code" panose="020B0609020000020004" pitchFamily="49" charset="0"/>
                    <a:cs typeface="Cascadia Code" panose="020B0609020000020004" pitchFamily="49" charset="0"/>
                  </a:rPr>
                  <a:t>	(Copy the pointer from Before node)</a:t>
                </a:r>
              </a:p>
              <a:p>
                <a:pPr marL="457200" indent="-457200">
                  <a:lnSpc>
                    <a:spcPct val="100000"/>
                  </a:lnSpc>
                  <a:buAutoNum type="arabicPeriod"/>
                </a:pPr>
                <a14:m>
                  <m:oMath xmlns:m="http://schemas.openxmlformats.org/officeDocument/2006/math">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𝐵𝑒𝑓𝑜𝑟𝑒</m:t>
                    </m:r>
                    <m:r>
                      <a:rPr lang="en-US" sz="2400" i="1" dirty="0">
                        <a:latin typeface="Cambria Math" panose="02040503050406030204" pitchFamily="18" charset="0"/>
                        <a:ea typeface="Cascadia Code" panose="020B0609020000020004" pitchFamily="49" charset="0"/>
                        <a:cs typeface="Cascadia Code" panose="020B0609020000020004" pitchFamily="49" charset="0"/>
                      </a:rPr>
                      <m:t>→</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𝑝𝑟𝑒𝑣𝑖𝑜𝑢𝑠</m:t>
                    </m:r>
                    <m:r>
                      <a:rPr lang="en-US" sz="2400" i="1" dirty="0">
                        <a:latin typeface="Cambria Math" panose="02040503050406030204" pitchFamily="18" charset="0"/>
                        <a:ea typeface="Cascadia Code" panose="020B0609020000020004" pitchFamily="49" charset="0"/>
                        <a:cs typeface="Cascadia Code" panose="020B0609020000020004" pitchFamily="49" charset="0"/>
                      </a:rPr>
                      <m:t>≔</m:t>
                    </m:r>
                    <m:r>
                      <a:rPr lang="en-US" sz="2400" i="1" dirty="0">
                        <a:latin typeface="Cambria Math" panose="02040503050406030204" pitchFamily="18" charset="0"/>
                        <a:ea typeface="Cascadia Code" panose="020B0609020000020004" pitchFamily="49" charset="0"/>
                        <a:cs typeface="Cascadia Code" panose="020B0609020000020004" pitchFamily="49" charset="0"/>
                      </a:rPr>
                      <m:t>𝑛𝑒𝑤</m:t>
                    </m:r>
                  </m:oMath>
                </a14:m>
                <a:endParaRPr lang="en-US" sz="2400" dirty="0">
                  <a:latin typeface="Cambria Math" panose="02040503050406030204" pitchFamily="18" charset="0"/>
                  <a:ea typeface="Cascadia Code" panose="020B0609020000020004" pitchFamily="49" charset="0"/>
                  <a:cs typeface="Cascadia Code" panose="020B0609020000020004" pitchFamily="49" charset="0"/>
                </a:endParaRPr>
              </a:p>
              <a:p>
                <a:pPr marL="457200" indent="-457200">
                  <a:lnSpc>
                    <a:spcPct val="100000"/>
                  </a:lnSpc>
                  <a:buAutoNum type="arabicPeriod"/>
                </a:pPr>
                <a14:m>
                  <m:oMath xmlns:m="http://schemas.openxmlformats.org/officeDocument/2006/math">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𝑛𝑒𝑤</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𝑛𝑒𝑥𝑡</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400" i="1" dirty="0">
                        <a:latin typeface="Cambria Math" panose="02040503050406030204" pitchFamily="18" charset="0"/>
                        <a:ea typeface="Cascadia Code" panose="020B0609020000020004" pitchFamily="49" charset="0"/>
                        <a:cs typeface="Cascadia Code" panose="020B0609020000020004" pitchFamily="49" charset="0"/>
                      </a:rPr>
                      <m:t>𝐵𝑒𝑓𝑜𝑟𝑒</m:t>
                    </m:r>
                  </m:oMath>
                </a14:m>
                <a:endParaRPr lang="en-US" sz="2400" dirty="0">
                  <a:latin typeface="Cambria Math" panose="02040503050406030204" pitchFamily="18" charset="0"/>
                  <a:ea typeface="Cascadia Code" panose="020B0609020000020004" pitchFamily="49" charset="0"/>
                  <a:cs typeface="Cascadia Code" panose="020B0609020000020004" pitchFamily="49" charset="0"/>
                </a:endParaRPr>
              </a:p>
              <a:p>
                <a:pPr marL="457200" indent="-457200">
                  <a:lnSpc>
                    <a:spcPct val="100000"/>
                  </a:lnSpc>
                  <a:buAutoNum type="arabicPeriod"/>
                </a:pPr>
                <a14:m>
                  <m:oMath xmlns:m="http://schemas.openxmlformats.org/officeDocument/2006/math">
                    <m:r>
                      <a:rPr lang="en-US" sz="2400" i="1" dirty="0">
                        <a:latin typeface="Cambria Math" panose="02040503050406030204" pitchFamily="18" charset="0"/>
                        <a:ea typeface="Cascadia Code" panose="020B0609020000020004" pitchFamily="49" charset="0"/>
                        <a:cs typeface="Cascadia Code" panose="020B0609020000020004" pitchFamily="49" charset="0"/>
                      </a:rPr>
                      <m:t>𝑅𝑒𝑡𝑢𝑟𝑛</m:t>
                    </m:r>
                  </m:oMath>
                </a14:m>
                <a:endParaRPr lang="en-US" sz="2400" dirty="0">
                  <a:latin typeface="Cambria Math" panose="02040503050406030204" pitchFamily="18" charset="0"/>
                  <a:ea typeface="Cascadia Code" panose="020B0609020000020004" pitchFamily="49" charset="0"/>
                  <a:cs typeface="Cascadia Code" panose="020B0609020000020004" pitchFamily="49" charset="0"/>
                </a:endParaRPr>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7"/>
                <a:ext cx="11743016" cy="4887878"/>
              </a:xfrm>
              <a:prstGeom prst="rect">
                <a:avLst/>
              </a:prstGeom>
              <a:blipFill>
                <a:blip r:embed="rId3"/>
                <a:stretch>
                  <a:fillRect l="-778" t="-1746"/>
                </a:stretch>
              </a:blipFill>
            </p:spPr>
            <p:txBody>
              <a:bodyPr/>
              <a:lstStyle/>
              <a:p>
                <a:r>
                  <a:rPr lang="en-PK">
                    <a:noFill/>
                  </a:rPr>
                  <a:t> </a:t>
                </a:r>
              </a:p>
            </p:txBody>
          </p:sp>
        </mc:Fallback>
      </mc:AlternateContent>
    </p:spTree>
    <p:extLst>
      <p:ext uri="{BB962C8B-B14F-4D97-AF65-F5344CB8AC3E}">
        <p14:creationId xmlns:p14="http://schemas.microsoft.com/office/powerpoint/2010/main" val="15264518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Doubly Linked List – INSERT BEFORE</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4887878"/>
              </a:xfrm>
              <a:prstGeom prst="rect">
                <a:avLst/>
              </a:prstGeom>
            </p:spPr>
            <p:txBody>
              <a:bodyPr>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2400" dirty="0">
                    <a:latin typeface="Cascadia Code" panose="020B0609020000020004" pitchFamily="49" charset="0"/>
                    <a:ea typeface="Cascadia Code" panose="020B0609020000020004" pitchFamily="49" charset="0"/>
                    <a:cs typeface="Cascadia Code" panose="020B0609020000020004" pitchFamily="49" charset="0"/>
                  </a:rPr>
                  <a:t>INSERT_BEFORE</a:t>
                </a:r>
                <a:r>
                  <a:rPr lang="en-US" sz="2400" dirty="0">
                    <a:latin typeface="Cascadia Code" panose="020B0609020000020004" pitchFamily="49" charset="0"/>
                    <a:cs typeface="Cascadia Code" panose="020B0609020000020004" pitchFamily="49" charset="0"/>
                  </a:rPr>
                  <a:t>(</a:t>
                </a:r>
                <a:r>
                  <a:rPr lang="en-US" sz="2400" dirty="0">
                    <a:latin typeface="Cascadia Code" panose="020B0609020000020004" pitchFamily="49" charset="0"/>
                    <a:ea typeface="Cascadia Code" panose="020B0609020000020004" pitchFamily="49" charset="0"/>
                    <a:cs typeface="Cascadia Code" panose="020B0609020000020004" pitchFamily="49" charset="0"/>
                  </a:rPr>
                  <a:t>Start, Before, element), where ‘Start’ is the address of the first node, ‘Before’ is the address of node to insert ‘element’ before.</a:t>
                </a:r>
                <a:endParaRPr lang="en-US" sz="2400" i="1" dirty="0">
                  <a:latin typeface="Cascadia Code" panose="020B0609020000020004" pitchFamily="49" charset="0"/>
                  <a:ea typeface="Cascadia Code" panose="020B0609020000020004" pitchFamily="49" charset="0"/>
                  <a:cs typeface="Cascadia Code" panose="020B0609020000020004" pitchFamily="49" charset="0"/>
                </a:endParaRPr>
              </a:p>
              <a:p>
                <a:pPr marL="457200" indent="-457200">
                  <a:lnSpc>
                    <a:spcPct val="100000"/>
                  </a:lnSpc>
                  <a:buFont typeface="Arial" panose="020B0604020202020204" pitchFamily="34" charset="0"/>
                  <a:buAutoNum type="arabicPeriod"/>
                </a:pPr>
                <a14:m>
                  <m:oMath xmlns:m="http://schemas.openxmlformats.org/officeDocument/2006/math">
                    <m:r>
                      <a:rPr lang="en-US" sz="2400" i="1" dirty="0" smtClean="0">
                        <a:latin typeface="Cambria Math" panose="02040503050406030204" pitchFamily="18" charset="0"/>
                        <a:ea typeface="Cascadia Code" panose="020B0609020000020004" pitchFamily="49" charset="0"/>
                        <a:cs typeface="Cascadia Code" panose="020B0609020000020004" pitchFamily="49" charset="0"/>
                      </a:rPr>
                      <m:t>𝑅𝑒𝑡𝑢𝑟𝑛</m:t>
                    </m:r>
                    <m:r>
                      <a:rPr lang="en-US" sz="2400" i="1" dirty="0" smtClean="0">
                        <a:latin typeface="Cambria Math" panose="02040503050406030204" pitchFamily="18" charset="0"/>
                        <a:ea typeface="Cascadia Code" panose="020B0609020000020004" pitchFamily="49" charset="0"/>
                        <a:cs typeface="Cascadia Code" panose="020B0609020000020004" pitchFamily="49" charset="0"/>
                      </a:rPr>
                      <m:t> </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𝐼𝑁𝑆𝐸𝑅𝑇</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_</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𝐴𝐹𝑇𝐸𝑅</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𝑆𝑡𝑎𝑟𝑡</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 </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𝐵𝑒𝑓𝑜𝑟𝑒</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𝑝𝑟𝑒𝑣𝑖𝑜𝑢𝑠</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 </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𝑒𝑙𝑒𝑚𝑒𝑛𝑡</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m:t>
                    </m:r>
                  </m:oMath>
                </a14:m>
                <a:endParaRPr lang="en-US" sz="2400" b="0" i="1" dirty="0">
                  <a:latin typeface="Cambria Math" panose="02040503050406030204" pitchFamily="18" charset="0"/>
                  <a:ea typeface="Cascadia Code" panose="020B0609020000020004" pitchFamily="49" charset="0"/>
                  <a:cs typeface="Cascadia Code" panose="020B0609020000020004" pitchFamily="49" charset="0"/>
                </a:endParaRPr>
              </a:p>
              <a:p>
                <a:pPr marL="0" indent="0">
                  <a:lnSpc>
                    <a:spcPct val="100000"/>
                  </a:lnSpc>
                  <a:buNone/>
                </a:pPr>
                <a:endParaRPr lang="en-US" sz="2400" dirty="0">
                  <a:latin typeface="Cambria Math" panose="02040503050406030204" pitchFamily="18" charset="0"/>
                  <a:ea typeface="Cascadia Code" panose="020B0609020000020004" pitchFamily="49" charset="0"/>
                  <a:cs typeface="Cascadia Code" panose="020B0609020000020004" pitchFamily="49" charset="0"/>
                </a:endParaRPr>
              </a:p>
              <a:p>
                <a:pPr marL="0" indent="0">
                  <a:lnSpc>
                    <a:spcPct val="100000"/>
                  </a:lnSpc>
                  <a:buNone/>
                </a:pPr>
                <a:r>
                  <a:rPr lang="en-US" sz="2400" dirty="0">
                    <a:latin typeface="Cambria Math" panose="02040503050406030204" pitchFamily="18" charset="0"/>
                    <a:ea typeface="Cascadia Code" panose="020B0609020000020004" pitchFamily="49" charset="0"/>
                    <a:cs typeface="Cascadia Code" panose="020B0609020000020004" pitchFamily="49" charset="0"/>
                  </a:rPr>
                  <a:t>Can you figure out what we did here?</a:t>
                </a:r>
                <a:br>
                  <a:rPr lang="en-US" sz="2400" dirty="0">
                    <a:latin typeface="Cambria Math" panose="02040503050406030204" pitchFamily="18" charset="0"/>
                    <a:ea typeface="Cascadia Code" panose="020B0609020000020004" pitchFamily="49" charset="0"/>
                    <a:cs typeface="Cascadia Code" panose="020B0609020000020004" pitchFamily="49" charset="0"/>
                  </a:rPr>
                </a:br>
                <a:r>
                  <a:rPr lang="en-US" sz="2400" dirty="0">
                    <a:latin typeface="Cambria Math" panose="02040503050406030204" pitchFamily="18" charset="0"/>
                    <a:ea typeface="Cascadia Code" panose="020B0609020000020004" pitchFamily="49" charset="0"/>
                    <a:cs typeface="Cascadia Code" panose="020B0609020000020004" pitchFamily="49" charset="0"/>
                  </a:rPr>
                  <a:t>Since we have already implemented INSERT_AFTER, therefore we can reuse it by calling it with </a:t>
                </a:r>
                <a14:m>
                  <m:oMath xmlns:m="http://schemas.openxmlformats.org/officeDocument/2006/math">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𝐵𝑒𝑓𝑜𝑟𝑒</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𝑝𝑟𝑒𝑣𝑖𝑜𝑢𝑠</m:t>
                    </m:r>
                  </m:oMath>
                </a14:m>
                <a:r>
                  <a:rPr lang="en-US" sz="2400" dirty="0">
                    <a:latin typeface="Cambria Math" panose="02040503050406030204" pitchFamily="18" charset="0"/>
                    <a:ea typeface="Cascadia Code" panose="020B0609020000020004" pitchFamily="49" charset="0"/>
                    <a:cs typeface="Cascadia Code" panose="020B0609020000020004" pitchFamily="49" charset="0"/>
                  </a:rPr>
                  <a:t> as second parameter instead of </a:t>
                </a:r>
                <a14:m>
                  <m:oMath xmlns:m="http://schemas.openxmlformats.org/officeDocument/2006/math">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𝐵𝑒𝑓𝑜𝑟𝑒</m:t>
                    </m:r>
                  </m:oMath>
                </a14:m>
                <a:r>
                  <a:rPr lang="en-US" sz="2400" dirty="0">
                    <a:latin typeface="Cambria Math" panose="02040503050406030204" pitchFamily="18" charset="0"/>
                    <a:ea typeface="Cascadia Code" panose="020B0609020000020004" pitchFamily="49" charset="0"/>
                    <a:cs typeface="Cascadia Code" panose="020B0609020000020004" pitchFamily="49" charset="0"/>
                  </a:rPr>
                  <a:t>.</a:t>
                </a:r>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7"/>
                <a:ext cx="11743016" cy="4887878"/>
              </a:xfrm>
              <a:prstGeom prst="rect">
                <a:avLst/>
              </a:prstGeom>
              <a:blipFill>
                <a:blip r:embed="rId3"/>
                <a:stretch>
                  <a:fillRect l="-778" t="-998"/>
                </a:stretch>
              </a:blipFill>
            </p:spPr>
            <p:txBody>
              <a:bodyPr/>
              <a:lstStyle/>
              <a:p>
                <a:r>
                  <a:rPr lang="en-PK">
                    <a:noFill/>
                  </a:rPr>
                  <a:t> </a:t>
                </a:r>
              </a:p>
            </p:txBody>
          </p:sp>
        </mc:Fallback>
      </mc:AlternateContent>
    </p:spTree>
    <p:extLst>
      <p:ext uri="{BB962C8B-B14F-4D97-AF65-F5344CB8AC3E}">
        <p14:creationId xmlns:p14="http://schemas.microsoft.com/office/powerpoint/2010/main" val="34209501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Doubly Header Linked List</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6"/>
                <a:ext cx="11743016" cy="3268011"/>
              </a:xfrm>
              <a:prstGeom prst="rect">
                <a:avLst/>
              </a:prstGeom>
            </p:spPr>
            <p:txBody>
              <a:bodyPr>
                <a:normAutofit fontScale="925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400" dirty="0"/>
                  <a:t>This is NOT a conventional type of linked lists, i.e. it is not an ADT. We are implementing a new type by combining two features of previously discussed linked lists i.e., The </a:t>
                </a:r>
                <a14:m>
                  <m:oMath xmlns:m="http://schemas.openxmlformats.org/officeDocument/2006/math">
                    <m:r>
                      <a:rPr lang="en-US" sz="3400" i="1" dirty="0" smtClean="0">
                        <a:latin typeface="Cambria Math" panose="02040503050406030204" pitchFamily="18" charset="0"/>
                      </a:rPr>
                      <m:t>h𝑒𝑎𝑑</m:t>
                    </m:r>
                  </m:oMath>
                </a14:m>
                <a:r>
                  <a:rPr lang="en-US" sz="3400" dirty="0"/>
                  <a:t> node and </a:t>
                </a:r>
                <a14:m>
                  <m:oMath xmlns:m="http://schemas.openxmlformats.org/officeDocument/2006/math">
                    <m:r>
                      <a:rPr lang="en-US" sz="3400" i="1" dirty="0" smtClean="0">
                        <a:latin typeface="Cambria Math" panose="02040503050406030204" pitchFamily="18" charset="0"/>
                      </a:rPr>
                      <m:t>𝑝𝑟𝑒𝑣𝑖𝑜𝑢𝑠</m:t>
                    </m:r>
                  </m:oMath>
                </a14:m>
                <a:r>
                  <a:rPr lang="en-US" sz="3400" dirty="0"/>
                  <a:t> pointer.</a:t>
                </a:r>
              </a:p>
              <a:p>
                <a:pPr>
                  <a:lnSpc>
                    <a:spcPct val="120000"/>
                  </a:lnSpc>
                  <a:buFont typeface="Wingdings" panose="05000000000000000000" pitchFamily="2" charset="2"/>
                  <a:buChar char="§"/>
                </a:pPr>
                <a:r>
                  <a:rPr lang="en-US" sz="3400" dirty="0"/>
                  <a:t>It provides all the features of previous linked lists and also enables us to travel from start to end, as well as in reverse direction.</a:t>
                </a:r>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6"/>
                <a:ext cx="11743016" cy="3268011"/>
              </a:xfrm>
              <a:prstGeom prst="rect">
                <a:avLst/>
              </a:prstGeom>
              <a:blipFill>
                <a:blip r:embed="rId3"/>
                <a:stretch>
                  <a:fillRect l="-1090" t="-560" r="-519"/>
                </a:stretch>
              </a:blipFill>
            </p:spPr>
            <p:txBody>
              <a:bodyPr/>
              <a:lstStyle/>
              <a:p>
                <a:r>
                  <a:rPr lang="en-PK">
                    <a:noFill/>
                  </a:rPr>
                  <a:t> </a:t>
                </a:r>
              </a:p>
            </p:txBody>
          </p:sp>
        </mc:Fallback>
      </mc:AlternateContent>
      <p:grpSp>
        <p:nvGrpSpPr>
          <p:cNvPr id="5" name="Group 4">
            <a:extLst>
              <a:ext uri="{FF2B5EF4-FFF2-40B4-BE49-F238E27FC236}">
                <a16:creationId xmlns:a16="http://schemas.microsoft.com/office/drawing/2014/main" id="{9ACD8C87-1C61-F9C8-BBE3-396410001432}"/>
              </a:ext>
            </a:extLst>
          </p:cNvPr>
          <p:cNvGrpSpPr/>
          <p:nvPr/>
        </p:nvGrpSpPr>
        <p:grpSpPr>
          <a:xfrm>
            <a:off x="1334812" y="5025892"/>
            <a:ext cx="9443597" cy="1200329"/>
            <a:chOff x="1334812" y="5025892"/>
            <a:chExt cx="9443597" cy="1200329"/>
          </a:xfrm>
        </p:grpSpPr>
        <p:grpSp>
          <p:nvGrpSpPr>
            <p:cNvPr id="68" name="Group 67">
              <a:extLst>
                <a:ext uri="{FF2B5EF4-FFF2-40B4-BE49-F238E27FC236}">
                  <a16:creationId xmlns:a16="http://schemas.microsoft.com/office/drawing/2014/main" id="{1B65E8D0-D6EB-0446-067A-E7DB4735EB0D}"/>
                </a:ext>
              </a:extLst>
            </p:cNvPr>
            <p:cNvGrpSpPr/>
            <p:nvPr/>
          </p:nvGrpSpPr>
          <p:grpSpPr>
            <a:xfrm>
              <a:off x="2138853" y="5127577"/>
              <a:ext cx="7914293" cy="1098644"/>
              <a:chOff x="1664579" y="4927881"/>
              <a:chExt cx="7914293" cy="1098644"/>
            </a:xfrm>
          </p:grpSpPr>
          <p:grpSp>
            <p:nvGrpSpPr>
              <p:cNvPr id="29" name="Group 28">
                <a:extLst>
                  <a:ext uri="{FF2B5EF4-FFF2-40B4-BE49-F238E27FC236}">
                    <a16:creationId xmlns:a16="http://schemas.microsoft.com/office/drawing/2014/main" id="{C87A15F2-EE43-DEF2-F590-4FEEE91CC214}"/>
                  </a:ext>
                </a:extLst>
              </p:cNvPr>
              <p:cNvGrpSpPr/>
              <p:nvPr/>
            </p:nvGrpSpPr>
            <p:grpSpPr>
              <a:xfrm>
                <a:off x="1664579" y="4927881"/>
                <a:ext cx="1608083" cy="1084348"/>
                <a:chOff x="461467" y="4192862"/>
                <a:chExt cx="1608083" cy="1084348"/>
              </a:xfrm>
            </p:grpSpPr>
            <p:grpSp>
              <p:nvGrpSpPr>
                <p:cNvPr id="30" name="Group 29">
                  <a:extLst>
                    <a:ext uri="{FF2B5EF4-FFF2-40B4-BE49-F238E27FC236}">
                      <a16:creationId xmlns:a16="http://schemas.microsoft.com/office/drawing/2014/main" id="{EADD8C42-0138-4D81-846F-C7773D81A562}"/>
                    </a:ext>
                  </a:extLst>
                </p:cNvPr>
                <p:cNvGrpSpPr/>
                <p:nvPr/>
              </p:nvGrpSpPr>
              <p:grpSpPr>
                <a:xfrm>
                  <a:off x="461467" y="4192862"/>
                  <a:ext cx="1608083" cy="738664"/>
                  <a:chOff x="1345323" y="1944414"/>
                  <a:chExt cx="1608083" cy="738664"/>
                </a:xfrm>
              </p:grpSpPr>
              <p:sp>
                <p:nvSpPr>
                  <p:cNvPr id="32" name="TextBox 31">
                    <a:extLst>
                      <a:ext uri="{FF2B5EF4-FFF2-40B4-BE49-F238E27FC236}">
                        <a16:creationId xmlns:a16="http://schemas.microsoft.com/office/drawing/2014/main" id="{FC53C460-D539-2A0E-6B64-A26305E6CD98}"/>
                      </a:ext>
                    </a:extLst>
                  </p:cNvPr>
                  <p:cNvSpPr txBox="1"/>
                  <p:nvPr/>
                </p:nvSpPr>
                <p:spPr>
                  <a:xfrm>
                    <a:off x="1345323" y="1944414"/>
                    <a:ext cx="1608083" cy="369332"/>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pPr algn="ctr"/>
                    <a:r>
                      <a:rPr lang="en-US" dirty="0" err="1"/>
                      <a:t>Hafs</a:t>
                    </a:r>
                    <a:endParaRPr lang="en-US" dirty="0"/>
                  </a:p>
                </p:txBody>
              </p:sp>
              <p:sp>
                <p:nvSpPr>
                  <p:cNvPr id="33" name="TextBox 32">
                    <a:extLst>
                      <a:ext uri="{FF2B5EF4-FFF2-40B4-BE49-F238E27FC236}">
                        <a16:creationId xmlns:a16="http://schemas.microsoft.com/office/drawing/2014/main" id="{47CB1959-1830-BD75-E702-050873D58B02}"/>
                      </a:ext>
                    </a:extLst>
                  </p:cNvPr>
                  <p:cNvSpPr txBox="1"/>
                  <p:nvPr/>
                </p:nvSpPr>
                <p:spPr>
                  <a:xfrm>
                    <a:off x="1345324" y="2313746"/>
                    <a:ext cx="1608082" cy="369332"/>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dirty="0"/>
                      <a:t>Next: 1080</a:t>
                    </a:r>
                  </a:p>
                </p:txBody>
              </p:sp>
            </p:grpSp>
            <p:sp>
              <p:nvSpPr>
                <p:cNvPr id="31" name="TextBox 30">
                  <a:extLst>
                    <a:ext uri="{FF2B5EF4-FFF2-40B4-BE49-F238E27FC236}">
                      <a16:creationId xmlns:a16="http://schemas.microsoft.com/office/drawing/2014/main" id="{ABC08F3E-4A88-62C2-8CC9-1D2B979965CE}"/>
                    </a:ext>
                  </a:extLst>
                </p:cNvPr>
                <p:cNvSpPr txBox="1"/>
                <p:nvPr/>
              </p:nvSpPr>
              <p:spPr>
                <a:xfrm>
                  <a:off x="461468" y="4907878"/>
                  <a:ext cx="1608082" cy="369332"/>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dirty="0"/>
                    <a:t>Previous: Null</a:t>
                  </a:r>
                </a:p>
              </p:txBody>
            </p:sp>
          </p:grpSp>
          <p:grpSp>
            <p:nvGrpSpPr>
              <p:cNvPr id="34" name="Group 33">
                <a:extLst>
                  <a:ext uri="{FF2B5EF4-FFF2-40B4-BE49-F238E27FC236}">
                    <a16:creationId xmlns:a16="http://schemas.microsoft.com/office/drawing/2014/main" id="{0FC70509-E1A4-3210-E811-F1CBDFA58C11}"/>
                  </a:ext>
                </a:extLst>
              </p:cNvPr>
              <p:cNvGrpSpPr/>
              <p:nvPr/>
            </p:nvGrpSpPr>
            <p:grpSpPr>
              <a:xfrm>
                <a:off x="3766649" y="4927881"/>
                <a:ext cx="1608083" cy="1084348"/>
                <a:chOff x="461467" y="4192862"/>
                <a:chExt cx="1608083" cy="1084348"/>
              </a:xfrm>
            </p:grpSpPr>
            <p:grpSp>
              <p:nvGrpSpPr>
                <p:cNvPr id="35" name="Group 34">
                  <a:extLst>
                    <a:ext uri="{FF2B5EF4-FFF2-40B4-BE49-F238E27FC236}">
                      <a16:creationId xmlns:a16="http://schemas.microsoft.com/office/drawing/2014/main" id="{834434F4-B816-6C11-386D-001F53AE189C}"/>
                    </a:ext>
                  </a:extLst>
                </p:cNvPr>
                <p:cNvGrpSpPr/>
                <p:nvPr/>
              </p:nvGrpSpPr>
              <p:grpSpPr>
                <a:xfrm>
                  <a:off x="461467" y="4192862"/>
                  <a:ext cx="1608083" cy="738664"/>
                  <a:chOff x="1345323" y="1944414"/>
                  <a:chExt cx="1608083" cy="738664"/>
                </a:xfrm>
              </p:grpSpPr>
              <p:sp>
                <p:nvSpPr>
                  <p:cNvPr id="37" name="TextBox 36">
                    <a:extLst>
                      <a:ext uri="{FF2B5EF4-FFF2-40B4-BE49-F238E27FC236}">
                        <a16:creationId xmlns:a16="http://schemas.microsoft.com/office/drawing/2014/main" id="{6FBF5A6F-E6A6-0C65-44E2-8D6C07A724E4}"/>
                      </a:ext>
                    </a:extLst>
                  </p:cNvPr>
                  <p:cNvSpPr txBox="1"/>
                  <p:nvPr/>
                </p:nvSpPr>
                <p:spPr>
                  <a:xfrm>
                    <a:off x="1345323" y="1944414"/>
                    <a:ext cx="1608083" cy="369332"/>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pPr algn="ctr"/>
                    <a:r>
                      <a:rPr lang="en-US" dirty="0"/>
                      <a:t>Asra</a:t>
                    </a:r>
                  </a:p>
                </p:txBody>
              </p:sp>
              <p:sp>
                <p:nvSpPr>
                  <p:cNvPr id="38" name="TextBox 37">
                    <a:extLst>
                      <a:ext uri="{FF2B5EF4-FFF2-40B4-BE49-F238E27FC236}">
                        <a16:creationId xmlns:a16="http://schemas.microsoft.com/office/drawing/2014/main" id="{F6EB6537-20CE-7881-84A1-1D53BFA353D1}"/>
                      </a:ext>
                    </a:extLst>
                  </p:cNvPr>
                  <p:cNvSpPr txBox="1"/>
                  <p:nvPr/>
                </p:nvSpPr>
                <p:spPr>
                  <a:xfrm>
                    <a:off x="1345324" y="2313746"/>
                    <a:ext cx="1608082" cy="369332"/>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dirty="0"/>
                      <a:t>Next: 1160</a:t>
                    </a:r>
                  </a:p>
                </p:txBody>
              </p:sp>
            </p:grpSp>
            <p:sp>
              <p:nvSpPr>
                <p:cNvPr id="36" name="TextBox 35">
                  <a:extLst>
                    <a:ext uri="{FF2B5EF4-FFF2-40B4-BE49-F238E27FC236}">
                      <a16:creationId xmlns:a16="http://schemas.microsoft.com/office/drawing/2014/main" id="{AA99783E-F448-B594-3B9B-EB0D746FC4EB}"/>
                    </a:ext>
                  </a:extLst>
                </p:cNvPr>
                <p:cNvSpPr txBox="1"/>
                <p:nvPr/>
              </p:nvSpPr>
              <p:spPr>
                <a:xfrm>
                  <a:off x="461468" y="4907878"/>
                  <a:ext cx="1608082" cy="369332"/>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dirty="0"/>
                    <a:t>Previous: 1000</a:t>
                  </a:r>
                </a:p>
              </p:txBody>
            </p:sp>
          </p:grpSp>
          <p:grpSp>
            <p:nvGrpSpPr>
              <p:cNvPr id="39" name="Group 38">
                <a:extLst>
                  <a:ext uri="{FF2B5EF4-FFF2-40B4-BE49-F238E27FC236}">
                    <a16:creationId xmlns:a16="http://schemas.microsoft.com/office/drawing/2014/main" id="{4A9D43B5-8000-A2C2-39BD-D70B9F5BF0D8}"/>
                  </a:ext>
                </a:extLst>
              </p:cNvPr>
              <p:cNvGrpSpPr/>
              <p:nvPr/>
            </p:nvGrpSpPr>
            <p:grpSpPr>
              <a:xfrm>
                <a:off x="5868719" y="4939705"/>
                <a:ext cx="1608083" cy="1084348"/>
                <a:chOff x="461467" y="4192862"/>
                <a:chExt cx="1608083" cy="1084348"/>
              </a:xfrm>
            </p:grpSpPr>
            <p:grpSp>
              <p:nvGrpSpPr>
                <p:cNvPr id="40" name="Group 39">
                  <a:extLst>
                    <a:ext uri="{FF2B5EF4-FFF2-40B4-BE49-F238E27FC236}">
                      <a16:creationId xmlns:a16="http://schemas.microsoft.com/office/drawing/2014/main" id="{887A983A-2850-FEED-C39A-B74A2C579689}"/>
                    </a:ext>
                  </a:extLst>
                </p:cNvPr>
                <p:cNvGrpSpPr/>
                <p:nvPr/>
              </p:nvGrpSpPr>
              <p:grpSpPr>
                <a:xfrm>
                  <a:off x="461467" y="4192862"/>
                  <a:ext cx="1608083" cy="738664"/>
                  <a:chOff x="1345323" y="1944414"/>
                  <a:chExt cx="1608083" cy="738664"/>
                </a:xfrm>
              </p:grpSpPr>
              <p:sp>
                <p:nvSpPr>
                  <p:cNvPr id="42" name="TextBox 41">
                    <a:extLst>
                      <a:ext uri="{FF2B5EF4-FFF2-40B4-BE49-F238E27FC236}">
                        <a16:creationId xmlns:a16="http://schemas.microsoft.com/office/drawing/2014/main" id="{6D628062-DBEB-BCE3-8EB6-4FED1FF5DEEF}"/>
                      </a:ext>
                    </a:extLst>
                  </p:cNvPr>
                  <p:cNvSpPr txBox="1"/>
                  <p:nvPr/>
                </p:nvSpPr>
                <p:spPr>
                  <a:xfrm>
                    <a:off x="1345323" y="1944414"/>
                    <a:ext cx="1608083" cy="369332"/>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pPr algn="ctr"/>
                    <a:r>
                      <a:rPr lang="en-US" dirty="0" err="1"/>
                      <a:t>Mohimin</a:t>
                    </a:r>
                    <a:endParaRPr lang="en-US" dirty="0"/>
                  </a:p>
                </p:txBody>
              </p:sp>
              <p:sp>
                <p:nvSpPr>
                  <p:cNvPr id="43" name="TextBox 42">
                    <a:extLst>
                      <a:ext uri="{FF2B5EF4-FFF2-40B4-BE49-F238E27FC236}">
                        <a16:creationId xmlns:a16="http://schemas.microsoft.com/office/drawing/2014/main" id="{16DDEB05-B6EA-C9A8-F7EC-CF789F5860C5}"/>
                      </a:ext>
                    </a:extLst>
                  </p:cNvPr>
                  <p:cNvSpPr txBox="1"/>
                  <p:nvPr/>
                </p:nvSpPr>
                <p:spPr>
                  <a:xfrm>
                    <a:off x="1345324" y="2313746"/>
                    <a:ext cx="1608082" cy="369332"/>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dirty="0"/>
                      <a:t>Next: 2240</a:t>
                    </a:r>
                  </a:p>
                </p:txBody>
              </p:sp>
            </p:grpSp>
            <p:sp>
              <p:nvSpPr>
                <p:cNvPr id="41" name="TextBox 40">
                  <a:extLst>
                    <a:ext uri="{FF2B5EF4-FFF2-40B4-BE49-F238E27FC236}">
                      <a16:creationId xmlns:a16="http://schemas.microsoft.com/office/drawing/2014/main" id="{448ED30D-A2FA-709F-E2FB-D47D678E8C86}"/>
                    </a:ext>
                  </a:extLst>
                </p:cNvPr>
                <p:cNvSpPr txBox="1"/>
                <p:nvPr/>
              </p:nvSpPr>
              <p:spPr>
                <a:xfrm>
                  <a:off x="461468" y="4907878"/>
                  <a:ext cx="1608082" cy="369332"/>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dirty="0"/>
                    <a:t>Previous: 1080</a:t>
                  </a:r>
                </a:p>
              </p:txBody>
            </p:sp>
          </p:grpSp>
          <p:grpSp>
            <p:nvGrpSpPr>
              <p:cNvPr id="44" name="Group 43">
                <a:extLst>
                  <a:ext uri="{FF2B5EF4-FFF2-40B4-BE49-F238E27FC236}">
                    <a16:creationId xmlns:a16="http://schemas.microsoft.com/office/drawing/2014/main" id="{0649F000-9E6A-6552-CC9D-88D1177FE49C}"/>
                  </a:ext>
                </a:extLst>
              </p:cNvPr>
              <p:cNvGrpSpPr/>
              <p:nvPr/>
            </p:nvGrpSpPr>
            <p:grpSpPr>
              <a:xfrm>
                <a:off x="7970789" y="4942177"/>
                <a:ext cx="1608083" cy="1084348"/>
                <a:chOff x="461467" y="4192862"/>
                <a:chExt cx="1608083" cy="1084348"/>
              </a:xfrm>
            </p:grpSpPr>
            <p:grpSp>
              <p:nvGrpSpPr>
                <p:cNvPr id="45" name="Group 44">
                  <a:extLst>
                    <a:ext uri="{FF2B5EF4-FFF2-40B4-BE49-F238E27FC236}">
                      <a16:creationId xmlns:a16="http://schemas.microsoft.com/office/drawing/2014/main" id="{0C266F92-5512-1428-FB70-A6270E7E5160}"/>
                    </a:ext>
                  </a:extLst>
                </p:cNvPr>
                <p:cNvGrpSpPr/>
                <p:nvPr/>
              </p:nvGrpSpPr>
              <p:grpSpPr>
                <a:xfrm>
                  <a:off x="461467" y="4192862"/>
                  <a:ext cx="1608083" cy="738664"/>
                  <a:chOff x="1345323" y="1944414"/>
                  <a:chExt cx="1608083" cy="738664"/>
                </a:xfrm>
              </p:grpSpPr>
              <p:sp>
                <p:nvSpPr>
                  <p:cNvPr id="47" name="TextBox 46">
                    <a:extLst>
                      <a:ext uri="{FF2B5EF4-FFF2-40B4-BE49-F238E27FC236}">
                        <a16:creationId xmlns:a16="http://schemas.microsoft.com/office/drawing/2014/main" id="{22E4D42E-0321-EF1A-3433-C7755F56D973}"/>
                      </a:ext>
                    </a:extLst>
                  </p:cNvPr>
                  <p:cNvSpPr txBox="1"/>
                  <p:nvPr/>
                </p:nvSpPr>
                <p:spPr>
                  <a:xfrm>
                    <a:off x="1345323" y="1944414"/>
                    <a:ext cx="1608083" cy="369332"/>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pPr algn="ctr"/>
                    <a:r>
                      <a:rPr lang="en-US" dirty="0" err="1"/>
                      <a:t>Shahzaman</a:t>
                    </a:r>
                    <a:endParaRPr lang="en-US" dirty="0"/>
                  </a:p>
                </p:txBody>
              </p:sp>
              <p:sp>
                <p:nvSpPr>
                  <p:cNvPr id="48" name="TextBox 47">
                    <a:extLst>
                      <a:ext uri="{FF2B5EF4-FFF2-40B4-BE49-F238E27FC236}">
                        <a16:creationId xmlns:a16="http://schemas.microsoft.com/office/drawing/2014/main" id="{2CA28003-5402-9070-AD87-9F1A890A1ED8}"/>
                      </a:ext>
                    </a:extLst>
                  </p:cNvPr>
                  <p:cNvSpPr txBox="1"/>
                  <p:nvPr/>
                </p:nvSpPr>
                <p:spPr>
                  <a:xfrm>
                    <a:off x="1345324" y="2313746"/>
                    <a:ext cx="1608082" cy="369332"/>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dirty="0"/>
                      <a:t>Next: Null</a:t>
                    </a:r>
                  </a:p>
                </p:txBody>
              </p:sp>
            </p:grpSp>
            <p:sp>
              <p:nvSpPr>
                <p:cNvPr id="46" name="TextBox 45">
                  <a:extLst>
                    <a:ext uri="{FF2B5EF4-FFF2-40B4-BE49-F238E27FC236}">
                      <a16:creationId xmlns:a16="http://schemas.microsoft.com/office/drawing/2014/main" id="{37272F25-0CDD-24A6-378D-CBB3B525E292}"/>
                    </a:ext>
                  </a:extLst>
                </p:cNvPr>
                <p:cNvSpPr txBox="1"/>
                <p:nvPr/>
              </p:nvSpPr>
              <p:spPr>
                <a:xfrm>
                  <a:off x="461468" y="4907878"/>
                  <a:ext cx="1608082" cy="369332"/>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dirty="0"/>
                    <a:t>Previous: 1160</a:t>
                  </a:r>
                </a:p>
              </p:txBody>
            </p:sp>
          </p:grpSp>
          <p:cxnSp>
            <p:nvCxnSpPr>
              <p:cNvPr id="50" name="Connector: Elbow 49">
                <a:extLst>
                  <a:ext uri="{FF2B5EF4-FFF2-40B4-BE49-F238E27FC236}">
                    <a16:creationId xmlns:a16="http://schemas.microsoft.com/office/drawing/2014/main" id="{B3F85FB3-FCAC-C56B-F95C-AB3755E8BD7F}"/>
                  </a:ext>
                </a:extLst>
              </p:cNvPr>
              <p:cNvCxnSpPr>
                <a:cxnSpLocks/>
                <a:stCxn id="33" idx="3"/>
                <a:endCxn id="37" idx="0"/>
              </p:cNvCxnSpPr>
              <p:nvPr/>
            </p:nvCxnSpPr>
            <p:spPr>
              <a:xfrm flipV="1">
                <a:off x="3272662" y="4927881"/>
                <a:ext cx="1298029" cy="553998"/>
              </a:xfrm>
              <a:prstGeom prst="bentConnector4">
                <a:avLst>
                  <a:gd name="adj1" fmla="val 19028"/>
                  <a:gd name="adj2" fmla="val 141264"/>
                </a:avLst>
              </a:prstGeom>
              <a:ln>
                <a:tailEnd type="triangle"/>
              </a:ln>
            </p:spPr>
            <p:style>
              <a:lnRef idx="3">
                <a:schemeClr val="dk1"/>
              </a:lnRef>
              <a:fillRef idx="0">
                <a:schemeClr val="dk1"/>
              </a:fillRef>
              <a:effectRef idx="2">
                <a:schemeClr val="dk1"/>
              </a:effectRef>
              <a:fontRef idx="minor">
                <a:schemeClr val="tx1"/>
              </a:fontRef>
            </p:style>
          </p:cxnSp>
          <p:cxnSp>
            <p:nvCxnSpPr>
              <p:cNvPr id="52" name="Connector: Elbow 51">
                <a:extLst>
                  <a:ext uri="{FF2B5EF4-FFF2-40B4-BE49-F238E27FC236}">
                    <a16:creationId xmlns:a16="http://schemas.microsoft.com/office/drawing/2014/main" id="{A8B87E08-4DF1-4681-3566-8C759670CE2F}"/>
                  </a:ext>
                </a:extLst>
              </p:cNvPr>
              <p:cNvCxnSpPr>
                <a:cxnSpLocks/>
                <a:stCxn id="38" idx="3"/>
                <a:endCxn id="42" idx="0"/>
              </p:cNvCxnSpPr>
              <p:nvPr/>
            </p:nvCxnSpPr>
            <p:spPr>
              <a:xfrm flipV="1">
                <a:off x="5374732" y="4939705"/>
                <a:ext cx="1298029" cy="542174"/>
              </a:xfrm>
              <a:prstGeom prst="bentConnector4">
                <a:avLst>
                  <a:gd name="adj1" fmla="val 19028"/>
                  <a:gd name="adj2" fmla="val 142164"/>
                </a:avLst>
              </a:prstGeom>
              <a:ln>
                <a:tailEnd type="triangle"/>
              </a:ln>
            </p:spPr>
            <p:style>
              <a:lnRef idx="3">
                <a:schemeClr val="dk1"/>
              </a:lnRef>
              <a:fillRef idx="0">
                <a:schemeClr val="dk1"/>
              </a:fillRef>
              <a:effectRef idx="2">
                <a:schemeClr val="dk1"/>
              </a:effectRef>
              <a:fontRef idx="minor">
                <a:schemeClr val="tx1"/>
              </a:fontRef>
            </p:style>
          </p:cxnSp>
          <p:cxnSp>
            <p:nvCxnSpPr>
              <p:cNvPr id="54" name="Connector: Elbow 53">
                <a:extLst>
                  <a:ext uri="{FF2B5EF4-FFF2-40B4-BE49-F238E27FC236}">
                    <a16:creationId xmlns:a16="http://schemas.microsoft.com/office/drawing/2014/main" id="{33FB1DF1-0B17-84C0-105E-33438CE66B3A}"/>
                  </a:ext>
                </a:extLst>
              </p:cNvPr>
              <p:cNvCxnSpPr>
                <a:cxnSpLocks/>
                <a:stCxn id="43" idx="3"/>
                <a:endCxn id="47" idx="0"/>
              </p:cNvCxnSpPr>
              <p:nvPr/>
            </p:nvCxnSpPr>
            <p:spPr>
              <a:xfrm flipV="1">
                <a:off x="7476802" y="4942177"/>
                <a:ext cx="1298029" cy="551526"/>
              </a:xfrm>
              <a:prstGeom prst="bentConnector4">
                <a:avLst>
                  <a:gd name="adj1" fmla="val 19028"/>
                  <a:gd name="adj2" fmla="val 141449"/>
                </a:avLst>
              </a:prstGeom>
              <a:ln>
                <a:tailEnd type="triangle"/>
              </a:ln>
            </p:spPr>
            <p:style>
              <a:lnRef idx="3">
                <a:schemeClr val="accent3"/>
              </a:lnRef>
              <a:fillRef idx="0">
                <a:schemeClr val="accent3"/>
              </a:fillRef>
              <a:effectRef idx="2">
                <a:schemeClr val="accent3"/>
              </a:effectRef>
              <a:fontRef idx="minor">
                <a:schemeClr val="tx1"/>
              </a:fontRef>
            </p:style>
          </p:cxnSp>
          <p:cxnSp>
            <p:nvCxnSpPr>
              <p:cNvPr id="60" name="Connector: Elbow 59">
                <a:extLst>
                  <a:ext uri="{FF2B5EF4-FFF2-40B4-BE49-F238E27FC236}">
                    <a16:creationId xmlns:a16="http://schemas.microsoft.com/office/drawing/2014/main" id="{4C897356-89C8-1EA2-468A-8CEDED5F70A1}"/>
                  </a:ext>
                </a:extLst>
              </p:cNvPr>
              <p:cNvCxnSpPr>
                <a:stCxn id="46" idx="1"/>
                <a:endCxn id="41" idx="2"/>
              </p:cNvCxnSpPr>
              <p:nvPr/>
            </p:nvCxnSpPr>
            <p:spPr>
              <a:xfrm rot="10800000" flipV="1">
                <a:off x="6672762" y="5841859"/>
                <a:ext cx="1298029" cy="182194"/>
              </a:xfrm>
              <a:prstGeom prst="bentConnector4">
                <a:avLst>
                  <a:gd name="adj1" fmla="val 19028"/>
                  <a:gd name="adj2" fmla="val 226827"/>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62" name="Connector: Elbow 61">
                <a:extLst>
                  <a:ext uri="{FF2B5EF4-FFF2-40B4-BE49-F238E27FC236}">
                    <a16:creationId xmlns:a16="http://schemas.microsoft.com/office/drawing/2014/main" id="{EC2961C2-C956-B181-F602-B6B02AB785B0}"/>
                  </a:ext>
                </a:extLst>
              </p:cNvPr>
              <p:cNvCxnSpPr>
                <a:stCxn id="41" idx="1"/>
                <a:endCxn id="36" idx="2"/>
              </p:cNvCxnSpPr>
              <p:nvPr/>
            </p:nvCxnSpPr>
            <p:spPr>
              <a:xfrm rot="10800000" flipV="1">
                <a:off x="4570692" y="5839387"/>
                <a:ext cx="1298029" cy="172842"/>
              </a:xfrm>
              <a:prstGeom prst="bentConnector4">
                <a:avLst>
                  <a:gd name="adj1" fmla="val 19028"/>
                  <a:gd name="adj2" fmla="val 239100"/>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64" name="Connector: Elbow 63">
                <a:extLst>
                  <a:ext uri="{FF2B5EF4-FFF2-40B4-BE49-F238E27FC236}">
                    <a16:creationId xmlns:a16="http://schemas.microsoft.com/office/drawing/2014/main" id="{911C9F47-4BC7-9058-84D3-2DA9C35CBD35}"/>
                  </a:ext>
                </a:extLst>
              </p:cNvPr>
              <p:cNvCxnSpPr>
                <a:stCxn id="36" idx="1"/>
                <a:endCxn id="31" idx="2"/>
              </p:cNvCxnSpPr>
              <p:nvPr/>
            </p:nvCxnSpPr>
            <p:spPr>
              <a:xfrm rot="10800000" flipV="1">
                <a:off x="2468622" y="5827563"/>
                <a:ext cx="1298029" cy="184666"/>
              </a:xfrm>
              <a:prstGeom prst="bentConnector4">
                <a:avLst>
                  <a:gd name="adj1" fmla="val 19028"/>
                  <a:gd name="adj2" fmla="val 223791"/>
                </a:avLst>
              </a:prstGeom>
              <a:ln>
                <a:tailEnd type="triangle"/>
              </a:ln>
            </p:spPr>
            <p:style>
              <a:lnRef idx="3">
                <a:schemeClr val="accent1"/>
              </a:lnRef>
              <a:fillRef idx="0">
                <a:schemeClr val="accent1"/>
              </a:fillRef>
              <a:effectRef idx="2">
                <a:schemeClr val="accent1"/>
              </a:effectRef>
              <a:fontRef idx="minor">
                <a:schemeClr val="tx1"/>
              </a:fontRef>
            </p:style>
          </p:cxnSp>
        </p:grpSp>
        <p:sp>
          <p:nvSpPr>
            <p:cNvPr id="69" name="TextBox 68">
              <a:extLst>
                <a:ext uri="{FF2B5EF4-FFF2-40B4-BE49-F238E27FC236}">
                  <a16:creationId xmlns:a16="http://schemas.microsoft.com/office/drawing/2014/main" id="{C20B341F-F8AB-150F-6AE4-9E0C74DBD769}"/>
                </a:ext>
              </a:extLst>
            </p:cNvPr>
            <p:cNvSpPr txBox="1"/>
            <p:nvPr/>
          </p:nvSpPr>
          <p:spPr>
            <a:xfrm>
              <a:off x="1334812" y="5030567"/>
              <a:ext cx="767967" cy="646331"/>
            </a:xfrm>
            <a:prstGeom prst="rect">
              <a:avLst/>
            </a:prstGeom>
            <a:noFill/>
          </p:spPr>
          <p:txBody>
            <a:bodyPr wrap="none" rtlCol="0">
              <a:spAutoFit/>
            </a:bodyPr>
            <a:lstStyle/>
            <a:p>
              <a:r>
                <a:rPr lang="en-US" b="1" dirty="0"/>
                <a:t>START</a:t>
              </a:r>
            </a:p>
            <a:p>
              <a:r>
                <a:rPr lang="en-US" b="1" dirty="0"/>
                <a:t>1000</a:t>
              </a:r>
            </a:p>
          </p:txBody>
        </p:sp>
        <p:sp>
          <p:nvSpPr>
            <p:cNvPr id="4" name="TextBox 3">
              <a:extLst>
                <a:ext uri="{FF2B5EF4-FFF2-40B4-BE49-F238E27FC236}">
                  <a16:creationId xmlns:a16="http://schemas.microsoft.com/office/drawing/2014/main" id="{9738DAB8-CC8F-168B-607B-11791272187C}"/>
                </a:ext>
              </a:extLst>
            </p:cNvPr>
            <p:cNvSpPr txBox="1"/>
            <p:nvPr/>
          </p:nvSpPr>
          <p:spPr>
            <a:xfrm>
              <a:off x="10053146" y="5025892"/>
              <a:ext cx="725263" cy="646331"/>
            </a:xfrm>
            <a:prstGeom prst="rect">
              <a:avLst/>
            </a:prstGeom>
            <a:noFill/>
          </p:spPr>
          <p:txBody>
            <a:bodyPr wrap="none" rtlCol="0">
              <a:spAutoFit/>
            </a:bodyPr>
            <a:lstStyle/>
            <a:p>
              <a:r>
                <a:rPr lang="en-US" b="1" dirty="0"/>
                <a:t>HEAD</a:t>
              </a:r>
            </a:p>
            <a:p>
              <a:r>
                <a:rPr lang="en-US" b="1" dirty="0"/>
                <a:t>2240</a:t>
              </a:r>
            </a:p>
          </p:txBody>
        </p:sp>
      </p:grpSp>
    </p:spTree>
    <p:extLst>
      <p:ext uri="{BB962C8B-B14F-4D97-AF65-F5344CB8AC3E}">
        <p14:creationId xmlns:p14="http://schemas.microsoft.com/office/powerpoint/2010/main" val="28406009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Exercise</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6"/>
            <a:ext cx="11743016" cy="4942830"/>
          </a:xfrm>
          <a:prstGeom prst="rect">
            <a:avLst/>
          </a:prstGeom>
        </p:spPr>
        <p:txBody>
          <a:bodyPr>
            <a:normAutofit fontScale="92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400" dirty="0"/>
              <a:t>Write Pseudocode and code </a:t>
            </a:r>
            <a:r>
              <a:rPr lang="en-US" sz="3400" b="1" u="sng" dirty="0" err="1"/>
              <a:t>DoublyHeaderLinkedList</a:t>
            </a:r>
            <a:r>
              <a:rPr lang="en-US" sz="3400" dirty="0"/>
              <a:t> by adding:</a:t>
            </a:r>
          </a:p>
          <a:p>
            <a:pPr marL="514350" indent="-514350">
              <a:lnSpc>
                <a:spcPct val="120000"/>
              </a:lnSpc>
              <a:buFont typeface="+mj-lt"/>
              <a:buAutoNum type="arabicPeriod"/>
            </a:pPr>
            <a:r>
              <a:rPr lang="en-US" sz="3400" dirty="0"/>
              <a:t>Traverse</a:t>
            </a:r>
          </a:p>
          <a:p>
            <a:pPr marL="514350" indent="-514350">
              <a:lnSpc>
                <a:spcPct val="120000"/>
              </a:lnSpc>
              <a:buFont typeface="+mj-lt"/>
              <a:buAutoNum type="arabicPeriod"/>
            </a:pPr>
            <a:r>
              <a:rPr lang="en-US" sz="3400" dirty="0"/>
              <a:t>Reverse: traverse in reverse direction</a:t>
            </a:r>
          </a:p>
          <a:p>
            <a:pPr marL="514350" indent="-514350">
              <a:lnSpc>
                <a:spcPct val="120000"/>
              </a:lnSpc>
              <a:buFont typeface="+mj-lt"/>
              <a:buAutoNum type="arabicPeriod"/>
            </a:pPr>
            <a:r>
              <a:rPr lang="en-US" sz="3400" dirty="0"/>
              <a:t>Insert, Insert After and Before</a:t>
            </a:r>
          </a:p>
          <a:p>
            <a:pPr marL="514350" indent="-514350">
              <a:lnSpc>
                <a:spcPct val="120000"/>
              </a:lnSpc>
              <a:buFont typeface="+mj-lt"/>
              <a:buAutoNum type="arabicPeriod"/>
            </a:pPr>
            <a:r>
              <a:rPr lang="en-US" sz="3400" dirty="0"/>
              <a:t>Delete, Delete First and Last</a:t>
            </a:r>
          </a:p>
          <a:p>
            <a:pPr marL="514350" indent="-514350">
              <a:lnSpc>
                <a:spcPct val="120000"/>
              </a:lnSpc>
              <a:buFont typeface="+mj-lt"/>
              <a:buAutoNum type="arabicPeriod"/>
            </a:pPr>
            <a:r>
              <a:rPr lang="en-US" sz="3400" dirty="0"/>
              <a:t>Search</a:t>
            </a:r>
          </a:p>
          <a:p>
            <a:pPr marL="514350" indent="-514350">
              <a:lnSpc>
                <a:spcPct val="120000"/>
              </a:lnSpc>
              <a:buFont typeface="+mj-lt"/>
              <a:buAutoNum type="arabicPeriod"/>
            </a:pPr>
            <a:r>
              <a:rPr lang="en-US" sz="3400" dirty="0"/>
              <a:t>Sort by SID, Name and CGPA</a:t>
            </a:r>
          </a:p>
          <a:p>
            <a:pPr marL="514350" indent="-514350">
              <a:lnSpc>
                <a:spcPct val="120000"/>
              </a:lnSpc>
              <a:buFont typeface="+mj-lt"/>
              <a:buAutoNum type="arabicPeriod"/>
            </a:pPr>
            <a:r>
              <a:rPr lang="en-US" sz="3400" dirty="0"/>
              <a:t>Count: get the number of nodes</a:t>
            </a:r>
          </a:p>
        </p:txBody>
      </p:sp>
    </p:spTree>
    <p:extLst>
      <p:ext uri="{BB962C8B-B14F-4D97-AF65-F5344CB8AC3E}">
        <p14:creationId xmlns:p14="http://schemas.microsoft.com/office/powerpoint/2010/main" val="19930773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Time Complexity</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447800"/>
                <a:ext cx="3711152" cy="5105400"/>
              </a:xfrm>
              <a:prstGeom prst="rect">
                <a:avLst/>
              </a:prstGeom>
            </p:spPr>
            <p:txBody>
              <a:bodyPr>
                <a:normAutofit fontScale="850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buNone/>
                </a:pPr>
                <a:r>
                  <a:rPr lang="en-US" sz="3400" b="1" dirty="0"/>
                  <a:t>Linked List</a:t>
                </a:r>
              </a:p>
              <a:p>
                <a:pPr>
                  <a:lnSpc>
                    <a:spcPct val="120000"/>
                  </a:lnSpc>
                  <a:buFont typeface="Wingdings" panose="05000000000000000000" pitchFamily="2" charset="2"/>
                  <a:buChar char="§"/>
                </a:pPr>
                <a:r>
                  <a:rPr lang="en-US" sz="3400" dirty="0"/>
                  <a:t>Insert: </a:t>
                </a:r>
                <a14:m>
                  <m:oMath xmlns:m="http://schemas.openxmlformats.org/officeDocument/2006/math">
                    <m:r>
                      <a:rPr lang="en-US" sz="3400" b="0" i="1" smtClean="0">
                        <a:latin typeface="Cambria Math" panose="02040503050406030204" pitchFamily="18" charset="0"/>
                      </a:rPr>
                      <m:t>𝑂</m:t>
                    </m:r>
                    <m:r>
                      <a:rPr lang="en-US" sz="3400" b="0" i="1" smtClean="0">
                        <a:latin typeface="Cambria Math" panose="02040503050406030204" pitchFamily="18" charset="0"/>
                      </a:rPr>
                      <m:t>(</m:t>
                    </m:r>
                    <m:r>
                      <a:rPr lang="en-US" sz="3400" b="0" i="1" smtClean="0">
                        <a:latin typeface="Cambria Math" panose="02040503050406030204" pitchFamily="18" charset="0"/>
                      </a:rPr>
                      <m:t>𝑛</m:t>
                    </m:r>
                    <m:r>
                      <a:rPr lang="en-US" sz="3400" b="0" i="1" smtClean="0">
                        <a:latin typeface="Cambria Math" panose="02040503050406030204" pitchFamily="18" charset="0"/>
                      </a:rPr>
                      <m:t>)</m:t>
                    </m:r>
                  </m:oMath>
                </a14:m>
                <a:endParaRPr lang="en-US" sz="3400" dirty="0"/>
              </a:p>
              <a:p>
                <a:pPr>
                  <a:lnSpc>
                    <a:spcPct val="120000"/>
                  </a:lnSpc>
                  <a:buFont typeface="Wingdings" panose="05000000000000000000" pitchFamily="2" charset="2"/>
                  <a:buChar char="§"/>
                </a:pPr>
                <a:r>
                  <a:rPr lang="en-US" sz="3400" dirty="0"/>
                  <a:t>Insert After: </a:t>
                </a:r>
                <a14:m>
                  <m:oMath xmlns:m="http://schemas.openxmlformats.org/officeDocument/2006/math">
                    <m:r>
                      <a:rPr lang="en-US" sz="3400" b="0" i="1" smtClean="0">
                        <a:latin typeface="Cambria Math" panose="02040503050406030204" pitchFamily="18" charset="0"/>
                      </a:rPr>
                      <m:t>𝑂</m:t>
                    </m:r>
                    <m:r>
                      <a:rPr lang="en-US" sz="3400" b="0" i="1" smtClean="0">
                        <a:latin typeface="Cambria Math" panose="02040503050406030204" pitchFamily="18" charset="0"/>
                      </a:rPr>
                      <m:t>(</m:t>
                    </m:r>
                    <m:r>
                      <a:rPr lang="en-US" sz="3400" b="0" i="1" smtClean="0">
                        <a:latin typeface="Cambria Math" panose="02040503050406030204" pitchFamily="18" charset="0"/>
                      </a:rPr>
                      <m:t>𝑛</m:t>
                    </m:r>
                    <m:r>
                      <a:rPr lang="en-US" sz="3400" b="0" i="1" smtClean="0">
                        <a:latin typeface="Cambria Math" panose="02040503050406030204" pitchFamily="18" charset="0"/>
                      </a:rPr>
                      <m:t>)</m:t>
                    </m:r>
                  </m:oMath>
                </a14:m>
                <a:endParaRPr lang="en-US" sz="3400" dirty="0"/>
              </a:p>
              <a:p>
                <a:pPr>
                  <a:lnSpc>
                    <a:spcPct val="120000"/>
                  </a:lnSpc>
                  <a:buFont typeface="Wingdings" panose="05000000000000000000" pitchFamily="2" charset="2"/>
                  <a:buChar char="§"/>
                </a:pPr>
                <a:r>
                  <a:rPr lang="en-US" sz="3400" dirty="0"/>
                  <a:t>Traverse: </a:t>
                </a:r>
                <a14:m>
                  <m:oMath xmlns:m="http://schemas.openxmlformats.org/officeDocument/2006/math">
                    <m:r>
                      <a:rPr lang="en-US" sz="3400" i="1">
                        <a:latin typeface="Cambria Math" panose="02040503050406030204" pitchFamily="18" charset="0"/>
                      </a:rPr>
                      <m:t>𝑂</m:t>
                    </m:r>
                    <m:r>
                      <a:rPr lang="en-US" sz="3400" i="1">
                        <a:latin typeface="Cambria Math" panose="02040503050406030204" pitchFamily="18" charset="0"/>
                      </a:rPr>
                      <m:t>(</m:t>
                    </m:r>
                    <m:r>
                      <a:rPr lang="en-US" sz="3400" i="1">
                        <a:latin typeface="Cambria Math" panose="02040503050406030204" pitchFamily="18" charset="0"/>
                      </a:rPr>
                      <m:t>𝑛</m:t>
                    </m:r>
                    <m:r>
                      <a:rPr lang="en-US" sz="3400" i="1">
                        <a:latin typeface="Cambria Math" panose="02040503050406030204" pitchFamily="18" charset="0"/>
                      </a:rPr>
                      <m:t>)</m:t>
                    </m:r>
                  </m:oMath>
                </a14:m>
                <a:endParaRPr lang="en-US" sz="3400" dirty="0"/>
              </a:p>
              <a:p>
                <a:pPr>
                  <a:lnSpc>
                    <a:spcPct val="120000"/>
                  </a:lnSpc>
                  <a:buFont typeface="Wingdings" panose="05000000000000000000" pitchFamily="2" charset="2"/>
                  <a:buChar char="§"/>
                </a:pPr>
                <a:r>
                  <a:rPr lang="en-US" sz="3400" dirty="0"/>
                  <a:t>Search: </a:t>
                </a:r>
                <a14:m>
                  <m:oMath xmlns:m="http://schemas.openxmlformats.org/officeDocument/2006/math">
                    <m:r>
                      <a:rPr lang="en-US" sz="3400" b="0" i="1" smtClean="0">
                        <a:latin typeface="Cambria Math" panose="02040503050406030204" pitchFamily="18" charset="0"/>
                      </a:rPr>
                      <m:t>𝑂</m:t>
                    </m:r>
                    <m:r>
                      <a:rPr lang="en-US" sz="3400" b="0" i="1" smtClean="0">
                        <a:latin typeface="Cambria Math" panose="02040503050406030204" pitchFamily="18" charset="0"/>
                      </a:rPr>
                      <m:t>(</m:t>
                    </m:r>
                    <m:r>
                      <a:rPr lang="en-US" sz="3400" b="0" i="1" smtClean="0">
                        <a:latin typeface="Cambria Math" panose="02040503050406030204" pitchFamily="18" charset="0"/>
                      </a:rPr>
                      <m:t>𝑛</m:t>
                    </m:r>
                    <m:r>
                      <a:rPr lang="en-US" sz="3400" b="0" i="1" smtClean="0">
                        <a:latin typeface="Cambria Math" panose="02040503050406030204" pitchFamily="18" charset="0"/>
                      </a:rPr>
                      <m:t>)</m:t>
                    </m:r>
                  </m:oMath>
                </a14:m>
                <a:endParaRPr lang="en-US" sz="3400" dirty="0"/>
              </a:p>
              <a:p>
                <a:pPr>
                  <a:lnSpc>
                    <a:spcPct val="120000"/>
                  </a:lnSpc>
                  <a:buFont typeface="Wingdings" panose="05000000000000000000" pitchFamily="2" charset="2"/>
                  <a:buChar char="§"/>
                </a:pPr>
                <a:r>
                  <a:rPr lang="en-US" sz="3400" dirty="0"/>
                  <a:t>Delete: </a:t>
                </a:r>
                <a14:m>
                  <m:oMath xmlns:m="http://schemas.openxmlformats.org/officeDocument/2006/math">
                    <m:r>
                      <a:rPr lang="en-US" sz="3400" b="0" i="1" smtClean="0">
                        <a:latin typeface="Cambria Math" panose="02040503050406030204" pitchFamily="18" charset="0"/>
                      </a:rPr>
                      <m:t>𝑂</m:t>
                    </m:r>
                    <m:r>
                      <a:rPr lang="en-US" sz="3400" b="0" i="1" smtClean="0">
                        <a:latin typeface="Cambria Math" panose="02040503050406030204" pitchFamily="18" charset="0"/>
                      </a:rPr>
                      <m:t>(</m:t>
                    </m:r>
                    <m:r>
                      <a:rPr lang="en-US" sz="3400" b="0" i="1" smtClean="0">
                        <a:latin typeface="Cambria Math" panose="02040503050406030204" pitchFamily="18" charset="0"/>
                      </a:rPr>
                      <m:t>𝑛</m:t>
                    </m:r>
                    <m:r>
                      <a:rPr lang="en-US" sz="3400" b="0" i="1" smtClean="0">
                        <a:latin typeface="Cambria Math" panose="02040503050406030204" pitchFamily="18" charset="0"/>
                      </a:rPr>
                      <m:t>)</m:t>
                    </m:r>
                  </m:oMath>
                </a14:m>
                <a:endParaRPr lang="en-US" sz="3400" dirty="0"/>
              </a:p>
              <a:p>
                <a:pPr>
                  <a:lnSpc>
                    <a:spcPct val="120000"/>
                  </a:lnSpc>
                  <a:buFont typeface="Wingdings" panose="05000000000000000000" pitchFamily="2" charset="2"/>
                  <a:buChar char="§"/>
                </a:pPr>
                <a:r>
                  <a:rPr lang="en-US" sz="3400" dirty="0"/>
                  <a:t>Delete First: </a:t>
                </a:r>
                <a14:m>
                  <m:oMath xmlns:m="http://schemas.openxmlformats.org/officeDocument/2006/math">
                    <m:r>
                      <a:rPr lang="en-US" sz="3400" b="0" i="1" smtClean="0">
                        <a:latin typeface="Cambria Math" panose="02040503050406030204" pitchFamily="18" charset="0"/>
                      </a:rPr>
                      <m:t>𝑂</m:t>
                    </m:r>
                    <m:r>
                      <a:rPr lang="en-US" sz="3400" b="0" i="1" smtClean="0">
                        <a:latin typeface="Cambria Math" panose="02040503050406030204" pitchFamily="18" charset="0"/>
                      </a:rPr>
                      <m:t>(1)</m:t>
                    </m:r>
                  </m:oMath>
                </a14:m>
                <a:endParaRPr lang="en-US" sz="3400" dirty="0"/>
              </a:p>
              <a:p>
                <a:pPr>
                  <a:lnSpc>
                    <a:spcPct val="120000"/>
                  </a:lnSpc>
                  <a:buFont typeface="Wingdings" panose="05000000000000000000" pitchFamily="2" charset="2"/>
                  <a:buChar char="§"/>
                </a:pPr>
                <a:r>
                  <a:rPr lang="en-US" sz="3400" dirty="0"/>
                  <a:t>Delete Last: </a:t>
                </a:r>
                <a14:m>
                  <m:oMath xmlns:m="http://schemas.openxmlformats.org/officeDocument/2006/math">
                    <m:r>
                      <a:rPr lang="en-US" sz="3400" i="1">
                        <a:latin typeface="Cambria Math" panose="02040503050406030204" pitchFamily="18" charset="0"/>
                      </a:rPr>
                      <m:t>𝑂</m:t>
                    </m:r>
                    <m:r>
                      <a:rPr lang="en-US" sz="3400" i="1">
                        <a:latin typeface="Cambria Math" panose="02040503050406030204" pitchFamily="18" charset="0"/>
                      </a:rPr>
                      <m:t>(</m:t>
                    </m:r>
                    <m:r>
                      <a:rPr lang="en-US" sz="3400" b="0" i="1" smtClean="0">
                        <a:latin typeface="Cambria Math" panose="02040503050406030204" pitchFamily="18" charset="0"/>
                      </a:rPr>
                      <m:t>𝑛</m:t>
                    </m:r>
                    <m:r>
                      <a:rPr lang="en-US" sz="3400" i="1">
                        <a:latin typeface="Cambria Math" panose="02040503050406030204" pitchFamily="18" charset="0"/>
                      </a:rPr>
                      <m:t>)</m:t>
                    </m:r>
                  </m:oMath>
                </a14:m>
                <a:endParaRPr lang="en-US" sz="3400" dirty="0"/>
              </a:p>
              <a:p>
                <a:pPr>
                  <a:lnSpc>
                    <a:spcPct val="120000"/>
                  </a:lnSpc>
                  <a:buFont typeface="Wingdings" panose="05000000000000000000" pitchFamily="2" charset="2"/>
                  <a:buChar char="§"/>
                </a:pPr>
                <a:r>
                  <a:rPr lang="en-US" sz="3400" dirty="0"/>
                  <a:t>Bubble Sort: </a:t>
                </a:r>
                <a14:m>
                  <m:oMath xmlns:m="http://schemas.openxmlformats.org/officeDocument/2006/math">
                    <m:r>
                      <a:rPr lang="en-US" sz="3400" b="0" i="1" smtClean="0">
                        <a:latin typeface="Cambria Math" panose="02040503050406030204" pitchFamily="18" charset="0"/>
                      </a:rPr>
                      <m:t>𝑂</m:t>
                    </m:r>
                    <m:r>
                      <a:rPr lang="en-US" sz="3400" b="0" i="1" smtClean="0">
                        <a:latin typeface="Cambria Math" panose="02040503050406030204" pitchFamily="18" charset="0"/>
                      </a:rPr>
                      <m:t>(</m:t>
                    </m:r>
                    <m:sSup>
                      <m:sSupPr>
                        <m:ctrlPr>
                          <a:rPr lang="en-US" sz="3400" b="0" i="1" smtClean="0">
                            <a:latin typeface="Cambria Math" panose="02040503050406030204" pitchFamily="18" charset="0"/>
                          </a:rPr>
                        </m:ctrlPr>
                      </m:sSupPr>
                      <m:e>
                        <m:r>
                          <a:rPr lang="en-US" sz="3400" b="0" i="1" smtClean="0">
                            <a:latin typeface="Cambria Math" panose="02040503050406030204" pitchFamily="18" charset="0"/>
                          </a:rPr>
                          <m:t>𝑛</m:t>
                        </m:r>
                      </m:e>
                      <m:sup>
                        <m:r>
                          <a:rPr lang="en-US" sz="3400" b="0" i="1" smtClean="0">
                            <a:latin typeface="Cambria Math" panose="02040503050406030204" pitchFamily="18" charset="0"/>
                          </a:rPr>
                          <m:t>2</m:t>
                        </m:r>
                      </m:sup>
                    </m:sSup>
                    <m:r>
                      <a:rPr lang="en-US" sz="3400" b="0" i="1" smtClean="0">
                        <a:latin typeface="Cambria Math" panose="02040503050406030204" pitchFamily="18" charset="0"/>
                      </a:rPr>
                      <m:t>)</m:t>
                    </m:r>
                  </m:oMath>
                </a14:m>
                <a:endParaRPr lang="en-US" sz="3400" dirty="0"/>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447800"/>
                <a:ext cx="3711152" cy="5105400"/>
              </a:xfrm>
              <a:prstGeom prst="rect">
                <a:avLst/>
              </a:prstGeom>
              <a:blipFill>
                <a:blip r:embed="rId3"/>
                <a:stretch>
                  <a:fillRect l="-3448" t="-1195" b="-3106"/>
                </a:stretch>
              </a:blipFill>
            </p:spPr>
            <p:txBody>
              <a:bodyPr/>
              <a:lstStyle/>
              <a:p>
                <a:r>
                  <a:rPr lang="en-PK">
                    <a:noFill/>
                  </a:rPr>
                  <a:t> </a:t>
                </a:r>
              </a:p>
            </p:txBody>
          </p:sp>
        </mc:Fallback>
      </mc:AlternateContent>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07D5A1AD-05A1-56C2-B2D7-21D2BB93BCC4}"/>
                  </a:ext>
                </a:extLst>
              </p:cNvPr>
              <p:cNvSpPr txBox="1">
                <a:spLocks/>
              </p:cNvSpPr>
              <p:nvPr/>
            </p:nvSpPr>
            <p:spPr>
              <a:xfrm>
                <a:off x="3931536" y="1447008"/>
                <a:ext cx="3711152" cy="5105400"/>
              </a:xfrm>
              <a:prstGeom prst="rect">
                <a:avLst/>
              </a:prstGeom>
            </p:spPr>
            <p:txBody>
              <a:bodyPr>
                <a:normAutofit fontScale="850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buNone/>
                </a:pPr>
                <a:r>
                  <a:rPr lang="en-US" sz="3400" b="1" dirty="0"/>
                  <a:t>Header Linked List</a:t>
                </a:r>
              </a:p>
              <a:p>
                <a:pPr>
                  <a:lnSpc>
                    <a:spcPct val="120000"/>
                  </a:lnSpc>
                  <a:buFont typeface="Wingdings" panose="05000000000000000000" pitchFamily="2" charset="2"/>
                  <a:buChar char="§"/>
                </a:pPr>
                <a:r>
                  <a:rPr lang="en-US" sz="3400" dirty="0"/>
                  <a:t>Insert: </a:t>
                </a:r>
                <a14:m>
                  <m:oMath xmlns:m="http://schemas.openxmlformats.org/officeDocument/2006/math">
                    <m:r>
                      <a:rPr lang="en-US" sz="3400" b="0" i="1" smtClean="0">
                        <a:latin typeface="Cambria Math" panose="02040503050406030204" pitchFamily="18" charset="0"/>
                      </a:rPr>
                      <m:t>𝑂</m:t>
                    </m:r>
                    <m:r>
                      <a:rPr lang="en-US" sz="3400" b="0" i="1" smtClean="0">
                        <a:latin typeface="Cambria Math" panose="02040503050406030204" pitchFamily="18" charset="0"/>
                      </a:rPr>
                      <m:t>(1)</m:t>
                    </m:r>
                  </m:oMath>
                </a14:m>
                <a:endParaRPr lang="en-US" sz="3400" dirty="0"/>
              </a:p>
              <a:p>
                <a:pPr>
                  <a:lnSpc>
                    <a:spcPct val="120000"/>
                  </a:lnSpc>
                  <a:buFont typeface="Wingdings" panose="05000000000000000000" pitchFamily="2" charset="2"/>
                  <a:buChar char="§"/>
                </a:pPr>
                <a:r>
                  <a:rPr lang="en-US" sz="3400" dirty="0"/>
                  <a:t>Insert After: </a:t>
                </a:r>
                <a14:m>
                  <m:oMath xmlns:m="http://schemas.openxmlformats.org/officeDocument/2006/math">
                    <m:r>
                      <a:rPr lang="en-US" sz="3400" b="0" i="1" smtClean="0">
                        <a:latin typeface="Cambria Math" panose="02040503050406030204" pitchFamily="18" charset="0"/>
                      </a:rPr>
                      <m:t>𝑂</m:t>
                    </m:r>
                    <m:r>
                      <a:rPr lang="en-US" sz="3400" b="0" i="1" smtClean="0">
                        <a:latin typeface="Cambria Math" panose="02040503050406030204" pitchFamily="18" charset="0"/>
                      </a:rPr>
                      <m:t>(</m:t>
                    </m:r>
                    <m:r>
                      <a:rPr lang="en-US" sz="3400" b="0" i="1" smtClean="0">
                        <a:latin typeface="Cambria Math" panose="02040503050406030204" pitchFamily="18" charset="0"/>
                      </a:rPr>
                      <m:t>𝑛</m:t>
                    </m:r>
                    <m:r>
                      <a:rPr lang="en-US" sz="3400" b="0" i="1" smtClean="0">
                        <a:latin typeface="Cambria Math" panose="02040503050406030204" pitchFamily="18" charset="0"/>
                      </a:rPr>
                      <m:t>)</m:t>
                    </m:r>
                  </m:oMath>
                </a14:m>
                <a:endParaRPr lang="en-US" sz="3400" dirty="0"/>
              </a:p>
              <a:p>
                <a:pPr>
                  <a:lnSpc>
                    <a:spcPct val="120000"/>
                  </a:lnSpc>
                  <a:buFont typeface="Wingdings" panose="05000000000000000000" pitchFamily="2" charset="2"/>
                  <a:buChar char="§"/>
                </a:pPr>
                <a:r>
                  <a:rPr lang="en-US" sz="3400" dirty="0"/>
                  <a:t>Traverse: </a:t>
                </a:r>
                <a14:m>
                  <m:oMath xmlns:m="http://schemas.openxmlformats.org/officeDocument/2006/math">
                    <m:r>
                      <a:rPr lang="en-US" sz="3400" i="1">
                        <a:latin typeface="Cambria Math" panose="02040503050406030204" pitchFamily="18" charset="0"/>
                      </a:rPr>
                      <m:t>𝑂</m:t>
                    </m:r>
                    <m:r>
                      <a:rPr lang="en-US" sz="3400" i="1">
                        <a:latin typeface="Cambria Math" panose="02040503050406030204" pitchFamily="18" charset="0"/>
                      </a:rPr>
                      <m:t>(</m:t>
                    </m:r>
                    <m:r>
                      <a:rPr lang="en-US" sz="3400" i="1">
                        <a:latin typeface="Cambria Math" panose="02040503050406030204" pitchFamily="18" charset="0"/>
                      </a:rPr>
                      <m:t>𝑛</m:t>
                    </m:r>
                    <m:r>
                      <a:rPr lang="en-US" sz="3400" i="1">
                        <a:latin typeface="Cambria Math" panose="02040503050406030204" pitchFamily="18" charset="0"/>
                      </a:rPr>
                      <m:t>)</m:t>
                    </m:r>
                  </m:oMath>
                </a14:m>
                <a:endParaRPr lang="en-US" sz="3400" dirty="0"/>
              </a:p>
              <a:p>
                <a:pPr>
                  <a:lnSpc>
                    <a:spcPct val="120000"/>
                  </a:lnSpc>
                  <a:buFont typeface="Wingdings" panose="05000000000000000000" pitchFamily="2" charset="2"/>
                  <a:buChar char="§"/>
                </a:pPr>
                <a:r>
                  <a:rPr lang="en-US" sz="3400" dirty="0"/>
                  <a:t>Search: </a:t>
                </a:r>
                <a14:m>
                  <m:oMath xmlns:m="http://schemas.openxmlformats.org/officeDocument/2006/math">
                    <m:r>
                      <a:rPr lang="en-US" sz="3400" b="0" i="1" smtClean="0">
                        <a:latin typeface="Cambria Math" panose="02040503050406030204" pitchFamily="18" charset="0"/>
                      </a:rPr>
                      <m:t>𝑂</m:t>
                    </m:r>
                    <m:r>
                      <a:rPr lang="en-US" sz="3400" b="0" i="1" smtClean="0">
                        <a:latin typeface="Cambria Math" panose="02040503050406030204" pitchFamily="18" charset="0"/>
                      </a:rPr>
                      <m:t>(</m:t>
                    </m:r>
                    <m:r>
                      <a:rPr lang="en-US" sz="3400" b="0" i="1" smtClean="0">
                        <a:latin typeface="Cambria Math" panose="02040503050406030204" pitchFamily="18" charset="0"/>
                      </a:rPr>
                      <m:t>𝑛</m:t>
                    </m:r>
                    <m:r>
                      <a:rPr lang="en-US" sz="3400" b="0" i="1" smtClean="0">
                        <a:latin typeface="Cambria Math" panose="02040503050406030204" pitchFamily="18" charset="0"/>
                      </a:rPr>
                      <m:t>)</m:t>
                    </m:r>
                  </m:oMath>
                </a14:m>
                <a:endParaRPr lang="en-US" sz="3400" dirty="0"/>
              </a:p>
              <a:p>
                <a:pPr>
                  <a:lnSpc>
                    <a:spcPct val="120000"/>
                  </a:lnSpc>
                  <a:buFont typeface="Wingdings" panose="05000000000000000000" pitchFamily="2" charset="2"/>
                  <a:buChar char="§"/>
                </a:pPr>
                <a:r>
                  <a:rPr lang="en-US" sz="3400" dirty="0"/>
                  <a:t>Delete: </a:t>
                </a:r>
                <a14:m>
                  <m:oMath xmlns:m="http://schemas.openxmlformats.org/officeDocument/2006/math">
                    <m:r>
                      <a:rPr lang="en-US" sz="3400" b="0" i="1" smtClean="0">
                        <a:latin typeface="Cambria Math" panose="02040503050406030204" pitchFamily="18" charset="0"/>
                      </a:rPr>
                      <m:t>𝑂</m:t>
                    </m:r>
                    <m:r>
                      <a:rPr lang="en-US" sz="3400" b="0" i="1" smtClean="0">
                        <a:latin typeface="Cambria Math" panose="02040503050406030204" pitchFamily="18" charset="0"/>
                      </a:rPr>
                      <m:t>(</m:t>
                    </m:r>
                    <m:r>
                      <a:rPr lang="en-US" sz="3400" b="0" i="1" smtClean="0">
                        <a:latin typeface="Cambria Math" panose="02040503050406030204" pitchFamily="18" charset="0"/>
                      </a:rPr>
                      <m:t>𝑛</m:t>
                    </m:r>
                    <m:r>
                      <a:rPr lang="en-US" sz="3400" b="0" i="1" smtClean="0">
                        <a:latin typeface="Cambria Math" panose="02040503050406030204" pitchFamily="18" charset="0"/>
                      </a:rPr>
                      <m:t>)</m:t>
                    </m:r>
                  </m:oMath>
                </a14:m>
                <a:endParaRPr lang="en-US" sz="3400" dirty="0"/>
              </a:p>
              <a:p>
                <a:pPr>
                  <a:lnSpc>
                    <a:spcPct val="120000"/>
                  </a:lnSpc>
                  <a:buFont typeface="Wingdings" panose="05000000000000000000" pitchFamily="2" charset="2"/>
                  <a:buChar char="§"/>
                </a:pPr>
                <a:r>
                  <a:rPr lang="en-US" sz="3400" dirty="0"/>
                  <a:t>Delete First: </a:t>
                </a:r>
                <a14:m>
                  <m:oMath xmlns:m="http://schemas.openxmlformats.org/officeDocument/2006/math">
                    <m:r>
                      <a:rPr lang="en-US" sz="3400" b="0" i="1" smtClean="0">
                        <a:latin typeface="Cambria Math" panose="02040503050406030204" pitchFamily="18" charset="0"/>
                      </a:rPr>
                      <m:t>𝑂</m:t>
                    </m:r>
                    <m:r>
                      <a:rPr lang="en-US" sz="3400" b="0" i="1" smtClean="0">
                        <a:latin typeface="Cambria Math" panose="02040503050406030204" pitchFamily="18" charset="0"/>
                      </a:rPr>
                      <m:t>(1)</m:t>
                    </m:r>
                  </m:oMath>
                </a14:m>
                <a:endParaRPr lang="en-US" sz="3400" dirty="0"/>
              </a:p>
              <a:p>
                <a:pPr>
                  <a:lnSpc>
                    <a:spcPct val="120000"/>
                  </a:lnSpc>
                  <a:buFont typeface="Wingdings" panose="05000000000000000000" pitchFamily="2" charset="2"/>
                  <a:buChar char="§"/>
                </a:pPr>
                <a:r>
                  <a:rPr lang="en-US" sz="3400" dirty="0"/>
                  <a:t>Delete Last: </a:t>
                </a:r>
                <a14:m>
                  <m:oMath xmlns:m="http://schemas.openxmlformats.org/officeDocument/2006/math">
                    <m:r>
                      <a:rPr lang="en-US" sz="3400" i="1">
                        <a:latin typeface="Cambria Math" panose="02040503050406030204" pitchFamily="18" charset="0"/>
                      </a:rPr>
                      <m:t>𝑂</m:t>
                    </m:r>
                    <m:r>
                      <a:rPr lang="en-US" sz="3400" i="1">
                        <a:latin typeface="Cambria Math" panose="02040503050406030204" pitchFamily="18" charset="0"/>
                      </a:rPr>
                      <m:t>(1)</m:t>
                    </m:r>
                  </m:oMath>
                </a14:m>
                <a:endParaRPr lang="en-US" sz="3400" dirty="0"/>
              </a:p>
              <a:p>
                <a:pPr>
                  <a:lnSpc>
                    <a:spcPct val="120000"/>
                  </a:lnSpc>
                  <a:buFont typeface="Wingdings" panose="05000000000000000000" pitchFamily="2" charset="2"/>
                  <a:buChar char="§"/>
                </a:pPr>
                <a:r>
                  <a:rPr lang="en-US" sz="3400" dirty="0"/>
                  <a:t>Bubble Sort: </a:t>
                </a:r>
                <a14:m>
                  <m:oMath xmlns:m="http://schemas.openxmlformats.org/officeDocument/2006/math">
                    <m:r>
                      <a:rPr lang="en-US" sz="3400" b="0" i="1" smtClean="0">
                        <a:latin typeface="Cambria Math" panose="02040503050406030204" pitchFamily="18" charset="0"/>
                      </a:rPr>
                      <m:t>𝑂</m:t>
                    </m:r>
                    <m:r>
                      <a:rPr lang="en-US" sz="3400" b="0" i="1" smtClean="0">
                        <a:latin typeface="Cambria Math" panose="02040503050406030204" pitchFamily="18" charset="0"/>
                      </a:rPr>
                      <m:t>(</m:t>
                    </m:r>
                    <m:sSup>
                      <m:sSupPr>
                        <m:ctrlPr>
                          <a:rPr lang="en-US" sz="3400" b="0" i="1" smtClean="0">
                            <a:latin typeface="Cambria Math" panose="02040503050406030204" pitchFamily="18" charset="0"/>
                          </a:rPr>
                        </m:ctrlPr>
                      </m:sSupPr>
                      <m:e>
                        <m:r>
                          <a:rPr lang="en-US" sz="3400" b="0" i="1" smtClean="0">
                            <a:latin typeface="Cambria Math" panose="02040503050406030204" pitchFamily="18" charset="0"/>
                          </a:rPr>
                          <m:t>𝑛</m:t>
                        </m:r>
                      </m:e>
                      <m:sup>
                        <m:r>
                          <a:rPr lang="en-US" sz="3400" b="0" i="1" smtClean="0">
                            <a:latin typeface="Cambria Math" panose="02040503050406030204" pitchFamily="18" charset="0"/>
                          </a:rPr>
                          <m:t>2</m:t>
                        </m:r>
                      </m:sup>
                    </m:sSup>
                    <m:r>
                      <a:rPr lang="en-US" sz="3400" b="0" i="1" smtClean="0">
                        <a:latin typeface="Cambria Math" panose="02040503050406030204" pitchFamily="18" charset="0"/>
                      </a:rPr>
                      <m:t>)</m:t>
                    </m:r>
                  </m:oMath>
                </a14:m>
                <a:endParaRPr lang="en-US" sz="3400" dirty="0"/>
              </a:p>
            </p:txBody>
          </p:sp>
        </mc:Choice>
        <mc:Fallback xmlns="">
          <p:sp>
            <p:nvSpPr>
              <p:cNvPr id="4" name="Content Placeholder 2">
                <a:extLst>
                  <a:ext uri="{FF2B5EF4-FFF2-40B4-BE49-F238E27FC236}">
                    <a16:creationId xmlns:a16="http://schemas.microsoft.com/office/drawing/2014/main" id="{07D5A1AD-05A1-56C2-B2D7-21D2BB93BCC4}"/>
                  </a:ext>
                </a:extLst>
              </p:cNvPr>
              <p:cNvSpPr txBox="1">
                <a:spLocks noRot="1" noChangeAspect="1" noMove="1" noResize="1" noEditPoints="1" noAdjustHandles="1" noChangeArrowheads="1" noChangeShapeType="1" noTextEdit="1"/>
              </p:cNvSpPr>
              <p:nvPr/>
            </p:nvSpPr>
            <p:spPr>
              <a:xfrm>
                <a:off x="3931536" y="1447008"/>
                <a:ext cx="3711152" cy="5105400"/>
              </a:xfrm>
              <a:prstGeom prst="rect">
                <a:avLst/>
              </a:prstGeom>
              <a:blipFill>
                <a:blip r:embed="rId4"/>
                <a:stretch>
                  <a:fillRect l="-3612" t="-1193" b="-3103"/>
                </a:stretch>
              </a:blipFill>
            </p:spPr>
            <p:txBody>
              <a:bodyPr/>
              <a:lstStyle/>
              <a:p>
                <a:r>
                  <a:rPr lang="en-PK">
                    <a:noFill/>
                  </a:rPr>
                  <a:t> </a:t>
                </a:r>
              </a:p>
            </p:txBody>
          </p:sp>
        </mc:Fallback>
      </mc:AlternateContent>
      <mc:AlternateContent xmlns:mc="http://schemas.openxmlformats.org/markup-compatibility/2006" xmlns:a14="http://schemas.microsoft.com/office/drawing/2010/main">
        <mc:Choice Requires="a14">
          <p:sp>
            <p:nvSpPr>
              <p:cNvPr id="7" name="Content Placeholder 2">
                <a:extLst>
                  <a:ext uri="{FF2B5EF4-FFF2-40B4-BE49-F238E27FC236}">
                    <a16:creationId xmlns:a16="http://schemas.microsoft.com/office/drawing/2014/main" id="{BDA203D8-76D8-FCF0-E36A-17387589F7C7}"/>
                  </a:ext>
                </a:extLst>
              </p:cNvPr>
              <p:cNvSpPr txBox="1">
                <a:spLocks/>
              </p:cNvSpPr>
              <p:nvPr/>
            </p:nvSpPr>
            <p:spPr>
              <a:xfrm>
                <a:off x="7642688" y="1445424"/>
                <a:ext cx="3711152" cy="5106984"/>
              </a:xfrm>
              <a:prstGeom prst="rect">
                <a:avLst/>
              </a:prstGeom>
            </p:spPr>
            <p:txBody>
              <a:bodyPr>
                <a:normAutofit fontScale="850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buNone/>
                </a:pPr>
                <a:r>
                  <a:rPr lang="en-US" sz="3400" b="1" dirty="0"/>
                  <a:t>Doubly Linked List</a:t>
                </a:r>
              </a:p>
              <a:p>
                <a:pPr>
                  <a:lnSpc>
                    <a:spcPct val="120000"/>
                  </a:lnSpc>
                  <a:buFont typeface="Wingdings" panose="05000000000000000000" pitchFamily="2" charset="2"/>
                  <a:buChar char="§"/>
                </a:pPr>
                <a:r>
                  <a:rPr lang="en-US" sz="3400" dirty="0"/>
                  <a:t>Insert: </a:t>
                </a:r>
                <a14:m>
                  <m:oMath xmlns:m="http://schemas.openxmlformats.org/officeDocument/2006/math">
                    <m:r>
                      <a:rPr lang="en-US" sz="3400" b="0" i="1" smtClean="0">
                        <a:latin typeface="Cambria Math" panose="02040503050406030204" pitchFamily="18" charset="0"/>
                      </a:rPr>
                      <m:t>𝑂</m:t>
                    </m:r>
                    <m:r>
                      <a:rPr lang="en-US" sz="3400" b="0" i="1" smtClean="0">
                        <a:latin typeface="Cambria Math" panose="02040503050406030204" pitchFamily="18" charset="0"/>
                      </a:rPr>
                      <m:t>(1)</m:t>
                    </m:r>
                  </m:oMath>
                </a14:m>
                <a:endParaRPr lang="en-US" sz="3400" dirty="0"/>
              </a:p>
              <a:p>
                <a:pPr>
                  <a:lnSpc>
                    <a:spcPct val="120000"/>
                  </a:lnSpc>
                  <a:buFont typeface="Wingdings" panose="05000000000000000000" pitchFamily="2" charset="2"/>
                  <a:buChar char="§"/>
                </a:pPr>
                <a:r>
                  <a:rPr lang="en-US" sz="3400" dirty="0"/>
                  <a:t>Insert After: </a:t>
                </a:r>
                <a14:m>
                  <m:oMath xmlns:m="http://schemas.openxmlformats.org/officeDocument/2006/math">
                    <m:r>
                      <a:rPr lang="en-US" sz="3400" b="0" i="1" smtClean="0">
                        <a:latin typeface="Cambria Math" panose="02040503050406030204" pitchFamily="18" charset="0"/>
                      </a:rPr>
                      <m:t>𝑂</m:t>
                    </m:r>
                    <m:r>
                      <a:rPr lang="en-US" sz="3400" b="0" i="1" smtClean="0">
                        <a:latin typeface="Cambria Math" panose="02040503050406030204" pitchFamily="18" charset="0"/>
                      </a:rPr>
                      <m:t>(</m:t>
                    </m:r>
                    <m:r>
                      <a:rPr lang="en-US" sz="3400" b="0" i="1" smtClean="0">
                        <a:latin typeface="Cambria Math" panose="02040503050406030204" pitchFamily="18" charset="0"/>
                      </a:rPr>
                      <m:t>𝑛</m:t>
                    </m:r>
                    <m:r>
                      <a:rPr lang="en-US" sz="3400" b="0" i="1" smtClean="0">
                        <a:latin typeface="Cambria Math" panose="02040503050406030204" pitchFamily="18" charset="0"/>
                      </a:rPr>
                      <m:t>)</m:t>
                    </m:r>
                  </m:oMath>
                </a14:m>
                <a:endParaRPr lang="en-US" sz="3400" dirty="0"/>
              </a:p>
              <a:p>
                <a:pPr>
                  <a:lnSpc>
                    <a:spcPct val="120000"/>
                  </a:lnSpc>
                  <a:buFont typeface="Wingdings" panose="05000000000000000000" pitchFamily="2" charset="2"/>
                  <a:buChar char="§"/>
                </a:pPr>
                <a:r>
                  <a:rPr lang="en-US" sz="3400" dirty="0"/>
                  <a:t>Traverse: </a:t>
                </a:r>
                <a14:m>
                  <m:oMath xmlns:m="http://schemas.openxmlformats.org/officeDocument/2006/math">
                    <m:r>
                      <a:rPr lang="en-US" sz="3400" i="1">
                        <a:latin typeface="Cambria Math" panose="02040503050406030204" pitchFamily="18" charset="0"/>
                      </a:rPr>
                      <m:t>𝑂</m:t>
                    </m:r>
                    <m:r>
                      <a:rPr lang="en-US" sz="3400" i="1">
                        <a:latin typeface="Cambria Math" panose="02040503050406030204" pitchFamily="18" charset="0"/>
                      </a:rPr>
                      <m:t>(</m:t>
                    </m:r>
                    <m:r>
                      <a:rPr lang="en-US" sz="3400" i="1">
                        <a:latin typeface="Cambria Math" panose="02040503050406030204" pitchFamily="18" charset="0"/>
                      </a:rPr>
                      <m:t>𝑛</m:t>
                    </m:r>
                    <m:r>
                      <a:rPr lang="en-US" sz="3400" i="1">
                        <a:latin typeface="Cambria Math" panose="02040503050406030204" pitchFamily="18" charset="0"/>
                      </a:rPr>
                      <m:t>)</m:t>
                    </m:r>
                  </m:oMath>
                </a14:m>
                <a:endParaRPr lang="en-US" sz="3400" dirty="0"/>
              </a:p>
              <a:p>
                <a:pPr>
                  <a:lnSpc>
                    <a:spcPct val="120000"/>
                  </a:lnSpc>
                  <a:buFont typeface="Wingdings" panose="05000000000000000000" pitchFamily="2" charset="2"/>
                  <a:buChar char="§"/>
                </a:pPr>
                <a:r>
                  <a:rPr lang="en-US" sz="3400" dirty="0"/>
                  <a:t>Search: </a:t>
                </a:r>
                <a14:m>
                  <m:oMath xmlns:m="http://schemas.openxmlformats.org/officeDocument/2006/math">
                    <m:r>
                      <a:rPr lang="en-US" sz="3400" b="0" i="1" smtClean="0">
                        <a:latin typeface="Cambria Math" panose="02040503050406030204" pitchFamily="18" charset="0"/>
                      </a:rPr>
                      <m:t>𝑂</m:t>
                    </m:r>
                    <m:r>
                      <a:rPr lang="en-US" sz="3400" b="0" i="1" smtClean="0">
                        <a:latin typeface="Cambria Math" panose="02040503050406030204" pitchFamily="18" charset="0"/>
                      </a:rPr>
                      <m:t>(</m:t>
                    </m:r>
                    <m:r>
                      <a:rPr lang="en-US" sz="3400" b="0" i="1" smtClean="0">
                        <a:latin typeface="Cambria Math" panose="02040503050406030204" pitchFamily="18" charset="0"/>
                      </a:rPr>
                      <m:t>𝑛</m:t>
                    </m:r>
                    <m:r>
                      <a:rPr lang="en-US" sz="3400" b="0" i="1" smtClean="0">
                        <a:latin typeface="Cambria Math" panose="02040503050406030204" pitchFamily="18" charset="0"/>
                      </a:rPr>
                      <m:t>)</m:t>
                    </m:r>
                  </m:oMath>
                </a14:m>
                <a:endParaRPr lang="en-US" sz="3400" dirty="0"/>
              </a:p>
              <a:p>
                <a:pPr>
                  <a:lnSpc>
                    <a:spcPct val="120000"/>
                  </a:lnSpc>
                  <a:buFont typeface="Wingdings" panose="05000000000000000000" pitchFamily="2" charset="2"/>
                  <a:buChar char="§"/>
                </a:pPr>
                <a:r>
                  <a:rPr lang="en-US" sz="3400" dirty="0"/>
                  <a:t>Delete: </a:t>
                </a:r>
                <a14:m>
                  <m:oMath xmlns:m="http://schemas.openxmlformats.org/officeDocument/2006/math">
                    <m:r>
                      <a:rPr lang="en-US" sz="3400" b="0" i="1" smtClean="0">
                        <a:latin typeface="Cambria Math" panose="02040503050406030204" pitchFamily="18" charset="0"/>
                      </a:rPr>
                      <m:t>𝑂</m:t>
                    </m:r>
                    <m:r>
                      <a:rPr lang="en-US" sz="3400" b="0" i="1" smtClean="0">
                        <a:latin typeface="Cambria Math" panose="02040503050406030204" pitchFamily="18" charset="0"/>
                      </a:rPr>
                      <m:t>(</m:t>
                    </m:r>
                    <m:r>
                      <a:rPr lang="en-US" sz="3400" b="0" i="1" smtClean="0">
                        <a:latin typeface="Cambria Math" panose="02040503050406030204" pitchFamily="18" charset="0"/>
                      </a:rPr>
                      <m:t>𝑛</m:t>
                    </m:r>
                    <m:r>
                      <a:rPr lang="en-US" sz="3400" b="0" i="1" smtClean="0">
                        <a:latin typeface="Cambria Math" panose="02040503050406030204" pitchFamily="18" charset="0"/>
                      </a:rPr>
                      <m:t>)</m:t>
                    </m:r>
                  </m:oMath>
                </a14:m>
                <a:endParaRPr lang="en-US" sz="3400" dirty="0"/>
              </a:p>
              <a:p>
                <a:pPr>
                  <a:lnSpc>
                    <a:spcPct val="120000"/>
                  </a:lnSpc>
                  <a:buFont typeface="Wingdings" panose="05000000000000000000" pitchFamily="2" charset="2"/>
                  <a:buChar char="§"/>
                </a:pPr>
                <a:r>
                  <a:rPr lang="en-US" sz="3400" dirty="0"/>
                  <a:t>Delete First: </a:t>
                </a:r>
                <a14:m>
                  <m:oMath xmlns:m="http://schemas.openxmlformats.org/officeDocument/2006/math">
                    <m:r>
                      <a:rPr lang="en-US" sz="3400" b="0" i="1" smtClean="0">
                        <a:latin typeface="Cambria Math" panose="02040503050406030204" pitchFamily="18" charset="0"/>
                      </a:rPr>
                      <m:t>𝑂</m:t>
                    </m:r>
                    <m:r>
                      <a:rPr lang="en-US" sz="3400" b="0" i="1" smtClean="0">
                        <a:latin typeface="Cambria Math" panose="02040503050406030204" pitchFamily="18" charset="0"/>
                      </a:rPr>
                      <m:t>(1)</m:t>
                    </m:r>
                  </m:oMath>
                </a14:m>
                <a:endParaRPr lang="en-US" sz="3400" dirty="0"/>
              </a:p>
              <a:p>
                <a:pPr>
                  <a:lnSpc>
                    <a:spcPct val="120000"/>
                  </a:lnSpc>
                  <a:buFont typeface="Wingdings" panose="05000000000000000000" pitchFamily="2" charset="2"/>
                  <a:buChar char="§"/>
                </a:pPr>
                <a:r>
                  <a:rPr lang="en-US" sz="3400" dirty="0"/>
                  <a:t>Delete Last: </a:t>
                </a:r>
                <a14:m>
                  <m:oMath xmlns:m="http://schemas.openxmlformats.org/officeDocument/2006/math">
                    <m:r>
                      <a:rPr lang="en-US" sz="3400" i="1">
                        <a:latin typeface="Cambria Math" panose="02040503050406030204" pitchFamily="18" charset="0"/>
                      </a:rPr>
                      <m:t>𝑂</m:t>
                    </m:r>
                    <m:r>
                      <a:rPr lang="en-US" sz="3400" i="1">
                        <a:latin typeface="Cambria Math" panose="02040503050406030204" pitchFamily="18" charset="0"/>
                      </a:rPr>
                      <m:t>(1)</m:t>
                    </m:r>
                  </m:oMath>
                </a14:m>
                <a:endParaRPr lang="en-US" sz="3400" dirty="0"/>
              </a:p>
              <a:p>
                <a:pPr>
                  <a:lnSpc>
                    <a:spcPct val="120000"/>
                  </a:lnSpc>
                  <a:buFont typeface="Wingdings" panose="05000000000000000000" pitchFamily="2" charset="2"/>
                  <a:buChar char="§"/>
                </a:pPr>
                <a:r>
                  <a:rPr lang="en-US" sz="3400" dirty="0"/>
                  <a:t>Bubble Sort: </a:t>
                </a:r>
                <a14:m>
                  <m:oMath xmlns:m="http://schemas.openxmlformats.org/officeDocument/2006/math">
                    <m:r>
                      <a:rPr lang="en-US" sz="3400" b="0" i="1" smtClean="0">
                        <a:latin typeface="Cambria Math" panose="02040503050406030204" pitchFamily="18" charset="0"/>
                      </a:rPr>
                      <m:t>𝑂</m:t>
                    </m:r>
                    <m:r>
                      <a:rPr lang="en-US" sz="3400" b="0" i="1" smtClean="0">
                        <a:latin typeface="Cambria Math" panose="02040503050406030204" pitchFamily="18" charset="0"/>
                      </a:rPr>
                      <m:t>(</m:t>
                    </m:r>
                    <m:sSup>
                      <m:sSupPr>
                        <m:ctrlPr>
                          <a:rPr lang="en-US" sz="3400" b="0" i="1" smtClean="0">
                            <a:latin typeface="Cambria Math" panose="02040503050406030204" pitchFamily="18" charset="0"/>
                          </a:rPr>
                        </m:ctrlPr>
                      </m:sSupPr>
                      <m:e>
                        <m:r>
                          <a:rPr lang="en-US" sz="3400" b="0" i="1" smtClean="0">
                            <a:latin typeface="Cambria Math" panose="02040503050406030204" pitchFamily="18" charset="0"/>
                          </a:rPr>
                          <m:t>𝑛</m:t>
                        </m:r>
                      </m:e>
                      <m:sup>
                        <m:r>
                          <a:rPr lang="en-US" sz="3400" b="0" i="1" smtClean="0">
                            <a:latin typeface="Cambria Math" panose="02040503050406030204" pitchFamily="18" charset="0"/>
                          </a:rPr>
                          <m:t>2</m:t>
                        </m:r>
                      </m:sup>
                    </m:sSup>
                    <m:r>
                      <a:rPr lang="en-US" sz="3400" b="0" i="1" smtClean="0">
                        <a:latin typeface="Cambria Math" panose="02040503050406030204" pitchFamily="18" charset="0"/>
                      </a:rPr>
                      <m:t>)</m:t>
                    </m:r>
                  </m:oMath>
                </a14:m>
                <a:endParaRPr lang="en-US" sz="3400" dirty="0"/>
              </a:p>
            </p:txBody>
          </p:sp>
        </mc:Choice>
        <mc:Fallback xmlns="">
          <p:sp>
            <p:nvSpPr>
              <p:cNvPr id="7" name="Content Placeholder 2">
                <a:extLst>
                  <a:ext uri="{FF2B5EF4-FFF2-40B4-BE49-F238E27FC236}">
                    <a16:creationId xmlns:a16="http://schemas.microsoft.com/office/drawing/2014/main" id="{BDA203D8-76D8-FCF0-E36A-17387589F7C7}"/>
                  </a:ext>
                </a:extLst>
              </p:cNvPr>
              <p:cNvSpPr txBox="1">
                <a:spLocks noRot="1" noChangeAspect="1" noMove="1" noResize="1" noEditPoints="1" noAdjustHandles="1" noChangeArrowheads="1" noChangeShapeType="1" noTextEdit="1"/>
              </p:cNvSpPr>
              <p:nvPr/>
            </p:nvSpPr>
            <p:spPr>
              <a:xfrm>
                <a:off x="7642688" y="1445424"/>
                <a:ext cx="3711152" cy="5106984"/>
              </a:xfrm>
              <a:prstGeom prst="rect">
                <a:avLst/>
              </a:prstGeom>
              <a:blipFill>
                <a:blip r:embed="rId5"/>
                <a:stretch>
                  <a:fillRect l="-3612" t="-1193" b="-3103"/>
                </a:stretch>
              </a:blipFill>
            </p:spPr>
            <p:txBody>
              <a:bodyPr/>
              <a:lstStyle/>
              <a:p>
                <a:r>
                  <a:rPr lang="en-PK">
                    <a:noFill/>
                  </a:rPr>
                  <a:t> </a:t>
                </a:r>
              </a:p>
            </p:txBody>
          </p:sp>
        </mc:Fallback>
      </mc:AlternateContent>
    </p:spTree>
    <p:extLst>
      <p:ext uri="{BB962C8B-B14F-4D97-AF65-F5344CB8AC3E}">
        <p14:creationId xmlns:p14="http://schemas.microsoft.com/office/powerpoint/2010/main" val="15722187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7"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DIY</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6"/>
            <a:ext cx="11743016" cy="4942830"/>
          </a:xfrm>
          <a:prstGeom prst="rect">
            <a:avLst/>
          </a:prstGeom>
        </p:spPr>
        <p:txBody>
          <a:bodyPr>
            <a:normAutofit fontScale="92500"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400" dirty="0"/>
              <a:t>Practice the following from the textbook:</a:t>
            </a:r>
          </a:p>
          <a:p>
            <a:pPr marL="514350" indent="-514350">
              <a:lnSpc>
                <a:spcPct val="120000"/>
              </a:lnSpc>
              <a:buFont typeface="+mj-lt"/>
              <a:buAutoNum type="arabicPeriod"/>
            </a:pPr>
            <a:r>
              <a:rPr lang="en-US" sz="3400" dirty="0"/>
              <a:t>Q 5.14</a:t>
            </a:r>
          </a:p>
          <a:p>
            <a:pPr marL="514350" indent="-514350">
              <a:lnSpc>
                <a:spcPct val="120000"/>
              </a:lnSpc>
              <a:buFont typeface="+mj-lt"/>
              <a:buAutoNum type="arabicPeriod"/>
            </a:pPr>
            <a:r>
              <a:rPr lang="en-US" sz="3400" dirty="0"/>
              <a:t>Q 5.18</a:t>
            </a:r>
          </a:p>
          <a:p>
            <a:pPr marL="514350" indent="-514350">
              <a:lnSpc>
                <a:spcPct val="120000"/>
              </a:lnSpc>
              <a:buFont typeface="+mj-lt"/>
              <a:buAutoNum type="arabicPeriod"/>
            </a:pPr>
            <a:r>
              <a:rPr lang="en-US" sz="3400" dirty="0"/>
              <a:t>Q 5.22</a:t>
            </a:r>
          </a:p>
          <a:p>
            <a:pPr marL="514350" indent="-514350">
              <a:lnSpc>
                <a:spcPct val="120000"/>
              </a:lnSpc>
              <a:buFont typeface="+mj-lt"/>
              <a:buAutoNum type="arabicPeriod"/>
            </a:pPr>
            <a:r>
              <a:rPr lang="en-US" sz="3400"/>
              <a:t>Q 5.25</a:t>
            </a:r>
            <a:endParaRPr lang="en-US" sz="3400" dirty="0"/>
          </a:p>
          <a:p>
            <a:pPr marL="514350" indent="-514350">
              <a:lnSpc>
                <a:spcPct val="120000"/>
              </a:lnSpc>
              <a:buFont typeface="+mj-lt"/>
              <a:buAutoNum type="arabicPeriod"/>
            </a:pPr>
            <a:r>
              <a:rPr lang="en-US" sz="3400" dirty="0"/>
              <a:t>Write a circular linked list program to demonstrate working of a clock. The list should contain hours from 0-23 and show how the clock runs. There should be no IF clause in your code.</a:t>
            </a:r>
          </a:p>
          <a:p>
            <a:pPr marL="514350" indent="-514350">
              <a:lnSpc>
                <a:spcPct val="120000"/>
              </a:lnSpc>
              <a:buFont typeface="+mj-lt"/>
              <a:buAutoNum type="arabicPeriod"/>
            </a:pPr>
            <a:endParaRPr lang="en-US" sz="3400" dirty="0"/>
          </a:p>
        </p:txBody>
      </p:sp>
    </p:spTree>
    <p:extLst>
      <p:ext uri="{BB962C8B-B14F-4D97-AF65-F5344CB8AC3E}">
        <p14:creationId xmlns:p14="http://schemas.microsoft.com/office/powerpoint/2010/main" val="12456667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0" name="Picture Placeholder 7" descr="abstract image">
            <a:extLst>
              <a:ext uri="{FF2B5EF4-FFF2-40B4-BE49-F238E27FC236}">
                <a16:creationId xmlns:a16="http://schemas.microsoft.com/office/drawing/2014/main" id="{D5C5EA1B-F06D-4AD1-B526-89C2DF772232}"/>
              </a:ext>
            </a:extLst>
          </p:cNvPr>
          <p:cNvPicPr>
            <a:picLocks noChangeAspect="1"/>
          </p:cNvPicPr>
          <p:nvPr/>
        </p:nvPicPr>
        <p:blipFill rotWithShape="1">
          <a:blip r:embed="rId2">
            <a:alphaModFix amt="52000"/>
            <a:extLst>
              <a:ext uri="{BEBA8EAE-BF5A-486C-A8C5-ECC9F3942E4B}">
                <a14:imgProps xmlns:a14="http://schemas.microsoft.com/office/drawing/2010/main">
                  <a14:imgLayer r:embed="rId3">
                    <a14:imgEffect>
                      <a14:saturation sat="0"/>
                    </a14:imgEffect>
                  </a14:imgLayer>
                </a14:imgProps>
              </a:ext>
            </a:extLst>
          </a:blip>
          <a:srcRect l="22717" r="45642"/>
          <a:stretch/>
        </p:blipFill>
        <p:spPr>
          <a:xfrm rot="16200000">
            <a:off x="2667001" y="-2666999"/>
            <a:ext cx="6858000" cy="12192000"/>
          </a:xfrm>
          <a:prstGeom prst="rect">
            <a:avLst/>
          </a:prstGeom>
          <a:noFill/>
        </p:spPr>
      </p:pic>
      <p:sp>
        <p:nvSpPr>
          <p:cNvPr id="6" name="Title 5">
            <a:extLst>
              <a:ext uri="{FF2B5EF4-FFF2-40B4-BE49-F238E27FC236}">
                <a16:creationId xmlns:a16="http://schemas.microsoft.com/office/drawing/2014/main" id="{4F7706BE-EF2E-459C-8778-01DDD354C634}"/>
              </a:ext>
            </a:extLst>
          </p:cNvPr>
          <p:cNvSpPr>
            <a:spLocks noGrp="1"/>
          </p:cNvSpPr>
          <p:nvPr>
            <p:ph type="title" idx="4294967295"/>
          </p:nvPr>
        </p:nvSpPr>
        <p:spPr>
          <a:xfrm>
            <a:off x="702365" y="1660810"/>
            <a:ext cx="10787270" cy="830649"/>
          </a:xfrm>
        </p:spPr>
        <p:txBody>
          <a:bodyPr>
            <a:normAutofit/>
          </a:bodyPr>
          <a:lstStyle/>
          <a:p>
            <a:r>
              <a:rPr lang="en-US" sz="4000" spc="300" dirty="0"/>
              <a:t>THANK YOU</a:t>
            </a:r>
          </a:p>
        </p:txBody>
      </p:sp>
      <p:pic>
        <p:nvPicPr>
          <p:cNvPr id="24" name="Online Image Placeholder 23" descr="User">
            <a:extLst>
              <a:ext uri="{FF2B5EF4-FFF2-40B4-BE49-F238E27FC236}">
                <a16:creationId xmlns:a16="http://schemas.microsoft.com/office/drawing/2014/main" id="{E896B487-8C07-495F-95BF-B8F4960E1E8D}"/>
              </a:ext>
            </a:extLst>
          </p:cNvPr>
          <p:cNvPicPr>
            <a:picLocks noGrp="1" noChangeAspect="1"/>
          </p:cNvPicPr>
          <p:nvPr>
            <p:ph type="clipArt" sz="quarter" idx="19"/>
          </p:nvPr>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p:pic>
      <p:pic>
        <p:nvPicPr>
          <p:cNvPr id="12" name="Online Image Placeholder 11" descr="Smart Phone">
            <a:extLst>
              <a:ext uri="{FF2B5EF4-FFF2-40B4-BE49-F238E27FC236}">
                <a16:creationId xmlns:a16="http://schemas.microsoft.com/office/drawing/2014/main" id="{4E709B75-16EA-4581-AED9-567DEF45A6B2}"/>
              </a:ext>
            </a:extLst>
          </p:cNvPr>
          <p:cNvPicPr>
            <a:picLocks noGrp="1" noChangeAspect="1"/>
          </p:cNvPicPr>
          <p:nvPr>
            <p:ph type="clipArt" sz="quarter" idx="20"/>
          </p:nvPr>
        </p:nvPicPr>
        <p:blipFill>
          <a:blip r:embed="rId6" cstate="email">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5730873" y="3118670"/>
            <a:ext cx="730250" cy="730250"/>
          </a:xfrm>
        </p:spPr>
      </p:pic>
      <p:pic>
        <p:nvPicPr>
          <p:cNvPr id="28" name="Online Image Placeholder 27" descr="Envelope">
            <a:extLst>
              <a:ext uri="{FF2B5EF4-FFF2-40B4-BE49-F238E27FC236}">
                <a16:creationId xmlns:a16="http://schemas.microsoft.com/office/drawing/2014/main" id="{D4D09222-33EB-4F99-9A89-51E2E1E97584}"/>
              </a:ext>
            </a:extLst>
          </p:cNvPr>
          <p:cNvPicPr>
            <a:picLocks noGrp="1" noChangeAspect="1"/>
          </p:cNvPicPr>
          <p:nvPr>
            <p:ph type="clipArt" sz="quarter" idx="21"/>
          </p:nvPr>
        </p:nvPicPr>
        <p:blipFill>
          <a:blip r:embed="rId8" cstate="email">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p:pic>
      <p:sp>
        <p:nvSpPr>
          <p:cNvPr id="8" name="Text Placeholder 7">
            <a:extLst>
              <a:ext uri="{FF2B5EF4-FFF2-40B4-BE49-F238E27FC236}">
                <a16:creationId xmlns:a16="http://schemas.microsoft.com/office/drawing/2014/main" id="{0B070B25-2BBC-49AC-9CFA-1CD7195DF2D6}"/>
              </a:ext>
            </a:extLst>
          </p:cNvPr>
          <p:cNvSpPr>
            <a:spLocks noGrp="1"/>
          </p:cNvSpPr>
          <p:nvPr>
            <p:ph type="body" sz="quarter" idx="16"/>
          </p:nvPr>
        </p:nvSpPr>
        <p:spPr/>
        <p:txBody>
          <a:bodyPr/>
          <a:lstStyle/>
          <a:p>
            <a:r>
              <a:rPr lang="en-US" dirty="0"/>
              <a:t>Owais Hussain</a:t>
            </a:r>
          </a:p>
        </p:txBody>
      </p:sp>
      <p:sp>
        <p:nvSpPr>
          <p:cNvPr id="9" name="Text Placeholder 8">
            <a:extLst>
              <a:ext uri="{FF2B5EF4-FFF2-40B4-BE49-F238E27FC236}">
                <a16:creationId xmlns:a16="http://schemas.microsoft.com/office/drawing/2014/main" id="{9E2524A0-105C-4170-BB48-CD0756FB3DFE}"/>
              </a:ext>
            </a:extLst>
          </p:cNvPr>
          <p:cNvSpPr>
            <a:spLocks noGrp="1"/>
          </p:cNvSpPr>
          <p:nvPr>
            <p:ph type="body" sz="quarter" idx="17"/>
          </p:nvPr>
        </p:nvSpPr>
        <p:spPr/>
        <p:txBody>
          <a:bodyPr/>
          <a:lstStyle/>
          <a:p>
            <a:r>
              <a:rPr lang="en-US" dirty="0"/>
              <a:t>+92 345-3174270</a:t>
            </a:r>
          </a:p>
        </p:txBody>
      </p:sp>
      <p:sp>
        <p:nvSpPr>
          <p:cNvPr id="10" name="Text Placeholder 9">
            <a:extLst>
              <a:ext uri="{FF2B5EF4-FFF2-40B4-BE49-F238E27FC236}">
                <a16:creationId xmlns:a16="http://schemas.microsoft.com/office/drawing/2014/main" id="{6E57A531-5B0F-485D-A015-BC78AD089BA6}"/>
              </a:ext>
            </a:extLst>
          </p:cNvPr>
          <p:cNvSpPr>
            <a:spLocks noGrp="1"/>
          </p:cNvSpPr>
          <p:nvPr>
            <p:ph type="body" sz="quarter" idx="18"/>
          </p:nvPr>
        </p:nvSpPr>
        <p:spPr>
          <a:xfrm>
            <a:off x="8216525" y="3903126"/>
            <a:ext cx="3572351" cy="518795"/>
          </a:xfrm>
        </p:spPr>
        <p:txBody>
          <a:bodyPr>
            <a:normAutofit fontScale="92500"/>
          </a:bodyPr>
          <a:lstStyle/>
          <a:p>
            <a:r>
              <a:rPr lang="en-US" dirty="0"/>
              <a:t>owais.hussain@kiet.edu.pk</a:t>
            </a:r>
          </a:p>
        </p:txBody>
      </p:sp>
      <p:sp>
        <p:nvSpPr>
          <p:cNvPr id="3" name="Text Placeholder 2">
            <a:extLst>
              <a:ext uri="{FF2B5EF4-FFF2-40B4-BE49-F238E27FC236}">
                <a16:creationId xmlns:a16="http://schemas.microsoft.com/office/drawing/2014/main" id="{C747C414-85D9-40D6-9BB3-5AF68A84F413}"/>
              </a:ext>
            </a:extLst>
          </p:cNvPr>
          <p:cNvSpPr>
            <a:spLocks noGrp="1"/>
          </p:cNvSpPr>
          <p:nvPr>
            <p:ph type="body" sz="quarter" idx="12"/>
          </p:nvPr>
        </p:nvSpPr>
        <p:spPr>
          <a:xfrm>
            <a:off x="2486288" y="5137992"/>
            <a:ext cx="7219423" cy="518795"/>
          </a:xfrm>
        </p:spPr>
        <p:txBody>
          <a:bodyPr/>
          <a:lstStyle/>
          <a:p>
            <a:r>
              <a:rPr lang="en-US" sz="1700" dirty="0"/>
              <a:t>https://www.researchgate.net/profile/Owais-Hussain-3</a:t>
            </a:r>
          </a:p>
        </p:txBody>
      </p:sp>
    </p:spTree>
    <p:extLst>
      <p:ext uri="{BB962C8B-B14F-4D97-AF65-F5344CB8AC3E}">
        <p14:creationId xmlns:p14="http://schemas.microsoft.com/office/powerpoint/2010/main" val="927727573"/>
      </p:ext>
    </p:extLst>
  </p:cSld>
  <p:clrMapOvr>
    <a:masterClrMapping/>
  </p:clrMapOvr>
</p:sld>
</file>

<file path=ppt/theme/theme1.xml><?xml version="1.0" encoding="utf-8"?>
<a:theme xmlns:a="http://schemas.openxmlformats.org/drawingml/2006/main" name="Office Theme">
  <a:themeElements>
    <a:clrScheme name="Custom 5">
      <a:dk1>
        <a:sysClr val="windowText" lastClr="000000"/>
      </a:dk1>
      <a:lt1>
        <a:sysClr val="window" lastClr="FFFFFF"/>
      </a:lt1>
      <a:dk2>
        <a:srgbClr val="44546A"/>
      </a:dk2>
      <a:lt2>
        <a:srgbClr val="E7E6E6"/>
      </a:lt2>
      <a:accent1>
        <a:srgbClr val="A53F52"/>
      </a:accent1>
      <a:accent2>
        <a:srgbClr val="E99757"/>
      </a:accent2>
      <a:accent3>
        <a:srgbClr val="2F3342"/>
      </a:accent3>
      <a:accent4>
        <a:srgbClr val="2C2153"/>
      </a:accent4>
      <a:accent5>
        <a:srgbClr val="01023B"/>
      </a:accent5>
      <a:accent6>
        <a:srgbClr val="7F7F7F"/>
      </a:accent6>
      <a:hlink>
        <a:srgbClr val="3A3838"/>
      </a:hlink>
      <a:folHlink>
        <a:srgbClr val="D0CECE"/>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ech presentation_Win32_LW_v2.potx" id="{3AEEB70B-72AA-432B-B699-7833EBF4B1FE}" vid="{14A49A59-25D4-4203-BE02-DE6939C7C5F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3D9F223-918A-45AF-9B53-56AB9E5E2182}">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55BB9993-D5F9-46FA-B2E5-80E3632E982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1B7E2D32-4FDD-4266-880C-17595B80143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Tech presentation</Template>
  <TotalTime>4520</TotalTime>
  <Words>4557</Words>
  <Application>Microsoft Office PowerPoint</Application>
  <PresentationFormat>Widescreen</PresentationFormat>
  <Paragraphs>618</Paragraphs>
  <Slides>40</Slides>
  <Notes>36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40</vt:i4>
      </vt:variant>
    </vt:vector>
  </HeadingPairs>
  <TitlesOfParts>
    <vt:vector size="47" baseType="lpstr">
      <vt:lpstr>Arial</vt:lpstr>
      <vt:lpstr>Calibri</vt:lpstr>
      <vt:lpstr>Calibri Light</vt:lpstr>
      <vt:lpstr>Cambria Math</vt:lpstr>
      <vt:lpstr>Cascadia Code</vt:lpstr>
      <vt:lpstr>Wingdings</vt:lpstr>
      <vt:lpstr>Office Theme</vt:lpstr>
      <vt:lpstr>DATA STRUCTURES AND ALGORITHMS (113215)</vt:lpstr>
      <vt:lpstr>Agenda</vt:lpstr>
      <vt:lpstr>Sample 2</vt:lpstr>
      <vt:lpstr>Sample 2</vt:lpstr>
      <vt:lpstr>Sample 2</vt:lpstr>
      <vt:lpstr>Sample 2</vt:lpstr>
      <vt:lpstr>Sample 2</vt:lpstr>
      <vt:lpstr>Sample 2</vt:lpstr>
      <vt:lpstr>Sample 2</vt:lpstr>
      <vt:lpstr>Sample 2</vt:lpstr>
      <vt:lpstr>PowerPoint Presentation</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INFLUENCE MINING IN COMPLEX NETWORKS</dc:title>
  <dc:creator>Owais Ahmed</dc:creator>
  <cp:lastModifiedBy>Owais Ahmed</cp:lastModifiedBy>
  <cp:revision>181</cp:revision>
  <dcterms:created xsi:type="dcterms:W3CDTF">2022-11-22T20:08:03Z</dcterms:created>
  <dcterms:modified xsi:type="dcterms:W3CDTF">2023-08-09T07:17:27Z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