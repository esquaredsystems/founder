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03" r:id="rId5"/>
    <p:sldId id="2462" r:id="rId6"/>
    <p:sldId id="2479" r:id="rId7"/>
    <p:sldId id="2547" r:id="rId8"/>
    <p:sldId id="2505" r:id="rId9"/>
    <p:sldId id="2548" r:id="rId10"/>
    <p:sldId id="2550" r:id="rId11"/>
    <p:sldId id="2507" r:id="rId12"/>
    <p:sldId id="2552" r:id="rId13"/>
    <p:sldId id="2553" r:id="rId14"/>
    <p:sldId id="2554" r:id="rId15"/>
    <p:sldId id="2555" r:id="rId16"/>
    <p:sldId id="2556" r:id="rId17"/>
    <p:sldId id="2549" r:id="rId18"/>
    <p:sldId id="2511" r:id="rId19"/>
    <p:sldId id="2557" r:id="rId20"/>
    <p:sldId id="243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B963A1-BBDE-46C5-80F9-50AE1D86A8AA}" v="569" dt="2023-08-15T04:51:09.3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26" autoAdjust="0"/>
    <p:restoredTop sz="94248" autoAdjust="0"/>
  </p:normalViewPr>
  <p:slideViewPr>
    <p:cSldViewPr snapToGrid="0">
      <p:cViewPr varScale="1">
        <p:scale>
          <a:sx n="78" d="100"/>
          <a:sy n="78" d="100"/>
        </p:scale>
        <p:origin x="557" y="5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B7D18388-F2A5-4D8F-B434-DA7A35785E08}"/>
    <pc:docChg chg="undo custSel addSld modSld">
      <pc:chgData name="Owais Ahmed" userId="6abc7d4556b3b071" providerId="LiveId" clId="{B7D18388-F2A5-4D8F-B434-DA7A35785E08}" dt="2023-07-30T17:43:21.164" v="3816" actId="20577"/>
      <pc:docMkLst>
        <pc:docMk/>
      </pc:docMkLst>
      <pc:sldChg chg="modSp add mod modAnim">
        <pc:chgData name="Owais Ahmed" userId="6abc7d4556b3b071" providerId="LiveId" clId="{B7D18388-F2A5-4D8F-B434-DA7A35785E08}" dt="2023-07-30T16:46:09.985" v="670" actId="20577"/>
        <pc:sldMkLst>
          <pc:docMk/>
          <pc:sldMk cId="2596096578" sldId="2510"/>
        </pc:sldMkLst>
        <pc:spChg chg="mod">
          <ac:chgData name="Owais Ahmed" userId="6abc7d4556b3b071" providerId="LiveId" clId="{B7D18388-F2A5-4D8F-B434-DA7A35785E08}" dt="2023-07-30T16:46:09.985" v="670" actId="20577"/>
          <ac:spMkLst>
            <pc:docMk/>
            <pc:sldMk cId="2596096578" sldId="2510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6:38:19.128" v="12" actId="20577"/>
          <ac:spMkLst>
            <pc:docMk/>
            <pc:sldMk cId="2596096578" sldId="2510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B7D18388-F2A5-4D8F-B434-DA7A35785E08}" dt="2023-07-30T16:55:58.525" v="1900" actId="5793"/>
        <pc:sldMkLst>
          <pc:docMk/>
          <pc:sldMk cId="64818802" sldId="2511"/>
        </pc:sldMkLst>
        <pc:spChg chg="mod">
          <ac:chgData name="Owais Ahmed" userId="6abc7d4556b3b071" providerId="LiveId" clId="{B7D18388-F2A5-4D8F-B434-DA7A35785E08}" dt="2023-07-30T16:55:58.525" v="1900" actId="5793"/>
          <ac:spMkLst>
            <pc:docMk/>
            <pc:sldMk cId="64818802" sldId="2511"/>
            <ac:spMk id="3" creationId="{4A1C0383-58FE-E486-295E-B33B8683B938}"/>
          </ac:spMkLst>
        </pc:spChg>
      </pc:sldChg>
      <pc:sldChg chg="modSp add modAnim">
        <pc:chgData name="Owais Ahmed" userId="6abc7d4556b3b071" providerId="LiveId" clId="{B7D18388-F2A5-4D8F-B434-DA7A35785E08}" dt="2023-07-30T17:40:18.058" v="3462" actId="20577"/>
        <pc:sldMkLst>
          <pc:docMk/>
          <pc:sldMk cId="2129317129" sldId="2512"/>
        </pc:sldMkLst>
        <pc:spChg chg="mod">
          <ac:chgData name="Owais Ahmed" userId="6abc7d4556b3b071" providerId="LiveId" clId="{B7D18388-F2A5-4D8F-B434-DA7A35785E08}" dt="2023-07-30T17:40:18.058" v="3462" actId="20577"/>
          <ac:spMkLst>
            <pc:docMk/>
            <pc:sldMk cId="2129317129" sldId="2512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24:08.783" v="3449" actId="27636"/>
        <pc:sldMkLst>
          <pc:docMk/>
          <pc:sldMk cId="2427359866" sldId="2513"/>
        </pc:sldMkLst>
        <pc:spChg chg="mod">
          <ac:chgData name="Owais Ahmed" userId="6abc7d4556b3b071" providerId="LiveId" clId="{B7D18388-F2A5-4D8F-B434-DA7A35785E08}" dt="2023-07-30T17:24:08.783" v="3449" actId="27636"/>
          <ac:spMkLst>
            <pc:docMk/>
            <pc:sldMk cId="2427359866" sldId="2513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39:55.405" v="3451" actId="27636"/>
        <pc:sldMkLst>
          <pc:docMk/>
          <pc:sldMk cId="3068889018" sldId="2514"/>
        </pc:sldMkLst>
        <pc:spChg chg="mod">
          <ac:chgData name="Owais Ahmed" userId="6abc7d4556b3b071" providerId="LiveId" clId="{B7D18388-F2A5-4D8F-B434-DA7A35785E08}" dt="2023-07-30T17:39:55.405" v="3451" actId="27636"/>
          <ac:spMkLst>
            <pc:docMk/>
            <pc:sldMk cId="3068889018" sldId="2514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43:21.164" v="3816" actId="20577"/>
        <pc:sldMkLst>
          <pc:docMk/>
          <pc:sldMk cId="1205181684" sldId="2515"/>
        </pc:sldMkLst>
        <pc:spChg chg="mod">
          <ac:chgData name="Owais Ahmed" userId="6abc7d4556b3b071" providerId="LiveId" clId="{B7D18388-F2A5-4D8F-B434-DA7A35785E08}" dt="2023-07-30T17:43:21.164" v="3816" actId="20577"/>
          <ac:spMkLst>
            <pc:docMk/>
            <pc:sldMk cId="1205181684" sldId="2515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7:41:00.269" v="3471" actId="20577"/>
          <ac:spMkLst>
            <pc:docMk/>
            <pc:sldMk cId="1205181684" sldId="2515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F06DB97-3AEE-4F7C-A79E-A7936B34F82A}"/>
    <pc:docChg chg="undo redo custSel addSld delSld modSld">
      <pc:chgData name="Owais Ahmed" userId="6abc7d4556b3b071" providerId="LiveId" clId="{3F06DB97-3AEE-4F7C-A79E-A7936B34F82A}" dt="2023-07-31T19:00:13.581" v="6207" actId="20577"/>
      <pc:docMkLst>
        <pc:docMk/>
      </pc:docMkLst>
      <pc:sldChg chg="modSp mod">
        <pc:chgData name="Owais Ahmed" userId="6abc7d4556b3b071" providerId="LiveId" clId="{3F06DB97-3AEE-4F7C-A79E-A7936B34F82A}" dt="2023-07-31T16:16:19.681" v="795" actId="5793"/>
        <pc:sldMkLst>
          <pc:docMk/>
          <pc:sldMk cId="1649098948" sldId="2462"/>
        </pc:sldMkLst>
        <pc:spChg chg="mod">
          <ac:chgData name="Owais Ahmed" userId="6abc7d4556b3b071" providerId="LiveId" clId="{3F06DB97-3AEE-4F7C-A79E-A7936B34F82A}" dt="2023-07-31T16:16:19.681" v="795" actId="5793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3F06DB97-3AEE-4F7C-A79E-A7936B34F82A}" dt="2023-07-30T19:38:46.332" v="178" actId="20577"/>
        <pc:sldMkLst>
          <pc:docMk/>
          <pc:sldMk cId="641030253" sldId="2479"/>
        </pc:sldMkLst>
        <pc:spChg chg="mod">
          <ac:chgData name="Owais Ahmed" userId="6abc7d4556b3b071" providerId="LiveId" clId="{3F06DB97-3AEE-4F7C-A79E-A7936B34F82A}" dt="2023-07-30T19:38:46.332" v="178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0T19:21:54.092" v="17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modSp">
        <pc:chgData name="Owais Ahmed" userId="6abc7d4556b3b071" providerId="LiveId" clId="{3F06DB97-3AEE-4F7C-A79E-A7936B34F82A}" dt="2023-07-31T15:38:54.378" v="198" actId="20577"/>
        <pc:sldMkLst>
          <pc:docMk/>
          <pc:sldMk cId="3265271046" sldId="2505"/>
        </pc:sldMkLst>
        <pc:spChg chg="mod">
          <ac:chgData name="Owais Ahmed" userId="6abc7d4556b3b071" providerId="LiveId" clId="{3F06DB97-3AEE-4F7C-A79E-A7936B34F82A}" dt="2023-07-31T15:38:54.378" v="198" actId="20577"/>
          <ac:spMkLst>
            <pc:docMk/>
            <pc:sldMk cId="3265271046" sldId="2505"/>
            <ac:spMk id="3" creationId="{4A1C0383-58FE-E486-295E-B33B8683B938}"/>
          </ac:spMkLst>
        </pc:spChg>
      </pc:sldChg>
      <pc:sldChg chg="addSp delSp modSp mod delAnim modAnim">
        <pc:chgData name="Owais Ahmed" userId="6abc7d4556b3b071" providerId="LiveId" clId="{3F06DB97-3AEE-4F7C-A79E-A7936B34F82A}" dt="2023-07-31T17:09:11.997" v="3624"/>
        <pc:sldMkLst>
          <pc:docMk/>
          <pc:sldMk cId="2519732872" sldId="2507"/>
        </pc:sldMkLst>
        <pc:spChg chg="mod">
          <ac:chgData name="Owais Ahmed" userId="6abc7d4556b3b071" providerId="LiveId" clId="{3F06DB97-3AEE-4F7C-A79E-A7936B34F82A}" dt="2023-07-31T17:08:40.341" v="3621" actId="20577"/>
          <ac:spMkLst>
            <pc:docMk/>
            <pc:sldMk cId="2519732872" sldId="2507"/>
            <ac:spMk id="3" creationId="{4A1C0383-58FE-E486-295E-B33B8683B938}"/>
          </ac:spMkLst>
        </pc:spChg>
        <pc:spChg chg="del mod">
          <ac:chgData name="Owais Ahmed" userId="6abc7d4556b3b071" providerId="LiveId" clId="{3F06DB97-3AEE-4F7C-A79E-A7936B34F82A}" dt="2023-07-31T16:29:51.326" v="1053" actId="478"/>
          <ac:spMkLst>
            <pc:docMk/>
            <pc:sldMk cId="2519732872" sldId="2507"/>
            <ac:spMk id="8" creationId="{9AB7C1F2-3EB6-DA77-8B3B-65D08B85883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9" creationId="{E5AC993B-76BA-F654-B56B-E5FD7D83FAF7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2" creationId="{B38BB637-7CE6-23B3-1F98-7FAB6117417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3" creationId="{A8ED9DCF-25D0-6588-1E53-441A5CD14DC1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4" creationId="{11CD3E41-253F-795A-3CCF-97593D9A7ACC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5" creationId="{F2303079-B932-8839-CD10-B5F3170D384B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6" creationId="{1C1AEA30-0846-62E5-0652-1F8AE3A06456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7" creationId="{F0BBF5CA-3758-1B1E-4267-01BF15F77BE6}"/>
          </ac:spMkLst>
        </pc:spChg>
        <pc:spChg chg="del mod">
          <ac:chgData name="Owais Ahmed" userId="6abc7d4556b3b071" providerId="LiveId" clId="{3F06DB97-3AEE-4F7C-A79E-A7936B34F82A}" dt="2023-07-31T16:29:53.650" v="1054" actId="478"/>
          <ac:spMkLst>
            <pc:docMk/>
            <pc:sldMk cId="2519732872" sldId="2507"/>
            <ac:spMk id="24" creationId="{EE6B6A39-DD51-7E27-3292-E8C6CB7A286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25" creationId="{E31EADB7-0E35-1933-E64C-CB81CADFB1A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0" creationId="{55F1B4C1-5F1C-1B07-F368-C151A0BBFF7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1" creationId="{F254E49C-FE38-2D8C-0E6D-9575BE82575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2" creationId="{CFC3003E-0DDC-BA36-176E-6D671706AE32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3" creationId="{58685C0D-12DC-8D8F-7618-4C26C7A95BB5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4" creationId="{C7ACFDE5-7047-0E56-1E2E-2B50C10B3BDF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5" creationId="{430EAD92-DB0F-51D7-9F31-BB20A328DD2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6" creationId="{340488C2-8C52-D84F-6549-4DB3CC6C4A58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7" creationId="{E243D26A-1F6B-B25D-D0AC-3EAC4D85DE1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8" creationId="{4FDF2889-A194-E22E-19A0-60E13AF736B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9" creationId="{4D8B0B4A-4260-651D-E759-251A0C2B486A}"/>
          </ac:spMkLst>
        </pc:spChg>
        <pc:spChg chg="del mod">
          <ac:chgData name="Owais Ahmed" userId="6abc7d4556b3b071" providerId="LiveId" clId="{3F06DB97-3AEE-4F7C-A79E-A7936B34F82A}" dt="2023-07-31T16:32:06.488" v="1060" actId="478"/>
          <ac:spMkLst>
            <pc:docMk/>
            <pc:sldMk cId="2519732872" sldId="2507"/>
            <ac:spMk id="52" creationId="{6077A936-757D-6859-1D2D-D9238CDB7452}"/>
          </ac:spMkLst>
        </pc:spChg>
        <pc:spChg chg="del mod">
          <ac:chgData name="Owais Ahmed" userId="6abc7d4556b3b071" providerId="LiveId" clId="{3F06DB97-3AEE-4F7C-A79E-A7936B34F82A}" dt="2023-07-31T16:32:04.946" v="1059" actId="478"/>
          <ac:spMkLst>
            <pc:docMk/>
            <pc:sldMk cId="2519732872" sldId="2507"/>
            <ac:spMk id="53" creationId="{CD128CA7-C9B2-0E48-AB2C-83361F37D11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4" creationId="{A9669151-6E8A-28A2-BD3B-E871949F5695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5" creationId="{274A505B-739B-D7E1-C42B-16B9225A147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6" creationId="{B7736C27-97DD-0668-D0F7-FD527C00D85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7" creationId="{6E3CA4F5-A864-65C5-419B-4EDB79314AE4}"/>
          </ac:spMkLst>
        </pc:spChg>
        <pc:spChg chg="mod">
          <ac:chgData name="Owais Ahmed" userId="6abc7d4556b3b071" providerId="LiveId" clId="{3F06DB97-3AEE-4F7C-A79E-A7936B34F82A}" dt="2023-07-31T16:33:38.959" v="1093" actId="20577"/>
          <ac:spMkLst>
            <pc:docMk/>
            <pc:sldMk cId="2519732872" sldId="2507"/>
            <ac:spMk id="58" creationId="{5C3FA14E-BC4B-E3B3-8F00-764331AD752D}"/>
          </ac:spMkLst>
        </pc:spChg>
        <pc:spChg chg="mod">
          <ac:chgData name="Owais Ahmed" userId="6abc7d4556b3b071" providerId="LiveId" clId="{3F06DB97-3AEE-4F7C-A79E-A7936B34F82A}" dt="2023-07-31T16:33:12.874" v="1083" actId="20577"/>
          <ac:spMkLst>
            <pc:docMk/>
            <pc:sldMk cId="2519732872" sldId="2507"/>
            <ac:spMk id="59" creationId="{BC8B03B0-63FE-2C51-A23A-8B052B3D6B98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0" creationId="{2C743A88-FD48-DE9B-D2AB-391728C36AAA}"/>
          </ac:spMkLst>
        </pc:spChg>
        <pc:spChg chg="mod">
          <ac:chgData name="Owais Ahmed" userId="6abc7d4556b3b071" providerId="LiveId" clId="{3F06DB97-3AEE-4F7C-A79E-A7936B34F82A}" dt="2023-07-31T16:33:11.410" v="1082" actId="20577"/>
          <ac:spMkLst>
            <pc:docMk/>
            <pc:sldMk cId="2519732872" sldId="2507"/>
            <ac:spMk id="61" creationId="{9D7738F3-A3F6-3E4E-9227-7EC57AA10E6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2" creationId="{2F7AE3C0-48E2-ACA4-7769-51DCF905B7F9}"/>
          </ac:spMkLst>
        </pc:spChg>
        <pc:spChg chg="mod">
          <ac:chgData name="Owais Ahmed" userId="6abc7d4556b3b071" providerId="LiveId" clId="{3F06DB97-3AEE-4F7C-A79E-A7936B34F82A}" dt="2023-07-31T16:33:04.210" v="1081" actId="20577"/>
          <ac:spMkLst>
            <pc:docMk/>
            <pc:sldMk cId="2519732872" sldId="2507"/>
            <ac:spMk id="63" creationId="{B5E2493F-C156-319A-5047-19EAC0C27B96}"/>
          </ac:spMkLst>
        </pc:spChg>
        <pc:spChg chg="del mod">
          <ac:chgData name="Owais Ahmed" userId="6abc7d4556b3b071" providerId="LiveId" clId="{3F06DB97-3AEE-4F7C-A79E-A7936B34F82A}" dt="2023-07-31T16:32:10.846" v="1063" actId="478"/>
          <ac:spMkLst>
            <pc:docMk/>
            <pc:sldMk cId="2519732872" sldId="2507"/>
            <ac:spMk id="76" creationId="{0C59E90F-ED03-8781-F34D-F5E49ECAD588}"/>
          </ac:spMkLst>
        </pc:spChg>
        <pc:spChg chg="del mod">
          <ac:chgData name="Owais Ahmed" userId="6abc7d4556b3b071" providerId="LiveId" clId="{3F06DB97-3AEE-4F7C-A79E-A7936B34F82A}" dt="2023-07-31T16:32:12.191" v="1064" actId="478"/>
          <ac:spMkLst>
            <pc:docMk/>
            <pc:sldMk cId="2519732872" sldId="2507"/>
            <ac:spMk id="77" creationId="{42AC8510-A1DF-03B2-F7FF-0B165A4771B9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8" creationId="{42A95E86-0E84-988A-6224-97D58A1AAB0F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9" creationId="{20304F60-9C85-B029-FB74-618C6A042A84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0" creationId="{6FBCDDE6-3EAB-0185-D616-ABE065D45C9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1" creationId="{D475062B-BA9F-0445-E94B-58131CEBA34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2" creationId="{D00C45F0-9257-F070-6329-9B7E6898FA6C}"/>
          </ac:spMkLst>
        </pc:spChg>
        <pc:spChg chg="mod">
          <ac:chgData name="Owais Ahmed" userId="6abc7d4556b3b071" providerId="LiveId" clId="{3F06DB97-3AEE-4F7C-A79E-A7936B34F82A}" dt="2023-07-31T16:33:22.026" v="1086" actId="20577"/>
          <ac:spMkLst>
            <pc:docMk/>
            <pc:sldMk cId="2519732872" sldId="2507"/>
            <ac:spMk id="83" creationId="{2E659818-3944-211E-B668-2B0785B7DCB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4" creationId="{C3DD49EF-0F53-CFBA-F1C1-D0B1D2537EC8}"/>
          </ac:spMkLst>
        </pc:spChg>
        <pc:spChg chg="mod">
          <ac:chgData name="Owais Ahmed" userId="6abc7d4556b3b071" providerId="LiveId" clId="{3F06DB97-3AEE-4F7C-A79E-A7936B34F82A}" dt="2023-07-31T16:33:20.201" v="1085" actId="20577"/>
          <ac:spMkLst>
            <pc:docMk/>
            <pc:sldMk cId="2519732872" sldId="2507"/>
            <ac:spMk id="85" creationId="{1731F7BA-7AB6-493D-5273-13C3588DF720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6" creationId="{DD9A93E7-3B94-449C-E38F-C1C3F66D3A9C}"/>
          </ac:spMkLst>
        </pc:spChg>
        <pc:spChg chg="mod">
          <ac:chgData name="Owais Ahmed" userId="6abc7d4556b3b071" providerId="LiveId" clId="{3F06DB97-3AEE-4F7C-A79E-A7936B34F82A}" dt="2023-07-31T16:33:17.386" v="1084" actId="20577"/>
          <ac:spMkLst>
            <pc:docMk/>
            <pc:sldMk cId="2519732872" sldId="2507"/>
            <ac:spMk id="87" creationId="{DA497E0B-E98C-45AC-3C1D-414C2356B7BF}"/>
          </ac:spMkLst>
        </pc:spChg>
        <pc:spChg chg="add del mod">
          <ac:chgData name="Owais Ahmed" userId="6abc7d4556b3b071" providerId="LiveId" clId="{3F06DB97-3AEE-4F7C-A79E-A7936B34F82A}" dt="2023-07-31T16:32:25.012" v="1069"/>
          <ac:spMkLst>
            <pc:docMk/>
            <pc:sldMk cId="2519732872" sldId="2507"/>
            <ac:spMk id="88" creationId="{0507528A-FDE3-DD22-2160-43169E09145D}"/>
          </ac:spMkLst>
        </pc:spChg>
        <pc:spChg chg="add del mod">
          <ac:chgData name="Owais Ahmed" userId="6abc7d4556b3b071" providerId="LiveId" clId="{3F06DB97-3AEE-4F7C-A79E-A7936B34F82A}" dt="2023-07-31T16:32:57.757" v="1080" actId="478"/>
          <ac:spMkLst>
            <pc:docMk/>
            <pc:sldMk cId="2519732872" sldId="2507"/>
            <ac:spMk id="90" creationId="{B770DB89-4D9F-9A67-405A-E3B0FDC781BB}"/>
          </ac:spMkLst>
        </pc:spChg>
        <pc:spChg chg="del mod">
          <ac:chgData name="Owais Ahmed" userId="6abc7d4556b3b071" providerId="LiveId" clId="{3F06DB97-3AEE-4F7C-A79E-A7936B34F82A}" dt="2023-07-31T16:33:54.928" v="1098" actId="478"/>
          <ac:spMkLst>
            <pc:docMk/>
            <pc:sldMk cId="2519732872" sldId="2507"/>
            <ac:spMk id="93" creationId="{7B3F0C0F-E0A3-39A7-DF3B-9FCC9115854C}"/>
          </ac:spMkLst>
        </pc:spChg>
        <pc:spChg chg="mod">
          <ac:chgData name="Owais Ahmed" userId="6abc7d4556b3b071" providerId="LiveId" clId="{3F06DB97-3AEE-4F7C-A79E-A7936B34F82A}" dt="2023-07-31T16:41:37.608" v="1754" actId="1076"/>
          <ac:spMkLst>
            <pc:docMk/>
            <pc:sldMk cId="2519732872" sldId="2507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33:50.265" v="1096"/>
          <ac:spMkLst>
            <pc:docMk/>
            <pc:sldMk cId="2519732872" sldId="2507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33:56.998" v="1099" actId="20577"/>
          <ac:spMkLst>
            <pc:docMk/>
            <pc:sldMk cId="2519732872" sldId="2507"/>
            <ac:spMk id="96" creationId="{BFC68987-1291-80DB-C814-55C51ADCA72F}"/>
          </ac:spMkLst>
        </pc:spChg>
        <pc:spChg chg="del mod">
          <ac:chgData name="Owais Ahmed" userId="6abc7d4556b3b071" providerId="LiveId" clId="{3F06DB97-3AEE-4F7C-A79E-A7936B34F82A}" dt="2023-07-31T16:34:26.431" v="1105" actId="478"/>
          <ac:spMkLst>
            <pc:docMk/>
            <pc:sldMk cId="2519732872" sldId="2507"/>
            <ac:spMk id="101" creationId="{1A33F4FE-CD88-9D70-2DA7-2B530BC06AE7}"/>
          </ac:spMkLst>
        </pc:spChg>
        <pc:spChg chg="mod">
          <ac:chgData name="Owais Ahmed" userId="6abc7d4556b3b071" providerId="LiveId" clId="{3F06DB97-3AEE-4F7C-A79E-A7936B34F82A}" dt="2023-07-31T16:41:41.641" v="1755" actId="1076"/>
          <ac:spMkLst>
            <pc:docMk/>
            <pc:sldMk cId="2519732872" sldId="2507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34:21.405" v="1103"/>
          <ac:spMkLst>
            <pc:docMk/>
            <pc:sldMk cId="2519732872" sldId="2507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34:36.087" v="1107" actId="20577"/>
          <ac:spMkLst>
            <pc:docMk/>
            <pc:sldMk cId="2519732872" sldId="2507"/>
            <ac:spMk id="110" creationId="{AB36B28D-39A8-55B6-60B3-85B767EC94FB}"/>
          </ac:spMkLst>
        </pc:spChg>
        <pc:spChg chg="mod">
          <ac:chgData name="Owais Ahmed" userId="6abc7d4556b3b071" providerId="LiveId" clId="{3F06DB97-3AEE-4F7C-A79E-A7936B34F82A}" dt="2023-07-31T16:16:36.036" v="802" actId="20577"/>
          <ac:spMkLst>
            <pc:docMk/>
            <pc:sldMk cId="2519732872" sldId="2507"/>
            <ac:spMk id="215" creationId="{00000000-0000-0000-0000-000000000000}"/>
          </ac:spMkLst>
        </pc:spChg>
        <pc:grpChg chg="add del mod">
          <ac:chgData name="Owais Ahmed" userId="6abc7d4556b3b071" providerId="LiveId" clId="{3F06DB97-3AEE-4F7C-A79E-A7936B34F82A}" dt="2023-07-31T16:31:46.557" v="1056" actId="478"/>
          <ac:grpSpMkLst>
            <pc:docMk/>
            <pc:sldMk cId="2519732872" sldId="2507"/>
            <ac:grpSpMk id="4" creationId="{80F3902B-AF10-7FCA-CA0F-D4E0AF6EE360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5" creationId="{3F3D1300-3848-78A6-5668-2B59EE7A1466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6" creationId="{19EA61CA-9134-94BB-7685-316986734FE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7" creationId="{779F887A-C94F-8AE2-F652-C4F7D2ADBBE6}"/>
          </ac:grpSpMkLst>
        </pc:grpChg>
        <pc:grpChg chg="add del mod">
          <ac:chgData name="Owais Ahmed" userId="6abc7d4556b3b071" providerId="LiveId" clId="{3F06DB97-3AEE-4F7C-A79E-A7936B34F82A}" dt="2023-07-31T16:31:44.295" v="1055" actId="478"/>
          <ac:grpSpMkLst>
            <pc:docMk/>
            <pc:sldMk cId="2519732872" sldId="2507"/>
            <ac:grpSpMk id="18" creationId="{9DD2EB6D-4DA7-D7C5-CCA9-7628998FA6F1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19" creationId="{9ED71EAC-7C08-D9FB-8AF7-9E13D169337B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0" creationId="{DB06F88D-3D2B-14D5-C41A-BA8EF4666F8C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1" creationId="{84A4729D-5E34-25D7-FE29-E0CED4C2126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2" creationId="{7F6781FD-1CC8-A5C5-5E12-09D372E42475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3" creationId="{79E1F9C7-FC90-902A-7FDA-7FD9680B5538}"/>
          </ac:grpSpMkLst>
        </pc:grpChg>
        <pc:grpChg chg="add del mod">
          <ac:chgData name="Owais Ahmed" userId="6abc7d4556b3b071" providerId="LiveId" clId="{3F06DB97-3AEE-4F7C-A79E-A7936B34F82A}" dt="2023-07-31T16:33:42.728" v="1094" actId="478"/>
          <ac:grpSpMkLst>
            <pc:docMk/>
            <pc:sldMk cId="2519732872" sldId="2507"/>
            <ac:grpSpMk id="40" creationId="{376FE4AC-EADF-0572-2228-C142CF1889CD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1" creationId="{293FFF2F-8276-E554-CD30-253F44FE8F4B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2" creationId="{A9DB336F-B4E8-9FCE-BE96-448A570AD834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4" creationId="{FAC5B053-0BA1-26DD-4E5D-213B9C8056D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6" creationId="{2841E817-017F-3A09-E5BD-E019E36D986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8" creationId="{BF3428B0-CAD5-2955-03CB-8C5B8DE1D43C}"/>
          </ac:grpSpMkLst>
        </pc:grpChg>
        <pc:grpChg chg="del mod">
          <ac:chgData name="Owais Ahmed" userId="6abc7d4556b3b071" providerId="LiveId" clId="{3F06DB97-3AEE-4F7C-A79E-A7936B34F82A}" dt="2023-07-31T16:32:04.946" v="1059" actId="478"/>
          <ac:grpSpMkLst>
            <pc:docMk/>
            <pc:sldMk cId="2519732872" sldId="2507"/>
            <ac:grpSpMk id="50" creationId="{88C149BB-9451-A728-EF78-5232FC7D6D59}"/>
          </ac:grpSpMkLst>
        </pc:grpChg>
        <pc:grpChg chg="add del mod">
          <ac:chgData name="Owais Ahmed" userId="6abc7d4556b3b071" providerId="LiveId" clId="{3F06DB97-3AEE-4F7C-A79E-A7936B34F82A}" dt="2023-07-31T16:33:43.420" v="1095" actId="478"/>
          <ac:grpSpMkLst>
            <pc:docMk/>
            <pc:sldMk cId="2519732872" sldId="2507"/>
            <ac:grpSpMk id="64" creationId="{4CEC23E2-DE3E-BE27-A2B3-3B9B30CE8EF1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5" creationId="{DAA3F6B3-C7A7-9891-E19F-F97BD9BBDFCF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6" creationId="{6079BA3E-9580-6AE9-627E-4A2B118616BC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8" creationId="{3C881F13-1D2A-E47F-727A-8F2471B606E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0" creationId="{A5CF5B66-02DF-175F-45A9-4816A681328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2" creationId="{7B65A48A-3AC1-F611-FEE6-6146746FB1CD}"/>
          </ac:grpSpMkLst>
        </pc:grpChg>
        <pc:grpChg chg="del mod">
          <ac:chgData name="Owais Ahmed" userId="6abc7d4556b3b071" providerId="LiveId" clId="{3F06DB97-3AEE-4F7C-A79E-A7936B34F82A}" dt="2023-07-31T16:32:10.846" v="1063" actId="478"/>
          <ac:grpSpMkLst>
            <pc:docMk/>
            <pc:sldMk cId="2519732872" sldId="2507"/>
            <ac:grpSpMk id="74" creationId="{DFC86F24-E9C8-CFDB-7559-5A4382609785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1" creationId="{8AFDD5EB-D614-C03D-504E-9A8E747F8716}"/>
          </ac:grpSpMkLst>
        </pc:grpChg>
        <pc:grpChg chg="mod">
          <ac:chgData name="Owais Ahmed" userId="6abc7d4556b3b071" providerId="LiveId" clId="{3F06DB97-3AEE-4F7C-A79E-A7936B34F82A}" dt="2023-07-31T16:33:50.265" v="1096"/>
          <ac:grpSpMkLst>
            <pc:docMk/>
            <pc:sldMk cId="2519732872" sldId="2507"/>
            <ac:grpSpMk id="92" creationId="{6284FF4B-3FD2-6925-02BF-7428100ED55A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7" creationId="{CFF475BE-EFBC-0DBA-F90F-67FFD315D42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8" creationId="{A0382DBE-F9FC-2531-34AD-F3E7EACF5F1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9" creationId="{68C80BCA-12DB-C5D9-6600-C4CDDB76037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100" creationId="{FA821C4E-B9F1-21C3-458F-B7B324C1F817}"/>
          </ac:grpSpMkLst>
        </pc:grp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0" creationId="{82C773A4-2145-BBAE-7D13-74D9B4DA679C}"/>
          </ac:cxnSpMkLst>
        </pc:cxn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1" creationId="{E158892D-4518-2120-75D3-EAA4B3FA9C4B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6" creationId="{D604D966-75E3-BA16-5391-46157D72CEF1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7" creationId="{87DC377B-B1EC-39E4-187F-DE027449FC73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8" creationId="{7A4CD16F-78B6-E2F4-B942-4A8409730B1A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9" creationId="{CF5EE089-4F06-0D67-00EF-2AFD6D2247C9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3" creationId="{271BE7A5-87C0-0263-6C7A-CF56C294762A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5" creationId="{9E51842E-B100-F9C8-2F0B-CA8DE7F2119C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7" creationId="{4FF0A792-689B-64FC-F43D-981553CAC588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9" creationId="{43D59970-F861-42DC-F682-D3402F4CE406}"/>
          </ac:cxnSpMkLst>
        </pc:cxnChg>
        <pc:cxnChg chg="del mod">
          <ac:chgData name="Owais Ahmed" userId="6abc7d4556b3b071" providerId="LiveId" clId="{3F06DB97-3AEE-4F7C-A79E-A7936B34F82A}" dt="2023-07-31T16:32:08.052" v="1061" actId="478"/>
          <ac:cxnSpMkLst>
            <pc:docMk/>
            <pc:sldMk cId="2519732872" sldId="2507"/>
            <ac:cxnSpMk id="51" creationId="{BFD349A0-1174-E2E5-7063-F4401045FBF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7" creationId="{A33C4EA7-42EE-2F09-4A3D-599460D7B8B2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9" creationId="{E282191E-48CC-08E0-615B-14E8942C86B0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1" creationId="{06512AD5-E4B2-3F64-0989-A24A6F47325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3" creationId="{83DF7B69-FDE0-99D5-CFC4-0CD360949A96}"/>
          </ac:cxnSpMkLst>
        </pc:cxnChg>
        <pc:cxnChg chg="del mod">
          <ac:chgData name="Owais Ahmed" userId="6abc7d4556b3b071" providerId="LiveId" clId="{3F06DB97-3AEE-4F7C-A79E-A7936B34F82A}" dt="2023-07-31T16:32:09.642" v="1062" actId="478"/>
          <ac:cxnSpMkLst>
            <pc:docMk/>
            <pc:sldMk cId="2519732872" sldId="2507"/>
            <ac:cxnSpMk id="75" creationId="{F9B0DB8F-B931-2CAA-D911-CE6A0EDE56A1}"/>
          </ac:cxnSpMkLst>
        </pc:cxnChg>
        <pc:cxnChg chg="del mod">
          <ac:chgData name="Owais Ahmed" userId="6abc7d4556b3b071" providerId="LiveId" clId="{3F06DB97-3AEE-4F7C-A79E-A7936B34F82A}" dt="2023-07-31T16:40:28.648" v="1735" actId="478"/>
          <ac:cxnSpMkLst>
            <pc:docMk/>
            <pc:sldMk cId="2519732872" sldId="2507"/>
            <ac:cxnSpMk id="103" creationId="{8A3868D9-9A18-E432-AB97-47DD5DCA5EFA}"/>
          </ac:cxnSpMkLst>
        </pc:cxnChg>
        <pc:cxnChg chg="del mod">
          <ac:chgData name="Owais Ahmed" userId="6abc7d4556b3b071" providerId="LiveId" clId="{3F06DB97-3AEE-4F7C-A79E-A7936B34F82A}" dt="2023-07-31T16:40:30.175" v="1736" actId="478"/>
          <ac:cxnSpMkLst>
            <pc:docMk/>
            <pc:sldMk cId="2519732872" sldId="2507"/>
            <ac:cxnSpMk id="104" creationId="{EFBC33C1-E8E0-32F2-2105-7E20EE54AB7F}"/>
          </ac:cxnSpMkLst>
        </pc:cxnChg>
        <pc:cxnChg chg="add del mod">
          <ac:chgData name="Owais Ahmed" userId="6abc7d4556b3b071" providerId="LiveId" clId="{3F06DB97-3AEE-4F7C-A79E-A7936B34F82A}" dt="2023-07-31T16:41:28.470" v="1753" actId="11529"/>
          <ac:cxnSpMkLst>
            <pc:docMk/>
            <pc:sldMk cId="2519732872" sldId="2507"/>
            <ac:cxnSpMk id="114" creationId="{06295CDD-B5A7-6846-9ACC-FE5D23722D43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6" creationId="{D83E971B-0F3D-4E00-B4A4-C9E6CBDBA5FB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8" creationId="{E218D9EB-E58D-166C-8764-794115FE12E4}"/>
          </ac:cxnSpMkLst>
        </pc:cxnChg>
      </pc:sldChg>
      <pc:sldChg chg="modSp del">
        <pc:chgData name="Owais Ahmed" userId="6abc7d4556b3b071" providerId="LiveId" clId="{3F06DB97-3AEE-4F7C-A79E-A7936B34F82A}" dt="2023-07-31T16:29:32.429" v="1049" actId="47"/>
        <pc:sldMkLst>
          <pc:docMk/>
          <pc:sldMk cId="2596096578" sldId="2510"/>
        </pc:sldMkLst>
        <pc:spChg chg="mod">
          <ac:chgData name="Owais Ahmed" userId="6abc7d4556b3b071" providerId="LiveId" clId="{3F06DB97-3AEE-4F7C-A79E-A7936B34F82A}" dt="2023-07-31T16:29:23.140" v="1048" actId="948"/>
          <ac:spMkLst>
            <pc:docMk/>
            <pc:sldMk cId="2596096578" sldId="2510"/>
            <ac:spMk id="3" creationId="{4A1C0383-58FE-E486-295E-B33B8683B938}"/>
          </ac:spMkLst>
        </pc:spChg>
      </pc:sldChg>
      <pc:sldChg chg="delSp modSp add mod modAnim">
        <pc:chgData name="Owais Ahmed" userId="6abc7d4556b3b071" providerId="LiveId" clId="{3F06DB97-3AEE-4F7C-A79E-A7936B34F82A}" dt="2023-07-31T18:29:50.706" v="6096" actId="20577"/>
        <pc:sldMkLst>
          <pc:docMk/>
          <pc:sldMk cId="64818802" sldId="2511"/>
        </pc:sldMkLst>
        <pc:spChg chg="mod">
          <ac:chgData name="Owais Ahmed" userId="6abc7d4556b3b071" providerId="LiveId" clId="{3F06DB97-3AEE-4F7C-A79E-A7936B34F82A}" dt="2023-07-31T18:29:50.706" v="6096" actId="20577"/>
          <ac:spMkLst>
            <pc:docMk/>
            <pc:sldMk cId="64818802" sldId="2511"/>
            <ac:spMk id="3" creationId="{4A1C0383-58FE-E486-295E-B33B8683B938}"/>
          </ac:spMkLst>
        </pc:spChg>
        <pc:picChg chg="del">
          <ac:chgData name="Owais Ahmed" userId="6abc7d4556b3b071" providerId="LiveId" clId="{3F06DB97-3AEE-4F7C-A79E-A7936B34F82A}" dt="2023-07-31T18:25:06.604" v="5477" actId="478"/>
          <ac:picMkLst>
            <pc:docMk/>
            <pc:sldMk cId="64818802" sldId="2511"/>
            <ac:picMk id="1026" creationId="{46F87B91-E9D1-F266-4E5C-9787E7840B14}"/>
          </ac:picMkLst>
        </pc:picChg>
      </pc:sldChg>
      <pc:sldChg chg="modSp add modAnim">
        <pc:chgData name="Owais Ahmed" userId="6abc7d4556b3b071" providerId="LiveId" clId="{3F06DB97-3AEE-4F7C-A79E-A7936B34F82A}" dt="2023-07-31T15:42:45.823" v="481" actId="20577"/>
        <pc:sldMkLst>
          <pc:docMk/>
          <pc:sldMk cId="3485698213" sldId="2548"/>
        </pc:sldMkLst>
        <pc:spChg chg="mod">
          <ac:chgData name="Owais Ahmed" userId="6abc7d4556b3b071" providerId="LiveId" clId="{3F06DB97-3AEE-4F7C-A79E-A7936B34F82A}" dt="2023-07-31T15:42:45.823" v="481" actId="20577"/>
          <ac:spMkLst>
            <pc:docMk/>
            <pc:sldMk cId="3485698213" sldId="2548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8:24:31.740" v="5475" actId="20577"/>
        <pc:sldMkLst>
          <pc:docMk/>
          <pc:sldMk cId="3738101922" sldId="2549"/>
        </pc:sldMkLst>
        <pc:spChg chg="mod">
          <ac:chgData name="Owais Ahmed" userId="6abc7d4556b3b071" providerId="LiveId" clId="{3F06DB97-3AEE-4F7C-A79E-A7936B34F82A}" dt="2023-07-31T18:24:31.740" v="5475" actId="20577"/>
          <ac:spMkLst>
            <pc:docMk/>
            <pc:sldMk cId="3738101922" sldId="254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6:22:17.974" v="936" actId="20577"/>
        <pc:sldMkLst>
          <pc:docMk/>
          <pc:sldMk cId="821949743" sldId="2550"/>
        </pc:sldMkLst>
        <pc:spChg chg="mod">
          <ac:chgData name="Owais Ahmed" userId="6abc7d4556b3b071" providerId="LiveId" clId="{3F06DB97-3AEE-4F7C-A79E-A7936B34F82A}" dt="2023-07-31T16:22:17.974" v="936" actId="20577"/>
          <ac:spMkLst>
            <pc:docMk/>
            <pc:sldMk cId="821949743" sldId="2550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F06DB97-3AEE-4F7C-A79E-A7936B34F82A}" dt="2023-07-31T16:58:42.242" v="2979" actId="47"/>
        <pc:sldMkLst>
          <pc:docMk/>
          <pc:sldMk cId="1777299149" sldId="2551"/>
        </pc:sldMkLst>
        <pc:spChg chg="mod">
          <ac:chgData name="Owais Ahmed" userId="6abc7d4556b3b071" providerId="LiveId" clId="{3F06DB97-3AEE-4F7C-A79E-A7936B34F82A}" dt="2023-07-31T16:57:56.131" v="2917" actId="27636"/>
          <ac:spMkLst>
            <pc:docMk/>
            <pc:sldMk cId="1777299149" sldId="2551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4" creationId="{089080C3-2B25-ABB4-F99B-442D3BFE6A50}"/>
          </ac:spMkLst>
        </pc:spChg>
        <pc:spChg chg="add 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6" creationId="{C2DAB1C7-1E85-9A11-AF4F-BA89CE87BA18}"/>
          </ac:spMkLst>
        </pc:spChg>
        <pc:spChg chg="del mod topLvl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6" creationId="{BFC68987-1291-80DB-C814-55C51ADCA72F}"/>
          </ac:spMkLst>
        </pc:spChg>
        <pc:spChg chg="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10" creationId="{AB36B28D-39A8-55B6-60B3-85B767EC94FB}"/>
          </ac:spMkLst>
        </pc:spChg>
        <pc:grpChg chg="add del mod">
          <ac:chgData name="Owais Ahmed" userId="6abc7d4556b3b071" providerId="LiveId" clId="{3F06DB97-3AEE-4F7C-A79E-A7936B34F82A}" dt="2023-07-31T16:52:02.546" v="2465" actId="165"/>
          <ac:grpSpMkLst>
            <pc:docMk/>
            <pc:sldMk cId="1777299149" sldId="2551"/>
            <ac:grpSpMk id="12" creationId="{B62B7723-6235-0D18-D946-5560E7FF3427}"/>
          </ac:grpSpMkLst>
        </pc:grpChg>
        <pc:grpChg chg="add mod">
          <ac:chgData name="Owais Ahmed" userId="6abc7d4556b3b071" providerId="LiveId" clId="{3F06DB97-3AEE-4F7C-A79E-A7936B34F82A}" dt="2023-07-31T16:52:59.545" v="2475" actId="1037"/>
          <ac:grpSpMkLst>
            <pc:docMk/>
            <pc:sldMk cId="1777299149" sldId="2551"/>
            <ac:grpSpMk id="14" creationId="{6D373018-1D02-897E-145C-1A033D391303}"/>
          </ac:grpSpMkLst>
        </pc:grpChg>
        <pc:grpChg chg="del mod">
          <ac:chgData name="Owais Ahmed" userId="6abc7d4556b3b071" providerId="LiveId" clId="{3F06DB97-3AEE-4F7C-A79E-A7936B34F82A}" dt="2023-07-31T16:47:42.991" v="2141" actId="165"/>
          <ac:grpSpMkLst>
            <pc:docMk/>
            <pc:sldMk cId="1777299149" sldId="2551"/>
            <ac:grpSpMk id="91" creationId="{8AFDD5EB-D614-C03D-504E-9A8E747F8716}"/>
          </ac:grpSpMkLst>
        </pc:grpChg>
        <pc:grpChg chg="del mod topLvl">
          <ac:chgData name="Owais Ahmed" userId="6abc7d4556b3b071" providerId="LiveId" clId="{3F06DB97-3AEE-4F7C-A79E-A7936B34F82A}" dt="2023-07-31T16:48:00.018" v="2143" actId="478"/>
          <ac:grpSpMkLst>
            <pc:docMk/>
            <pc:sldMk cId="1777299149" sldId="2551"/>
            <ac:grpSpMk id="92" creationId="{6284FF4B-3FD2-6925-02BF-7428100ED55A}"/>
          </ac:grpSpMkLst>
        </pc:grpChg>
        <pc:grpChg chg="del">
          <ac:chgData name="Owais Ahmed" userId="6abc7d4556b3b071" providerId="LiveId" clId="{3F06DB97-3AEE-4F7C-A79E-A7936B34F82A}" dt="2023-07-31T16:48:02.702" v="2144" actId="165"/>
          <ac:grpSpMkLst>
            <pc:docMk/>
            <pc:sldMk cId="1777299149" sldId="2551"/>
            <ac:grpSpMk id="97" creationId="{CFF475BE-EFBC-0DBA-F90F-67FFD315D42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100" creationId="{FA821C4E-B9F1-21C3-458F-B7B324C1F817}"/>
          </ac:grpSpMkLst>
        </pc:grpChg>
        <pc:cxnChg chg="add 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7" creationId="{657C45F0-67F1-A7FA-02BD-786D3D970CCC}"/>
          </ac:cxnSpMkLst>
        </pc:cxnChg>
        <pc:cxnChg chg="del mod">
          <ac:chgData name="Owais Ahmed" userId="6abc7d4556b3b071" providerId="LiveId" clId="{3F06DB97-3AEE-4F7C-A79E-A7936B34F82A}" dt="2023-07-31T16:48:00.018" v="2143" actId="478"/>
          <ac:cxnSpMkLst>
            <pc:docMk/>
            <pc:sldMk cId="1777299149" sldId="2551"/>
            <ac:cxnSpMk id="116" creationId="{D83E971B-0F3D-4E00-B4A4-C9E6CBDBA5FB}"/>
          </ac:cxnSpMkLst>
        </pc:cxnChg>
        <pc:cxnChg chg="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7:09:26.976" v="3626"/>
        <pc:sldMkLst>
          <pc:docMk/>
          <pc:sldMk cId="2619033452" sldId="2552"/>
        </pc:sldMkLst>
        <pc:spChg chg="mod">
          <ac:chgData name="Owais Ahmed" userId="6abc7d4556b3b071" providerId="LiveId" clId="{3F06DB97-3AEE-4F7C-A79E-A7936B34F82A}" dt="2023-07-31T16:58:25.230" v="2977" actId="27636"/>
          <ac:spMkLst>
            <pc:docMk/>
            <pc:sldMk cId="2619033452" sldId="2552"/>
            <ac:spMk id="3" creationId="{4A1C0383-58FE-E486-295E-B33B8683B938}"/>
          </ac:spMkLst>
        </pc:spChg>
        <pc:grpChg chg="mod">
          <ac:chgData name="Owais Ahmed" userId="6abc7d4556b3b071" providerId="LiveId" clId="{3F06DB97-3AEE-4F7C-A79E-A7936B34F82A}" dt="2023-07-31T16:58:30.908" v="2978" actId="1076"/>
          <ac:grpSpMkLst>
            <pc:docMk/>
            <pc:sldMk cId="2619033452" sldId="2552"/>
            <ac:grpSpMk id="14" creationId="{6D373018-1D02-897E-145C-1A033D391303}"/>
          </ac:grpSpMkLst>
        </pc:grpChg>
      </pc:sldChg>
      <pc:sldChg chg="addSp delSp modSp add mod modAnim">
        <pc:chgData name="Owais Ahmed" userId="6abc7d4556b3b071" providerId="LiveId" clId="{3F06DB97-3AEE-4F7C-A79E-A7936B34F82A}" dt="2023-07-31T17:24:54.053" v="3852" actId="20577"/>
        <pc:sldMkLst>
          <pc:docMk/>
          <pc:sldMk cId="2942372078" sldId="2553"/>
        </pc:sldMkLst>
        <pc:spChg chg="mod">
          <ac:chgData name="Owais Ahmed" userId="6abc7d4556b3b071" providerId="LiveId" clId="{3F06DB97-3AEE-4F7C-A79E-A7936B34F82A}" dt="2023-07-31T17:24:54.053" v="3852" actId="20577"/>
          <ac:spMkLst>
            <pc:docMk/>
            <pc:sldMk cId="2942372078" sldId="2553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4" creationId="{4125800C-749F-5C35-1E17-34384FF8CA5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5" creationId="{9FB6687A-C0B4-CC0D-A706-7D5C7B98D716}"/>
          </ac:spMkLst>
        </pc:spChg>
        <pc:spChg chg="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6" creationId="{C2DAB1C7-1E85-9A11-AF4F-BA89CE87BA18}"/>
          </ac:spMkLst>
        </pc:spChg>
        <pc:spChg chg="mod">
          <ac:chgData name="Owais Ahmed" userId="6abc7d4556b3b071" providerId="LiveId" clId="{3F06DB97-3AEE-4F7C-A79E-A7936B34F82A}" dt="2023-07-31T17:11:07.485" v="3644"/>
          <ac:spMkLst>
            <pc:docMk/>
            <pc:sldMk cId="2942372078" sldId="2553"/>
            <ac:spMk id="9" creationId="{6EFD39D5-1A6E-731C-EF8E-E8CA08E68C57}"/>
          </ac:spMkLst>
        </pc:spChg>
        <pc:spChg chg="mod">
          <ac:chgData name="Owais Ahmed" userId="6abc7d4556b3b071" providerId="LiveId" clId="{3F06DB97-3AEE-4F7C-A79E-A7936B34F82A}" dt="2023-07-31T17:11:09.492" v="3645" actId="20577"/>
          <ac:spMkLst>
            <pc:docMk/>
            <pc:sldMk cId="2942372078" sldId="2553"/>
            <ac:spMk id="10" creationId="{44E0EE0A-A1B3-D78F-82B1-2D6F97E4122B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8" creationId="{B55210BC-8CD4-0B1D-89E2-BC2BDCC8A125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9" creationId="{C4ECDF7F-D26F-A833-0D20-91948EAF7C2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1" creationId="{0EDD981D-31F6-DFF1-3179-509A63BF25C7}"/>
          </ac:spMkLst>
        </pc:spChg>
        <pc:spChg chg="del mod">
          <ac:chgData name="Owais Ahmed" userId="6abc7d4556b3b071" providerId="LiveId" clId="{3F06DB97-3AEE-4F7C-A79E-A7936B34F82A}" dt="2023-07-31T17:20:48.524" v="3680" actId="478"/>
          <ac:spMkLst>
            <pc:docMk/>
            <pc:sldMk cId="2942372078" sldId="2553"/>
            <ac:spMk id="22" creationId="{6A4308EC-A091-15BA-1B2B-499227EB2506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4" creationId="{381108F9-26C0-205B-CB81-70D8BD560394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5" creationId="{7F679E1B-6251-E108-0D61-EDF94E7E22A9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6" creationId="{C3E6AD68-46F0-B484-B3C4-AED030A36BB6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1" creationId="{6ADCB6F9-796A-6F07-8C51-E82BAEB801F9}"/>
          </ac:spMkLst>
        </pc:spChg>
        <pc:spChg chg="add del 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8" creationId="{C8918E3B-5B82-5C66-6245-963A8C240349}"/>
          </ac:grpSpMkLst>
        </pc:grpChg>
        <pc:grpChg chg="add del mod">
          <ac:chgData name="Owais Ahmed" userId="6abc7d4556b3b071" providerId="LiveId" clId="{3F06DB97-3AEE-4F7C-A79E-A7936B34F82A}" dt="2023-07-31T17:10:15.960" v="3637" actId="165"/>
          <ac:grpSpMkLst>
            <pc:docMk/>
            <pc:sldMk cId="2942372078" sldId="2553"/>
            <ac:grpSpMk id="14" creationId="{6D373018-1D02-897E-145C-1A033D391303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17" creationId="{DF91BE5D-4A90-7453-5A7C-869D410BD796}"/>
          </ac:grpSpMkLst>
        </pc:grpChg>
        <pc:grpChg chg="add del mod">
          <ac:chgData name="Owais Ahmed" userId="6abc7d4556b3b071" providerId="LiveId" clId="{3F06DB97-3AEE-4F7C-A79E-A7936B34F82A}" dt="2023-07-31T17:20:48.524" v="3680" actId="478"/>
          <ac:grpSpMkLst>
            <pc:docMk/>
            <pc:sldMk cId="2942372078" sldId="2553"/>
            <ac:grpSpMk id="20" creationId="{645A562A-E40D-D4F4-6F54-4C865E43ED02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3" creationId="{36250A50-760D-1FA0-A8EA-65D27405BDC9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9" creationId="{34AAF957-E0E0-C211-D98D-A222794E545F}"/>
          </ac:grpSpMkLst>
        </pc:grpChg>
        <pc:grpChg chg="add del mod">
          <ac:chgData name="Owais Ahmed" userId="6abc7d4556b3b071" providerId="LiveId" clId="{3F06DB97-3AEE-4F7C-A79E-A7936B34F82A}" dt="2023-07-31T17:20:50.802" v="3682" actId="478"/>
          <ac:grpSpMkLst>
            <pc:docMk/>
            <pc:sldMk cId="2942372078" sldId="2553"/>
            <ac:grpSpMk id="34" creationId="{AD73DCB8-173C-413D-F76C-212E811DAAF1}"/>
          </ac:grpSpMkLst>
        </pc:grpChg>
        <pc:grpChg chg="add mod">
          <ac:chgData name="Owais Ahmed" userId="6abc7d4556b3b071" providerId="LiveId" clId="{3F06DB97-3AEE-4F7C-A79E-A7936B34F82A}" dt="2023-07-31T17:20:06.335" v="3676" actId="164"/>
          <ac:grpSpMkLst>
            <pc:docMk/>
            <pc:sldMk cId="2942372078" sldId="2553"/>
            <ac:grpSpMk id="35" creationId="{6267D449-530A-C077-2809-C44B4BD17796}"/>
          </ac:grpSpMkLst>
        </pc:grpChg>
        <pc:grpChg chg="add del mod">
          <ac:chgData name="Owais Ahmed" userId="6abc7d4556b3b071" providerId="LiveId" clId="{3F06DB97-3AEE-4F7C-A79E-A7936B34F82A}" dt="2023-07-31T17:20:49.634" v="3681" actId="478"/>
          <ac:grpSpMkLst>
            <pc:docMk/>
            <pc:sldMk cId="2942372078" sldId="2553"/>
            <ac:grpSpMk id="36" creationId="{7AB201C6-2D82-4ED0-9104-F7FFA453EED6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100" creationId="{FA821C4E-B9F1-21C3-458F-B7B324C1F817}"/>
          </ac:grpSpMkLst>
        </pc:grpChg>
        <pc:cxnChg chg="mod topLvl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7" creationId="{657C45F0-67F1-A7FA-02BD-786D3D970CCC}"/>
          </ac:cxnSpMkLst>
        </pc:cxnChg>
        <pc:cxnChg chg="add mod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11" creationId="{607ECEBC-A1CA-3D16-2BF7-4B5EB584B7D5}"/>
          </ac:cxnSpMkLst>
        </pc:cxnChg>
        <pc:cxnChg chg="add del mod">
          <ac:chgData name="Owais Ahmed" userId="6abc7d4556b3b071" providerId="LiveId" clId="{3F06DB97-3AEE-4F7C-A79E-A7936B34F82A}" dt="2023-07-31T17:18:59.132" v="3668" actId="478"/>
          <ac:cxnSpMkLst>
            <pc:docMk/>
            <pc:sldMk cId="2942372078" sldId="2553"/>
            <ac:cxnSpMk id="28" creationId="{1F647D90-CF61-EE95-5710-6DF2CA5E7A4B}"/>
          </ac:cxnSpMkLst>
        </pc:cxnChg>
        <pc:cxnChg chg="add mod">
          <ac:chgData name="Owais Ahmed" userId="6abc7d4556b3b071" providerId="LiveId" clId="{3F06DB97-3AEE-4F7C-A79E-A7936B34F82A}" dt="2023-07-31T17:20:49.634" v="3681" actId="478"/>
          <ac:cxnSpMkLst>
            <pc:docMk/>
            <pc:sldMk cId="2942372078" sldId="2553"/>
            <ac:cxnSpMk id="32" creationId="{D70EC980-4E28-A408-E33F-C1B2B14A6591}"/>
          </ac:cxnSpMkLst>
        </pc:cxnChg>
        <pc:cxnChg chg="del mod">
          <ac:chgData name="Owais Ahmed" userId="6abc7d4556b3b071" providerId="LiveId" clId="{3F06DB97-3AEE-4F7C-A79E-A7936B34F82A}" dt="2023-07-31T17:09:54.845" v="3627" actId="478"/>
          <ac:cxnSpMkLst>
            <pc:docMk/>
            <pc:sldMk cId="2942372078" sldId="2553"/>
            <ac:cxnSpMk id="118" creationId="{E218D9EB-E58D-166C-8764-794115FE12E4}"/>
          </ac:cxnSpMkLst>
        </pc:cxnChg>
      </pc:sldChg>
      <pc:sldChg chg="addSp delSp modSp add mod delAnim modAnim">
        <pc:chgData name="Owais Ahmed" userId="6abc7d4556b3b071" providerId="LiveId" clId="{3F06DB97-3AEE-4F7C-A79E-A7936B34F82A}" dt="2023-07-31T17:33:09.243" v="4119"/>
        <pc:sldMkLst>
          <pc:docMk/>
          <pc:sldMk cId="2825207532" sldId="2554"/>
        </pc:sldMkLst>
        <pc:spChg chg="del">
          <ac:chgData name="Owais Ahmed" userId="6abc7d4556b3b071" providerId="LiveId" clId="{3F06DB97-3AEE-4F7C-A79E-A7936B34F82A}" dt="2023-07-31T17:20:42.520" v="3679" actId="478"/>
          <ac:spMkLst>
            <pc:docMk/>
            <pc:sldMk cId="2825207532" sldId="2554"/>
            <ac:spMk id="3" creationId="{4A1C0383-58FE-E486-295E-B33B8683B938}"/>
          </ac:spMkLst>
        </pc:spChg>
        <pc:spChg chg="mod topLvl">
          <ac:chgData name="Owais Ahmed" userId="6abc7d4556b3b071" providerId="LiveId" clId="{3F06DB97-3AEE-4F7C-A79E-A7936B34F82A}" dt="2023-07-31T17:26:37.322" v="3870"/>
          <ac:spMkLst>
            <pc:docMk/>
            <pc:sldMk cId="2825207532" sldId="2554"/>
            <ac:spMk id="5" creationId="{A7E680FD-D0E4-8260-DA90-A45204BCDDDB}"/>
          </ac:spMkLst>
        </pc:spChg>
        <pc:spChg chg="mod topLvl">
          <ac:chgData name="Owais Ahmed" userId="6abc7d4556b3b071" providerId="LiveId" clId="{3F06DB97-3AEE-4F7C-A79E-A7936B34F82A}" dt="2023-07-31T17:26:55.086" v="3874" actId="20577"/>
          <ac:spMkLst>
            <pc:docMk/>
            <pc:sldMk cId="2825207532" sldId="2554"/>
            <ac:spMk id="12" creationId="{14375345-CB2C-C090-8F3F-7127034BAC95}"/>
          </ac:spMkLst>
        </pc:spChg>
        <pc:spChg chg="mod">
          <ac:chgData name="Owais Ahmed" userId="6abc7d4556b3b071" providerId="LiveId" clId="{3F06DB97-3AEE-4F7C-A79E-A7936B34F82A}" dt="2023-07-31T17:23:06.190" v="3701" actId="6549"/>
          <ac:spMkLst>
            <pc:docMk/>
            <pc:sldMk cId="2825207532" sldId="2554"/>
            <ac:spMk id="15" creationId="{9D62E291-01A8-771B-16ED-457613EE1A8E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16" creationId="{8F5396F0-85F0-121C-6470-1880B2F7FA6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8" creationId="{B55210BC-8CD4-0B1D-89E2-BC2BDCC8A12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9" creationId="{C4ECDF7F-D26F-A833-0D20-91948EAF7C2A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1" creationId="{0EDD981D-31F6-DFF1-3179-509A63BF25C7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2" creationId="{6A4308EC-A091-15BA-1B2B-499227EB250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4" creationId="{381108F9-26C0-205B-CB81-70D8BD560394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5" creationId="{7F679E1B-6251-E108-0D61-EDF94E7E22A9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6" creationId="{C3E6AD68-46F0-B484-B3C4-AED030A36BB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5:02.316" v="3853" actId="6549"/>
          <ac:spMkLst>
            <pc:docMk/>
            <pc:sldMk cId="2825207532" sldId="2554"/>
            <ac:spMk id="28" creationId="{7A46CAE8-8A97-0FC8-63B3-A33CFE089100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1" creationId="{6ADCB6F9-796A-6F07-8C51-E82BAEB801F9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3" creationId="{BB3D294E-7E36-A812-7001-1E0A8DCEBF54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5" creationId="{861C5037-77BC-B340-9CCE-BBC47170DBAC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7" creationId="{9D808123-AD8C-4415-F0CA-FB968A780E93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8" creationId="{3CCC21C1-A11B-E6DE-7150-6A40FDBAD999}"/>
          </ac:spMkLst>
        </pc:spChg>
        <pc:spChg chg="mod">
          <ac:chgData name="Owais Ahmed" userId="6abc7d4556b3b071" providerId="LiveId" clId="{3F06DB97-3AEE-4F7C-A79E-A7936B34F82A}" dt="2023-07-31T17:25:17.091" v="3854" actId="1076"/>
          <ac:spMkLst>
            <pc:docMk/>
            <pc:sldMk cId="2825207532" sldId="2554"/>
            <ac:spMk id="39" creationId="{E5DD74A2-D9BF-1EBC-F6F0-24AB1D85BF92}"/>
          </ac:spMkLst>
        </pc:spChg>
        <pc:spChg chg="mod">
          <ac:chgData name="Owais Ahmed" userId="6abc7d4556b3b071" providerId="LiveId" clId="{3F06DB97-3AEE-4F7C-A79E-A7936B34F82A}" dt="2023-07-31T17:26:38.175" v="3871"/>
          <ac:spMkLst>
            <pc:docMk/>
            <pc:sldMk cId="2825207532" sldId="2554"/>
            <ac:spMk id="40" creationId="{673CC4C9-6366-80C0-4269-0734F52A6503}"/>
          </ac:spMkLst>
        </pc:spChg>
        <pc:spChg chg="mod">
          <ac:chgData name="Owais Ahmed" userId="6abc7d4556b3b071" providerId="LiveId" clId="{3F06DB97-3AEE-4F7C-A79E-A7936B34F82A}" dt="2023-07-31T17:26:56.695" v="3875" actId="20577"/>
          <ac:spMkLst>
            <pc:docMk/>
            <pc:sldMk cId="2825207532" sldId="2554"/>
            <ac:spMk id="41" creationId="{05A5125C-D4D4-FDAD-9D75-D929640B095E}"/>
          </ac:spMkLst>
        </pc:spChg>
        <pc:spChg chg="mod">
          <ac:chgData name="Owais Ahmed" userId="6abc7d4556b3b071" providerId="LiveId" clId="{3F06DB97-3AEE-4F7C-A79E-A7936B34F82A}" dt="2023-07-31T17:26:25.253" v="3867"/>
          <ac:spMkLst>
            <pc:docMk/>
            <pc:sldMk cId="2825207532" sldId="2554"/>
            <ac:spMk id="43" creationId="{2D767220-4206-ABD3-A1C3-8FE3C63C707E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4" creationId="{B7372231-3BD5-1AD6-8F70-FB8240378604}"/>
          </ac:spMkLst>
        </pc:spChg>
        <pc:spChg chg="mod">
          <ac:chgData name="Owais Ahmed" userId="6abc7d4556b3b071" providerId="LiveId" clId="{3F06DB97-3AEE-4F7C-A79E-A7936B34F82A}" dt="2023-07-31T17:26:40.507" v="3872"/>
          <ac:spMkLst>
            <pc:docMk/>
            <pc:sldMk cId="2825207532" sldId="2554"/>
            <ac:spMk id="45" creationId="{0AAEB2F6-CC29-0381-B00A-CBE71D31A77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6" creationId="{FE9EFDF4-C13A-BA0F-FAA6-E85D855C6D4F}"/>
          </ac:spMkLst>
        </pc:spChg>
        <pc:spChg chg="mod">
          <ac:chgData name="Owais Ahmed" userId="6abc7d4556b3b071" providerId="LiveId" clId="{3F06DB97-3AEE-4F7C-A79E-A7936B34F82A}" dt="2023-07-31T17:26:22.220" v="3864" actId="21"/>
          <ac:spMkLst>
            <pc:docMk/>
            <pc:sldMk cId="2825207532" sldId="2554"/>
            <ac:spMk id="47" creationId="{DA34900F-A6DF-D67C-70C4-CAEBCB7AA3E9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8" creationId="{6EB90A3F-FC6E-DDF9-CD8B-A233611C8556}"/>
          </ac:spMkLst>
        </pc:spChg>
        <pc:spChg chg="mod">
          <ac:chgData name="Owais Ahmed" userId="6abc7d4556b3b071" providerId="LiveId" clId="{3F06DB97-3AEE-4F7C-A79E-A7936B34F82A}" dt="2023-07-31T17:27:16.418" v="3878" actId="1076"/>
          <ac:spMkLst>
            <pc:docMk/>
            <pc:sldMk cId="2825207532" sldId="2554"/>
            <ac:spMk id="49" creationId="{B3B5DB6C-DAE4-CD71-8672-DAF2CABA0FBF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0" creationId="{62ED77BA-3CBE-6880-FB54-9D7793E8B435}"/>
          </ac:spMkLst>
        </pc:spChg>
        <pc:spChg chg="mod">
          <ac:chgData name="Owais Ahmed" userId="6abc7d4556b3b071" providerId="LiveId" clId="{3F06DB97-3AEE-4F7C-A79E-A7936B34F82A}" dt="2023-07-31T17:26:29.079" v="3868" actId="21"/>
          <ac:spMkLst>
            <pc:docMk/>
            <pc:sldMk cId="2825207532" sldId="2554"/>
            <ac:spMk id="51" creationId="{2359C8FF-C504-1DB5-7995-0214E32502D4}"/>
          </ac:spMkLst>
        </pc:spChg>
        <pc:spChg chg="mod">
          <ac:chgData name="Owais Ahmed" userId="6abc7d4556b3b071" providerId="LiveId" clId="{3F06DB97-3AEE-4F7C-A79E-A7936B34F82A}" dt="2023-07-31T17:26:57.740" v="3876" actId="20577"/>
          <ac:spMkLst>
            <pc:docMk/>
            <pc:sldMk cId="2825207532" sldId="2554"/>
            <ac:spMk id="52" creationId="{8601F0A8-EB1D-CA2D-55EA-4DC800A0EE4B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4" creationId="{3A7CAAE0-7EFD-30D3-EB1E-99761A88A84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5" creationId="{724B8B2C-5132-2810-D7F3-1A7A4CD23462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6" creationId="{55B99CA7-5366-205A-E60F-FCD89434C4E7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7" creationId="{3091033D-89B1-B3EE-958D-28E9A2246AA5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8" creationId="{E006DDDE-2533-91FD-8806-1913F799CC78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9" creationId="{2BFA2AD2-7873-BC0D-F611-E4DBD169AF9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0" creationId="{05DCC750-9442-85F2-F153-6EFC09550A80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1" creationId="{CA70657B-D13B-61DD-8E56-CD9F8FF69E12}"/>
          </ac:spMkLst>
        </pc:spChg>
        <pc:spChg chg="mod">
          <ac:chgData name="Owais Ahmed" userId="6abc7d4556b3b071" providerId="LiveId" clId="{3F06DB97-3AEE-4F7C-A79E-A7936B34F82A}" dt="2023-07-31T17:26:42.176" v="3873"/>
          <ac:spMkLst>
            <pc:docMk/>
            <pc:sldMk cId="2825207532" sldId="2554"/>
            <ac:spMk id="62" creationId="{8A76D13C-4D21-6E17-E324-C592C616AEF6}"/>
          </ac:spMkLst>
        </pc:spChg>
        <pc:spChg chg="mod">
          <ac:chgData name="Owais Ahmed" userId="6abc7d4556b3b071" providerId="LiveId" clId="{3F06DB97-3AEE-4F7C-A79E-A7936B34F82A}" dt="2023-07-31T17:26:58.916" v="3877" actId="20577"/>
          <ac:spMkLst>
            <pc:docMk/>
            <pc:sldMk cId="2825207532" sldId="2554"/>
            <ac:spMk id="63" creationId="{5F09522A-8983-C22F-8796-E1AD8233D10E}"/>
          </ac:spMkLst>
        </pc:spChg>
        <pc:spChg chg="add del">
          <ac:chgData name="Owais Ahmed" userId="6abc7d4556b3b071" providerId="LiveId" clId="{3F06DB97-3AEE-4F7C-A79E-A7936B34F82A}" dt="2023-07-31T17:26:24.117" v="3866" actId="22"/>
          <ac:spMkLst>
            <pc:docMk/>
            <pc:sldMk cId="2825207532" sldId="2554"/>
            <ac:spMk id="65" creationId="{D6D6FA50-3D82-04CA-4964-3E1681EC8495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7" creationId="{E64A3044-BFD1-B0CA-9757-EAC75D0932EA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8" creationId="{C2316821-45BB-9A62-5BE4-BFCE2E091D3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9" creationId="{3486CDB8-4A0A-97E7-3BBB-75CF75161EDC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0" creationId="{0C6FD250-B917-6155-6E9A-40F64B846CCA}"/>
          </ac:spMkLst>
        </pc:spChg>
        <pc:spChg chg="mod">
          <ac:chgData name="Owais Ahmed" userId="6abc7d4556b3b071" providerId="LiveId" clId="{3F06DB97-3AEE-4F7C-A79E-A7936B34F82A}" dt="2023-07-31T17:28:10.995" v="3891" actId="20577"/>
          <ac:spMkLst>
            <pc:docMk/>
            <pc:sldMk cId="2825207532" sldId="2554"/>
            <ac:spMk id="71" creationId="{EE4F9ECD-E95F-E303-F2E4-CFA66B3F2CF9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2" creationId="{C2F7FE57-4DDC-BECF-4B16-EA06ADF7847B}"/>
          </ac:spMkLst>
        </pc:spChg>
        <pc:spChg chg="mod">
          <ac:chgData name="Owais Ahmed" userId="6abc7d4556b3b071" providerId="LiveId" clId="{3F06DB97-3AEE-4F7C-A79E-A7936B34F82A}" dt="2023-07-31T17:28:03.242" v="3882" actId="1076"/>
          <ac:spMkLst>
            <pc:docMk/>
            <pc:sldMk cId="2825207532" sldId="2554"/>
            <ac:spMk id="73" creationId="{E31DDB8C-6510-4D6A-204D-6139F0F8EA1B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4" creationId="{54DE3D10-9D99-CD2A-5312-F0D3582108F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5" creationId="{77D5961E-9810-B1B5-BD0B-A5FDB34B6726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6" creationId="{AAB9F71D-35DC-2242-D53D-87B8DE1529DA}"/>
          </ac:spMkLst>
        </pc:spChg>
        <pc:spChg chg="add mod">
          <ac:chgData name="Owais Ahmed" userId="6abc7d4556b3b071" providerId="LiveId" clId="{3F06DB97-3AEE-4F7C-A79E-A7936B34F82A}" dt="2023-07-31T17:32:42.404" v="4112" actId="164"/>
          <ac:spMkLst>
            <pc:docMk/>
            <pc:sldMk cId="2825207532" sldId="2554"/>
            <ac:spMk id="77" creationId="{0F91D4EB-AB25-E435-0FBB-09A1E9A881AD}"/>
          </ac:spMkLst>
        </pc:spChg>
        <pc:spChg chg="add mod">
          <ac:chgData name="Owais Ahmed" userId="6abc7d4556b3b071" providerId="LiveId" clId="{3F06DB97-3AEE-4F7C-A79E-A7936B34F82A}" dt="2023-07-31T17:32:46.266" v="4113" actId="164"/>
          <ac:spMkLst>
            <pc:docMk/>
            <pc:sldMk cId="2825207532" sldId="2554"/>
            <ac:spMk id="78" creationId="{804F467B-93F3-12EE-F084-26455E228FFC}"/>
          </ac:spMkLst>
        </pc:spChg>
        <pc:spChg chg="add mod">
          <ac:chgData name="Owais Ahmed" userId="6abc7d4556b3b071" providerId="LiveId" clId="{3F06DB97-3AEE-4F7C-A79E-A7936B34F82A}" dt="2023-07-31T17:32:50.491" v="4114" actId="164"/>
          <ac:spMkLst>
            <pc:docMk/>
            <pc:sldMk cId="2825207532" sldId="2554"/>
            <ac:spMk id="79" creationId="{3C2387C9-F771-506F-9E2E-CCBEEF4BA503}"/>
          </ac:spMkLst>
        </pc:spChg>
        <pc:spChg chg="add mod">
          <ac:chgData name="Owais Ahmed" userId="6abc7d4556b3b071" providerId="LiveId" clId="{3F06DB97-3AEE-4F7C-A79E-A7936B34F82A}" dt="2023-07-31T17:32:54.946" v="4115" actId="164"/>
          <ac:spMkLst>
            <pc:docMk/>
            <pc:sldMk cId="2825207532" sldId="2554"/>
            <ac:spMk id="80" creationId="{5C587C7D-B09D-9D8F-89CC-50A0DEDA1FBF}"/>
          </ac:spMkLst>
        </pc:spChg>
        <pc:grpChg chg="add del mod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4" creationId="{6AB9D502-BD4B-886A-20B9-727281934883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13" creationId="{0F418315-9F02-C6E4-D682-54610C2951EA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14" creationId="{F63CEC76-2FDC-23B7-4BA5-D600BFCE0D28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17" creationId="{DF91BE5D-4A90-7453-5A7C-869D410BD796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0" creationId="{645A562A-E40D-D4F4-6F54-4C865E43ED02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3" creationId="{36250A50-760D-1FA0-A8EA-65D27405BDC9}"/>
          </ac:grpSpMkLst>
        </pc:grpChg>
        <pc:grpChg chg="del mod topLvl">
          <ac:chgData name="Owais Ahmed" userId="6abc7d4556b3b071" providerId="LiveId" clId="{3F06DB97-3AEE-4F7C-A79E-A7936B34F82A}" dt="2023-07-31T17:22:09.548" v="3694" actId="478"/>
          <ac:grpSpMkLst>
            <pc:docMk/>
            <pc:sldMk cId="2825207532" sldId="2554"/>
            <ac:grpSpMk id="29" creationId="{34AAF957-E0E0-C211-D98D-A222794E545F}"/>
          </ac:grpSpMkLst>
        </pc:grpChg>
        <pc:grpChg chg="del">
          <ac:chgData name="Owais Ahmed" userId="6abc7d4556b3b071" providerId="LiveId" clId="{3F06DB97-3AEE-4F7C-A79E-A7936B34F82A}" dt="2023-07-31T17:20:58.116" v="3683" actId="478"/>
          <ac:grpSpMkLst>
            <pc:docMk/>
            <pc:sldMk cId="2825207532" sldId="2554"/>
            <ac:grpSpMk id="34" creationId="{AD73DCB8-173C-413D-F76C-212E811DAAF1}"/>
          </ac:grpSpMkLst>
        </pc:grpChg>
        <pc:grpChg chg="del mod">
          <ac:chgData name="Owais Ahmed" userId="6abc7d4556b3b071" providerId="LiveId" clId="{3F06DB97-3AEE-4F7C-A79E-A7936B34F82A}" dt="2023-07-31T17:21:54.469" v="3693" actId="165"/>
          <ac:grpSpMkLst>
            <pc:docMk/>
            <pc:sldMk cId="2825207532" sldId="2554"/>
            <ac:grpSpMk id="36" creationId="{7AB201C6-2D82-4ED0-9104-F7FFA453EED6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42" creationId="{B53A9A78-5032-4C91-F36D-FC661EA4E330}"/>
          </ac:grpSpMkLst>
        </pc:grpChg>
        <pc:grpChg chg="add del mod">
          <ac:chgData name="Owais Ahmed" userId="6abc7d4556b3b071" providerId="LiveId" clId="{3F06DB97-3AEE-4F7C-A79E-A7936B34F82A}" dt="2023-07-31T17:27:37.167" v="3879" actId="478"/>
          <ac:grpSpMkLst>
            <pc:docMk/>
            <pc:sldMk cId="2825207532" sldId="2554"/>
            <ac:grpSpMk id="53" creationId="{1751A494-2636-C533-F4A9-D65D0EEB52D6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66" creationId="{AFE328ED-CF99-6348-B56A-27B46BEAFE28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81" creationId="{F263E04B-9D9C-CD25-BFC6-DB08A2ABB0D1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82" creationId="{F54C775F-C841-881E-2224-C24567C33621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83" creationId="{926BD650-D5E7-6961-F0E9-27F6B7E05DCF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84" creationId="{51E1D58F-B8D7-B598-0421-CCDBA5F774FA}"/>
          </ac:grpSpMkLst>
        </pc:grp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11" creationId="{607ECEBC-A1CA-3D16-2BF7-4B5EB584B7D5}"/>
          </ac:cxnSpMkLst>
        </pc:cxnChg>
        <pc:cxnChg chg="del mod">
          <ac:chgData name="Owais Ahmed" userId="6abc7d4556b3b071" providerId="LiveId" clId="{3F06DB97-3AEE-4F7C-A79E-A7936B34F82A}" dt="2023-07-31T17:21:08.219" v="3689" actId="478"/>
          <ac:cxnSpMkLst>
            <pc:docMk/>
            <pc:sldMk cId="2825207532" sldId="2554"/>
            <ac:cxnSpMk id="32" creationId="{D70EC980-4E28-A408-E33F-C1B2B14A6591}"/>
          </ac:cxnSpMkLst>
        </pc:cxnChg>
      </pc:sldChg>
      <pc:sldChg chg="addSp delSp modSp add mod modAnim">
        <pc:chgData name="Owais Ahmed" userId="6abc7d4556b3b071" providerId="LiveId" clId="{3F06DB97-3AEE-4F7C-A79E-A7936B34F82A}" dt="2023-07-31T17:43:37.145" v="4669"/>
        <pc:sldMkLst>
          <pc:docMk/>
          <pc:sldMk cId="624121127" sldId="2555"/>
        </pc:sldMkLst>
        <pc:spChg chg="mod">
          <ac:chgData name="Owais Ahmed" userId="6abc7d4556b3b071" providerId="LiveId" clId="{3F06DB97-3AEE-4F7C-A79E-A7936B34F82A}" dt="2023-07-31T17:40:57.155" v="4626" actId="27636"/>
          <ac:spMkLst>
            <pc:docMk/>
            <pc:sldMk cId="624121127" sldId="2555"/>
            <ac:spMk id="3" creationId="{4A1C0383-58FE-E486-295E-B33B8683B938}"/>
          </ac:spMkLst>
        </pc:spChg>
        <pc:spChg chg="add mod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5" creationId="{B363AC71-9ED9-E66C-37A9-2D00263E3FF0}"/>
          </ac:spMkLst>
        </pc:spChg>
        <pc:spChg chg="del mod topLvl">
          <ac:chgData name="Owais Ahmed" userId="6abc7d4556b3b071" providerId="LiveId" clId="{3F06DB97-3AEE-4F7C-A79E-A7936B34F82A}" dt="2023-07-31T17:40:12.948" v="4614" actId="478"/>
          <ac:spMkLst>
            <pc:docMk/>
            <pc:sldMk cId="624121127" sldId="2555"/>
            <ac:spMk id="6" creationId="{C2DAB1C7-1E85-9A11-AF4F-BA89CE87BA18}"/>
          </ac:spMkLst>
        </pc:spChg>
        <pc:spChg chg="mod topLvl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43:30.760" v="4668" actId="164"/>
          <ac:grpSpMkLst>
            <pc:docMk/>
            <pc:sldMk cId="624121127" sldId="2555"/>
            <ac:grpSpMk id="13" creationId="{4C6AAE8F-5E6F-EA60-244D-FFB6278715AD}"/>
          </ac:grpSpMkLst>
        </pc:grpChg>
        <pc:grpChg chg="del mod">
          <ac:chgData name="Owais Ahmed" userId="6abc7d4556b3b071" providerId="LiveId" clId="{3F06DB97-3AEE-4F7C-A79E-A7936B34F82A}" dt="2023-07-31T17:40:00.602" v="4608" actId="165"/>
          <ac:grpSpMkLst>
            <pc:docMk/>
            <pc:sldMk cId="624121127" sldId="2555"/>
            <ac:grpSpMk id="14" creationId="{6D373018-1D02-897E-145C-1A033D391303}"/>
          </ac:grpSpMkLst>
        </pc:grpChg>
        <pc:grpChg chg="del mod topLvl">
          <ac:chgData name="Owais Ahmed" userId="6abc7d4556b3b071" providerId="LiveId" clId="{3F06DB97-3AEE-4F7C-A79E-A7936B34F82A}" dt="2023-07-31T17:40:06.341" v="4611" actId="478"/>
          <ac:grpSpMkLst>
            <pc:docMk/>
            <pc:sldMk cId="624121127" sldId="2555"/>
            <ac:grpSpMk id="98" creationId="{A0382DBE-F9FC-2531-34AD-F3E7EACF5F1E}"/>
          </ac:grpSpMkLst>
        </pc:grpChg>
        <pc:grpChg chg="del mod topLvl">
          <ac:chgData name="Owais Ahmed" userId="6abc7d4556b3b071" providerId="LiveId" clId="{3F06DB97-3AEE-4F7C-A79E-A7936B34F82A}" dt="2023-07-31T17:40:05.415" v="4610" actId="478"/>
          <ac:grpSpMkLst>
            <pc:docMk/>
            <pc:sldMk cId="624121127" sldId="2555"/>
            <ac:grpSpMk id="99" creationId="{68C80BCA-12DB-C5D9-6600-C4CDDB76037E}"/>
          </ac:grpSpMkLst>
        </pc:grpChg>
        <pc:grpChg chg="del mod topLvl">
          <ac:chgData name="Owais Ahmed" userId="6abc7d4556b3b071" providerId="LiveId" clId="{3F06DB97-3AEE-4F7C-A79E-A7936B34F82A}" dt="2023-07-31T17:40:04.550" v="4609" actId="478"/>
          <ac:grpSpMkLst>
            <pc:docMk/>
            <pc:sldMk cId="624121127" sldId="2555"/>
            <ac:grpSpMk id="100" creationId="{FA821C4E-B9F1-21C3-458F-B7B324C1F817}"/>
          </ac:grpSpMkLst>
        </pc:grpChg>
        <pc:graphicFrameChg chg="add mod modGraphic">
          <ac:chgData name="Owais Ahmed" userId="6abc7d4556b3b071" providerId="LiveId" clId="{3F06DB97-3AEE-4F7C-A79E-A7936B34F82A}" dt="2023-07-31T17:43:30.760" v="4668" actId="164"/>
          <ac:graphicFrameMkLst>
            <pc:docMk/>
            <pc:sldMk cId="624121127" sldId="2555"/>
            <ac:graphicFrameMk id="4" creationId="{7F589E16-899F-75A2-8538-EFFBE216C9C1}"/>
          </ac:graphicFrameMkLst>
        </pc:graphicFrameChg>
        <pc:cxnChg chg="del mod topLvl">
          <ac:chgData name="Owais Ahmed" userId="6abc7d4556b3b071" providerId="LiveId" clId="{3F06DB97-3AEE-4F7C-A79E-A7936B34F82A}" dt="2023-07-31T17:40:10.841" v="4612" actId="478"/>
          <ac:cxnSpMkLst>
            <pc:docMk/>
            <pc:sldMk cId="624121127" sldId="2555"/>
            <ac:cxnSpMk id="7" creationId="{657C45F0-67F1-A7FA-02BD-786D3D970CCC}"/>
          </ac:cxnSpMkLst>
        </pc:cxnChg>
        <pc:cxnChg chg="add del mod">
          <ac:chgData name="Owais Ahmed" userId="6abc7d4556b3b071" providerId="LiveId" clId="{3F06DB97-3AEE-4F7C-A79E-A7936B34F82A}" dt="2023-07-31T17:42:44.742" v="4656" actId="478"/>
          <ac:cxnSpMkLst>
            <pc:docMk/>
            <pc:sldMk cId="624121127" sldId="2555"/>
            <ac:cxnSpMk id="9" creationId="{7C16B72A-508D-524C-2E88-876A803CCFAC}"/>
          </ac:cxnSpMkLst>
        </pc:cxnChg>
        <pc:cxnChg chg="add del">
          <ac:chgData name="Owais Ahmed" userId="6abc7d4556b3b071" providerId="LiveId" clId="{3F06DB97-3AEE-4F7C-A79E-A7936B34F82A}" dt="2023-07-31T17:42:31.945" v="4652" actId="478"/>
          <ac:cxnSpMkLst>
            <pc:docMk/>
            <pc:sldMk cId="624121127" sldId="2555"/>
            <ac:cxnSpMk id="12" creationId="{9E42FA83-69BA-3448-F9D6-36A92ACF2085}"/>
          </ac:cxnSpMkLst>
        </pc:cxnChg>
        <pc:cxnChg chg="del mod topLvl">
          <ac:chgData name="Owais Ahmed" userId="6abc7d4556b3b071" providerId="LiveId" clId="{3F06DB97-3AEE-4F7C-A79E-A7936B34F82A}" dt="2023-07-31T17:40:45.902" v="4621" actId="478"/>
          <ac:cxnSpMkLst>
            <pc:docMk/>
            <pc:sldMk cId="624121127" sldId="2555"/>
            <ac:cxnSpMk id="118" creationId="{E218D9EB-E58D-166C-8764-794115FE12E4}"/>
          </ac:cxnSpMkLst>
        </pc:cxnChg>
      </pc:sldChg>
      <pc:sldChg chg="delSp modSp add mod delAnim modAnim">
        <pc:chgData name="Owais Ahmed" userId="6abc7d4556b3b071" providerId="LiveId" clId="{3F06DB97-3AEE-4F7C-A79E-A7936B34F82A}" dt="2023-07-31T18:22:29.974" v="5359" actId="20577"/>
        <pc:sldMkLst>
          <pc:docMk/>
          <pc:sldMk cId="2558064682" sldId="2556"/>
        </pc:sldMkLst>
        <pc:spChg chg="mod">
          <ac:chgData name="Owais Ahmed" userId="6abc7d4556b3b071" providerId="LiveId" clId="{3F06DB97-3AEE-4F7C-A79E-A7936B34F82A}" dt="2023-07-31T18:22:29.974" v="5359" actId="20577"/>
          <ac:spMkLst>
            <pc:docMk/>
            <pc:sldMk cId="2558064682" sldId="2556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1T17:44:23.559" v="4681" actId="20577"/>
          <ac:spMkLst>
            <pc:docMk/>
            <pc:sldMk cId="2558064682" sldId="2556"/>
            <ac:spMk id="215" creationId="{00000000-0000-0000-0000-000000000000}"/>
          </ac:spMkLst>
        </pc:spChg>
        <pc:grpChg chg="del">
          <ac:chgData name="Owais Ahmed" userId="6abc7d4556b3b071" providerId="LiveId" clId="{3F06DB97-3AEE-4F7C-A79E-A7936B34F82A}" dt="2023-07-31T18:00:34.463" v="4815" actId="478"/>
          <ac:grpSpMkLst>
            <pc:docMk/>
            <pc:sldMk cId="2558064682" sldId="2556"/>
            <ac:grpSpMk id="14" creationId="{6D373018-1D02-897E-145C-1A033D391303}"/>
          </ac:grpSpMkLst>
        </pc:grp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9:00:13.581" v="6207" actId="20577"/>
        <pc:sldMkLst>
          <pc:docMk/>
          <pc:sldMk cId="296501705" sldId="2557"/>
        </pc:sldMkLst>
        <pc:spChg chg="mod">
          <ac:chgData name="Owais Ahmed" userId="6abc7d4556b3b071" providerId="LiveId" clId="{3F06DB97-3AEE-4F7C-A79E-A7936B34F82A}" dt="2023-07-31T19:00:13.581" v="6207" actId="20577"/>
          <ac:spMkLst>
            <pc:docMk/>
            <pc:sldMk cId="296501705" sldId="2557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4CD71B15-CCD9-4CBF-BC84-B4C52C1D305A}"/>
    <pc:docChg chg="addSld delSld modSld sldOrd">
      <pc:chgData name="Owais Ahmed" userId="6abc7d4556b3b071" providerId="LiveId" clId="{4CD71B15-CCD9-4CBF-BC84-B4C52C1D305A}" dt="2023-07-30T18:54:53.214" v="647" actId="47"/>
      <pc:docMkLst>
        <pc:docMk/>
      </pc:docMkLst>
      <pc:sldChg chg="modSp add del mod ord modAnim">
        <pc:chgData name="Owais Ahmed" userId="6abc7d4556b3b071" providerId="LiveId" clId="{4CD71B15-CCD9-4CBF-BC84-B4C52C1D305A}" dt="2023-07-30T18:54:53.214" v="647" actId="47"/>
        <pc:sldMkLst>
          <pc:docMk/>
          <pc:sldMk cId="4041671842" sldId="2516"/>
        </pc:sldMkLst>
        <pc:spChg chg="mod">
          <ac:chgData name="Owais Ahmed" userId="6abc7d4556b3b071" providerId="LiveId" clId="{4CD71B15-CCD9-4CBF-BC84-B4C52C1D305A}" dt="2023-07-30T18:54:43.518" v="646" actId="20577"/>
          <ac:spMkLst>
            <pc:docMk/>
            <pc:sldMk cId="4041671842" sldId="2516"/>
            <ac:spMk id="3" creationId="{4A1C0383-58FE-E486-295E-B33B8683B938}"/>
          </ac:spMkLst>
        </pc:spChg>
        <pc:spChg chg="mod">
          <ac:chgData name="Owais Ahmed" userId="6abc7d4556b3b071" providerId="LiveId" clId="{4CD71B15-CCD9-4CBF-BC84-B4C52C1D305A}" dt="2023-07-30T17:45:07.195" v="18" actId="20577"/>
          <ac:spMkLst>
            <pc:docMk/>
            <pc:sldMk cId="4041671842" sldId="2516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7B963A1-BBDE-46C5-80F9-50AE1D86A8AA}"/>
    <pc:docChg chg="undo redo custSel addSld delSld modSld">
      <pc:chgData name="Owais Ahmed" userId="6abc7d4556b3b071" providerId="LiveId" clId="{37B963A1-BBDE-46C5-80F9-50AE1D86A8AA}" dt="2023-08-15T04:51:09.343" v="1201" actId="20577"/>
      <pc:docMkLst>
        <pc:docMk/>
      </pc:docMkLst>
      <pc:sldChg chg="addSp modSp">
        <pc:chgData name="Owais Ahmed" userId="6abc7d4556b3b071" providerId="LiveId" clId="{37B963A1-BBDE-46C5-80F9-50AE1D86A8AA}" dt="2023-08-15T04:51:09.343" v="1201" actId="20577"/>
        <pc:sldMkLst>
          <pc:docMk/>
          <pc:sldMk cId="641030253" sldId="2479"/>
        </pc:sldMkLst>
        <pc:spChg chg="mod">
          <ac:chgData name="Owais Ahmed" userId="6abc7d4556b3b071" providerId="LiveId" clId="{37B963A1-BBDE-46C5-80F9-50AE1D86A8AA}" dt="2023-08-15T04:51:09.343" v="1201" actId="20577"/>
          <ac:spMkLst>
            <pc:docMk/>
            <pc:sldMk cId="641030253" sldId="2479"/>
            <ac:spMk id="3" creationId="{4A1C0383-58FE-E486-295E-B33B8683B938}"/>
          </ac:spMkLst>
        </pc:spChg>
        <pc:picChg chg="add mod">
          <ac:chgData name="Owais Ahmed" userId="6abc7d4556b3b071" providerId="LiveId" clId="{37B963A1-BBDE-46C5-80F9-50AE1D86A8AA}" dt="2023-07-31T09:44:01.953" v="1034" actId="14100"/>
          <ac:picMkLst>
            <pc:docMk/>
            <pc:sldMk cId="641030253" sldId="2479"/>
            <ac:picMk id="1026" creationId="{CFAF1355-DBB8-B5EE-C2A4-C2452A1CA5CA}"/>
          </ac:picMkLst>
        </pc:picChg>
      </pc:sldChg>
      <pc:sldChg chg="modSp del">
        <pc:chgData name="Owais Ahmed" userId="6abc7d4556b3b071" providerId="LiveId" clId="{37B963A1-BBDE-46C5-80F9-50AE1D86A8AA}" dt="2023-07-31T09:17:14.576" v="748" actId="47"/>
        <pc:sldMkLst>
          <pc:docMk/>
          <pc:sldMk cId="3876657833" sldId="2504"/>
        </pc:sldMkLst>
        <pc:spChg chg="mod">
          <ac:chgData name="Owais Ahmed" userId="6abc7d4556b3b071" providerId="LiveId" clId="{37B963A1-BBDE-46C5-80F9-50AE1D86A8AA}" dt="2023-07-31T07:54:21.860" v="8" actId="20577"/>
          <ac:spMkLst>
            <pc:docMk/>
            <pc:sldMk cId="3876657833" sldId="2504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37B963A1-BBDE-46C5-80F9-50AE1D86A8AA}" dt="2023-07-31T10:37:44.414" v="1189" actId="20577"/>
        <pc:sldMkLst>
          <pc:docMk/>
          <pc:sldMk cId="3265271046" sldId="2505"/>
        </pc:sldMkLst>
        <pc:spChg chg="mod">
          <ac:chgData name="Owais Ahmed" userId="6abc7d4556b3b071" providerId="LiveId" clId="{37B963A1-BBDE-46C5-80F9-50AE1D86A8AA}" dt="2023-07-31T10:37:44.414" v="1189" actId="20577"/>
          <ac:spMkLst>
            <pc:docMk/>
            <pc:sldMk cId="3265271046" sldId="2505"/>
            <ac:spMk id="3" creationId="{4A1C0383-58FE-E486-295E-B33B8683B938}"/>
          </ac:spMkLst>
        </pc:spChg>
        <pc:spChg chg="mod">
          <ac:chgData name="Owais Ahmed" userId="6abc7d4556b3b071" providerId="LiveId" clId="{37B963A1-BBDE-46C5-80F9-50AE1D86A8AA}" dt="2023-07-31T09:22:53.971" v="972" actId="20577"/>
          <ac:spMkLst>
            <pc:docMk/>
            <pc:sldMk cId="3265271046" sldId="2505"/>
            <ac:spMk id="215" creationId="{00000000-0000-0000-0000-000000000000}"/>
          </ac:spMkLst>
        </pc:spChg>
      </pc:sldChg>
      <pc:sldChg chg="del">
        <pc:chgData name="Owais Ahmed" userId="6abc7d4556b3b071" providerId="LiveId" clId="{37B963A1-BBDE-46C5-80F9-50AE1D86A8AA}" dt="2023-07-31T09:21:45.459" v="783" actId="47"/>
        <pc:sldMkLst>
          <pc:docMk/>
          <pc:sldMk cId="1739639881" sldId="2506"/>
        </pc:sldMkLst>
      </pc:sldChg>
      <pc:sldChg chg="del">
        <pc:chgData name="Owais Ahmed" userId="6abc7d4556b3b071" providerId="LiveId" clId="{37B963A1-BBDE-46C5-80F9-50AE1D86A8AA}" dt="2023-07-31T10:38:06.068" v="1190" actId="47"/>
        <pc:sldMkLst>
          <pc:docMk/>
          <pc:sldMk cId="1552213775" sldId="2508"/>
        </pc:sldMkLst>
      </pc:sldChg>
      <pc:sldChg chg="del">
        <pc:chgData name="Owais Ahmed" userId="6abc7d4556b3b071" providerId="LiveId" clId="{37B963A1-BBDE-46C5-80F9-50AE1D86A8AA}" dt="2023-07-31T10:38:06.999" v="1191" actId="47"/>
        <pc:sldMkLst>
          <pc:docMk/>
          <pc:sldMk cId="3768378318" sldId="2509"/>
        </pc:sldMkLst>
      </pc:sldChg>
      <pc:sldChg chg="del">
        <pc:chgData name="Owais Ahmed" userId="6abc7d4556b3b071" providerId="LiveId" clId="{37B963A1-BBDE-46C5-80F9-50AE1D86A8AA}" dt="2023-07-31T10:38:11.466" v="1192" actId="47"/>
        <pc:sldMkLst>
          <pc:docMk/>
          <pc:sldMk cId="64818802" sldId="2511"/>
        </pc:sldMkLst>
      </pc:sldChg>
      <pc:sldChg chg="del">
        <pc:chgData name="Owais Ahmed" userId="6abc7d4556b3b071" providerId="LiveId" clId="{37B963A1-BBDE-46C5-80F9-50AE1D86A8AA}" dt="2023-07-31T10:38:12.003" v="1193" actId="47"/>
        <pc:sldMkLst>
          <pc:docMk/>
          <pc:sldMk cId="2129317129" sldId="2512"/>
        </pc:sldMkLst>
      </pc:sldChg>
      <pc:sldChg chg="del">
        <pc:chgData name="Owais Ahmed" userId="6abc7d4556b3b071" providerId="LiveId" clId="{37B963A1-BBDE-46C5-80F9-50AE1D86A8AA}" dt="2023-07-31T10:38:13.201" v="1194" actId="47"/>
        <pc:sldMkLst>
          <pc:docMk/>
          <pc:sldMk cId="2427359866" sldId="2513"/>
        </pc:sldMkLst>
      </pc:sldChg>
      <pc:sldChg chg="del">
        <pc:chgData name="Owais Ahmed" userId="6abc7d4556b3b071" providerId="LiveId" clId="{37B963A1-BBDE-46C5-80F9-50AE1D86A8AA}" dt="2023-07-31T10:38:13.688" v="1195" actId="47"/>
        <pc:sldMkLst>
          <pc:docMk/>
          <pc:sldMk cId="3068889018" sldId="2514"/>
        </pc:sldMkLst>
      </pc:sldChg>
      <pc:sldChg chg="del">
        <pc:chgData name="Owais Ahmed" userId="6abc7d4556b3b071" providerId="LiveId" clId="{37B963A1-BBDE-46C5-80F9-50AE1D86A8AA}" dt="2023-07-31T10:38:14.595" v="1196" actId="47"/>
        <pc:sldMkLst>
          <pc:docMk/>
          <pc:sldMk cId="1205181684" sldId="2515"/>
        </pc:sldMkLst>
      </pc:sldChg>
      <pc:sldChg chg="addSp delSp modSp add mod delAnim modAnim modNotesTx">
        <pc:chgData name="Owais Ahmed" userId="6abc7d4556b3b071" providerId="LiveId" clId="{37B963A1-BBDE-46C5-80F9-50AE1D86A8AA}" dt="2023-07-31T09:22:46.783" v="967" actId="403"/>
        <pc:sldMkLst>
          <pc:docMk/>
          <pc:sldMk cId="2990752692" sldId="2547"/>
        </pc:sldMkLst>
        <pc:spChg chg="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15" creationId="{DC6F760B-B39C-5030-E5E4-86E3BAA89B86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6" creationId="{4D64877C-85F6-9B39-1678-973D20FB416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7" creationId="{44C1438B-BC38-00D5-EEB2-1F3CC04A3BC5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8" creationId="{80ECA507-EC6B-37A3-DBE4-A82F10397D42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9" creationId="{209A12DE-3FC7-4C93-C10F-E3E7B487CB0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0" creationId="{E628DB0C-884C-523B-770A-FE29A86777A0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1" creationId="{984C53CB-E500-546B-DAE2-8AF058E1456A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2" creationId="{9BE88246-7287-BC44-53EF-4449075DC5BE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3" creationId="{FF497BF7-184D-AE69-79FD-2DE9102160C2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4" creationId="{F37097D9-0CF3-F099-EF6F-82A85882EA0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5" creationId="{7ACC3884-9A28-F258-79A5-B9997578653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6" creationId="{41974825-FD22-6AE1-DD38-EEB7C995FD2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7" creationId="{FF99B84C-AD39-025D-1AD7-398BA21321E2}"/>
          </ac:spMkLst>
        </pc:spChg>
        <pc:spChg chg="add mod">
          <ac:chgData name="Owais Ahmed" userId="6abc7d4556b3b071" providerId="LiveId" clId="{37B963A1-BBDE-46C5-80F9-50AE1D86A8AA}" dt="2023-07-31T09:09:14.811" v="334" actId="20577"/>
          <ac:spMkLst>
            <pc:docMk/>
            <pc:sldMk cId="2990752692" sldId="2547"/>
            <ac:spMk id="28" creationId="{3CF5A4AF-4C9B-6C47-774C-B86A9D88CB45}"/>
          </ac:spMkLst>
        </pc:spChg>
        <pc:spChg chg="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41" creationId="{65A13C73-0C8F-27B4-E786-64718770BEAE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2" creationId="{FAD223D6-B000-D11B-4311-9D22E58DD05B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3" creationId="{737E9D41-5F4D-5970-E45A-7E773F4A923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4" creationId="{816F4A88-298B-8E58-D5D2-A2A5E8D9946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5" creationId="{0EA41C65-4FF2-E3EF-7074-CED8002578F8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6" creationId="{3C04EA08-2F73-6132-D0D5-677D1950D5B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7" creationId="{BDA10306-57CB-4BA0-9EC3-A496E294E95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8" creationId="{C1100074-A548-2509-ED52-EB7C38593BC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9" creationId="{CAD70082-5D12-C389-1250-2B501F7083E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0" creationId="{0AE7C3E5-5A63-B98D-5393-99A5BD716A1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1" creationId="{BFDE44AD-225D-0228-1B4F-AD622A3F3D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2" creationId="{17B4C07E-F879-E532-325D-6FF08D8505F5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3" creationId="{DBACB512-33CF-F8B0-F274-8E68DEEA6F61}"/>
          </ac:spMkLst>
        </pc:spChg>
        <pc:spChg chg="add 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54" creationId="{99338666-DEB8-F6EC-51E5-745FCFA2E885}"/>
          </ac:spMkLst>
        </pc:spChg>
        <pc:spChg chg="add 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55" creationId="{30288481-E2CE-CAE2-718C-4835D8DD75DC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59" creationId="{AEBA77B2-6B0E-289B-7846-D44A6069D647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0" creationId="{EFC90799-BF57-EE8B-DF49-5414F3CF27C9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1" creationId="{88132603-AC6B-83B7-25E0-6DF149BFC222}"/>
          </ac:spMkLst>
        </pc:spChg>
        <pc:spChg chg="add del mod">
          <ac:chgData name="Owais Ahmed" userId="6abc7d4556b3b071" providerId="LiveId" clId="{37B963A1-BBDE-46C5-80F9-50AE1D86A8AA}" dt="2023-07-31T09:12:52.925" v="650" actId="478"/>
          <ac:spMkLst>
            <pc:docMk/>
            <pc:sldMk cId="2990752692" sldId="2547"/>
            <ac:spMk id="62" creationId="{160F6A0F-14C0-D289-3FA8-8B642113998A}"/>
          </ac:spMkLst>
        </pc:spChg>
        <pc:spChg chg="add mod">
          <ac:chgData name="Owais Ahmed" userId="6abc7d4556b3b071" providerId="LiveId" clId="{37B963A1-BBDE-46C5-80F9-50AE1D86A8AA}" dt="2023-07-31T09:11:03.076" v="428"/>
          <ac:spMkLst>
            <pc:docMk/>
            <pc:sldMk cId="2990752692" sldId="2547"/>
            <ac:spMk id="63" creationId="{17FDEC2C-8828-23D7-6FE5-B3BA1A6B574A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4" creationId="{054B95CB-9A51-3048-2AAA-192413CAEA37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5" creationId="{AFE9CA9E-E9CD-B864-B428-15F9F133750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6" creationId="{51288A97-1F21-E43E-415E-B6D252BC28B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7" creationId="{7498511B-4AAA-3BA2-C7F2-62B8E45AE402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8" creationId="{237D90D8-4CC0-D47B-4942-0F53F202BA1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9" creationId="{4016E780-3ABC-EE2C-C6F6-D87FB4ECC018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0" creationId="{15E31881-E118-5136-F65C-C5B20360AB1F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1" creationId="{5FDBC11E-AE4C-3A31-FE83-8475CA853C44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2" creationId="{DB2AC896-002B-3199-5EF5-7B030B2C49D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3" creationId="{56A86C1C-8240-E041-F883-9D23A4696CB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4" creationId="{4E3590E7-5AFF-1105-07E2-B3D2C3CDFDC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5" creationId="{8E1A532B-218C-2D90-CA75-17A455384A69}"/>
          </ac:spMkLst>
        </pc:spChg>
        <pc:spChg chg="add del mod">
          <ac:chgData name="Owais Ahmed" userId="6abc7d4556b3b071" providerId="LiveId" clId="{37B963A1-BBDE-46C5-80F9-50AE1D86A8AA}" dt="2023-07-31T09:14:18.628" v="661"/>
          <ac:spMkLst>
            <pc:docMk/>
            <pc:sldMk cId="2990752692" sldId="2547"/>
            <ac:spMk id="86" creationId="{524622F4-397C-F654-14E9-70C0987CC37C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8" creationId="{41A8297C-ABA5-9274-136D-4E111480AD79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9" creationId="{9584D462-E423-388D-2266-47477C49C31C}"/>
          </ac:spMkLst>
        </pc:spChg>
        <pc:spChg chg="del mod">
          <ac:chgData name="Owais Ahmed" userId="6abc7d4556b3b071" providerId="LiveId" clId="{37B963A1-BBDE-46C5-80F9-50AE1D86A8AA}" dt="2023-07-31T09:15:11.007" v="723" actId="478"/>
          <ac:spMkLst>
            <pc:docMk/>
            <pc:sldMk cId="2990752692" sldId="2547"/>
            <ac:spMk id="100" creationId="{79F34ECD-37F8-E73F-69C3-A735E6B1FA95}"/>
          </ac:spMkLst>
        </pc:spChg>
        <pc:spChg chg="del mod">
          <ac:chgData name="Owais Ahmed" userId="6abc7d4556b3b071" providerId="LiveId" clId="{37B963A1-BBDE-46C5-80F9-50AE1D86A8AA}" dt="2023-07-31T09:15:13.387" v="724" actId="478"/>
          <ac:spMkLst>
            <pc:docMk/>
            <pc:sldMk cId="2990752692" sldId="2547"/>
            <ac:spMk id="101" creationId="{51A59373-AAE3-3C8A-1697-4A1D330D896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2" creationId="{0BCCD3B4-01D0-57D5-D52B-40832A8C868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3" creationId="{C6C495E4-99CE-CB65-1420-9DB3F247FA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4" creationId="{E11B8839-4A1F-FB0D-AA32-3C5372CE22A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5" creationId="{64083CC9-ED12-5FC8-A52B-538E0A11B19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6" creationId="{D75BF01A-643E-8360-A035-6FA5364E869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7" creationId="{1C2C9ECC-518F-6D02-D63E-8AB8D76A5873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8" creationId="{9F7DFCFF-A102-C552-2CF8-FE071673ABA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9" creationId="{26FD8ED5-0C54-2EFE-D452-97FE056785F4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110" creationId="{994AD577-6239-2F68-872C-AA6C8C208077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08" creationId="{A8900986-A791-5508-527D-C578EE5A78C8}"/>
          </ac:spMkLst>
        </pc:spChg>
        <pc:spChg chg="mod">
          <ac:chgData name="Owais Ahmed" userId="6abc7d4556b3b071" providerId="LiveId" clId="{37B963A1-BBDE-46C5-80F9-50AE1D86A8AA}" dt="2023-07-31T09:07:57.614" v="302" actId="20577"/>
          <ac:spMkLst>
            <pc:docMk/>
            <pc:sldMk cId="2990752692" sldId="2547"/>
            <ac:spMk id="209" creationId="{AAA43F44-647B-CB8D-BCAC-E299685A40F4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1" creationId="{52539592-0EE2-2D23-2ABA-F7517973BB8B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2" creationId="{DD1F2B0A-F119-5E75-2FFB-9356CD556EC2}"/>
          </ac:spMkLst>
        </pc:spChg>
        <pc:spChg chg="mod">
          <ac:chgData name="Owais Ahmed" userId="6abc7d4556b3b071" providerId="LiveId" clId="{37B963A1-BBDE-46C5-80F9-50AE1D86A8AA}" dt="2023-07-31T09:21:51.886" v="801" actId="20577"/>
          <ac:spMkLst>
            <pc:docMk/>
            <pc:sldMk cId="2990752692" sldId="2547"/>
            <ac:spMk id="215" creationId="{00000000-0000-0000-0000-000000000000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8" creationId="{BBD9C430-4629-F148-2C37-17C2EDE09C33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9" creationId="{53460AF4-0032-6555-57DC-BA2EEEAA131D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2" creationId="{48C0295F-C14C-A447-3B45-BF5524FF2B06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3" creationId="{22BB3F06-A225-A578-EDD8-E0F56E540DC4}"/>
          </ac:spMkLst>
        </pc:spChg>
        <pc:spChg chg="del">
          <ac:chgData name="Owais Ahmed" userId="6abc7d4556b3b071" providerId="LiveId" clId="{37B963A1-BBDE-46C5-80F9-50AE1D86A8AA}" dt="2023-07-31T08:52:59.720" v="47" actId="478"/>
          <ac:spMkLst>
            <pc:docMk/>
            <pc:sldMk cId="2990752692" sldId="2547"/>
            <ac:spMk id="226" creationId="{B8468FD2-3C33-1896-5CFD-8300B56B7B2C}"/>
          </ac:spMkLst>
        </pc:spChg>
        <pc:spChg chg="del">
          <ac:chgData name="Owais Ahmed" userId="6abc7d4556b3b071" providerId="LiveId" clId="{37B963A1-BBDE-46C5-80F9-50AE1D86A8AA}" dt="2023-07-31T08:53:01.734" v="48" actId="478"/>
          <ac:spMkLst>
            <pc:docMk/>
            <pc:sldMk cId="2990752692" sldId="2547"/>
            <ac:spMk id="227" creationId="{46DB5FFD-5E7C-35A5-6E4A-0E828F199716}"/>
          </ac:spMkLst>
        </pc:spChg>
        <pc:spChg chg="del">
          <ac:chgData name="Owais Ahmed" userId="6abc7d4556b3b071" providerId="LiveId" clId="{37B963A1-BBDE-46C5-80F9-50AE1D86A8AA}" dt="2023-07-31T08:52:58.331" v="46" actId="478"/>
          <ac:spMkLst>
            <pc:docMk/>
            <pc:sldMk cId="2990752692" sldId="2547"/>
            <ac:spMk id="230" creationId="{C8C215B8-9C7C-9FC3-9055-9E8E1FA346BD}"/>
          </ac:spMkLst>
        </pc:spChg>
        <pc:spChg chg="del">
          <ac:chgData name="Owais Ahmed" userId="6abc7d4556b3b071" providerId="LiveId" clId="{37B963A1-BBDE-46C5-80F9-50AE1D86A8AA}" dt="2023-07-31T08:52:56.848" v="45" actId="478"/>
          <ac:spMkLst>
            <pc:docMk/>
            <pc:sldMk cId="2990752692" sldId="2547"/>
            <ac:spMk id="231" creationId="{8F173504-B851-0ABC-91A8-3CE2CF41B0FB}"/>
          </ac:spMkLst>
        </pc:spChg>
        <pc:spChg chg="mod topLvl">
          <ac:chgData name="Owais Ahmed" userId="6abc7d4556b3b071" providerId="LiveId" clId="{37B963A1-BBDE-46C5-80F9-50AE1D86A8AA}" dt="2023-07-31T09:09:16.961" v="335" actId="20577"/>
          <ac:spMkLst>
            <pc:docMk/>
            <pc:sldMk cId="2990752692" sldId="2547"/>
            <ac:spMk id="233" creationId="{238000E0-F9ED-18FE-FC50-1877EC95625B}"/>
          </ac:spMkLst>
        </pc:spChg>
        <pc:spChg chg="del">
          <ac:chgData name="Owais Ahmed" userId="6abc7d4556b3b071" providerId="LiveId" clId="{37B963A1-BBDE-46C5-80F9-50AE1D86A8AA}" dt="2023-07-31T07:55:32.504" v="38" actId="478"/>
          <ac:spMkLst>
            <pc:docMk/>
            <pc:sldMk cId="2990752692" sldId="2547"/>
            <ac:spMk id="314" creationId="{9BB302EC-15E9-A29A-0919-1062103F1032}"/>
          </ac:spMkLst>
        </pc:spChg>
        <pc:grpChg chg="add del mod">
          <ac:chgData name="Owais Ahmed" userId="6abc7d4556b3b071" providerId="LiveId" clId="{37B963A1-BBDE-46C5-80F9-50AE1D86A8AA}" dt="2023-07-31T08:55:07.954" v="87" actId="165"/>
          <ac:grpSpMkLst>
            <pc:docMk/>
            <pc:sldMk cId="2990752692" sldId="2547"/>
            <ac:grpSpMk id="3" creationId="{7B2A10F0-8013-1FA7-5EC5-6D21EAB73F33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4" creationId="{E81A933C-98F7-2A42-C896-F07B92C7F05C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5" creationId="{3D923357-38A9-ECD1-2C03-EF2C54EF7CF6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7" creationId="{BD9B4F33-48C8-2F48-4A5A-81E40EEE4F40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9" creationId="{2303C201-652E-D5F7-79E3-C352D4056B3F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1" creationId="{44AB4ABF-D347-0C21-5F3F-E2038D6AD90B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3" creationId="{CDC90592-69D5-6B24-8E90-DF3117DF3743}"/>
          </ac:grpSpMkLst>
        </pc:grpChg>
        <pc:grpChg chg="add del mod">
          <ac:chgData name="Owais Ahmed" userId="6abc7d4556b3b071" providerId="LiveId" clId="{37B963A1-BBDE-46C5-80F9-50AE1D86A8AA}" dt="2023-07-31T08:57:10.217" v="124" actId="165"/>
          <ac:grpSpMkLst>
            <pc:docMk/>
            <pc:sldMk cId="2990752692" sldId="2547"/>
            <ac:grpSpMk id="29" creationId="{E687D9E2-5EB0-2E3F-311A-F7A39D039B9F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0" creationId="{1D1F280D-4E06-5BE3-C9D1-D42E8F14FEB0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1" creationId="{0233585E-248E-BAC7-5D76-4B87DEE9DA98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3" creationId="{9702CA21-43CF-1017-90F3-A36C21792BA9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5" creationId="{C9B4A097-0158-D77D-0DDE-C2F613EF2D1E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7" creationId="{239BCE71-8669-F2F3-D266-D06E27C0DB39}"/>
          </ac:grpSpMkLst>
        </pc:grpChg>
        <pc:grpChg chg="del mod topLvl">
          <ac:chgData name="Owais Ahmed" userId="6abc7d4556b3b071" providerId="LiveId" clId="{37B963A1-BBDE-46C5-80F9-50AE1D86A8AA}" dt="2023-07-31T08:57:31.506" v="126" actId="478"/>
          <ac:grpSpMkLst>
            <pc:docMk/>
            <pc:sldMk cId="2990752692" sldId="2547"/>
            <ac:grpSpMk id="39" creationId="{9A416855-C33C-B3AA-4742-F4742B90FBEB}"/>
          </ac:grpSpMkLst>
        </pc:grpChg>
        <pc:grpChg chg="add mod">
          <ac:chgData name="Owais Ahmed" userId="6abc7d4556b3b071" providerId="LiveId" clId="{37B963A1-BBDE-46C5-80F9-50AE1D86A8AA}" dt="2023-07-31T09:15:31.968" v="729" actId="1035"/>
          <ac:grpSpMkLst>
            <pc:docMk/>
            <pc:sldMk cId="2990752692" sldId="2547"/>
            <ac:grpSpMk id="56" creationId="{F0203D04-1462-550A-C604-80EB19F7561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7" creationId="{E161C98F-0F3A-F658-890D-36F7602741E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8" creationId="{66600042-499A-3156-095D-6E3612ED8532}"/>
          </ac:grpSpMkLst>
        </pc:grpChg>
        <pc:grpChg chg="add del mod">
          <ac:chgData name="Owais Ahmed" userId="6abc7d4556b3b071" providerId="LiveId" clId="{37B963A1-BBDE-46C5-80F9-50AE1D86A8AA}" dt="2023-07-31T09:14:18.628" v="661"/>
          <ac:grpSpMkLst>
            <pc:docMk/>
            <pc:sldMk cId="2990752692" sldId="2547"/>
            <ac:grpSpMk id="64" creationId="{69EE64DF-AFD7-4E95-CCC5-DAA3494E77A9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5" creationId="{439C76F0-44DD-2226-495F-AFB5F6DAAFB4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6" creationId="{2A9398AE-4FA7-EB88-0852-CBB19D6252A7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8" creationId="{494BFB47-F586-DC26-85FA-17FCDEDA3598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0" creationId="{2BB74D27-4A19-0DE7-6F0D-B17A737F65B6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2" creationId="{EB9DA357-E0A1-484E-7B15-150AA36EFA3C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87" creationId="{D557FDCA-E63D-23AF-5847-10AFCEFA140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88" creationId="{F8D6FFE5-C5C3-1988-B75C-506B64E10FD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0" creationId="{3CA238CB-86B5-3A15-14A5-AE5579A24DDF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2" creationId="{6572C053-9668-1A92-2938-C3A7DAD851D3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4" creationId="{622BCBB7-F767-DD0C-E6DA-8E1101ACC27B}"/>
          </ac:grpSpMkLst>
        </pc:grpChg>
        <pc:grpChg chg="del mod">
          <ac:chgData name="Owais Ahmed" userId="6abc7d4556b3b071" providerId="LiveId" clId="{37B963A1-BBDE-46C5-80F9-50AE1D86A8AA}" dt="2023-07-31T09:15:11.007" v="723" actId="478"/>
          <ac:grpSpMkLst>
            <pc:docMk/>
            <pc:sldMk cId="2990752692" sldId="2547"/>
            <ac:grpSpMk id="96" creationId="{647BF5A4-D7A8-C47F-66DC-7FFBC6B607BE}"/>
          </ac:grpSpMkLst>
        </pc:grpChg>
        <pc:grpChg chg="mod topLvl">
          <ac:chgData name="Owais Ahmed" userId="6abc7d4556b3b071" providerId="LiveId" clId="{37B963A1-BBDE-46C5-80F9-50AE1D86A8AA}" dt="2023-07-31T09:00:49.777" v="187" actId="164"/>
          <ac:grpSpMkLst>
            <pc:docMk/>
            <pc:sldMk cId="2990752692" sldId="2547"/>
            <ac:grpSpMk id="207" creationId="{C0B042EC-7478-2A14-BCB2-0494F9D92BB2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0" creationId="{2AF9402C-3845-9A8A-08E4-70C036A829E9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7" creationId="{A475E6F9-CC33-4780-D862-A00EC1943F55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21" creationId="{4AFD0DB0-9313-65B2-322F-8AE0874C9735}"/>
          </ac:grpSpMkLst>
        </pc:grpChg>
        <pc:grpChg chg="del">
          <ac:chgData name="Owais Ahmed" userId="6abc7d4556b3b071" providerId="LiveId" clId="{37B963A1-BBDE-46C5-80F9-50AE1D86A8AA}" dt="2023-07-31T08:52:59.720" v="47" actId="478"/>
          <ac:grpSpMkLst>
            <pc:docMk/>
            <pc:sldMk cId="2990752692" sldId="2547"/>
            <ac:grpSpMk id="225" creationId="{5048507D-83AB-39B2-C47B-7E684012F553}"/>
          </ac:grpSpMkLst>
        </pc:grpChg>
        <pc:grpChg chg="del">
          <ac:chgData name="Owais Ahmed" userId="6abc7d4556b3b071" providerId="LiveId" clId="{37B963A1-BBDE-46C5-80F9-50AE1D86A8AA}" dt="2023-07-31T08:52:56.848" v="45" actId="478"/>
          <ac:grpSpMkLst>
            <pc:docMk/>
            <pc:sldMk cId="2990752692" sldId="2547"/>
            <ac:grpSpMk id="229" creationId="{C8C75C70-766E-FBB9-4F22-B03E115A61EB}"/>
          </ac:grpSpMkLst>
        </pc:grpChg>
        <pc:grpChg chg="del mod">
          <ac:chgData name="Owais Ahmed" userId="6abc7d4556b3b071" providerId="LiveId" clId="{37B963A1-BBDE-46C5-80F9-50AE1D86A8AA}" dt="2023-07-31T08:53:08.545" v="50" actId="165"/>
          <ac:grpSpMkLst>
            <pc:docMk/>
            <pc:sldMk cId="2990752692" sldId="2547"/>
            <ac:grpSpMk id="319" creationId="{67144A40-1597-F420-76A1-2F7010E10A74}"/>
          </ac:grpSpMkLst>
        </pc:grpChg>
        <pc:grpChg chg="del">
          <ac:chgData name="Owais Ahmed" userId="6abc7d4556b3b071" providerId="LiveId" clId="{37B963A1-BBDE-46C5-80F9-50AE1D86A8AA}" dt="2023-07-31T07:55:25.191" v="35" actId="478"/>
          <ac:grpSpMkLst>
            <pc:docMk/>
            <pc:sldMk cId="2990752692" sldId="2547"/>
            <ac:grpSpMk id="1024" creationId="{70252386-2C39-B244-D784-76582291C3AB}"/>
          </ac:grpSpMkLst>
        </pc:grpChg>
        <pc:grpChg chg="del">
          <ac:chgData name="Owais Ahmed" userId="6abc7d4556b3b071" providerId="LiveId" clId="{37B963A1-BBDE-46C5-80F9-50AE1D86A8AA}" dt="2023-07-31T07:55:28.815" v="36" actId="478"/>
          <ac:grpSpMkLst>
            <pc:docMk/>
            <pc:sldMk cId="2990752692" sldId="2547"/>
            <ac:grpSpMk id="1027" creationId="{352CBB22-3FE7-2C43-D131-BD504C128AF8}"/>
          </ac:grpSpMkLst>
        </pc:grpChg>
        <pc:grpChg chg="del">
          <ac:chgData name="Owais Ahmed" userId="6abc7d4556b3b071" providerId="LiveId" clId="{37B963A1-BBDE-46C5-80F9-50AE1D86A8AA}" dt="2023-07-31T07:55:29.545" v="37" actId="478"/>
          <ac:grpSpMkLst>
            <pc:docMk/>
            <pc:sldMk cId="2990752692" sldId="2547"/>
            <ac:grpSpMk id="1028" creationId="{477BDD31-A06A-7586-5D52-AE394391CF98}"/>
          </ac:grpSpMkLst>
        </pc:grpChg>
        <pc:grpChg chg="add mod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1030" creationId="{7F6AC300-8B21-F6BC-872C-CE2FAB97D072}"/>
          </ac:grpSpMkLst>
        </pc:grpChg>
        <pc:grpChg chg="add mod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1031" creationId="{A657890D-3A39-789E-CA49-4B807C5A96E3}"/>
          </ac:grpSpMkLst>
        </pc:grpChg>
        <pc:grpChg chg="add mod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1032" creationId="{DE109485-B462-A804-D635-0468C685F9A6}"/>
          </ac:grpSpMkLst>
        </pc:grpChg>
        <pc:cxnChg chg="del mod topLvl">
          <ac:chgData name="Owais Ahmed" userId="6abc7d4556b3b071" providerId="LiveId" clId="{37B963A1-BBDE-46C5-80F9-50AE1D86A8AA}" dt="2023-07-31T09:18:08.681" v="752" actId="478"/>
          <ac:cxnSpMkLst>
            <pc:docMk/>
            <pc:sldMk cId="2990752692" sldId="2547"/>
            <ac:cxnSpMk id="6" creationId="{F5BE4AA2-3B87-6746-4854-9C02D88B2A88}"/>
          </ac:cxnSpMkLst>
        </pc:cxnChg>
        <pc:cxnChg chg="del mod topLvl">
          <ac:chgData name="Owais Ahmed" userId="6abc7d4556b3b071" providerId="LiveId" clId="{37B963A1-BBDE-46C5-80F9-50AE1D86A8AA}" dt="2023-07-31T09:18:09.613" v="753" actId="478"/>
          <ac:cxnSpMkLst>
            <pc:docMk/>
            <pc:sldMk cId="2990752692" sldId="2547"/>
            <ac:cxnSpMk id="8" creationId="{FD1F7B2C-654C-69F3-9A64-12FD5F538EA6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0" creationId="{7B6ED8F4-51FE-CD18-AD1A-883DDCF3262A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2" creationId="{01DB1ED1-BCD3-F3D1-EC73-46CF6C6F9D52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4" creationId="{ECEA1649-DC11-4FCF-725A-2CD4DC62C23B}"/>
          </ac:cxnSpMkLst>
        </pc:cxnChg>
        <pc:cxnChg chg="del mod topLvl">
          <ac:chgData name="Owais Ahmed" userId="6abc7d4556b3b071" providerId="LiveId" clId="{37B963A1-BBDE-46C5-80F9-50AE1D86A8AA}" dt="2023-07-31T09:18:08.028" v="751" actId="478"/>
          <ac:cxnSpMkLst>
            <pc:docMk/>
            <pc:sldMk cId="2990752692" sldId="2547"/>
            <ac:cxnSpMk id="32" creationId="{975FF23F-69FF-9A2C-3D0A-8D9B9B79E92B}"/>
          </ac:cxnSpMkLst>
        </pc:cxnChg>
        <pc:cxnChg chg="del mod topLvl">
          <ac:chgData name="Owais Ahmed" userId="6abc7d4556b3b071" providerId="LiveId" clId="{37B963A1-BBDE-46C5-80F9-50AE1D86A8AA}" dt="2023-07-31T09:18:10.375" v="754" actId="478"/>
          <ac:cxnSpMkLst>
            <pc:docMk/>
            <pc:sldMk cId="2990752692" sldId="2547"/>
            <ac:cxnSpMk id="34" creationId="{1FF619DC-5DEB-17C2-F6AB-F5E47A2D03A8}"/>
          </ac:cxnSpMkLst>
        </pc:cxnChg>
        <pc:cxnChg chg="del mod topLvl">
          <ac:chgData name="Owais Ahmed" userId="6abc7d4556b3b071" providerId="LiveId" clId="{37B963A1-BBDE-46C5-80F9-50AE1D86A8AA}" dt="2023-07-31T09:18:11.075" v="755" actId="478"/>
          <ac:cxnSpMkLst>
            <pc:docMk/>
            <pc:sldMk cId="2990752692" sldId="2547"/>
            <ac:cxnSpMk id="36" creationId="{A0886EEC-0F49-627C-404C-1F65651C3759}"/>
          </ac:cxnSpMkLst>
        </pc:cxnChg>
        <pc:cxnChg chg="del mod topLvl">
          <ac:chgData name="Owais Ahmed" userId="6abc7d4556b3b071" providerId="LiveId" clId="{37B963A1-BBDE-46C5-80F9-50AE1D86A8AA}" dt="2023-07-31T09:18:11.888" v="756" actId="478"/>
          <ac:cxnSpMkLst>
            <pc:docMk/>
            <pc:sldMk cId="2990752692" sldId="2547"/>
            <ac:cxnSpMk id="38" creationId="{3C0DE5EB-5BCB-91CB-27D3-A97D8D9E2003}"/>
          </ac:cxnSpMkLst>
        </pc:cxnChg>
        <pc:cxnChg chg="del mod topLvl">
          <ac:chgData name="Owais Ahmed" userId="6abc7d4556b3b071" providerId="LiveId" clId="{37B963A1-BBDE-46C5-80F9-50AE1D86A8AA}" dt="2023-07-31T08:57:31.506" v="126" actId="478"/>
          <ac:cxnSpMkLst>
            <pc:docMk/>
            <pc:sldMk cId="2990752692" sldId="2547"/>
            <ac:cxnSpMk id="40" creationId="{68D93A2C-013F-59C4-2F7D-E302670FD9E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7" creationId="{EE4DEF9E-97FB-0AE3-8870-CBDA22FA38B2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9" creationId="{DA1A13DB-12BC-8167-C5F3-7A43CCA521C3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1" creationId="{01A6A5A2-6B00-68BC-9A90-0F680F5268C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3" creationId="{430219A4-8AC9-CA8E-DA84-A7121E578DEC}"/>
          </ac:cxnSpMkLst>
        </pc:cxnChg>
        <pc:cxnChg chg="add del mod topLvl">
          <ac:chgData name="Owais Ahmed" userId="6abc7d4556b3b071" providerId="LiveId" clId="{37B963A1-BBDE-46C5-80F9-50AE1D86A8AA}" dt="2023-07-31T09:19:02.016" v="771" actId="478"/>
          <ac:cxnSpMkLst>
            <pc:docMk/>
            <pc:sldMk cId="2990752692" sldId="2547"/>
            <ac:cxnSpMk id="91" creationId="{CC9D26DB-184B-946C-59FA-CD1CC56D8D2B}"/>
          </ac:cxnSpMkLst>
        </pc:cxnChg>
        <pc:cxnChg chg="del mod topLvl">
          <ac:chgData name="Owais Ahmed" userId="6abc7d4556b3b071" providerId="LiveId" clId="{37B963A1-BBDE-46C5-80F9-50AE1D86A8AA}" dt="2023-07-31T09:18:13.798" v="758" actId="478"/>
          <ac:cxnSpMkLst>
            <pc:docMk/>
            <pc:sldMk cId="2990752692" sldId="2547"/>
            <ac:cxnSpMk id="93" creationId="{5E937128-413A-5EAB-0C40-6758539C45A2}"/>
          </ac:cxnSpMkLst>
        </pc:cxnChg>
        <pc:cxnChg chg="del mod topLvl">
          <ac:chgData name="Owais Ahmed" userId="6abc7d4556b3b071" providerId="LiveId" clId="{37B963A1-BBDE-46C5-80F9-50AE1D86A8AA}" dt="2023-07-31T09:18:12.634" v="757" actId="478"/>
          <ac:cxnSpMkLst>
            <pc:docMk/>
            <pc:sldMk cId="2990752692" sldId="2547"/>
            <ac:cxnSpMk id="95" creationId="{DC53BF8B-D6B8-D42C-BCF8-FAE02D2211AF}"/>
          </ac:cxnSpMkLst>
        </pc:cxnChg>
        <pc:cxnChg chg="del mod">
          <ac:chgData name="Owais Ahmed" userId="6abc7d4556b3b071" providerId="LiveId" clId="{37B963A1-BBDE-46C5-80F9-50AE1D86A8AA}" dt="2023-07-31T09:15:15.851" v="725" actId="478"/>
          <ac:cxnSpMkLst>
            <pc:docMk/>
            <pc:sldMk cId="2990752692" sldId="2547"/>
            <ac:cxnSpMk id="97" creationId="{08429E82-AF16-E636-859E-002B35691C73}"/>
          </ac:cxnSpMkLst>
        </pc:cxnChg>
        <pc:cxnChg chg="add del mod">
          <ac:chgData name="Owais Ahmed" userId="6abc7d4556b3b071" providerId="LiveId" clId="{37B963A1-BBDE-46C5-80F9-50AE1D86A8AA}" dt="2023-07-31T09:18:22.926" v="762" actId="11529"/>
          <ac:cxnSpMkLst>
            <pc:docMk/>
            <pc:sldMk cId="2990752692" sldId="2547"/>
            <ac:cxnSpMk id="112" creationId="{2F11B00F-D0CE-CEC1-F2D3-518F4A1C0C86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4" creationId="{EAB36859-E5BD-DACB-F008-D53C1FB52938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6" creationId="{D77FC880-6C95-361E-00A0-59E24EBDA4E4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18" creationId="{B16C2EF2-AE8D-275C-5323-4D2014DE077E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0" creationId="{4A79240C-A032-EB17-41E0-52386AB60888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2" creationId="{4AFB9E76-0EA7-153B-7E1E-05A0E4C97456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4" creationId="{4CC2FB86-E07E-4B09-2A94-5C61DF69A735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26" creationId="{8363E0F2-10CE-03C0-6C14-BE8802F9921A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13" creationId="{20DC458F-65D1-43A6-AD4D-D629C78B59E7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0" creationId="{28F6F686-00F5-6015-997C-1C4CF1E4068B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4" creationId="{4012E97B-BC47-B062-6D50-EAE8D79C698D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8" creationId="{69E4D838-7DB3-6200-DAB9-4580B505DEEA}"/>
          </ac:cxnSpMkLst>
        </pc:cxnChg>
        <pc:cxnChg chg="del mod">
          <ac:chgData name="Owais Ahmed" userId="6abc7d4556b3b071" providerId="LiveId" clId="{37B963A1-BBDE-46C5-80F9-50AE1D86A8AA}" dt="2023-07-31T08:53:03.880" v="49" actId="478"/>
          <ac:cxnSpMkLst>
            <pc:docMk/>
            <pc:sldMk cId="2990752692" sldId="2547"/>
            <ac:cxnSpMk id="232" creationId="{F3EE973A-C53F-79CD-35AE-8E27B1A37F1D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0" creationId="{B7098FFA-5991-5B86-5313-DBB8E6ACD2D1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4" creationId="{26C9C688-E9A1-AD73-B7ED-FA900183865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8" creationId="{322F526B-D2BC-E613-65D0-FE89D4620B7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2" creationId="{4F1485D7-04A2-E361-5995-72B9663EF71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6" creationId="{8D34D431-6C53-42A2-C0D9-E20C69418F2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61" creationId="{DC6C7DE2-69DF-BFDD-C2EF-8B3E01A3CCEB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68" creationId="{E7F052F5-7CBD-2F05-E655-773FA145624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0" creationId="{D6B5FB28-E472-E3AC-6D4F-7D7D5F91167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4" creationId="{233DEFD1-9501-6CAE-9C63-3AE11A33EC76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8" creationId="{F11FB287-BC39-190A-43B9-A5B34B82B977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5" creationId="{33E52E20-8B3F-3C42-7176-F4BE107E4E5C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9" creationId="{F17F1DB9-9026-97D8-7854-3DD4E9D477CF}"/>
          </ac:cxnSpMkLst>
        </pc:cxnChg>
      </pc:sldChg>
      <pc:sldChg chg="add del">
        <pc:chgData name="Owais Ahmed" userId="6abc7d4556b3b071" providerId="LiveId" clId="{37B963A1-BBDE-46C5-80F9-50AE1D86A8AA}" dt="2023-07-31T09:17:48.628" v="749" actId="47"/>
        <pc:sldMkLst>
          <pc:docMk/>
          <pc:sldMk cId="1225631326" sldId="254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642B59-8DCB-46F8-B865-31A882D8444C}" type="doc">
      <dgm:prSet loTypeId="urn:microsoft.com/office/officeart/2005/8/layout/cycle3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PK"/>
        </a:p>
      </dgm:t>
    </dgm:pt>
    <dgm:pt modelId="{3E0C34F0-15AB-4132-ACD2-FF2E0BA45EEE}">
      <dgm:prSet phldrT="[Text]"/>
      <dgm:spPr/>
      <dgm:t>
        <a:bodyPr/>
        <a:lstStyle/>
        <a:p>
          <a:r>
            <a:rPr lang="en-US" dirty="0" err="1"/>
            <a:t>Hafs</a:t>
          </a:r>
          <a:endParaRPr lang="en-US" dirty="0"/>
        </a:p>
        <a:p>
          <a:r>
            <a:rPr lang="en-US" dirty="0"/>
            <a:t>0</a:t>
          </a:r>
          <a:endParaRPr lang="en-PK" dirty="0"/>
        </a:p>
      </dgm:t>
    </dgm:pt>
    <dgm:pt modelId="{BCBD6484-A44F-4C9E-A122-358917274CAF}" type="parTrans" cxnId="{EA86DB7F-13F5-4F57-825E-DBA5BCC5E839}">
      <dgm:prSet/>
      <dgm:spPr/>
      <dgm:t>
        <a:bodyPr/>
        <a:lstStyle/>
        <a:p>
          <a:endParaRPr lang="en-PK"/>
        </a:p>
      </dgm:t>
    </dgm:pt>
    <dgm:pt modelId="{C8BD696C-197D-4167-8315-C126DA48F186}" type="sibTrans" cxnId="{EA86DB7F-13F5-4F57-825E-DBA5BCC5E839}">
      <dgm:prSet/>
      <dgm:spPr/>
      <dgm:t>
        <a:bodyPr/>
        <a:lstStyle/>
        <a:p>
          <a:endParaRPr lang="en-PK"/>
        </a:p>
      </dgm:t>
    </dgm:pt>
    <dgm:pt modelId="{CF38612F-BECA-41A1-AB1B-8612116B137E}">
      <dgm:prSet phldrT="[Text]"/>
      <dgm:spPr/>
      <dgm:t>
        <a:bodyPr/>
        <a:lstStyle/>
        <a:p>
          <a:r>
            <a:rPr lang="en-US" dirty="0"/>
            <a:t>Asra</a:t>
          </a:r>
        </a:p>
        <a:p>
          <a:r>
            <a:rPr lang="en-US" dirty="0"/>
            <a:t>1</a:t>
          </a:r>
          <a:endParaRPr lang="en-PK" dirty="0"/>
        </a:p>
      </dgm:t>
    </dgm:pt>
    <dgm:pt modelId="{08936071-C304-4F69-9575-1EBB9578A2BD}" type="parTrans" cxnId="{EE27BFBB-A221-4038-8CF9-76D15B5608C9}">
      <dgm:prSet/>
      <dgm:spPr/>
      <dgm:t>
        <a:bodyPr/>
        <a:lstStyle/>
        <a:p>
          <a:endParaRPr lang="en-PK"/>
        </a:p>
      </dgm:t>
    </dgm:pt>
    <dgm:pt modelId="{6C0621FE-31F5-46A3-BB1B-1E1511545C27}" type="sibTrans" cxnId="{EE27BFBB-A221-4038-8CF9-76D15B5608C9}">
      <dgm:prSet/>
      <dgm:spPr/>
      <dgm:t>
        <a:bodyPr/>
        <a:lstStyle/>
        <a:p>
          <a:endParaRPr lang="en-PK"/>
        </a:p>
      </dgm:t>
    </dgm:pt>
    <dgm:pt modelId="{6A010E1B-13B6-4C07-AC37-617997334C33}">
      <dgm:prSet phldrT="[Text]"/>
      <dgm:spPr/>
      <dgm:t>
        <a:bodyPr/>
        <a:lstStyle/>
        <a:p>
          <a:r>
            <a:rPr lang="en-US" dirty="0" err="1"/>
            <a:t>Mohimin</a:t>
          </a:r>
          <a:endParaRPr lang="en-US" dirty="0"/>
        </a:p>
        <a:p>
          <a:r>
            <a:rPr lang="en-US" dirty="0"/>
            <a:t>2</a:t>
          </a:r>
          <a:endParaRPr lang="en-PK" dirty="0"/>
        </a:p>
      </dgm:t>
    </dgm:pt>
    <dgm:pt modelId="{C774EBED-6D30-4DBD-A8E1-9FCEA9D1E265}" type="parTrans" cxnId="{2FDF3CE3-FBEC-4D35-82A4-72743DF71039}">
      <dgm:prSet/>
      <dgm:spPr/>
      <dgm:t>
        <a:bodyPr/>
        <a:lstStyle/>
        <a:p>
          <a:endParaRPr lang="en-PK"/>
        </a:p>
      </dgm:t>
    </dgm:pt>
    <dgm:pt modelId="{DF70C990-A48C-43F2-97C8-E703E12C70DA}" type="sibTrans" cxnId="{2FDF3CE3-FBEC-4D35-82A4-72743DF71039}">
      <dgm:prSet/>
      <dgm:spPr/>
      <dgm:t>
        <a:bodyPr/>
        <a:lstStyle/>
        <a:p>
          <a:endParaRPr lang="en-PK"/>
        </a:p>
      </dgm:t>
    </dgm:pt>
    <dgm:pt modelId="{035512F4-C5B5-4227-8D88-E132ECB54128}">
      <dgm:prSet phldrT="[Text]"/>
      <dgm:spPr/>
      <dgm:t>
        <a:bodyPr/>
        <a:lstStyle/>
        <a:p>
          <a:r>
            <a:rPr lang="en-US" dirty="0" err="1"/>
            <a:t>Shahzaman</a:t>
          </a:r>
          <a:endParaRPr lang="en-US" dirty="0"/>
        </a:p>
        <a:p>
          <a:r>
            <a:rPr lang="en-US" dirty="0"/>
            <a:t>3</a:t>
          </a:r>
          <a:endParaRPr lang="en-PK" dirty="0"/>
        </a:p>
      </dgm:t>
    </dgm:pt>
    <dgm:pt modelId="{C25628A6-339B-4200-A5A0-C0C24019F0B1}" type="parTrans" cxnId="{93D96947-85E1-47E0-A167-110CC0A4048E}">
      <dgm:prSet/>
      <dgm:spPr/>
      <dgm:t>
        <a:bodyPr/>
        <a:lstStyle/>
        <a:p>
          <a:endParaRPr lang="en-PK"/>
        </a:p>
      </dgm:t>
    </dgm:pt>
    <dgm:pt modelId="{6D53BE32-A8E9-407D-9887-0CD0C151AC8B}" type="sibTrans" cxnId="{93D96947-85E1-47E0-A167-110CC0A4048E}">
      <dgm:prSet/>
      <dgm:spPr/>
      <dgm:t>
        <a:bodyPr/>
        <a:lstStyle/>
        <a:p>
          <a:endParaRPr lang="en-PK"/>
        </a:p>
      </dgm:t>
    </dgm:pt>
    <dgm:pt modelId="{84937787-3ECD-4362-8B39-CCA75F711C5D}">
      <dgm:prSet phldrT="[Text]"/>
      <dgm:spPr/>
      <dgm:t>
        <a:bodyPr/>
        <a:lstStyle/>
        <a:p>
          <a:r>
            <a:rPr lang="en-US" dirty="0"/>
            <a:t>Omar Baig</a:t>
          </a:r>
        </a:p>
        <a:p>
          <a:r>
            <a:rPr lang="en-US" dirty="0"/>
            <a:t>4</a:t>
          </a:r>
          <a:endParaRPr lang="en-PK" dirty="0"/>
        </a:p>
      </dgm:t>
    </dgm:pt>
    <dgm:pt modelId="{13EB797F-B801-4154-91E4-3E727B53FEF8}" type="sibTrans" cxnId="{9A93FE59-6BE7-47CF-88FA-D06A17B05F7E}">
      <dgm:prSet/>
      <dgm:spPr/>
      <dgm:t>
        <a:bodyPr/>
        <a:lstStyle/>
        <a:p>
          <a:endParaRPr lang="en-PK"/>
        </a:p>
      </dgm:t>
    </dgm:pt>
    <dgm:pt modelId="{B723A4DE-AB9D-402A-ADFE-BAF96B194992}" type="parTrans" cxnId="{9A93FE59-6BE7-47CF-88FA-D06A17B05F7E}">
      <dgm:prSet/>
      <dgm:spPr/>
      <dgm:t>
        <a:bodyPr/>
        <a:lstStyle/>
        <a:p>
          <a:endParaRPr lang="en-PK"/>
        </a:p>
      </dgm:t>
    </dgm:pt>
    <dgm:pt modelId="{012F1A64-B58F-4D43-B819-68318C9D22C8}" type="pres">
      <dgm:prSet presAssocID="{F7642B59-8DCB-46F8-B865-31A882D8444C}" presName="Name0" presStyleCnt="0">
        <dgm:presLayoutVars>
          <dgm:dir/>
          <dgm:resizeHandles val="exact"/>
        </dgm:presLayoutVars>
      </dgm:prSet>
      <dgm:spPr/>
    </dgm:pt>
    <dgm:pt modelId="{474C5A23-FB34-4BED-97B0-B6C639765390}" type="pres">
      <dgm:prSet presAssocID="{F7642B59-8DCB-46F8-B865-31A882D8444C}" presName="cycle" presStyleCnt="0"/>
      <dgm:spPr/>
    </dgm:pt>
    <dgm:pt modelId="{E6C36CB4-F87B-492C-B91E-AC622266C75C}" type="pres">
      <dgm:prSet presAssocID="{3E0C34F0-15AB-4132-ACD2-FF2E0BA45EEE}" presName="nodeFirstNode" presStyleLbl="node1" presStyleIdx="0" presStyleCnt="5">
        <dgm:presLayoutVars>
          <dgm:bulletEnabled val="1"/>
        </dgm:presLayoutVars>
      </dgm:prSet>
      <dgm:spPr/>
    </dgm:pt>
    <dgm:pt modelId="{68D4C4B7-855C-4E30-A29D-A12B5DDCB2E7}" type="pres">
      <dgm:prSet presAssocID="{C8BD696C-197D-4167-8315-C126DA48F186}" presName="sibTransFirstNode" presStyleLbl="bgShp" presStyleIdx="0" presStyleCnt="1"/>
      <dgm:spPr/>
    </dgm:pt>
    <dgm:pt modelId="{B8B3098F-28D4-44BD-AF18-3D17E5149178}" type="pres">
      <dgm:prSet presAssocID="{CF38612F-BECA-41A1-AB1B-8612116B137E}" presName="nodeFollowingNodes" presStyleLbl="node1" presStyleIdx="1" presStyleCnt="5">
        <dgm:presLayoutVars>
          <dgm:bulletEnabled val="1"/>
        </dgm:presLayoutVars>
      </dgm:prSet>
      <dgm:spPr/>
    </dgm:pt>
    <dgm:pt modelId="{1B94FB4C-D5CC-46A8-A968-C5F09FDA88F4}" type="pres">
      <dgm:prSet presAssocID="{6A010E1B-13B6-4C07-AC37-617997334C33}" presName="nodeFollowingNodes" presStyleLbl="node1" presStyleIdx="2" presStyleCnt="5">
        <dgm:presLayoutVars>
          <dgm:bulletEnabled val="1"/>
        </dgm:presLayoutVars>
      </dgm:prSet>
      <dgm:spPr/>
    </dgm:pt>
    <dgm:pt modelId="{12D5CA39-97C1-4633-952F-0FF5AD090B57}" type="pres">
      <dgm:prSet presAssocID="{035512F4-C5B5-4227-8D88-E132ECB54128}" presName="nodeFollowingNodes" presStyleLbl="node1" presStyleIdx="3" presStyleCnt="5">
        <dgm:presLayoutVars>
          <dgm:bulletEnabled val="1"/>
        </dgm:presLayoutVars>
      </dgm:prSet>
      <dgm:spPr/>
    </dgm:pt>
    <dgm:pt modelId="{51C0B783-888C-4183-AB86-6E2CF71F0FA7}" type="pres">
      <dgm:prSet presAssocID="{84937787-3ECD-4362-8B39-CCA75F711C5D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D0F72431-0FAA-4AF7-A0F5-98D484237AD5}" type="presOf" srcId="{F7642B59-8DCB-46F8-B865-31A882D8444C}" destId="{012F1A64-B58F-4D43-B819-68318C9D22C8}" srcOrd="0" destOrd="0" presId="urn:microsoft.com/office/officeart/2005/8/layout/cycle3"/>
    <dgm:cxn modelId="{9A280541-B5A7-41C0-99AE-E98F63C7746A}" type="presOf" srcId="{3E0C34F0-15AB-4132-ACD2-FF2E0BA45EEE}" destId="{E6C36CB4-F87B-492C-B91E-AC622266C75C}" srcOrd="0" destOrd="0" presId="urn:microsoft.com/office/officeart/2005/8/layout/cycle3"/>
    <dgm:cxn modelId="{93D96947-85E1-47E0-A167-110CC0A4048E}" srcId="{F7642B59-8DCB-46F8-B865-31A882D8444C}" destId="{035512F4-C5B5-4227-8D88-E132ECB54128}" srcOrd="3" destOrd="0" parTransId="{C25628A6-339B-4200-A5A0-C0C24019F0B1}" sibTransId="{6D53BE32-A8E9-407D-9887-0CD0C151AC8B}"/>
    <dgm:cxn modelId="{9A93FE59-6BE7-47CF-88FA-D06A17B05F7E}" srcId="{F7642B59-8DCB-46F8-B865-31A882D8444C}" destId="{84937787-3ECD-4362-8B39-CCA75F711C5D}" srcOrd="4" destOrd="0" parTransId="{B723A4DE-AB9D-402A-ADFE-BAF96B194992}" sibTransId="{13EB797F-B801-4154-91E4-3E727B53FEF8}"/>
    <dgm:cxn modelId="{EA86DB7F-13F5-4F57-825E-DBA5BCC5E839}" srcId="{F7642B59-8DCB-46F8-B865-31A882D8444C}" destId="{3E0C34F0-15AB-4132-ACD2-FF2E0BA45EEE}" srcOrd="0" destOrd="0" parTransId="{BCBD6484-A44F-4C9E-A122-358917274CAF}" sibTransId="{C8BD696C-197D-4167-8315-C126DA48F186}"/>
    <dgm:cxn modelId="{54F8C789-B5B0-4279-926B-7143311FC4A9}" type="presOf" srcId="{6A010E1B-13B6-4C07-AC37-617997334C33}" destId="{1B94FB4C-D5CC-46A8-A968-C5F09FDA88F4}" srcOrd="0" destOrd="0" presId="urn:microsoft.com/office/officeart/2005/8/layout/cycle3"/>
    <dgm:cxn modelId="{14C32B8E-4368-4D31-8FA5-F40D9585A708}" type="presOf" srcId="{035512F4-C5B5-4227-8D88-E132ECB54128}" destId="{12D5CA39-97C1-4633-952F-0FF5AD090B57}" srcOrd="0" destOrd="0" presId="urn:microsoft.com/office/officeart/2005/8/layout/cycle3"/>
    <dgm:cxn modelId="{09D81192-73B9-48C0-B7BE-4E1EFEC3F937}" type="presOf" srcId="{84937787-3ECD-4362-8B39-CCA75F711C5D}" destId="{51C0B783-888C-4183-AB86-6E2CF71F0FA7}" srcOrd="0" destOrd="0" presId="urn:microsoft.com/office/officeart/2005/8/layout/cycle3"/>
    <dgm:cxn modelId="{04CA639E-8DFC-45E3-8BED-D1CA469F8A0D}" type="presOf" srcId="{C8BD696C-197D-4167-8315-C126DA48F186}" destId="{68D4C4B7-855C-4E30-A29D-A12B5DDCB2E7}" srcOrd="0" destOrd="0" presId="urn:microsoft.com/office/officeart/2005/8/layout/cycle3"/>
    <dgm:cxn modelId="{EE27BFBB-A221-4038-8CF9-76D15B5608C9}" srcId="{F7642B59-8DCB-46F8-B865-31A882D8444C}" destId="{CF38612F-BECA-41A1-AB1B-8612116B137E}" srcOrd="1" destOrd="0" parTransId="{08936071-C304-4F69-9575-1EBB9578A2BD}" sibTransId="{6C0621FE-31F5-46A3-BB1B-1E1511545C27}"/>
    <dgm:cxn modelId="{469BC0C6-E286-48D2-934F-70711C0FB0C4}" type="presOf" srcId="{CF38612F-BECA-41A1-AB1B-8612116B137E}" destId="{B8B3098F-28D4-44BD-AF18-3D17E5149178}" srcOrd="0" destOrd="0" presId="urn:microsoft.com/office/officeart/2005/8/layout/cycle3"/>
    <dgm:cxn modelId="{2FDF3CE3-FBEC-4D35-82A4-72743DF71039}" srcId="{F7642B59-8DCB-46F8-B865-31A882D8444C}" destId="{6A010E1B-13B6-4C07-AC37-617997334C33}" srcOrd="2" destOrd="0" parTransId="{C774EBED-6D30-4DBD-A8E1-9FCEA9D1E265}" sibTransId="{DF70C990-A48C-43F2-97C8-E703E12C70DA}"/>
    <dgm:cxn modelId="{1D7BDA9E-E041-4C31-ABB6-E26A3A4DCAB1}" type="presParOf" srcId="{012F1A64-B58F-4D43-B819-68318C9D22C8}" destId="{474C5A23-FB34-4BED-97B0-B6C639765390}" srcOrd="0" destOrd="0" presId="urn:microsoft.com/office/officeart/2005/8/layout/cycle3"/>
    <dgm:cxn modelId="{4009C0F1-DBA4-442B-AC78-994AFB7B36D4}" type="presParOf" srcId="{474C5A23-FB34-4BED-97B0-B6C639765390}" destId="{E6C36CB4-F87B-492C-B91E-AC622266C75C}" srcOrd="0" destOrd="0" presId="urn:microsoft.com/office/officeart/2005/8/layout/cycle3"/>
    <dgm:cxn modelId="{15C22602-7A28-439E-8EA9-A9021F698D9F}" type="presParOf" srcId="{474C5A23-FB34-4BED-97B0-B6C639765390}" destId="{68D4C4B7-855C-4E30-A29D-A12B5DDCB2E7}" srcOrd="1" destOrd="0" presId="urn:microsoft.com/office/officeart/2005/8/layout/cycle3"/>
    <dgm:cxn modelId="{AB11B1AA-0833-472F-8EC5-A00465C42335}" type="presParOf" srcId="{474C5A23-FB34-4BED-97B0-B6C639765390}" destId="{B8B3098F-28D4-44BD-AF18-3D17E5149178}" srcOrd="2" destOrd="0" presId="urn:microsoft.com/office/officeart/2005/8/layout/cycle3"/>
    <dgm:cxn modelId="{888CE45F-F7AA-4A64-9352-E0BDFA55E33F}" type="presParOf" srcId="{474C5A23-FB34-4BED-97B0-B6C639765390}" destId="{1B94FB4C-D5CC-46A8-A968-C5F09FDA88F4}" srcOrd="3" destOrd="0" presId="urn:microsoft.com/office/officeart/2005/8/layout/cycle3"/>
    <dgm:cxn modelId="{C34DFD6C-8B25-46A6-B0C3-7041A2DAAECE}" type="presParOf" srcId="{474C5A23-FB34-4BED-97B0-B6C639765390}" destId="{12D5CA39-97C1-4633-952F-0FF5AD090B57}" srcOrd="4" destOrd="0" presId="urn:microsoft.com/office/officeart/2005/8/layout/cycle3"/>
    <dgm:cxn modelId="{34E4EE6C-C8D0-4017-A351-E9C5BABB6130}" type="presParOf" srcId="{474C5A23-FB34-4BED-97B0-B6C639765390}" destId="{51C0B783-888C-4183-AB86-6E2CF71F0FA7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D4C4B7-855C-4E30-A29D-A12B5DDCB2E7}">
      <dsp:nvSpPr>
        <dsp:cNvPr id="0" name=""/>
        <dsp:cNvSpPr/>
      </dsp:nvSpPr>
      <dsp:spPr>
        <a:xfrm>
          <a:off x="981918" y="-20951"/>
          <a:ext cx="3911779" cy="3911779"/>
        </a:xfrm>
        <a:prstGeom prst="circularArrow">
          <a:avLst>
            <a:gd name="adj1" fmla="val 5544"/>
            <a:gd name="adj2" fmla="val 330680"/>
            <a:gd name="adj3" fmla="val 13824659"/>
            <a:gd name="adj4" fmla="val 17356376"/>
            <a:gd name="adj5" fmla="val 5757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C36CB4-F87B-492C-B91E-AC622266C75C}">
      <dsp:nvSpPr>
        <dsp:cNvPr id="0" name=""/>
        <dsp:cNvSpPr/>
      </dsp:nvSpPr>
      <dsp:spPr>
        <a:xfrm>
          <a:off x="2041260" y="1421"/>
          <a:ext cx="1793095" cy="89654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Hafs</a:t>
          </a:r>
          <a:endParaRPr lang="en-US" sz="1900" kern="1200" dirty="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</a:t>
          </a:r>
          <a:endParaRPr lang="en-PK" sz="1900" kern="1200" dirty="0"/>
        </a:p>
      </dsp:txBody>
      <dsp:txXfrm>
        <a:off x="2085026" y="45187"/>
        <a:ext cx="1705563" cy="809015"/>
      </dsp:txXfrm>
    </dsp:sp>
    <dsp:sp modelId="{B8B3098F-28D4-44BD-AF18-3D17E5149178}">
      <dsp:nvSpPr>
        <dsp:cNvPr id="0" name=""/>
        <dsp:cNvSpPr/>
      </dsp:nvSpPr>
      <dsp:spPr>
        <a:xfrm>
          <a:off x="3627752" y="1154075"/>
          <a:ext cx="1793095" cy="89654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Asra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</a:t>
          </a:r>
          <a:endParaRPr lang="en-PK" sz="1900" kern="1200" dirty="0"/>
        </a:p>
      </dsp:txBody>
      <dsp:txXfrm>
        <a:off x="3671518" y="1197841"/>
        <a:ext cx="1705563" cy="809015"/>
      </dsp:txXfrm>
    </dsp:sp>
    <dsp:sp modelId="{1B94FB4C-D5CC-46A8-A968-C5F09FDA88F4}">
      <dsp:nvSpPr>
        <dsp:cNvPr id="0" name=""/>
        <dsp:cNvSpPr/>
      </dsp:nvSpPr>
      <dsp:spPr>
        <a:xfrm>
          <a:off x="3021766" y="3019108"/>
          <a:ext cx="1793095" cy="89654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Mohimin</a:t>
          </a:r>
          <a:endParaRPr lang="en-US" sz="1900" kern="1200" dirty="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</a:t>
          </a:r>
          <a:endParaRPr lang="en-PK" sz="1900" kern="1200" dirty="0"/>
        </a:p>
      </dsp:txBody>
      <dsp:txXfrm>
        <a:off x="3065532" y="3062874"/>
        <a:ext cx="1705563" cy="809015"/>
      </dsp:txXfrm>
    </dsp:sp>
    <dsp:sp modelId="{12D5CA39-97C1-4633-952F-0FF5AD090B57}">
      <dsp:nvSpPr>
        <dsp:cNvPr id="0" name=""/>
        <dsp:cNvSpPr/>
      </dsp:nvSpPr>
      <dsp:spPr>
        <a:xfrm>
          <a:off x="1060754" y="3019108"/>
          <a:ext cx="1793095" cy="89654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Shahzaman</a:t>
          </a:r>
          <a:endParaRPr lang="en-US" sz="1900" kern="1200" dirty="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3</a:t>
          </a:r>
          <a:endParaRPr lang="en-PK" sz="1900" kern="1200" dirty="0"/>
        </a:p>
      </dsp:txBody>
      <dsp:txXfrm>
        <a:off x="1104520" y="3062874"/>
        <a:ext cx="1705563" cy="809015"/>
      </dsp:txXfrm>
    </dsp:sp>
    <dsp:sp modelId="{51C0B783-888C-4183-AB86-6E2CF71F0FA7}">
      <dsp:nvSpPr>
        <dsp:cNvPr id="0" name=""/>
        <dsp:cNvSpPr/>
      </dsp:nvSpPr>
      <dsp:spPr>
        <a:xfrm>
          <a:off x="454768" y="1154075"/>
          <a:ext cx="1793095" cy="89654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Omar Baig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</a:t>
          </a:r>
          <a:endParaRPr lang="en-PK" sz="1900" kern="1200" dirty="0"/>
        </a:p>
      </dsp:txBody>
      <dsp:txXfrm>
        <a:off x="498534" y="1197841"/>
        <a:ext cx="1705563" cy="809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8/15/2023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8/15/2023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82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The representation in Arrays is same. Except that instead of pointers, we store indices in head and 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098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900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205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503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873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623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622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776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3183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20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285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2107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985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07/relationships/hdphoto" Target="../media/hdphoto1.wdp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DATA STRUCTURES AND </a:t>
            </a:r>
            <a:r>
              <a:rPr lang="en-US" sz="5400" b="1"/>
              <a:t>ALGORITHMS (113215)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114800" cy="4136198"/>
          </a:xfrm>
        </p:spPr>
        <p:txBody>
          <a:bodyPr/>
          <a:lstStyle/>
          <a:p>
            <a:r>
              <a:rPr lang="en-US" dirty="0"/>
              <a:t>Queue</a:t>
            </a:r>
          </a:p>
          <a:p>
            <a:r>
              <a:rPr lang="en-US" dirty="0"/>
              <a:t>Memory representation</a:t>
            </a:r>
          </a:p>
          <a:p>
            <a:r>
              <a:rPr lang="en-US" dirty="0"/>
              <a:t>Queue Operations</a:t>
            </a:r>
          </a:p>
          <a:p>
            <a:r>
              <a:rPr lang="en-US" dirty="0"/>
              <a:t>Array Implementation</a:t>
            </a:r>
          </a:p>
          <a:p>
            <a:r>
              <a:rPr lang="en-US" dirty="0"/>
              <a:t>Linked List Implementation</a:t>
            </a:r>
          </a:p>
          <a:p>
            <a:r>
              <a:rPr lang="en-US" dirty="0"/>
              <a:t>Complexity Analysis</a:t>
            </a:r>
          </a:p>
          <a:p>
            <a:r>
              <a:rPr lang="en-US" dirty="0"/>
              <a:t>In real life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ventory Valuation — LIFO vs. FIFO">
            <a:extLst>
              <a:ext uri="{FF2B5EF4-FFF2-40B4-BE49-F238E27FC236}">
                <a16:creationId xmlns:a16="http://schemas.microsoft.com/office/drawing/2014/main" id="{CFAF1355-DBB8-B5EE-C2A4-C2452A1CA5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08"/>
          <a:stretch/>
        </p:blipFill>
        <p:spPr bwMode="auto">
          <a:xfrm>
            <a:off x="-1" y="1293816"/>
            <a:ext cx="12192001" cy="5564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Queue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An Abstract Data Type which works on the principles of FIFO (First-In-First-Out) (</a:t>
            </a:r>
            <a:r>
              <a:rPr lang="ur-PK" sz="3200" dirty="0">
                <a:latin typeface="Dubai" panose="020B0503030403030204" pitchFamily="34" charset="-78"/>
                <a:cs typeface="Dubai" panose="020B0503030403030204" pitchFamily="34" charset="-78"/>
              </a:rPr>
              <a:t>پہلے آئیے۔ پہلے پائیے</a:t>
            </a:r>
            <a:r>
              <a:rPr lang="en-US" sz="3200" dirty="0"/>
              <a:t>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 queue can be constructed using an Array or a Linked List.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 queue allows only 5 operations: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Enqueue: another name for Insert at the beginning of the list.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Dequeue: fetches the least recent element and removes from the list.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Peek: fetches the top element but does not remove it.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Is Empty: checks if </a:t>
            </a:r>
            <a:r>
              <a:rPr lang="en-US" sz="3000"/>
              <a:t>the Queue </a:t>
            </a:r>
            <a:r>
              <a:rPr lang="en-US" sz="3000" dirty="0"/>
              <a:t>has any elements.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Destroy or Clear: removes the elements and frees up the memory.</a:t>
            </a:r>
          </a:p>
        </p:txBody>
      </p:sp>
    </p:spTree>
    <p:extLst>
      <p:ext uri="{BB962C8B-B14F-4D97-AF65-F5344CB8AC3E}">
        <p14:creationId xmlns:p14="http://schemas.microsoft.com/office/powerpoint/2010/main" val="64103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Memory representation – In Linked List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0203D04-1462-550A-C604-80EB19F75610}"/>
              </a:ext>
            </a:extLst>
          </p:cNvPr>
          <p:cNvGrpSpPr/>
          <p:nvPr/>
        </p:nvGrpSpPr>
        <p:grpSpPr>
          <a:xfrm>
            <a:off x="200989" y="1814275"/>
            <a:ext cx="3226341" cy="738664"/>
            <a:chOff x="200989" y="2071918"/>
            <a:chExt cx="3226341" cy="738664"/>
          </a:xfrm>
        </p:grpSpPr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C0B042EC-7478-2A14-BCB2-0494F9D92BB2}"/>
                </a:ext>
              </a:extLst>
            </p:cNvPr>
            <p:cNvGrpSpPr/>
            <p:nvPr/>
          </p:nvGrpSpPr>
          <p:grpSpPr>
            <a:xfrm>
              <a:off x="973858" y="2071918"/>
              <a:ext cx="1608083" cy="738664"/>
              <a:chOff x="1345323" y="1944414"/>
              <a:chExt cx="1608083" cy="738664"/>
            </a:xfrm>
          </p:grpSpPr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A8900986-A791-5508-527D-C578EE5A78C8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Hafs</a:t>
                </a:r>
                <a:endParaRPr lang="en-US" dirty="0"/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AAA43F44-647B-CB8D-BCAC-E299685A40F4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Previous: Null</a:t>
                </a:r>
              </a:p>
            </p:txBody>
          </p:sp>
        </p:grp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238000E0-F9ED-18FE-FC50-1877EC95625B}"/>
                </a:ext>
              </a:extLst>
            </p:cNvPr>
            <p:cNvSpPr txBox="1"/>
            <p:nvPr/>
          </p:nvSpPr>
          <p:spPr>
            <a:xfrm>
              <a:off x="200989" y="2071918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TAIL</a:t>
              </a:r>
            </a:p>
            <a:p>
              <a:r>
                <a:rPr lang="en-US" b="1" dirty="0"/>
                <a:t>3080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CF5A4AF-4C9B-6C47-774C-B86A9D88CB45}"/>
                </a:ext>
              </a:extLst>
            </p:cNvPr>
            <p:cNvSpPr txBox="1"/>
            <p:nvPr/>
          </p:nvSpPr>
          <p:spPr>
            <a:xfrm>
              <a:off x="2702067" y="2073500"/>
              <a:ext cx="7252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HEAD</a:t>
              </a:r>
            </a:p>
            <a:p>
              <a:r>
                <a:rPr lang="en-US" b="1" dirty="0"/>
                <a:t>3080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AEBA77B2-6B0E-289B-7846-D44A6069D647}"/>
              </a:ext>
            </a:extLst>
          </p:cNvPr>
          <p:cNvSpPr txBox="1"/>
          <p:nvPr/>
        </p:nvSpPr>
        <p:spPr>
          <a:xfrm>
            <a:off x="220384" y="1371600"/>
            <a:ext cx="453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After Enqueuing first element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C90799-BF57-EE8B-DF49-5414F3CF27C9}"/>
              </a:ext>
            </a:extLst>
          </p:cNvPr>
          <p:cNvSpPr txBox="1"/>
          <p:nvPr/>
        </p:nvSpPr>
        <p:spPr>
          <a:xfrm>
            <a:off x="220384" y="2690983"/>
            <a:ext cx="453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After Enqueuing two more elements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132603-AC6B-83B7-25E0-6DF149BFC222}"/>
              </a:ext>
            </a:extLst>
          </p:cNvPr>
          <p:cNvSpPr txBox="1"/>
          <p:nvPr/>
        </p:nvSpPr>
        <p:spPr>
          <a:xfrm>
            <a:off x="200989" y="3998074"/>
            <a:ext cx="453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After Enqueuing all 5 elements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7FDEC2C-8828-23D7-6FE5-B3BA1A6B5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94AD577-6239-2F68-872C-AA6C8C208077}"/>
              </a:ext>
            </a:extLst>
          </p:cNvPr>
          <p:cNvSpPr txBox="1"/>
          <p:nvPr/>
        </p:nvSpPr>
        <p:spPr>
          <a:xfrm>
            <a:off x="220384" y="5299739"/>
            <a:ext cx="453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After Dequeuing first element</a:t>
            </a: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7F6AC300-8B21-F6BC-872C-CE2FAB97D072}"/>
              </a:ext>
            </a:extLst>
          </p:cNvPr>
          <p:cNvGrpSpPr/>
          <p:nvPr/>
        </p:nvGrpSpPr>
        <p:grpSpPr>
          <a:xfrm>
            <a:off x="200989" y="3141756"/>
            <a:ext cx="7018855" cy="738664"/>
            <a:chOff x="200989" y="3141756"/>
            <a:chExt cx="7018855" cy="73866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81A933C-98F7-2A42-C896-F07B92C7F05C}"/>
                </a:ext>
              </a:extLst>
            </p:cNvPr>
            <p:cNvGrpSpPr/>
            <p:nvPr/>
          </p:nvGrpSpPr>
          <p:grpSpPr>
            <a:xfrm>
              <a:off x="973858" y="3141756"/>
              <a:ext cx="1608083" cy="738664"/>
              <a:chOff x="1345323" y="1944414"/>
              <a:chExt cx="1608083" cy="738664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1974825-FD22-6AE1-DD38-EEB7C995FD26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Mohimin</a:t>
                </a:r>
                <a:endParaRPr lang="en-US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F99B84C-AD39-025D-1AD7-398BA21321E2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Previous: Null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D923357-38A9-ECD1-2C03-EF2C54EF7CF6}"/>
                </a:ext>
              </a:extLst>
            </p:cNvPr>
            <p:cNvGrpSpPr/>
            <p:nvPr/>
          </p:nvGrpSpPr>
          <p:grpSpPr>
            <a:xfrm>
              <a:off x="2865721" y="3141756"/>
              <a:ext cx="1608083" cy="738664"/>
              <a:chOff x="1345323" y="1944414"/>
              <a:chExt cx="1608083" cy="738664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37097D9-0CF3-F099-EF6F-82A85882EA07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Asra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CC3884-9A28-F258-79A5-B99975786539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Previous: 3240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9B4F33-48C8-2F48-4A5A-81E40EEE4F40}"/>
                </a:ext>
              </a:extLst>
            </p:cNvPr>
            <p:cNvGrpSpPr/>
            <p:nvPr/>
          </p:nvGrpSpPr>
          <p:grpSpPr>
            <a:xfrm>
              <a:off x="4757584" y="3141756"/>
              <a:ext cx="1608083" cy="738664"/>
              <a:chOff x="1345323" y="1944414"/>
              <a:chExt cx="1608083" cy="738664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BE88246-7287-BC44-53EF-4449075DC5BE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Hafs</a:t>
                </a:r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F497BF7-184D-AE69-79FD-2DE9102160C2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Previous: 3160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C6F760B-B39C-5030-E5E4-86E3BAA89B86}"/>
                </a:ext>
              </a:extLst>
            </p:cNvPr>
            <p:cNvSpPr txBox="1"/>
            <p:nvPr/>
          </p:nvSpPr>
          <p:spPr>
            <a:xfrm>
              <a:off x="200989" y="3141756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TAIL</a:t>
              </a:r>
            </a:p>
            <a:p>
              <a:r>
                <a:rPr lang="en-US" b="1" dirty="0"/>
                <a:t>3240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9338666-DEB8-F6EC-51E5-745FCFA2E885}"/>
                </a:ext>
              </a:extLst>
            </p:cNvPr>
            <p:cNvSpPr txBox="1"/>
            <p:nvPr/>
          </p:nvSpPr>
          <p:spPr>
            <a:xfrm>
              <a:off x="6494581" y="3141756"/>
              <a:ext cx="7252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HEAD</a:t>
              </a:r>
            </a:p>
            <a:p>
              <a:r>
                <a:rPr lang="en-US" b="1" dirty="0"/>
                <a:t>3080</a:t>
              </a:r>
            </a:p>
          </p:txBody>
        </p:sp>
        <p:cxnSp>
          <p:nvCxnSpPr>
            <p:cNvPr id="114" name="Connector: Elbow 113">
              <a:extLst>
                <a:ext uri="{FF2B5EF4-FFF2-40B4-BE49-F238E27FC236}">
                  <a16:creationId xmlns:a16="http://schemas.microsoft.com/office/drawing/2014/main" id="{EAB36859-E5BD-DACB-F008-D53C1FB52938}"/>
                </a:ext>
              </a:extLst>
            </p:cNvPr>
            <p:cNvCxnSpPr>
              <a:stCxn id="23" idx="1"/>
              <a:endCxn id="24" idx="3"/>
            </p:cNvCxnSpPr>
            <p:nvPr/>
          </p:nvCxnSpPr>
          <p:spPr>
            <a:xfrm rot="10800000">
              <a:off x="4473805" y="3326422"/>
              <a:ext cx="283781" cy="369332"/>
            </a:xfrm>
            <a:prstGeom prst="bentConnector3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Connector: Elbow 115">
              <a:extLst>
                <a:ext uri="{FF2B5EF4-FFF2-40B4-BE49-F238E27FC236}">
                  <a16:creationId xmlns:a16="http://schemas.microsoft.com/office/drawing/2014/main" id="{D77FC880-6C95-361E-00A0-59E24EBDA4E4}"/>
                </a:ext>
              </a:extLst>
            </p:cNvPr>
            <p:cNvCxnSpPr>
              <a:stCxn id="25" idx="1"/>
              <a:endCxn id="26" idx="3"/>
            </p:cNvCxnSpPr>
            <p:nvPr/>
          </p:nvCxnSpPr>
          <p:spPr>
            <a:xfrm rot="10800000">
              <a:off x="2581942" y="3326422"/>
              <a:ext cx="283781" cy="369332"/>
            </a:xfrm>
            <a:prstGeom prst="bentConnector3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A657890D-3A39-789E-CA49-4B807C5A96E3}"/>
              </a:ext>
            </a:extLst>
          </p:cNvPr>
          <p:cNvGrpSpPr/>
          <p:nvPr/>
        </p:nvGrpSpPr>
        <p:grpSpPr>
          <a:xfrm>
            <a:off x="220384" y="4467160"/>
            <a:ext cx="10697493" cy="738664"/>
            <a:chOff x="220384" y="4467160"/>
            <a:chExt cx="10697493" cy="73866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D1F280D-4E06-5BE3-C9D1-D42E8F14FEB0}"/>
                </a:ext>
              </a:extLst>
            </p:cNvPr>
            <p:cNvGrpSpPr/>
            <p:nvPr/>
          </p:nvGrpSpPr>
          <p:grpSpPr>
            <a:xfrm>
              <a:off x="973858" y="4467160"/>
              <a:ext cx="1608083" cy="738664"/>
              <a:chOff x="1345323" y="1944414"/>
              <a:chExt cx="1608083" cy="738664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7B4C07E-F879-E532-325D-6FF08D8505F5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Omar Baig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BACB512-33CF-F8B0-F274-8E68DEEA6F61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Previous: Null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233585E-248E-BAC7-5D76-4B87DEE9DA98}"/>
                </a:ext>
              </a:extLst>
            </p:cNvPr>
            <p:cNvGrpSpPr/>
            <p:nvPr/>
          </p:nvGrpSpPr>
          <p:grpSpPr>
            <a:xfrm>
              <a:off x="2865721" y="4467160"/>
              <a:ext cx="1608083" cy="738664"/>
              <a:chOff x="1345323" y="1944414"/>
              <a:chExt cx="1608083" cy="738664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AE7C3E5-5A63-B98D-5393-99A5BD716A10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Shahzaman</a:t>
                </a:r>
                <a:endParaRPr lang="en-US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FDE44AD-225D-0228-1B4F-AD622A3F3DAC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Previous: 3400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702CA21-43CF-1017-90F3-A36C21792BA9}"/>
                </a:ext>
              </a:extLst>
            </p:cNvPr>
            <p:cNvGrpSpPr/>
            <p:nvPr/>
          </p:nvGrpSpPr>
          <p:grpSpPr>
            <a:xfrm>
              <a:off x="4757584" y="4467160"/>
              <a:ext cx="1608083" cy="738664"/>
              <a:chOff x="1345323" y="1944414"/>
              <a:chExt cx="1608083" cy="738664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1100074-A548-2509-ED52-EB7C38593BC1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Mohimin</a:t>
                </a:r>
                <a:endParaRPr lang="en-US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AD70082-5D12-C389-1250-2B501F7083E0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Previous: 3320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9B4A097-0158-D77D-0DDE-C2F613EF2D1E}"/>
                </a:ext>
              </a:extLst>
            </p:cNvPr>
            <p:cNvGrpSpPr/>
            <p:nvPr/>
          </p:nvGrpSpPr>
          <p:grpSpPr>
            <a:xfrm>
              <a:off x="6623495" y="4467160"/>
              <a:ext cx="1608083" cy="738664"/>
              <a:chOff x="1345323" y="1944414"/>
              <a:chExt cx="1608083" cy="738664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C04EA08-2F73-6132-D0D5-677D1950D5B1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Asra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DA10306-57CB-4BA0-9EC3-A496E294E950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Previous: 3240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39BCE71-8669-F2F3-D266-D06E27C0DB39}"/>
                </a:ext>
              </a:extLst>
            </p:cNvPr>
            <p:cNvGrpSpPr/>
            <p:nvPr/>
          </p:nvGrpSpPr>
          <p:grpSpPr>
            <a:xfrm>
              <a:off x="8489406" y="4467160"/>
              <a:ext cx="1608083" cy="738664"/>
              <a:chOff x="1345323" y="1944414"/>
              <a:chExt cx="1608083" cy="738664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16F4A88-298B-8E58-D5D2-A2A5E8D99466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Hafs</a:t>
                </a:r>
                <a:endParaRPr lang="en-US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EA41C65-4FF2-E3EF-7074-CED8002578F8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Previous: 3160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A13C73-0C8F-27B4-E786-64718770BEAE}"/>
                </a:ext>
              </a:extLst>
            </p:cNvPr>
            <p:cNvSpPr txBox="1"/>
            <p:nvPr/>
          </p:nvSpPr>
          <p:spPr>
            <a:xfrm>
              <a:off x="220384" y="4467160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TAIL</a:t>
              </a:r>
            </a:p>
            <a:p>
              <a:r>
                <a:rPr lang="en-US" b="1" dirty="0"/>
                <a:t>3480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0288481-E2CE-CAE2-718C-4835D8DD75DC}"/>
                </a:ext>
              </a:extLst>
            </p:cNvPr>
            <p:cNvSpPr txBox="1"/>
            <p:nvPr/>
          </p:nvSpPr>
          <p:spPr>
            <a:xfrm>
              <a:off x="10192614" y="4467160"/>
              <a:ext cx="7252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HEAD</a:t>
              </a:r>
            </a:p>
            <a:p>
              <a:r>
                <a:rPr lang="en-US" b="1" dirty="0"/>
                <a:t>3080</a:t>
              </a:r>
            </a:p>
          </p:txBody>
        </p:sp>
        <p:cxnSp>
          <p:nvCxnSpPr>
            <p:cNvPr id="118" name="Connector: Elbow 117">
              <a:extLst>
                <a:ext uri="{FF2B5EF4-FFF2-40B4-BE49-F238E27FC236}">
                  <a16:creationId xmlns:a16="http://schemas.microsoft.com/office/drawing/2014/main" id="{B16C2EF2-AE8D-275C-5323-4D2014DE077E}"/>
                </a:ext>
              </a:extLst>
            </p:cNvPr>
            <p:cNvCxnSpPr>
              <a:stCxn id="45" idx="1"/>
              <a:endCxn id="46" idx="3"/>
            </p:cNvCxnSpPr>
            <p:nvPr/>
          </p:nvCxnSpPr>
          <p:spPr>
            <a:xfrm rot="10800000">
              <a:off x="8231579" y="4651826"/>
              <a:ext cx="257829" cy="369332"/>
            </a:xfrm>
            <a:prstGeom prst="bentConnector3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Connector: Elbow 119">
              <a:extLst>
                <a:ext uri="{FF2B5EF4-FFF2-40B4-BE49-F238E27FC236}">
                  <a16:creationId xmlns:a16="http://schemas.microsoft.com/office/drawing/2014/main" id="{4A79240C-A032-EB17-41E0-52386AB60888}"/>
                </a:ext>
              </a:extLst>
            </p:cNvPr>
            <p:cNvCxnSpPr>
              <a:stCxn id="47" idx="1"/>
              <a:endCxn id="48" idx="3"/>
            </p:cNvCxnSpPr>
            <p:nvPr/>
          </p:nvCxnSpPr>
          <p:spPr>
            <a:xfrm rot="10800000">
              <a:off x="6365668" y="4651826"/>
              <a:ext cx="257829" cy="369332"/>
            </a:xfrm>
            <a:prstGeom prst="bentConnector3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Connector: Elbow 121">
              <a:extLst>
                <a:ext uri="{FF2B5EF4-FFF2-40B4-BE49-F238E27FC236}">
                  <a16:creationId xmlns:a16="http://schemas.microsoft.com/office/drawing/2014/main" id="{4AFB9E76-0EA7-153B-7E1E-05A0E4C97456}"/>
                </a:ext>
              </a:extLst>
            </p:cNvPr>
            <p:cNvCxnSpPr>
              <a:stCxn id="49" idx="1"/>
              <a:endCxn id="50" idx="3"/>
            </p:cNvCxnSpPr>
            <p:nvPr/>
          </p:nvCxnSpPr>
          <p:spPr>
            <a:xfrm rot="10800000">
              <a:off x="4473805" y="4651826"/>
              <a:ext cx="283781" cy="369332"/>
            </a:xfrm>
            <a:prstGeom prst="bentConnector3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Connector: Elbow 123">
              <a:extLst>
                <a:ext uri="{FF2B5EF4-FFF2-40B4-BE49-F238E27FC236}">
                  <a16:creationId xmlns:a16="http://schemas.microsoft.com/office/drawing/2014/main" id="{4CC2FB86-E07E-4B09-2A94-5C61DF69A735}"/>
                </a:ext>
              </a:extLst>
            </p:cNvPr>
            <p:cNvCxnSpPr>
              <a:stCxn id="51" idx="1"/>
              <a:endCxn id="52" idx="3"/>
            </p:cNvCxnSpPr>
            <p:nvPr/>
          </p:nvCxnSpPr>
          <p:spPr>
            <a:xfrm rot="10800000">
              <a:off x="2581942" y="4651826"/>
              <a:ext cx="283781" cy="369332"/>
            </a:xfrm>
            <a:prstGeom prst="bentConnector3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DE109485-B462-A804-D635-0468C685F9A6}"/>
              </a:ext>
            </a:extLst>
          </p:cNvPr>
          <p:cNvGrpSpPr/>
          <p:nvPr/>
        </p:nvGrpSpPr>
        <p:grpSpPr>
          <a:xfrm>
            <a:off x="200989" y="5768825"/>
            <a:ext cx="8884766" cy="738664"/>
            <a:chOff x="200989" y="5768825"/>
            <a:chExt cx="8884766" cy="738664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8D6FFE5-C5C3-1988-B75C-506B64E10FDB}"/>
                </a:ext>
              </a:extLst>
            </p:cNvPr>
            <p:cNvGrpSpPr/>
            <p:nvPr/>
          </p:nvGrpSpPr>
          <p:grpSpPr>
            <a:xfrm>
              <a:off x="954463" y="5768825"/>
              <a:ext cx="1608083" cy="738664"/>
              <a:chOff x="1345323" y="1944414"/>
              <a:chExt cx="1608083" cy="738664"/>
            </a:xfrm>
          </p:grpSpPr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9F7DFCFF-A102-C552-2CF8-FE071673ABA4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Omar Baig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26FD8ED5-0C54-2EFE-D452-97FE056785F4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Previous: Null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3CA238CB-86B5-3A15-14A5-AE5579A24DDF}"/>
                </a:ext>
              </a:extLst>
            </p:cNvPr>
            <p:cNvGrpSpPr/>
            <p:nvPr/>
          </p:nvGrpSpPr>
          <p:grpSpPr>
            <a:xfrm>
              <a:off x="2846326" y="5768825"/>
              <a:ext cx="1608083" cy="738664"/>
              <a:chOff x="1345323" y="1944414"/>
              <a:chExt cx="1608083" cy="738664"/>
            </a:xfrm>
          </p:grpSpPr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75BF01A-643E-8360-A035-6FA5364E8697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Shahzaman</a:t>
                </a:r>
                <a:endParaRPr lang="en-US" dirty="0"/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1C2C9ECC-518F-6D02-D63E-8AB8D76A5873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Previous: 3400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6572C053-9668-1A92-2938-C3A7DAD851D3}"/>
                </a:ext>
              </a:extLst>
            </p:cNvPr>
            <p:cNvGrpSpPr/>
            <p:nvPr/>
          </p:nvGrpSpPr>
          <p:grpSpPr>
            <a:xfrm>
              <a:off x="4738189" y="5768825"/>
              <a:ext cx="1608083" cy="738664"/>
              <a:chOff x="1345323" y="1944414"/>
              <a:chExt cx="1608083" cy="738664"/>
            </a:xfrm>
          </p:grpSpPr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11B8839-4A1F-FB0D-AA32-3C5372CE22A1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Mohimin</a:t>
                </a:r>
                <a:endParaRPr lang="en-US" dirty="0"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4083CC9-ED12-5FC8-A52B-538E0A11B194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Previous: 3320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22BCBB7-F767-DD0C-E6DA-8E1101ACC27B}"/>
                </a:ext>
              </a:extLst>
            </p:cNvPr>
            <p:cNvGrpSpPr/>
            <p:nvPr/>
          </p:nvGrpSpPr>
          <p:grpSpPr>
            <a:xfrm>
              <a:off x="6604100" y="5768825"/>
              <a:ext cx="1608083" cy="738664"/>
              <a:chOff x="1345323" y="1944414"/>
              <a:chExt cx="1608083" cy="738664"/>
            </a:xfrm>
          </p:grpSpPr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BCCD3B4-01D0-57D5-D52B-40832A8C8689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Asra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6C495E4-99CE-CB65-1420-9DB3F247FAAC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Previous: 3240</a:t>
                </a:r>
              </a:p>
            </p:txBody>
          </p:sp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1A8297C-ABA5-9274-136D-4E111480AD79}"/>
                </a:ext>
              </a:extLst>
            </p:cNvPr>
            <p:cNvSpPr txBox="1"/>
            <p:nvPr/>
          </p:nvSpPr>
          <p:spPr>
            <a:xfrm>
              <a:off x="200989" y="5768825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TAIL</a:t>
              </a:r>
            </a:p>
            <a:p>
              <a:r>
                <a:rPr lang="en-US" b="1" dirty="0"/>
                <a:t>3480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584D462-E423-388D-2266-47477C49C31C}"/>
                </a:ext>
              </a:extLst>
            </p:cNvPr>
            <p:cNvSpPr txBox="1"/>
            <p:nvPr/>
          </p:nvSpPr>
          <p:spPr>
            <a:xfrm>
              <a:off x="8360492" y="5768825"/>
              <a:ext cx="7252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HEAD</a:t>
              </a:r>
            </a:p>
            <a:p>
              <a:r>
                <a:rPr lang="en-US" b="1" dirty="0"/>
                <a:t>3160</a:t>
              </a:r>
            </a:p>
          </p:txBody>
        </p:sp>
        <p:cxnSp>
          <p:nvCxnSpPr>
            <p:cNvPr id="126" name="Connector: Elbow 125">
              <a:extLst>
                <a:ext uri="{FF2B5EF4-FFF2-40B4-BE49-F238E27FC236}">
                  <a16:creationId xmlns:a16="http://schemas.microsoft.com/office/drawing/2014/main" id="{8363E0F2-10CE-03C0-6C14-BE8802F9921A}"/>
                </a:ext>
              </a:extLst>
            </p:cNvPr>
            <p:cNvCxnSpPr>
              <a:stCxn id="103" idx="1"/>
              <a:endCxn id="104" idx="3"/>
            </p:cNvCxnSpPr>
            <p:nvPr/>
          </p:nvCxnSpPr>
          <p:spPr>
            <a:xfrm rot="10800000">
              <a:off x="6346273" y="5953491"/>
              <a:ext cx="257829" cy="369332"/>
            </a:xfrm>
            <a:prstGeom prst="bentConnector3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25" name="Connector: Elbow 1024">
              <a:extLst>
                <a:ext uri="{FF2B5EF4-FFF2-40B4-BE49-F238E27FC236}">
                  <a16:creationId xmlns:a16="http://schemas.microsoft.com/office/drawing/2014/main" id="{33E52E20-8B3F-3C42-7176-F4BE107E4E5C}"/>
                </a:ext>
              </a:extLst>
            </p:cNvPr>
            <p:cNvCxnSpPr>
              <a:stCxn id="105" idx="1"/>
              <a:endCxn id="106" idx="3"/>
            </p:cNvCxnSpPr>
            <p:nvPr/>
          </p:nvCxnSpPr>
          <p:spPr>
            <a:xfrm rot="10800000">
              <a:off x="4454410" y="5953491"/>
              <a:ext cx="283781" cy="369332"/>
            </a:xfrm>
            <a:prstGeom prst="bentConnector3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29" name="Connector: Elbow 1028">
              <a:extLst>
                <a:ext uri="{FF2B5EF4-FFF2-40B4-BE49-F238E27FC236}">
                  <a16:creationId xmlns:a16="http://schemas.microsoft.com/office/drawing/2014/main" id="{F17F1DB9-9026-97D8-7854-3DD4E9D477CF}"/>
                </a:ext>
              </a:extLst>
            </p:cNvPr>
            <p:cNvCxnSpPr>
              <a:stCxn id="107" idx="1"/>
              <a:endCxn id="108" idx="3"/>
            </p:cNvCxnSpPr>
            <p:nvPr/>
          </p:nvCxnSpPr>
          <p:spPr>
            <a:xfrm rot="10800000">
              <a:off x="2562547" y="5953491"/>
              <a:ext cx="283781" cy="369332"/>
            </a:xfrm>
            <a:prstGeom prst="bentConnector3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07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1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Queue Operations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ENQUEUE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(Tail, element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), where ‘Tail’ is pointer to latest node and ‘element’ is the data to push.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𝑛𝑒𝑤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𝐶𝑅𝐸𝐴𝑇𝐸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𝑁𝑂𝐷𝐸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scadia Code" panose="020B0609020000020004" pitchFamily="49" charset="0"/>
                                <a:cs typeface="Cascadia Code" panose="020B0609020000020004" pitchFamily="49" charset="0"/>
                              </a:rPr>
                            </m:ctrlPr>
                          </m:d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scadia Code" panose="020B0609020000020004" pitchFamily="49" charset="0"/>
                                <a:cs typeface="Cascadia Code" panose="020B0609020000020004" pitchFamily="49" charset="0"/>
                              </a:rPr>
                              <m:t>𝑒𝑙𝑒𝑚𝑒𝑛𝑡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	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(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Allocate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memory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for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new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node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)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𝑛𝑒𝑤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𝑒𝑙𝑒𝑚𝑒𝑛𝑡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𝑒𝑙𝑒𝑚𝑒𝑛𝑡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𝑇𝑎𝑖𝑙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𝑝𝑟𝑒𝑣𝑖𝑜𝑢𝑠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𝑛𝑒𝑤</m:t>
                    </m:r>
                  </m:oMath>
                </a14:m>
                <a:r>
                  <a:rPr lang="en-US" sz="28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(Tail node’s pointer will link to the new node)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𝑇𝑎𝑖𝑙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𝑛𝑒𝑤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(Tail pointer is now pointing to new node)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247" r="-46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527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Queue Operations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DEQUEUE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(Head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), where ‘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Head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’ is pointer to earliest node.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𝐻𝑒𝑎𝑑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r>
                  <a:rPr lang="en-US" sz="28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(Check for Underflow error)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𝐹𝐴𝐼𝐿</m:t>
                    </m:r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𝑒𝑙𝑒𝑚𝑒𝑛𝑡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𝐻𝑒𝑎𝑑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𝑒𝑙𝑒𝑚𝑒𝑛𝑡</m:t>
                    </m:r>
                  </m:oMath>
                </a14:m>
                <a:r>
                  <a:rPr lang="en-US" sz="28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(Storing </a:t>
                </a:r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 a separate variable</a:t>
                </a:r>
                <a:r>
                  <a:rPr lang="en-US" sz="28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𝐻𝑒𝑎𝑑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𝐻𝑒𝑎𝑑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𝑝𝑟𝑒𝑣𝑖𝑜𝑢𝑠</m:t>
                    </m:r>
                  </m:oMath>
                </a14:m>
                <a:r>
                  <a:rPr lang="en-US" sz="28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(Link Head to the previous node)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𝑒𝑙𝑒𝑚𝑒𝑛𝑡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(Return the element)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24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69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Queue Operations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PEEK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(Head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𝐻𝑒𝑎𝑑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 then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𝐹𝐴𝐼𝐿</m:t>
                    </m:r>
                  </m:oMath>
                </a14:m>
                <a:endParaRPr lang="en-US" sz="26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𝐻𝑒𝑎𝑑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𝑒𝑙𝑒𝑚𝑒𝑛𝑡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IS_EMPTY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(Head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𝐻𝑒𝑎𝑑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 then</a:t>
                </a:r>
                <a:b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</a:b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𝑡𝑟𝑢𝑒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</m:oMath>
                </a14:m>
                <a:r>
                  <a:rPr lang="en-US" sz="2800" dirty="0"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𝑓𝑎𝑙𝑠𝑒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CLEAR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(Head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𝑤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h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𝑖𝑙𝑒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𝐻𝑒𝑎𝑑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br>
                  <a:rPr lang="en-US" sz="28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</a:b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𝐷𝐸𝑄𝑈𝐸𝑈𝐸</m:t>
                    </m:r>
                  </m:oMath>
                </a14:m>
                <a:r>
                  <a:rPr lang="en-US" sz="2800" b="0" i="0" dirty="0">
                    <a:latin typeface="+mj-lt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𝐻𝑒𝑎𝑑</m:t>
                        </m:r>
                      </m:e>
                    </m:d>
                  </m:oMath>
                </a14:m>
                <a:br>
                  <a:rPr lang="en-US" sz="28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</a:b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𝐻𝑒𝑎𝑑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r>
                  <a:rPr lang="en-US" sz="28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𝑇𝑎𝑖𝑙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endParaRPr lang="en-US" sz="28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</m:oMath>
                </a14:m>
                <a:endParaRPr lang="en-US" sz="28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675" t="-212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1949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Implementation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3218799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100" dirty="0"/>
                  <a:t>A Queue can be implemented using in multiple ways. </a:t>
                </a:r>
                <a:r>
                  <a:rPr lang="en-US" sz="3000" dirty="0"/>
                  <a:t>The first method requires only a head index and assumes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𝑡𝑎𝑖𝑙</m:t>
                    </m:r>
                  </m:oMath>
                </a14:m>
                <a:r>
                  <a:rPr lang="en-US" sz="3000" dirty="0"/>
                  <a:t> to be always 0.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Assume the following example using Array of size </a:t>
                </a:r>
                <a14:m>
                  <m:oMath xmlns:m="http://schemas.openxmlformats.org/officeDocument/2006/math"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/>
                  <a:t>. First element (</a:t>
                </a:r>
                <a:r>
                  <a:rPr lang="en-US" sz="3000" dirty="0" err="1"/>
                  <a:t>Hafs</a:t>
                </a:r>
                <a:r>
                  <a:rPr lang="en-US" sz="3000" dirty="0"/>
                  <a:t>) is enqueued at 0 index. Then two more elements are enqueued (Asra, then </a:t>
                </a:r>
                <a:r>
                  <a:rPr lang="en-US" sz="3000" dirty="0" err="1"/>
                  <a:t>Mohimin</a:t>
                </a:r>
                <a:r>
                  <a:rPr lang="en-US" sz="3000" dirty="0"/>
                  <a:t>) at the 0 index.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The Dequeue operation remains the same, i.e., always remove the element from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h𝑒𝑎𝑑</m:t>
                    </m:r>
                  </m:oMath>
                </a14:m>
                <a:r>
                  <a:rPr lang="en-US" sz="3000" dirty="0"/>
                  <a:t> index.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We eliminated the need for a tail index. But the disadvantage is that all existing elements need to be pushed a step further before each Enqueue operation. Making it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000" dirty="0"/>
                  <a:t> expensive.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3218799"/>
              </a:xfrm>
              <a:prstGeom prst="rect">
                <a:avLst/>
              </a:prstGeom>
              <a:blipFill>
                <a:blip r:embed="rId3"/>
                <a:stretch>
                  <a:fillRect l="-675" t="-1515" r="-31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8AFDD5EB-D614-C03D-504E-9A8E747F8716}"/>
              </a:ext>
            </a:extLst>
          </p:cNvPr>
          <p:cNvGrpSpPr/>
          <p:nvPr/>
        </p:nvGrpSpPr>
        <p:grpSpPr>
          <a:xfrm>
            <a:off x="3158192" y="4747238"/>
            <a:ext cx="2625580" cy="738664"/>
            <a:chOff x="973858" y="2071918"/>
            <a:chExt cx="2625580" cy="738664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6284FF4B-3FD2-6925-02BF-7428100ED55A}"/>
                </a:ext>
              </a:extLst>
            </p:cNvPr>
            <p:cNvGrpSpPr/>
            <p:nvPr/>
          </p:nvGrpSpPr>
          <p:grpSpPr>
            <a:xfrm>
              <a:off x="973858" y="2071918"/>
              <a:ext cx="1608083" cy="738664"/>
              <a:chOff x="1345323" y="1944414"/>
              <a:chExt cx="1608083" cy="738664"/>
            </a:xfrm>
          </p:grpSpPr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8017A49-474D-FF4D-8BE3-EDA29CB73762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Hafs</a:t>
                </a:r>
                <a:endParaRPr lang="en-US" dirty="0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FC68987-1291-80DB-C814-55C51ADCA72F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C3C9CB2-114E-D07B-25BB-DF7B18E03EC1}"/>
                </a:ext>
              </a:extLst>
            </p:cNvPr>
            <p:cNvSpPr txBox="1"/>
            <p:nvPr/>
          </p:nvSpPr>
          <p:spPr>
            <a:xfrm>
              <a:off x="2916238" y="2441250"/>
              <a:ext cx="683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Head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FF475BE-EFBC-0DBA-F90F-67FFD315D42E}"/>
              </a:ext>
            </a:extLst>
          </p:cNvPr>
          <p:cNvGrpSpPr/>
          <p:nvPr/>
        </p:nvGrpSpPr>
        <p:grpSpPr>
          <a:xfrm>
            <a:off x="3158192" y="5679719"/>
            <a:ext cx="5875616" cy="738664"/>
            <a:chOff x="973858" y="3141756"/>
            <a:chExt cx="5875616" cy="738664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A0382DBE-F9FC-2531-34AD-F3E7EACF5F1E}"/>
                </a:ext>
              </a:extLst>
            </p:cNvPr>
            <p:cNvGrpSpPr/>
            <p:nvPr/>
          </p:nvGrpSpPr>
          <p:grpSpPr>
            <a:xfrm>
              <a:off x="973858" y="3141756"/>
              <a:ext cx="1608083" cy="738664"/>
              <a:chOff x="1345323" y="1944414"/>
              <a:chExt cx="1608083" cy="738664"/>
            </a:xfrm>
          </p:grpSpPr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F6084E0-54E9-C827-0F8B-8E96A7C761DD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Mohimin</a:t>
                </a:r>
                <a:endParaRPr lang="en-US" dirty="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B36B28D-39A8-55B6-60B3-85B767EC94FB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68C80BCA-12DB-C5D9-6600-C4CDDB76037E}"/>
                </a:ext>
              </a:extLst>
            </p:cNvPr>
            <p:cNvGrpSpPr/>
            <p:nvPr/>
          </p:nvGrpSpPr>
          <p:grpSpPr>
            <a:xfrm>
              <a:off x="2590085" y="3141756"/>
              <a:ext cx="1608083" cy="738664"/>
              <a:chOff x="1069687" y="1944414"/>
              <a:chExt cx="1608083" cy="738664"/>
            </a:xfrm>
          </p:grpSpPr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B2686BC-A613-FF11-6A9D-EB36234DC16C}"/>
                  </a:ext>
                </a:extLst>
              </p:cNvPr>
              <p:cNvSpPr txBox="1"/>
              <p:nvPr/>
            </p:nvSpPr>
            <p:spPr>
              <a:xfrm>
                <a:off x="1069687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Asra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53D4C431-E0BC-789B-88D3-F5D796F20A12}"/>
                  </a:ext>
                </a:extLst>
              </p:cNvPr>
              <p:cNvSpPr txBox="1"/>
              <p:nvPr/>
            </p:nvSpPr>
            <p:spPr>
              <a:xfrm>
                <a:off x="1069688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FA821C4E-B9F1-21C3-458F-B7B324C1F817}"/>
                </a:ext>
              </a:extLst>
            </p:cNvPr>
            <p:cNvGrpSpPr/>
            <p:nvPr/>
          </p:nvGrpSpPr>
          <p:grpSpPr>
            <a:xfrm>
              <a:off x="4206312" y="3141756"/>
              <a:ext cx="1608083" cy="738664"/>
              <a:chOff x="794051" y="1944414"/>
              <a:chExt cx="1608083" cy="738664"/>
            </a:xfrm>
          </p:grpSpPr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99BDCAF8-DC93-D572-DA16-2806C9F7C9AA}"/>
                  </a:ext>
                </a:extLst>
              </p:cNvPr>
              <p:cNvSpPr txBox="1"/>
              <p:nvPr/>
            </p:nvSpPr>
            <p:spPr>
              <a:xfrm>
                <a:off x="794051" y="1944414"/>
                <a:ext cx="1608083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Hafs</a:t>
                </a:r>
                <a:endParaRPr lang="en-US" dirty="0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546095E-991E-3289-F2C0-8A1D76A45A21}"/>
                  </a:ext>
                </a:extLst>
              </p:cNvPr>
              <p:cNvSpPr txBox="1"/>
              <p:nvPr/>
            </p:nvSpPr>
            <p:spPr>
              <a:xfrm>
                <a:off x="794052" y="2313746"/>
                <a:ext cx="1608082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3801FBC-8A21-DAA2-95F5-A8E7D6FBF151}"/>
                </a:ext>
              </a:extLst>
            </p:cNvPr>
            <p:cNvSpPr txBox="1"/>
            <p:nvPr/>
          </p:nvSpPr>
          <p:spPr>
            <a:xfrm>
              <a:off x="6166274" y="3511088"/>
              <a:ext cx="683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Head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D83E971B-0F3D-4E00-B4A4-C9E6CBDBA5FB}"/>
              </a:ext>
            </a:extLst>
          </p:cNvPr>
          <p:cNvCxnSpPr>
            <a:stCxn id="94" idx="1"/>
            <a:endCxn id="96" idx="3"/>
          </p:cNvCxnSpPr>
          <p:nvPr/>
        </p:nvCxnSpPr>
        <p:spPr>
          <a:xfrm flipH="1">
            <a:off x="4766275" y="5301236"/>
            <a:ext cx="3342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E218D9EB-E58D-166C-8764-794115FE12E4}"/>
              </a:ext>
            </a:extLst>
          </p:cNvPr>
          <p:cNvCxnSpPr>
            <a:stCxn id="102" idx="1"/>
            <a:endCxn id="106" idx="3"/>
          </p:cNvCxnSpPr>
          <p:nvPr/>
        </p:nvCxnSpPr>
        <p:spPr>
          <a:xfrm flipH="1">
            <a:off x="7998729" y="6233717"/>
            <a:ext cx="3518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73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Implementation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3827651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Second method involves both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h𝑒𝑎𝑑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𝑡𝑎𝑖𝑙</m:t>
                    </m:r>
                  </m:oMath>
                </a14:m>
                <a:r>
                  <a:rPr lang="en-US" sz="3000" dirty="0"/>
                  <a:t> indices.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As the first element (</a:t>
                </a:r>
                <a:r>
                  <a:rPr lang="en-US" sz="3000" dirty="0" err="1"/>
                  <a:t>Hafs</a:t>
                </a:r>
                <a:r>
                  <a:rPr lang="en-US" sz="3000" dirty="0"/>
                  <a:t>) is enqueued at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𝑡𝑎𝑖𝑙</m:t>
                    </m:r>
                  </m:oMath>
                </a14:m>
                <a:r>
                  <a:rPr lang="en-US" sz="3000" dirty="0"/>
                  <a:t>. At which point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h𝑒𝑎𝑑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𝑡𝑎𝑖𝑙</m:t>
                    </m:r>
                  </m:oMath>
                </a14:m>
                <a:r>
                  <a:rPr lang="en-US" sz="30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When more elements (Asra, then </a:t>
                </a:r>
                <a:r>
                  <a:rPr lang="en-US" sz="3000" dirty="0" err="1"/>
                  <a:t>Mohimin</a:t>
                </a:r>
                <a:r>
                  <a:rPr lang="en-US" sz="3000" dirty="0"/>
                  <a:t>) are enqueued, the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𝑡𝑎𝑖𝑙</m:t>
                    </m:r>
                  </m:oMath>
                </a14:m>
                <a:r>
                  <a:rPr lang="en-US" sz="3000" dirty="0"/>
                  <a:t> index is moved further. Therefore, the new elements are always appended at the end. Now the Enqueue operation will be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30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When we Dequeue an element, then the node at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h𝑒𝑎𝑑</m:t>
                    </m:r>
                  </m:oMath>
                </a14:m>
                <a:r>
                  <a:rPr lang="en-US" sz="3000" dirty="0"/>
                  <a:t> index will be removed and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h𝑒𝑎𝑑</m:t>
                    </m:r>
                  </m:oMath>
                </a14:m>
                <a:r>
                  <a:rPr lang="en-US" sz="3000" dirty="0"/>
                  <a:t> will be incremented. Now both Enqueue and Dequeue are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30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But there is still a problem…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3827651"/>
              </a:xfrm>
              <a:prstGeom prst="rect">
                <a:avLst/>
              </a:prstGeom>
              <a:blipFill>
                <a:blip r:embed="rId3"/>
                <a:stretch>
                  <a:fillRect l="-778" t="-1274" b="-270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6D373018-1D02-897E-145C-1A033D391303}"/>
              </a:ext>
            </a:extLst>
          </p:cNvPr>
          <p:cNvGrpSpPr/>
          <p:nvPr/>
        </p:nvGrpSpPr>
        <p:grpSpPr>
          <a:xfrm>
            <a:off x="2733861" y="5562600"/>
            <a:ext cx="6724278" cy="738664"/>
            <a:chOff x="54525" y="5679719"/>
            <a:chExt cx="6724278" cy="738664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A0382DBE-F9FC-2531-34AD-F3E7EACF5F1E}"/>
                </a:ext>
              </a:extLst>
            </p:cNvPr>
            <p:cNvGrpSpPr/>
            <p:nvPr/>
          </p:nvGrpSpPr>
          <p:grpSpPr>
            <a:xfrm>
              <a:off x="1079325" y="5679719"/>
              <a:ext cx="1608083" cy="738664"/>
              <a:chOff x="1345323" y="1944414"/>
              <a:chExt cx="1608083" cy="738664"/>
            </a:xfrm>
          </p:grpSpPr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F6084E0-54E9-C827-0F8B-8E96A7C761DD}"/>
                  </a:ext>
                </a:extLst>
              </p:cNvPr>
              <p:cNvSpPr txBox="1"/>
              <p:nvPr/>
            </p:nvSpPr>
            <p:spPr>
              <a:xfrm>
                <a:off x="1345323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Hafs</a:t>
                </a:r>
                <a:endParaRPr lang="en-US" dirty="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B36B28D-39A8-55B6-60B3-85B767EC94FB}"/>
                  </a:ext>
                </a:extLst>
              </p:cNvPr>
              <p:cNvSpPr txBox="1"/>
              <p:nvPr/>
            </p:nvSpPr>
            <p:spPr>
              <a:xfrm>
                <a:off x="1345324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68C80BCA-12DB-C5D9-6600-C4CDDB76037E}"/>
                </a:ext>
              </a:extLst>
            </p:cNvPr>
            <p:cNvGrpSpPr/>
            <p:nvPr/>
          </p:nvGrpSpPr>
          <p:grpSpPr>
            <a:xfrm>
              <a:off x="2695552" y="5679719"/>
              <a:ext cx="1608083" cy="738664"/>
              <a:chOff x="1069687" y="1944414"/>
              <a:chExt cx="1608083" cy="738664"/>
            </a:xfrm>
          </p:grpSpPr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B2686BC-A613-FF11-6A9D-EB36234DC16C}"/>
                  </a:ext>
                </a:extLst>
              </p:cNvPr>
              <p:cNvSpPr txBox="1"/>
              <p:nvPr/>
            </p:nvSpPr>
            <p:spPr>
              <a:xfrm>
                <a:off x="1069687" y="1944414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Asra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53D4C431-E0BC-789B-88D3-F5D796F20A12}"/>
                  </a:ext>
                </a:extLst>
              </p:cNvPr>
              <p:cNvSpPr txBox="1"/>
              <p:nvPr/>
            </p:nvSpPr>
            <p:spPr>
              <a:xfrm>
                <a:off x="1069688" y="2313746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FA821C4E-B9F1-21C3-458F-B7B324C1F817}"/>
                </a:ext>
              </a:extLst>
            </p:cNvPr>
            <p:cNvGrpSpPr/>
            <p:nvPr/>
          </p:nvGrpSpPr>
          <p:grpSpPr>
            <a:xfrm>
              <a:off x="4311779" y="5679719"/>
              <a:ext cx="1608083" cy="738664"/>
              <a:chOff x="794051" y="1944414"/>
              <a:chExt cx="1608083" cy="738664"/>
            </a:xfrm>
          </p:grpSpPr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99BDCAF8-DC93-D572-DA16-2806C9F7C9AA}"/>
                  </a:ext>
                </a:extLst>
              </p:cNvPr>
              <p:cNvSpPr txBox="1"/>
              <p:nvPr/>
            </p:nvSpPr>
            <p:spPr>
              <a:xfrm>
                <a:off x="794051" y="1944414"/>
                <a:ext cx="1608083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Mohimin</a:t>
                </a:r>
                <a:endParaRPr lang="en-US" dirty="0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546095E-991E-3289-F2C0-8A1D76A45A21}"/>
                  </a:ext>
                </a:extLst>
              </p:cNvPr>
              <p:cNvSpPr txBox="1"/>
              <p:nvPr/>
            </p:nvSpPr>
            <p:spPr>
              <a:xfrm>
                <a:off x="794052" y="2313746"/>
                <a:ext cx="1608082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3801FBC-8A21-DAA2-95F5-A8E7D6FBF151}"/>
                </a:ext>
              </a:extLst>
            </p:cNvPr>
            <p:cNvSpPr txBox="1"/>
            <p:nvPr/>
          </p:nvSpPr>
          <p:spPr>
            <a:xfrm>
              <a:off x="6271741" y="6049051"/>
              <a:ext cx="5070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Tail</a:t>
              </a:r>
            </a:p>
          </p:txBody>
        </p: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E218D9EB-E58D-166C-8764-794115FE12E4}"/>
                </a:ext>
              </a:extLst>
            </p:cNvPr>
            <p:cNvCxnSpPr>
              <a:stCxn id="102" idx="1"/>
              <a:endCxn id="106" idx="3"/>
            </p:cNvCxnSpPr>
            <p:nvPr/>
          </p:nvCxnSpPr>
          <p:spPr>
            <a:xfrm flipH="1">
              <a:off x="5919862" y="6233717"/>
              <a:ext cx="35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DAB1C7-1E85-9A11-AF4F-BA89CE87BA18}"/>
                </a:ext>
              </a:extLst>
            </p:cNvPr>
            <p:cNvSpPr txBox="1"/>
            <p:nvPr/>
          </p:nvSpPr>
          <p:spPr>
            <a:xfrm>
              <a:off x="54525" y="6049051"/>
              <a:ext cx="683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Head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57C45F0-67F1-A7FA-02BD-786D3D970CCC}"/>
                </a:ext>
              </a:extLst>
            </p:cNvPr>
            <p:cNvCxnSpPr>
              <a:cxnSpLocks/>
              <a:stCxn id="6" idx="3"/>
              <a:endCxn id="110" idx="1"/>
            </p:cNvCxnSpPr>
            <p:nvPr/>
          </p:nvCxnSpPr>
          <p:spPr>
            <a:xfrm>
              <a:off x="737725" y="6233717"/>
              <a:ext cx="3416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903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Implementation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4942830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Imagine initializing the Queue with array of size 4 and: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800" dirty="0"/>
                  <a:t>Enqueue 4 elements (</a:t>
                </a:r>
                <a:r>
                  <a:rPr lang="en-US" sz="2800" dirty="0" err="1"/>
                  <a:t>Hafs</a:t>
                </a:r>
                <a:r>
                  <a:rPr lang="en-US" sz="2800" dirty="0"/>
                  <a:t>, Asra, </a:t>
                </a:r>
                <a:r>
                  <a:rPr lang="en-US" sz="2800" dirty="0" err="1"/>
                  <a:t>Mohimin</a:t>
                </a:r>
                <a:r>
                  <a:rPr lang="en-US" sz="2800" dirty="0"/>
                  <a:t>, </a:t>
                </a:r>
                <a:r>
                  <a:rPr lang="en-US" sz="2800" dirty="0" err="1"/>
                  <a:t>Shahzaman</a:t>
                </a:r>
                <a:r>
                  <a:rPr lang="en-US" sz="2800" dirty="0"/>
                  <a:t>). Tail moves to 3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800" dirty="0"/>
                  <a:t>Dequeue first tow element (</a:t>
                </a:r>
                <a:r>
                  <a:rPr lang="en-US" sz="2800" dirty="0" err="1"/>
                  <a:t>Hafs</a:t>
                </a:r>
                <a:r>
                  <a:rPr lang="en-US" sz="2800" dirty="0"/>
                  <a:t>, Asra). Head moves to 2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800" dirty="0"/>
                  <a:t>Try to Enqueue another element (Omar Baig)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Even though there is space available for 2 elements, we will get an Overflow error because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𝑡𝑎𝑖𝑙</m:t>
                    </m:r>
                  </m:oMath>
                </a14:m>
                <a:r>
                  <a:rPr lang="en-US" sz="3000" dirty="0"/>
                  <a:t> is already at the last index.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Resolution! If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𝑡𝑎𝑖𝑙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h𝑒𝑎𝑑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3000" dirty="0"/>
                  <a:t>, then move all elements to their current position to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000" dirty="0"/>
                  <a:t> positions back. Where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h𝑒𝑎𝑑</m:t>
                    </m:r>
                  </m:oMath>
                </a14:m>
                <a:r>
                  <a:rPr lang="en-US" sz="30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For example, if the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h𝑒𝑎𝑑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3000" dirty="0"/>
                  <a:t>, then jump each element 3 steps back.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4942830"/>
              </a:xfrm>
              <a:prstGeom prst="rect">
                <a:avLst/>
              </a:prstGeom>
              <a:blipFill>
                <a:blip r:embed="rId3"/>
                <a:stretch>
                  <a:fillRect l="-882" t="-740" r="-119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37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Implementation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263E04B-9D9C-CD25-BFC6-DB08A2ABB0D1}"/>
              </a:ext>
            </a:extLst>
          </p:cNvPr>
          <p:cNvGrpSpPr/>
          <p:nvPr/>
        </p:nvGrpSpPr>
        <p:grpSpPr>
          <a:xfrm>
            <a:off x="412970" y="1511409"/>
            <a:ext cx="11222118" cy="1109332"/>
            <a:chOff x="412970" y="1511409"/>
            <a:chExt cx="11222118" cy="110933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F418315-9F02-C6E4-D682-54610C2951EA}"/>
                </a:ext>
              </a:extLst>
            </p:cNvPr>
            <p:cNvGrpSpPr/>
            <p:nvPr/>
          </p:nvGrpSpPr>
          <p:grpSpPr>
            <a:xfrm>
              <a:off x="412970" y="1511409"/>
              <a:ext cx="6448620" cy="1109332"/>
              <a:chOff x="220384" y="1511409"/>
              <a:chExt cx="6448620" cy="110933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5210BC-8CD4-0B1D-89E2-BC2BDCC8A125}"/>
                  </a:ext>
                </a:extLst>
              </p:cNvPr>
              <p:cNvSpPr txBox="1"/>
              <p:nvPr/>
            </p:nvSpPr>
            <p:spPr>
              <a:xfrm>
                <a:off x="220384" y="1882077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Hafs</a:t>
                </a:r>
                <a:endParaRPr 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ECDF7F-D26F-A833-0D20-91948EAF7C2A}"/>
                  </a:ext>
                </a:extLst>
              </p:cNvPr>
              <p:cNvSpPr txBox="1"/>
              <p:nvPr/>
            </p:nvSpPr>
            <p:spPr>
              <a:xfrm>
                <a:off x="220385" y="2251409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DD981D-31F6-DFF1-3179-509A63BF25C7}"/>
                  </a:ext>
                </a:extLst>
              </p:cNvPr>
              <p:cNvSpPr txBox="1"/>
              <p:nvPr/>
            </p:nvSpPr>
            <p:spPr>
              <a:xfrm>
                <a:off x="1836611" y="1882077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Asra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A4308EC-A091-15BA-1B2B-499227EB2506}"/>
                  </a:ext>
                </a:extLst>
              </p:cNvPr>
              <p:cNvSpPr txBox="1"/>
              <p:nvPr/>
            </p:nvSpPr>
            <p:spPr>
              <a:xfrm>
                <a:off x="1836612" y="2251409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1108F9-26C0-205B-CB81-70D8BD560394}"/>
                  </a:ext>
                </a:extLst>
              </p:cNvPr>
              <p:cNvSpPr txBox="1"/>
              <p:nvPr/>
            </p:nvSpPr>
            <p:spPr>
              <a:xfrm>
                <a:off x="3452838" y="1882077"/>
                <a:ext cx="1608083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Mohimin</a:t>
                </a:r>
                <a:endParaRPr lang="en-US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679E1B-6251-E108-0D61-EDF94E7E22A9}"/>
                  </a:ext>
                </a:extLst>
              </p:cNvPr>
              <p:cNvSpPr txBox="1"/>
              <p:nvPr/>
            </p:nvSpPr>
            <p:spPr>
              <a:xfrm>
                <a:off x="3452839" y="2251409"/>
                <a:ext cx="1608082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3E6AD68-46F0-B484-B3C4-AED030A36BB6}"/>
                  </a:ext>
                </a:extLst>
              </p:cNvPr>
              <p:cNvSpPr txBox="1"/>
              <p:nvPr/>
            </p:nvSpPr>
            <p:spPr>
              <a:xfrm>
                <a:off x="5609743" y="1511409"/>
                <a:ext cx="507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Tail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FAF22A7-D2A1-D61F-03EC-31F283A31C0A}"/>
                  </a:ext>
                </a:extLst>
              </p:cNvPr>
              <p:cNvSpPr txBox="1"/>
              <p:nvPr/>
            </p:nvSpPr>
            <p:spPr>
              <a:xfrm>
                <a:off x="687742" y="1511409"/>
                <a:ext cx="6832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Head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E680FD-D0E4-8260-DA90-A45204BCDDDB}"/>
                  </a:ext>
                </a:extLst>
              </p:cNvPr>
              <p:cNvSpPr txBox="1"/>
              <p:nvPr/>
            </p:nvSpPr>
            <p:spPr>
              <a:xfrm>
                <a:off x="5060921" y="1882077"/>
                <a:ext cx="1608083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 err="1"/>
                  <a:t>Shahzaman</a:t>
                </a:r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375345-CB2C-C090-8F3F-7127034BAC95}"/>
                  </a:ext>
                </a:extLst>
              </p:cNvPr>
              <p:cNvSpPr txBox="1"/>
              <p:nvPr/>
            </p:nvSpPr>
            <p:spPr>
              <a:xfrm>
                <a:off x="5060922" y="2251409"/>
                <a:ext cx="1608082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F91D4EB-AB25-E435-0FBB-09A1E9A881AD}"/>
                </a:ext>
              </a:extLst>
            </p:cNvPr>
            <p:cNvSpPr txBox="1"/>
            <p:nvPr/>
          </p:nvSpPr>
          <p:spPr>
            <a:xfrm>
              <a:off x="6975672" y="1925203"/>
              <a:ext cx="4659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Enqueued 4 elements.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54C775F-C841-881E-2224-C24567C33621}"/>
              </a:ext>
            </a:extLst>
          </p:cNvPr>
          <p:cNvGrpSpPr/>
          <p:nvPr/>
        </p:nvGrpSpPr>
        <p:grpSpPr>
          <a:xfrm>
            <a:off x="412970" y="2781550"/>
            <a:ext cx="11222119" cy="1109332"/>
            <a:chOff x="412970" y="2781550"/>
            <a:chExt cx="11222119" cy="110933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63CEC76-2FDC-23B7-4BA5-D600BFCE0D28}"/>
                </a:ext>
              </a:extLst>
            </p:cNvPr>
            <p:cNvGrpSpPr/>
            <p:nvPr/>
          </p:nvGrpSpPr>
          <p:grpSpPr>
            <a:xfrm>
              <a:off x="412970" y="2781550"/>
              <a:ext cx="6448620" cy="1109332"/>
              <a:chOff x="220384" y="1511409"/>
              <a:chExt cx="6448620" cy="1109332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62E291-01A8-771B-16ED-457613EE1A8E}"/>
                  </a:ext>
                </a:extLst>
              </p:cNvPr>
              <p:cNvSpPr txBox="1"/>
              <p:nvPr/>
            </p:nvSpPr>
            <p:spPr>
              <a:xfrm>
                <a:off x="220384" y="1882077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F5396F0-85F0-121C-6470-1880B2F7FA65}"/>
                  </a:ext>
                </a:extLst>
              </p:cNvPr>
              <p:cNvSpPr txBox="1"/>
              <p:nvPr/>
            </p:nvSpPr>
            <p:spPr>
              <a:xfrm>
                <a:off x="220385" y="2251409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46CAE8-8A97-0FC8-63B3-A33CFE089100}"/>
                  </a:ext>
                </a:extLst>
              </p:cNvPr>
              <p:cNvSpPr txBox="1"/>
              <p:nvPr/>
            </p:nvSpPr>
            <p:spPr>
              <a:xfrm>
                <a:off x="1836611" y="1882077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B3D294E-7E36-A812-7001-1E0A8DCEBF54}"/>
                  </a:ext>
                </a:extLst>
              </p:cNvPr>
              <p:cNvSpPr txBox="1"/>
              <p:nvPr/>
            </p:nvSpPr>
            <p:spPr>
              <a:xfrm>
                <a:off x="1836612" y="2251409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61C5037-77BC-B340-9CCE-BBC47170DBAC}"/>
                  </a:ext>
                </a:extLst>
              </p:cNvPr>
              <p:cNvSpPr txBox="1"/>
              <p:nvPr/>
            </p:nvSpPr>
            <p:spPr>
              <a:xfrm>
                <a:off x="3452838" y="1882077"/>
                <a:ext cx="1608083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Mohimin</a:t>
                </a:r>
                <a:endParaRPr lang="en-US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D808123-AD8C-4415-F0CA-FB968A780E93}"/>
                  </a:ext>
                </a:extLst>
              </p:cNvPr>
              <p:cNvSpPr txBox="1"/>
              <p:nvPr/>
            </p:nvSpPr>
            <p:spPr>
              <a:xfrm>
                <a:off x="3452839" y="2251409"/>
                <a:ext cx="1608082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CCC21C1-A11B-E6DE-7150-6A40FDBAD999}"/>
                  </a:ext>
                </a:extLst>
              </p:cNvPr>
              <p:cNvSpPr txBox="1"/>
              <p:nvPr/>
            </p:nvSpPr>
            <p:spPr>
              <a:xfrm>
                <a:off x="5609743" y="1511409"/>
                <a:ext cx="507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Tail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5DD74A2-D9BF-1EBC-F6F0-24AB1D85BF92}"/>
                  </a:ext>
                </a:extLst>
              </p:cNvPr>
              <p:cNvSpPr txBox="1"/>
              <p:nvPr/>
            </p:nvSpPr>
            <p:spPr>
              <a:xfrm>
                <a:off x="3915280" y="1511409"/>
                <a:ext cx="6832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Head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73CC4C9-6366-80C0-4269-0734F52A6503}"/>
                  </a:ext>
                </a:extLst>
              </p:cNvPr>
              <p:cNvSpPr txBox="1"/>
              <p:nvPr/>
            </p:nvSpPr>
            <p:spPr>
              <a:xfrm>
                <a:off x="5060921" y="1882077"/>
                <a:ext cx="1608083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 err="1"/>
                  <a:t>Shahzaman</a:t>
                </a:r>
                <a:endParaRPr lang="en-US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5A5125C-D4D4-FDAD-9D75-D929640B095E}"/>
                  </a:ext>
                </a:extLst>
              </p:cNvPr>
              <p:cNvSpPr txBox="1"/>
              <p:nvPr/>
            </p:nvSpPr>
            <p:spPr>
              <a:xfrm>
                <a:off x="5060922" y="2251409"/>
                <a:ext cx="1608082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04F467B-93F3-12EE-F084-26455E228FFC}"/>
                </a:ext>
              </a:extLst>
            </p:cNvPr>
            <p:cNvSpPr txBox="1"/>
            <p:nvPr/>
          </p:nvSpPr>
          <p:spPr>
            <a:xfrm>
              <a:off x="6975673" y="3195344"/>
              <a:ext cx="4659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Dequeued 2 times.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26BD650-D5E7-6961-F0E9-27F6B7E05DCF}"/>
              </a:ext>
            </a:extLst>
          </p:cNvPr>
          <p:cNvGrpSpPr/>
          <p:nvPr/>
        </p:nvGrpSpPr>
        <p:grpSpPr>
          <a:xfrm>
            <a:off x="412970" y="4057693"/>
            <a:ext cx="11231843" cy="1109332"/>
            <a:chOff x="412970" y="4057693"/>
            <a:chExt cx="11231843" cy="110933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53A9A78-5032-4C91-F36D-FC661EA4E330}"/>
                </a:ext>
              </a:extLst>
            </p:cNvPr>
            <p:cNvGrpSpPr/>
            <p:nvPr/>
          </p:nvGrpSpPr>
          <p:grpSpPr>
            <a:xfrm>
              <a:off x="412970" y="4057693"/>
              <a:ext cx="6448620" cy="1109332"/>
              <a:chOff x="220384" y="1511409"/>
              <a:chExt cx="6448620" cy="110933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D767220-4206-ABD3-A1C3-8FE3C63C707E}"/>
                  </a:ext>
                </a:extLst>
              </p:cNvPr>
              <p:cNvSpPr txBox="1"/>
              <p:nvPr/>
            </p:nvSpPr>
            <p:spPr>
              <a:xfrm>
                <a:off x="220384" y="1882077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Mohimin</a:t>
                </a:r>
                <a:endParaRPr lang="en-US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7372231-3BD5-1AD6-8F70-FB8240378604}"/>
                  </a:ext>
                </a:extLst>
              </p:cNvPr>
              <p:cNvSpPr txBox="1"/>
              <p:nvPr/>
            </p:nvSpPr>
            <p:spPr>
              <a:xfrm>
                <a:off x="220385" y="2251409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AAEB2F6-CC29-0381-B00A-CBE71D31A77C}"/>
                  </a:ext>
                </a:extLst>
              </p:cNvPr>
              <p:cNvSpPr txBox="1"/>
              <p:nvPr/>
            </p:nvSpPr>
            <p:spPr>
              <a:xfrm>
                <a:off x="1836611" y="1882077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 err="1"/>
                  <a:t>Shahzaman</a:t>
                </a:r>
                <a:endParaRPr lang="en-US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E9EFDF4-C13A-BA0F-FAA6-E85D855C6D4F}"/>
                  </a:ext>
                </a:extLst>
              </p:cNvPr>
              <p:cNvSpPr txBox="1"/>
              <p:nvPr/>
            </p:nvSpPr>
            <p:spPr>
              <a:xfrm>
                <a:off x="1836612" y="2251409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A34900F-A6DF-D67C-70C4-CAEBCB7AA3E9}"/>
                  </a:ext>
                </a:extLst>
              </p:cNvPr>
              <p:cNvSpPr txBox="1"/>
              <p:nvPr/>
            </p:nvSpPr>
            <p:spPr>
              <a:xfrm>
                <a:off x="3452838" y="1882077"/>
                <a:ext cx="1608083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EB90A3F-FC6E-DDF9-CD8B-A233611C8556}"/>
                  </a:ext>
                </a:extLst>
              </p:cNvPr>
              <p:cNvSpPr txBox="1"/>
              <p:nvPr/>
            </p:nvSpPr>
            <p:spPr>
              <a:xfrm>
                <a:off x="3452839" y="2251409"/>
                <a:ext cx="1608082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3B5DB6C-DAE4-CD71-8672-DAF2CABA0FBF}"/>
                  </a:ext>
                </a:extLst>
              </p:cNvPr>
              <p:cNvSpPr txBox="1"/>
              <p:nvPr/>
            </p:nvSpPr>
            <p:spPr>
              <a:xfrm>
                <a:off x="2387121" y="1511409"/>
                <a:ext cx="507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Tail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2ED77BA-3CBE-6880-FB54-9D7793E8B435}"/>
                  </a:ext>
                </a:extLst>
              </p:cNvPr>
              <p:cNvSpPr txBox="1"/>
              <p:nvPr/>
            </p:nvSpPr>
            <p:spPr>
              <a:xfrm>
                <a:off x="687742" y="1511409"/>
                <a:ext cx="6832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Head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359C8FF-C504-1DB5-7995-0214E32502D4}"/>
                  </a:ext>
                </a:extLst>
              </p:cNvPr>
              <p:cNvSpPr txBox="1"/>
              <p:nvPr/>
            </p:nvSpPr>
            <p:spPr>
              <a:xfrm>
                <a:off x="5060921" y="1882077"/>
                <a:ext cx="1608083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601F0A8-EB1D-CA2D-55EA-4DC800A0EE4B}"/>
                  </a:ext>
                </a:extLst>
              </p:cNvPr>
              <p:cNvSpPr txBox="1"/>
              <p:nvPr/>
            </p:nvSpPr>
            <p:spPr>
              <a:xfrm>
                <a:off x="5060922" y="2251409"/>
                <a:ext cx="1608082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C2387C9-F771-506F-9E2E-CCBEEF4BA503}"/>
                </a:ext>
              </a:extLst>
            </p:cNvPr>
            <p:cNvSpPr txBox="1"/>
            <p:nvPr/>
          </p:nvSpPr>
          <p:spPr>
            <a:xfrm>
              <a:off x="6985397" y="4474527"/>
              <a:ext cx="46594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Move elements to jump 2 positions backwards. The Arrays is again available for more Enqueues.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E1D58F-B8D7-B598-0421-CCDBA5F774FA}"/>
              </a:ext>
            </a:extLst>
          </p:cNvPr>
          <p:cNvGrpSpPr/>
          <p:nvPr/>
        </p:nvGrpSpPr>
        <p:grpSpPr>
          <a:xfrm>
            <a:off x="403245" y="5331187"/>
            <a:ext cx="11231842" cy="1109332"/>
            <a:chOff x="403245" y="5331187"/>
            <a:chExt cx="11231842" cy="1109332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AFE328ED-CF99-6348-B56A-27B46BEAFE28}"/>
                </a:ext>
              </a:extLst>
            </p:cNvPr>
            <p:cNvGrpSpPr/>
            <p:nvPr/>
          </p:nvGrpSpPr>
          <p:grpSpPr>
            <a:xfrm>
              <a:off x="403245" y="5331187"/>
              <a:ext cx="6448620" cy="1109332"/>
              <a:chOff x="220384" y="1511409"/>
              <a:chExt cx="6448620" cy="1109332"/>
            </a:xfrm>
          </p:grpSpPr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4A3044-BFD1-B0CA-9757-EAC75D0932EA}"/>
                  </a:ext>
                </a:extLst>
              </p:cNvPr>
              <p:cNvSpPr txBox="1"/>
              <p:nvPr/>
            </p:nvSpPr>
            <p:spPr>
              <a:xfrm>
                <a:off x="220384" y="1882077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Mohimin</a:t>
                </a:r>
                <a:endParaRPr lang="en-US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2316821-45BB-9A62-5BE4-BFCE2E091D3E}"/>
                  </a:ext>
                </a:extLst>
              </p:cNvPr>
              <p:cNvSpPr txBox="1"/>
              <p:nvPr/>
            </p:nvSpPr>
            <p:spPr>
              <a:xfrm>
                <a:off x="220385" y="2251409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486CDB8-4A0A-97E7-3BBB-75CF75161EDC}"/>
                  </a:ext>
                </a:extLst>
              </p:cNvPr>
              <p:cNvSpPr txBox="1"/>
              <p:nvPr/>
            </p:nvSpPr>
            <p:spPr>
              <a:xfrm>
                <a:off x="1836611" y="1882077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 err="1"/>
                  <a:t>Shahzaman</a:t>
                </a:r>
                <a:endParaRPr lang="en-US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C6FD250-B917-6155-6E9A-40F64B846CCA}"/>
                  </a:ext>
                </a:extLst>
              </p:cNvPr>
              <p:cNvSpPr txBox="1"/>
              <p:nvPr/>
            </p:nvSpPr>
            <p:spPr>
              <a:xfrm>
                <a:off x="1836612" y="2251409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E4F9ECD-E95F-E303-F2E4-CFA66B3F2CF9}"/>
                  </a:ext>
                </a:extLst>
              </p:cNvPr>
              <p:cNvSpPr txBox="1"/>
              <p:nvPr/>
            </p:nvSpPr>
            <p:spPr>
              <a:xfrm>
                <a:off x="3452838" y="1882077"/>
                <a:ext cx="1608083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Omar Baig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2F7FE57-4DDC-BECF-4B16-EA06ADF7847B}"/>
                  </a:ext>
                </a:extLst>
              </p:cNvPr>
              <p:cNvSpPr txBox="1"/>
              <p:nvPr/>
            </p:nvSpPr>
            <p:spPr>
              <a:xfrm>
                <a:off x="3452839" y="2251409"/>
                <a:ext cx="1608082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31DDB8C-6510-4D6A-204D-6139F0F8EA1B}"/>
                  </a:ext>
                </a:extLst>
              </p:cNvPr>
              <p:cNvSpPr txBox="1"/>
              <p:nvPr/>
            </p:nvSpPr>
            <p:spPr>
              <a:xfrm>
                <a:off x="4013073" y="1511409"/>
                <a:ext cx="507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Tail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4DE3D10-9D99-CD2A-5312-F0D3582108FE}"/>
                  </a:ext>
                </a:extLst>
              </p:cNvPr>
              <p:cNvSpPr txBox="1"/>
              <p:nvPr/>
            </p:nvSpPr>
            <p:spPr>
              <a:xfrm>
                <a:off x="687742" y="1511409"/>
                <a:ext cx="6832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Head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7D5961E-9810-B1B5-BD0B-A5FDB34B6726}"/>
                  </a:ext>
                </a:extLst>
              </p:cNvPr>
              <p:cNvSpPr txBox="1"/>
              <p:nvPr/>
            </p:nvSpPr>
            <p:spPr>
              <a:xfrm>
                <a:off x="5060921" y="1882077"/>
                <a:ext cx="1608083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AB9F71D-35DC-2242-D53D-87B8DE1529DA}"/>
                  </a:ext>
                </a:extLst>
              </p:cNvPr>
              <p:cNvSpPr txBox="1"/>
              <p:nvPr/>
            </p:nvSpPr>
            <p:spPr>
              <a:xfrm>
                <a:off x="5060922" y="2251409"/>
                <a:ext cx="1608082" cy="369332"/>
              </a:xfrm>
              <a:prstGeom prst="rect">
                <a:avLst/>
              </a:prstGeom>
              <a:ln w="12700">
                <a:solidFill>
                  <a:srgbClr val="01023B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C587C7D-B09D-9D8F-89CC-50A0DEDA1FBF}"/>
                </a:ext>
              </a:extLst>
            </p:cNvPr>
            <p:cNvSpPr txBox="1"/>
            <p:nvPr/>
          </p:nvSpPr>
          <p:spPr>
            <a:xfrm>
              <a:off x="6975671" y="5755967"/>
              <a:ext cx="4659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Enqueued another element as normal.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520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Array Implementation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5875616" cy="494283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In the previous example, there will still be additional time cost of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h𝑒𝑎𝑑</m:t>
                        </m:r>
                      </m:e>
                    </m:d>
                  </m:oMath>
                </a14:m>
                <a:r>
                  <a:rPr lang="en-US" sz="3000" dirty="0"/>
                  <a:t> whenever we readjust the elements and reset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h𝑒𝑎𝑑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𝑡𝑎𝑖𝑙</m:t>
                    </m:r>
                  </m:oMath>
                </a14:m>
                <a:r>
                  <a:rPr lang="en-US" sz="3000" dirty="0"/>
                  <a:t> indices.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Another method can be using Circular list strategy so that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𝑡𝑎𝑖𝑙</m:t>
                    </m:r>
                  </m:oMath>
                </a14:m>
                <a:r>
                  <a:rPr lang="en-US" sz="3000" dirty="0"/>
                  <a:t> can return back to index 0 whenever there’s space available at the start.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This way, we guarantee both Enqueue and Dequeue to be always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3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5875616" cy="4942830"/>
              </a:xfrm>
              <a:prstGeom prst="rect">
                <a:avLst/>
              </a:prstGeom>
              <a:blipFill>
                <a:blip r:embed="rId3"/>
                <a:stretch>
                  <a:fillRect l="-1556" t="-617" r="-197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C6AAE8F-5E6F-EA60-244D-FFB6278715AD}"/>
              </a:ext>
            </a:extLst>
          </p:cNvPr>
          <p:cNvGrpSpPr/>
          <p:nvPr/>
        </p:nvGrpSpPr>
        <p:grpSpPr>
          <a:xfrm>
            <a:off x="6177415" y="1738756"/>
            <a:ext cx="5875616" cy="4286410"/>
            <a:chOff x="6177415" y="1738756"/>
            <a:chExt cx="5875616" cy="4286410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3801FBC-8A21-DAA2-95F5-A8E7D6FBF151}"/>
                </a:ext>
              </a:extLst>
            </p:cNvPr>
            <p:cNvSpPr txBox="1"/>
            <p:nvPr/>
          </p:nvSpPr>
          <p:spPr>
            <a:xfrm>
              <a:off x="8773623" y="1738756"/>
              <a:ext cx="683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Head</a:t>
              </a:r>
            </a:p>
          </p:txBody>
        </p:sp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7F589E16-899F-75A2-8538-EFFBE216C9C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35438779"/>
                </p:ext>
              </p:extLst>
            </p:nvPr>
          </p:nvGraphicFramePr>
          <p:xfrm>
            <a:off x="6177415" y="2108088"/>
            <a:ext cx="5875616" cy="391707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63AC71-9ED9-E66C-37A9-2D00263E3FF0}"/>
                </a:ext>
              </a:extLst>
            </p:cNvPr>
            <p:cNvSpPr txBox="1"/>
            <p:nvPr/>
          </p:nvSpPr>
          <p:spPr>
            <a:xfrm rot="18307130">
              <a:off x="7181280" y="2724870"/>
              <a:ext cx="5070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Tail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412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Linked List Implementation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4942830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 Singly Linked List can be converted into a Queue with a few changes: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000" dirty="0"/>
                  <a:t>Instead of a single pointer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𝑠𝑡𝑎𝑟𝑡</m:t>
                    </m:r>
                  </m:oMath>
                </a14:m>
                <a:r>
                  <a:rPr lang="en-US" sz="3000" dirty="0"/>
                  <a:t>, we require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𝑒𝑎𝑑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𝑡𝑎𝑖𝑙</m:t>
                    </m:r>
                  </m:oMath>
                </a14:m>
                <a:r>
                  <a:rPr lang="en-US" sz="3000" dirty="0"/>
                  <a:t> pointers.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000" dirty="0"/>
                  <a:t>INSERT will be renamed to ENQUEUE and when a new node is created,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𝑡𝑎𝑖𝑙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𝑛𝑒𝑥𝑡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𝑛𝑒𝑤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𝑡𝑎𝑖𝑙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𝑛𝑒𝑤</m:t>
                    </m:r>
                  </m:oMath>
                </a14:m>
                <a:r>
                  <a:rPr lang="en-US" sz="3000" dirty="0"/>
                  <a:t> are executed.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000" dirty="0"/>
                  <a:t>IS_EMPTY, CLEAR and PEEK are implemented.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000" dirty="0"/>
                  <a:t>DEQUEUE is implemented, while making sure that when an element is Dequeued,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𝑒𝑎𝑑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𝑒𝑎𝑑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𝑛𝑒𝑥𝑡</m:t>
                    </m:r>
                  </m:oMath>
                </a14:m>
                <a:r>
                  <a:rPr lang="en-US" sz="3000" dirty="0"/>
                  <a:t> is executed.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000" dirty="0"/>
                  <a:t>Everything else is removed.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4942830"/>
              </a:xfrm>
              <a:prstGeom prst="rect">
                <a:avLst/>
              </a:prstGeom>
              <a:blipFill>
                <a:blip r:embed="rId3"/>
                <a:stretch>
                  <a:fillRect l="-1245" t="-1110" r="-57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8064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Complexity Analysis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 terms of time complexity, Queues are same as Stacks with low complexity for frequent operations. Only the CLEAR/DESTROY operation is expensive: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ENQUEUE: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since the new element always inserts at the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𝑡𝑎𝑖𝑙</m:t>
                    </m:r>
                  </m:oMath>
                </a14:m>
                <a:r>
                  <a:rPr lang="en-US" sz="30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DEQUEUE: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since the element at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𝑒𝑎𝑑</m:t>
                    </m:r>
                  </m:oMath>
                </a14:m>
                <a:r>
                  <a:rPr lang="en-US" sz="3000" dirty="0"/>
                  <a:t> is fetched and removed.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PEEK: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since only the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𝑒𝑎𝑑</m:t>
                    </m:r>
                  </m:oMath>
                </a14:m>
                <a:r>
                  <a:rPr lang="en-US" sz="3000" dirty="0"/>
                  <a:t> element is read.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IS_EMPTY: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as we only check if the </a:t>
                </a:r>
                <a14:m>
                  <m:oMath xmlns:m="http://schemas.openxmlformats.org/officeDocument/2006/math"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𝑒𝑎𝑑</m:t>
                    </m:r>
                  </m:oMath>
                </a14:m>
                <a:r>
                  <a:rPr lang="en-US" sz="3000" dirty="0"/>
                  <a:t> is null.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CLEAR: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as we need to de-allocate memory for all elements.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42" t="-1122" b="-336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810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In real life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200" dirty="0"/>
              <a:t>Check out counters at Super marts where customers form a queue.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There are more than one check out counters, but for each counter the customers form a queue to pay for their grocery.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payment and packaging are done sequentially for each customer irrespective of the items in their trolley.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Every new customer joins the queue from the rear.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customer at the front is served.</a:t>
            </a:r>
          </a:p>
        </p:txBody>
      </p:sp>
    </p:spTree>
    <p:extLst>
      <p:ext uri="{BB962C8B-B14F-4D97-AF65-F5344CB8AC3E}">
        <p14:creationId xmlns:p14="http://schemas.microsoft.com/office/powerpoint/2010/main" val="6481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In real life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Task Scheduling: task scheduling algorithms, such as in operating systems. Processes waiting to be executed are enqueued, and the scheduler selects and runs them in the order they were added (FIFO).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Social Media Timeline: platforms display posts in a chronological order, creating a queue of posts from people you follow. The latest post is shown first.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Breadth-First Search (BFS) : a graph traversal algorithm, which uses a queue to visit nodes level by level. It explores all the neighbors of a node before moving on to their neighbors, ensuring that all nodes at the same level are processed before proceeding to the next level. We will implement this later in </a:t>
            </a:r>
            <a:r>
              <a:rPr lang="en-US" sz="3200"/>
              <a:t>the course.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650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4515</TotalTime>
  <Words>1461</Words>
  <Application>Microsoft Office PowerPoint</Application>
  <PresentationFormat>Widescreen</PresentationFormat>
  <Paragraphs>243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Cascadia Code</vt:lpstr>
      <vt:lpstr>Dubai</vt:lpstr>
      <vt:lpstr>Wingdings</vt:lpstr>
      <vt:lpstr>Office Theme</vt:lpstr>
      <vt:lpstr>DATA STRUCTURES AND ALGORITHMS (113215)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176</cp:revision>
  <dcterms:created xsi:type="dcterms:W3CDTF">2022-11-22T20:08:03Z</dcterms:created>
  <dcterms:modified xsi:type="dcterms:W3CDTF">2023-08-15T04:51:10Z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