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0"/>
  </p:notesMasterIdLst>
  <p:handoutMasterIdLst>
    <p:handoutMasterId r:id="rId41"/>
  </p:handoutMasterIdLst>
  <p:sldIdLst>
    <p:sldId id="2503" r:id="rId5"/>
    <p:sldId id="2462" r:id="rId6"/>
    <p:sldId id="2557" r:id="rId7"/>
    <p:sldId id="2585" r:id="rId8"/>
    <p:sldId id="2577" r:id="rId9"/>
    <p:sldId id="2575" r:id="rId10"/>
    <p:sldId id="2578" r:id="rId11"/>
    <p:sldId id="2587" r:id="rId12"/>
    <p:sldId id="2580" r:id="rId13"/>
    <p:sldId id="2581" r:id="rId14"/>
    <p:sldId id="2582" r:id="rId15"/>
    <p:sldId id="2583" r:id="rId16"/>
    <p:sldId id="2586" r:id="rId17"/>
    <p:sldId id="2584" r:id="rId18"/>
    <p:sldId id="2597" r:id="rId19"/>
    <p:sldId id="2563" r:id="rId20"/>
    <p:sldId id="2590" r:id="rId21"/>
    <p:sldId id="2589" r:id="rId22"/>
    <p:sldId id="2591" r:id="rId23"/>
    <p:sldId id="2593" r:id="rId24"/>
    <p:sldId id="2588" r:id="rId25"/>
    <p:sldId id="2595" r:id="rId26"/>
    <p:sldId id="2596" r:id="rId27"/>
    <p:sldId id="2601" r:id="rId28"/>
    <p:sldId id="2600" r:id="rId29"/>
    <p:sldId id="2609" r:id="rId30"/>
    <p:sldId id="2598" r:id="rId31"/>
    <p:sldId id="2602" r:id="rId32"/>
    <p:sldId id="2603" r:id="rId33"/>
    <p:sldId id="2607" r:id="rId34"/>
    <p:sldId id="2599" r:id="rId35"/>
    <p:sldId id="2604" r:id="rId36"/>
    <p:sldId id="2605" r:id="rId37"/>
    <p:sldId id="2608" r:id="rId38"/>
    <p:sldId id="243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857144-4422-4C62-9475-F1014820FD39}" v="4" dt="2023-12-13T11:37:52.2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45" autoAdjust="0"/>
    <p:restoredTop sz="92288" autoAdjust="0"/>
  </p:normalViewPr>
  <p:slideViewPr>
    <p:cSldViewPr snapToGrid="0">
      <p:cViewPr varScale="1">
        <p:scale>
          <a:sx n="76" d="100"/>
          <a:sy n="76" d="100"/>
        </p:scale>
        <p:origin x="730" y="5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37B963A1-BBDE-46C5-80F9-50AE1D86A8AA}"/>
    <pc:docChg chg="undo redo custSel addSld delSld modSld">
      <pc:chgData name="Owais Ahmed" userId="6abc7d4556b3b071" providerId="LiveId" clId="{37B963A1-BBDE-46C5-80F9-50AE1D86A8AA}" dt="2023-07-31T10:38:14.595" v="1196" actId="47"/>
      <pc:docMkLst>
        <pc:docMk/>
      </pc:docMkLst>
      <pc:sldChg chg="addSp modSp">
        <pc:chgData name="Owais Ahmed" userId="6abc7d4556b3b071" providerId="LiveId" clId="{37B963A1-BBDE-46C5-80F9-50AE1D86A8AA}" dt="2023-07-31T09:44:01.953" v="1034" actId="14100"/>
        <pc:sldMkLst>
          <pc:docMk/>
          <pc:sldMk cId="641030253" sldId="2479"/>
        </pc:sldMkLst>
        <pc:picChg chg="add mod">
          <ac:chgData name="Owais Ahmed" userId="6abc7d4556b3b071" providerId="LiveId" clId="{37B963A1-BBDE-46C5-80F9-50AE1D86A8AA}" dt="2023-07-31T09:44:01.953" v="1034" actId="14100"/>
          <ac:picMkLst>
            <pc:docMk/>
            <pc:sldMk cId="641030253" sldId="2479"/>
            <ac:picMk id="1026" creationId="{CFAF1355-DBB8-B5EE-C2A4-C2452A1CA5CA}"/>
          </ac:picMkLst>
        </pc:picChg>
      </pc:sldChg>
      <pc:sldChg chg="modSp del">
        <pc:chgData name="Owais Ahmed" userId="6abc7d4556b3b071" providerId="LiveId" clId="{37B963A1-BBDE-46C5-80F9-50AE1D86A8AA}" dt="2023-07-31T09:17:14.576" v="748" actId="47"/>
        <pc:sldMkLst>
          <pc:docMk/>
          <pc:sldMk cId="3876657833" sldId="2504"/>
        </pc:sldMkLst>
        <pc:spChg chg="mod">
          <ac:chgData name="Owais Ahmed" userId="6abc7d4556b3b071" providerId="LiveId" clId="{37B963A1-BBDE-46C5-80F9-50AE1D86A8AA}" dt="2023-07-31T07:54:21.860" v="8" actId="20577"/>
          <ac:spMkLst>
            <pc:docMk/>
            <pc:sldMk cId="3876657833" sldId="2504"/>
            <ac:spMk id="3" creationId="{4A1C0383-58FE-E486-295E-B33B8683B938}"/>
          </ac:spMkLst>
        </pc:spChg>
      </pc:sldChg>
      <pc:sldChg chg="modSp mod modAnim">
        <pc:chgData name="Owais Ahmed" userId="6abc7d4556b3b071" providerId="LiveId" clId="{37B963A1-BBDE-46C5-80F9-50AE1D86A8AA}" dt="2023-07-31T10:37:44.414" v="1189" actId="20577"/>
        <pc:sldMkLst>
          <pc:docMk/>
          <pc:sldMk cId="3265271046" sldId="2505"/>
        </pc:sldMkLst>
        <pc:spChg chg="mod">
          <ac:chgData name="Owais Ahmed" userId="6abc7d4556b3b071" providerId="LiveId" clId="{37B963A1-BBDE-46C5-80F9-50AE1D86A8AA}" dt="2023-07-31T10:37:44.414" v="1189" actId="20577"/>
          <ac:spMkLst>
            <pc:docMk/>
            <pc:sldMk cId="3265271046" sldId="2505"/>
            <ac:spMk id="3" creationId="{4A1C0383-58FE-E486-295E-B33B8683B938}"/>
          </ac:spMkLst>
        </pc:spChg>
        <pc:spChg chg="mod">
          <ac:chgData name="Owais Ahmed" userId="6abc7d4556b3b071" providerId="LiveId" clId="{37B963A1-BBDE-46C5-80F9-50AE1D86A8AA}" dt="2023-07-31T09:22:53.971" v="972" actId="20577"/>
          <ac:spMkLst>
            <pc:docMk/>
            <pc:sldMk cId="3265271046" sldId="2505"/>
            <ac:spMk id="215" creationId="{00000000-0000-0000-0000-000000000000}"/>
          </ac:spMkLst>
        </pc:spChg>
      </pc:sldChg>
      <pc:sldChg chg="del">
        <pc:chgData name="Owais Ahmed" userId="6abc7d4556b3b071" providerId="LiveId" clId="{37B963A1-BBDE-46C5-80F9-50AE1D86A8AA}" dt="2023-07-31T09:21:45.459" v="783" actId="47"/>
        <pc:sldMkLst>
          <pc:docMk/>
          <pc:sldMk cId="1739639881" sldId="2506"/>
        </pc:sldMkLst>
      </pc:sldChg>
      <pc:sldChg chg="del">
        <pc:chgData name="Owais Ahmed" userId="6abc7d4556b3b071" providerId="LiveId" clId="{37B963A1-BBDE-46C5-80F9-50AE1D86A8AA}" dt="2023-07-31T10:38:06.068" v="1190" actId="47"/>
        <pc:sldMkLst>
          <pc:docMk/>
          <pc:sldMk cId="1552213775" sldId="2508"/>
        </pc:sldMkLst>
      </pc:sldChg>
      <pc:sldChg chg="del">
        <pc:chgData name="Owais Ahmed" userId="6abc7d4556b3b071" providerId="LiveId" clId="{37B963A1-BBDE-46C5-80F9-50AE1D86A8AA}" dt="2023-07-31T10:38:06.999" v="1191" actId="47"/>
        <pc:sldMkLst>
          <pc:docMk/>
          <pc:sldMk cId="3768378318" sldId="2509"/>
        </pc:sldMkLst>
      </pc:sldChg>
      <pc:sldChg chg="del">
        <pc:chgData name="Owais Ahmed" userId="6abc7d4556b3b071" providerId="LiveId" clId="{37B963A1-BBDE-46C5-80F9-50AE1D86A8AA}" dt="2023-07-31T10:38:11.466" v="1192" actId="47"/>
        <pc:sldMkLst>
          <pc:docMk/>
          <pc:sldMk cId="64818802" sldId="2511"/>
        </pc:sldMkLst>
      </pc:sldChg>
      <pc:sldChg chg="del">
        <pc:chgData name="Owais Ahmed" userId="6abc7d4556b3b071" providerId="LiveId" clId="{37B963A1-BBDE-46C5-80F9-50AE1D86A8AA}" dt="2023-07-31T10:38:12.003" v="1193" actId="47"/>
        <pc:sldMkLst>
          <pc:docMk/>
          <pc:sldMk cId="2129317129" sldId="2512"/>
        </pc:sldMkLst>
      </pc:sldChg>
      <pc:sldChg chg="del">
        <pc:chgData name="Owais Ahmed" userId="6abc7d4556b3b071" providerId="LiveId" clId="{37B963A1-BBDE-46C5-80F9-50AE1D86A8AA}" dt="2023-07-31T10:38:13.201" v="1194" actId="47"/>
        <pc:sldMkLst>
          <pc:docMk/>
          <pc:sldMk cId="2427359866" sldId="2513"/>
        </pc:sldMkLst>
      </pc:sldChg>
      <pc:sldChg chg="del">
        <pc:chgData name="Owais Ahmed" userId="6abc7d4556b3b071" providerId="LiveId" clId="{37B963A1-BBDE-46C5-80F9-50AE1D86A8AA}" dt="2023-07-31T10:38:13.688" v="1195" actId="47"/>
        <pc:sldMkLst>
          <pc:docMk/>
          <pc:sldMk cId="3068889018" sldId="2514"/>
        </pc:sldMkLst>
      </pc:sldChg>
      <pc:sldChg chg="del">
        <pc:chgData name="Owais Ahmed" userId="6abc7d4556b3b071" providerId="LiveId" clId="{37B963A1-BBDE-46C5-80F9-50AE1D86A8AA}" dt="2023-07-31T10:38:14.595" v="1196" actId="47"/>
        <pc:sldMkLst>
          <pc:docMk/>
          <pc:sldMk cId="1205181684" sldId="2515"/>
        </pc:sldMkLst>
      </pc:sldChg>
      <pc:sldChg chg="addSp delSp modSp add mod delAnim modAnim modNotesTx">
        <pc:chgData name="Owais Ahmed" userId="6abc7d4556b3b071" providerId="LiveId" clId="{37B963A1-BBDE-46C5-80F9-50AE1D86A8AA}" dt="2023-07-31T09:22:46.783" v="967" actId="403"/>
        <pc:sldMkLst>
          <pc:docMk/>
          <pc:sldMk cId="2990752692" sldId="2547"/>
        </pc:sldMkLst>
        <pc:spChg chg="mod topLvl">
          <ac:chgData name="Owais Ahmed" userId="6abc7d4556b3b071" providerId="LiveId" clId="{37B963A1-BBDE-46C5-80F9-50AE1D86A8AA}" dt="2023-07-31T09:20:36.919" v="776" actId="164"/>
          <ac:spMkLst>
            <pc:docMk/>
            <pc:sldMk cId="2990752692" sldId="2547"/>
            <ac:spMk id="15" creationId="{DC6F760B-B39C-5030-E5E4-86E3BAA89B86}"/>
          </ac:spMkLst>
        </pc:spChg>
        <pc:spChg chg="mod">
          <ac:chgData name="Owais Ahmed" userId="6abc7d4556b3b071" providerId="LiveId" clId="{37B963A1-BBDE-46C5-80F9-50AE1D86A8AA}" dt="2023-07-31T08:55:07.954" v="87" actId="165"/>
          <ac:spMkLst>
            <pc:docMk/>
            <pc:sldMk cId="2990752692" sldId="2547"/>
            <ac:spMk id="16" creationId="{4D64877C-85F6-9B39-1678-973D20FB4164}"/>
          </ac:spMkLst>
        </pc:spChg>
        <pc:spChg chg="mod">
          <ac:chgData name="Owais Ahmed" userId="6abc7d4556b3b071" providerId="LiveId" clId="{37B963A1-BBDE-46C5-80F9-50AE1D86A8AA}" dt="2023-07-31T08:55:07.954" v="87" actId="165"/>
          <ac:spMkLst>
            <pc:docMk/>
            <pc:sldMk cId="2990752692" sldId="2547"/>
            <ac:spMk id="17" creationId="{44C1438B-BC38-00D5-EEB2-1F3CC04A3BC5}"/>
          </ac:spMkLst>
        </pc:spChg>
        <pc:spChg chg="mod">
          <ac:chgData name="Owais Ahmed" userId="6abc7d4556b3b071" providerId="LiveId" clId="{37B963A1-BBDE-46C5-80F9-50AE1D86A8AA}" dt="2023-07-31T08:55:07.954" v="87" actId="165"/>
          <ac:spMkLst>
            <pc:docMk/>
            <pc:sldMk cId="2990752692" sldId="2547"/>
            <ac:spMk id="18" creationId="{80ECA507-EC6B-37A3-DBE4-A82F10397D42}"/>
          </ac:spMkLst>
        </pc:spChg>
        <pc:spChg chg="mod">
          <ac:chgData name="Owais Ahmed" userId="6abc7d4556b3b071" providerId="LiveId" clId="{37B963A1-BBDE-46C5-80F9-50AE1D86A8AA}" dt="2023-07-31T08:55:07.954" v="87" actId="165"/>
          <ac:spMkLst>
            <pc:docMk/>
            <pc:sldMk cId="2990752692" sldId="2547"/>
            <ac:spMk id="19" creationId="{209A12DE-3FC7-4C93-C10F-E3E7B487CB04}"/>
          </ac:spMkLst>
        </pc:spChg>
        <pc:spChg chg="mod">
          <ac:chgData name="Owais Ahmed" userId="6abc7d4556b3b071" providerId="LiveId" clId="{37B963A1-BBDE-46C5-80F9-50AE1D86A8AA}" dt="2023-07-31T08:55:07.954" v="87" actId="165"/>
          <ac:spMkLst>
            <pc:docMk/>
            <pc:sldMk cId="2990752692" sldId="2547"/>
            <ac:spMk id="20" creationId="{E628DB0C-884C-523B-770A-FE29A86777A0}"/>
          </ac:spMkLst>
        </pc:spChg>
        <pc:spChg chg="mod">
          <ac:chgData name="Owais Ahmed" userId="6abc7d4556b3b071" providerId="LiveId" clId="{37B963A1-BBDE-46C5-80F9-50AE1D86A8AA}" dt="2023-07-31T08:55:07.954" v="87" actId="165"/>
          <ac:spMkLst>
            <pc:docMk/>
            <pc:sldMk cId="2990752692" sldId="2547"/>
            <ac:spMk id="21" creationId="{984C53CB-E500-546B-DAE2-8AF058E1456A}"/>
          </ac:spMkLst>
        </pc:spChg>
        <pc:spChg chg="mod">
          <ac:chgData name="Owais Ahmed" userId="6abc7d4556b3b071" providerId="LiveId" clId="{37B963A1-BBDE-46C5-80F9-50AE1D86A8AA}" dt="2023-07-31T09:18:02.201" v="750" actId="165"/>
          <ac:spMkLst>
            <pc:docMk/>
            <pc:sldMk cId="2990752692" sldId="2547"/>
            <ac:spMk id="22" creationId="{9BE88246-7287-BC44-53EF-4449075DC5BE}"/>
          </ac:spMkLst>
        </pc:spChg>
        <pc:spChg chg="mod">
          <ac:chgData name="Owais Ahmed" userId="6abc7d4556b3b071" providerId="LiveId" clId="{37B963A1-BBDE-46C5-80F9-50AE1D86A8AA}" dt="2023-07-31T09:18:02.201" v="750" actId="165"/>
          <ac:spMkLst>
            <pc:docMk/>
            <pc:sldMk cId="2990752692" sldId="2547"/>
            <ac:spMk id="23" creationId="{FF497BF7-184D-AE69-79FD-2DE9102160C2}"/>
          </ac:spMkLst>
        </pc:spChg>
        <pc:spChg chg="mod">
          <ac:chgData name="Owais Ahmed" userId="6abc7d4556b3b071" providerId="LiveId" clId="{37B963A1-BBDE-46C5-80F9-50AE1D86A8AA}" dt="2023-07-31T09:18:02.201" v="750" actId="165"/>
          <ac:spMkLst>
            <pc:docMk/>
            <pc:sldMk cId="2990752692" sldId="2547"/>
            <ac:spMk id="24" creationId="{F37097D9-0CF3-F099-EF6F-82A85882EA07}"/>
          </ac:spMkLst>
        </pc:spChg>
        <pc:spChg chg="mod">
          <ac:chgData name="Owais Ahmed" userId="6abc7d4556b3b071" providerId="LiveId" clId="{37B963A1-BBDE-46C5-80F9-50AE1D86A8AA}" dt="2023-07-31T09:18:02.201" v="750" actId="165"/>
          <ac:spMkLst>
            <pc:docMk/>
            <pc:sldMk cId="2990752692" sldId="2547"/>
            <ac:spMk id="25" creationId="{7ACC3884-9A28-F258-79A5-B99975786539}"/>
          </ac:spMkLst>
        </pc:spChg>
        <pc:spChg chg="mod">
          <ac:chgData name="Owais Ahmed" userId="6abc7d4556b3b071" providerId="LiveId" clId="{37B963A1-BBDE-46C5-80F9-50AE1D86A8AA}" dt="2023-07-31T09:18:02.201" v="750" actId="165"/>
          <ac:spMkLst>
            <pc:docMk/>
            <pc:sldMk cId="2990752692" sldId="2547"/>
            <ac:spMk id="26" creationId="{41974825-FD22-6AE1-DD38-EEB7C995FD26}"/>
          </ac:spMkLst>
        </pc:spChg>
        <pc:spChg chg="mod">
          <ac:chgData name="Owais Ahmed" userId="6abc7d4556b3b071" providerId="LiveId" clId="{37B963A1-BBDE-46C5-80F9-50AE1D86A8AA}" dt="2023-07-31T09:18:02.201" v="750" actId="165"/>
          <ac:spMkLst>
            <pc:docMk/>
            <pc:sldMk cId="2990752692" sldId="2547"/>
            <ac:spMk id="27" creationId="{FF99B84C-AD39-025D-1AD7-398BA21321E2}"/>
          </ac:spMkLst>
        </pc:spChg>
        <pc:spChg chg="add mod">
          <ac:chgData name="Owais Ahmed" userId="6abc7d4556b3b071" providerId="LiveId" clId="{37B963A1-BBDE-46C5-80F9-50AE1D86A8AA}" dt="2023-07-31T09:09:14.811" v="334" actId="20577"/>
          <ac:spMkLst>
            <pc:docMk/>
            <pc:sldMk cId="2990752692" sldId="2547"/>
            <ac:spMk id="28" creationId="{3CF5A4AF-4C9B-6C47-774C-B86A9D88CB45}"/>
          </ac:spMkLst>
        </pc:spChg>
        <pc:spChg chg="mod topLvl">
          <ac:chgData name="Owais Ahmed" userId="6abc7d4556b3b071" providerId="LiveId" clId="{37B963A1-BBDE-46C5-80F9-50AE1D86A8AA}" dt="2023-07-31T09:20:49.945" v="777" actId="164"/>
          <ac:spMkLst>
            <pc:docMk/>
            <pc:sldMk cId="2990752692" sldId="2547"/>
            <ac:spMk id="41" creationId="{65A13C73-0C8F-27B4-E786-64718770BEAE}"/>
          </ac:spMkLst>
        </pc:spChg>
        <pc:spChg chg="mod">
          <ac:chgData name="Owais Ahmed" userId="6abc7d4556b3b071" providerId="LiveId" clId="{37B963A1-BBDE-46C5-80F9-50AE1D86A8AA}" dt="2023-07-31T08:57:10.217" v="124" actId="165"/>
          <ac:spMkLst>
            <pc:docMk/>
            <pc:sldMk cId="2990752692" sldId="2547"/>
            <ac:spMk id="42" creationId="{FAD223D6-B000-D11B-4311-9D22E58DD05B}"/>
          </ac:spMkLst>
        </pc:spChg>
        <pc:spChg chg="mod">
          <ac:chgData name="Owais Ahmed" userId="6abc7d4556b3b071" providerId="LiveId" clId="{37B963A1-BBDE-46C5-80F9-50AE1D86A8AA}" dt="2023-07-31T08:57:10.217" v="124" actId="165"/>
          <ac:spMkLst>
            <pc:docMk/>
            <pc:sldMk cId="2990752692" sldId="2547"/>
            <ac:spMk id="43" creationId="{737E9D41-5F4D-5970-E45A-7E773F4A9236}"/>
          </ac:spMkLst>
        </pc:spChg>
        <pc:spChg chg="mod">
          <ac:chgData name="Owais Ahmed" userId="6abc7d4556b3b071" providerId="LiveId" clId="{37B963A1-BBDE-46C5-80F9-50AE1D86A8AA}" dt="2023-07-31T09:18:02.201" v="750" actId="165"/>
          <ac:spMkLst>
            <pc:docMk/>
            <pc:sldMk cId="2990752692" sldId="2547"/>
            <ac:spMk id="44" creationId="{816F4A88-298B-8E58-D5D2-A2A5E8D99466}"/>
          </ac:spMkLst>
        </pc:spChg>
        <pc:spChg chg="mod">
          <ac:chgData name="Owais Ahmed" userId="6abc7d4556b3b071" providerId="LiveId" clId="{37B963A1-BBDE-46C5-80F9-50AE1D86A8AA}" dt="2023-07-31T09:18:02.201" v="750" actId="165"/>
          <ac:spMkLst>
            <pc:docMk/>
            <pc:sldMk cId="2990752692" sldId="2547"/>
            <ac:spMk id="45" creationId="{0EA41C65-4FF2-E3EF-7074-CED8002578F8}"/>
          </ac:spMkLst>
        </pc:spChg>
        <pc:spChg chg="mod">
          <ac:chgData name="Owais Ahmed" userId="6abc7d4556b3b071" providerId="LiveId" clId="{37B963A1-BBDE-46C5-80F9-50AE1D86A8AA}" dt="2023-07-31T09:18:02.201" v="750" actId="165"/>
          <ac:spMkLst>
            <pc:docMk/>
            <pc:sldMk cId="2990752692" sldId="2547"/>
            <ac:spMk id="46" creationId="{3C04EA08-2F73-6132-D0D5-677D1950D5B1}"/>
          </ac:spMkLst>
        </pc:spChg>
        <pc:spChg chg="mod">
          <ac:chgData name="Owais Ahmed" userId="6abc7d4556b3b071" providerId="LiveId" clId="{37B963A1-BBDE-46C5-80F9-50AE1D86A8AA}" dt="2023-07-31T09:18:02.201" v="750" actId="165"/>
          <ac:spMkLst>
            <pc:docMk/>
            <pc:sldMk cId="2990752692" sldId="2547"/>
            <ac:spMk id="47" creationId="{BDA10306-57CB-4BA0-9EC3-A496E294E950}"/>
          </ac:spMkLst>
        </pc:spChg>
        <pc:spChg chg="mod">
          <ac:chgData name="Owais Ahmed" userId="6abc7d4556b3b071" providerId="LiveId" clId="{37B963A1-BBDE-46C5-80F9-50AE1D86A8AA}" dt="2023-07-31T09:18:02.201" v="750" actId="165"/>
          <ac:spMkLst>
            <pc:docMk/>
            <pc:sldMk cId="2990752692" sldId="2547"/>
            <ac:spMk id="48" creationId="{C1100074-A548-2509-ED52-EB7C38593BC1}"/>
          </ac:spMkLst>
        </pc:spChg>
        <pc:spChg chg="mod">
          <ac:chgData name="Owais Ahmed" userId="6abc7d4556b3b071" providerId="LiveId" clId="{37B963A1-BBDE-46C5-80F9-50AE1D86A8AA}" dt="2023-07-31T09:18:02.201" v="750" actId="165"/>
          <ac:spMkLst>
            <pc:docMk/>
            <pc:sldMk cId="2990752692" sldId="2547"/>
            <ac:spMk id="49" creationId="{CAD70082-5D12-C389-1250-2B501F7083E0}"/>
          </ac:spMkLst>
        </pc:spChg>
        <pc:spChg chg="mod">
          <ac:chgData name="Owais Ahmed" userId="6abc7d4556b3b071" providerId="LiveId" clId="{37B963A1-BBDE-46C5-80F9-50AE1D86A8AA}" dt="2023-07-31T09:18:02.201" v="750" actId="165"/>
          <ac:spMkLst>
            <pc:docMk/>
            <pc:sldMk cId="2990752692" sldId="2547"/>
            <ac:spMk id="50" creationId="{0AE7C3E5-5A63-B98D-5393-99A5BD716A10}"/>
          </ac:spMkLst>
        </pc:spChg>
        <pc:spChg chg="mod">
          <ac:chgData name="Owais Ahmed" userId="6abc7d4556b3b071" providerId="LiveId" clId="{37B963A1-BBDE-46C5-80F9-50AE1D86A8AA}" dt="2023-07-31T09:18:02.201" v="750" actId="165"/>
          <ac:spMkLst>
            <pc:docMk/>
            <pc:sldMk cId="2990752692" sldId="2547"/>
            <ac:spMk id="51" creationId="{BFDE44AD-225D-0228-1B4F-AD622A3F3DAC}"/>
          </ac:spMkLst>
        </pc:spChg>
        <pc:spChg chg="mod">
          <ac:chgData name="Owais Ahmed" userId="6abc7d4556b3b071" providerId="LiveId" clId="{37B963A1-BBDE-46C5-80F9-50AE1D86A8AA}" dt="2023-07-31T09:18:02.201" v="750" actId="165"/>
          <ac:spMkLst>
            <pc:docMk/>
            <pc:sldMk cId="2990752692" sldId="2547"/>
            <ac:spMk id="52" creationId="{17B4C07E-F879-E532-325D-6FF08D8505F5}"/>
          </ac:spMkLst>
        </pc:spChg>
        <pc:spChg chg="mod">
          <ac:chgData name="Owais Ahmed" userId="6abc7d4556b3b071" providerId="LiveId" clId="{37B963A1-BBDE-46C5-80F9-50AE1D86A8AA}" dt="2023-07-31T09:18:02.201" v="750" actId="165"/>
          <ac:spMkLst>
            <pc:docMk/>
            <pc:sldMk cId="2990752692" sldId="2547"/>
            <ac:spMk id="53" creationId="{DBACB512-33CF-F8B0-F274-8E68DEEA6F61}"/>
          </ac:spMkLst>
        </pc:spChg>
        <pc:spChg chg="add mod topLvl">
          <ac:chgData name="Owais Ahmed" userId="6abc7d4556b3b071" providerId="LiveId" clId="{37B963A1-BBDE-46C5-80F9-50AE1D86A8AA}" dt="2023-07-31T09:20:36.919" v="776" actId="164"/>
          <ac:spMkLst>
            <pc:docMk/>
            <pc:sldMk cId="2990752692" sldId="2547"/>
            <ac:spMk id="54" creationId="{99338666-DEB8-F6EC-51E5-745FCFA2E885}"/>
          </ac:spMkLst>
        </pc:spChg>
        <pc:spChg chg="add mod topLvl">
          <ac:chgData name="Owais Ahmed" userId="6abc7d4556b3b071" providerId="LiveId" clId="{37B963A1-BBDE-46C5-80F9-50AE1D86A8AA}" dt="2023-07-31T09:20:49.945" v="777" actId="164"/>
          <ac:spMkLst>
            <pc:docMk/>
            <pc:sldMk cId="2990752692" sldId="2547"/>
            <ac:spMk id="55" creationId="{30288481-E2CE-CAE2-718C-4835D8DD75DC}"/>
          </ac:spMkLst>
        </pc:spChg>
        <pc:spChg chg="add mod">
          <ac:chgData name="Owais Ahmed" userId="6abc7d4556b3b071" providerId="LiveId" clId="{37B963A1-BBDE-46C5-80F9-50AE1D86A8AA}" dt="2023-07-31T09:22:46.783" v="967" actId="403"/>
          <ac:spMkLst>
            <pc:docMk/>
            <pc:sldMk cId="2990752692" sldId="2547"/>
            <ac:spMk id="59" creationId="{AEBA77B2-6B0E-289B-7846-D44A6069D647}"/>
          </ac:spMkLst>
        </pc:spChg>
        <pc:spChg chg="add mod">
          <ac:chgData name="Owais Ahmed" userId="6abc7d4556b3b071" providerId="LiveId" clId="{37B963A1-BBDE-46C5-80F9-50AE1D86A8AA}" dt="2023-07-31T09:22:46.783" v="967" actId="403"/>
          <ac:spMkLst>
            <pc:docMk/>
            <pc:sldMk cId="2990752692" sldId="2547"/>
            <ac:spMk id="60" creationId="{EFC90799-BF57-EE8B-DF49-5414F3CF27C9}"/>
          </ac:spMkLst>
        </pc:spChg>
        <pc:spChg chg="add mod">
          <ac:chgData name="Owais Ahmed" userId="6abc7d4556b3b071" providerId="LiveId" clId="{37B963A1-BBDE-46C5-80F9-50AE1D86A8AA}" dt="2023-07-31T09:22:46.783" v="967" actId="403"/>
          <ac:spMkLst>
            <pc:docMk/>
            <pc:sldMk cId="2990752692" sldId="2547"/>
            <ac:spMk id="61" creationId="{88132603-AC6B-83B7-25E0-6DF149BFC222}"/>
          </ac:spMkLst>
        </pc:spChg>
        <pc:spChg chg="add del mod">
          <ac:chgData name="Owais Ahmed" userId="6abc7d4556b3b071" providerId="LiveId" clId="{37B963A1-BBDE-46C5-80F9-50AE1D86A8AA}" dt="2023-07-31T09:12:52.925" v="650" actId="478"/>
          <ac:spMkLst>
            <pc:docMk/>
            <pc:sldMk cId="2990752692" sldId="2547"/>
            <ac:spMk id="62" creationId="{160F6A0F-14C0-D289-3FA8-8B642113998A}"/>
          </ac:spMkLst>
        </pc:spChg>
        <pc:spChg chg="add mod">
          <ac:chgData name="Owais Ahmed" userId="6abc7d4556b3b071" providerId="LiveId" clId="{37B963A1-BBDE-46C5-80F9-50AE1D86A8AA}" dt="2023-07-31T09:11:03.076" v="428"/>
          <ac:spMkLst>
            <pc:docMk/>
            <pc:sldMk cId="2990752692" sldId="2547"/>
            <ac:spMk id="63" creationId="{17FDEC2C-8828-23D7-6FE5-B3BA1A6B574A}"/>
          </ac:spMkLst>
        </pc:spChg>
        <pc:spChg chg="mod">
          <ac:chgData name="Owais Ahmed" userId="6abc7d4556b3b071" providerId="LiveId" clId="{37B963A1-BBDE-46C5-80F9-50AE1D86A8AA}" dt="2023-07-31T09:14:12.764" v="658"/>
          <ac:spMkLst>
            <pc:docMk/>
            <pc:sldMk cId="2990752692" sldId="2547"/>
            <ac:spMk id="74" creationId="{054B95CB-9A51-3048-2AAA-192413CAEA37}"/>
          </ac:spMkLst>
        </pc:spChg>
        <pc:spChg chg="mod">
          <ac:chgData name="Owais Ahmed" userId="6abc7d4556b3b071" providerId="LiveId" clId="{37B963A1-BBDE-46C5-80F9-50AE1D86A8AA}" dt="2023-07-31T09:14:12.764" v="658"/>
          <ac:spMkLst>
            <pc:docMk/>
            <pc:sldMk cId="2990752692" sldId="2547"/>
            <ac:spMk id="75" creationId="{AFE9CA9E-E9CD-B864-B428-15F9F133750B}"/>
          </ac:spMkLst>
        </pc:spChg>
        <pc:spChg chg="mod">
          <ac:chgData name="Owais Ahmed" userId="6abc7d4556b3b071" providerId="LiveId" clId="{37B963A1-BBDE-46C5-80F9-50AE1D86A8AA}" dt="2023-07-31T09:14:12.764" v="658"/>
          <ac:spMkLst>
            <pc:docMk/>
            <pc:sldMk cId="2990752692" sldId="2547"/>
            <ac:spMk id="76" creationId="{51288A97-1F21-E43E-415E-B6D252BC28BB}"/>
          </ac:spMkLst>
        </pc:spChg>
        <pc:spChg chg="mod">
          <ac:chgData name="Owais Ahmed" userId="6abc7d4556b3b071" providerId="LiveId" clId="{37B963A1-BBDE-46C5-80F9-50AE1D86A8AA}" dt="2023-07-31T09:14:12.764" v="658"/>
          <ac:spMkLst>
            <pc:docMk/>
            <pc:sldMk cId="2990752692" sldId="2547"/>
            <ac:spMk id="77" creationId="{7498511B-4AAA-3BA2-C7F2-62B8E45AE402}"/>
          </ac:spMkLst>
        </pc:spChg>
        <pc:spChg chg="mod">
          <ac:chgData name="Owais Ahmed" userId="6abc7d4556b3b071" providerId="LiveId" clId="{37B963A1-BBDE-46C5-80F9-50AE1D86A8AA}" dt="2023-07-31T09:14:12.764" v="658"/>
          <ac:spMkLst>
            <pc:docMk/>
            <pc:sldMk cId="2990752692" sldId="2547"/>
            <ac:spMk id="78" creationId="{237D90D8-4CC0-D47B-4942-0F53F202BA1E}"/>
          </ac:spMkLst>
        </pc:spChg>
        <pc:spChg chg="mod">
          <ac:chgData name="Owais Ahmed" userId="6abc7d4556b3b071" providerId="LiveId" clId="{37B963A1-BBDE-46C5-80F9-50AE1D86A8AA}" dt="2023-07-31T09:14:12.764" v="658"/>
          <ac:spMkLst>
            <pc:docMk/>
            <pc:sldMk cId="2990752692" sldId="2547"/>
            <ac:spMk id="79" creationId="{4016E780-3ABC-EE2C-C6F6-D87FB4ECC018}"/>
          </ac:spMkLst>
        </pc:spChg>
        <pc:spChg chg="mod">
          <ac:chgData name="Owais Ahmed" userId="6abc7d4556b3b071" providerId="LiveId" clId="{37B963A1-BBDE-46C5-80F9-50AE1D86A8AA}" dt="2023-07-31T09:14:12.764" v="658"/>
          <ac:spMkLst>
            <pc:docMk/>
            <pc:sldMk cId="2990752692" sldId="2547"/>
            <ac:spMk id="80" creationId="{15E31881-E118-5136-F65C-C5B20360AB1F}"/>
          </ac:spMkLst>
        </pc:spChg>
        <pc:spChg chg="mod">
          <ac:chgData name="Owais Ahmed" userId="6abc7d4556b3b071" providerId="LiveId" clId="{37B963A1-BBDE-46C5-80F9-50AE1D86A8AA}" dt="2023-07-31T09:14:12.764" v="658"/>
          <ac:spMkLst>
            <pc:docMk/>
            <pc:sldMk cId="2990752692" sldId="2547"/>
            <ac:spMk id="81" creationId="{5FDBC11E-AE4C-3A31-FE83-8475CA853C44}"/>
          </ac:spMkLst>
        </pc:spChg>
        <pc:spChg chg="mod">
          <ac:chgData name="Owais Ahmed" userId="6abc7d4556b3b071" providerId="LiveId" clId="{37B963A1-BBDE-46C5-80F9-50AE1D86A8AA}" dt="2023-07-31T09:14:12.764" v="658"/>
          <ac:spMkLst>
            <pc:docMk/>
            <pc:sldMk cId="2990752692" sldId="2547"/>
            <ac:spMk id="82" creationId="{DB2AC896-002B-3199-5EF5-7B030B2C49DD}"/>
          </ac:spMkLst>
        </pc:spChg>
        <pc:spChg chg="mod">
          <ac:chgData name="Owais Ahmed" userId="6abc7d4556b3b071" providerId="LiveId" clId="{37B963A1-BBDE-46C5-80F9-50AE1D86A8AA}" dt="2023-07-31T09:14:12.764" v="658"/>
          <ac:spMkLst>
            <pc:docMk/>
            <pc:sldMk cId="2990752692" sldId="2547"/>
            <ac:spMk id="83" creationId="{56A86C1C-8240-E041-F883-9D23A4696CBE}"/>
          </ac:spMkLst>
        </pc:spChg>
        <pc:spChg chg="mod">
          <ac:chgData name="Owais Ahmed" userId="6abc7d4556b3b071" providerId="LiveId" clId="{37B963A1-BBDE-46C5-80F9-50AE1D86A8AA}" dt="2023-07-31T09:14:12.764" v="658"/>
          <ac:spMkLst>
            <pc:docMk/>
            <pc:sldMk cId="2990752692" sldId="2547"/>
            <ac:spMk id="84" creationId="{4E3590E7-5AFF-1105-07E2-B3D2C3CDFDCD}"/>
          </ac:spMkLst>
        </pc:spChg>
        <pc:spChg chg="mod">
          <ac:chgData name="Owais Ahmed" userId="6abc7d4556b3b071" providerId="LiveId" clId="{37B963A1-BBDE-46C5-80F9-50AE1D86A8AA}" dt="2023-07-31T09:14:12.764" v="658"/>
          <ac:spMkLst>
            <pc:docMk/>
            <pc:sldMk cId="2990752692" sldId="2547"/>
            <ac:spMk id="85" creationId="{8E1A532B-218C-2D90-CA75-17A455384A69}"/>
          </ac:spMkLst>
        </pc:spChg>
        <pc:spChg chg="add del mod">
          <ac:chgData name="Owais Ahmed" userId="6abc7d4556b3b071" providerId="LiveId" clId="{37B963A1-BBDE-46C5-80F9-50AE1D86A8AA}" dt="2023-07-31T09:14:18.628" v="661"/>
          <ac:spMkLst>
            <pc:docMk/>
            <pc:sldMk cId="2990752692" sldId="2547"/>
            <ac:spMk id="86" creationId="{524622F4-397C-F654-14E9-70C0987CC37C}"/>
          </ac:spMkLst>
        </pc:spChg>
        <pc:spChg chg="mod topLvl">
          <ac:chgData name="Owais Ahmed" userId="6abc7d4556b3b071" providerId="LiveId" clId="{37B963A1-BBDE-46C5-80F9-50AE1D86A8AA}" dt="2023-07-31T09:21:01.400" v="778" actId="164"/>
          <ac:spMkLst>
            <pc:docMk/>
            <pc:sldMk cId="2990752692" sldId="2547"/>
            <ac:spMk id="98" creationId="{41A8297C-ABA5-9274-136D-4E111480AD79}"/>
          </ac:spMkLst>
        </pc:spChg>
        <pc:spChg chg="mod topLvl">
          <ac:chgData name="Owais Ahmed" userId="6abc7d4556b3b071" providerId="LiveId" clId="{37B963A1-BBDE-46C5-80F9-50AE1D86A8AA}" dt="2023-07-31T09:21:01.400" v="778" actId="164"/>
          <ac:spMkLst>
            <pc:docMk/>
            <pc:sldMk cId="2990752692" sldId="2547"/>
            <ac:spMk id="99" creationId="{9584D462-E423-388D-2266-47477C49C31C}"/>
          </ac:spMkLst>
        </pc:spChg>
        <pc:spChg chg="del mod">
          <ac:chgData name="Owais Ahmed" userId="6abc7d4556b3b071" providerId="LiveId" clId="{37B963A1-BBDE-46C5-80F9-50AE1D86A8AA}" dt="2023-07-31T09:15:11.007" v="723" actId="478"/>
          <ac:spMkLst>
            <pc:docMk/>
            <pc:sldMk cId="2990752692" sldId="2547"/>
            <ac:spMk id="100" creationId="{79F34ECD-37F8-E73F-69C3-A735E6B1FA95}"/>
          </ac:spMkLst>
        </pc:spChg>
        <pc:spChg chg="del mod">
          <ac:chgData name="Owais Ahmed" userId="6abc7d4556b3b071" providerId="LiveId" clId="{37B963A1-BBDE-46C5-80F9-50AE1D86A8AA}" dt="2023-07-31T09:15:13.387" v="724" actId="478"/>
          <ac:spMkLst>
            <pc:docMk/>
            <pc:sldMk cId="2990752692" sldId="2547"/>
            <ac:spMk id="101" creationId="{51A59373-AAE3-3C8A-1697-4A1D330D8960}"/>
          </ac:spMkLst>
        </pc:spChg>
        <pc:spChg chg="mod">
          <ac:chgData name="Owais Ahmed" userId="6abc7d4556b3b071" providerId="LiveId" clId="{37B963A1-BBDE-46C5-80F9-50AE1D86A8AA}" dt="2023-07-31T09:18:02.201" v="750" actId="165"/>
          <ac:spMkLst>
            <pc:docMk/>
            <pc:sldMk cId="2990752692" sldId="2547"/>
            <ac:spMk id="102" creationId="{0BCCD3B4-01D0-57D5-D52B-40832A8C8689}"/>
          </ac:spMkLst>
        </pc:spChg>
        <pc:spChg chg="mod">
          <ac:chgData name="Owais Ahmed" userId="6abc7d4556b3b071" providerId="LiveId" clId="{37B963A1-BBDE-46C5-80F9-50AE1D86A8AA}" dt="2023-07-31T09:18:02.201" v="750" actId="165"/>
          <ac:spMkLst>
            <pc:docMk/>
            <pc:sldMk cId="2990752692" sldId="2547"/>
            <ac:spMk id="103" creationId="{C6C495E4-99CE-CB65-1420-9DB3F247FAAC}"/>
          </ac:spMkLst>
        </pc:spChg>
        <pc:spChg chg="mod">
          <ac:chgData name="Owais Ahmed" userId="6abc7d4556b3b071" providerId="LiveId" clId="{37B963A1-BBDE-46C5-80F9-50AE1D86A8AA}" dt="2023-07-31T09:18:02.201" v="750" actId="165"/>
          <ac:spMkLst>
            <pc:docMk/>
            <pc:sldMk cId="2990752692" sldId="2547"/>
            <ac:spMk id="104" creationId="{E11B8839-4A1F-FB0D-AA32-3C5372CE22A1}"/>
          </ac:spMkLst>
        </pc:spChg>
        <pc:spChg chg="mod">
          <ac:chgData name="Owais Ahmed" userId="6abc7d4556b3b071" providerId="LiveId" clId="{37B963A1-BBDE-46C5-80F9-50AE1D86A8AA}" dt="2023-07-31T09:18:02.201" v="750" actId="165"/>
          <ac:spMkLst>
            <pc:docMk/>
            <pc:sldMk cId="2990752692" sldId="2547"/>
            <ac:spMk id="105" creationId="{64083CC9-ED12-5FC8-A52B-538E0A11B194}"/>
          </ac:spMkLst>
        </pc:spChg>
        <pc:spChg chg="mod">
          <ac:chgData name="Owais Ahmed" userId="6abc7d4556b3b071" providerId="LiveId" clId="{37B963A1-BBDE-46C5-80F9-50AE1D86A8AA}" dt="2023-07-31T09:18:02.201" v="750" actId="165"/>
          <ac:spMkLst>
            <pc:docMk/>
            <pc:sldMk cId="2990752692" sldId="2547"/>
            <ac:spMk id="106" creationId="{D75BF01A-643E-8360-A035-6FA5364E8697}"/>
          </ac:spMkLst>
        </pc:spChg>
        <pc:spChg chg="mod">
          <ac:chgData name="Owais Ahmed" userId="6abc7d4556b3b071" providerId="LiveId" clId="{37B963A1-BBDE-46C5-80F9-50AE1D86A8AA}" dt="2023-07-31T09:18:02.201" v="750" actId="165"/>
          <ac:spMkLst>
            <pc:docMk/>
            <pc:sldMk cId="2990752692" sldId="2547"/>
            <ac:spMk id="107" creationId="{1C2C9ECC-518F-6D02-D63E-8AB8D76A5873}"/>
          </ac:spMkLst>
        </pc:spChg>
        <pc:spChg chg="mod">
          <ac:chgData name="Owais Ahmed" userId="6abc7d4556b3b071" providerId="LiveId" clId="{37B963A1-BBDE-46C5-80F9-50AE1D86A8AA}" dt="2023-07-31T09:18:02.201" v="750" actId="165"/>
          <ac:spMkLst>
            <pc:docMk/>
            <pc:sldMk cId="2990752692" sldId="2547"/>
            <ac:spMk id="108" creationId="{9F7DFCFF-A102-C552-2CF8-FE071673ABA4}"/>
          </ac:spMkLst>
        </pc:spChg>
        <pc:spChg chg="mod">
          <ac:chgData name="Owais Ahmed" userId="6abc7d4556b3b071" providerId="LiveId" clId="{37B963A1-BBDE-46C5-80F9-50AE1D86A8AA}" dt="2023-07-31T09:18:02.201" v="750" actId="165"/>
          <ac:spMkLst>
            <pc:docMk/>
            <pc:sldMk cId="2990752692" sldId="2547"/>
            <ac:spMk id="109" creationId="{26FD8ED5-0C54-2EFE-D452-97FE056785F4}"/>
          </ac:spMkLst>
        </pc:spChg>
        <pc:spChg chg="add mod">
          <ac:chgData name="Owais Ahmed" userId="6abc7d4556b3b071" providerId="LiveId" clId="{37B963A1-BBDE-46C5-80F9-50AE1D86A8AA}" dt="2023-07-31T09:22:46.783" v="967" actId="403"/>
          <ac:spMkLst>
            <pc:docMk/>
            <pc:sldMk cId="2990752692" sldId="2547"/>
            <ac:spMk id="110" creationId="{994AD577-6239-2F68-872C-AA6C8C208077}"/>
          </ac:spMkLst>
        </pc:spChg>
        <pc:spChg chg="mod">
          <ac:chgData name="Owais Ahmed" userId="6abc7d4556b3b071" providerId="LiveId" clId="{37B963A1-BBDE-46C5-80F9-50AE1D86A8AA}" dt="2023-07-31T08:53:08.545" v="50" actId="165"/>
          <ac:spMkLst>
            <pc:docMk/>
            <pc:sldMk cId="2990752692" sldId="2547"/>
            <ac:spMk id="208" creationId="{A8900986-A791-5508-527D-C578EE5A78C8}"/>
          </ac:spMkLst>
        </pc:spChg>
        <pc:spChg chg="mod">
          <ac:chgData name="Owais Ahmed" userId="6abc7d4556b3b071" providerId="LiveId" clId="{37B963A1-BBDE-46C5-80F9-50AE1D86A8AA}" dt="2023-07-31T09:07:57.614" v="302" actId="20577"/>
          <ac:spMkLst>
            <pc:docMk/>
            <pc:sldMk cId="2990752692" sldId="2547"/>
            <ac:spMk id="209" creationId="{AAA43F44-647B-CB8D-BCAC-E299685A40F4}"/>
          </ac:spMkLst>
        </pc:spChg>
        <pc:spChg chg="mod">
          <ac:chgData name="Owais Ahmed" userId="6abc7d4556b3b071" providerId="LiveId" clId="{37B963A1-BBDE-46C5-80F9-50AE1D86A8AA}" dt="2023-07-31T08:53:08.545" v="50" actId="165"/>
          <ac:spMkLst>
            <pc:docMk/>
            <pc:sldMk cId="2990752692" sldId="2547"/>
            <ac:spMk id="211" creationId="{52539592-0EE2-2D23-2ABA-F7517973BB8B}"/>
          </ac:spMkLst>
        </pc:spChg>
        <pc:spChg chg="mod">
          <ac:chgData name="Owais Ahmed" userId="6abc7d4556b3b071" providerId="LiveId" clId="{37B963A1-BBDE-46C5-80F9-50AE1D86A8AA}" dt="2023-07-31T08:53:08.545" v="50" actId="165"/>
          <ac:spMkLst>
            <pc:docMk/>
            <pc:sldMk cId="2990752692" sldId="2547"/>
            <ac:spMk id="212" creationId="{DD1F2B0A-F119-5E75-2FFB-9356CD556EC2}"/>
          </ac:spMkLst>
        </pc:spChg>
        <pc:spChg chg="mod">
          <ac:chgData name="Owais Ahmed" userId="6abc7d4556b3b071" providerId="LiveId" clId="{37B963A1-BBDE-46C5-80F9-50AE1D86A8AA}" dt="2023-07-31T09:21:51.886" v="801" actId="20577"/>
          <ac:spMkLst>
            <pc:docMk/>
            <pc:sldMk cId="2990752692" sldId="2547"/>
            <ac:spMk id="215" creationId="{00000000-0000-0000-0000-000000000000}"/>
          </ac:spMkLst>
        </pc:spChg>
        <pc:spChg chg="mod">
          <ac:chgData name="Owais Ahmed" userId="6abc7d4556b3b071" providerId="LiveId" clId="{37B963A1-BBDE-46C5-80F9-50AE1D86A8AA}" dt="2023-07-31T08:53:08.545" v="50" actId="165"/>
          <ac:spMkLst>
            <pc:docMk/>
            <pc:sldMk cId="2990752692" sldId="2547"/>
            <ac:spMk id="218" creationId="{BBD9C430-4629-F148-2C37-17C2EDE09C33}"/>
          </ac:spMkLst>
        </pc:spChg>
        <pc:spChg chg="mod">
          <ac:chgData name="Owais Ahmed" userId="6abc7d4556b3b071" providerId="LiveId" clId="{37B963A1-BBDE-46C5-80F9-50AE1D86A8AA}" dt="2023-07-31T08:53:08.545" v="50" actId="165"/>
          <ac:spMkLst>
            <pc:docMk/>
            <pc:sldMk cId="2990752692" sldId="2547"/>
            <ac:spMk id="219" creationId="{53460AF4-0032-6555-57DC-BA2EEEAA131D}"/>
          </ac:spMkLst>
        </pc:spChg>
        <pc:spChg chg="mod">
          <ac:chgData name="Owais Ahmed" userId="6abc7d4556b3b071" providerId="LiveId" clId="{37B963A1-BBDE-46C5-80F9-50AE1D86A8AA}" dt="2023-07-31T08:53:08.545" v="50" actId="165"/>
          <ac:spMkLst>
            <pc:docMk/>
            <pc:sldMk cId="2990752692" sldId="2547"/>
            <ac:spMk id="222" creationId="{48C0295F-C14C-A447-3B45-BF5524FF2B06}"/>
          </ac:spMkLst>
        </pc:spChg>
        <pc:spChg chg="mod">
          <ac:chgData name="Owais Ahmed" userId="6abc7d4556b3b071" providerId="LiveId" clId="{37B963A1-BBDE-46C5-80F9-50AE1D86A8AA}" dt="2023-07-31T08:53:08.545" v="50" actId="165"/>
          <ac:spMkLst>
            <pc:docMk/>
            <pc:sldMk cId="2990752692" sldId="2547"/>
            <ac:spMk id="223" creationId="{22BB3F06-A225-A578-EDD8-E0F56E540DC4}"/>
          </ac:spMkLst>
        </pc:spChg>
        <pc:spChg chg="del">
          <ac:chgData name="Owais Ahmed" userId="6abc7d4556b3b071" providerId="LiveId" clId="{37B963A1-BBDE-46C5-80F9-50AE1D86A8AA}" dt="2023-07-31T08:52:59.720" v="47" actId="478"/>
          <ac:spMkLst>
            <pc:docMk/>
            <pc:sldMk cId="2990752692" sldId="2547"/>
            <ac:spMk id="226" creationId="{B8468FD2-3C33-1896-5CFD-8300B56B7B2C}"/>
          </ac:spMkLst>
        </pc:spChg>
        <pc:spChg chg="del">
          <ac:chgData name="Owais Ahmed" userId="6abc7d4556b3b071" providerId="LiveId" clId="{37B963A1-BBDE-46C5-80F9-50AE1D86A8AA}" dt="2023-07-31T08:53:01.734" v="48" actId="478"/>
          <ac:spMkLst>
            <pc:docMk/>
            <pc:sldMk cId="2990752692" sldId="2547"/>
            <ac:spMk id="227" creationId="{46DB5FFD-5E7C-35A5-6E4A-0E828F199716}"/>
          </ac:spMkLst>
        </pc:spChg>
        <pc:spChg chg="del">
          <ac:chgData name="Owais Ahmed" userId="6abc7d4556b3b071" providerId="LiveId" clId="{37B963A1-BBDE-46C5-80F9-50AE1D86A8AA}" dt="2023-07-31T08:52:58.331" v="46" actId="478"/>
          <ac:spMkLst>
            <pc:docMk/>
            <pc:sldMk cId="2990752692" sldId="2547"/>
            <ac:spMk id="230" creationId="{C8C215B8-9C7C-9FC3-9055-9E8E1FA346BD}"/>
          </ac:spMkLst>
        </pc:spChg>
        <pc:spChg chg="del">
          <ac:chgData name="Owais Ahmed" userId="6abc7d4556b3b071" providerId="LiveId" clId="{37B963A1-BBDE-46C5-80F9-50AE1D86A8AA}" dt="2023-07-31T08:52:56.848" v="45" actId="478"/>
          <ac:spMkLst>
            <pc:docMk/>
            <pc:sldMk cId="2990752692" sldId="2547"/>
            <ac:spMk id="231" creationId="{8F173504-B851-0ABC-91A8-3CE2CF41B0FB}"/>
          </ac:spMkLst>
        </pc:spChg>
        <pc:spChg chg="mod topLvl">
          <ac:chgData name="Owais Ahmed" userId="6abc7d4556b3b071" providerId="LiveId" clId="{37B963A1-BBDE-46C5-80F9-50AE1D86A8AA}" dt="2023-07-31T09:09:16.961" v="335" actId="20577"/>
          <ac:spMkLst>
            <pc:docMk/>
            <pc:sldMk cId="2990752692" sldId="2547"/>
            <ac:spMk id="233" creationId="{238000E0-F9ED-18FE-FC50-1877EC95625B}"/>
          </ac:spMkLst>
        </pc:spChg>
        <pc:spChg chg="del">
          <ac:chgData name="Owais Ahmed" userId="6abc7d4556b3b071" providerId="LiveId" clId="{37B963A1-BBDE-46C5-80F9-50AE1D86A8AA}" dt="2023-07-31T07:55:32.504" v="38" actId="478"/>
          <ac:spMkLst>
            <pc:docMk/>
            <pc:sldMk cId="2990752692" sldId="2547"/>
            <ac:spMk id="314" creationId="{9BB302EC-15E9-A29A-0919-1062103F1032}"/>
          </ac:spMkLst>
        </pc:spChg>
        <pc:grpChg chg="add del mod">
          <ac:chgData name="Owais Ahmed" userId="6abc7d4556b3b071" providerId="LiveId" clId="{37B963A1-BBDE-46C5-80F9-50AE1D86A8AA}" dt="2023-07-31T08:55:07.954" v="87" actId="165"/>
          <ac:grpSpMkLst>
            <pc:docMk/>
            <pc:sldMk cId="2990752692" sldId="2547"/>
            <ac:grpSpMk id="3" creationId="{7B2A10F0-8013-1FA7-5EC5-6D21EAB73F33}"/>
          </ac:grpSpMkLst>
        </pc:grpChg>
        <pc:grpChg chg="mod topLvl">
          <ac:chgData name="Owais Ahmed" userId="6abc7d4556b3b071" providerId="LiveId" clId="{37B963A1-BBDE-46C5-80F9-50AE1D86A8AA}" dt="2023-07-31T09:20:36.919" v="776" actId="164"/>
          <ac:grpSpMkLst>
            <pc:docMk/>
            <pc:sldMk cId="2990752692" sldId="2547"/>
            <ac:grpSpMk id="4" creationId="{E81A933C-98F7-2A42-C896-F07B92C7F05C}"/>
          </ac:grpSpMkLst>
        </pc:grpChg>
        <pc:grpChg chg="mod topLvl">
          <ac:chgData name="Owais Ahmed" userId="6abc7d4556b3b071" providerId="LiveId" clId="{37B963A1-BBDE-46C5-80F9-50AE1D86A8AA}" dt="2023-07-31T09:20:36.919" v="776" actId="164"/>
          <ac:grpSpMkLst>
            <pc:docMk/>
            <pc:sldMk cId="2990752692" sldId="2547"/>
            <ac:grpSpMk id="5" creationId="{3D923357-38A9-ECD1-2C03-EF2C54EF7CF6}"/>
          </ac:grpSpMkLst>
        </pc:grpChg>
        <pc:grpChg chg="mod topLvl">
          <ac:chgData name="Owais Ahmed" userId="6abc7d4556b3b071" providerId="LiveId" clId="{37B963A1-BBDE-46C5-80F9-50AE1D86A8AA}" dt="2023-07-31T09:20:36.919" v="776" actId="164"/>
          <ac:grpSpMkLst>
            <pc:docMk/>
            <pc:sldMk cId="2990752692" sldId="2547"/>
            <ac:grpSpMk id="7" creationId="{BD9B4F33-48C8-2F48-4A5A-81E40EEE4F40}"/>
          </ac:grpSpMkLst>
        </pc:grpChg>
        <pc:grpChg chg="del mod topLvl">
          <ac:chgData name="Owais Ahmed" userId="6abc7d4556b3b071" providerId="LiveId" clId="{37B963A1-BBDE-46C5-80F9-50AE1D86A8AA}" dt="2023-07-31T08:55:11.083" v="88" actId="478"/>
          <ac:grpSpMkLst>
            <pc:docMk/>
            <pc:sldMk cId="2990752692" sldId="2547"/>
            <ac:grpSpMk id="9" creationId="{2303C201-652E-D5F7-79E3-C352D4056B3F}"/>
          </ac:grpSpMkLst>
        </pc:grpChg>
        <pc:grpChg chg="del mod topLvl">
          <ac:chgData name="Owais Ahmed" userId="6abc7d4556b3b071" providerId="LiveId" clId="{37B963A1-BBDE-46C5-80F9-50AE1D86A8AA}" dt="2023-07-31T08:55:11.083" v="88" actId="478"/>
          <ac:grpSpMkLst>
            <pc:docMk/>
            <pc:sldMk cId="2990752692" sldId="2547"/>
            <ac:grpSpMk id="11" creationId="{44AB4ABF-D347-0C21-5F3F-E2038D6AD90B}"/>
          </ac:grpSpMkLst>
        </pc:grpChg>
        <pc:grpChg chg="del mod topLvl">
          <ac:chgData name="Owais Ahmed" userId="6abc7d4556b3b071" providerId="LiveId" clId="{37B963A1-BBDE-46C5-80F9-50AE1D86A8AA}" dt="2023-07-31T08:55:11.083" v="88" actId="478"/>
          <ac:grpSpMkLst>
            <pc:docMk/>
            <pc:sldMk cId="2990752692" sldId="2547"/>
            <ac:grpSpMk id="13" creationId="{CDC90592-69D5-6B24-8E90-DF3117DF3743}"/>
          </ac:grpSpMkLst>
        </pc:grpChg>
        <pc:grpChg chg="add del mod">
          <ac:chgData name="Owais Ahmed" userId="6abc7d4556b3b071" providerId="LiveId" clId="{37B963A1-BBDE-46C5-80F9-50AE1D86A8AA}" dt="2023-07-31T08:57:10.217" v="124" actId="165"/>
          <ac:grpSpMkLst>
            <pc:docMk/>
            <pc:sldMk cId="2990752692" sldId="2547"/>
            <ac:grpSpMk id="29" creationId="{E687D9E2-5EB0-2E3F-311A-F7A39D039B9F}"/>
          </ac:grpSpMkLst>
        </pc:grpChg>
        <pc:grpChg chg="mod topLvl">
          <ac:chgData name="Owais Ahmed" userId="6abc7d4556b3b071" providerId="LiveId" clId="{37B963A1-BBDE-46C5-80F9-50AE1D86A8AA}" dt="2023-07-31T09:20:49.945" v="777" actId="164"/>
          <ac:grpSpMkLst>
            <pc:docMk/>
            <pc:sldMk cId="2990752692" sldId="2547"/>
            <ac:grpSpMk id="30" creationId="{1D1F280D-4E06-5BE3-C9D1-D42E8F14FEB0}"/>
          </ac:grpSpMkLst>
        </pc:grpChg>
        <pc:grpChg chg="mod topLvl">
          <ac:chgData name="Owais Ahmed" userId="6abc7d4556b3b071" providerId="LiveId" clId="{37B963A1-BBDE-46C5-80F9-50AE1D86A8AA}" dt="2023-07-31T09:20:49.945" v="777" actId="164"/>
          <ac:grpSpMkLst>
            <pc:docMk/>
            <pc:sldMk cId="2990752692" sldId="2547"/>
            <ac:grpSpMk id="31" creationId="{0233585E-248E-BAC7-5D76-4B87DEE9DA98}"/>
          </ac:grpSpMkLst>
        </pc:grpChg>
        <pc:grpChg chg="mod topLvl">
          <ac:chgData name="Owais Ahmed" userId="6abc7d4556b3b071" providerId="LiveId" clId="{37B963A1-BBDE-46C5-80F9-50AE1D86A8AA}" dt="2023-07-31T09:20:49.945" v="777" actId="164"/>
          <ac:grpSpMkLst>
            <pc:docMk/>
            <pc:sldMk cId="2990752692" sldId="2547"/>
            <ac:grpSpMk id="33" creationId="{9702CA21-43CF-1017-90F3-A36C21792BA9}"/>
          </ac:grpSpMkLst>
        </pc:grpChg>
        <pc:grpChg chg="mod topLvl">
          <ac:chgData name="Owais Ahmed" userId="6abc7d4556b3b071" providerId="LiveId" clId="{37B963A1-BBDE-46C5-80F9-50AE1D86A8AA}" dt="2023-07-31T09:20:49.945" v="777" actId="164"/>
          <ac:grpSpMkLst>
            <pc:docMk/>
            <pc:sldMk cId="2990752692" sldId="2547"/>
            <ac:grpSpMk id="35" creationId="{C9B4A097-0158-D77D-0DDE-C2F613EF2D1E}"/>
          </ac:grpSpMkLst>
        </pc:grpChg>
        <pc:grpChg chg="mod topLvl">
          <ac:chgData name="Owais Ahmed" userId="6abc7d4556b3b071" providerId="LiveId" clId="{37B963A1-BBDE-46C5-80F9-50AE1D86A8AA}" dt="2023-07-31T09:20:49.945" v="777" actId="164"/>
          <ac:grpSpMkLst>
            <pc:docMk/>
            <pc:sldMk cId="2990752692" sldId="2547"/>
            <ac:grpSpMk id="37" creationId="{239BCE71-8669-F2F3-D266-D06E27C0DB39}"/>
          </ac:grpSpMkLst>
        </pc:grpChg>
        <pc:grpChg chg="del mod topLvl">
          <ac:chgData name="Owais Ahmed" userId="6abc7d4556b3b071" providerId="LiveId" clId="{37B963A1-BBDE-46C5-80F9-50AE1D86A8AA}" dt="2023-07-31T08:57:31.506" v="126" actId="478"/>
          <ac:grpSpMkLst>
            <pc:docMk/>
            <pc:sldMk cId="2990752692" sldId="2547"/>
            <ac:grpSpMk id="39" creationId="{9A416855-C33C-B3AA-4742-F4742B90FBEB}"/>
          </ac:grpSpMkLst>
        </pc:grpChg>
        <pc:grpChg chg="add mod">
          <ac:chgData name="Owais Ahmed" userId="6abc7d4556b3b071" providerId="LiveId" clId="{37B963A1-BBDE-46C5-80F9-50AE1D86A8AA}" dt="2023-07-31T09:15:31.968" v="729" actId="1035"/>
          <ac:grpSpMkLst>
            <pc:docMk/>
            <pc:sldMk cId="2990752692" sldId="2547"/>
            <ac:grpSpMk id="56" creationId="{F0203D04-1462-550A-C604-80EB19F75610}"/>
          </ac:grpSpMkLst>
        </pc:grpChg>
        <pc:grpChg chg="add del mod">
          <ac:chgData name="Owais Ahmed" userId="6abc7d4556b3b071" providerId="LiveId" clId="{37B963A1-BBDE-46C5-80F9-50AE1D86A8AA}" dt="2023-07-31T09:18:02.201" v="750" actId="165"/>
          <ac:grpSpMkLst>
            <pc:docMk/>
            <pc:sldMk cId="2990752692" sldId="2547"/>
            <ac:grpSpMk id="57" creationId="{E161C98F-0F3A-F658-890D-36F7602741E0}"/>
          </ac:grpSpMkLst>
        </pc:grpChg>
        <pc:grpChg chg="add del mod">
          <ac:chgData name="Owais Ahmed" userId="6abc7d4556b3b071" providerId="LiveId" clId="{37B963A1-BBDE-46C5-80F9-50AE1D86A8AA}" dt="2023-07-31T09:18:02.201" v="750" actId="165"/>
          <ac:grpSpMkLst>
            <pc:docMk/>
            <pc:sldMk cId="2990752692" sldId="2547"/>
            <ac:grpSpMk id="58" creationId="{66600042-499A-3156-095D-6E3612ED8532}"/>
          </ac:grpSpMkLst>
        </pc:grpChg>
        <pc:grpChg chg="add del mod">
          <ac:chgData name="Owais Ahmed" userId="6abc7d4556b3b071" providerId="LiveId" clId="{37B963A1-BBDE-46C5-80F9-50AE1D86A8AA}" dt="2023-07-31T09:14:18.628" v="661"/>
          <ac:grpSpMkLst>
            <pc:docMk/>
            <pc:sldMk cId="2990752692" sldId="2547"/>
            <ac:grpSpMk id="64" creationId="{69EE64DF-AFD7-4E95-CCC5-DAA3494E77A9}"/>
          </ac:grpSpMkLst>
        </pc:grpChg>
        <pc:grpChg chg="mod">
          <ac:chgData name="Owais Ahmed" userId="6abc7d4556b3b071" providerId="LiveId" clId="{37B963A1-BBDE-46C5-80F9-50AE1D86A8AA}" dt="2023-07-31T09:14:12.764" v="658"/>
          <ac:grpSpMkLst>
            <pc:docMk/>
            <pc:sldMk cId="2990752692" sldId="2547"/>
            <ac:grpSpMk id="65" creationId="{439C76F0-44DD-2226-495F-AFB5F6DAAFB4}"/>
          </ac:grpSpMkLst>
        </pc:grpChg>
        <pc:grpChg chg="mod">
          <ac:chgData name="Owais Ahmed" userId="6abc7d4556b3b071" providerId="LiveId" clId="{37B963A1-BBDE-46C5-80F9-50AE1D86A8AA}" dt="2023-07-31T09:14:12.764" v="658"/>
          <ac:grpSpMkLst>
            <pc:docMk/>
            <pc:sldMk cId="2990752692" sldId="2547"/>
            <ac:grpSpMk id="66" creationId="{2A9398AE-4FA7-EB88-0852-CBB19D6252A7}"/>
          </ac:grpSpMkLst>
        </pc:grpChg>
        <pc:grpChg chg="mod">
          <ac:chgData name="Owais Ahmed" userId="6abc7d4556b3b071" providerId="LiveId" clId="{37B963A1-BBDE-46C5-80F9-50AE1D86A8AA}" dt="2023-07-31T09:14:12.764" v="658"/>
          <ac:grpSpMkLst>
            <pc:docMk/>
            <pc:sldMk cId="2990752692" sldId="2547"/>
            <ac:grpSpMk id="68" creationId="{494BFB47-F586-DC26-85FA-17FCDEDA3598}"/>
          </ac:grpSpMkLst>
        </pc:grpChg>
        <pc:grpChg chg="mod">
          <ac:chgData name="Owais Ahmed" userId="6abc7d4556b3b071" providerId="LiveId" clId="{37B963A1-BBDE-46C5-80F9-50AE1D86A8AA}" dt="2023-07-31T09:14:12.764" v="658"/>
          <ac:grpSpMkLst>
            <pc:docMk/>
            <pc:sldMk cId="2990752692" sldId="2547"/>
            <ac:grpSpMk id="70" creationId="{2BB74D27-4A19-0DE7-6F0D-B17A737F65B6}"/>
          </ac:grpSpMkLst>
        </pc:grpChg>
        <pc:grpChg chg="mod">
          <ac:chgData name="Owais Ahmed" userId="6abc7d4556b3b071" providerId="LiveId" clId="{37B963A1-BBDE-46C5-80F9-50AE1D86A8AA}" dt="2023-07-31T09:14:12.764" v="658"/>
          <ac:grpSpMkLst>
            <pc:docMk/>
            <pc:sldMk cId="2990752692" sldId="2547"/>
            <ac:grpSpMk id="72" creationId="{EB9DA357-E0A1-484E-7B15-150AA36EFA3C}"/>
          </ac:grpSpMkLst>
        </pc:grpChg>
        <pc:grpChg chg="add del mod">
          <ac:chgData name="Owais Ahmed" userId="6abc7d4556b3b071" providerId="LiveId" clId="{37B963A1-BBDE-46C5-80F9-50AE1D86A8AA}" dt="2023-07-31T09:18:02.201" v="750" actId="165"/>
          <ac:grpSpMkLst>
            <pc:docMk/>
            <pc:sldMk cId="2990752692" sldId="2547"/>
            <ac:grpSpMk id="87" creationId="{D557FDCA-E63D-23AF-5847-10AFCEFA140B}"/>
          </ac:grpSpMkLst>
        </pc:grpChg>
        <pc:grpChg chg="mod topLvl">
          <ac:chgData name="Owais Ahmed" userId="6abc7d4556b3b071" providerId="LiveId" clId="{37B963A1-BBDE-46C5-80F9-50AE1D86A8AA}" dt="2023-07-31T09:21:01.400" v="778" actId="164"/>
          <ac:grpSpMkLst>
            <pc:docMk/>
            <pc:sldMk cId="2990752692" sldId="2547"/>
            <ac:grpSpMk id="88" creationId="{F8D6FFE5-C5C3-1988-B75C-506B64E10FDB}"/>
          </ac:grpSpMkLst>
        </pc:grpChg>
        <pc:grpChg chg="mod topLvl">
          <ac:chgData name="Owais Ahmed" userId="6abc7d4556b3b071" providerId="LiveId" clId="{37B963A1-BBDE-46C5-80F9-50AE1D86A8AA}" dt="2023-07-31T09:21:01.400" v="778" actId="164"/>
          <ac:grpSpMkLst>
            <pc:docMk/>
            <pc:sldMk cId="2990752692" sldId="2547"/>
            <ac:grpSpMk id="90" creationId="{3CA238CB-86B5-3A15-14A5-AE5579A24DDF}"/>
          </ac:grpSpMkLst>
        </pc:grpChg>
        <pc:grpChg chg="mod topLvl">
          <ac:chgData name="Owais Ahmed" userId="6abc7d4556b3b071" providerId="LiveId" clId="{37B963A1-BBDE-46C5-80F9-50AE1D86A8AA}" dt="2023-07-31T09:21:01.400" v="778" actId="164"/>
          <ac:grpSpMkLst>
            <pc:docMk/>
            <pc:sldMk cId="2990752692" sldId="2547"/>
            <ac:grpSpMk id="92" creationId="{6572C053-9668-1A92-2938-C3A7DAD851D3}"/>
          </ac:grpSpMkLst>
        </pc:grpChg>
        <pc:grpChg chg="mod topLvl">
          <ac:chgData name="Owais Ahmed" userId="6abc7d4556b3b071" providerId="LiveId" clId="{37B963A1-BBDE-46C5-80F9-50AE1D86A8AA}" dt="2023-07-31T09:21:01.400" v="778" actId="164"/>
          <ac:grpSpMkLst>
            <pc:docMk/>
            <pc:sldMk cId="2990752692" sldId="2547"/>
            <ac:grpSpMk id="94" creationId="{622BCBB7-F767-DD0C-E6DA-8E1101ACC27B}"/>
          </ac:grpSpMkLst>
        </pc:grpChg>
        <pc:grpChg chg="del mod">
          <ac:chgData name="Owais Ahmed" userId="6abc7d4556b3b071" providerId="LiveId" clId="{37B963A1-BBDE-46C5-80F9-50AE1D86A8AA}" dt="2023-07-31T09:15:11.007" v="723" actId="478"/>
          <ac:grpSpMkLst>
            <pc:docMk/>
            <pc:sldMk cId="2990752692" sldId="2547"/>
            <ac:grpSpMk id="96" creationId="{647BF5A4-D7A8-C47F-66DC-7FFBC6B607BE}"/>
          </ac:grpSpMkLst>
        </pc:grpChg>
        <pc:grpChg chg="mod topLvl">
          <ac:chgData name="Owais Ahmed" userId="6abc7d4556b3b071" providerId="LiveId" clId="{37B963A1-BBDE-46C5-80F9-50AE1D86A8AA}" dt="2023-07-31T09:00:49.777" v="187" actId="164"/>
          <ac:grpSpMkLst>
            <pc:docMk/>
            <pc:sldMk cId="2990752692" sldId="2547"/>
            <ac:grpSpMk id="207" creationId="{C0B042EC-7478-2A14-BCB2-0494F9D92BB2}"/>
          </ac:grpSpMkLst>
        </pc:grpChg>
        <pc:grpChg chg="del mod topLvl">
          <ac:chgData name="Owais Ahmed" userId="6abc7d4556b3b071" providerId="LiveId" clId="{37B963A1-BBDE-46C5-80F9-50AE1D86A8AA}" dt="2023-07-31T08:53:14.069" v="51" actId="478"/>
          <ac:grpSpMkLst>
            <pc:docMk/>
            <pc:sldMk cId="2990752692" sldId="2547"/>
            <ac:grpSpMk id="210" creationId="{2AF9402C-3845-9A8A-08E4-70C036A829E9}"/>
          </ac:grpSpMkLst>
        </pc:grpChg>
        <pc:grpChg chg="del mod topLvl">
          <ac:chgData name="Owais Ahmed" userId="6abc7d4556b3b071" providerId="LiveId" clId="{37B963A1-BBDE-46C5-80F9-50AE1D86A8AA}" dt="2023-07-31T08:53:14.069" v="51" actId="478"/>
          <ac:grpSpMkLst>
            <pc:docMk/>
            <pc:sldMk cId="2990752692" sldId="2547"/>
            <ac:grpSpMk id="217" creationId="{A475E6F9-CC33-4780-D862-A00EC1943F55}"/>
          </ac:grpSpMkLst>
        </pc:grpChg>
        <pc:grpChg chg="del mod topLvl">
          <ac:chgData name="Owais Ahmed" userId="6abc7d4556b3b071" providerId="LiveId" clId="{37B963A1-BBDE-46C5-80F9-50AE1D86A8AA}" dt="2023-07-31T08:53:14.069" v="51" actId="478"/>
          <ac:grpSpMkLst>
            <pc:docMk/>
            <pc:sldMk cId="2990752692" sldId="2547"/>
            <ac:grpSpMk id="221" creationId="{4AFD0DB0-9313-65B2-322F-8AE0874C9735}"/>
          </ac:grpSpMkLst>
        </pc:grpChg>
        <pc:grpChg chg="del">
          <ac:chgData name="Owais Ahmed" userId="6abc7d4556b3b071" providerId="LiveId" clId="{37B963A1-BBDE-46C5-80F9-50AE1D86A8AA}" dt="2023-07-31T08:52:59.720" v="47" actId="478"/>
          <ac:grpSpMkLst>
            <pc:docMk/>
            <pc:sldMk cId="2990752692" sldId="2547"/>
            <ac:grpSpMk id="225" creationId="{5048507D-83AB-39B2-C47B-7E684012F553}"/>
          </ac:grpSpMkLst>
        </pc:grpChg>
        <pc:grpChg chg="del">
          <ac:chgData name="Owais Ahmed" userId="6abc7d4556b3b071" providerId="LiveId" clId="{37B963A1-BBDE-46C5-80F9-50AE1D86A8AA}" dt="2023-07-31T08:52:56.848" v="45" actId="478"/>
          <ac:grpSpMkLst>
            <pc:docMk/>
            <pc:sldMk cId="2990752692" sldId="2547"/>
            <ac:grpSpMk id="229" creationId="{C8C75C70-766E-FBB9-4F22-B03E115A61EB}"/>
          </ac:grpSpMkLst>
        </pc:grpChg>
        <pc:grpChg chg="del mod">
          <ac:chgData name="Owais Ahmed" userId="6abc7d4556b3b071" providerId="LiveId" clId="{37B963A1-BBDE-46C5-80F9-50AE1D86A8AA}" dt="2023-07-31T08:53:08.545" v="50" actId="165"/>
          <ac:grpSpMkLst>
            <pc:docMk/>
            <pc:sldMk cId="2990752692" sldId="2547"/>
            <ac:grpSpMk id="319" creationId="{67144A40-1597-F420-76A1-2F7010E10A74}"/>
          </ac:grpSpMkLst>
        </pc:grpChg>
        <pc:grpChg chg="del">
          <ac:chgData name="Owais Ahmed" userId="6abc7d4556b3b071" providerId="LiveId" clId="{37B963A1-BBDE-46C5-80F9-50AE1D86A8AA}" dt="2023-07-31T07:55:25.191" v="35" actId="478"/>
          <ac:grpSpMkLst>
            <pc:docMk/>
            <pc:sldMk cId="2990752692" sldId="2547"/>
            <ac:grpSpMk id="1024" creationId="{70252386-2C39-B244-D784-76582291C3AB}"/>
          </ac:grpSpMkLst>
        </pc:grpChg>
        <pc:grpChg chg="del">
          <ac:chgData name="Owais Ahmed" userId="6abc7d4556b3b071" providerId="LiveId" clId="{37B963A1-BBDE-46C5-80F9-50AE1D86A8AA}" dt="2023-07-31T07:55:28.815" v="36" actId="478"/>
          <ac:grpSpMkLst>
            <pc:docMk/>
            <pc:sldMk cId="2990752692" sldId="2547"/>
            <ac:grpSpMk id="1027" creationId="{352CBB22-3FE7-2C43-D131-BD504C128AF8}"/>
          </ac:grpSpMkLst>
        </pc:grpChg>
        <pc:grpChg chg="del">
          <ac:chgData name="Owais Ahmed" userId="6abc7d4556b3b071" providerId="LiveId" clId="{37B963A1-BBDE-46C5-80F9-50AE1D86A8AA}" dt="2023-07-31T07:55:29.545" v="37" actId="478"/>
          <ac:grpSpMkLst>
            <pc:docMk/>
            <pc:sldMk cId="2990752692" sldId="2547"/>
            <ac:grpSpMk id="1028" creationId="{477BDD31-A06A-7586-5D52-AE394391CF98}"/>
          </ac:grpSpMkLst>
        </pc:grpChg>
        <pc:grpChg chg="add mod">
          <ac:chgData name="Owais Ahmed" userId="6abc7d4556b3b071" providerId="LiveId" clId="{37B963A1-BBDE-46C5-80F9-50AE1D86A8AA}" dt="2023-07-31T09:20:36.919" v="776" actId="164"/>
          <ac:grpSpMkLst>
            <pc:docMk/>
            <pc:sldMk cId="2990752692" sldId="2547"/>
            <ac:grpSpMk id="1030" creationId="{7F6AC300-8B21-F6BC-872C-CE2FAB97D072}"/>
          </ac:grpSpMkLst>
        </pc:grpChg>
        <pc:grpChg chg="add mod">
          <ac:chgData name="Owais Ahmed" userId="6abc7d4556b3b071" providerId="LiveId" clId="{37B963A1-BBDE-46C5-80F9-50AE1D86A8AA}" dt="2023-07-31T09:20:49.945" v="777" actId="164"/>
          <ac:grpSpMkLst>
            <pc:docMk/>
            <pc:sldMk cId="2990752692" sldId="2547"/>
            <ac:grpSpMk id="1031" creationId="{A657890D-3A39-789E-CA49-4B807C5A96E3}"/>
          </ac:grpSpMkLst>
        </pc:grpChg>
        <pc:grpChg chg="add mod">
          <ac:chgData name="Owais Ahmed" userId="6abc7d4556b3b071" providerId="LiveId" clId="{37B963A1-BBDE-46C5-80F9-50AE1D86A8AA}" dt="2023-07-31T09:21:01.400" v="778" actId="164"/>
          <ac:grpSpMkLst>
            <pc:docMk/>
            <pc:sldMk cId="2990752692" sldId="2547"/>
            <ac:grpSpMk id="1032" creationId="{DE109485-B462-A804-D635-0468C685F9A6}"/>
          </ac:grpSpMkLst>
        </pc:grpChg>
        <pc:cxnChg chg="del mod topLvl">
          <ac:chgData name="Owais Ahmed" userId="6abc7d4556b3b071" providerId="LiveId" clId="{37B963A1-BBDE-46C5-80F9-50AE1D86A8AA}" dt="2023-07-31T09:18:08.681" v="752" actId="478"/>
          <ac:cxnSpMkLst>
            <pc:docMk/>
            <pc:sldMk cId="2990752692" sldId="2547"/>
            <ac:cxnSpMk id="6" creationId="{F5BE4AA2-3B87-6746-4854-9C02D88B2A88}"/>
          </ac:cxnSpMkLst>
        </pc:cxnChg>
        <pc:cxnChg chg="del mod topLvl">
          <ac:chgData name="Owais Ahmed" userId="6abc7d4556b3b071" providerId="LiveId" clId="{37B963A1-BBDE-46C5-80F9-50AE1D86A8AA}" dt="2023-07-31T09:18:09.613" v="753" actId="478"/>
          <ac:cxnSpMkLst>
            <pc:docMk/>
            <pc:sldMk cId="2990752692" sldId="2547"/>
            <ac:cxnSpMk id="8" creationId="{FD1F7B2C-654C-69F3-9A64-12FD5F538EA6}"/>
          </ac:cxnSpMkLst>
        </pc:cxnChg>
        <pc:cxnChg chg="del mod topLvl">
          <ac:chgData name="Owais Ahmed" userId="6abc7d4556b3b071" providerId="LiveId" clId="{37B963A1-BBDE-46C5-80F9-50AE1D86A8AA}" dt="2023-07-31T08:55:11.083" v="88" actId="478"/>
          <ac:cxnSpMkLst>
            <pc:docMk/>
            <pc:sldMk cId="2990752692" sldId="2547"/>
            <ac:cxnSpMk id="10" creationId="{7B6ED8F4-51FE-CD18-AD1A-883DDCF3262A}"/>
          </ac:cxnSpMkLst>
        </pc:cxnChg>
        <pc:cxnChg chg="del mod topLvl">
          <ac:chgData name="Owais Ahmed" userId="6abc7d4556b3b071" providerId="LiveId" clId="{37B963A1-BBDE-46C5-80F9-50AE1D86A8AA}" dt="2023-07-31T08:55:11.083" v="88" actId="478"/>
          <ac:cxnSpMkLst>
            <pc:docMk/>
            <pc:sldMk cId="2990752692" sldId="2547"/>
            <ac:cxnSpMk id="12" creationId="{01DB1ED1-BCD3-F3D1-EC73-46CF6C6F9D52}"/>
          </ac:cxnSpMkLst>
        </pc:cxnChg>
        <pc:cxnChg chg="del mod topLvl">
          <ac:chgData name="Owais Ahmed" userId="6abc7d4556b3b071" providerId="LiveId" clId="{37B963A1-BBDE-46C5-80F9-50AE1D86A8AA}" dt="2023-07-31T08:55:11.083" v="88" actId="478"/>
          <ac:cxnSpMkLst>
            <pc:docMk/>
            <pc:sldMk cId="2990752692" sldId="2547"/>
            <ac:cxnSpMk id="14" creationId="{ECEA1649-DC11-4FCF-725A-2CD4DC62C23B}"/>
          </ac:cxnSpMkLst>
        </pc:cxnChg>
        <pc:cxnChg chg="del mod topLvl">
          <ac:chgData name="Owais Ahmed" userId="6abc7d4556b3b071" providerId="LiveId" clId="{37B963A1-BBDE-46C5-80F9-50AE1D86A8AA}" dt="2023-07-31T09:18:08.028" v="751" actId="478"/>
          <ac:cxnSpMkLst>
            <pc:docMk/>
            <pc:sldMk cId="2990752692" sldId="2547"/>
            <ac:cxnSpMk id="32" creationId="{975FF23F-69FF-9A2C-3D0A-8D9B9B79E92B}"/>
          </ac:cxnSpMkLst>
        </pc:cxnChg>
        <pc:cxnChg chg="del mod topLvl">
          <ac:chgData name="Owais Ahmed" userId="6abc7d4556b3b071" providerId="LiveId" clId="{37B963A1-BBDE-46C5-80F9-50AE1D86A8AA}" dt="2023-07-31T09:18:10.375" v="754" actId="478"/>
          <ac:cxnSpMkLst>
            <pc:docMk/>
            <pc:sldMk cId="2990752692" sldId="2547"/>
            <ac:cxnSpMk id="34" creationId="{1FF619DC-5DEB-17C2-F6AB-F5E47A2D03A8}"/>
          </ac:cxnSpMkLst>
        </pc:cxnChg>
        <pc:cxnChg chg="del mod topLvl">
          <ac:chgData name="Owais Ahmed" userId="6abc7d4556b3b071" providerId="LiveId" clId="{37B963A1-BBDE-46C5-80F9-50AE1D86A8AA}" dt="2023-07-31T09:18:11.075" v="755" actId="478"/>
          <ac:cxnSpMkLst>
            <pc:docMk/>
            <pc:sldMk cId="2990752692" sldId="2547"/>
            <ac:cxnSpMk id="36" creationId="{A0886EEC-0F49-627C-404C-1F65651C3759}"/>
          </ac:cxnSpMkLst>
        </pc:cxnChg>
        <pc:cxnChg chg="del mod topLvl">
          <ac:chgData name="Owais Ahmed" userId="6abc7d4556b3b071" providerId="LiveId" clId="{37B963A1-BBDE-46C5-80F9-50AE1D86A8AA}" dt="2023-07-31T09:18:11.888" v="756" actId="478"/>
          <ac:cxnSpMkLst>
            <pc:docMk/>
            <pc:sldMk cId="2990752692" sldId="2547"/>
            <ac:cxnSpMk id="38" creationId="{3C0DE5EB-5BCB-91CB-27D3-A97D8D9E2003}"/>
          </ac:cxnSpMkLst>
        </pc:cxnChg>
        <pc:cxnChg chg="del mod topLvl">
          <ac:chgData name="Owais Ahmed" userId="6abc7d4556b3b071" providerId="LiveId" clId="{37B963A1-BBDE-46C5-80F9-50AE1D86A8AA}" dt="2023-07-31T08:57:31.506" v="126" actId="478"/>
          <ac:cxnSpMkLst>
            <pc:docMk/>
            <pc:sldMk cId="2990752692" sldId="2547"/>
            <ac:cxnSpMk id="40" creationId="{68D93A2C-013F-59C4-2F7D-E302670FD9ED}"/>
          </ac:cxnSpMkLst>
        </pc:cxnChg>
        <pc:cxnChg chg="mod">
          <ac:chgData name="Owais Ahmed" userId="6abc7d4556b3b071" providerId="LiveId" clId="{37B963A1-BBDE-46C5-80F9-50AE1D86A8AA}" dt="2023-07-31T09:14:12.764" v="658"/>
          <ac:cxnSpMkLst>
            <pc:docMk/>
            <pc:sldMk cId="2990752692" sldId="2547"/>
            <ac:cxnSpMk id="67" creationId="{EE4DEF9E-97FB-0AE3-8870-CBDA22FA38B2}"/>
          </ac:cxnSpMkLst>
        </pc:cxnChg>
        <pc:cxnChg chg="mod">
          <ac:chgData name="Owais Ahmed" userId="6abc7d4556b3b071" providerId="LiveId" clId="{37B963A1-BBDE-46C5-80F9-50AE1D86A8AA}" dt="2023-07-31T09:14:12.764" v="658"/>
          <ac:cxnSpMkLst>
            <pc:docMk/>
            <pc:sldMk cId="2990752692" sldId="2547"/>
            <ac:cxnSpMk id="69" creationId="{DA1A13DB-12BC-8167-C5F3-7A43CCA521C3}"/>
          </ac:cxnSpMkLst>
        </pc:cxnChg>
        <pc:cxnChg chg="mod">
          <ac:chgData name="Owais Ahmed" userId="6abc7d4556b3b071" providerId="LiveId" clId="{37B963A1-BBDE-46C5-80F9-50AE1D86A8AA}" dt="2023-07-31T09:14:12.764" v="658"/>
          <ac:cxnSpMkLst>
            <pc:docMk/>
            <pc:sldMk cId="2990752692" sldId="2547"/>
            <ac:cxnSpMk id="71" creationId="{01A6A5A2-6B00-68BC-9A90-0F680F5268CD}"/>
          </ac:cxnSpMkLst>
        </pc:cxnChg>
        <pc:cxnChg chg="mod">
          <ac:chgData name="Owais Ahmed" userId="6abc7d4556b3b071" providerId="LiveId" clId="{37B963A1-BBDE-46C5-80F9-50AE1D86A8AA}" dt="2023-07-31T09:14:12.764" v="658"/>
          <ac:cxnSpMkLst>
            <pc:docMk/>
            <pc:sldMk cId="2990752692" sldId="2547"/>
            <ac:cxnSpMk id="73" creationId="{430219A4-8AC9-CA8E-DA84-A7121E578DEC}"/>
          </ac:cxnSpMkLst>
        </pc:cxnChg>
        <pc:cxnChg chg="add del mod topLvl">
          <ac:chgData name="Owais Ahmed" userId="6abc7d4556b3b071" providerId="LiveId" clId="{37B963A1-BBDE-46C5-80F9-50AE1D86A8AA}" dt="2023-07-31T09:19:02.016" v="771" actId="478"/>
          <ac:cxnSpMkLst>
            <pc:docMk/>
            <pc:sldMk cId="2990752692" sldId="2547"/>
            <ac:cxnSpMk id="91" creationId="{CC9D26DB-184B-946C-59FA-CD1CC56D8D2B}"/>
          </ac:cxnSpMkLst>
        </pc:cxnChg>
        <pc:cxnChg chg="del mod topLvl">
          <ac:chgData name="Owais Ahmed" userId="6abc7d4556b3b071" providerId="LiveId" clId="{37B963A1-BBDE-46C5-80F9-50AE1D86A8AA}" dt="2023-07-31T09:18:13.798" v="758" actId="478"/>
          <ac:cxnSpMkLst>
            <pc:docMk/>
            <pc:sldMk cId="2990752692" sldId="2547"/>
            <ac:cxnSpMk id="93" creationId="{5E937128-413A-5EAB-0C40-6758539C45A2}"/>
          </ac:cxnSpMkLst>
        </pc:cxnChg>
        <pc:cxnChg chg="del mod topLvl">
          <ac:chgData name="Owais Ahmed" userId="6abc7d4556b3b071" providerId="LiveId" clId="{37B963A1-BBDE-46C5-80F9-50AE1D86A8AA}" dt="2023-07-31T09:18:12.634" v="757" actId="478"/>
          <ac:cxnSpMkLst>
            <pc:docMk/>
            <pc:sldMk cId="2990752692" sldId="2547"/>
            <ac:cxnSpMk id="95" creationId="{DC53BF8B-D6B8-D42C-BCF8-FAE02D2211AF}"/>
          </ac:cxnSpMkLst>
        </pc:cxnChg>
        <pc:cxnChg chg="del mod">
          <ac:chgData name="Owais Ahmed" userId="6abc7d4556b3b071" providerId="LiveId" clId="{37B963A1-BBDE-46C5-80F9-50AE1D86A8AA}" dt="2023-07-31T09:15:15.851" v="725" actId="478"/>
          <ac:cxnSpMkLst>
            <pc:docMk/>
            <pc:sldMk cId="2990752692" sldId="2547"/>
            <ac:cxnSpMk id="97" creationId="{08429E82-AF16-E636-859E-002B35691C73}"/>
          </ac:cxnSpMkLst>
        </pc:cxnChg>
        <pc:cxnChg chg="add del mod">
          <ac:chgData name="Owais Ahmed" userId="6abc7d4556b3b071" providerId="LiveId" clId="{37B963A1-BBDE-46C5-80F9-50AE1D86A8AA}" dt="2023-07-31T09:18:22.926" v="762" actId="11529"/>
          <ac:cxnSpMkLst>
            <pc:docMk/>
            <pc:sldMk cId="2990752692" sldId="2547"/>
            <ac:cxnSpMk id="112" creationId="{2F11B00F-D0CE-CEC1-F2D3-518F4A1C0C86}"/>
          </ac:cxnSpMkLst>
        </pc:cxnChg>
        <pc:cxnChg chg="add mod">
          <ac:chgData name="Owais Ahmed" userId="6abc7d4556b3b071" providerId="LiveId" clId="{37B963A1-BBDE-46C5-80F9-50AE1D86A8AA}" dt="2023-07-31T09:20:36.919" v="776" actId="164"/>
          <ac:cxnSpMkLst>
            <pc:docMk/>
            <pc:sldMk cId="2990752692" sldId="2547"/>
            <ac:cxnSpMk id="114" creationId="{EAB36859-E5BD-DACB-F008-D53C1FB52938}"/>
          </ac:cxnSpMkLst>
        </pc:cxnChg>
        <pc:cxnChg chg="add mod">
          <ac:chgData name="Owais Ahmed" userId="6abc7d4556b3b071" providerId="LiveId" clId="{37B963A1-BBDE-46C5-80F9-50AE1D86A8AA}" dt="2023-07-31T09:20:36.919" v="776" actId="164"/>
          <ac:cxnSpMkLst>
            <pc:docMk/>
            <pc:sldMk cId="2990752692" sldId="2547"/>
            <ac:cxnSpMk id="116" creationId="{D77FC880-6C95-361E-00A0-59E24EBDA4E4}"/>
          </ac:cxnSpMkLst>
        </pc:cxnChg>
        <pc:cxnChg chg="add mod">
          <ac:chgData name="Owais Ahmed" userId="6abc7d4556b3b071" providerId="LiveId" clId="{37B963A1-BBDE-46C5-80F9-50AE1D86A8AA}" dt="2023-07-31T09:20:49.945" v="777" actId="164"/>
          <ac:cxnSpMkLst>
            <pc:docMk/>
            <pc:sldMk cId="2990752692" sldId="2547"/>
            <ac:cxnSpMk id="118" creationId="{B16C2EF2-AE8D-275C-5323-4D2014DE077E}"/>
          </ac:cxnSpMkLst>
        </pc:cxnChg>
        <pc:cxnChg chg="add mod">
          <ac:chgData name="Owais Ahmed" userId="6abc7d4556b3b071" providerId="LiveId" clId="{37B963A1-BBDE-46C5-80F9-50AE1D86A8AA}" dt="2023-07-31T09:20:49.945" v="777" actId="164"/>
          <ac:cxnSpMkLst>
            <pc:docMk/>
            <pc:sldMk cId="2990752692" sldId="2547"/>
            <ac:cxnSpMk id="120" creationId="{4A79240C-A032-EB17-41E0-52386AB60888}"/>
          </ac:cxnSpMkLst>
        </pc:cxnChg>
        <pc:cxnChg chg="add mod">
          <ac:chgData name="Owais Ahmed" userId="6abc7d4556b3b071" providerId="LiveId" clId="{37B963A1-BBDE-46C5-80F9-50AE1D86A8AA}" dt="2023-07-31T09:20:49.945" v="777" actId="164"/>
          <ac:cxnSpMkLst>
            <pc:docMk/>
            <pc:sldMk cId="2990752692" sldId="2547"/>
            <ac:cxnSpMk id="122" creationId="{4AFB9E76-0EA7-153B-7E1E-05A0E4C97456}"/>
          </ac:cxnSpMkLst>
        </pc:cxnChg>
        <pc:cxnChg chg="add mod">
          <ac:chgData name="Owais Ahmed" userId="6abc7d4556b3b071" providerId="LiveId" clId="{37B963A1-BBDE-46C5-80F9-50AE1D86A8AA}" dt="2023-07-31T09:20:49.945" v="777" actId="164"/>
          <ac:cxnSpMkLst>
            <pc:docMk/>
            <pc:sldMk cId="2990752692" sldId="2547"/>
            <ac:cxnSpMk id="124" creationId="{4CC2FB86-E07E-4B09-2A94-5C61DF69A735}"/>
          </ac:cxnSpMkLst>
        </pc:cxnChg>
        <pc:cxnChg chg="add mod">
          <ac:chgData name="Owais Ahmed" userId="6abc7d4556b3b071" providerId="LiveId" clId="{37B963A1-BBDE-46C5-80F9-50AE1D86A8AA}" dt="2023-07-31T09:21:01.400" v="778" actId="164"/>
          <ac:cxnSpMkLst>
            <pc:docMk/>
            <pc:sldMk cId="2990752692" sldId="2547"/>
            <ac:cxnSpMk id="126" creationId="{8363E0F2-10CE-03C0-6C14-BE8802F9921A}"/>
          </ac:cxnSpMkLst>
        </pc:cxnChg>
        <pc:cxnChg chg="del mod topLvl">
          <ac:chgData name="Owais Ahmed" userId="6abc7d4556b3b071" providerId="LiveId" clId="{37B963A1-BBDE-46C5-80F9-50AE1D86A8AA}" dt="2023-07-31T08:53:14.069" v="51" actId="478"/>
          <ac:cxnSpMkLst>
            <pc:docMk/>
            <pc:sldMk cId="2990752692" sldId="2547"/>
            <ac:cxnSpMk id="213" creationId="{20DC458F-65D1-43A6-AD4D-D629C78B59E7}"/>
          </ac:cxnSpMkLst>
        </pc:cxnChg>
        <pc:cxnChg chg="del mod topLvl">
          <ac:chgData name="Owais Ahmed" userId="6abc7d4556b3b071" providerId="LiveId" clId="{37B963A1-BBDE-46C5-80F9-50AE1D86A8AA}" dt="2023-07-31T08:53:14.069" v="51" actId="478"/>
          <ac:cxnSpMkLst>
            <pc:docMk/>
            <pc:sldMk cId="2990752692" sldId="2547"/>
            <ac:cxnSpMk id="220" creationId="{28F6F686-00F5-6015-997C-1C4CF1E4068B}"/>
          </ac:cxnSpMkLst>
        </pc:cxnChg>
        <pc:cxnChg chg="del mod topLvl">
          <ac:chgData name="Owais Ahmed" userId="6abc7d4556b3b071" providerId="LiveId" clId="{37B963A1-BBDE-46C5-80F9-50AE1D86A8AA}" dt="2023-07-31T08:53:14.069" v="51" actId="478"/>
          <ac:cxnSpMkLst>
            <pc:docMk/>
            <pc:sldMk cId="2990752692" sldId="2547"/>
            <ac:cxnSpMk id="224" creationId="{4012E97B-BC47-B062-6D50-EAE8D79C698D}"/>
          </ac:cxnSpMkLst>
        </pc:cxnChg>
        <pc:cxnChg chg="del mod topLvl">
          <ac:chgData name="Owais Ahmed" userId="6abc7d4556b3b071" providerId="LiveId" clId="{37B963A1-BBDE-46C5-80F9-50AE1D86A8AA}" dt="2023-07-31T08:53:14.069" v="51" actId="478"/>
          <ac:cxnSpMkLst>
            <pc:docMk/>
            <pc:sldMk cId="2990752692" sldId="2547"/>
            <ac:cxnSpMk id="228" creationId="{69E4D838-7DB3-6200-DAB9-4580B505DEEA}"/>
          </ac:cxnSpMkLst>
        </pc:cxnChg>
        <pc:cxnChg chg="del mod">
          <ac:chgData name="Owais Ahmed" userId="6abc7d4556b3b071" providerId="LiveId" clId="{37B963A1-BBDE-46C5-80F9-50AE1D86A8AA}" dt="2023-07-31T08:53:03.880" v="49" actId="478"/>
          <ac:cxnSpMkLst>
            <pc:docMk/>
            <pc:sldMk cId="2990752692" sldId="2547"/>
            <ac:cxnSpMk id="232" creationId="{F3EE973A-C53F-79CD-35AE-8E27B1A37F1D}"/>
          </ac:cxnSpMkLst>
        </pc:cxnChg>
        <pc:cxnChg chg="mod">
          <ac:chgData name="Owais Ahmed" userId="6abc7d4556b3b071" providerId="LiveId" clId="{37B963A1-BBDE-46C5-80F9-50AE1D86A8AA}" dt="2023-07-31T07:55:25.191" v="35" actId="478"/>
          <ac:cxnSpMkLst>
            <pc:docMk/>
            <pc:sldMk cId="2990752692" sldId="2547"/>
            <ac:cxnSpMk id="240" creationId="{B7098FFA-5991-5B86-5313-DBB8E6ACD2D1}"/>
          </ac:cxnSpMkLst>
        </pc:cxnChg>
        <pc:cxnChg chg="mod">
          <ac:chgData name="Owais Ahmed" userId="6abc7d4556b3b071" providerId="LiveId" clId="{37B963A1-BBDE-46C5-80F9-50AE1D86A8AA}" dt="2023-07-31T07:55:25.191" v="35" actId="478"/>
          <ac:cxnSpMkLst>
            <pc:docMk/>
            <pc:sldMk cId="2990752692" sldId="2547"/>
            <ac:cxnSpMk id="244" creationId="{26C9C688-E9A1-AD73-B7ED-FA9001838654}"/>
          </ac:cxnSpMkLst>
        </pc:cxnChg>
        <pc:cxnChg chg="mod">
          <ac:chgData name="Owais Ahmed" userId="6abc7d4556b3b071" providerId="LiveId" clId="{37B963A1-BBDE-46C5-80F9-50AE1D86A8AA}" dt="2023-07-31T07:55:25.191" v="35" actId="478"/>
          <ac:cxnSpMkLst>
            <pc:docMk/>
            <pc:sldMk cId="2990752692" sldId="2547"/>
            <ac:cxnSpMk id="248" creationId="{322F526B-D2BC-E613-65D0-FE89D4620B7A}"/>
          </ac:cxnSpMkLst>
        </pc:cxnChg>
        <pc:cxnChg chg="mod">
          <ac:chgData name="Owais Ahmed" userId="6abc7d4556b3b071" providerId="LiveId" clId="{37B963A1-BBDE-46C5-80F9-50AE1D86A8AA}" dt="2023-07-31T07:55:25.191" v="35" actId="478"/>
          <ac:cxnSpMkLst>
            <pc:docMk/>
            <pc:sldMk cId="2990752692" sldId="2547"/>
            <ac:cxnSpMk id="252" creationId="{4F1485D7-04A2-E361-5995-72B9663EF71A}"/>
          </ac:cxnSpMkLst>
        </pc:cxnChg>
        <pc:cxnChg chg="mod">
          <ac:chgData name="Owais Ahmed" userId="6abc7d4556b3b071" providerId="LiveId" clId="{37B963A1-BBDE-46C5-80F9-50AE1D86A8AA}" dt="2023-07-31T07:55:25.191" v="35" actId="478"/>
          <ac:cxnSpMkLst>
            <pc:docMk/>
            <pc:sldMk cId="2990752692" sldId="2547"/>
            <ac:cxnSpMk id="256" creationId="{8D34D431-6C53-42A2-C0D9-E20C69418F24}"/>
          </ac:cxnSpMkLst>
        </pc:cxnChg>
        <pc:cxnChg chg="mod">
          <ac:chgData name="Owais Ahmed" userId="6abc7d4556b3b071" providerId="LiveId" clId="{37B963A1-BBDE-46C5-80F9-50AE1D86A8AA}" dt="2023-07-31T07:55:25.191" v="35" actId="478"/>
          <ac:cxnSpMkLst>
            <pc:docMk/>
            <pc:sldMk cId="2990752692" sldId="2547"/>
            <ac:cxnSpMk id="261" creationId="{DC6C7DE2-69DF-BFDD-C2EF-8B3E01A3CCEB}"/>
          </ac:cxnSpMkLst>
        </pc:cxnChg>
        <pc:cxnChg chg="mod">
          <ac:chgData name="Owais Ahmed" userId="6abc7d4556b3b071" providerId="LiveId" clId="{37B963A1-BBDE-46C5-80F9-50AE1D86A8AA}" dt="2023-07-31T07:55:28.815" v="36" actId="478"/>
          <ac:cxnSpMkLst>
            <pc:docMk/>
            <pc:sldMk cId="2990752692" sldId="2547"/>
            <ac:cxnSpMk id="268" creationId="{E7F052F5-7CBD-2F05-E655-773FA1456244}"/>
          </ac:cxnSpMkLst>
        </pc:cxnChg>
        <pc:cxnChg chg="mod">
          <ac:chgData name="Owais Ahmed" userId="6abc7d4556b3b071" providerId="LiveId" clId="{37B963A1-BBDE-46C5-80F9-50AE1D86A8AA}" dt="2023-07-31T07:55:28.815" v="36" actId="478"/>
          <ac:cxnSpMkLst>
            <pc:docMk/>
            <pc:sldMk cId="2990752692" sldId="2547"/>
            <ac:cxnSpMk id="280" creationId="{D6B5FB28-E472-E3AC-6D4F-7D7D5F911674}"/>
          </ac:cxnSpMkLst>
        </pc:cxnChg>
        <pc:cxnChg chg="mod">
          <ac:chgData name="Owais Ahmed" userId="6abc7d4556b3b071" providerId="LiveId" clId="{37B963A1-BBDE-46C5-80F9-50AE1D86A8AA}" dt="2023-07-31T07:55:28.815" v="36" actId="478"/>
          <ac:cxnSpMkLst>
            <pc:docMk/>
            <pc:sldMk cId="2990752692" sldId="2547"/>
            <ac:cxnSpMk id="284" creationId="{233DEFD1-9501-6CAE-9C63-3AE11A33EC76}"/>
          </ac:cxnSpMkLst>
        </pc:cxnChg>
        <pc:cxnChg chg="mod">
          <ac:chgData name="Owais Ahmed" userId="6abc7d4556b3b071" providerId="LiveId" clId="{37B963A1-BBDE-46C5-80F9-50AE1D86A8AA}" dt="2023-07-31T07:55:28.815" v="36" actId="478"/>
          <ac:cxnSpMkLst>
            <pc:docMk/>
            <pc:sldMk cId="2990752692" sldId="2547"/>
            <ac:cxnSpMk id="288" creationId="{F11FB287-BC39-190A-43B9-A5B34B82B977}"/>
          </ac:cxnSpMkLst>
        </pc:cxnChg>
        <pc:cxnChg chg="add mod">
          <ac:chgData name="Owais Ahmed" userId="6abc7d4556b3b071" providerId="LiveId" clId="{37B963A1-BBDE-46C5-80F9-50AE1D86A8AA}" dt="2023-07-31T09:21:01.400" v="778" actId="164"/>
          <ac:cxnSpMkLst>
            <pc:docMk/>
            <pc:sldMk cId="2990752692" sldId="2547"/>
            <ac:cxnSpMk id="1025" creationId="{33E52E20-8B3F-3C42-7176-F4BE107E4E5C}"/>
          </ac:cxnSpMkLst>
        </pc:cxnChg>
        <pc:cxnChg chg="add mod">
          <ac:chgData name="Owais Ahmed" userId="6abc7d4556b3b071" providerId="LiveId" clId="{37B963A1-BBDE-46C5-80F9-50AE1D86A8AA}" dt="2023-07-31T09:21:01.400" v="778" actId="164"/>
          <ac:cxnSpMkLst>
            <pc:docMk/>
            <pc:sldMk cId="2990752692" sldId="2547"/>
            <ac:cxnSpMk id="1029" creationId="{F17F1DB9-9026-97D8-7854-3DD4E9D477CF}"/>
          </ac:cxnSpMkLst>
        </pc:cxnChg>
      </pc:sldChg>
      <pc:sldChg chg="add del">
        <pc:chgData name="Owais Ahmed" userId="6abc7d4556b3b071" providerId="LiveId" clId="{37B963A1-BBDE-46C5-80F9-50AE1D86A8AA}" dt="2023-07-31T09:17:48.628" v="749" actId="47"/>
        <pc:sldMkLst>
          <pc:docMk/>
          <pc:sldMk cId="1225631326" sldId="2548"/>
        </pc:sldMkLst>
      </pc:sldChg>
    </pc:docChg>
  </pc:docChgLst>
  <pc:docChgLst>
    <pc:chgData name="Owais Ahmed" userId="6abc7d4556b3b071" providerId="LiveId" clId="{4CD71B15-CCD9-4CBF-BC84-B4C52C1D305A}"/>
    <pc:docChg chg="addSld delSld modSld sldOrd">
      <pc:chgData name="Owais Ahmed" userId="6abc7d4556b3b071" providerId="LiveId" clId="{4CD71B15-CCD9-4CBF-BC84-B4C52C1D305A}" dt="2023-07-30T18:54:53.214" v="647" actId="47"/>
      <pc:docMkLst>
        <pc:docMk/>
      </pc:docMkLst>
      <pc:sldChg chg="modSp add del mod ord modAnim">
        <pc:chgData name="Owais Ahmed" userId="6abc7d4556b3b071" providerId="LiveId" clId="{4CD71B15-CCD9-4CBF-BC84-B4C52C1D305A}" dt="2023-07-30T18:54:53.214" v="647" actId="47"/>
        <pc:sldMkLst>
          <pc:docMk/>
          <pc:sldMk cId="4041671842" sldId="2516"/>
        </pc:sldMkLst>
        <pc:spChg chg="mod">
          <ac:chgData name="Owais Ahmed" userId="6abc7d4556b3b071" providerId="LiveId" clId="{4CD71B15-CCD9-4CBF-BC84-B4C52C1D305A}" dt="2023-07-30T18:54:43.518" v="646" actId="20577"/>
          <ac:spMkLst>
            <pc:docMk/>
            <pc:sldMk cId="4041671842" sldId="2516"/>
            <ac:spMk id="3" creationId="{4A1C0383-58FE-E486-295E-B33B8683B938}"/>
          </ac:spMkLst>
        </pc:spChg>
        <pc:spChg chg="mod">
          <ac:chgData name="Owais Ahmed" userId="6abc7d4556b3b071" providerId="LiveId" clId="{4CD71B15-CCD9-4CBF-BC84-B4C52C1D305A}" dt="2023-07-30T17:45:07.195" v="18" actId="20577"/>
          <ac:spMkLst>
            <pc:docMk/>
            <pc:sldMk cId="4041671842" sldId="2516"/>
            <ac:spMk id="215" creationId="{00000000-0000-0000-0000-000000000000}"/>
          </ac:spMkLst>
        </pc:spChg>
      </pc:sldChg>
    </pc:docChg>
  </pc:docChgLst>
  <pc:docChgLst>
    <pc:chgData name="Owais Ahmed" userId="6abc7d4556b3b071" providerId="LiveId" clId="{FC71800D-6C77-4311-91CC-2C226E46ADC8}"/>
    <pc:docChg chg="undo custSel addSld delSld modSld">
      <pc:chgData name="Owais Ahmed" userId="6abc7d4556b3b071" providerId="LiveId" clId="{FC71800D-6C77-4311-91CC-2C226E46ADC8}" dt="2023-08-04T14:26:40.459" v="1001" actId="20577"/>
      <pc:docMkLst>
        <pc:docMk/>
      </pc:docMkLst>
      <pc:sldChg chg="modSp">
        <pc:chgData name="Owais Ahmed" userId="6abc7d4556b3b071" providerId="LiveId" clId="{FC71800D-6C77-4311-91CC-2C226E46ADC8}" dt="2023-08-04T14:20:09.761" v="145" actId="20577"/>
        <pc:sldMkLst>
          <pc:docMk/>
          <pc:sldMk cId="3909667495" sldId="2558"/>
        </pc:sldMkLst>
        <pc:spChg chg="mod">
          <ac:chgData name="Owais Ahmed" userId="6abc7d4556b3b071" providerId="LiveId" clId="{FC71800D-6C77-4311-91CC-2C226E46ADC8}" dt="2023-08-04T14:20:09.761" v="145" actId="20577"/>
          <ac:spMkLst>
            <pc:docMk/>
            <pc:sldMk cId="3909667495" sldId="2558"/>
            <ac:spMk id="3" creationId="{4A1C0383-58FE-E486-295E-B33B8683B938}"/>
          </ac:spMkLst>
        </pc:spChg>
      </pc:sldChg>
      <pc:sldChg chg="modSp add del mod modAnim">
        <pc:chgData name="Owais Ahmed" userId="6abc7d4556b3b071" providerId="LiveId" clId="{FC71800D-6C77-4311-91CC-2C226E46ADC8}" dt="2023-08-04T14:18:33.439" v="28" actId="47"/>
        <pc:sldMkLst>
          <pc:docMk/>
          <pc:sldMk cId="1343035549" sldId="2561"/>
        </pc:sldMkLst>
        <pc:spChg chg="mod">
          <ac:chgData name="Owais Ahmed" userId="6abc7d4556b3b071" providerId="LiveId" clId="{FC71800D-6C77-4311-91CC-2C226E46ADC8}" dt="2023-08-04T14:18:12.783" v="26" actId="20577"/>
          <ac:spMkLst>
            <pc:docMk/>
            <pc:sldMk cId="1343035549" sldId="2561"/>
            <ac:spMk id="3" creationId="{4A1C0383-58FE-E486-295E-B33B8683B938}"/>
          </ac:spMkLst>
        </pc:spChg>
        <pc:spChg chg="mod">
          <ac:chgData name="Owais Ahmed" userId="6abc7d4556b3b071" providerId="LiveId" clId="{FC71800D-6C77-4311-91CC-2C226E46ADC8}" dt="2023-08-04T14:17:25.517" v="2" actId="20577"/>
          <ac:spMkLst>
            <pc:docMk/>
            <pc:sldMk cId="1343035549" sldId="2561"/>
            <ac:spMk id="215" creationId="{00000000-0000-0000-0000-000000000000}"/>
          </ac:spMkLst>
        </pc:spChg>
      </pc:sldChg>
      <pc:sldChg chg="modSp add mod addAnim delAnim modAnim">
        <pc:chgData name="Owais Ahmed" userId="6abc7d4556b3b071" providerId="LiveId" clId="{FC71800D-6C77-4311-91CC-2C226E46ADC8}" dt="2023-08-04T14:23:09.607" v="525" actId="14100"/>
        <pc:sldMkLst>
          <pc:docMk/>
          <pc:sldMk cId="1835063850" sldId="2562"/>
        </pc:sldMkLst>
        <pc:spChg chg="mod">
          <ac:chgData name="Owais Ahmed" userId="6abc7d4556b3b071" providerId="LiveId" clId="{FC71800D-6C77-4311-91CC-2C226E46ADC8}" dt="2023-08-04T14:23:09.607" v="525" actId="14100"/>
          <ac:spMkLst>
            <pc:docMk/>
            <pc:sldMk cId="1835063850" sldId="2562"/>
            <ac:spMk id="3" creationId="{4A1C0383-58FE-E486-295E-B33B8683B938}"/>
          </ac:spMkLst>
        </pc:spChg>
        <pc:spChg chg="mod">
          <ac:chgData name="Owais Ahmed" userId="6abc7d4556b3b071" providerId="LiveId" clId="{FC71800D-6C77-4311-91CC-2C226E46ADC8}" dt="2023-08-04T14:18:37.746" v="29" actId="20577"/>
          <ac:spMkLst>
            <pc:docMk/>
            <pc:sldMk cId="1835063850" sldId="2562"/>
            <ac:spMk id="215" creationId="{00000000-0000-0000-0000-000000000000}"/>
          </ac:spMkLst>
        </pc:spChg>
        <pc:graphicFrameChg chg="mod modGraphic">
          <ac:chgData name="Owais Ahmed" userId="6abc7d4556b3b071" providerId="LiveId" clId="{FC71800D-6C77-4311-91CC-2C226E46ADC8}" dt="2023-08-04T14:19:42.253" v="124"/>
          <ac:graphicFrameMkLst>
            <pc:docMk/>
            <pc:sldMk cId="1835063850" sldId="2562"/>
            <ac:graphicFrameMk id="5" creationId="{C244DA9B-A3BA-1738-3D3E-32FF339EF18B}"/>
          </ac:graphicFrameMkLst>
        </pc:graphicFrameChg>
      </pc:sldChg>
      <pc:sldChg chg="modSp add mod modAnim">
        <pc:chgData name="Owais Ahmed" userId="6abc7d4556b3b071" providerId="LiveId" clId="{FC71800D-6C77-4311-91CC-2C226E46ADC8}" dt="2023-08-04T14:26:40.459" v="1001" actId="20577"/>
        <pc:sldMkLst>
          <pc:docMk/>
          <pc:sldMk cId="150925741" sldId="2563"/>
        </pc:sldMkLst>
        <pc:spChg chg="mod">
          <ac:chgData name="Owais Ahmed" userId="6abc7d4556b3b071" providerId="LiveId" clId="{FC71800D-6C77-4311-91CC-2C226E46ADC8}" dt="2023-08-04T14:26:40.459" v="1001" actId="20577"/>
          <ac:spMkLst>
            <pc:docMk/>
            <pc:sldMk cId="150925741" sldId="2563"/>
            <ac:spMk id="3" creationId="{4A1C0383-58FE-E486-295E-B33B8683B938}"/>
          </ac:spMkLst>
        </pc:spChg>
      </pc:sldChg>
    </pc:docChg>
  </pc:docChgLst>
  <pc:docChgLst>
    <pc:chgData name="Owais Ahmed" userId="6abc7d4556b3b071" providerId="LiveId" clId="{B7857144-4422-4C62-9475-F1014820FD39}"/>
    <pc:docChg chg="modSld">
      <pc:chgData name="Owais Ahmed" userId="6abc7d4556b3b071" providerId="LiveId" clId="{B7857144-4422-4C62-9475-F1014820FD39}" dt="2023-12-13T11:37:52.267" v="3" actId="20577"/>
      <pc:docMkLst>
        <pc:docMk/>
      </pc:docMkLst>
      <pc:sldChg chg="modSp">
        <pc:chgData name="Owais Ahmed" userId="6abc7d4556b3b071" providerId="LiveId" clId="{B7857144-4422-4C62-9475-F1014820FD39}" dt="2023-12-13T11:37:52.267" v="3" actId="20577"/>
        <pc:sldMkLst>
          <pc:docMk/>
          <pc:sldMk cId="4006579865" sldId="2597"/>
        </pc:sldMkLst>
        <pc:spChg chg="mod">
          <ac:chgData name="Owais Ahmed" userId="6abc7d4556b3b071" providerId="LiveId" clId="{B7857144-4422-4C62-9475-F1014820FD39}" dt="2023-12-13T11:37:52.267" v="3" actId="20577"/>
          <ac:spMkLst>
            <pc:docMk/>
            <pc:sldMk cId="4006579865" sldId="2597"/>
            <ac:spMk id="3" creationId="{4A1C0383-58FE-E486-295E-B33B8683B938}"/>
          </ac:spMkLst>
        </pc:spChg>
      </pc:sldChg>
    </pc:docChg>
  </pc:docChgLst>
  <pc:docChgLst>
    <pc:chgData name="Owais Ahmed" userId="6abc7d4556b3b071" providerId="LiveId" clId="{8BFA0256-9C97-43CB-8865-5602A64606ED}"/>
    <pc:docChg chg="undo custSel addSld delSld modSld sldOrd">
      <pc:chgData name="Owais Ahmed" userId="6abc7d4556b3b071" providerId="LiveId" clId="{8BFA0256-9C97-43CB-8865-5602A64606ED}" dt="2023-08-24T07:19:37.111" v="17045" actId="20577"/>
      <pc:docMkLst>
        <pc:docMk/>
      </pc:docMkLst>
      <pc:sldChg chg="modSp mod">
        <pc:chgData name="Owais Ahmed" userId="6abc7d4556b3b071" providerId="LiveId" clId="{8BFA0256-9C97-43CB-8865-5602A64606ED}" dt="2023-08-22T10:44:10.439" v="14708" actId="20577"/>
        <pc:sldMkLst>
          <pc:docMk/>
          <pc:sldMk cId="1649098948" sldId="2462"/>
        </pc:sldMkLst>
        <pc:spChg chg="mod">
          <ac:chgData name="Owais Ahmed" userId="6abc7d4556b3b071" providerId="LiveId" clId="{8BFA0256-9C97-43CB-8865-5602A64606ED}" dt="2023-08-22T10:44:10.439" v="14708" actId="20577"/>
          <ac:spMkLst>
            <pc:docMk/>
            <pc:sldMk cId="1649098948" sldId="2462"/>
            <ac:spMk id="6" creationId="{F3C89A40-EEAA-43AB-9A3A-B2CFDE450F1B}"/>
          </ac:spMkLst>
        </pc:spChg>
      </pc:sldChg>
      <pc:sldChg chg="modSp mod modAnim modNotesTx">
        <pc:chgData name="Owais Ahmed" userId="6abc7d4556b3b071" providerId="LiveId" clId="{8BFA0256-9C97-43CB-8865-5602A64606ED}" dt="2023-08-17T11:13:43.715" v="1351" actId="20577"/>
        <pc:sldMkLst>
          <pc:docMk/>
          <pc:sldMk cId="296501705" sldId="2557"/>
        </pc:sldMkLst>
        <pc:spChg chg="mod">
          <ac:chgData name="Owais Ahmed" userId="6abc7d4556b3b071" providerId="LiveId" clId="{8BFA0256-9C97-43CB-8865-5602A64606ED}" dt="2023-08-17T11:11:12.190" v="1131" actId="27636"/>
          <ac:spMkLst>
            <pc:docMk/>
            <pc:sldMk cId="296501705" sldId="2557"/>
            <ac:spMk id="3" creationId="{4A1C0383-58FE-E486-295E-B33B8683B938}"/>
          </ac:spMkLst>
        </pc:spChg>
        <pc:spChg chg="mod">
          <ac:chgData name="Owais Ahmed" userId="6abc7d4556b3b071" providerId="LiveId" clId="{8BFA0256-9C97-43CB-8865-5602A64606ED}" dt="2023-08-17T10:58:40.028" v="195" actId="20577"/>
          <ac:spMkLst>
            <pc:docMk/>
            <pc:sldMk cId="296501705" sldId="2557"/>
            <ac:spMk id="215" creationId="{00000000-0000-0000-0000-000000000000}"/>
          </ac:spMkLst>
        </pc:spChg>
      </pc:sldChg>
      <pc:sldChg chg="del">
        <pc:chgData name="Owais Ahmed" userId="6abc7d4556b3b071" providerId="LiveId" clId="{8BFA0256-9C97-43CB-8865-5602A64606ED}" dt="2023-08-08T04:25:25.970" v="1" actId="47"/>
        <pc:sldMkLst>
          <pc:docMk/>
          <pc:sldMk cId="3909667495" sldId="2558"/>
        </pc:sldMkLst>
      </pc:sldChg>
      <pc:sldChg chg="del">
        <pc:chgData name="Owais Ahmed" userId="6abc7d4556b3b071" providerId="LiveId" clId="{8BFA0256-9C97-43CB-8865-5602A64606ED}" dt="2023-08-08T04:25:25.970" v="1" actId="47"/>
        <pc:sldMkLst>
          <pc:docMk/>
          <pc:sldMk cId="3856755703" sldId="2559"/>
        </pc:sldMkLst>
      </pc:sldChg>
      <pc:sldChg chg="del">
        <pc:chgData name="Owais Ahmed" userId="6abc7d4556b3b071" providerId="LiveId" clId="{8BFA0256-9C97-43CB-8865-5602A64606ED}" dt="2023-08-08T04:25:25.970" v="1" actId="47"/>
        <pc:sldMkLst>
          <pc:docMk/>
          <pc:sldMk cId="3846338403" sldId="2560"/>
        </pc:sldMkLst>
      </pc:sldChg>
      <pc:sldChg chg="del">
        <pc:chgData name="Owais Ahmed" userId="6abc7d4556b3b071" providerId="LiveId" clId="{8BFA0256-9C97-43CB-8865-5602A64606ED}" dt="2023-08-08T04:25:17.463" v="0" actId="47"/>
        <pc:sldMkLst>
          <pc:docMk/>
          <pc:sldMk cId="1835063850" sldId="2562"/>
        </pc:sldMkLst>
      </pc:sldChg>
      <pc:sldChg chg="del">
        <pc:chgData name="Owais Ahmed" userId="6abc7d4556b3b071" providerId="LiveId" clId="{8BFA0256-9C97-43CB-8865-5602A64606ED}" dt="2023-08-08T04:25:17.463" v="0" actId="47"/>
        <pc:sldMkLst>
          <pc:docMk/>
          <pc:sldMk cId="150925741" sldId="2563"/>
        </pc:sldMkLst>
      </pc:sldChg>
      <pc:sldChg chg="modSp add mod modAnim">
        <pc:chgData name="Owais Ahmed" userId="6abc7d4556b3b071" providerId="LiveId" clId="{8BFA0256-9C97-43CB-8865-5602A64606ED}" dt="2023-08-24T05:11:53.256" v="16565"/>
        <pc:sldMkLst>
          <pc:docMk/>
          <pc:sldMk cId="3330436801" sldId="2563"/>
        </pc:sldMkLst>
        <pc:spChg chg="mod">
          <ac:chgData name="Owais Ahmed" userId="6abc7d4556b3b071" providerId="LiveId" clId="{8BFA0256-9C97-43CB-8865-5602A64606ED}" dt="2023-08-21T06:43:06.925" v="4132" actId="11"/>
          <ac:spMkLst>
            <pc:docMk/>
            <pc:sldMk cId="3330436801" sldId="2563"/>
            <ac:spMk id="3" creationId="{4A1C0383-58FE-E486-295E-B33B8683B938}"/>
          </ac:spMkLst>
        </pc:spChg>
        <pc:spChg chg="mod">
          <ac:chgData name="Owais Ahmed" userId="6abc7d4556b3b071" providerId="LiveId" clId="{8BFA0256-9C97-43CB-8865-5602A64606ED}" dt="2023-08-22T09:43:00.409" v="11988" actId="20577"/>
          <ac:spMkLst>
            <pc:docMk/>
            <pc:sldMk cId="3330436801" sldId="2563"/>
            <ac:spMk id="215" creationId="{00000000-0000-0000-0000-000000000000}"/>
          </ac:spMkLst>
        </pc:spChg>
      </pc:sldChg>
      <pc:sldChg chg="del">
        <pc:chgData name="Owais Ahmed" userId="6abc7d4556b3b071" providerId="LiveId" clId="{8BFA0256-9C97-43CB-8865-5602A64606ED}" dt="2023-08-08T04:25:17.463" v="0" actId="47"/>
        <pc:sldMkLst>
          <pc:docMk/>
          <pc:sldMk cId="3164841762" sldId="2564"/>
        </pc:sldMkLst>
      </pc:sldChg>
      <pc:sldChg chg="del">
        <pc:chgData name="Owais Ahmed" userId="6abc7d4556b3b071" providerId="LiveId" clId="{8BFA0256-9C97-43CB-8865-5602A64606ED}" dt="2023-08-08T04:25:17.463" v="0" actId="47"/>
        <pc:sldMkLst>
          <pc:docMk/>
          <pc:sldMk cId="4253636147" sldId="2565"/>
        </pc:sldMkLst>
      </pc:sldChg>
      <pc:sldChg chg="del">
        <pc:chgData name="Owais Ahmed" userId="6abc7d4556b3b071" providerId="LiveId" clId="{8BFA0256-9C97-43CB-8865-5602A64606ED}" dt="2023-08-08T04:25:17.463" v="0" actId="47"/>
        <pc:sldMkLst>
          <pc:docMk/>
          <pc:sldMk cId="2684752333" sldId="2566"/>
        </pc:sldMkLst>
      </pc:sldChg>
      <pc:sldChg chg="del">
        <pc:chgData name="Owais Ahmed" userId="6abc7d4556b3b071" providerId="LiveId" clId="{8BFA0256-9C97-43CB-8865-5602A64606ED}" dt="2023-08-08T04:25:17.463" v="0" actId="47"/>
        <pc:sldMkLst>
          <pc:docMk/>
          <pc:sldMk cId="138900574" sldId="2567"/>
        </pc:sldMkLst>
      </pc:sldChg>
      <pc:sldChg chg="del">
        <pc:chgData name="Owais Ahmed" userId="6abc7d4556b3b071" providerId="LiveId" clId="{8BFA0256-9C97-43CB-8865-5602A64606ED}" dt="2023-08-08T04:25:17.463" v="0" actId="47"/>
        <pc:sldMkLst>
          <pc:docMk/>
          <pc:sldMk cId="1329531230" sldId="2568"/>
        </pc:sldMkLst>
      </pc:sldChg>
      <pc:sldChg chg="del">
        <pc:chgData name="Owais Ahmed" userId="6abc7d4556b3b071" providerId="LiveId" clId="{8BFA0256-9C97-43CB-8865-5602A64606ED}" dt="2023-08-08T04:25:17.463" v="0" actId="47"/>
        <pc:sldMkLst>
          <pc:docMk/>
          <pc:sldMk cId="213204764" sldId="2569"/>
        </pc:sldMkLst>
      </pc:sldChg>
      <pc:sldChg chg="del">
        <pc:chgData name="Owais Ahmed" userId="6abc7d4556b3b071" providerId="LiveId" clId="{8BFA0256-9C97-43CB-8865-5602A64606ED}" dt="2023-08-08T04:25:17.463" v="0" actId="47"/>
        <pc:sldMkLst>
          <pc:docMk/>
          <pc:sldMk cId="3970414602" sldId="2570"/>
        </pc:sldMkLst>
      </pc:sldChg>
      <pc:sldChg chg="del">
        <pc:chgData name="Owais Ahmed" userId="6abc7d4556b3b071" providerId="LiveId" clId="{8BFA0256-9C97-43CB-8865-5602A64606ED}" dt="2023-08-08T04:25:17.463" v="0" actId="47"/>
        <pc:sldMkLst>
          <pc:docMk/>
          <pc:sldMk cId="1201433262" sldId="2571"/>
        </pc:sldMkLst>
      </pc:sldChg>
      <pc:sldChg chg="del">
        <pc:chgData name="Owais Ahmed" userId="6abc7d4556b3b071" providerId="LiveId" clId="{8BFA0256-9C97-43CB-8865-5602A64606ED}" dt="2023-08-08T04:25:17.463" v="0" actId="47"/>
        <pc:sldMkLst>
          <pc:docMk/>
          <pc:sldMk cId="2285914733" sldId="2573"/>
        </pc:sldMkLst>
      </pc:sldChg>
      <pc:sldChg chg="del">
        <pc:chgData name="Owais Ahmed" userId="6abc7d4556b3b071" providerId="LiveId" clId="{8BFA0256-9C97-43CB-8865-5602A64606ED}" dt="2023-08-08T04:25:17.463" v="0" actId="47"/>
        <pc:sldMkLst>
          <pc:docMk/>
          <pc:sldMk cId="1728240852" sldId="2574"/>
        </pc:sldMkLst>
      </pc:sldChg>
      <pc:sldChg chg="addSp delSp modSp add mod delAnim modAnim modNotesTx">
        <pc:chgData name="Owais Ahmed" userId="6abc7d4556b3b071" providerId="LiveId" clId="{8BFA0256-9C97-43CB-8865-5602A64606ED}" dt="2023-08-17T11:11:50.538" v="1176" actId="20577"/>
        <pc:sldMkLst>
          <pc:docMk/>
          <pc:sldMk cId="818247331" sldId="2577"/>
        </pc:sldMkLst>
        <pc:spChg chg="del mod">
          <ac:chgData name="Owais Ahmed" userId="6abc7d4556b3b071" providerId="LiveId" clId="{8BFA0256-9C97-43CB-8865-5602A64606ED}" dt="2023-08-17T11:11:16.625" v="1132" actId="478"/>
          <ac:spMkLst>
            <pc:docMk/>
            <pc:sldMk cId="818247331" sldId="2577"/>
            <ac:spMk id="3" creationId="{4A1C0383-58FE-E486-295E-B33B8683B938}"/>
          </ac:spMkLst>
        </pc:spChg>
        <pc:picChg chg="add mod">
          <ac:chgData name="Owais Ahmed" userId="6abc7d4556b3b071" providerId="LiveId" clId="{8BFA0256-9C97-43CB-8865-5602A64606ED}" dt="2023-08-17T11:11:33.173" v="1136" actId="1076"/>
          <ac:picMkLst>
            <pc:docMk/>
            <pc:sldMk cId="818247331" sldId="2577"/>
            <ac:picMk id="1026" creationId="{525C41CB-8F97-5980-250B-53F61AF7A438}"/>
          </ac:picMkLst>
        </pc:picChg>
      </pc:sldChg>
      <pc:sldChg chg="modSp mod">
        <pc:chgData name="Owais Ahmed" userId="6abc7d4556b3b071" providerId="LiveId" clId="{8BFA0256-9C97-43CB-8865-5602A64606ED}" dt="2023-08-24T04:23:46.973" v="16560" actId="27636"/>
        <pc:sldMkLst>
          <pc:docMk/>
          <pc:sldMk cId="4227475755" sldId="2578"/>
        </pc:sldMkLst>
        <pc:spChg chg="mod">
          <ac:chgData name="Owais Ahmed" userId="6abc7d4556b3b071" providerId="LiveId" clId="{8BFA0256-9C97-43CB-8865-5602A64606ED}" dt="2023-08-24T04:23:46.973" v="16560" actId="27636"/>
          <ac:spMkLst>
            <pc:docMk/>
            <pc:sldMk cId="4227475755" sldId="2578"/>
            <ac:spMk id="3" creationId="{4A1C0383-58FE-E486-295E-B33B8683B938}"/>
          </ac:spMkLst>
        </pc:spChg>
      </pc:sldChg>
      <pc:sldChg chg="addSp delSp modSp mod addAnim delAnim modAnim">
        <pc:chgData name="Owais Ahmed" userId="6abc7d4556b3b071" providerId="LiveId" clId="{8BFA0256-9C97-43CB-8865-5602A64606ED}" dt="2023-08-22T09:02:15.175" v="10573" actId="20577"/>
        <pc:sldMkLst>
          <pc:docMk/>
          <pc:sldMk cId="1225002245" sldId="2584"/>
        </pc:sldMkLst>
        <pc:spChg chg="mod">
          <ac:chgData name="Owais Ahmed" userId="6abc7d4556b3b071" providerId="LiveId" clId="{8BFA0256-9C97-43CB-8865-5602A64606ED}" dt="2023-08-22T09:02:15.175" v="10573" actId="20577"/>
          <ac:spMkLst>
            <pc:docMk/>
            <pc:sldMk cId="1225002245" sldId="2584"/>
            <ac:spMk id="3" creationId="{4A1C0383-58FE-E486-295E-B33B8683B938}"/>
          </ac:spMkLst>
        </pc:spChg>
        <pc:graphicFrameChg chg="add mod modGraphic">
          <ac:chgData name="Owais Ahmed" userId="6abc7d4556b3b071" providerId="LiveId" clId="{8BFA0256-9C97-43CB-8865-5602A64606ED}" dt="2023-08-21T05:00:38.044" v="2178" actId="1076"/>
          <ac:graphicFrameMkLst>
            <pc:docMk/>
            <pc:sldMk cId="1225002245" sldId="2584"/>
            <ac:graphicFrameMk id="4" creationId="{37C2314D-78BF-3EAE-1E8D-AC99735859BD}"/>
          </ac:graphicFrameMkLst>
        </pc:graphicFrameChg>
        <pc:graphicFrameChg chg="add mod modGraphic">
          <ac:chgData name="Owais Ahmed" userId="6abc7d4556b3b071" providerId="LiveId" clId="{8BFA0256-9C97-43CB-8865-5602A64606ED}" dt="2023-08-21T05:01:52.316" v="2189" actId="20577"/>
          <ac:graphicFrameMkLst>
            <pc:docMk/>
            <pc:sldMk cId="1225002245" sldId="2584"/>
            <ac:graphicFrameMk id="5" creationId="{4E63108D-B681-27EA-9A59-7B8616DF9919}"/>
          </ac:graphicFrameMkLst>
        </pc:graphicFrameChg>
        <pc:picChg chg="del mod modCrop">
          <ac:chgData name="Owais Ahmed" userId="6abc7d4556b3b071" providerId="LiveId" clId="{8BFA0256-9C97-43CB-8865-5602A64606ED}" dt="2023-08-21T05:00:11.976" v="2173" actId="478"/>
          <ac:picMkLst>
            <pc:docMk/>
            <pc:sldMk cId="1225002245" sldId="2584"/>
            <ac:picMk id="7" creationId="{C73F1FBA-AC83-1B45-D977-0A5275812672}"/>
          </ac:picMkLst>
        </pc:picChg>
      </pc:sldChg>
      <pc:sldChg chg="ord">
        <pc:chgData name="Owais Ahmed" userId="6abc7d4556b3b071" providerId="LiveId" clId="{8BFA0256-9C97-43CB-8865-5602A64606ED}" dt="2023-08-21T04:16:00.100" v="1353"/>
        <pc:sldMkLst>
          <pc:docMk/>
          <pc:sldMk cId="567987796" sldId="2586"/>
        </pc:sldMkLst>
      </pc:sldChg>
      <pc:sldChg chg="addSp delSp modSp add mod ord addAnim delAnim">
        <pc:chgData name="Owais Ahmed" userId="6abc7d4556b3b071" providerId="LiveId" clId="{8BFA0256-9C97-43CB-8865-5602A64606ED}" dt="2023-08-21T07:58:13.253" v="5409"/>
        <pc:sldMkLst>
          <pc:docMk/>
          <pc:sldMk cId="3012749345" sldId="2588"/>
        </pc:sldMkLst>
        <pc:spChg chg="add del mod">
          <ac:chgData name="Owais Ahmed" userId="6abc7d4556b3b071" providerId="LiveId" clId="{8BFA0256-9C97-43CB-8865-5602A64606ED}" dt="2023-08-21T07:30:01.387" v="5218" actId="313"/>
          <ac:spMkLst>
            <pc:docMk/>
            <pc:sldMk cId="3012749345" sldId="2588"/>
            <ac:spMk id="48" creationId="{5CCB59C5-4FE4-E8FF-2166-9538E771A899}"/>
          </ac:spMkLst>
        </pc:spChg>
        <pc:spChg chg="mod">
          <ac:chgData name="Owais Ahmed" userId="6abc7d4556b3b071" providerId="LiveId" clId="{8BFA0256-9C97-43CB-8865-5602A64606ED}" dt="2023-08-21T04:53:58.180" v="1800" actId="20577"/>
          <ac:spMkLst>
            <pc:docMk/>
            <pc:sldMk cId="3012749345" sldId="2588"/>
            <ac:spMk id="215" creationId="{00000000-0000-0000-0000-000000000000}"/>
          </ac:spMkLst>
        </pc:spChg>
      </pc:sldChg>
      <pc:sldChg chg="modSp add mod modAnim modNotesTx">
        <pc:chgData name="Owais Ahmed" userId="6abc7d4556b3b071" providerId="LiveId" clId="{8BFA0256-9C97-43CB-8865-5602A64606ED}" dt="2023-08-22T09:43:14.411" v="12008"/>
        <pc:sldMkLst>
          <pc:docMk/>
          <pc:sldMk cId="3540247001" sldId="2589"/>
        </pc:sldMkLst>
        <pc:spChg chg="mod">
          <ac:chgData name="Owais Ahmed" userId="6abc7d4556b3b071" providerId="LiveId" clId="{8BFA0256-9C97-43CB-8865-5602A64606ED}" dt="2023-08-21T06:42:55.548" v="4130" actId="11"/>
          <ac:spMkLst>
            <pc:docMk/>
            <pc:sldMk cId="3540247001" sldId="2589"/>
            <ac:spMk id="3" creationId="{4A1C0383-58FE-E486-295E-B33B8683B938}"/>
          </ac:spMkLst>
        </pc:spChg>
        <pc:spChg chg="mod">
          <ac:chgData name="Owais Ahmed" userId="6abc7d4556b3b071" providerId="LiveId" clId="{8BFA0256-9C97-43CB-8865-5602A64606ED}" dt="2023-08-22T09:43:14.411" v="12008"/>
          <ac:spMkLst>
            <pc:docMk/>
            <pc:sldMk cId="3540247001" sldId="2589"/>
            <ac:spMk id="215" creationId="{00000000-0000-0000-0000-000000000000}"/>
          </ac:spMkLst>
        </pc:spChg>
      </pc:sldChg>
      <pc:sldChg chg="modSp add mod modAnim">
        <pc:chgData name="Owais Ahmed" userId="6abc7d4556b3b071" providerId="LiveId" clId="{8BFA0256-9C97-43CB-8865-5602A64606ED}" dt="2023-08-22T09:43:08.526" v="12007" actId="20577"/>
        <pc:sldMkLst>
          <pc:docMk/>
          <pc:sldMk cId="3719770938" sldId="2590"/>
        </pc:sldMkLst>
        <pc:spChg chg="mod">
          <ac:chgData name="Owais Ahmed" userId="6abc7d4556b3b071" providerId="LiveId" clId="{8BFA0256-9C97-43CB-8865-5602A64606ED}" dt="2023-08-21T09:04:56.301" v="7453" actId="20577"/>
          <ac:spMkLst>
            <pc:docMk/>
            <pc:sldMk cId="3719770938" sldId="2590"/>
            <ac:spMk id="3" creationId="{4A1C0383-58FE-E486-295E-B33B8683B938}"/>
          </ac:spMkLst>
        </pc:spChg>
        <pc:spChg chg="mod">
          <ac:chgData name="Owais Ahmed" userId="6abc7d4556b3b071" providerId="LiveId" clId="{8BFA0256-9C97-43CB-8865-5602A64606ED}" dt="2023-08-22T09:43:08.526" v="12007" actId="20577"/>
          <ac:spMkLst>
            <pc:docMk/>
            <pc:sldMk cId="3719770938" sldId="2590"/>
            <ac:spMk id="215" creationId="{00000000-0000-0000-0000-000000000000}"/>
          </ac:spMkLst>
        </pc:spChg>
      </pc:sldChg>
      <pc:sldChg chg="addSp delSp modSp add mod modAnim modNotesTx">
        <pc:chgData name="Owais Ahmed" userId="6abc7d4556b3b071" providerId="LiveId" clId="{8BFA0256-9C97-43CB-8865-5602A64606ED}" dt="2023-08-24T05:12:18.131" v="16566"/>
        <pc:sldMkLst>
          <pc:docMk/>
          <pc:sldMk cId="2349098017" sldId="2591"/>
        </pc:sldMkLst>
        <pc:spChg chg="mod">
          <ac:chgData name="Owais Ahmed" userId="6abc7d4556b3b071" providerId="LiveId" clId="{8BFA0256-9C97-43CB-8865-5602A64606ED}" dt="2023-08-21T10:00:30.927" v="9148" actId="20577"/>
          <ac:spMkLst>
            <pc:docMk/>
            <pc:sldMk cId="2349098017" sldId="2591"/>
            <ac:spMk id="3" creationId="{4A1C0383-58FE-E486-295E-B33B8683B938}"/>
          </ac:spMkLst>
        </pc:spChg>
        <pc:spChg chg="add del">
          <ac:chgData name="Owais Ahmed" userId="6abc7d4556b3b071" providerId="LiveId" clId="{8BFA0256-9C97-43CB-8865-5602A64606ED}" dt="2023-08-21T06:11:22.195" v="3991" actId="22"/>
          <ac:spMkLst>
            <pc:docMk/>
            <pc:sldMk cId="2349098017" sldId="2591"/>
            <ac:spMk id="5" creationId="{18C1D5D3-5992-4784-E3F1-4AAC5CCBEBDC}"/>
          </ac:spMkLst>
        </pc:spChg>
        <pc:spChg chg="add mod">
          <ac:chgData name="Owais Ahmed" userId="6abc7d4556b3b071" providerId="LiveId" clId="{8BFA0256-9C97-43CB-8865-5602A64606ED}" dt="2023-08-21T06:51:15.195" v="4465" actId="27636"/>
          <ac:spMkLst>
            <pc:docMk/>
            <pc:sldMk cId="2349098017" sldId="2591"/>
            <ac:spMk id="6" creationId="{36332C98-C5E5-CF55-0295-E21FCA3141F5}"/>
          </ac:spMkLst>
        </pc:spChg>
        <pc:spChg chg="mod">
          <ac:chgData name="Owais Ahmed" userId="6abc7d4556b3b071" providerId="LiveId" clId="{8BFA0256-9C97-43CB-8865-5602A64606ED}" dt="2023-08-22T09:43:17.842" v="12009"/>
          <ac:spMkLst>
            <pc:docMk/>
            <pc:sldMk cId="2349098017" sldId="2591"/>
            <ac:spMk id="215" creationId="{00000000-0000-0000-0000-000000000000}"/>
          </ac:spMkLst>
        </pc:spChg>
      </pc:sldChg>
      <pc:sldChg chg="modSp add del mod ord modAnim">
        <pc:chgData name="Owais Ahmed" userId="6abc7d4556b3b071" providerId="LiveId" clId="{8BFA0256-9C97-43CB-8865-5602A64606ED}" dt="2023-08-21T07:15:37.270" v="5133" actId="47"/>
        <pc:sldMkLst>
          <pc:docMk/>
          <pc:sldMk cId="92195946" sldId="2592"/>
        </pc:sldMkLst>
        <pc:spChg chg="mod">
          <ac:chgData name="Owais Ahmed" userId="6abc7d4556b3b071" providerId="LiveId" clId="{8BFA0256-9C97-43CB-8865-5602A64606ED}" dt="2023-08-21T07:11:29.742" v="4957" actId="27636"/>
          <ac:spMkLst>
            <pc:docMk/>
            <pc:sldMk cId="92195946" sldId="2592"/>
            <ac:spMk id="3" creationId="{4A1C0383-58FE-E486-295E-B33B8683B938}"/>
          </ac:spMkLst>
        </pc:spChg>
      </pc:sldChg>
      <pc:sldChg chg="modSp add mod modAnim modNotesTx">
        <pc:chgData name="Owais Ahmed" userId="6abc7d4556b3b071" providerId="LiveId" clId="{8BFA0256-9C97-43CB-8865-5602A64606ED}" dt="2023-08-24T05:51:02.666" v="16576"/>
        <pc:sldMkLst>
          <pc:docMk/>
          <pc:sldMk cId="2417818710" sldId="2593"/>
        </pc:sldMkLst>
        <pc:spChg chg="mod">
          <ac:chgData name="Owais Ahmed" userId="6abc7d4556b3b071" providerId="LiveId" clId="{8BFA0256-9C97-43CB-8865-5602A64606ED}" dt="2023-08-24T05:51:02.666" v="16576"/>
          <ac:spMkLst>
            <pc:docMk/>
            <pc:sldMk cId="2417818710" sldId="2593"/>
            <ac:spMk id="3" creationId="{4A1C0383-58FE-E486-295E-B33B8683B938}"/>
          </ac:spMkLst>
        </pc:spChg>
        <pc:spChg chg="mod">
          <ac:chgData name="Owais Ahmed" userId="6abc7d4556b3b071" providerId="LiveId" clId="{8BFA0256-9C97-43CB-8865-5602A64606ED}" dt="2023-08-21T07:11:59.103" v="4999" actId="20577"/>
          <ac:spMkLst>
            <pc:docMk/>
            <pc:sldMk cId="2417818710" sldId="2593"/>
            <ac:spMk id="6" creationId="{36332C98-C5E5-CF55-0295-E21FCA3141F5}"/>
          </ac:spMkLst>
        </pc:spChg>
        <pc:spChg chg="mod">
          <ac:chgData name="Owais Ahmed" userId="6abc7d4556b3b071" providerId="LiveId" clId="{8BFA0256-9C97-43CB-8865-5602A64606ED}" dt="2023-08-22T09:43:20.173" v="12010"/>
          <ac:spMkLst>
            <pc:docMk/>
            <pc:sldMk cId="2417818710" sldId="2593"/>
            <ac:spMk id="215" creationId="{00000000-0000-0000-0000-000000000000}"/>
          </ac:spMkLst>
        </pc:spChg>
      </pc:sldChg>
      <pc:sldChg chg="modSp add del mod ord modAnim">
        <pc:chgData name="Owais Ahmed" userId="6abc7d4556b3b071" providerId="LiveId" clId="{8BFA0256-9C97-43CB-8865-5602A64606ED}" dt="2023-08-22T08:43:05.916" v="9672" actId="47"/>
        <pc:sldMkLst>
          <pc:docMk/>
          <pc:sldMk cId="3759318925" sldId="2594"/>
        </pc:sldMkLst>
        <pc:spChg chg="mod">
          <ac:chgData name="Owais Ahmed" userId="6abc7d4556b3b071" providerId="LiveId" clId="{8BFA0256-9C97-43CB-8865-5602A64606ED}" dt="2023-08-21T07:52:53.804" v="5406" actId="20577"/>
          <ac:spMkLst>
            <pc:docMk/>
            <pc:sldMk cId="3759318925" sldId="2594"/>
            <ac:spMk id="3" creationId="{4A1C0383-58FE-E486-295E-B33B8683B938}"/>
          </ac:spMkLst>
        </pc:spChg>
        <pc:spChg chg="mod">
          <ac:chgData name="Owais Ahmed" userId="6abc7d4556b3b071" providerId="LiveId" clId="{8BFA0256-9C97-43CB-8865-5602A64606ED}" dt="2023-08-21T07:49:52.920" v="5233" actId="20577"/>
          <ac:spMkLst>
            <pc:docMk/>
            <pc:sldMk cId="3759318925" sldId="2594"/>
            <ac:spMk id="215" creationId="{00000000-0000-0000-0000-000000000000}"/>
          </ac:spMkLst>
        </pc:spChg>
      </pc:sldChg>
      <pc:sldChg chg="modSp add mod addAnim delAnim modAnim modNotesTx">
        <pc:chgData name="Owais Ahmed" userId="6abc7d4556b3b071" providerId="LiveId" clId="{8BFA0256-9C97-43CB-8865-5602A64606ED}" dt="2023-08-24T06:09:13.560" v="16577"/>
        <pc:sldMkLst>
          <pc:docMk/>
          <pc:sldMk cId="2116740935" sldId="2595"/>
        </pc:sldMkLst>
        <pc:spChg chg="mod">
          <ac:chgData name="Owais Ahmed" userId="6abc7d4556b3b071" providerId="LiveId" clId="{8BFA0256-9C97-43CB-8865-5602A64606ED}" dt="2023-08-21T08:11:37.957" v="5951" actId="20577"/>
          <ac:spMkLst>
            <pc:docMk/>
            <pc:sldMk cId="2116740935" sldId="2595"/>
            <ac:spMk id="3" creationId="{4A1C0383-58FE-E486-295E-B33B8683B938}"/>
          </ac:spMkLst>
        </pc:spChg>
        <pc:spChg chg="mod">
          <ac:chgData name="Owais Ahmed" userId="6abc7d4556b3b071" providerId="LiveId" clId="{8BFA0256-9C97-43CB-8865-5602A64606ED}" dt="2023-08-21T07:59:48.020" v="5510" actId="20577"/>
          <ac:spMkLst>
            <pc:docMk/>
            <pc:sldMk cId="2116740935" sldId="2595"/>
            <ac:spMk id="6" creationId="{36332C98-C5E5-CF55-0295-E21FCA3141F5}"/>
          </ac:spMkLst>
        </pc:spChg>
        <pc:spChg chg="mod">
          <ac:chgData name="Owais Ahmed" userId="6abc7d4556b3b071" providerId="LiveId" clId="{8BFA0256-9C97-43CB-8865-5602A64606ED}" dt="2023-08-22T09:43:26.721" v="12019" actId="20577"/>
          <ac:spMkLst>
            <pc:docMk/>
            <pc:sldMk cId="2116740935" sldId="2595"/>
            <ac:spMk id="215" creationId="{00000000-0000-0000-0000-000000000000}"/>
          </ac:spMkLst>
        </pc:spChg>
      </pc:sldChg>
      <pc:sldChg chg="modSp add mod modAnim modNotesTx">
        <pc:chgData name="Owais Ahmed" userId="6abc7d4556b3b071" providerId="LiveId" clId="{8BFA0256-9C97-43CB-8865-5602A64606ED}" dt="2023-08-24T06:58:10.361" v="16583" actId="20577"/>
        <pc:sldMkLst>
          <pc:docMk/>
          <pc:sldMk cId="3960838863" sldId="2596"/>
        </pc:sldMkLst>
        <pc:spChg chg="mod">
          <ac:chgData name="Owais Ahmed" userId="6abc7d4556b3b071" providerId="LiveId" clId="{8BFA0256-9C97-43CB-8865-5602A64606ED}" dt="2023-08-24T06:58:10.361" v="16583" actId="20577"/>
          <ac:spMkLst>
            <pc:docMk/>
            <pc:sldMk cId="3960838863" sldId="2596"/>
            <ac:spMk id="3" creationId="{4A1C0383-58FE-E486-295E-B33B8683B938}"/>
          </ac:spMkLst>
        </pc:spChg>
        <pc:spChg chg="mod">
          <ac:chgData name="Owais Ahmed" userId="6abc7d4556b3b071" providerId="LiveId" clId="{8BFA0256-9C97-43CB-8865-5602A64606ED}" dt="2023-08-21T09:03:02.413" v="7279" actId="20577"/>
          <ac:spMkLst>
            <pc:docMk/>
            <pc:sldMk cId="3960838863" sldId="2596"/>
            <ac:spMk id="6" creationId="{36332C98-C5E5-CF55-0295-E21FCA3141F5}"/>
          </ac:spMkLst>
        </pc:spChg>
        <pc:spChg chg="mod">
          <ac:chgData name="Owais Ahmed" userId="6abc7d4556b3b071" providerId="LiveId" clId="{8BFA0256-9C97-43CB-8865-5602A64606ED}" dt="2023-08-22T09:43:32.368" v="12020"/>
          <ac:spMkLst>
            <pc:docMk/>
            <pc:sldMk cId="3960838863" sldId="2596"/>
            <ac:spMk id="215" creationId="{00000000-0000-0000-0000-000000000000}"/>
          </ac:spMkLst>
        </pc:spChg>
      </pc:sldChg>
      <pc:sldChg chg="add del">
        <pc:chgData name="Owais Ahmed" userId="6abc7d4556b3b071" providerId="LiveId" clId="{8BFA0256-9C97-43CB-8865-5602A64606ED}" dt="2023-08-21T08:45:01.142" v="6009"/>
        <pc:sldMkLst>
          <pc:docMk/>
          <pc:sldMk cId="2576275187" sldId="2597"/>
        </pc:sldMkLst>
      </pc:sldChg>
      <pc:sldChg chg="modSp add mod modAnim">
        <pc:chgData name="Owais Ahmed" userId="6abc7d4556b3b071" providerId="LiveId" clId="{8BFA0256-9C97-43CB-8865-5602A64606ED}" dt="2023-08-22T09:42:53.052" v="11972" actId="20577"/>
        <pc:sldMkLst>
          <pc:docMk/>
          <pc:sldMk cId="4006579865" sldId="2597"/>
        </pc:sldMkLst>
        <pc:spChg chg="mod">
          <ac:chgData name="Owais Ahmed" userId="6abc7d4556b3b071" providerId="LiveId" clId="{8BFA0256-9C97-43CB-8865-5602A64606ED}" dt="2023-08-21T09:00:53.527" v="7251" actId="20577"/>
          <ac:spMkLst>
            <pc:docMk/>
            <pc:sldMk cId="4006579865" sldId="2597"/>
            <ac:spMk id="3" creationId="{4A1C0383-58FE-E486-295E-B33B8683B938}"/>
          </ac:spMkLst>
        </pc:spChg>
        <pc:spChg chg="mod">
          <ac:chgData name="Owais Ahmed" userId="6abc7d4556b3b071" providerId="LiveId" clId="{8BFA0256-9C97-43CB-8865-5602A64606ED}" dt="2023-08-22T09:42:53.052" v="11972" actId="20577"/>
          <ac:spMkLst>
            <pc:docMk/>
            <pc:sldMk cId="4006579865" sldId="2597"/>
            <ac:spMk id="215" creationId="{00000000-0000-0000-0000-000000000000}"/>
          </ac:spMkLst>
        </pc:spChg>
      </pc:sldChg>
      <pc:sldChg chg="modSp add mod modAnim">
        <pc:chgData name="Owais Ahmed" userId="6abc7d4556b3b071" providerId="LiveId" clId="{8BFA0256-9C97-43CB-8865-5602A64606ED}" dt="2023-08-22T09:50:05.496" v="12368" actId="20577"/>
        <pc:sldMkLst>
          <pc:docMk/>
          <pc:sldMk cId="4074301663" sldId="2598"/>
        </pc:sldMkLst>
        <pc:spChg chg="mod">
          <ac:chgData name="Owais Ahmed" userId="6abc7d4556b3b071" providerId="LiveId" clId="{8BFA0256-9C97-43CB-8865-5602A64606ED}" dt="2023-08-22T09:50:05.496" v="12368" actId="20577"/>
          <ac:spMkLst>
            <pc:docMk/>
            <pc:sldMk cId="4074301663" sldId="2598"/>
            <ac:spMk id="3" creationId="{4A1C0383-58FE-E486-295E-B33B8683B938}"/>
          </ac:spMkLst>
        </pc:spChg>
        <pc:spChg chg="mod">
          <ac:chgData name="Owais Ahmed" userId="6abc7d4556b3b071" providerId="LiveId" clId="{8BFA0256-9C97-43CB-8865-5602A64606ED}" dt="2023-08-22T08:43:14.002" v="9691" actId="20577"/>
          <ac:spMkLst>
            <pc:docMk/>
            <pc:sldMk cId="4074301663" sldId="2598"/>
            <ac:spMk id="215" creationId="{00000000-0000-0000-0000-000000000000}"/>
          </ac:spMkLst>
        </pc:spChg>
      </pc:sldChg>
      <pc:sldChg chg="addSp delSp modSp add mod modAnim">
        <pc:chgData name="Owais Ahmed" userId="6abc7d4556b3b071" providerId="LiveId" clId="{8BFA0256-9C97-43CB-8865-5602A64606ED}" dt="2023-08-22T10:32:10.872" v="14228" actId="27636"/>
        <pc:sldMkLst>
          <pc:docMk/>
          <pc:sldMk cId="2516135990" sldId="2599"/>
        </pc:sldMkLst>
        <pc:spChg chg="mod">
          <ac:chgData name="Owais Ahmed" userId="6abc7d4556b3b071" providerId="LiveId" clId="{8BFA0256-9C97-43CB-8865-5602A64606ED}" dt="2023-08-22T10:32:10.872" v="14228" actId="27636"/>
          <ac:spMkLst>
            <pc:docMk/>
            <pc:sldMk cId="2516135990" sldId="2599"/>
            <ac:spMk id="3" creationId="{4A1C0383-58FE-E486-295E-B33B8683B938}"/>
          </ac:spMkLst>
        </pc:spChg>
        <pc:graphicFrameChg chg="add del mod">
          <ac:chgData name="Owais Ahmed" userId="6abc7d4556b3b071" providerId="LiveId" clId="{8BFA0256-9C97-43CB-8865-5602A64606ED}" dt="2023-08-22T10:17:46.602" v="13523" actId="1076"/>
          <ac:graphicFrameMkLst>
            <pc:docMk/>
            <pc:sldMk cId="2516135990" sldId="2599"/>
            <ac:graphicFrameMk id="4" creationId="{AC17A590-A8F8-8507-5E73-C92CE9404A95}"/>
          </ac:graphicFrameMkLst>
        </pc:graphicFrameChg>
        <pc:graphicFrameChg chg="add mod modGraphic">
          <ac:chgData name="Owais Ahmed" userId="6abc7d4556b3b071" providerId="LiveId" clId="{8BFA0256-9C97-43CB-8865-5602A64606ED}" dt="2023-08-22T10:18:29.575" v="13545" actId="14100"/>
          <ac:graphicFrameMkLst>
            <pc:docMk/>
            <pc:sldMk cId="2516135990" sldId="2599"/>
            <ac:graphicFrameMk id="5" creationId="{873C07D1-207F-8BDF-B278-6AEF7C9BDFED}"/>
          </ac:graphicFrameMkLst>
        </pc:graphicFrameChg>
      </pc:sldChg>
      <pc:sldChg chg="add del">
        <pc:chgData name="Owais Ahmed" userId="6abc7d4556b3b071" providerId="LiveId" clId="{8BFA0256-9C97-43CB-8865-5602A64606ED}" dt="2023-08-22T09:05:08.411" v="11026"/>
        <pc:sldMkLst>
          <pc:docMk/>
          <pc:sldMk cId="3166282391" sldId="2600"/>
        </pc:sldMkLst>
      </pc:sldChg>
      <pc:sldChg chg="modSp add mod modAnim modNotesTx">
        <pc:chgData name="Owais Ahmed" userId="6abc7d4556b3b071" providerId="LiveId" clId="{8BFA0256-9C97-43CB-8865-5602A64606ED}" dt="2023-08-24T06:09:36.230" v="16580"/>
        <pc:sldMkLst>
          <pc:docMk/>
          <pc:sldMk cId="3872441387" sldId="2600"/>
        </pc:sldMkLst>
        <pc:spChg chg="mod">
          <ac:chgData name="Owais Ahmed" userId="6abc7d4556b3b071" providerId="LiveId" clId="{8BFA0256-9C97-43CB-8865-5602A64606ED}" dt="2023-08-22T09:48:20.355" v="12326" actId="20577"/>
          <ac:spMkLst>
            <pc:docMk/>
            <pc:sldMk cId="3872441387" sldId="2600"/>
            <ac:spMk id="3" creationId="{4A1C0383-58FE-E486-295E-B33B8683B938}"/>
          </ac:spMkLst>
        </pc:spChg>
        <pc:spChg chg="mod">
          <ac:chgData name="Owais Ahmed" userId="6abc7d4556b3b071" providerId="LiveId" clId="{8BFA0256-9C97-43CB-8865-5602A64606ED}" dt="2023-08-22T09:44:29.809" v="12111" actId="313"/>
          <ac:spMkLst>
            <pc:docMk/>
            <pc:sldMk cId="3872441387" sldId="2600"/>
            <ac:spMk id="6" creationId="{36332C98-C5E5-CF55-0295-E21FCA3141F5}"/>
          </ac:spMkLst>
        </pc:spChg>
        <pc:spChg chg="mod">
          <ac:chgData name="Owais Ahmed" userId="6abc7d4556b3b071" providerId="LiveId" clId="{8BFA0256-9C97-43CB-8865-5602A64606ED}" dt="2023-08-22T09:43:47.418" v="12030" actId="20577"/>
          <ac:spMkLst>
            <pc:docMk/>
            <pc:sldMk cId="3872441387" sldId="2600"/>
            <ac:spMk id="215" creationId="{00000000-0000-0000-0000-000000000000}"/>
          </ac:spMkLst>
        </pc:spChg>
      </pc:sldChg>
      <pc:sldChg chg="addSp modSp add mod ord modAnim modNotesTx">
        <pc:chgData name="Owais Ahmed" userId="6abc7d4556b3b071" providerId="LiveId" clId="{8BFA0256-9C97-43CB-8865-5602A64606ED}" dt="2023-08-24T06:09:29.626" v="16579"/>
        <pc:sldMkLst>
          <pc:docMk/>
          <pc:sldMk cId="1970709770" sldId="2601"/>
        </pc:sldMkLst>
        <pc:spChg chg="mod">
          <ac:chgData name="Owais Ahmed" userId="6abc7d4556b3b071" providerId="LiveId" clId="{8BFA0256-9C97-43CB-8865-5602A64606ED}" dt="2023-08-22T09:39:58.642" v="11726" actId="27636"/>
          <ac:spMkLst>
            <pc:docMk/>
            <pc:sldMk cId="1970709770" sldId="2601"/>
            <ac:spMk id="3" creationId="{4A1C0383-58FE-E486-295E-B33B8683B938}"/>
          </ac:spMkLst>
        </pc:spChg>
        <pc:spChg chg="mod">
          <ac:chgData name="Owais Ahmed" userId="6abc7d4556b3b071" providerId="LiveId" clId="{8BFA0256-9C97-43CB-8865-5602A64606ED}" dt="2023-08-22T09:05:19.268" v="11046" actId="20577"/>
          <ac:spMkLst>
            <pc:docMk/>
            <pc:sldMk cId="1970709770" sldId="2601"/>
            <ac:spMk id="215" creationId="{00000000-0000-0000-0000-000000000000}"/>
          </ac:spMkLst>
        </pc:spChg>
        <pc:graphicFrameChg chg="add mod modGraphic">
          <ac:chgData name="Owais Ahmed" userId="6abc7d4556b3b071" providerId="LiveId" clId="{8BFA0256-9C97-43CB-8865-5602A64606ED}" dt="2023-08-22T09:41:16.338" v="11911" actId="207"/>
          <ac:graphicFrameMkLst>
            <pc:docMk/>
            <pc:sldMk cId="1970709770" sldId="2601"/>
            <ac:graphicFrameMk id="4" creationId="{822CF490-F88C-60D9-0DE8-D97C8DC9AF44}"/>
          </ac:graphicFrameMkLst>
        </pc:graphicFrameChg>
        <pc:graphicFrameChg chg="add mod modGraphic">
          <ac:chgData name="Owais Ahmed" userId="6abc7d4556b3b071" providerId="LiveId" clId="{8BFA0256-9C97-43CB-8865-5602A64606ED}" dt="2023-08-22T09:42:11.733" v="11950" actId="20577"/>
          <ac:graphicFrameMkLst>
            <pc:docMk/>
            <pc:sldMk cId="1970709770" sldId="2601"/>
            <ac:graphicFrameMk id="5" creationId="{532FF9AB-B8AF-572F-B7C7-44058A578943}"/>
          </ac:graphicFrameMkLst>
        </pc:graphicFrameChg>
      </pc:sldChg>
      <pc:sldChg chg="modSp add mod modAnim">
        <pc:chgData name="Owais Ahmed" userId="6abc7d4556b3b071" providerId="LiveId" clId="{8BFA0256-9C97-43CB-8865-5602A64606ED}" dt="2023-08-24T06:09:48.008" v="16581"/>
        <pc:sldMkLst>
          <pc:docMk/>
          <pc:sldMk cId="2145452328" sldId="2602"/>
        </pc:sldMkLst>
        <pc:spChg chg="mod">
          <ac:chgData name="Owais Ahmed" userId="6abc7d4556b3b071" providerId="LiveId" clId="{8BFA0256-9C97-43CB-8865-5602A64606ED}" dt="2023-08-22T09:52:16.972" v="12527" actId="114"/>
          <ac:spMkLst>
            <pc:docMk/>
            <pc:sldMk cId="2145452328" sldId="2602"/>
            <ac:spMk id="3" creationId="{4A1C0383-58FE-E486-295E-B33B8683B938}"/>
          </ac:spMkLst>
        </pc:spChg>
        <pc:spChg chg="mod">
          <ac:chgData name="Owais Ahmed" userId="6abc7d4556b3b071" providerId="LiveId" clId="{8BFA0256-9C97-43CB-8865-5602A64606ED}" dt="2023-08-22T09:50:53.128" v="12426" actId="20577"/>
          <ac:spMkLst>
            <pc:docMk/>
            <pc:sldMk cId="2145452328" sldId="2602"/>
            <ac:spMk id="6" creationId="{36332C98-C5E5-CF55-0295-E21FCA3141F5}"/>
          </ac:spMkLst>
        </pc:spChg>
        <pc:spChg chg="mod">
          <ac:chgData name="Owais Ahmed" userId="6abc7d4556b3b071" providerId="LiveId" clId="{8BFA0256-9C97-43CB-8865-5602A64606ED}" dt="2023-08-22T09:50:17.824" v="12370"/>
          <ac:spMkLst>
            <pc:docMk/>
            <pc:sldMk cId="2145452328" sldId="2602"/>
            <ac:spMk id="215" creationId="{00000000-0000-0000-0000-000000000000}"/>
          </ac:spMkLst>
        </pc:spChg>
      </pc:sldChg>
      <pc:sldChg chg="modSp add mod modAnim">
        <pc:chgData name="Owais Ahmed" userId="6abc7d4556b3b071" providerId="LiveId" clId="{8BFA0256-9C97-43CB-8865-5602A64606ED}" dt="2023-08-24T06:09:54.945" v="16582"/>
        <pc:sldMkLst>
          <pc:docMk/>
          <pc:sldMk cId="890953865" sldId="2603"/>
        </pc:sldMkLst>
        <pc:spChg chg="mod">
          <ac:chgData name="Owais Ahmed" userId="6abc7d4556b3b071" providerId="LiveId" clId="{8BFA0256-9C97-43CB-8865-5602A64606ED}" dt="2023-08-22T09:55:51.665" v="12752" actId="11"/>
          <ac:spMkLst>
            <pc:docMk/>
            <pc:sldMk cId="890953865" sldId="2603"/>
            <ac:spMk id="3" creationId="{4A1C0383-58FE-E486-295E-B33B8683B938}"/>
          </ac:spMkLst>
        </pc:spChg>
        <pc:spChg chg="mod">
          <ac:chgData name="Owais Ahmed" userId="6abc7d4556b3b071" providerId="LiveId" clId="{8BFA0256-9C97-43CB-8865-5602A64606ED}" dt="2023-08-22T09:52:34.632" v="12538" actId="20577"/>
          <ac:spMkLst>
            <pc:docMk/>
            <pc:sldMk cId="890953865" sldId="2603"/>
            <ac:spMk id="6" creationId="{36332C98-C5E5-CF55-0295-E21FCA3141F5}"/>
          </ac:spMkLst>
        </pc:spChg>
        <pc:spChg chg="mod">
          <ac:chgData name="Owais Ahmed" userId="6abc7d4556b3b071" providerId="LiveId" clId="{8BFA0256-9C97-43CB-8865-5602A64606ED}" dt="2023-08-22T09:52:40.057" v="12539"/>
          <ac:spMkLst>
            <pc:docMk/>
            <pc:sldMk cId="890953865" sldId="2603"/>
            <ac:spMk id="215" creationId="{00000000-0000-0000-0000-000000000000}"/>
          </ac:spMkLst>
        </pc:spChg>
      </pc:sldChg>
      <pc:sldChg chg="add del">
        <pc:chgData name="Owais Ahmed" userId="6abc7d4556b3b071" providerId="LiveId" clId="{8BFA0256-9C97-43CB-8865-5602A64606ED}" dt="2023-08-22T09:52:25.362" v="12529" actId="2890"/>
        <pc:sldMkLst>
          <pc:docMk/>
          <pc:sldMk cId="4135385328" sldId="2603"/>
        </pc:sldMkLst>
      </pc:sldChg>
      <pc:sldChg chg="modSp add mod ord modAnim">
        <pc:chgData name="Owais Ahmed" userId="6abc7d4556b3b071" providerId="LiveId" clId="{8BFA0256-9C97-43CB-8865-5602A64606ED}" dt="2023-08-22T10:35:47.691" v="14695" actId="20577"/>
        <pc:sldMkLst>
          <pc:docMk/>
          <pc:sldMk cId="1147802413" sldId="2604"/>
        </pc:sldMkLst>
        <pc:spChg chg="mod">
          <ac:chgData name="Owais Ahmed" userId="6abc7d4556b3b071" providerId="LiveId" clId="{8BFA0256-9C97-43CB-8865-5602A64606ED}" dt="2023-08-22T10:35:47.691" v="14695" actId="20577"/>
          <ac:spMkLst>
            <pc:docMk/>
            <pc:sldMk cId="1147802413" sldId="2604"/>
            <ac:spMk id="3" creationId="{4A1C0383-58FE-E486-295E-B33B8683B938}"/>
          </ac:spMkLst>
        </pc:spChg>
      </pc:sldChg>
      <pc:sldChg chg="modSp add mod modAnim">
        <pc:chgData name="Owais Ahmed" userId="6abc7d4556b3b071" providerId="LiveId" clId="{8BFA0256-9C97-43CB-8865-5602A64606ED}" dt="2023-08-24T05:10:58.540" v="16561" actId="20577"/>
        <pc:sldMkLst>
          <pc:docMk/>
          <pc:sldMk cId="3433581118" sldId="2605"/>
        </pc:sldMkLst>
        <pc:spChg chg="mod">
          <ac:chgData name="Owais Ahmed" userId="6abc7d4556b3b071" providerId="LiveId" clId="{8BFA0256-9C97-43CB-8865-5602A64606ED}" dt="2023-08-24T05:10:58.540" v="16561" actId="20577"/>
          <ac:spMkLst>
            <pc:docMk/>
            <pc:sldMk cId="3433581118" sldId="2605"/>
            <ac:spMk id="3" creationId="{4A1C0383-58FE-E486-295E-B33B8683B938}"/>
          </ac:spMkLst>
        </pc:spChg>
        <pc:spChg chg="mod">
          <ac:chgData name="Owais Ahmed" userId="6abc7d4556b3b071" providerId="LiveId" clId="{8BFA0256-9C97-43CB-8865-5602A64606ED}" dt="2023-08-22T10:44:18.997" v="14721" actId="20577"/>
          <ac:spMkLst>
            <pc:docMk/>
            <pc:sldMk cId="3433581118" sldId="2605"/>
            <ac:spMk id="215" creationId="{00000000-0000-0000-0000-000000000000}"/>
          </ac:spMkLst>
        </pc:spChg>
      </pc:sldChg>
      <pc:sldChg chg="modSp add del">
        <pc:chgData name="Owais Ahmed" userId="6abc7d4556b3b071" providerId="LiveId" clId="{8BFA0256-9C97-43CB-8865-5602A64606ED}" dt="2023-08-22T10:57:26.654" v="15833" actId="47"/>
        <pc:sldMkLst>
          <pc:docMk/>
          <pc:sldMk cId="728942743" sldId="2606"/>
        </pc:sldMkLst>
        <pc:spChg chg="mod">
          <ac:chgData name="Owais Ahmed" userId="6abc7d4556b3b071" providerId="LiveId" clId="{8BFA0256-9C97-43CB-8865-5602A64606ED}" dt="2023-08-22T10:49:19.635" v="15048" actId="20577"/>
          <ac:spMkLst>
            <pc:docMk/>
            <pc:sldMk cId="728942743" sldId="2606"/>
            <ac:spMk id="6" creationId="{36332C98-C5E5-CF55-0295-E21FCA3141F5}"/>
          </ac:spMkLst>
        </pc:spChg>
      </pc:sldChg>
      <pc:sldChg chg="addSp modSp add mod modAnim">
        <pc:chgData name="Owais Ahmed" userId="6abc7d4556b3b071" providerId="LiveId" clId="{8BFA0256-9C97-43CB-8865-5602A64606ED}" dt="2023-08-22T10:56:42.839" v="15832" actId="400"/>
        <pc:sldMkLst>
          <pc:docMk/>
          <pc:sldMk cId="1031080984" sldId="2607"/>
        </pc:sldMkLst>
        <pc:spChg chg="mod">
          <ac:chgData name="Owais Ahmed" userId="6abc7d4556b3b071" providerId="LiveId" clId="{8BFA0256-9C97-43CB-8865-5602A64606ED}" dt="2023-08-22T10:55:51.231" v="15816" actId="6549"/>
          <ac:spMkLst>
            <pc:docMk/>
            <pc:sldMk cId="1031080984" sldId="2607"/>
            <ac:spMk id="3" creationId="{4A1C0383-58FE-E486-295E-B33B8683B938}"/>
          </ac:spMkLst>
        </pc:spChg>
        <pc:graphicFrameChg chg="add mod">
          <ac:chgData name="Owais Ahmed" userId="6abc7d4556b3b071" providerId="LiveId" clId="{8BFA0256-9C97-43CB-8865-5602A64606ED}" dt="2023-08-22T10:56:00.999" v="15819" actId="14100"/>
          <ac:graphicFrameMkLst>
            <pc:docMk/>
            <pc:sldMk cId="1031080984" sldId="2607"/>
            <ac:graphicFrameMk id="4" creationId="{4975F542-6330-34F5-DB66-0BEADE72EEEA}"/>
          </ac:graphicFrameMkLst>
        </pc:graphicFrameChg>
        <pc:graphicFrameChg chg="add mod">
          <ac:chgData name="Owais Ahmed" userId="6abc7d4556b3b071" providerId="LiveId" clId="{8BFA0256-9C97-43CB-8865-5602A64606ED}" dt="2023-08-22T10:56:42.839" v="15832" actId="400"/>
          <ac:graphicFrameMkLst>
            <pc:docMk/>
            <pc:sldMk cId="1031080984" sldId="2607"/>
            <ac:graphicFrameMk id="5" creationId="{2E5679A3-062E-8609-DBC1-95FB2587A5B0}"/>
          </ac:graphicFrameMkLst>
        </pc:graphicFrameChg>
      </pc:sldChg>
      <pc:sldChg chg="modSp add mod modAnim">
        <pc:chgData name="Owais Ahmed" userId="6abc7d4556b3b071" providerId="LiveId" clId="{8BFA0256-9C97-43CB-8865-5602A64606ED}" dt="2023-08-22T11:08:06.519" v="16542" actId="20577"/>
        <pc:sldMkLst>
          <pc:docMk/>
          <pc:sldMk cId="2598245172" sldId="2608"/>
        </pc:sldMkLst>
        <pc:spChg chg="mod">
          <ac:chgData name="Owais Ahmed" userId="6abc7d4556b3b071" providerId="LiveId" clId="{8BFA0256-9C97-43CB-8865-5602A64606ED}" dt="2023-08-22T11:08:06.519" v="16542" actId="20577"/>
          <ac:spMkLst>
            <pc:docMk/>
            <pc:sldMk cId="2598245172" sldId="2608"/>
            <ac:spMk id="3" creationId="{4A1C0383-58FE-E486-295E-B33B8683B938}"/>
          </ac:spMkLst>
        </pc:spChg>
        <pc:spChg chg="mod">
          <ac:chgData name="Owais Ahmed" userId="6abc7d4556b3b071" providerId="LiveId" clId="{8BFA0256-9C97-43CB-8865-5602A64606ED}" dt="2023-08-22T11:03:46.914" v="16315" actId="20577"/>
          <ac:spMkLst>
            <pc:docMk/>
            <pc:sldMk cId="2598245172" sldId="2608"/>
            <ac:spMk id="215" creationId="{00000000-0000-0000-0000-000000000000}"/>
          </ac:spMkLst>
        </pc:spChg>
      </pc:sldChg>
      <pc:sldChg chg="modSp add mod modAnim">
        <pc:chgData name="Owais Ahmed" userId="6abc7d4556b3b071" providerId="LiveId" clId="{8BFA0256-9C97-43CB-8865-5602A64606ED}" dt="2023-08-24T07:19:37.111" v="17045" actId="20577"/>
        <pc:sldMkLst>
          <pc:docMk/>
          <pc:sldMk cId="2803436709" sldId="2609"/>
        </pc:sldMkLst>
        <pc:spChg chg="mod">
          <ac:chgData name="Owais Ahmed" userId="6abc7d4556b3b071" providerId="LiveId" clId="{8BFA0256-9C97-43CB-8865-5602A64606ED}" dt="2023-08-24T07:19:37.111" v="17045" actId="20577"/>
          <ac:spMkLst>
            <pc:docMk/>
            <pc:sldMk cId="2803436709" sldId="2609"/>
            <ac:spMk id="3" creationId="{4A1C0383-58FE-E486-295E-B33B8683B938}"/>
          </ac:spMkLst>
        </pc:spChg>
        <pc:spChg chg="mod">
          <ac:chgData name="Owais Ahmed" userId="6abc7d4556b3b071" providerId="LiveId" clId="{8BFA0256-9C97-43CB-8865-5602A64606ED}" dt="2023-08-24T07:13:16.039" v="16586" actId="20577"/>
          <ac:spMkLst>
            <pc:docMk/>
            <pc:sldMk cId="2803436709" sldId="2609"/>
            <ac:spMk id="6" creationId="{36332C98-C5E5-CF55-0295-E21FCA3141F5}"/>
          </ac:spMkLst>
        </pc:spChg>
        <pc:spChg chg="mod">
          <ac:chgData name="Owais Ahmed" userId="6abc7d4556b3b071" providerId="LiveId" clId="{8BFA0256-9C97-43CB-8865-5602A64606ED}" dt="2023-08-24T07:13:13.341" v="16585" actId="20577"/>
          <ac:spMkLst>
            <pc:docMk/>
            <pc:sldMk cId="2803436709" sldId="2609"/>
            <ac:spMk id="215" creationId="{00000000-0000-0000-0000-000000000000}"/>
          </ac:spMkLst>
        </pc:spChg>
      </pc:sldChg>
    </pc:docChg>
  </pc:docChgLst>
  <pc:docChgLst>
    <pc:chgData name="Owais Ahmed" userId="6abc7d4556b3b071" providerId="LiveId" clId="{3F06DB97-3AEE-4F7C-A79E-A7936B34F82A}"/>
    <pc:docChg chg="undo redo custSel addSld delSld modSld">
      <pc:chgData name="Owais Ahmed" userId="6abc7d4556b3b071" providerId="LiveId" clId="{3F06DB97-3AEE-4F7C-A79E-A7936B34F82A}" dt="2023-07-31T19:00:13.581" v="6207" actId="20577"/>
      <pc:docMkLst>
        <pc:docMk/>
      </pc:docMkLst>
      <pc:sldChg chg="modSp mod">
        <pc:chgData name="Owais Ahmed" userId="6abc7d4556b3b071" providerId="LiveId" clId="{3F06DB97-3AEE-4F7C-A79E-A7936B34F82A}" dt="2023-07-31T16:16:19.681" v="795" actId="5793"/>
        <pc:sldMkLst>
          <pc:docMk/>
          <pc:sldMk cId="1649098948" sldId="2462"/>
        </pc:sldMkLst>
        <pc:spChg chg="mod">
          <ac:chgData name="Owais Ahmed" userId="6abc7d4556b3b071" providerId="LiveId" clId="{3F06DB97-3AEE-4F7C-A79E-A7936B34F82A}" dt="2023-07-31T16:16:19.681" v="795" actId="5793"/>
          <ac:spMkLst>
            <pc:docMk/>
            <pc:sldMk cId="1649098948" sldId="2462"/>
            <ac:spMk id="6" creationId="{F3C89A40-EEAA-43AB-9A3A-B2CFDE450F1B}"/>
          </ac:spMkLst>
        </pc:spChg>
      </pc:sldChg>
      <pc:sldChg chg="modSp mod modAnim">
        <pc:chgData name="Owais Ahmed" userId="6abc7d4556b3b071" providerId="LiveId" clId="{3F06DB97-3AEE-4F7C-A79E-A7936B34F82A}" dt="2023-07-30T19:38:46.332" v="178" actId="20577"/>
        <pc:sldMkLst>
          <pc:docMk/>
          <pc:sldMk cId="641030253" sldId="2479"/>
        </pc:sldMkLst>
        <pc:spChg chg="mod">
          <ac:chgData name="Owais Ahmed" userId="6abc7d4556b3b071" providerId="LiveId" clId="{3F06DB97-3AEE-4F7C-A79E-A7936B34F82A}" dt="2023-07-30T19:38:46.332" v="178" actId="20577"/>
          <ac:spMkLst>
            <pc:docMk/>
            <pc:sldMk cId="641030253" sldId="2479"/>
            <ac:spMk id="3" creationId="{4A1C0383-58FE-E486-295E-B33B8683B938}"/>
          </ac:spMkLst>
        </pc:spChg>
        <pc:spChg chg="mod">
          <ac:chgData name="Owais Ahmed" userId="6abc7d4556b3b071" providerId="LiveId" clId="{3F06DB97-3AEE-4F7C-A79E-A7936B34F82A}" dt="2023-07-30T19:21:54.092" v="17" actId="20577"/>
          <ac:spMkLst>
            <pc:docMk/>
            <pc:sldMk cId="641030253" sldId="2479"/>
            <ac:spMk id="215" creationId="{00000000-0000-0000-0000-000000000000}"/>
          </ac:spMkLst>
        </pc:spChg>
      </pc:sldChg>
      <pc:sldChg chg="modSp">
        <pc:chgData name="Owais Ahmed" userId="6abc7d4556b3b071" providerId="LiveId" clId="{3F06DB97-3AEE-4F7C-A79E-A7936B34F82A}" dt="2023-07-31T15:38:54.378" v="198" actId="20577"/>
        <pc:sldMkLst>
          <pc:docMk/>
          <pc:sldMk cId="3265271046" sldId="2505"/>
        </pc:sldMkLst>
        <pc:spChg chg="mod">
          <ac:chgData name="Owais Ahmed" userId="6abc7d4556b3b071" providerId="LiveId" clId="{3F06DB97-3AEE-4F7C-A79E-A7936B34F82A}" dt="2023-07-31T15:38:54.378" v="198" actId="20577"/>
          <ac:spMkLst>
            <pc:docMk/>
            <pc:sldMk cId="3265271046" sldId="2505"/>
            <ac:spMk id="3" creationId="{4A1C0383-58FE-E486-295E-B33B8683B938}"/>
          </ac:spMkLst>
        </pc:spChg>
      </pc:sldChg>
      <pc:sldChg chg="addSp delSp modSp mod delAnim modAnim">
        <pc:chgData name="Owais Ahmed" userId="6abc7d4556b3b071" providerId="LiveId" clId="{3F06DB97-3AEE-4F7C-A79E-A7936B34F82A}" dt="2023-07-31T17:09:11.997" v="3624"/>
        <pc:sldMkLst>
          <pc:docMk/>
          <pc:sldMk cId="2519732872" sldId="2507"/>
        </pc:sldMkLst>
        <pc:spChg chg="mod">
          <ac:chgData name="Owais Ahmed" userId="6abc7d4556b3b071" providerId="LiveId" clId="{3F06DB97-3AEE-4F7C-A79E-A7936B34F82A}" dt="2023-07-31T17:08:40.341" v="3621" actId="20577"/>
          <ac:spMkLst>
            <pc:docMk/>
            <pc:sldMk cId="2519732872" sldId="2507"/>
            <ac:spMk id="3" creationId="{4A1C0383-58FE-E486-295E-B33B8683B938}"/>
          </ac:spMkLst>
        </pc:spChg>
        <pc:spChg chg="del mod">
          <ac:chgData name="Owais Ahmed" userId="6abc7d4556b3b071" providerId="LiveId" clId="{3F06DB97-3AEE-4F7C-A79E-A7936B34F82A}" dt="2023-07-31T16:29:51.326" v="1053" actId="478"/>
          <ac:spMkLst>
            <pc:docMk/>
            <pc:sldMk cId="2519732872" sldId="2507"/>
            <ac:spMk id="8" creationId="{9AB7C1F2-3EB6-DA77-8B3B-65D08B858839}"/>
          </ac:spMkLst>
        </pc:spChg>
        <pc:spChg chg="mod">
          <ac:chgData name="Owais Ahmed" userId="6abc7d4556b3b071" providerId="LiveId" clId="{3F06DB97-3AEE-4F7C-A79E-A7936B34F82A}" dt="2023-07-31T16:29:42.328" v="1051"/>
          <ac:spMkLst>
            <pc:docMk/>
            <pc:sldMk cId="2519732872" sldId="2507"/>
            <ac:spMk id="9" creationId="{E5AC993B-76BA-F654-B56B-E5FD7D83FAF7}"/>
          </ac:spMkLst>
        </pc:spChg>
        <pc:spChg chg="mod">
          <ac:chgData name="Owais Ahmed" userId="6abc7d4556b3b071" providerId="LiveId" clId="{3F06DB97-3AEE-4F7C-A79E-A7936B34F82A}" dt="2023-07-31T16:29:42.328" v="1051"/>
          <ac:spMkLst>
            <pc:docMk/>
            <pc:sldMk cId="2519732872" sldId="2507"/>
            <ac:spMk id="12" creationId="{B38BB637-7CE6-23B3-1F98-7FAB61174179}"/>
          </ac:spMkLst>
        </pc:spChg>
        <pc:spChg chg="mod">
          <ac:chgData name="Owais Ahmed" userId="6abc7d4556b3b071" providerId="LiveId" clId="{3F06DB97-3AEE-4F7C-A79E-A7936B34F82A}" dt="2023-07-31T16:29:42.328" v="1051"/>
          <ac:spMkLst>
            <pc:docMk/>
            <pc:sldMk cId="2519732872" sldId="2507"/>
            <ac:spMk id="13" creationId="{A8ED9DCF-25D0-6588-1E53-441A5CD14DC1}"/>
          </ac:spMkLst>
        </pc:spChg>
        <pc:spChg chg="mod">
          <ac:chgData name="Owais Ahmed" userId="6abc7d4556b3b071" providerId="LiveId" clId="{3F06DB97-3AEE-4F7C-A79E-A7936B34F82A}" dt="2023-07-31T16:29:42.328" v="1051"/>
          <ac:spMkLst>
            <pc:docMk/>
            <pc:sldMk cId="2519732872" sldId="2507"/>
            <ac:spMk id="14" creationId="{11CD3E41-253F-795A-3CCF-97593D9A7ACC}"/>
          </ac:spMkLst>
        </pc:spChg>
        <pc:spChg chg="mod">
          <ac:chgData name="Owais Ahmed" userId="6abc7d4556b3b071" providerId="LiveId" clId="{3F06DB97-3AEE-4F7C-A79E-A7936B34F82A}" dt="2023-07-31T16:29:42.328" v="1051"/>
          <ac:spMkLst>
            <pc:docMk/>
            <pc:sldMk cId="2519732872" sldId="2507"/>
            <ac:spMk id="15" creationId="{F2303079-B932-8839-CD10-B5F3170D384B}"/>
          </ac:spMkLst>
        </pc:spChg>
        <pc:spChg chg="mod">
          <ac:chgData name="Owais Ahmed" userId="6abc7d4556b3b071" providerId="LiveId" clId="{3F06DB97-3AEE-4F7C-A79E-A7936B34F82A}" dt="2023-07-31T16:29:42.328" v="1051"/>
          <ac:spMkLst>
            <pc:docMk/>
            <pc:sldMk cId="2519732872" sldId="2507"/>
            <ac:spMk id="16" creationId="{1C1AEA30-0846-62E5-0652-1F8AE3A06456}"/>
          </ac:spMkLst>
        </pc:spChg>
        <pc:spChg chg="mod">
          <ac:chgData name="Owais Ahmed" userId="6abc7d4556b3b071" providerId="LiveId" clId="{3F06DB97-3AEE-4F7C-A79E-A7936B34F82A}" dt="2023-07-31T16:29:42.328" v="1051"/>
          <ac:spMkLst>
            <pc:docMk/>
            <pc:sldMk cId="2519732872" sldId="2507"/>
            <ac:spMk id="17" creationId="{F0BBF5CA-3758-1B1E-4267-01BF15F77BE6}"/>
          </ac:spMkLst>
        </pc:spChg>
        <pc:spChg chg="del mod">
          <ac:chgData name="Owais Ahmed" userId="6abc7d4556b3b071" providerId="LiveId" clId="{3F06DB97-3AEE-4F7C-A79E-A7936B34F82A}" dt="2023-07-31T16:29:53.650" v="1054" actId="478"/>
          <ac:spMkLst>
            <pc:docMk/>
            <pc:sldMk cId="2519732872" sldId="2507"/>
            <ac:spMk id="24" creationId="{EE6B6A39-DD51-7E27-3292-E8C6CB7A286A}"/>
          </ac:spMkLst>
        </pc:spChg>
        <pc:spChg chg="mod">
          <ac:chgData name="Owais Ahmed" userId="6abc7d4556b3b071" providerId="LiveId" clId="{3F06DB97-3AEE-4F7C-A79E-A7936B34F82A}" dt="2023-07-31T16:29:42.328" v="1051"/>
          <ac:spMkLst>
            <pc:docMk/>
            <pc:sldMk cId="2519732872" sldId="2507"/>
            <ac:spMk id="25" creationId="{E31EADB7-0E35-1933-E64C-CB81CADFB1A4}"/>
          </ac:spMkLst>
        </pc:spChg>
        <pc:spChg chg="mod">
          <ac:chgData name="Owais Ahmed" userId="6abc7d4556b3b071" providerId="LiveId" clId="{3F06DB97-3AEE-4F7C-A79E-A7936B34F82A}" dt="2023-07-31T16:29:42.328" v="1051"/>
          <ac:spMkLst>
            <pc:docMk/>
            <pc:sldMk cId="2519732872" sldId="2507"/>
            <ac:spMk id="30" creationId="{55F1B4C1-5F1C-1B07-F368-C151A0BBFF7A}"/>
          </ac:spMkLst>
        </pc:spChg>
        <pc:spChg chg="mod">
          <ac:chgData name="Owais Ahmed" userId="6abc7d4556b3b071" providerId="LiveId" clId="{3F06DB97-3AEE-4F7C-A79E-A7936B34F82A}" dt="2023-07-31T16:29:42.328" v="1051"/>
          <ac:spMkLst>
            <pc:docMk/>
            <pc:sldMk cId="2519732872" sldId="2507"/>
            <ac:spMk id="31" creationId="{F254E49C-FE38-2D8C-0E6D-9575BE825750}"/>
          </ac:spMkLst>
        </pc:spChg>
        <pc:spChg chg="mod">
          <ac:chgData name="Owais Ahmed" userId="6abc7d4556b3b071" providerId="LiveId" clId="{3F06DB97-3AEE-4F7C-A79E-A7936B34F82A}" dt="2023-07-31T16:29:42.328" v="1051"/>
          <ac:spMkLst>
            <pc:docMk/>
            <pc:sldMk cId="2519732872" sldId="2507"/>
            <ac:spMk id="32" creationId="{CFC3003E-0DDC-BA36-176E-6D671706AE32}"/>
          </ac:spMkLst>
        </pc:spChg>
        <pc:spChg chg="mod">
          <ac:chgData name="Owais Ahmed" userId="6abc7d4556b3b071" providerId="LiveId" clId="{3F06DB97-3AEE-4F7C-A79E-A7936B34F82A}" dt="2023-07-31T16:29:42.328" v="1051"/>
          <ac:spMkLst>
            <pc:docMk/>
            <pc:sldMk cId="2519732872" sldId="2507"/>
            <ac:spMk id="33" creationId="{58685C0D-12DC-8D8F-7618-4C26C7A95BB5}"/>
          </ac:spMkLst>
        </pc:spChg>
        <pc:spChg chg="mod">
          <ac:chgData name="Owais Ahmed" userId="6abc7d4556b3b071" providerId="LiveId" clId="{3F06DB97-3AEE-4F7C-A79E-A7936B34F82A}" dt="2023-07-31T16:29:42.328" v="1051"/>
          <ac:spMkLst>
            <pc:docMk/>
            <pc:sldMk cId="2519732872" sldId="2507"/>
            <ac:spMk id="34" creationId="{C7ACFDE5-7047-0E56-1E2E-2B50C10B3BDF}"/>
          </ac:spMkLst>
        </pc:spChg>
        <pc:spChg chg="mod">
          <ac:chgData name="Owais Ahmed" userId="6abc7d4556b3b071" providerId="LiveId" clId="{3F06DB97-3AEE-4F7C-A79E-A7936B34F82A}" dt="2023-07-31T16:29:42.328" v="1051"/>
          <ac:spMkLst>
            <pc:docMk/>
            <pc:sldMk cId="2519732872" sldId="2507"/>
            <ac:spMk id="35" creationId="{430EAD92-DB0F-51D7-9F31-BB20A328DD24}"/>
          </ac:spMkLst>
        </pc:spChg>
        <pc:spChg chg="mod">
          <ac:chgData name="Owais Ahmed" userId="6abc7d4556b3b071" providerId="LiveId" clId="{3F06DB97-3AEE-4F7C-A79E-A7936B34F82A}" dt="2023-07-31T16:29:42.328" v="1051"/>
          <ac:spMkLst>
            <pc:docMk/>
            <pc:sldMk cId="2519732872" sldId="2507"/>
            <ac:spMk id="36" creationId="{340488C2-8C52-D84F-6549-4DB3CC6C4A58}"/>
          </ac:spMkLst>
        </pc:spChg>
        <pc:spChg chg="mod">
          <ac:chgData name="Owais Ahmed" userId="6abc7d4556b3b071" providerId="LiveId" clId="{3F06DB97-3AEE-4F7C-A79E-A7936B34F82A}" dt="2023-07-31T16:29:42.328" v="1051"/>
          <ac:spMkLst>
            <pc:docMk/>
            <pc:sldMk cId="2519732872" sldId="2507"/>
            <ac:spMk id="37" creationId="{E243D26A-1F6B-B25D-D0AC-3EAC4D85DE10}"/>
          </ac:spMkLst>
        </pc:spChg>
        <pc:spChg chg="mod">
          <ac:chgData name="Owais Ahmed" userId="6abc7d4556b3b071" providerId="LiveId" clId="{3F06DB97-3AEE-4F7C-A79E-A7936B34F82A}" dt="2023-07-31T16:29:42.328" v="1051"/>
          <ac:spMkLst>
            <pc:docMk/>
            <pc:sldMk cId="2519732872" sldId="2507"/>
            <ac:spMk id="38" creationId="{4FDF2889-A194-E22E-19A0-60E13AF736B0}"/>
          </ac:spMkLst>
        </pc:spChg>
        <pc:spChg chg="mod">
          <ac:chgData name="Owais Ahmed" userId="6abc7d4556b3b071" providerId="LiveId" clId="{3F06DB97-3AEE-4F7C-A79E-A7936B34F82A}" dt="2023-07-31T16:29:42.328" v="1051"/>
          <ac:spMkLst>
            <pc:docMk/>
            <pc:sldMk cId="2519732872" sldId="2507"/>
            <ac:spMk id="39" creationId="{4D8B0B4A-4260-651D-E759-251A0C2B486A}"/>
          </ac:spMkLst>
        </pc:spChg>
        <pc:spChg chg="del mod">
          <ac:chgData name="Owais Ahmed" userId="6abc7d4556b3b071" providerId="LiveId" clId="{3F06DB97-3AEE-4F7C-A79E-A7936B34F82A}" dt="2023-07-31T16:32:06.488" v="1060" actId="478"/>
          <ac:spMkLst>
            <pc:docMk/>
            <pc:sldMk cId="2519732872" sldId="2507"/>
            <ac:spMk id="52" creationId="{6077A936-757D-6859-1D2D-D9238CDB7452}"/>
          </ac:spMkLst>
        </pc:spChg>
        <pc:spChg chg="del mod">
          <ac:chgData name="Owais Ahmed" userId="6abc7d4556b3b071" providerId="LiveId" clId="{3F06DB97-3AEE-4F7C-A79E-A7936B34F82A}" dt="2023-07-31T16:32:04.946" v="1059" actId="478"/>
          <ac:spMkLst>
            <pc:docMk/>
            <pc:sldMk cId="2519732872" sldId="2507"/>
            <ac:spMk id="53" creationId="{CD128CA7-C9B2-0E48-AB2C-83361F37D11B}"/>
          </ac:spMkLst>
        </pc:spChg>
        <pc:spChg chg="mod">
          <ac:chgData name="Owais Ahmed" userId="6abc7d4556b3b071" providerId="LiveId" clId="{3F06DB97-3AEE-4F7C-A79E-A7936B34F82A}" dt="2023-07-31T16:31:47.109" v="1057"/>
          <ac:spMkLst>
            <pc:docMk/>
            <pc:sldMk cId="2519732872" sldId="2507"/>
            <ac:spMk id="54" creationId="{A9669151-6E8A-28A2-BD3B-E871949F5695}"/>
          </ac:spMkLst>
        </pc:spChg>
        <pc:spChg chg="mod">
          <ac:chgData name="Owais Ahmed" userId="6abc7d4556b3b071" providerId="LiveId" clId="{3F06DB97-3AEE-4F7C-A79E-A7936B34F82A}" dt="2023-07-31T16:31:47.109" v="1057"/>
          <ac:spMkLst>
            <pc:docMk/>
            <pc:sldMk cId="2519732872" sldId="2507"/>
            <ac:spMk id="55" creationId="{274A505B-739B-D7E1-C42B-16B9225A1472}"/>
          </ac:spMkLst>
        </pc:spChg>
        <pc:spChg chg="mod">
          <ac:chgData name="Owais Ahmed" userId="6abc7d4556b3b071" providerId="LiveId" clId="{3F06DB97-3AEE-4F7C-A79E-A7936B34F82A}" dt="2023-07-31T16:31:47.109" v="1057"/>
          <ac:spMkLst>
            <pc:docMk/>
            <pc:sldMk cId="2519732872" sldId="2507"/>
            <ac:spMk id="56" creationId="{B7736C27-97DD-0668-D0F7-FD527C00D85B}"/>
          </ac:spMkLst>
        </pc:spChg>
        <pc:spChg chg="mod">
          <ac:chgData name="Owais Ahmed" userId="6abc7d4556b3b071" providerId="LiveId" clId="{3F06DB97-3AEE-4F7C-A79E-A7936B34F82A}" dt="2023-07-31T16:31:47.109" v="1057"/>
          <ac:spMkLst>
            <pc:docMk/>
            <pc:sldMk cId="2519732872" sldId="2507"/>
            <ac:spMk id="57" creationId="{6E3CA4F5-A864-65C5-419B-4EDB79314AE4}"/>
          </ac:spMkLst>
        </pc:spChg>
        <pc:spChg chg="mod">
          <ac:chgData name="Owais Ahmed" userId="6abc7d4556b3b071" providerId="LiveId" clId="{3F06DB97-3AEE-4F7C-A79E-A7936B34F82A}" dt="2023-07-31T16:33:38.959" v="1093" actId="20577"/>
          <ac:spMkLst>
            <pc:docMk/>
            <pc:sldMk cId="2519732872" sldId="2507"/>
            <ac:spMk id="58" creationId="{5C3FA14E-BC4B-E3B3-8F00-764331AD752D}"/>
          </ac:spMkLst>
        </pc:spChg>
        <pc:spChg chg="mod">
          <ac:chgData name="Owais Ahmed" userId="6abc7d4556b3b071" providerId="LiveId" clId="{3F06DB97-3AEE-4F7C-A79E-A7936B34F82A}" dt="2023-07-31T16:33:12.874" v="1083" actId="20577"/>
          <ac:spMkLst>
            <pc:docMk/>
            <pc:sldMk cId="2519732872" sldId="2507"/>
            <ac:spMk id="59" creationId="{BC8B03B0-63FE-2C51-A23A-8B052B3D6B98}"/>
          </ac:spMkLst>
        </pc:spChg>
        <pc:spChg chg="mod">
          <ac:chgData name="Owais Ahmed" userId="6abc7d4556b3b071" providerId="LiveId" clId="{3F06DB97-3AEE-4F7C-A79E-A7936B34F82A}" dt="2023-07-31T16:31:47.109" v="1057"/>
          <ac:spMkLst>
            <pc:docMk/>
            <pc:sldMk cId="2519732872" sldId="2507"/>
            <ac:spMk id="60" creationId="{2C743A88-FD48-DE9B-D2AB-391728C36AAA}"/>
          </ac:spMkLst>
        </pc:spChg>
        <pc:spChg chg="mod">
          <ac:chgData name="Owais Ahmed" userId="6abc7d4556b3b071" providerId="LiveId" clId="{3F06DB97-3AEE-4F7C-A79E-A7936B34F82A}" dt="2023-07-31T16:33:11.410" v="1082" actId="20577"/>
          <ac:spMkLst>
            <pc:docMk/>
            <pc:sldMk cId="2519732872" sldId="2507"/>
            <ac:spMk id="61" creationId="{9D7738F3-A3F6-3E4E-9227-7EC57AA10E6B}"/>
          </ac:spMkLst>
        </pc:spChg>
        <pc:spChg chg="mod">
          <ac:chgData name="Owais Ahmed" userId="6abc7d4556b3b071" providerId="LiveId" clId="{3F06DB97-3AEE-4F7C-A79E-A7936B34F82A}" dt="2023-07-31T16:31:47.109" v="1057"/>
          <ac:spMkLst>
            <pc:docMk/>
            <pc:sldMk cId="2519732872" sldId="2507"/>
            <ac:spMk id="62" creationId="{2F7AE3C0-48E2-ACA4-7769-51DCF905B7F9}"/>
          </ac:spMkLst>
        </pc:spChg>
        <pc:spChg chg="mod">
          <ac:chgData name="Owais Ahmed" userId="6abc7d4556b3b071" providerId="LiveId" clId="{3F06DB97-3AEE-4F7C-A79E-A7936B34F82A}" dt="2023-07-31T16:33:04.210" v="1081" actId="20577"/>
          <ac:spMkLst>
            <pc:docMk/>
            <pc:sldMk cId="2519732872" sldId="2507"/>
            <ac:spMk id="63" creationId="{B5E2493F-C156-319A-5047-19EAC0C27B96}"/>
          </ac:spMkLst>
        </pc:spChg>
        <pc:spChg chg="del mod">
          <ac:chgData name="Owais Ahmed" userId="6abc7d4556b3b071" providerId="LiveId" clId="{3F06DB97-3AEE-4F7C-A79E-A7936B34F82A}" dt="2023-07-31T16:32:10.846" v="1063" actId="478"/>
          <ac:spMkLst>
            <pc:docMk/>
            <pc:sldMk cId="2519732872" sldId="2507"/>
            <ac:spMk id="76" creationId="{0C59E90F-ED03-8781-F34D-F5E49ECAD588}"/>
          </ac:spMkLst>
        </pc:spChg>
        <pc:spChg chg="del mod">
          <ac:chgData name="Owais Ahmed" userId="6abc7d4556b3b071" providerId="LiveId" clId="{3F06DB97-3AEE-4F7C-A79E-A7936B34F82A}" dt="2023-07-31T16:32:12.191" v="1064" actId="478"/>
          <ac:spMkLst>
            <pc:docMk/>
            <pc:sldMk cId="2519732872" sldId="2507"/>
            <ac:spMk id="77" creationId="{42AC8510-A1DF-03B2-F7FF-0B165A4771B9}"/>
          </ac:spMkLst>
        </pc:spChg>
        <pc:spChg chg="mod">
          <ac:chgData name="Owais Ahmed" userId="6abc7d4556b3b071" providerId="LiveId" clId="{3F06DB97-3AEE-4F7C-A79E-A7936B34F82A}" dt="2023-07-31T16:31:47.109" v="1057"/>
          <ac:spMkLst>
            <pc:docMk/>
            <pc:sldMk cId="2519732872" sldId="2507"/>
            <ac:spMk id="78" creationId="{42A95E86-0E84-988A-6224-97D58A1AAB0F}"/>
          </ac:spMkLst>
        </pc:spChg>
        <pc:spChg chg="mod">
          <ac:chgData name="Owais Ahmed" userId="6abc7d4556b3b071" providerId="LiveId" clId="{3F06DB97-3AEE-4F7C-A79E-A7936B34F82A}" dt="2023-07-31T16:31:47.109" v="1057"/>
          <ac:spMkLst>
            <pc:docMk/>
            <pc:sldMk cId="2519732872" sldId="2507"/>
            <ac:spMk id="79" creationId="{20304F60-9C85-B029-FB74-618C6A042A84}"/>
          </ac:spMkLst>
        </pc:spChg>
        <pc:spChg chg="mod">
          <ac:chgData name="Owais Ahmed" userId="6abc7d4556b3b071" providerId="LiveId" clId="{3F06DB97-3AEE-4F7C-A79E-A7936B34F82A}" dt="2023-07-31T16:31:47.109" v="1057"/>
          <ac:spMkLst>
            <pc:docMk/>
            <pc:sldMk cId="2519732872" sldId="2507"/>
            <ac:spMk id="80" creationId="{6FBCDDE6-3EAB-0185-D616-ABE065D45C92}"/>
          </ac:spMkLst>
        </pc:spChg>
        <pc:spChg chg="mod">
          <ac:chgData name="Owais Ahmed" userId="6abc7d4556b3b071" providerId="LiveId" clId="{3F06DB97-3AEE-4F7C-A79E-A7936B34F82A}" dt="2023-07-31T16:31:47.109" v="1057"/>
          <ac:spMkLst>
            <pc:docMk/>
            <pc:sldMk cId="2519732872" sldId="2507"/>
            <ac:spMk id="81" creationId="{D475062B-BA9F-0445-E94B-58131CEBA346}"/>
          </ac:spMkLst>
        </pc:spChg>
        <pc:spChg chg="mod">
          <ac:chgData name="Owais Ahmed" userId="6abc7d4556b3b071" providerId="LiveId" clId="{3F06DB97-3AEE-4F7C-A79E-A7936B34F82A}" dt="2023-07-31T16:31:47.109" v="1057"/>
          <ac:spMkLst>
            <pc:docMk/>
            <pc:sldMk cId="2519732872" sldId="2507"/>
            <ac:spMk id="82" creationId="{D00C45F0-9257-F070-6329-9B7E6898FA6C}"/>
          </ac:spMkLst>
        </pc:spChg>
        <pc:spChg chg="mod">
          <ac:chgData name="Owais Ahmed" userId="6abc7d4556b3b071" providerId="LiveId" clId="{3F06DB97-3AEE-4F7C-A79E-A7936B34F82A}" dt="2023-07-31T16:33:22.026" v="1086" actId="20577"/>
          <ac:spMkLst>
            <pc:docMk/>
            <pc:sldMk cId="2519732872" sldId="2507"/>
            <ac:spMk id="83" creationId="{2E659818-3944-211E-B668-2B0785B7DCB6}"/>
          </ac:spMkLst>
        </pc:spChg>
        <pc:spChg chg="mod">
          <ac:chgData name="Owais Ahmed" userId="6abc7d4556b3b071" providerId="LiveId" clId="{3F06DB97-3AEE-4F7C-A79E-A7936B34F82A}" dt="2023-07-31T16:31:47.109" v="1057"/>
          <ac:spMkLst>
            <pc:docMk/>
            <pc:sldMk cId="2519732872" sldId="2507"/>
            <ac:spMk id="84" creationId="{C3DD49EF-0F53-CFBA-F1C1-D0B1D2537EC8}"/>
          </ac:spMkLst>
        </pc:spChg>
        <pc:spChg chg="mod">
          <ac:chgData name="Owais Ahmed" userId="6abc7d4556b3b071" providerId="LiveId" clId="{3F06DB97-3AEE-4F7C-A79E-A7936B34F82A}" dt="2023-07-31T16:33:20.201" v="1085" actId="20577"/>
          <ac:spMkLst>
            <pc:docMk/>
            <pc:sldMk cId="2519732872" sldId="2507"/>
            <ac:spMk id="85" creationId="{1731F7BA-7AB6-493D-5273-13C3588DF720}"/>
          </ac:spMkLst>
        </pc:spChg>
        <pc:spChg chg="mod">
          <ac:chgData name="Owais Ahmed" userId="6abc7d4556b3b071" providerId="LiveId" clId="{3F06DB97-3AEE-4F7C-A79E-A7936B34F82A}" dt="2023-07-31T16:31:47.109" v="1057"/>
          <ac:spMkLst>
            <pc:docMk/>
            <pc:sldMk cId="2519732872" sldId="2507"/>
            <ac:spMk id="86" creationId="{DD9A93E7-3B94-449C-E38F-C1C3F66D3A9C}"/>
          </ac:spMkLst>
        </pc:spChg>
        <pc:spChg chg="mod">
          <ac:chgData name="Owais Ahmed" userId="6abc7d4556b3b071" providerId="LiveId" clId="{3F06DB97-3AEE-4F7C-A79E-A7936B34F82A}" dt="2023-07-31T16:33:17.386" v="1084" actId="20577"/>
          <ac:spMkLst>
            <pc:docMk/>
            <pc:sldMk cId="2519732872" sldId="2507"/>
            <ac:spMk id="87" creationId="{DA497E0B-E98C-45AC-3C1D-414C2356B7BF}"/>
          </ac:spMkLst>
        </pc:spChg>
        <pc:spChg chg="add del mod">
          <ac:chgData name="Owais Ahmed" userId="6abc7d4556b3b071" providerId="LiveId" clId="{3F06DB97-3AEE-4F7C-A79E-A7936B34F82A}" dt="2023-07-31T16:32:25.012" v="1069"/>
          <ac:spMkLst>
            <pc:docMk/>
            <pc:sldMk cId="2519732872" sldId="2507"/>
            <ac:spMk id="88" creationId="{0507528A-FDE3-DD22-2160-43169E09145D}"/>
          </ac:spMkLst>
        </pc:spChg>
        <pc:spChg chg="add del mod">
          <ac:chgData name="Owais Ahmed" userId="6abc7d4556b3b071" providerId="LiveId" clId="{3F06DB97-3AEE-4F7C-A79E-A7936B34F82A}" dt="2023-07-31T16:32:57.757" v="1080" actId="478"/>
          <ac:spMkLst>
            <pc:docMk/>
            <pc:sldMk cId="2519732872" sldId="2507"/>
            <ac:spMk id="90" creationId="{B770DB89-4D9F-9A67-405A-E3B0FDC781BB}"/>
          </ac:spMkLst>
        </pc:spChg>
        <pc:spChg chg="del mod">
          <ac:chgData name="Owais Ahmed" userId="6abc7d4556b3b071" providerId="LiveId" clId="{3F06DB97-3AEE-4F7C-A79E-A7936B34F82A}" dt="2023-07-31T16:33:54.928" v="1098" actId="478"/>
          <ac:spMkLst>
            <pc:docMk/>
            <pc:sldMk cId="2519732872" sldId="2507"/>
            <ac:spMk id="93" creationId="{7B3F0C0F-E0A3-39A7-DF3B-9FCC9115854C}"/>
          </ac:spMkLst>
        </pc:spChg>
        <pc:spChg chg="mod">
          <ac:chgData name="Owais Ahmed" userId="6abc7d4556b3b071" providerId="LiveId" clId="{3F06DB97-3AEE-4F7C-A79E-A7936B34F82A}" dt="2023-07-31T16:41:37.608" v="1754" actId="1076"/>
          <ac:spMkLst>
            <pc:docMk/>
            <pc:sldMk cId="2519732872" sldId="2507"/>
            <ac:spMk id="94" creationId="{7C3C9CB2-114E-D07B-25BB-DF7B18E03EC1}"/>
          </ac:spMkLst>
        </pc:spChg>
        <pc:spChg chg="mod">
          <ac:chgData name="Owais Ahmed" userId="6abc7d4556b3b071" providerId="LiveId" clId="{3F06DB97-3AEE-4F7C-A79E-A7936B34F82A}" dt="2023-07-31T16:33:50.265" v="1096"/>
          <ac:spMkLst>
            <pc:docMk/>
            <pc:sldMk cId="2519732872" sldId="2507"/>
            <ac:spMk id="95" creationId="{E8017A49-474D-FF4D-8BE3-EDA29CB73762}"/>
          </ac:spMkLst>
        </pc:spChg>
        <pc:spChg chg="mod">
          <ac:chgData name="Owais Ahmed" userId="6abc7d4556b3b071" providerId="LiveId" clId="{3F06DB97-3AEE-4F7C-A79E-A7936B34F82A}" dt="2023-07-31T16:33:56.998" v="1099" actId="20577"/>
          <ac:spMkLst>
            <pc:docMk/>
            <pc:sldMk cId="2519732872" sldId="2507"/>
            <ac:spMk id="96" creationId="{BFC68987-1291-80DB-C814-55C51ADCA72F}"/>
          </ac:spMkLst>
        </pc:spChg>
        <pc:spChg chg="del mod">
          <ac:chgData name="Owais Ahmed" userId="6abc7d4556b3b071" providerId="LiveId" clId="{3F06DB97-3AEE-4F7C-A79E-A7936B34F82A}" dt="2023-07-31T16:34:26.431" v="1105" actId="478"/>
          <ac:spMkLst>
            <pc:docMk/>
            <pc:sldMk cId="2519732872" sldId="2507"/>
            <ac:spMk id="101" creationId="{1A33F4FE-CD88-9D70-2DA7-2B530BC06AE7}"/>
          </ac:spMkLst>
        </pc:spChg>
        <pc:spChg chg="mod">
          <ac:chgData name="Owais Ahmed" userId="6abc7d4556b3b071" providerId="LiveId" clId="{3F06DB97-3AEE-4F7C-A79E-A7936B34F82A}" dt="2023-07-31T16:41:41.641" v="1755" actId="1076"/>
          <ac:spMkLst>
            <pc:docMk/>
            <pc:sldMk cId="2519732872" sldId="2507"/>
            <ac:spMk id="102" creationId="{23801FBC-8A21-DAA2-95F5-A8E7D6FBF151}"/>
          </ac:spMkLst>
        </pc:spChg>
        <pc:spChg chg="mod">
          <ac:chgData name="Owais Ahmed" userId="6abc7d4556b3b071" providerId="LiveId" clId="{3F06DB97-3AEE-4F7C-A79E-A7936B34F82A}" dt="2023-07-31T16:40:44.048" v="1738" actId="1076"/>
          <ac:spMkLst>
            <pc:docMk/>
            <pc:sldMk cId="2519732872" sldId="2507"/>
            <ac:spMk id="105" creationId="{99BDCAF8-DC93-D572-DA16-2806C9F7C9AA}"/>
          </ac:spMkLst>
        </pc:spChg>
        <pc:spChg chg="mod">
          <ac:chgData name="Owais Ahmed" userId="6abc7d4556b3b071" providerId="LiveId" clId="{3F06DB97-3AEE-4F7C-A79E-A7936B34F82A}" dt="2023-07-31T16:40:44.048" v="1738" actId="1076"/>
          <ac:spMkLst>
            <pc:docMk/>
            <pc:sldMk cId="2519732872" sldId="2507"/>
            <ac:spMk id="106" creationId="{B546095E-991E-3289-F2C0-8A1D76A45A21}"/>
          </ac:spMkLst>
        </pc:spChg>
        <pc:spChg chg="mod">
          <ac:chgData name="Owais Ahmed" userId="6abc7d4556b3b071" providerId="LiveId" clId="{3F06DB97-3AEE-4F7C-A79E-A7936B34F82A}" dt="2023-07-31T16:40:38.471" v="1737" actId="1076"/>
          <ac:spMkLst>
            <pc:docMk/>
            <pc:sldMk cId="2519732872" sldId="2507"/>
            <ac:spMk id="107" creationId="{6B2686BC-A613-FF11-6A9D-EB36234DC16C}"/>
          </ac:spMkLst>
        </pc:spChg>
        <pc:spChg chg="mod">
          <ac:chgData name="Owais Ahmed" userId="6abc7d4556b3b071" providerId="LiveId" clId="{3F06DB97-3AEE-4F7C-A79E-A7936B34F82A}" dt="2023-07-31T16:40:38.471" v="1737" actId="1076"/>
          <ac:spMkLst>
            <pc:docMk/>
            <pc:sldMk cId="2519732872" sldId="2507"/>
            <ac:spMk id="108" creationId="{53D4C431-E0BC-789B-88D3-F5D796F20A12}"/>
          </ac:spMkLst>
        </pc:spChg>
        <pc:spChg chg="mod">
          <ac:chgData name="Owais Ahmed" userId="6abc7d4556b3b071" providerId="LiveId" clId="{3F06DB97-3AEE-4F7C-A79E-A7936B34F82A}" dt="2023-07-31T16:34:21.405" v="1103"/>
          <ac:spMkLst>
            <pc:docMk/>
            <pc:sldMk cId="2519732872" sldId="2507"/>
            <ac:spMk id="109" creationId="{3F6084E0-54E9-C827-0F8B-8E96A7C761DD}"/>
          </ac:spMkLst>
        </pc:spChg>
        <pc:spChg chg="mod">
          <ac:chgData name="Owais Ahmed" userId="6abc7d4556b3b071" providerId="LiveId" clId="{3F06DB97-3AEE-4F7C-A79E-A7936B34F82A}" dt="2023-07-31T16:34:36.087" v="1107" actId="20577"/>
          <ac:spMkLst>
            <pc:docMk/>
            <pc:sldMk cId="2519732872" sldId="2507"/>
            <ac:spMk id="110" creationId="{AB36B28D-39A8-55B6-60B3-85B767EC94FB}"/>
          </ac:spMkLst>
        </pc:spChg>
        <pc:spChg chg="mod">
          <ac:chgData name="Owais Ahmed" userId="6abc7d4556b3b071" providerId="LiveId" clId="{3F06DB97-3AEE-4F7C-A79E-A7936B34F82A}" dt="2023-07-31T16:16:36.036" v="802" actId="20577"/>
          <ac:spMkLst>
            <pc:docMk/>
            <pc:sldMk cId="2519732872" sldId="2507"/>
            <ac:spMk id="215" creationId="{00000000-0000-0000-0000-000000000000}"/>
          </ac:spMkLst>
        </pc:spChg>
        <pc:grpChg chg="add del mod">
          <ac:chgData name="Owais Ahmed" userId="6abc7d4556b3b071" providerId="LiveId" clId="{3F06DB97-3AEE-4F7C-A79E-A7936B34F82A}" dt="2023-07-31T16:31:46.557" v="1056" actId="478"/>
          <ac:grpSpMkLst>
            <pc:docMk/>
            <pc:sldMk cId="2519732872" sldId="2507"/>
            <ac:grpSpMk id="4" creationId="{80F3902B-AF10-7FCA-CA0F-D4E0AF6EE360}"/>
          </ac:grpSpMkLst>
        </pc:grpChg>
        <pc:grpChg chg="mod">
          <ac:chgData name="Owais Ahmed" userId="6abc7d4556b3b071" providerId="LiveId" clId="{3F06DB97-3AEE-4F7C-A79E-A7936B34F82A}" dt="2023-07-31T16:29:42.328" v="1051"/>
          <ac:grpSpMkLst>
            <pc:docMk/>
            <pc:sldMk cId="2519732872" sldId="2507"/>
            <ac:grpSpMk id="5" creationId="{3F3D1300-3848-78A6-5668-2B59EE7A1466}"/>
          </ac:grpSpMkLst>
        </pc:grpChg>
        <pc:grpChg chg="mod">
          <ac:chgData name="Owais Ahmed" userId="6abc7d4556b3b071" providerId="LiveId" clId="{3F06DB97-3AEE-4F7C-A79E-A7936B34F82A}" dt="2023-07-31T16:29:42.328" v="1051"/>
          <ac:grpSpMkLst>
            <pc:docMk/>
            <pc:sldMk cId="2519732872" sldId="2507"/>
            <ac:grpSpMk id="6" creationId="{19EA61CA-9134-94BB-7685-316986734FE7}"/>
          </ac:grpSpMkLst>
        </pc:grpChg>
        <pc:grpChg chg="mod">
          <ac:chgData name="Owais Ahmed" userId="6abc7d4556b3b071" providerId="LiveId" clId="{3F06DB97-3AEE-4F7C-A79E-A7936B34F82A}" dt="2023-07-31T16:29:42.328" v="1051"/>
          <ac:grpSpMkLst>
            <pc:docMk/>
            <pc:sldMk cId="2519732872" sldId="2507"/>
            <ac:grpSpMk id="7" creationId="{779F887A-C94F-8AE2-F652-C4F7D2ADBBE6}"/>
          </ac:grpSpMkLst>
        </pc:grpChg>
        <pc:grpChg chg="add del mod">
          <ac:chgData name="Owais Ahmed" userId="6abc7d4556b3b071" providerId="LiveId" clId="{3F06DB97-3AEE-4F7C-A79E-A7936B34F82A}" dt="2023-07-31T16:31:44.295" v="1055" actId="478"/>
          <ac:grpSpMkLst>
            <pc:docMk/>
            <pc:sldMk cId="2519732872" sldId="2507"/>
            <ac:grpSpMk id="18" creationId="{9DD2EB6D-4DA7-D7C5-CCA9-7628998FA6F1}"/>
          </ac:grpSpMkLst>
        </pc:grpChg>
        <pc:grpChg chg="mod">
          <ac:chgData name="Owais Ahmed" userId="6abc7d4556b3b071" providerId="LiveId" clId="{3F06DB97-3AEE-4F7C-A79E-A7936B34F82A}" dt="2023-07-31T16:29:42.328" v="1051"/>
          <ac:grpSpMkLst>
            <pc:docMk/>
            <pc:sldMk cId="2519732872" sldId="2507"/>
            <ac:grpSpMk id="19" creationId="{9ED71EAC-7C08-D9FB-8AF7-9E13D169337B}"/>
          </ac:grpSpMkLst>
        </pc:grpChg>
        <pc:grpChg chg="mod">
          <ac:chgData name="Owais Ahmed" userId="6abc7d4556b3b071" providerId="LiveId" clId="{3F06DB97-3AEE-4F7C-A79E-A7936B34F82A}" dt="2023-07-31T16:29:42.328" v="1051"/>
          <ac:grpSpMkLst>
            <pc:docMk/>
            <pc:sldMk cId="2519732872" sldId="2507"/>
            <ac:grpSpMk id="20" creationId="{DB06F88D-3D2B-14D5-C41A-BA8EF4666F8C}"/>
          </ac:grpSpMkLst>
        </pc:grpChg>
        <pc:grpChg chg="mod">
          <ac:chgData name="Owais Ahmed" userId="6abc7d4556b3b071" providerId="LiveId" clId="{3F06DB97-3AEE-4F7C-A79E-A7936B34F82A}" dt="2023-07-31T16:29:42.328" v="1051"/>
          <ac:grpSpMkLst>
            <pc:docMk/>
            <pc:sldMk cId="2519732872" sldId="2507"/>
            <ac:grpSpMk id="21" creationId="{84A4729D-5E34-25D7-FE29-E0CED4C21267}"/>
          </ac:grpSpMkLst>
        </pc:grpChg>
        <pc:grpChg chg="mod">
          <ac:chgData name="Owais Ahmed" userId="6abc7d4556b3b071" providerId="LiveId" clId="{3F06DB97-3AEE-4F7C-A79E-A7936B34F82A}" dt="2023-07-31T16:29:42.328" v="1051"/>
          <ac:grpSpMkLst>
            <pc:docMk/>
            <pc:sldMk cId="2519732872" sldId="2507"/>
            <ac:grpSpMk id="22" creationId="{7F6781FD-1CC8-A5C5-5E12-09D372E42475}"/>
          </ac:grpSpMkLst>
        </pc:grpChg>
        <pc:grpChg chg="mod">
          <ac:chgData name="Owais Ahmed" userId="6abc7d4556b3b071" providerId="LiveId" clId="{3F06DB97-3AEE-4F7C-A79E-A7936B34F82A}" dt="2023-07-31T16:29:42.328" v="1051"/>
          <ac:grpSpMkLst>
            <pc:docMk/>
            <pc:sldMk cId="2519732872" sldId="2507"/>
            <ac:grpSpMk id="23" creationId="{79E1F9C7-FC90-902A-7FDA-7FD9680B5538}"/>
          </ac:grpSpMkLst>
        </pc:grpChg>
        <pc:grpChg chg="add del mod">
          <ac:chgData name="Owais Ahmed" userId="6abc7d4556b3b071" providerId="LiveId" clId="{3F06DB97-3AEE-4F7C-A79E-A7936B34F82A}" dt="2023-07-31T16:33:42.728" v="1094" actId="478"/>
          <ac:grpSpMkLst>
            <pc:docMk/>
            <pc:sldMk cId="2519732872" sldId="2507"/>
            <ac:grpSpMk id="40" creationId="{376FE4AC-EADF-0572-2228-C142CF1889CD}"/>
          </ac:grpSpMkLst>
        </pc:grpChg>
        <pc:grpChg chg="mod">
          <ac:chgData name="Owais Ahmed" userId="6abc7d4556b3b071" providerId="LiveId" clId="{3F06DB97-3AEE-4F7C-A79E-A7936B34F82A}" dt="2023-07-31T16:31:47.109" v="1057"/>
          <ac:grpSpMkLst>
            <pc:docMk/>
            <pc:sldMk cId="2519732872" sldId="2507"/>
            <ac:grpSpMk id="41" creationId="{293FFF2F-8276-E554-CD30-253F44FE8F4B}"/>
          </ac:grpSpMkLst>
        </pc:grpChg>
        <pc:grpChg chg="mod">
          <ac:chgData name="Owais Ahmed" userId="6abc7d4556b3b071" providerId="LiveId" clId="{3F06DB97-3AEE-4F7C-A79E-A7936B34F82A}" dt="2023-07-31T16:31:47.109" v="1057"/>
          <ac:grpSpMkLst>
            <pc:docMk/>
            <pc:sldMk cId="2519732872" sldId="2507"/>
            <ac:grpSpMk id="42" creationId="{A9DB336F-B4E8-9FCE-BE96-448A570AD834}"/>
          </ac:grpSpMkLst>
        </pc:grpChg>
        <pc:grpChg chg="mod">
          <ac:chgData name="Owais Ahmed" userId="6abc7d4556b3b071" providerId="LiveId" clId="{3F06DB97-3AEE-4F7C-A79E-A7936B34F82A}" dt="2023-07-31T16:31:47.109" v="1057"/>
          <ac:grpSpMkLst>
            <pc:docMk/>
            <pc:sldMk cId="2519732872" sldId="2507"/>
            <ac:grpSpMk id="44" creationId="{FAC5B053-0BA1-26DD-4E5D-213B9C8056D2}"/>
          </ac:grpSpMkLst>
        </pc:grpChg>
        <pc:grpChg chg="mod">
          <ac:chgData name="Owais Ahmed" userId="6abc7d4556b3b071" providerId="LiveId" clId="{3F06DB97-3AEE-4F7C-A79E-A7936B34F82A}" dt="2023-07-31T16:31:47.109" v="1057"/>
          <ac:grpSpMkLst>
            <pc:docMk/>
            <pc:sldMk cId="2519732872" sldId="2507"/>
            <ac:grpSpMk id="46" creationId="{2841E817-017F-3A09-E5BD-E019E36D9862}"/>
          </ac:grpSpMkLst>
        </pc:grpChg>
        <pc:grpChg chg="mod">
          <ac:chgData name="Owais Ahmed" userId="6abc7d4556b3b071" providerId="LiveId" clId="{3F06DB97-3AEE-4F7C-A79E-A7936B34F82A}" dt="2023-07-31T16:31:47.109" v="1057"/>
          <ac:grpSpMkLst>
            <pc:docMk/>
            <pc:sldMk cId="2519732872" sldId="2507"/>
            <ac:grpSpMk id="48" creationId="{BF3428B0-CAD5-2955-03CB-8C5B8DE1D43C}"/>
          </ac:grpSpMkLst>
        </pc:grpChg>
        <pc:grpChg chg="del mod">
          <ac:chgData name="Owais Ahmed" userId="6abc7d4556b3b071" providerId="LiveId" clId="{3F06DB97-3AEE-4F7C-A79E-A7936B34F82A}" dt="2023-07-31T16:32:04.946" v="1059" actId="478"/>
          <ac:grpSpMkLst>
            <pc:docMk/>
            <pc:sldMk cId="2519732872" sldId="2507"/>
            <ac:grpSpMk id="50" creationId="{88C149BB-9451-A728-EF78-5232FC7D6D59}"/>
          </ac:grpSpMkLst>
        </pc:grpChg>
        <pc:grpChg chg="add del mod">
          <ac:chgData name="Owais Ahmed" userId="6abc7d4556b3b071" providerId="LiveId" clId="{3F06DB97-3AEE-4F7C-A79E-A7936B34F82A}" dt="2023-07-31T16:33:43.420" v="1095" actId="478"/>
          <ac:grpSpMkLst>
            <pc:docMk/>
            <pc:sldMk cId="2519732872" sldId="2507"/>
            <ac:grpSpMk id="64" creationId="{4CEC23E2-DE3E-BE27-A2B3-3B9B30CE8EF1}"/>
          </ac:grpSpMkLst>
        </pc:grpChg>
        <pc:grpChg chg="mod">
          <ac:chgData name="Owais Ahmed" userId="6abc7d4556b3b071" providerId="LiveId" clId="{3F06DB97-3AEE-4F7C-A79E-A7936B34F82A}" dt="2023-07-31T16:31:47.109" v="1057"/>
          <ac:grpSpMkLst>
            <pc:docMk/>
            <pc:sldMk cId="2519732872" sldId="2507"/>
            <ac:grpSpMk id="65" creationId="{DAA3F6B3-C7A7-9891-E19F-F97BD9BBDFCF}"/>
          </ac:grpSpMkLst>
        </pc:grpChg>
        <pc:grpChg chg="mod">
          <ac:chgData name="Owais Ahmed" userId="6abc7d4556b3b071" providerId="LiveId" clId="{3F06DB97-3AEE-4F7C-A79E-A7936B34F82A}" dt="2023-07-31T16:31:47.109" v="1057"/>
          <ac:grpSpMkLst>
            <pc:docMk/>
            <pc:sldMk cId="2519732872" sldId="2507"/>
            <ac:grpSpMk id="66" creationId="{6079BA3E-9580-6AE9-627E-4A2B118616BC}"/>
          </ac:grpSpMkLst>
        </pc:grpChg>
        <pc:grpChg chg="mod">
          <ac:chgData name="Owais Ahmed" userId="6abc7d4556b3b071" providerId="LiveId" clId="{3F06DB97-3AEE-4F7C-A79E-A7936B34F82A}" dt="2023-07-31T16:31:47.109" v="1057"/>
          <ac:grpSpMkLst>
            <pc:docMk/>
            <pc:sldMk cId="2519732872" sldId="2507"/>
            <ac:grpSpMk id="68" creationId="{3C881F13-1D2A-E47F-727A-8F2471B606E3}"/>
          </ac:grpSpMkLst>
        </pc:grpChg>
        <pc:grpChg chg="mod">
          <ac:chgData name="Owais Ahmed" userId="6abc7d4556b3b071" providerId="LiveId" clId="{3F06DB97-3AEE-4F7C-A79E-A7936B34F82A}" dt="2023-07-31T16:31:47.109" v="1057"/>
          <ac:grpSpMkLst>
            <pc:docMk/>
            <pc:sldMk cId="2519732872" sldId="2507"/>
            <ac:grpSpMk id="70" creationId="{A5CF5B66-02DF-175F-45A9-4816A6813283}"/>
          </ac:grpSpMkLst>
        </pc:grpChg>
        <pc:grpChg chg="mod">
          <ac:chgData name="Owais Ahmed" userId="6abc7d4556b3b071" providerId="LiveId" clId="{3F06DB97-3AEE-4F7C-A79E-A7936B34F82A}" dt="2023-07-31T16:31:47.109" v="1057"/>
          <ac:grpSpMkLst>
            <pc:docMk/>
            <pc:sldMk cId="2519732872" sldId="2507"/>
            <ac:grpSpMk id="72" creationId="{7B65A48A-3AC1-F611-FEE6-6146746FB1CD}"/>
          </ac:grpSpMkLst>
        </pc:grpChg>
        <pc:grpChg chg="del mod">
          <ac:chgData name="Owais Ahmed" userId="6abc7d4556b3b071" providerId="LiveId" clId="{3F06DB97-3AEE-4F7C-A79E-A7936B34F82A}" dt="2023-07-31T16:32:10.846" v="1063" actId="478"/>
          <ac:grpSpMkLst>
            <pc:docMk/>
            <pc:sldMk cId="2519732872" sldId="2507"/>
            <ac:grpSpMk id="74" creationId="{DFC86F24-E9C8-CFDB-7559-5A4382609785}"/>
          </ac:grpSpMkLst>
        </pc:grpChg>
        <pc:grpChg chg="add mod">
          <ac:chgData name="Owais Ahmed" userId="6abc7d4556b3b071" providerId="LiveId" clId="{3F06DB97-3AEE-4F7C-A79E-A7936B34F82A}" dt="2023-07-31T16:59:04.211" v="2981" actId="1076"/>
          <ac:grpSpMkLst>
            <pc:docMk/>
            <pc:sldMk cId="2519732872" sldId="2507"/>
            <ac:grpSpMk id="91" creationId="{8AFDD5EB-D614-C03D-504E-9A8E747F8716}"/>
          </ac:grpSpMkLst>
        </pc:grpChg>
        <pc:grpChg chg="mod">
          <ac:chgData name="Owais Ahmed" userId="6abc7d4556b3b071" providerId="LiveId" clId="{3F06DB97-3AEE-4F7C-A79E-A7936B34F82A}" dt="2023-07-31T16:33:50.265" v="1096"/>
          <ac:grpSpMkLst>
            <pc:docMk/>
            <pc:sldMk cId="2519732872" sldId="2507"/>
            <ac:grpSpMk id="92" creationId="{6284FF4B-3FD2-6925-02BF-7428100ED55A}"/>
          </ac:grpSpMkLst>
        </pc:grpChg>
        <pc:grpChg chg="add mod">
          <ac:chgData name="Owais Ahmed" userId="6abc7d4556b3b071" providerId="LiveId" clId="{3F06DB97-3AEE-4F7C-A79E-A7936B34F82A}" dt="2023-07-31T16:59:04.211" v="2981" actId="1076"/>
          <ac:grpSpMkLst>
            <pc:docMk/>
            <pc:sldMk cId="2519732872" sldId="2507"/>
            <ac:grpSpMk id="97" creationId="{CFF475BE-EFBC-0DBA-F90F-67FFD315D42E}"/>
          </ac:grpSpMkLst>
        </pc:grpChg>
        <pc:grpChg chg="mod">
          <ac:chgData name="Owais Ahmed" userId="6abc7d4556b3b071" providerId="LiveId" clId="{3F06DB97-3AEE-4F7C-A79E-A7936B34F82A}" dt="2023-07-31T16:34:21.405" v="1103"/>
          <ac:grpSpMkLst>
            <pc:docMk/>
            <pc:sldMk cId="2519732872" sldId="2507"/>
            <ac:grpSpMk id="98" creationId="{A0382DBE-F9FC-2531-34AD-F3E7EACF5F1E}"/>
          </ac:grpSpMkLst>
        </pc:grpChg>
        <pc:grpChg chg="mod">
          <ac:chgData name="Owais Ahmed" userId="6abc7d4556b3b071" providerId="LiveId" clId="{3F06DB97-3AEE-4F7C-A79E-A7936B34F82A}" dt="2023-07-31T16:34:21.405" v="1103"/>
          <ac:grpSpMkLst>
            <pc:docMk/>
            <pc:sldMk cId="2519732872" sldId="2507"/>
            <ac:grpSpMk id="99" creationId="{68C80BCA-12DB-C5D9-6600-C4CDDB76037E}"/>
          </ac:grpSpMkLst>
        </pc:grpChg>
        <pc:grpChg chg="mod">
          <ac:chgData name="Owais Ahmed" userId="6abc7d4556b3b071" providerId="LiveId" clId="{3F06DB97-3AEE-4F7C-A79E-A7936B34F82A}" dt="2023-07-31T16:34:21.405" v="1103"/>
          <ac:grpSpMkLst>
            <pc:docMk/>
            <pc:sldMk cId="2519732872" sldId="2507"/>
            <ac:grpSpMk id="100" creationId="{FA821C4E-B9F1-21C3-458F-B7B324C1F817}"/>
          </ac:grpSpMkLst>
        </pc:grpChg>
        <pc:cxnChg chg="mod">
          <ac:chgData name="Owais Ahmed" userId="6abc7d4556b3b071" providerId="LiveId" clId="{3F06DB97-3AEE-4F7C-A79E-A7936B34F82A}" dt="2023-07-31T16:31:46.557" v="1056" actId="478"/>
          <ac:cxnSpMkLst>
            <pc:docMk/>
            <pc:sldMk cId="2519732872" sldId="2507"/>
            <ac:cxnSpMk id="10" creationId="{82C773A4-2145-BBAE-7D13-74D9B4DA679C}"/>
          </ac:cxnSpMkLst>
        </pc:cxnChg>
        <pc:cxnChg chg="mod">
          <ac:chgData name="Owais Ahmed" userId="6abc7d4556b3b071" providerId="LiveId" clId="{3F06DB97-3AEE-4F7C-A79E-A7936B34F82A}" dt="2023-07-31T16:31:46.557" v="1056" actId="478"/>
          <ac:cxnSpMkLst>
            <pc:docMk/>
            <pc:sldMk cId="2519732872" sldId="2507"/>
            <ac:cxnSpMk id="11" creationId="{E158892D-4518-2120-75D3-EAA4B3FA9C4B}"/>
          </ac:cxnSpMkLst>
        </pc:cxnChg>
        <pc:cxnChg chg="mod">
          <ac:chgData name="Owais Ahmed" userId="6abc7d4556b3b071" providerId="LiveId" clId="{3F06DB97-3AEE-4F7C-A79E-A7936B34F82A}" dt="2023-07-31T16:31:44.295" v="1055" actId="478"/>
          <ac:cxnSpMkLst>
            <pc:docMk/>
            <pc:sldMk cId="2519732872" sldId="2507"/>
            <ac:cxnSpMk id="26" creationId="{D604D966-75E3-BA16-5391-46157D72CEF1}"/>
          </ac:cxnSpMkLst>
        </pc:cxnChg>
        <pc:cxnChg chg="mod">
          <ac:chgData name="Owais Ahmed" userId="6abc7d4556b3b071" providerId="LiveId" clId="{3F06DB97-3AEE-4F7C-A79E-A7936B34F82A}" dt="2023-07-31T16:31:44.295" v="1055" actId="478"/>
          <ac:cxnSpMkLst>
            <pc:docMk/>
            <pc:sldMk cId="2519732872" sldId="2507"/>
            <ac:cxnSpMk id="27" creationId="{87DC377B-B1EC-39E4-187F-DE027449FC73}"/>
          </ac:cxnSpMkLst>
        </pc:cxnChg>
        <pc:cxnChg chg="mod">
          <ac:chgData name="Owais Ahmed" userId="6abc7d4556b3b071" providerId="LiveId" clId="{3F06DB97-3AEE-4F7C-A79E-A7936B34F82A}" dt="2023-07-31T16:31:44.295" v="1055" actId="478"/>
          <ac:cxnSpMkLst>
            <pc:docMk/>
            <pc:sldMk cId="2519732872" sldId="2507"/>
            <ac:cxnSpMk id="28" creationId="{7A4CD16F-78B6-E2F4-B942-4A8409730B1A}"/>
          </ac:cxnSpMkLst>
        </pc:cxnChg>
        <pc:cxnChg chg="mod">
          <ac:chgData name="Owais Ahmed" userId="6abc7d4556b3b071" providerId="LiveId" clId="{3F06DB97-3AEE-4F7C-A79E-A7936B34F82A}" dt="2023-07-31T16:31:44.295" v="1055" actId="478"/>
          <ac:cxnSpMkLst>
            <pc:docMk/>
            <pc:sldMk cId="2519732872" sldId="2507"/>
            <ac:cxnSpMk id="29" creationId="{CF5EE089-4F06-0D67-00EF-2AFD6D2247C9}"/>
          </ac:cxnSpMkLst>
        </pc:cxnChg>
        <pc:cxnChg chg="mod">
          <ac:chgData name="Owais Ahmed" userId="6abc7d4556b3b071" providerId="LiveId" clId="{3F06DB97-3AEE-4F7C-A79E-A7936B34F82A}" dt="2023-07-31T16:33:42.728" v="1094" actId="478"/>
          <ac:cxnSpMkLst>
            <pc:docMk/>
            <pc:sldMk cId="2519732872" sldId="2507"/>
            <ac:cxnSpMk id="43" creationId="{271BE7A5-87C0-0263-6C7A-CF56C294762A}"/>
          </ac:cxnSpMkLst>
        </pc:cxnChg>
        <pc:cxnChg chg="mod">
          <ac:chgData name="Owais Ahmed" userId="6abc7d4556b3b071" providerId="LiveId" clId="{3F06DB97-3AEE-4F7C-A79E-A7936B34F82A}" dt="2023-07-31T16:33:42.728" v="1094" actId="478"/>
          <ac:cxnSpMkLst>
            <pc:docMk/>
            <pc:sldMk cId="2519732872" sldId="2507"/>
            <ac:cxnSpMk id="45" creationId="{9E51842E-B100-F9C8-2F0B-CA8DE7F2119C}"/>
          </ac:cxnSpMkLst>
        </pc:cxnChg>
        <pc:cxnChg chg="mod">
          <ac:chgData name="Owais Ahmed" userId="6abc7d4556b3b071" providerId="LiveId" clId="{3F06DB97-3AEE-4F7C-A79E-A7936B34F82A}" dt="2023-07-31T16:33:42.728" v="1094" actId="478"/>
          <ac:cxnSpMkLst>
            <pc:docMk/>
            <pc:sldMk cId="2519732872" sldId="2507"/>
            <ac:cxnSpMk id="47" creationId="{4FF0A792-689B-64FC-F43D-981553CAC588}"/>
          </ac:cxnSpMkLst>
        </pc:cxnChg>
        <pc:cxnChg chg="mod">
          <ac:chgData name="Owais Ahmed" userId="6abc7d4556b3b071" providerId="LiveId" clId="{3F06DB97-3AEE-4F7C-A79E-A7936B34F82A}" dt="2023-07-31T16:33:42.728" v="1094" actId="478"/>
          <ac:cxnSpMkLst>
            <pc:docMk/>
            <pc:sldMk cId="2519732872" sldId="2507"/>
            <ac:cxnSpMk id="49" creationId="{43D59970-F861-42DC-F682-D3402F4CE406}"/>
          </ac:cxnSpMkLst>
        </pc:cxnChg>
        <pc:cxnChg chg="del mod">
          <ac:chgData name="Owais Ahmed" userId="6abc7d4556b3b071" providerId="LiveId" clId="{3F06DB97-3AEE-4F7C-A79E-A7936B34F82A}" dt="2023-07-31T16:32:08.052" v="1061" actId="478"/>
          <ac:cxnSpMkLst>
            <pc:docMk/>
            <pc:sldMk cId="2519732872" sldId="2507"/>
            <ac:cxnSpMk id="51" creationId="{BFD349A0-1174-E2E5-7063-F4401045FBFE}"/>
          </ac:cxnSpMkLst>
        </pc:cxnChg>
        <pc:cxnChg chg="mod">
          <ac:chgData name="Owais Ahmed" userId="6abc7d4556b3b071" providerId="LiveId" clId="{3F06DB97-3AEE-4F7C-A79E-A7936B34F82A}" dt="2023-07-31T16:33:43.420" v="1095" actId="478"/>
          <ac:cxnSpMkLst>
            <pc:docMk/>
            <pc:sldMk cId="2519732872" sldId="2507"/>
            <ac:cxnSpMk id="67" creationId="{A33C4EA7-42EE-2F09-4A3D-599460D7B8B2}"/>
          </ac:cxnSpMkLst>
        </pc:cxnChg>
        <pc:cxnChg chg="mod">
          <ac:chgData name="Owais Ahmed" userId="6abc7d4556b3b071" providerId="LiveId" clId="{3F06DB97-3AEE-4F7C-A79E-A7936B34F82A}" dt="2023-07-31T16:33:43.420" v="1095" actId="478"/>
          <ac:cxnSpMkLst>
            <pc:docMk/>
            <pc:sldMk cId="2519732872" sldId="2507"/>
            <ac:cxnSpMk id="69" creationId="{E282191E-48CC-08E0-615B-14E8942C86B0}"/>
          </ac:cxnSpMkLst>
        </pc:cxnChg>
        <pc:cxnChg chg="mod">
          <ac:chgData name="Owais Ahmed" userId="6abc7d4556b3b071" providerId="LiveId" clId="{3F06DB97-3AEE-4F7C-A79E-A7936B34F82A}" dt="2023-07-31T16:33:43.420" v="1095" actId="478"/>
          <ac:cxnSpMkLst>
            <pc:docMk/>
            <pc:sldMk cId="2519732872" sldId="2507"/>
            <ac:cxnSpMk id="71" creationId="{06512AD5-E4B2-3F64-0989-A24A6F47325E}"/>
          </ac:cxnSpMkLst>
        </pc:cxnChg>
        <pc:cxnChg chg="mod">
          <ac:chgData name="Owais Ahmed" userId="6abc7d4556b3b071" providerId="LiveId" clId="{3F06DB97-3AEE-4F7C-A79E-A7936B34F82A}" dt="2023-07-31T16:33:43.420" v="1095" actId="478"/>
          <ac:cxnSpMkLst>
            <pc:docMk/>
            <pc:sldMk cId="2519732872" sldId="2507"/>
            <ac:cxnSpMk id="73" creationId="{83DF7B69-FDE0-99D5-CFC4-0CD360949A96}"/>
          </ac:cxnSpMkLst>
        </pc:cxnChg>
        <pc:cxnChg chg="del mod">
          <ac:chgData name="Owais Ahmed" userId="6abc7d4556b3b071" providerId="LiveId" clId="{3F06DB97-3AEE-4F7C-A79E-A7936B34F82A}" dt="2023-07-31T16:32:09.642" v="1062" actId="478"/>
          <ac:cxnSpMkLst>
            <pc:docMk/>
            <pc:sldMk cId="2519732872" sldId="2507"/>
            <ac:cxnSpMk id="75" creationId="{F9B0DB8F-B931-2CAA-D911-CE6A0EDE56A1}"/>
          </ac:cxnSpMkLst>
        </pc:cxnChg>
        <pc:cxnChg chg="del mod">
          <ac:chgData name="Owais Ahmed" userId="6abc7d4556b3b071" providerId="LiveId" clId="{3F06DB97-3AEE-4F7C-A79E-A7936B34F82A}" dt="2023-07-31T16:40:28.648" v="1735" actId="478"/>
          <ac:cxnSpMkLst>
            <pc:docMk/>
            <pc:sldMk cId="2519732872" sldId="2507"/>
            <ac:cxnSpMk id="103" creationId="{8A3868D9-9A18-E432-AB97-47DD5DCA5EFA}"/>
          </ac:cxnSpMkLst>
        </pc:cxnChg>
        <pc:cxnChg chg="del mod">
          <ac:chgData name="Owais Ahmed" userId="6abc7d4556b3b071" providerId="LiveId" clId="{3F06DB97-3AEE-4F7C-A79E-A7936B34F82A}" dt="2023-07-31T16:40:30.175" v="1736" actId="478"/>
          <ac:cxnSpMkLst>
            <pc:docMk/>
            <pc:sldMk cId="2519732872" sldId="2507"/>
            <ac:cxnSpMk id="104" creationId="{EFBC33C1-E8E0-32F2-2105-7E20EE54AB7F}"/>
          </ac:cxnSpMkLst>
        </pc:cxnChg>
        <pc:cxnChg chg="add del mod">
          <ac:chgData name="Owais Ahmed" userId="6abc7d4556b3b071" providerId="LiveId" clId="{3F06DB97-3AEE-4F7C-A79E-A7936B34F82A}" dt="2023-07-31T16:41:28.470" v="1753" actId="11529"/>
          <ac:cxnSpMkLst>
            <pc:docMk/>
            <pc:sldMk cId="2519732872" sldId="2507"/>
            <ac:cxnSpMk id="114" creationId="{06295CDD-B5A7-6846-9ACC-FE5D23722D43}"/>
          </ac:cxnSpMkLst>
        </pc:cxnChg>
        <pc:cxnChg chg="add mod">
          <ac:chgData name="Owais Ahmed" userId="6abc7d4556b3b071" providerId="LiveId" clId="{3F06DB97-3AEE-4F7C-A79E-A7936B34F82A}" dt="2023-07-31T16:59:04.211" v="2981" actId="1076"/>
          <ac:cxnSpMkLst>
            <pc:docMk/>
            <pc:sldMk cId="2519732872" sldId="2507"/>
            <ac:cxnSpMk id="116" creationId="{D83E971B-0F3D-4E00-B4A4-C9E6CBDBA5FB}"/>
          </ac:cxnSpMkLst>
        </pc:cxnChg>
        <pc:cxnChg chg="add mod">
          <ac:chgData name="Owais Ahmed" userId="6abc7d4556b3b071" providerId="LiveId" clId="{3F06DB97-3AEE-4F7C-A79E-A7936B34F82A}" dt="2023-07-31T16:59:04.211" v="2981" actId="1076"/>
          <ac:cxnSpMkLst>
            <pc:docMk/>
            <pc:sldMk cId="2519732872" sldId="2507"/>
            <ac:cxnSpMk id="118" creationId="{E218D9EB-E58D-166C-8764-794115FE12E4}"/>
          </ac:cxnSpMkLst>
        </pc:cxnChg>
      </pc:sldChg>
      <pc:sldChg chg="modSp del">
        <pc:chgData name="Owais Ahmed" userId="6abc7d4556b3b071" providerId="LiveId" clId="{3F06DB97-3AEE-4F7C-A79E-A7936B34F82A}" dt="2023-07-31T16:29:32.429" v="1049" actId="47"/>
        <pc:sldMkLst>
          <pc:docMk/>
          <pc:sldMk cId="2596096578" sldId="2510"/>
        </pc:sldMkLst>
        <pc:spChg chg="mod">
          <ac:chgData name="Owais Ahmed" userId="6abc7d4556b3b071" providerId="LiveId" clId="{3F06DB97-3AEE-4F7C-A79E-A7936B34F82A}" dt="2023-07-31T16:29:23.140" v="1048" actId="948"/>
          <ac:spMkLst>
            <pc:docMk/>
            <pc:sldMk cId="2596096578" sldId="2510"/>
            <ac:spMk id="3" creationId="{4A1C0383-58FE-E486-295E-B33B8683B938}"/>
          </ac:spMkLst>
        </pc:spChg>
      </pc:sldChg>
      <pc:sldChg chg="delSp modSp add mod modAnim">
        <pc:chgData name="Owais Ahmed" userId="6abc7d4556b3b071" providerId="LiveId" clId="{3F06DB97-3AEE-4F7C-A79E-A7936B34F82A}" dt="2023-07-31T18:29:50.706" v="6096" actId="20577"/>
        <pc:sldMkLst>
          <pc:docMk/>
          <pc:sldMk cId="64818802" sldId="2511"/>
        </pc:sldMkLst>
        <pc:spChg chg="mod">
          <ac:chgData name="Owais Ahmed" userId="6abc7d4556b3b071" providerId="LiveId" clId="{3F06DB97-3AEE-4F7C-A79E-A7936B34F82A}" dt="2023-07-31T18:29:50.706" v="6096" actId="20577"/>
          <ac:spMkLst>
            <pc:docMk/>
            <pc:sldMk cId="64818802" sldId="2511"/>
            <ac:spMk id="3" creationId="{4A1C0383-58FE-E486-295E-B33B8683B938}"/>
          </ac:spMkLst>
        </pc:spChg>
        <pc:picChg chg="del">
          <ac:chgData name="Owais Ahmed" userId="6abc7d4556b3b071" providerId="LiveId" clId="{3F06DB97-3AEE-4F7C-A79E-A7936B34F82A}" dt="2023-07-31T18:25:06.604" v="5477" actId="478"/>
          <ac:picMkLst>
            <pc:docMk/>
            <pc:sldMk cId="64818802" sldId="2511"/>
            <ac:picMk id="1026" creationId="{46F87B91-E9D1-F266-4E5C-9787E7840B14}"/>
          </ac:picMkLst>
        </pc:picChg>
      </pc:sldChg>
      <pc:sldChg chg="modSp add modAnim">
        <pc:chgData name="Owais Ahmed" userId="6abc7d4556b3b071" providerId="LiveId" clId="{3F06DB97-3AEE-4F7C-A79E-A7936B34F82A}" dt="2023-07-31T15:42:45.823" v="481" actId="20577"/>
        <pc:sldMkLst>
          <pc:docMk/>
          <pc:sldMk cId="3485698213" sldId="2548"/>
        </pc:sldMkLst>
        <pc:spChg chg="mod">
          <ac:chgData name="Owais Ahmed" userId="6abc7d4556b3b071" providerId="LiveId" clId="{3F06DB97-3AEE-4F7C-A79E-A7936B34F82A}" dt="2023-07-31T15:42:45.823" v="481" actId="20577"/>
          <ac:spMkLst>
            <pc:docMk/>
            <pc:sldMk cId="3485698213" sldId="2548"/>
            <ac:spMk id="3" creationId="{4A1C0383-58FE-E486-295E-B33B8683B938}"/>
          </ac:spMkLst>
        </pc:spChg>
      </pc:sldChg>
      <pc:sldChg chg="modSp add mod modAnim">
        <pc:chgData name="Owais Ahmed" userId="6abc7d4556b3b071" providerId="LiveId" clId="{3F06DB97-3AEE-4F7C-A79E-A7936B34F82A}" dt="2023-07-31T18:24:31.740" v="5475" actId="20577"/>
        <pc:sldMkLst>
          <pc:docMk/>
          <pc:sldMk cId="3738101922" sldId="2549"/>
        </pc:sldMkLst>
        <pc:spChg chg="mod">
          <ac:chgData name="Owais Ahmed" userId="6abc7d4556b3b071" providerId="LiveId" clId="{3F06DB97-3AEE-4F7C-A79E-A7936B34F82A}" dt="2023-07-31T18:24:31.740" v="5475" actId="20577"/>
          <ac:spMkLst>
            <pc:docMk/>
            <pc:sldMk cId="3738101922" sldId="2549"/>
            <ac:spMk id="3" creationId="{4A1C0383-58FE-E486-295E-B33B8683B938}"/>
          </ac:spMkLst>
        </pc:spChg>
      </pc:sldChg>
      <pc:sldChg chg="modSp add mod modAnim">
        <pc:chgData name="Owais Ahmed" userId="6abc7d4556b3b071" providerId="LiveId" clId="{3F06DB97-3AEE-4F7C-A79E-A7936B34F82A}" dt="2023-07-31T16:22:17.974" v="936" actId="20577"/>
        <pc:sldMkLst>
          <pc:docMk/>
          <pc:sldMk cId="821949743" sldId="2550"/>
        </pc:sldMkLst>
        <pc:spChg chg="mod">
          <ac:chgData name="Owais Ahmed" userId="6abc7d4556b3b071" providerId="LiveId" clId="{3F06DB97-3AEE-4F7C-A79E-A7936B34F82A}" dt="2023-07-31T16:22:17.974" v="936" actId="20577"/>
          <ac:spMkLst>
            <pc:docMk/>
            <pc:sldMk cId="821949743" sldId="2550"/>
            <ac:spMk id="3" creationId="{4A1C0383-58FE-E486-295E-B33B8683B938}"/>
          </ac:spMkLst>
        </pc:spChg>
      </pc:sldChg>
      <pc:sldChg chg="addSp delSp modSp add del mod modAnim">
        <pc:chgData name="Owais Ahmed" userId="6abc7d4556b3b071" providerId="LiveId" clId="{3F06DB97-3AEE-4F7C-A79E-A7936B34F82A}" dt="2023-07-31T16:58:42.242" v="2979" actId="47"/>
        <pc:sldMkLst>
          <pc:docMk/>
          <pc:sldMk cId="1777299149" sldId="2551"/>
        </pc:sldMkLst>
        <pc:spChg chg="mod">
          <ac:chgData name="Owais Ahmed" userId="6abc7d4556b3b071" providerId="LiveId" clId="{3F06DB97-3AEE-4F7C-A79E-A7936B34F82A}" dt="2023-07-31T16:57:56.131" v="2917" actId="27636"/>
          <ac:spMkLst>
            <pc:docMk/>
            <pc:sldMk cId="1777299149" sldId="2551"/>
            <ac:spMk id="3" creationId="{4A1C0383-58FE-E486-295E-B33B8683B938}"/>
          </ac:spMkLst>
        </pc:spChg>
        <pc:spChg chg="add del mod">
          <ac:chgData name="Owais Ahmed" userId="6abc7d4556b3b071" providerId="LiveId" clId="{3F06DB97-3AEE-4F7C-A79E-A7936B34F82A}" dt="2023-07-31T16:48:00.018" v="2143" actId="478"/>
          <ac:spMkLst>
            <pc:docMk/>
            <pc:sldMk cId="1777299149" sldId="2551"/>
            <ac:spMk id="4" creationId="{089080C3-2B25-ABB4-F99B-442D3BFE6A50}"/>
          </ac:spMkLst>
        </pc:spChg>
        <pc:spChg chg="add mod topLvl">
          <ac:chgData name="Owais Ahmed" userId="6abc7d4556b3b071" providerId="LiveId" clId="{3F06DB97-3AEE-4F7C-A79E-A7936B34F82A}" dt="2023-07-31T16:52:16.971" v="2467" actId="164"/>
          <ac:spMkLst>
            <pc:docMk/>
            <pc:sldMk cId="1777299149" sldId="2551"/>
            <ac:spMk id="6" creationId="{C2DAB1C7-1E85-9A11-AF4F-BA89CE87BA18}"/>
          </ac:spMkLst>
        </pc:spChg>
        <pc:spChg chg="del mod topLvl">
          <ac:chgData name="Owais Ahmed" userId="6abc7d4556b3b071" providerId="LiveId" clId="{3F06DB97-3AEE-4F7C-A79E-A7936B34F82A}" dt="2023-07-31T16:48:00.018" v="2143" actId="478"/>
          <ac:spMkLst>
            <pc:docMk/>
            <pc:sldMk cId="1777299149" sldId="2551"/>
            <ac:spMk id="94" creationId="{7C3C9CB2-114E-D07B-25BB-DF7B18E03EC1}"/>
          </ac:spMkLst>
        </pc:spChg>
        <pc:spChg chg="mod">
          <ac:chgData name="Owais Ahmed" userId="6abc7d4556b3b071" providerId="LiveId" clId="{3F06DB97-3AEE-4F7C-A79E-A7936B34F82A}" dt="2023-07-31T16:47:42.991" v="2141" actId="165"/>
          <ac:spMkLst>
            <pc:docMk/>
            <pc:sldMk cId="1777299149" sldId="2551"/>
            <ac:spMk id="95" creationId="{E8017A49-474D-FF4D-8BE3-EDA29CB73762}"/>
          </ac:spMkLst>
        </pc:spChg>
        <pc:spChg chg="mod">
          <ac:chgData name="Owais Ahmed" userId="6abc7d4556b3b071" providerId="LiveId" clId="{3F06DB97-3AEE-4F7C-A79E-A7936B34F82A}" dt="2023-07-31T16:47:42.991" v="2141" actId="165"/>
          <ac:spMkLst>
            <pc:docMk/>
            <pc:sldMk cId="1777299149" sldId="2551"/>
            <ac:spMk id="96" creationId="{BFC68987-1291-80DB-C814-55C51ADCA72F}"/>
          </ac:spMkLst>
        </pc:spChg>
        <pc:spChg chg="mod topLvl">
          <ac:chgData name="Owais Ahmed" userId="6abc7d4556b3b071" providerId="LiveId" clId="{3F06DB97-3AEE-4F7C-A79E-A7936B34F82A}" dt="2023-07-31T16:52:16.971" v="2467" actId="164"/>
          <ac:spMkLst>
            <pc:docMk/>
            <pc:sldMk cId="1777299149" sldId="2551"/>
            <ac:spMk id="102" creationId="{23801FBC-8A21-DAA2-95F5-A8E7D6FBF151}"/>
          </ac:spMkLst>
        </pc:spChg>
        <pc:spChg chg="mod">
          <ac:chgData name="Owais Ahmed" userId="6abc7d4556b3b071" providerId="LiveId" clId="{3F06DB97-3AEE-4F7C-A79E-A7936B34F82A}" dt="2023-07-31T16:52:02.546" v="2465" actId="165"/>
          <ac:spMkLst>
            <pc:docMk/>
            <pc:sldMk cId="1777299149" sldId="2551"/>
            <ac:spMk id="105" creationId="{99BDCAF8-DC93-D572-DA16-2806C9F7C9AA}"/>
          </ac:spMkLst>
        </pc:spChg>
        <pc:spChg chg="mod">
          <ac:chgData name="Owais Ahmed" userId="6abc7d4556b3b071" providerId="LiveId" clId="{3F06DB97-3AEE-4F7C-A79E-A7936B34F82A}" dt="2023-07-31T16:52:02.546" v="2465" actId="165"/>
          <ac:spMkLst>
            <pc:docMk/>
            <pc:sldMk cId="1777299149" sldId="2551"/>
            <ac:spMk id="106" creationId="{B546095E-991E-3289-F2C0-8A1D76A45A21}"/>
          </ac:spMkLst>
        </pc:spChg>
        <pc:spChg chg="mod">
          <ac:chgData name="Owais Ahmed" userId="6abc7d4556b3b071" providerId="LiveId" clId="{3F06DB97-3AEE-4F7C-A79E-A7936B34F82A}" dt="2023-07-31T16:52:02.546" v="2465" actId="165"/>
          <ac:spMkLst>
            <pc:docMk/>
            <pc:sldMk cId="1777299149" sldId="2551"/>
            <ac:spMk id="107" creationId="{6B2686BC-A613-FF11-6A9D-EB36234DC16C}"/>
          </ac:spMkLst>
        </pc:spChg>
        <pc:spChg chg="mod">
          <ac:chgData name="Owais Ahmed" userId="6abc7d4556b3b071" providerId="LiveId" clId="{3F06DB97-3AEE-4F7C-A79E-A7936B34F82A}" dt="2023-07-31T16:52:02.546" v="2465" actId="165"/>
          <ac:spMkLst>
            <pc:docMk/>
            <pc:sldMk cId="1777299149" sldId="2551"/>
            <ac:spMk id="108" creationId="{53D4C431-E0BC-789B-88D3-F5D796F20A12}"/>
          </ac:spMkLst>
        </pc:spChg>
        <pc:spChg chg="mod">
          <ac:chgData name="Owais Ahmed" userId="6abc7d4556b3b071" providerId="LiveId" clId="{3F06DB97-3AEE-4F7C-A79E-A7936B34F82A}" dt="2023-07-31T16:52:02.546" v="2465" actId="165"/>
          <ac:spMkLst>
            <pc:docMk/>
            <pc:sldMk cId="1777299149" sldId="2551"/>
            <ac:spMk id="109" creationId="{3F6084E0-54E9-C827-0F8B-8E96A7C761DD}"/>
          </ac:spMkLst>
        </pc:spChg>
        <pc:spChg chg="mod">
          <ac:chgData name="Owais Ahmed" userId="6abc7d4556b3b071" providerId="LiveId" clId="{3F06DB97-3AEE-4F7C-A79E-A7936B34F82A}" dt="2023-07-31T16:52:02.546" v="2465" actId="165"/>
          <ac:spMkLst>
            <pc:docMk/>
            <pc:sldMk cId="1777299149" sldId="2551"/>
            <ac:spMk id="110" creationId="{AB36B28D-39A8-55B6-60B3-85B767EC94FB}"/>
          </ac:spMkLst>
        </pc:spChg>
        <pc:grpChg chg="add del mod">
          <ac:chgData name="Owais Ahmed" userId="6abc7d4556b3b071" providerId="LiveId" clId="{3F06DB97-3AEE-4F7C-A79E-A7936B34F82A}" dt="2023-07-31T16:52:02.546" v="2465" actId="165"/>
          <ac:grpSpMkLst>
            <pc:docMk/>
            <pc:sldMk cId="1777299149" sldId="2551"/>
            <ac:grpSpMk id="12" creationId="{B62B7723-6235-0D18-D946-5560E7FF3427}"/>
          </ac:grpSpMkLst>
        </pc:grpChg>
        <pc:grpChg chg="add mod">
          <ac:chgData name="Owais Ahmed" userId="6abc7d4556b3b071" providerId="LiveId" clId="{3F06DB97-3AEE-4F7C-A79E-A7936B34F82A}" dt="2023-07-31T16:52:59.545" v="2475" actId="1037"/>
          <ac:grpSpMkLst>
            <pc:docMk/>
            <pc:sldMk cId="1777299149" sldId="2551"/>
            <ac:grpSpMk id="14" creationId="{6D373018-1D02-897E-145C-1A033D391303}"/>
          </ac:grpSpMkLst>
        </pc:grpChg>
        <pc:grpChg chg="del mod">
          <ac:chgData name="Owais Ahmed" userId="6abc7d4556b3b071" providerId="LiveId" clId="{3F06DB97-3AEE-4F7C-A79E-A7936B34F82A}" dt="2023-07-31T16:47:42.991" v="2141" actId="165"/>
          <ac:grpSpMkLst>
            <pc:docMk/>
            <pc:sldMk cId="1777299149" sldId="2551"/>
            <ac:grpSpMk id="91" creationId="{8AFDD5EB-D614-C03D-504E-9A8E747F8716}"/>
          </ac:grpSpMkLst>
        </pc:grpChg>
        <pc:grpChg chg="del mod topLvl">
          <ac:chgData name="Owais Ahmed" userId="6abc7d4556b3b071" providerId="LiveId" clId="{3F06DB97-3AEE-4F7C-A79E-A7936B34F82A}" dt="2023-07-31T16:48:00.018" v="2143" actId="478"/>
          <ac:grpSpMkLst>
            <pc:docMk/>
            <pc:sldMk cId="1777299149" sldId="2551"/>
            <ac:grpSpMk id="92" creationId="{6284FF4B-3FD2-6925-02BF-7428100ED55A}"/>
          </ac:grpSpMkLst>
        </pc:grpChg>
        <pc:grpChg chg="del">
          <ac:chgData name="Owais Ahmed" userId="6abc7d4556b3b071" providerId="LiveId" clId="{3F06DB97-3AEE-4F7C-A79E-A7936B34F82A}" dt="2023-07-31T16:48:02.702" v="2144" actId="165"/>
          <ac:grpSpMkLst>
            <pc:docMk/>
            <pc:sldMk cId="1777299149" sldId="2551"/>
            <ac:grpSpMk id="97" creationId="{CFF475BE-EFBC-0DBA-F90F-67FFD315D42E}"/>
          </ac:grpSpMkLst>
        </pc:grpChg>
        <pc:grpChg chg="mod topLvl">
          <ac:chgData name="Owais Ahmed" userId="6abc7d4556b3b071" providerId="LiveId" clId="{3F06DB97-3AEE-4F7C-A79E-A7936B34F82A}" dt="2023-07-31T16:52:16.971" v="2467" actId="164"/>
          <ac:grpSpMkLst>
            <pc:docMk/>
            <pc:sldMk cId="1777299149" sldId="2551"/>
            <ac:grpSpMk id="98" creationId="{A0382DBE-F9FC-2531-34AD-F3E7EACF5F1E}"/>
          </ac:grpSpMkLst>
        </pc:grpChg>
        <pc:grpChg chg="mod topLvl">
          <ac:chgData name="Owais Ahmed" userId="6abc7d4556b3b071" providerId="LiveId" clId="{3F06DB97-3AEE-4F7C-A79E-A7936B34F82A}" dt="2023-07-31T16:52:16.971" v="2467" actId="164"/>
          <ac:grpSpMkLst>
            <pc:docMk/>
            <pc:sldMk cId="1777299149" sldId="2551"/>
            <ac:grpSpMk id="99" creationId="{68C80BCA-12DB-C5D9-6600-C4CDDB76037E}"/>
          </ac:grpSpMkLst>
        </pc:grpChg>
        <pc:grpChg chg="mod topLvl">
          <ac:chgData name="Owais Ahmed" userId="6abc7d4556b3b071" providerId="LiveId" clId="{3F06DB97-3AEE-4F7C-A79E-A7936B34F82A}" dt="2023-07-31T16:52:16.971" v="2467" actId="164"/>
          <ac:grpSpMkLst>
            <pc:docMk/>
            <pc:sldMk cId="1777299149" sldId="2551"/>
            <ac:grpSpMk id="100" creationId="{FA821C4E-B9F1-21C3-458F-B7B324C1F817}"/>
          </ac:grpSpMkLst>
        </pc:grpChg>
        <pc:cxnChg chg="add mod topLvl">
          <ac:chgData name="Owais Ahmed" userId="6abc7d4556b3b071" providerId="LiveId" clId="{3F06DB97-3AEE-4F7C-A79E-A7936B34F82A}" dt="2023-07-31T16:52:16.971" v="2467" actId="164"/>
          <ac:cxnSpMkLst>
            <pc:docMk/>
            <pc:sldMk cId="1777299149" sldId="2551"/>
            <ac:cxnSpMk id="7" creationId="{657C45F0-67F1-A7FA-02BD-786D3D970CCC}"/>
          </ac:cxnSpMkLst>
        </pc:cxnChg>
        <pc:cxnChg chg="del mod">
          <ac:chgData name="Owais Ahmed" userId="6abc7d4556b3b071" providerId="LiveId" clId="{3F06DB97-3AEE-4F7C-A79E-A7936B34F82A}" dt="2023-07-31T16:48:00.018" v="2143" actId="478"/>
          <ac:cxnSpMkLst>
            <pc:docMk/>
            <pc:sldMk cId="1777299149" sldId="2551"/>
            <ac:cxnSpMk id="116" creationId="{D83E971B-0F3D-4E00-B4A4-C9E6CBDBA5FB}"/>
          </ac:cxnSpMkLst>
        </pc:cxnChg>
        <pc:cxnChg chg="mod topLvl">
          <ac:chgData name="Owais Ahmed" userId="6abc7d4556b3b071" providerId="LiveId" clId="{3F06DB97-3AEE-4F7C-A79E-A7936B34F82A}" dt="2023-07-31T16:52:16.971" v="2467" actId="164"/>
          <ac:cxnSpMkLst>
            <pc:docMk/>
            <pc:sldMk cId="1777299149" sldId="2551"/>
            <ac:cxnSpMk id="118" creationId="{E218D9EB-E58D-166C-8764-794115FE12E4}"/>
          </ac:cxnSpMkLst>
        </pc:cxnChg>
      </pc:sldChg>
      <pc:sldChg chg="modSp add mod modAnim">
        <pc:chgData name="Owais Ahmed" userId="6abc7d4556b3b071" providerId="LiveId" clId="{3F06DB97-3AEE-4F7C-A79E-A7936B34F82A}" dt="2023-07-31T17:09:26.976" v="3626"/>
        <pc:sldMkLst>
          <pc:docMk/>
          <pc:sldMk cId="2619033452" sldId="2552"/>
        </pc:sldMkLst>
        <pc:spChg chg="mod">
          <ac:chgData name="Owais Ahmed" userId="6abc7d4556b3b071" providerId="LiveId" clId="{3F06DB97-3AEE-4F7C-A79E-A7936B34F82A}" dt="2023-07-31T16:58:25.230" v="2977" actId="27636"/>
          <ac:spMkLst>
            <pc:docMk/>
            <pc:sldMk cId="2619033452" sldId="2552"/>
            <ac:spMk id="3" creationId="{4A1C0383-58FE-E486-295E-B33B8683B938}"/>
          </ac:spMkLst>
        </pc:spChg>
        <pc:grpChg chg="mod">
          <ac:chgData name="Owais Ahmed" userId="6abc7d4556b3b071" providerId="LiveId" clId="{3F06DB97-3AEE-4F7C-A79E-A7936B34F82A}" dt="2023-07-31T16:58:30.908" v="2978" actId="1076"/>
          <ac:grpSpMkLst>
            <pc:docMk/>
            <pc:sldMk cId="2619033452" sldId="2552"/>
            <ac:grpSpMk id="14" creationId="{6D373018-1D02-897E-145C-1A033D391303}"/>
          </ac:grpSpMkLst>
        </pc:grpChg>
      </pc:sldChg>
      <pc:sldChg chg="addSp delSp modSp add mod modAnim">
        <pc:chgData name="Owais Ahmed" userId="6abc7d4556b3b071" providerId="LiveId" clId="{3F06DB97-3AEE-4F7C-A79E-A7936B34F82A}" dt="2023-07-31T17:24:54.053" v="3852" actId="20577"/>
        <pc:sldMkLst>
          <pc:docMk/>
          <pc:sldMk cId="2942372078" sldId="2553"/>
        </pc:sldMkLst>
        <pc:spChg chg="mod">
          <ac:chgData name="Owais Ahmed" userId="6abc7d4556b3b071" providerId="LiveId" clId="{3F06DB97-3AEE-4F7C-A79E-A7936B34F82A}" dt="2023-07-31T17:24:54.053" v="3852" actId="20577"/>
          <ac:spMkLst>
            <pc:docMk/>
            <pc:sldMk cId="2942372078" sldId="2553"/>
            <ac:spMk id="3" creationId="{4A1C0383-58FE-E486-295E-B33B8683B938}"/>
          </ac:spMkLst>
        </pc:spChg>
        <pc:spChg chg="add del mod">
          <ac:chgData name="Owais Ahmed" userId="6abc7d4556b3b071" providerId="LiveId" clId="{3F06DB97-3AEE-4F7C-A79E-A7936B34F82A}" dt="2023-07-31T17:10:12.481" v="3636"/>
          <ac:spMkLst>
            <pc:docMk/>
            <pc:sldMk cId="2942372078" sldId="2553"/>
            <ac:spMk id="4" creationId="{4125800C-749F-5C35-1E17-34384FF8CA58}"/>
          </ac:spMkLst>
        </pc:spChg>
        <pc:spChg chg="add del mod">
          <ac:chgData name="Owais Ahmed" userId="6abc7d4556b3b071" providerId="LiveId" clId="{3F06DB97-3AEE-4F7C-A79E-A7936B34F82A}" dt="2023-07-31T17:10:12.481" v="3636"/>
          <ac:spMkLst>
            <pc:docMk/>
            <pc:sldMk cId="2942372078" sldId="2553"/>
            <ac:spMk id="5" creationId="{9FB6687A-C0B4-CC0D-A706-7D5C7B98D716}"/>
          </ac:spMkLst>
        </pc:spChg>
        <pc:spChg chg="mod topLvl">
          <ac:chgData name="Owais Ahmed" userId="6abc7d4556b3b071" providerId="LiveId" clId="{3F06DB97-3AEE-4F7C-A79E-A7936B34F82A}" dt="2023-07-31T17:19:41.868" v="3672" actId="164"/>
          <ac:spMkLst>
            <pc:docMk/>
            <pc:sldMk cId="2942372078" sldId="2553"/>
            <ac:spMk id="6" creationId="{C2DAB1C7-1E85-9A11-AF4F-BA89CE87BA18}"/>
          </ac:spMkLst>
        </pc:spChg>
        <pc:spChg chg="mod">
          <ac:chgData name="Owais Ahmed" userId="6abc7d4556b3b071" providerId="LiveId" clId="{3F06DB97-3AEE-4F7C-A79E-A7936B34F82A}" dt="2023-07-31T17:11:07.485" v="3644"/>
          <ac:spMkLst>
            <pc:docMk/>
            <pc:sldMk cId="2942372078" sldId="2553"/>
            <ac:spMk id="9" creationId="{6EFD39D5-1A6E-731C-EF8E-E8CA08E68C57}"/>
          </ac:spMkLst>
        </pc:spChg>
        <pc:spChg chg="mod">
          <ac:chgData name="Owais Ahmed" userId="6abc7d4556b3b071" providerId="LiveId" clId="{3F06DB97-3AEE-4F7C-A79E-A7936B34F82A}" dt="2023-07-31T17:11:09.492" v="3645" actId="20577"/>
          <ac:spMkLst>
            <pc:docMk/>
            <pc:sldMk cId="2942372078" sldId="2553"/>
            <ac:spMk id="10" creationId="{44E0EE0A-A1B3-D78F-82B1-2D6F97E4122B}"/>
          </ac:spMkLst>
        </pc:spChg>
        <pc:spChg chg="mod">
          <ac:chgData name="Owais Ahmed" userId="6abc7d4556b3b071" providerId="LiveId" clId="{3F06DB97-3AEE-4F7C-A79E-A7936B34F82A}" dt="2023-07-31T17:20:06.335" v="3676" actId="164"/>
          <ac:spMkLst>
            <pc:docMk/>
            <pc:sldMk cId="2942372078" sldId="2553"/>
            <ac:spMk id="18" creationId="{B55210BC-8CD4-0B1D-89E2-BC2BDCC8A125}"/>
          </ac:spMkLst>
        </pc:spChg>
        <pc:spChg chg="mod">
          <ac:chgData name="Owais Ahmed" userId="6abc7d4556b3b071" providerId="LiveId" clId="{3F06DB97-3AEE-4F7C-A79E-A7936B34F82A}" dt="2023-07-31T17:20:06.335" v="3676" actId="164"/>
          <ac:spMkLst>
            <pc:docMk/>
            <pc:sldMk cId="2942372078" sldId="2553"/>
            <ac:spMk id="19" creationId="{C4ECDF7F-D26F-A833-0D20-91948EAF7C2A}"/>
          </ac:spMkLst>
        </pc:spChg>
        <pc:spChg chg="mod">
          <ac:chgData name="Owais Ahmed" userId="6abc7d4556b3b071" providerId="LiveId" clId="{3F06DB97-3AEE-4F7C-A79E-A7936B34F82A}" dt="2023-07-31T17:20:06.335" v="3676" actId="164"/>
          <ac:spMkLst>
            <pc:docMk/>
            <pc:sldMk cId="2942372078" sldId="2553"/>
            <ac:spMk id="21" creationId="{0EDD981D-31F6-DFF1-3179-509A63BF25C7}"/>
          </ac:spMkLst>
        </pc:spChg>
        <pc:spChg chg="del mod">
          <ac:chgData name="Owais Ahmed" userId="6abc7d4556b3b071" providerId="LiveId" clId="{3F06DB97-3AEE-4F7C-A79E-A7936B34F82A}" dt="2023-07-31T17:20:48.524" v="3680" actId="478"/>
          <ac:spMkLst>
            <pc:docMk/>
            <pc:sldMk cId="2942372078" sldId="2553"/>
            <ac:spMk id="22" creationId="{6A4308EC-A091-15BA-1B2B-499227EB2506}"/>
          </ac:spMkLst>
        </pc:spChg>
        <pc:spChg chg="mod">
          <ac:chgData name="Owais Ahmed" userId="6abc7d4556b3b071" providerId="LiveId" clId="{3F06DB97-3AEE-4F7C-A79E-A7936B34F82A}" dt="2023-07-31T17:20:06.335" v="3676" actId="164"/>
          <ac:spMkLst>
            <pc:docMk/>
            <pc:sldMk cId="2942372078" sldId="2553"/>
            <ac:spMk id="24" creationId="{381108F9-26C0-205B-CB81-70D8BD560394}"/>
          </ac:spMkLst>
        </pc:spChg>
        <pc:spChg chg="mod">
          <ac:chgData name="Owais Ahmed" userId="6abc7d4556b3b071" providerId="LiveId" clId="{3F06DB97-3AEE-4F7C-A79E-A7936B34F82A}" dt="2023-07-31T17:20:06.335" v="3676" actId="164"/>
          <ac:spMkLst>
            <pc:docMk/>
            <pc:sldMk cId="2942372078" sldId="2553"/>
            <ac:spMk id="25" creationId="{7F679E1B-6251-E108-0D61-EDF94E7E22A9}"/>
          </ac:spMkLst>
        </pc:spChg>
        <pc:spChg chg="add mod">
          <ac:chgData name="Owais Ahmed" userId="6abc7d4556b3b071" providerId="LiveId" clId="{3F06DB97-3AEE-4F7C-A79E-A7936B34F82A}" dt="2023-07-31T17:20:11.445" v="3677" actId="164"/>
          <ac:spMkLst>
            <pc:docMk/>
            <pc:sldMk cId="2942372078" sldId="2553"/>
            <ac:spMk id="26" creationId="{C3E6AD68-46F0-B484-B3C4-AED030A36BB6}"/>
          </ac:spMkLst>
        </pc:spChg>
        <pc:spChg chg="add mod">
          <ac:chgData name="Owais Ahmed" userId="6abc7d4556b3b071" providerId="LiveId" clId="{3F06DB97-3AEE-4F7C-A79E-A7936B34F82A}" dt="2023-07-31T17:20:11.445" v="3677" actId="164"/>
          <ac:spMkLst>
            <pc:docMk/>
            <pc:sldMk cId="2942372078" sldId="2553"/>
            <ac:spMk id="27" creationId="{CFAF22A7-D2A1-D61F-03EC-31F283A31C0A}"/>
          </ac:spMkLst>
        </pc:spChg>
        <pc:spChg chg="mod">
          <ac:chgData name="Owais Ahmed" userId="6abc7d4556b3b071" providerId="LiveId" clId="{3F06DB97-3AEE-4F7C-A79E-A7936B34F82A}" dt="2023-07-31T17:20:06.335" v="3676" actId="164"/>
          <ac:spMkLst>
            <pc:docMk/>
            <pc:sldMk cId="2942372078" sldId="2553"/>
            <ac:spMk id="30" creationId="{6D32612D-C7EC-3E18-D550-E17D32150FE8}"/>
          </ac:spMkLst>
        </pc:spChg>
        <pc:spChg chg="mod">
          <ac:chgData name="Owais Ahmed" userId="6abc7d4556b3b071" providerId="LiveId" clId="{3F06DB97-3AEE-4F7C-A79E-A7936B34F82A}" dt="2023-07-31T17:20:06.335" v="3676" actId="164"/>
          <ac:spMkLst>
            <pc:docMk/>
            <pc:sldMk cId="2942372078" sldId="2553"/>
            <ac:spMk id="31" creationId="{6ADCB6F9-796A-6F07-8C51-E82BAEB801F9}"/>
          </ac:spMkLst>
        </pc:spChg>
        <pc:spChg chg="add del mod topLvl">
          <ac:chgData name="Owais Ahmed" userId="6abc7d4556b3b071" providerId="LiveId" clId="{3F06DB97-3AEE-4F7C-A79E-A7936B34F82A}" dt="2023-07-31T17:19:41.868" v="3672" actId="164"/>
          <ac:spMkLst>
            <pc:docMk/>
            <pc:sldMk cId="2942372078" sldId="2553"/>
            <ac:spMk id="102" creationId="{23801FBC-8A21-DAA2-95F5-A8E7D6FBF151}"/>
          </ac:spMkLst>
        </pc:spChg>
        <pc:spChg chg="mod">
          <ac:chgData name="Owais Ahmed" userId="6abc7d4556b3b071" providerId="LiveId" clId="{3F06DB97-3AEE-4F7C-A79E-A7936B34F82A}" dt="2023-07-31T17:10:15.960" v="3637" actId="165"/>
          <ac:spMkLst>
            <pc:docMk/>
            <pc:sldMk cId="2942372078" sldId="2553"/>
            <ac:spMk id="105" creationId="{99BDCAF8-DC93-D572-DA16-2806C9F7C9AA}"/>
          </ac:spMkLst>
        </pc:spChg>
        <pc:spChg chg="mod">
          <ac:chgData name="Owais Ahmed" userId="6abc7d4556b3b071" providerId="LiveId" clId="{3F06DB97-3AEE-4F7C-A79E-A7936B34F82A}" dt="2023-07-31T17:10:15.960" v="3637" actId="165"/>
          <ac:spMkLst>
            <pc:docMk/>
            <pc:sldMk cId="2942372078" sldId="2553"/>
            <ac:spMk id="106" creationId="{B546095E-991E-3289-F2C0-8A1D76A45A21}"/>
          </ac:spMkLst>
        </pc:spChg>
        <pc:spChg chg="mod">
          <ac:chgData name="Owais Ahmed" userId="6abc7d4556b3b071" providerId="LiveId" clId="{3F06DB97-3AEE-4F7C-A79E-A7936B34F82A}" dt="2023-07-31T17:10:15.960" v="3637" actId="165"/>
          <ac:spMkLst>
            <pc:docMk/>
            <pc:sldMk cId="2942372078" sldId="2553"/>
            <ac:spMk id="107" creationId="{6B2686BC-A613-FF11-6A9D-EB36234DC16C}"/>
          </ac:spMkLst>
        </pc:spChg>
        <pc:spChg chg="mod">
          <ac:chgData name="Owais Ahmed" userId="6abc7d4556b3b071" providerId="LiveId" clId="{3F06DB97-3AEE-4F7C-A79E-A7936B34F82A}" dt="2023-07-31T17:10:15.960" v="3637" actId="165"/>
          <ac:spMkLst>
            <pc:docMk/>
            <pc:sldMk cId="2942372078" sldId="2553"/>
            <ac:spMk id="108" creationId="{53D4C431-E0BC-789B-88D3-F5D796F20A12}"/>
          </ac:spMkLst>
        </pc:spChg>
        <pc:spChg chg="mod">
          <ac:chgData name="Owais Ahmed" userId="6abc7d4556b3b071" providerId="LiveId" clId="{3F06DB97-3AEE-4F7C-A79E-A7936B34F82A}" dt="2023-07-31T17:10:15.960" v="3637" actId="165"/>
          <ac:spMkLst>
            <pc:docMk/>
            <pc:sldMk cId="2942372078" sldId="2553"/>
            <ac:spMk id="109" creationId="{3F6084E0-54E9-C827-0F8B-8E96A7C761DD}"/>
          </ac:spMkLst>
        </pc:spChg>
        <pc:spChg chg="mod">
          <ac:chgData name="Owais Ahmed" userId="6abc7d4556b3b071" providerId="LiveId" clId="{3F06DB97-3AEE-4F7C-A79E-A7936B34F82A}" dt="2023-07-31T17:10:15.960" v="3637" actId="165"/>
          <ac:spMkLst>
            <pc:docMk/>
            <pc:sldMk cId="2942372078" sldId="2553"/>
            <ac:spMk id="110" creationId="{AB36B28D-39A8-55B6-60B3-85B767EC94FB}"/>
          </ac:spMkLst>
        </pc:spChg>
        <pc:grpChg chg="add mod">
          <ac:chgData name="Owais Ahmed" userId="6abc7d4556b3b071" providerId="LiveId" clId="{3F06DB97-3AEE-4F7C-A79E-A7936B34F82A}" dt="2023-07-31T17:19:41.868" v="3672" actId="164"/>
          <ac:grpSpMkLst>
            <pc:docMk/>
            <pc:sldMk cId="2942372078" sldId="2553"/>
            <ac:grpSpMk id="8" creationId="{C8918E3B-5B82-5C66-6245-963A8C240349}"/>
          </ac:grpSpMkLst>
        </pc:grpChg>
        <pc:grpChg chg="add del mod">
          <ac:chgData name="Owais Ahmed" userId="6abc7d4556b3b071" providerId="LiveId" clId="{3F06DB97-3AEE-4F7C-A79E-A7936B34F82A}" dt="2023-07-31T17:10:15.960" v="3637" actId="165"/>
          <ac:grpSpMkLst>
            <pc:docMk/>
            <pc:sldMk cId="2942372078" sldId="2553"/>
            <ac:grpSpMk id="14" creationId="{6D373018-1D02-897E-145C-1A033D391303}"/>
          </ac:grpSpMkLst>
        </pc:grpChg>
        <pc:grpChg chg="add mod">
          <ac:chgData name="Owais Ahmed" userId="6abc7d4556b3b071" providerId="LiveId" clId="{3F06DB97-3AEE-4F7C-A79E-A7936B34F82A}" dt="2023-07-31T17:20:11.445" v="3677" actId="164"/>
          <ac:grpSpMkLst>
            <pc:docMk/>
            <pc:sldMk cId="2942372078" sldId="2553"/>
            <ac:grpSpMk id="17" creationId="{DF91BE5D-4A90-7453-5A7C-869D410BD796}"/>
          </ac:grpSpMkLst>
        </pc:grpChg>
        <pc:grpChg chg="add del mod">
          <ac:chgData name="Owais Ahmed" userId="6abc7d4556b3b071" providerId="LiveId" clId="{3F06DB97-3AEE-4F7C-A79E-A7936B34F82A}" dt="2023-07-31T17:20:48.524" v="3680" actId="478"/>
          <ac:grpSpMkLst>
            <pc:docMk/>
            <pc:sldMk cId="2942372078" sldId="2553"/>
            <ac:grpSpMk id="20" creationId="{645A562A-E40D-D4F4-6F54-4C865E43ED02}"/>
          </ac:grpSpMkLst>
        </pc:grpChg>
        <pc:grpChg chg="add mod">
          <ac:chgData name="Owais Ahmed" userId="6abc7d4556b3b071" providerId="LiveId" clId="{3F06DB97-3AEE-4F7C-A79E-A7936B34F82A}" dt="2023-07-31T17:20:11.445" v="3677" actId="164"/>
          <ac:grpSpMkLst>
            <pc:docMk/>
            <pc:sldMk cId="2942372078" sldId="2553"/>
            <ac:grpSpMk id="23" creationId="{36250A50-760D-1FA0-A8EA-65D27405BDC9}"/>
          </ac:grpSpMkLst>
        </pc:grpChg>
        <pc:grpChg chg="add mod">
          <ac:chgData name="Owais Ahmed" userId="6abc7d4556b3b071" providerId="LiveId" clId="{3F06DB97-3AEE-4F7C-A79E-A7936B34F82A}" dt="2023-07-31T17:20:11.445" v="3677" actId="164"/>
          <ac:grpSpMkLst>
            <pc:docMk/>
            <pc:sldMk cId="2942372078" sldId="2553"/>
            <ac:grpSpMk id="29" creationId="{34AAF957-E0E0-C211-D98D-A222794E545F}"/>
          </ac:grpSpMkLst>
        </pc:grpChg>
        <pc:grpChg chg="add del mod">
          <ac:chgData name="Owais Ahmed" userId="6abc7d4556b3b071" providerId="LiveId" clId="{3F06DB97-3AEE-4F7C-A79E-A7936B34F82A}" dt="2023-07-31T17:20:50.802" v="3682" actId="478"/>
          <ac:grpSpMkLst>
            <pc:docMk/>
            <pc:sldMk cId="2942372078" sldId="2553"/>
            <ac:grpSpMk id="34" creationId="{AD73DCB8-173C-413D-F76C-212E811DAAF1}"/>
          </ac:grpSpMkLst>
        </pc:grpChg>
        <pc:grpChg chg="add mod">
          <ac:chgData name="Owais Ahmed" userId="6abc7d4556b3b071" providerId="LiveId" clId="{3F06DB97-3AEE-4F7C-A79E-A7936B34F82A}" dt="2023-07-31T17:20:06.335" v="3676" actId="164"/>
          <ac:grpSpMkLst>
            <pc:docMk/>
            <pc:sldMk cId="2942372078" sldId="2553"/>
            <ac:grpSpMk id="35" creationId="{6267D449-530A-C077-2809-C44B4BD17796}"/>
          </ac:grpSpMkLst>
        </pc:grpChg>
        <pc:grpChg chg="add del mod">
          <ac:chgData name="Owais Ahmed" userId="6abc7d4556b3b071" providerId="LiveId" clId="{3F06DB97-3AEE-4F7C-A79E-A7936B34F82A}" dt="2023-07-31T17:20:49.634" v="3681" actId="478"/>
          <ac:grpSpMkLst>
            <pc:docMk/>
            <pc:sldMk cId="2942372078" sldId="2553"/>
            <ac:grpSpMk id="36" creationId="{7AB201C6-2D82-4ED0-9104-F7FFA453EED6}"/>
          </ac:grpSpMkLst>
        </pc:grpChg>
        <pc:grpChg chg="mod topLvl">
          <ac:chgData name="Owais Ahmed" userId="6abc7d4556b3b071" providerId="LiveId" clId="{3F06DB97-3AEE-4F7C-A79E-A7936B34F82A}" dt="2023-07-31T17:19:41.868" v="3672" actId="164"/>
          <ac:grpSpMkLst>
            <pc:docMk/>
            <pc:sldMk cId="2942372078" sldId="2553"/>
            <ac:grpSpMk id="98" creationId="{A0382DBE-F9FC-2531-34AD-F3E7EACF5F1E}"/>
          </ac:grpSpMkLst>
        </pc:grpChg>
        <pc:grpChg chg="mod topLvl">
          <ac:chgData name="Owais Ahmed" userId="6abc7d4556b3b071" providerId="LiveId" clId="{3F06DB97-3AEE-4F7C-A79E-A7936B34F82A}" dt="2023-07-31T17:19:41.868" v="3672" actId="164"/>
          <ac:grpSpMkLst>
            <pc:docMk/>
            <pc:sldMk cId="2942372078" sldId="2553"/>
            <ac:grpSpMk id="99" creationId="{68C80BCA-12DB-C5D9-6600-C4CDDB76037E}"/>
          </ac:grpSpMkLst>
        </pc:grpChg>
        <pc:grpChg chg="mod topLvl">
          <ac:chgData name="Owais Ahmed" userId="6abc7d4556b3b071" providerId="LiveId" clId="{3F06DB97-3AEE-4F7C-A79E-A7936B34F82A}" dt="2023-07-31T17:19:41.868" v="3672" actId="164"/>
          <ac:grpSpMkLst>
            <pc:docMk/>
            <pc:sldMk cId="2942372078" sldId="2553"/>
            <ac:grpSpMk id="100" creationId="{FA821C4E-B9F1-21C3-458F-B7B324C1F817}"/>
          </ac:grpSpMkLst>
        </pc:grpChg>
        <pc:cxnChg chg="mod topLvl">
          <ac:chgData name="Owais Ahmed" userId="6abc7d4556b3b071" providerId="LiveId" clId="{3F06DB97-3AEE-4F7C-A79E-A7936B34F82A}" dt="2023-07-31T17:20:50.802" v="3682" actId="478"/>
          <ac:cxnSpMkLst>
            <pc:docMk/>
            <pc:sldMk cId="2942372078" sldId="2553"/>
            <ac:cxnSpMk id="7" creationId="{657C45F0-67F1-A7FA-02BD-786D3D970CCC}"/>
          </ac:cxnSpMkLst>
        </pc:cxnChg>
        <pc:cxnChg chg="add mod">
          <ac:chgData name="Owais Ahmed" userId="6abc7d4556b3b071" providerId="LiveId" clId="{3F06DB97-3AEE-4F7C-A79E-A7936B34F82A}" dt="2023-07-31T17:20:50.802" v="3682" actId="478"/>
          <ac:cxnSpMkLst>
            <pc:docMk/>
            <pc:sldMk cId="2942372078" sldId="2553"/>
            <ac:cxnSpMk id="11" creationId="{607ECEBC-A1CA-3D16-2BF7-4B5EB584B7D5}"/>
          </ac:cxnSpMkLst>
        </pc:cxnChg>
        <pc:cxnChg chg="add del mod">
          <ac:chgData name="Owais Ahmed" userId="6abc7d4556b3b071" providerId="LiveId" clId="{3F06DB97-3AEE-4F7C-A79E-A7936B34F82A}" dt="2023-07-31T17:18:59.132" v="3668" actId="478"/>
          <ac:cxnSpMkLst>
            <pc:docMk/>
            <pc:sldMk cId="2942372078" sldId="2553"/>
            <ac:cxnSpMk id="28" creationId="{1F647D90-CF61-EE95-5710-6DF2CA5E7A4B}"/>
          </ac:cxnSpMkLst>
        </pc:cxnChg>
        <pc:cxnChg chg="add mod">
          <ac:chgData name="Owais Ahmed" userId="6abc7d4556b3b071" providerId="LiveId" clId="{3F06DB97-3AEE-4F7C-A79E-A7936B34F82A}" dt="2023-07-31T17:20:49.634" v="3681" actId="478"/>
          <ac:cxnSpMkLst>
            <pc:docMk/>
            <pc:sldMk cId="2942372078" sldId="2553"/>
            <ac:cxnSpMk id="32" creationId="{D70EC980-4E28-A408-E33F-C1B2B14A6591}"/>
          </ac:cxnSpMkLst>
        </pc:cxnChg>
        <pc:cxnChg chg="del mod">
          <ac:chgData name="Owais Ahmed" userId="6abc7d4556b3b071" providerId="LiveId" clId="{3F06DB97-3AEE-4F7C-A79E-A7936B34F82A}" dt="2023-07-31T17:09:54.845" v="3627" actId="478"/>
          <ac:cxnSpMkLst>
            <pc:docMk/>
            <pc:sldMk cId="2942372078" sldId="2553"/>
            <ac:cxnSpMk id="118" creationId="{E218D9EB-E58D-166C-8764-794115FE12E4}"/>
          </ac:cxnSpMkLst>
        </pc:cxnChg>
      </pc:sldChg>
      <pc:sldChg chg="addSp delSp modSp add mod delAnim modAnim">
        <pc:chgData name="Owais Ahmed" userId="6abc7d4556b3b071" providerId="LiveId" clId="{3F06DB97-3AEE-4F7C-A79E-A7936B34F82A}" dt="2023-07-31T17:33:09.243" v="4119"/>
        <pc:sldMkLst>
          <pc:docMk/>
          <pc:sldMk cId="2825207532" sldId="2554"/>
        </pc:sldMkLst>
        <pc:spChg chg="del">
          <ac:chgData name="Owais Ahmed" userId="6abc7d4556b3b071" providerId="LiveId" clId="{3F06DB97-3AEE-4F7C-A79E-A7936B34F82A}" dt="2023-07-31T17:20:42.520" v="3679" actId="478"/>
          <ac:spMkLst>
            <pc:docMk/>
            <pc:sldMk cId="2825207532" sldId="2554"/>
            <ac:spMk id="3" creationId="{4A1C0383-58FE-E486-295E-B33B8683B938}"/>
          </ac:spMkLst>
        </pc:spChg>
        <pc:spChg chg="mod topLvl">
          <ac:chgData name="Owais Ahmed" userId="6abc7d4556b3b071" providerId="LiveId" clId="{3F06DB97-3AEE-4F7C-A79E-A7936B34F82A}" dt="2023-07-31T17:26:37.322" v="3870"/>
          <ac:spMkLst>
            <pc:docMk/>
            <pc:sldMk cId="2825207532" sldId="2554"/>
            <ac:spMk id="5" creationId="{A7E680FD-D0E4-8260-DA90-A45204BCDDDB}"/>
          </ac:spMkLst>
        </pc:spChg>
        <pc:spChg chg="mod topLvl">
          <ac:chgData name="Owais Ahmed" userId="6abc7d4556b3b071" providerId="LiveId" clId="{3F06DB97-3AEE-4F7C-A79E-A7936B34F82A}" dt="2023-07-31T17:26:55.086" v="3874" actId="20577"/>
          <ac:spMkLst>
            <pc:docMk/>
            <pc:sldMk cId="2825207532" sldId="2554"/>
            <ac:spMk id="12" creationId="{14375345-CB2C-C090-8F3F-7127034BAC95}"/>
          </ac:spMkLst>
        </pc:spChg>
        <pc:spChg chg="mod">
          <ac:chgData name="Owais Ahmed" userId="6abc7d4556b3b071" providerId="LiveId" clId="{3F06DB97-3AEE-4F7C-A79E-A7936B34F82A}" dt="2023-07-31T17:23:06.190" v="3701" actId="6549"/>
          <ac:spMkLst>
            <pc:docMk/>
            <pc:sldMk cId="2825207532" sldId="2554"/>
            <ac:spMk id="15" creationId="{9D62E291-01A8-771B-16ED-457613EE1A8E}"/>
          </ac:spMkLst>
        </pc:spChg>
        <pc:spChg chg="mod">
          <ac:chgData name="Owais Ahmed" userId="6abc7d4556b3b071" providerId="LiveId" clId="{3F06DB97-3AEE-4F7C-A79E-A7936B34F82A}" dt="2023-07-31T17:22:44.711" v="3699"/>
          <ac:spMkLst>
            <pc:docMk/>
            <pc:sldMk cId="2825207532" sldId="2554"/>
            <ac:spMk id="16" creationId="{8F5396F0-85F0-121C-6470-1880B2F7FA65}"/>
          </ac:spMkLst>
        </pc:spChg>
        <pc:spChg chg="mod topLvl">
          <ac:chgData name="Owais Ahmed" userId="6abc7d4556b3b071" providerId="LiveId" clId="{3F06DB97-3AEE-4F7C-A79E-A7936B34F82A}" dt="2023-07-31T17:22:40.444" v="3698" actId="164"/>
          <ac:spMkLst>
            <pc:docMk/>
            <pc:sldMk cId="2825207532" sldId="2554"/>
            <ac:spMk id="18" creationId="{B55210BC-8CD4-0B1D-89E2-BC2BDCC8A125}"/>
          </ac:spMkLst>
        </pc:spChg>
        <pc:spChg chg="mod topLvl">
          <ac:chgData name="Owais Ahmed" userId="6abc7d4556b3b071" providerId="LiveId" clId="{3F06DB97-3AEE-4F7C-A79E-A7936B34F82A}" dt="2023-07-31T17:22:40.444" v="3698" actId="164"/>
          <ac:spMkLst>
            <pc:docMk/>
            <pc:sldMk cId="2825207532" sldId="2554"/>
            <ac:spMk id="19" creationId="{C4ECDF7F-D26F-A833-0D20-91948EAF7C2A}"/>
          </ac:spMkLst>
        </pc:spChg>
        <pc:spChg chg="mod topLvl">
          <ac:chgData name="Owais Ahmed" userId="6abc7d4556b3b071" providerId="LiveId" clId="{3F06DB97-3AEE-4F7C-A79E-A7936B34F82A}" dt="2023-07-31T17:22:40.444" v="3698" actId="164"/>
          <ac:spMkLst>
            <pc:docMk/>
            <pc:sldMk cId="2825207532" sldId="2554"/>
            <ac:spMk id="21" creationId="{0EDD981D-31F6-DFF1-3179-509A63BF25C7}"/>
          </ac:spMkLst>
        </pc:spChg>
        <pc:spChg chg="mod topLvl">
          <ac:chgData name="Owais Ahmed" userId="6abc7d4556b3b071" providerId="LiveId" clId="{3F06DB97-3AEE-4F7C-A79E-A7936B34F82A}" dt="2023-07-31T17:22:40.444" v="3698" actId="164"/>
          <ac:spMkLst>
            <pc:docMk/>
            <pc:sldMk cId="2825207532" sldId="2554"/>
            <ac:spMk id="22" creationId="{6A4308EC-A091-15BA-1B2B-499227EB2506}"/>
          </ac:spMkLst>
        </pc:spChg>
        <pc:spChg chg="mod topLvl">
          <ac:chgData name="Owais Ahmed" userId="6abc7d4556b3b071" providerId="LiveId" clId="{3F06DB97-3AEE-4F7C-A79E-A7936B34F82A}" dt="2023-07-31T17:22:40.444" v="3698" actId="164"/>
          <ac:spMkLst>
            <pc:docMk/>
            <pc:sldMk cId="2825207532" sldId="2554"/>
            <ac:spMk id="24" creationId="{381108F9-26C0-205B-CB81-70D8BD560394}"/>
          </ac:spMkLst>
        </pc:spChg>
        <pc:spChg chg="mod topLvl">
          <ac:chgData name="Owais Ahmed" userId="6abc7d4556b3b071" providerId="LiveId" clId="{3F06DB97-3AEE-4F7C-A79E-A7936B34F82A}" dt="2023-07-31T17:22:40.444" v="3698" actId="164"/>
          <ac:spMkLst>
            <pc:docMk/>
            <pc:sldMk cId="2825207532" sldId="2554"/>
            <ac:spMk id="25" creationId="{7F679E1B-6251-E108-0D61-EDF94E7E22A9}"/>
          </ac:spMkLst>
        </pc:spChg>
        <pc:spChg chg="mod topLvl">
          <ac:chgData name="Owais Ahmed" userId="6abc7d4556b3b071" providerId="LiveId" clId="{3F06DB97-3AEE-4F7C-A79E-A7936B34F82A}" dt="2023-07-31T17:22:40.444" v="3698" actId="164"/>
          <ac:spMkLst>
            <pc:docMk/>
            <pc:sldMk cId="2825207532" sldId="2554"/>
            <ac:spMk id="26" creationId="{C3E6AD68-46F0-B484-B3C4-AED030A36BB6}"/>
          </ac:spMkLst>
        </pc:spChg>
        <pc:spChg chg="mod topLvl">
          <ac:chgData name="Owais Ahmed" userId="6abc7d4556b3b071" providerId="LiveId" clId="{3F06DB97-3AEE-4F7C-A79E-A7936B34F82A}" dt="2023-07-31T17:22:40.444" v="3698" actId="164"/>
          <ac:spMkLst>
            <pc:docMk/>
            <pc:sldMk cId="2825207532" sldId="2554"/>
            <ac:spMk id="27" creationId="{CFAF22A7-D2A1-D61F-03EC-31F283A31C0A}"/>
          </ac:spMkLst>
        </pc:spChg>
        <pc:spChg chg="mod">
          <ac:chgData name="Owais Ahmed" userId="6abc7d4556b3b071" providerId="LiveId" clId="{3F06DB97-3AEE-4F7C-A79E-A7936B34F82A}" dt="2023-07-31T17:25:02.316" v="3853" actId="6549"/>
          <ac:spMkLst>
            <pc:docMk/>
            <pc:sldMk cId="2825207532" sldId="2554"/>
            <ac:spMk id="28" creationId="{7A46CAE8-8A97-0FC8-63B3-A33CFE089100}"/>
          </ac:spMkLst>
        </pc:spChg>
        <pc:spChg chg="mod">
          <ac:chgData name="Owais Ahmed" userId="6abc7d4556b3b071" providerId="LiveId" clId="{3F06DB97-3AEE-4F7C-A79E-A7936B34F82A}" dt="2023-07-31T17:21:54.469" v="3693" actId="165"/>
          <ac:spMkLst>
            <pc:docMk/>
            <pc:sldMk cId="2825207532" sldId="2554"/>
            <ac:spMk id="30" creationId="{6D32612D-C7EC-3E18-D550-E17D32150FE8}"/>
          </ac:spMkLst>
        </pc:spChg>
        <pc:spChg chg="mod">
          <ac:chgData name="Owais Ahmed" userId="6abc7d4556b3b071" providerId="LiveId" clId="{3F06DB97-3AEE-4F7C-A79E-A7936B34F82A}" dt="2023-07-31T17:21:54.469" v="3693" actId="165"/>
          <ac:spMkLst>
            <pc:docMk/>
            <pc:sldMk cId="2825207532" sldId="2554"/>
            <ac:spMk id="31" creationId="{6ADCB6F9-796A-6F07-8C51-E82BAEB801F9}"/>
          </ac:spMkLst>
        </pc:spChg>
        <pc:spChg chg="mod">
          <ac:chgData name="Owais Ahmed" userId="6abc7d4556b3b071" providerId="LiveId" clId="{3F06DB97-3AEE-4F7C-A79E-A7936B34F82A}" dt="2023-07-31T17:22:44.711" v="3699"/>
          <ac:spMkLst>
            <pc:docMk/>
            <pc:sldMk cId="2825207532" sldId="2554"/>
            <ac:spMk id="33" creationId="{BB3D294E-7E36-A812-7001-1E0A8DCEBF54}"/>
          </ac:spMkLst>
        </pc:spChg>
        <pc:spChg chg="mod">
          <ac:chgData name="Owais Ahmed" userId="6abc7d4556b3b071" providerId="LiveId" clId="{3F06DB97-3AEE-4F7C-A79E-A7936B34F82A}" dt="2023-07-31T17:22:44.711" v="3699"/>
          <ac:spMkLst>
            <pc:docMk/>
            <pc:sldMk cId="2825207532" sldId="2554"/>
            <ac:spMk id="35" creationId="{861C5037-77BC-B340-9CCE-BBC47170DBAC}"/>
          </ac:spMkLst>
        </pc:spChg>
        <pc:spChg chg="mod">
          <ac:chgData name="Owais Ahmed" userId="6abc7d4556b3b071" providerId="LiveId" clId="{3F06DB97-3AEE-4F7C-A79E-A7936B34F82A}" dt="2023-07-31T17:22:44.711" v="3699"/>
          <ac:spMkLst>
            <pc:docMk/>
            <pc:sldMk cId="2825207532" sldId="2554"/>
            <ac:spMk id="37" creationId="{9D808123-AD8C-4415-F0CA-FB968A780E93}"/>
          </ac:spMkLst>
        </pc:spChg>
        <pc:spChg chg="mod">
          <ac:chgData name="Owais Ahmed" userId="6abc7d4556b3b071" providerId="LiveId" clId="{3F06DB97-3AEE-4F7C-A79E-A7936B34F82A}" dt="2023-07-31T17:22:44.711" v="3699"/>
          <ac:spMkLst>
            <pc:docMk/>
            <pc:sldMk cId="2825207532" sldId="2554"/>
            <ac:spMk id="38" creationId="{3CCC21C1-A11B-E6DE-7150-6A40FDBAD999}"/>
          </ac:spMkLst>
        </pc:spChg>
        <pc:spChg chg="mod">
          <ac:chgData name="Owais Ahmed" userId="6abc7d4556b3b071" providerId="LiveId" clId="{3F06DB97-3AEE-4F7C-A79E-A7936B34F82A}" dt="2023-07-31T17:25:17.091" v="3854" actId="1076"/>
          <ac:spMkLst>
            <pc:docMk/>
            <pc:sldMk cId="2825207532" sldId="2554"/>
            <ac:spMk id="39" creationId="{E5DD74A2-D9BF-1EBC-F6F0-24AB1D85BF92}"/>
          </ac:spMkLst>
        </pc:spChg>
        <pc:spChg chg="mod">
          <ac:chgData name="Owais Ahmed" userId="6abc7d4556b3b071" providerId="LiveId" clId="{3F06DB97-3AEE-4F7C-A79E-A7936B34F82A}" dt="2023-07-31T17:26:38.175" v="3871"/>
          <ac:spMkLst>
            <pc:docMk/>
            <pc:sldMk cId="2825207532" sldId="2554"/>
            <ac:spMk id="40" creationId="{673CC4C9-6366-80C0-4269-0734F52A6503}"/>
          </ac:spMkLst>
        </pc:spChg>
        <pc:spChg chg="mod">
          <ac:chgData name="Owais Ahmed" userId="6abc7d4556b3b071" providerId="LiveId" clId="{3F06DB97-3AEE-4F7C-A79E-A7936B34F82A}" dt="2023-07-31T17:26:56.695" v="3875" actId="20577"/>
          <ac:spMkLst>
            <pc:docMk/>
            <pc:sldMk cId="2825207532" sldId="2554"/>
            <ac:spMk id="41" creationId="{05A5125C-D4D4-FDAD-9D75-D929640B095E}"/>
          </ac:spMkLst>
        </pc:spChg>
        <pc:spChg chg="mod">
          <ac:chgData name="Owais Ahmed" userId="6abc7d4556b3b071" providerId="LiveId" clId="{3F06DB97-3AEE-4F7C-A79E-A7936B34F82A}" dt="2023-07-31T17:26:25.253" v="3867"/>
          <ac:spMkLst>
            <pc:docMk/>
            <pc:sldMk cId="2825207532" sldId="2554"/>
            <ac:spMk id="43" creationId="{2D767220-4206-ABD3-A1C3-8FE3C63C707E}"/>
          </ac:spMkLst>
        </pc:spChg>
        <pc:spChg chg="mod">
          <ac:chgData name="Owais Ahmed" userId="6abc7d4556b3b071" providerId="LiveId" clId="{3F06DB97-3AEE-4F7C-A79E-A7936B34F82A}" dt="2023-07-31T17:25:57.946" v="3858"/>
          <ac:spMkLst>
            <pc:docMk/>
            <pc:sldMk cId="2825207532" sldId="2554"/>
            <ac:spMk id="44" creationId="{B7372231-3BD5-1AD6-8F70-FB8240378604}"/>
          </ac:spMkLst>
        </pc:spChg>
        <pc:spChg chg="mod">
          <ac:chgData name="Owais Ahmed" userId="6abc7d4556b3b071" providerId="LiveId" clId="{3F06DB97-3AEE-4F7C-A79E-A7936B34F82A}" dt="2023-07-31T17:26:40.507" v="3872"/>
          <ac:spMkLst>
            <pc:docMk/>
            <pc:sldMk cId="2825207532" sldId="2554"/>
            <ac:spMk id="45" creationId="{0AAEB2F6-CC29-0381-B00A-CBE71D31A77C}"/>
          </ac:spMkLst>
        </pc:spChg>
        <pc:spChg chg="mod">
          <ac:chgData name="Owais Ahmed" userId="6abc7d4556b3b071" providerId="LiveId" clId="{3F06DB97-3AEE-4F7C-A79E-A7936B34F82A}" dt="2023-07-31T17:25:57.946" v="3858"/>
          <ac:spMkLst>
            <pc:docMk/>
            <pc:sldMk cId="2825207532" sldId="2554"/>
            <ac:spMk id="46" creationId="{FE9EFDF4-C13A-BA0F-FAA6-E85D855C6D4F}"/>
          </ac:spMkLst>
        </pc:spChg>
        <pc:spChg chg="mod">
          <ac:chgData name="Owais Ahmed" userId="6abc7d4556b3b071" providerId="LiveId" clId="{3F06DB97-3AEE-4F7C-A79E-A7936B34F82A}" dt="2023-07-31T17:26:22.220" v="3864" actId="21"/>
          <ac:spMkLst>
            <pc:docMk/>
            <pc:sldMk cId="2825207532" sldId="2554"/>
            <ac:spMk id="47" creationId="{DA34900F-A6DF-D67C-70C4-CAEBCB7AA3E9}"/>
          </ac:spMkLst>
        </pc:spChg>
        <pc:spChg chg="mod">
          <ac:chgData name="Owais Ahmed" userId="6abc7d4556b3b071" providerId="LiveId" clId="{3F06DB97-3AEE-4F7C-A79E-A7936B34F82A}" dt="2023-07-31T17:25:57.946" v="3858"/>
          <ac:spMkLst>
            <pc:docMk/>
            <pc:sldMk cId="2825207532" sldId="2554"/>
            <ac:spMk id="48" creationId="{6EB90A3F-FC6E-DDF9-CD8B-A233611C8556}"/>
          </ac:spMkLst>
        </pc:spChg>
        <pc:spChg chg="mod">
          <ac:chgData name="Owais Ahmed" userId="6abc7d4556b3b071" providerId="LiveId" clId="{3F06DB97-3AEE-4F7C-A79E-A7936B34F82A}" dt="2023-07-31T17:27:16.418" v="3878" actId="1076"/>
          <ac:spMkLst>
            <pc:docMk/>
            <pc:sldMk cId="2825207532" sldId="2554"/>
            <ac:spMk id="49" creationId="{B3B5DB6C-DAE4-CD71-8672-DAF2CABA0FBF}"/>
          </ac:spMkLst>
        </pc:spChg>
        <pc:spChg chg="mod">
          <ac:chgData name="Owais Ahmed" userId="6abc7d4556b3b071" providerId="LiveId" clId="{3F06DB97-3AEE-4F7C-A79E-A7936B34F82A}" dt="2023-07-31T17:25:57.946" v="3858"/>
          <ac:spMkLst>
            <pc:docMk/>
            <pc:sldMk cId="2825207532" sldId="2554"/>
            <ac:spMk id="50" creationId="{62ED77BA-3CBE-6880-FB54-9D7793E8B435}"/>
          </ac:spMkLst>
        </pc:spChg>
        <pc:spChg chg="mod">
          <ac:chgData name="Owais Ahmed" userId="6abc7d4556b3b071" providerId="LiveId" clId="{3F06DB97-3AEE-4F7C-A79E-A7936B34F82A}" dt="2023-07-31T17:26:29.079" v="3868" actId="21"/>
          <ac:spMkLst>
            <pc:docMk/>
            <pc:sldMk cId="2825207532" sldId="2554"/>
            <ac:spMk id="51" creationId="{2359C8FF-C504-1DB5-7995-0214E32502D4}"/>
          </ac:spMkLst>
        </pc:spChg>
        <pc:spChg chg="mod">
          <ac:chgData name="Owais Ahmed" userId="6abc7d4556b3b071" providerId="LiveId" clId="{3F06DB97-3AEE-4F7C-A79E-A7936B34F82A}" dt="2023-07-31T17:26:57.740" v="3876" actId="20577"/>
          <ac:spMkLst>
            <pc:docMk/>
            <pc:sldMk cId="2825207532" sldId="2554"/>
            <ac:spMk id="52" creationId="{8601F0A8-EB1D-CA2D-55EA-4DC800A0EE4B}"/>
          </ac:spMkLst>
        </pc:spChg>
        <pc:spChg chg="mod">
          <ac:chgData name="Owais Ahmed" userId="6abc7d4556b3b071" providerId="LiveId" clId="{3F06DB97-3AEE-4F7C-A79E-A7936B34F82A}" dt="2023-07-31T17:25:57.946" v="3858"/>
          <ac:spMkLst>
            <pc:docMk/>
            <pc:sldMk cId="2825207532" sldId="2554"/>
            <ac:spMk id="54" creationId="{3A7CAAE0-7EFD-30D3-EB1E-99761A88A84C}"/>
          </ac:spMkLst>
        </pc:spChg>
        <pc:spChg chg="mod">
          <ac:chgData name="Owais Ahmed" userId="6abc7d4556b3b071" providerId="LiveId" clId="{3F06DB97-3AEE-4F7C-A79E-A7936B34F82A}" dt="2023-07-31T17:25:57.946" v="3858"/>
          <ac:spMkLst>
            <pc:docMk/>
            <pc:sldMk cId="2825207532" sldId="2554"/>
            <ac:spMk id="55" creationId="{724B8B2C-5132-2810-D7F3-1A7A4CD23462}"/>
          </ac:spMkLst>
        </pc:spChg>
        <pc:spChg chg="mod">
          <ac:chgData name="Owais Ahmed" userId="6abc7d4556b3b071" providerId="LiveId" clId="{3F06DB97-3AEE-4F7C-A79E-A7936B34F82A}" dt="2023-07-31T17:25:57.946" v="3858"/>
          <ac:spMkLst>
            <pc:docMk/>
            <pc:sldMk cId="2825207532" sldId="2554"/>
            <ac:spMk id="56" creationId="{55B99CA7-5366-205A-E60F-FCD89434C4E7}"/>
          </ac:spMkLst>
        </pc:spChg>
        <pc:spChg chg="mod">
          <ac:chgData name="Owais Ahmed" userId="6abc7d4556b3b071" providerId="LiveId" clId="{3F06DB97-3AEE-4F7C-A79E-A7936B34F82A}" dt="2023-07-31T17:25:57.946" v="3858"/>
          <ac:spMkLst>
            <pc:docMk/>
            <pc:sldMk cId="2825207532" sldId="2554"/>
            <ac:spMk id="57" creationId="{3091033D-89B1-B3EE-958D-28E9A2246AA5}"/>
          </ac:spMkLst>
        </pc:spChg>
        <pc:spChg chg="mod">
          <ac:chgData name="Owais Ahmed" userId="6abc7d4556b3b071" providerId="LiveId" clId="{3F06DB97-3AEE-4F7C-A79E-A7936B34F82A}" dt="2023-07-31T17:25:57.946" v="3858"/>
          <ac:spMkLst>
            <pc:docMk/>
            <pc:sldMk cId="2825207532" sldId="2554"/>
            <ac:spMk id="58" creationId="{E006DDDE-2533-91FD-8806-1913F799CC78}"/>
          </ac:spMkLst>
        </pc:spChg>
        <pc:spChg chg="mod">
          <ac:chgData name="Owais Ahmed" userId="6abc7d4556b3b071" providerId="LiveId" clId="{3F06DB97-3AEE-4F7C-A79E-A7936B34F82A}" dt="2023-07-31T17:25:57.946" v="3858"/>
          <ac:spMkLst>
            <pc:docMk/>
            <pc:sldMk cId="2825207532" sldId="2554"/>
            <ac:spMk id="59" creationId="{2BFA2AD2-7873-BC0D-F611-E4DBD169AF9C}"/>
          </ac:spMkLst>
        </pc:spChg>
        <pc:spChg chg="mod">
          <ac:chgData name="Owais Ahmed" userId="6abc7d4556b3b071" providerId="LiveId" clId="{3F06DB97-3AEE-4F7C-A79E-A7936B34F82A}" dt="2023-07-31T17:25:57.946" v="3858"/>
          <ac:spMkLst>
            <pc:docMk/>
            <pc:sldMk cId="2825207532" sldId="2554"/>
            <ac:spMk id="60" creationId="{05DCC750-9442-85F2-F153-6EFC09550A80}"/>
          </ac:spMkLst>
        </pc:spChg>
        <pc:spChg chg="mod">
          <ac:chgData name="Owais Ahmed" userId="6abc7d4556b3b071" providerId="LiveId" clId="{3F06DB97-3AEE-4F7C-A79E-A7936B34F82A}" dt="2023-07-31T17:25:57.946" v="3858"/>
          <ac:spMkLst>
            <pc:docMk/>
            <pc:sldMk cId="2825207532" sldId="2554"/>
            <ac:spMk id="61" creationId="{CA70657B-D13B-61DD-8E56-CD9F8FF69E12}"/>
          </ac:spMkLst>
        </pc:spChg>
        <pc:spChg chg="mod">
          <ac:chgData name="Owais Ahmed" userId="6abc7d4556b3b071" providerId="LiveId" clId="{3F06DB97-3AEE-4F7C-A79E-A7936B34F82A}" dt="2023-07-31T17:26:42.176" v="3873"/>
          <ac:spMkLst>
            <pc:docMk/>
            <pc:sldMk cId="2825207532" sldId="2554"/>
            <ac:spMk id="62" creationId="{8A76D13C-4D21-6E17-E324-C592C616AEF6}"/>
          </ac:spMkLst>
        </pc:spChg>
        <pc:spChg chg="mod">
          <ac:chgData name="Owais Ahmed" userId="6abc7d4556b3b071" providerId="LiveId" clId="{3F06DB97-3AEE-4F7C-A79E-A7936B34F82A}" dt="2023-07-31T17:26:58.916" v="3877" actId="20577"/>
          <ac:spMkLst>
            <pc:docMk/>
            <pc:sldMk cId="2825207532" sldId="2554"/>
            <ac:spMk id="63" creationId="{5F09522A-8983-C22F-8796-E1AD8233D10E}"/>
          </ac:spMkLst>
        </pc:spChg>
        <pc:spChg chg="add del">
          <ac:chgData name="Owais Ahmed" userId="6abc7d4556b3b071" providerId="LiveId" clId="{3F06DB97-3AEE-4F7C-A79E-A7936B34F82A}" dt="2023-07-31T17:26:24.117" v="3866" actId="22"/>
          <ac:spMkLst>
            <pc:docMk/>
            <pc:sldMk cId="2825207532" sldId="2554"/>
            <ac:spMk id="65" creationId="{D6D6FA50-3D82-04CA-4964-3E1681EC8495}"/>
          </ac:spMkLst>
        </pc:spChg>
        <pc:spChg chg="mod">
          <ac:chgData name="Owais Ahmed" userId="6abc7d4556b3b071" providerId="LiveId" clId="{3F06DB97-3AEE-4F7C-A79E-A7936B34F82A}" dt="2023-07-31T17:27:40.607" v="3880"/>
          <ac:spMkLst>
            <pc:docMk/>
            <pc:sldMk cId="2825207532" sldId="2554"/>
            <ac:spMk id="67" creationId="{E64A3044-BFD1-B0CA-9757-EAC75D0932EA}"/>
          </ac:spMkLst>
        </pc:spChg>
        <pc:spChg chg="mod">
          <ac:chgData name="Owais Ahmed" userId="6abc7d4556b3b071" providerId="LiveId" clId="{3F06DB97-3AEE-4F7C-A79E-A7936B34F82A}" dt="2023-07-31T17:27:40.607" v="3880"/>
          <ac:spMkLst>
            <pc:docMk/>
            <pc:sldMk cId="2825207532" sldId="2554"/>
            <ac:spMk id="68" creationId="{C2316821-45BB-9A62-5BE4-BFCE2E091D3E}"/>
          </ac:spMkLst>
        </pc:spChg>
        <pc:spChg chg="mod">
          <ac:chgData name="Owais Ahmed" userId="6abc7d4556b3b071" providerId="LiveId" clId="{3F06DB97-3AEE-4F7C-A79E-A7936B34F82A}" dt="2023-07-31T17:27:40.607" v="3880"/>
          <ac:spMkLst>
            <pc:docMk/>
            <pc:sldMk cId="2825207532" sldId="2554"/>
            <ac:spMk id="69" creationId="{3486CDB8-4A0A-97E7-3BBB-75CF75161EDC}"/>
          </ac:spMkLst>
        </pc:spChg>
        <pc:spChg chg="mod">
          <ac:chgData name="Owais Ahmed" userId="6abc7d4556b3b071" providerId="LiveId" clId="{3F06DB97-3AEE-4F7C-A79E-A7936B34F82A}" dt="2023-07-31T17:27:40.607" v="3880"/>
          <ac:spMkLst>
            <pc:docMk/>
            <pc:sldMk cId="2825207532" sldId="2554"/>
            <ac:spMk id="70" creationId="{0C6FD250-B917-6155-6E9A-40F64B846CCA}"/>
          </ac:spMkLst>
        </pc:spChg>
        <pc:spChg chg="mod">
          <ac:chgData name="Owais Ahmed" userId="6abc7d4556b3b071" providerId="LiveId" clId="{3F06DB97-3AEE-4F7C-A79E-A7936B34F82A}" dt="2023-07-31T17:28:10.995" v="3891" actId="20577"/>
          <ac:spMkLst>
            <pc:docMk/>
            <pc:sldMk cId="2825207532" sldId="2554"/>
            <ac:spMk id="71" creationId="{EE4F9ECD-E95F-E303-F2E4-CFA66B3F2CF9}"/>
          </ac:spMkLst>
        </pc:spChg>
        <pc:spChg chg="mod">
          <ac:chgData name="Owais Ahmed" userId="6abc7d4556b3b071" providerId="LiveId" clId="{3F06DB97-3AEE-4F7C-A79E-A7936B34F82A}" dt="2023-07-31T17:27:40.607" v="3880"/>
          <ac:spMkLst>
            <pc:docMk/>
            <pc:sldMk cId="2825207532" sldId="2554"/>
            <ac:spMk id="72" creationId="{C2F7FE57-4DDC-BECF-4B16-EA06ADF7847B}"/>
          </ac:spMkLst>
        </pc:spChg>
        <pc:spChg chg="mod">
          <ac:chgData name="Owais Ahmed" userId="6abc7d4556b3b071" providerId="LiveId" clId="{3F06DB97-3AEE-4F7C-A79E-A7936B34F82A}" dt="2023-07-31T17:28:03.242" v="3882" actId="1076"/>
          <ac:spMkLst>
            <pc:docMk/>
            <pc:sldMk cId="2825207532" sldId="2554"/>
            <ac:spMk id="73" creationId="{E31DDB8C-6510-4D6A-204D-6139F0F8EA1B}"/>
          </ac:spMkLst>
        </pc:spChg>
        <pc:spChg chg="mod">
          <ac:chgData name="Owais Ahmed" userId="6abc7d4556b3b071" providerId="LiveId" clId="{3F06DB97-3AEE-4F7C-A79E-A7936B34F82A}" dt="2023-07-31T17:27:40.607" v="3880"/>
          <ac:spMkLst>
            <pc:docMk/>
            <pc:sldMk cId="2825207532" sldId="2554"/>
            <ac:spMk id="74" creationId="{54DE3D10-9D99-CD2A-5312-F0D3582108FE}"/>
          </ac:spMkLst>
        </pc:spChg>
        <pc:spChg chg="mod">
          <ac:chgData name="Owais Ahmed" userId="6abc7d4556b3b071" providerId="LiveId" clId="{3F06DB97-3AEE-4F7C-A79E-A7936B34F82A}" dt="2023-07-31T17:27:40.607" v="3880"/>
          <ac:spMkLst>
            <pc:docMk/>
            <pc:sldMk cId="2825207532" sldId="2554"/>
            <ac:spMk id="75" creationId="{77D5961E-9810-B1B5-BD0B-A5FDB34B6726}"/>
          </ac:spMkLst>
        </pc:spChg>
        <pc:spChg chg="mod">
          <ac:chgData name="Owais Ahmed" userId="6abc7d4556b3b071" providerId="LiveId" clId="{3F06DB97-3AEE-4F7C-A79E-A7936B34F82A}" dt="2023-07-31T17:27:40.607" v="3880"/>
          <ac:spMkLst>
            <pc:docMk/>
            <pc:sldMk cId="2825207532" sldId="2554"/>
            <ac:spMk id="76" creationId="{AAB9F71D-35DC-2242-D53D-87B8DE1529DA}"/>
          </ac:spMkLst>
        </pc:spChg>
        <pc:spChg chg="add mod">
          <ac:chgData name="Owais Ahmed" userId="6abc7d4556b3b071" providerId="LiveId" clId="{3F06DB97-3AEE-4F7C-A79E-A7936B34F82A}" dt="2023-07-31T17:32:42.404" v="4112" actId="164"/>
          <ac:spMkLst>
            <pc:docMk/>
            <pc:sldMk cId="2825207532" sldId="2554"/>
            <ac:spMk id="77" creationId="{0F91D4EB-AB25-E435-0FBB-09A1E9A881AD}"/>
          </ac:spMkLst>
        </pc:spChg>
        <pc:spChg chg="add mod">
          <ac:chgData name="Owais Ahmed" userId="6abc7d4556b3b071" providerId="LiveId" clId="{3F06DB97-3AEE-4F7C-A79E-A7936B34F82A}" dt="2023-07-31T17:32:46.266" v="4113" actId="164"/>
          <ac:spMkLst>
            <pc:docMk/>
            <pc:sldMk cId="2825207532" sldId="2554"/>
            <ac:spMk id="78" creationId="{804F467B-93F3-12EE-F084-26455E228FFC}"/>
          </ac:spMkLst>
        </pc:spChg>
        <pc:spChg chg="add mod">
          <ac:chgData name="Owais Ahmed" userId="6abc7d4556b3b071" providerId="LiveId" clId="{3F06DB97-3AEE-4F7C-A79E-A7936B34F82A}" dt="2023-07-31T17:32:50.491" v="4114" actId="164"/>
          <ac:spMkLst>
            <pc:docMk/>
            <pc:sldMk cId="2825207532" sldId="2554"/>
            <ac:spMk id="79" creationId="{3C2387C9-F771-506F-9E2E-CCBEEF4BA503}"/>
          </ac:spMkLst>
        </pc:spChg>
        <pc:spChg chg="add mod">
          <ac:chgData name="Owais Ahmed" userId="6abc7d4556b3b071" providerId="LiveId" clId="{3F06DB97-3AEE-4F7C-A79E-A7936B34F82A}" dt="2023-07-31T17:32:54.946" v="4115" actId="164"/>
          <ac:spMkLst>
            <pc:docMk/>
            <pc:sldMk cId="2825207532" sldId="2554"/>
            <ac:spMk id="80" creationId="{5C587C7D-B09D-9D8F-89CC-50A0DEDA1FBF}"/>
          </ac:spMkLst>
        </pc:spChg>
        <pc:grpChg chg="add del mod">
          <ac:chgData name="Owais Ahmed" userId="6abc7d4556b3b071" providerId="LiveId" clId="{3F06DB97-3AEE-4F7C-A79E-A7936B34F82A}" dt="2023-07-31T17:22:34.245" v="3697" actId="165"/>
          <ac:grpSpMkLst>
            <pc:docMk/>
            <pc:sldMk cId="2825207532" sldId="2554"/>
            <ac:grpSpMk id="4" creationId="{6AB9D502-BD4B-886A-20B9-727281934883}"/>
          </ac:grpSpMkLst>
        </pc:grpChg>
        <pc:grpChg chg="add mod">
          <ac:chgData name="Owais Ahmed" userId="6abc7d4556b3b071" providerId="LiveId" clId="{3F06DB97-3AEE-4F7C-A79E-A7936B34F82A}" dt="2023-07-31T17:32:42.404" v="4112" actId="164"/>
          <ac:grpSpMkLst>
            <pc:docMk/>
            <pc:sldMk cId="2825207532" sldId="2554"/>
            <ac:grpSpMk id="13" creationId="{0F418315-9F02-C6E4-D682-54610C2951EA}"/>
          </ac:grpSpMkLst>
        </pc:grpChg>
        <pc:grpChg chg="add mod">
          <ac:chgData name="Owais Ahmed" userId="6abc7d4556b3b071" providerId="LiveId" clId="{3F06DB97-3AEE-4F7C-A79E-A7936B34F82A}" dt="2023-07-31T17:32:46.266" v="4113" actId="164"/>
          <ac:grpSpMkLst>
            <pc:docMk/>
            <pc:sldMk cId="2825207532" sldId="2554"/>
            <ac:grpSpMk id="14" creationId="{F63CEC76-2FDC-23B7-4BA5-D600BFCE0D28}"/>
          </ac:grpSpMkLst>
        </pc:grpChg>
        <pc:grpChg chg="del mod topLvl">
          <ac:chgData name="Owais Ahmed" userId="6abc7d4556b3b071" providerId="LiveId" clId="{3F06DB97-3AEE-4F7C-A79E-A7936B34F82A}" dt="2023-07-31T17:22:34.245" v="3697" actId="165"/>
          <ac:grpSpMkLst>
            <pc:docMk/>
            <pc:sldMk cId="2825207532" sldId="2554"/>
            <ac:grpSpMk id="17" creationId="{DF91BE5D-4A90-7453-5A7C-869D410BD796}"/>
          </ac:grpSpMkLst>
        </pc:grpChg>
        <pc:grpChg chg="del mod topLvl">
          <ac:chgData name="Owais Ahmed" userId="6abc7d4556b3b071" providerId="LiveId" clId="{3F06DB97-3AEE-4F7C-A79E-A7936B34F82A}" dt="2023-07-31T17:22:34.245" v="3697" actId="165"/>
          <ac:grpSpMkLst>
            <pc:docMk/>
            <pc:sldMk cId="2825207532" sldId="2554"/>
            <ac:grpSpMk id="20" creationId="{645A562A-E40D-D4F4-6F54-4C865E43ED02}"/>
          </ac:grpSpMkLst>
        </pc:grpChg>
        <pc:grpChg chg="del mod topLvl">
          <ac:chgData name="Owais Ahmed" userId="6abc7d4556b3b071" providerId="LiveId" clId="{3F06DB97-3AEE-4F7C-A79E-A7936B34F82A}" dt="2023-07-31T17:22:34.245" v="3697" actId="165"/>
          <ac:grpSpMkLst>
            <pc:docMk/>
            <pc:sldMk cId="2825207532" sldId="2554"/>
            <ac:grpSpMk id="23" creationId="{36250A50-760D-1FA0-A8EA-65D27405BDC9}"/>
          </ac:grpSpMkLst>
        </pc:grpChg>
        <pc:grpChg chg="del mod topLvl">
          <ac:chgData name="Owais Ahmed" userId="6abc7d4556b3b071" providerId="LiveId" clId="{3F06DB97-3AEE-4F7C-A79E-A7936B34F82A}" dt="2023-07-31T17:22:09.548" v="3694" actId="478"/>
          <ac:grpSpMkLst>
            <pc:docMk/>
            <pc:sldMk cId="2825207532" sldId="2554"/>
            <ac:grpSpMk id="29" creationId="{34AAF957-E0E0-C211-D98D-A222794E545F}"/>
          </ac:grpSpMkLst>
        </pc:grpChg>
        <pc:grpChg chg="del">
          <ac:chgData name="Owais Ahmed" userId="6abc7d4556b3b071" providerId="LiveId" clId="{3F06DB97-3AEE-4F7C-A79E-A7936B34F82A}" dt="2023-07-31T17:20:58.116" v="3683" actId="478"/>
          <ac:grpSpMkLst>
            <pc:docMk/>
            <pc:sldMk cId="2825207532" sldId="2554"/>
            <ac:grpSpMk id="34" creationId="{AD73DCB8-173C-413D-F76C-212E811DAAF1}"/>
          </ac:grpSpMkLst>
        </pc:grpChg>
        <pc:grpChg chg="del mod">
          <ac:chgData name="Owais Ahmed" userId="6abc7d4556b3b071" providerId="LiveId" clId="{3F06DB97-3AEE-4F7C-A79E-A7936B34F82A}" dt="2023-07-31T17:21:54.469" v="3693" actId="165"/>
          <ac:grpSpMkLst>
            <pc:docMk/>
            <pc:sldMk cId="2825207532" sldId="2554"/>
            <ac:grpSpMk id="36" creationId="{7AB201C6-2D82-4ED0-9104-F7FFA453EED6}"/>
          </ac:grpSpMkLst>
        </pc:grpChg>
        <pc:grpChg chg="add mod">
          <ac:chgData name="Owais Ahmed" userId="6abc7d4556b3b071" providerId="LiveId" clId="{3F06DB97-3AEE-4F7C-A79E-A7936B34F82A}" dt="2023-07-31T17:32:50.491" v="4114" actId="164"/>
          <ac:grpSpMkLst>
            <pc:docMk/>
            <pc:sldMk cId="2825207532" sldId="2554"/>
            <ac:grpSpMk id="42" creationId="{B53A9A78-5032-4C91-F36D-FC661EA4E330}"/>
          </ac:grpSpMkLst>
        </pc:grpChg>
        <pc:grpChg chg="add del mod">
          <ac:chgData name="Owais Ahmed" userId="6abc7d4556b3b071" providerId="LiveId" clId="{3F06DB97-3AEE-4F7C-A79E-A7936B34F82A}" dt="2023-07-31T17:27:37.167" v="3879" actId="478"/>
          <ac:grpSpMkLst>
            <pc:docMk/>
            <pc:sldMk cId="2825207532" sldId="2554"/>
            <ac:grpSpMk id="53" creationId="{1751A494-2636-C533-F4A9-D65D0EEB52D6}"/>
          </ac:grpSpMkLst>
        </pc:grpChg>
        <pc:grpChg chg="add mod">
          <ac:chgData name="Owais Ahmed" userId="6abc7d4556b3b071" providerId="LiveId" clId="{3F06DB97-3AEE-4F7C-A79E-A7936B34F82A}" dt="2023-07-31T17:32:54.946" v="4115" actId="164"/>
          <ac:grpSpMkLst>
            <pc:docMk/>
            <pc:sldMk cId="2825207532" sldId="2554"/>
            <ac:grpSpMk id="66" creationId="{AFE328ED-CF99-6348-B56A-27B46BEAFE28}"/>
          </ac:grpSpMkLst>
        </pc:grpChg>
        <pc:grpChg chg="add mod">
          <ac:chgData name="Owais Ahmed" userId="6abc7d4556b3b071" providerId="LiveId" clId="{3F06DB97-3AEE-4F7C-A79E-A7936B34F82A}" dt="2023-07-31T17:32:42.404" v="4112" actId="164"/>
          <ac:grpSpMkLst>
            <pc:docMk/>
            <pc:sldMk cId="2825207532" sldId="2554"/>
            <ac:grpSpMk id="81" creationId="{F263E04B-9D9C-CD25-BFC6-DB08A2ABB0D1}"/>
          </ac:grpSpMkLst>
        </pc:grpChg>
        <pc:grpChg chg="add mod">
          <ac:chgData name="Owais Ahmed" userId="6abc7d4556b3b071" providerId="LiveId" clId="{3F06DB97-3AEE-4F7C-A79E-A7936B34F82A}" dt="2023-07-31T17:32:46.266" v="4113" actId="164"/>
          <ac:grpSpMkLst>
            <pc:docMk/>
            <pc:sldMk cId="2825207532" sldId="2554"/>
            <ac:grpSpMk id="82" creationId="{F54C775F-C841-881E-2224-C24567C33621}"/>
          </ac:grpSpMkLst>
        </pc:grpChg>
        <pc:grpChg chg="add mod">
          <ac:chgData name="Owais Ahmed" userId="6abc7d4556b3b071" providerId="LiveId" clId="{3F06DB97-3AEE-4F7C-A79E-A7936B34F82A}" dt="2023-07-31T17:32:50.491" v="4114" actId="164"/>
          <ac:grpSpMkLst>
            <pc:docMk/>
            <pc:sldMk cId="2825207532" sldId="2554"/>
            <ac:grpSpMk id="83" creationId="{926BD650-D5E7-6961-F0E9-27F6B7E05DCF}"/>
          </ac:grpSpMkLst>
        </pc:grpChg>
        <pc:grpChg chg="add mod">
          <ac:chgData name="Owais Ahmed" userId="6abc7d4556b3b071" providerId="LiveId" clId="{3F06DB97-3AEE-4F7C-A79E-A7936B34F82A}" dt="2023-07-31T17:32:54.946" v="4115" actId="164"/>
          <ac:grpSpMkLst>
            <pc:docMk/>
            <pc:sldMk cId="2825207532" sldId="2554"/>
            <ac:grpSpMk id="84" creationId="{51E1D58F-B8D7-B598-0421-CCDBA5F774FA}"/>
          </ac:grpSpMkLst>
        </pc:grpChg>
        <pc:cxnChg chg="mod">
          <ac:chgData name="Owais Ahmed" userId="6abc7d4556b3b071" providerId="LiveId" clId="{3F06DB97-3AEE-4F7C-A79E-A7936B34F82A}" dt="2023-07-31T17:20:58.116" v="3683" actId="478"/>
          <ac:cxnSpMkLst>
            <pc:docMk/>
            <pc:sldMk cId="2825207532" sldId="2554"/>
            <ac:cxnSpMk id="7" creationId="{657C45F0-67F1-A7FA-02BD-786D3D970CCC}"/>
          </ac:cxnSpMkLst>
        </pc:cxnChg>
        <pc:cxnChg chg="mod">
          <ac:chgData name="Owais Ahmed" userId="6abc7d4556b3b071" providerId="LiveId" clId="{3F06DB97-3AEE-4F7C-A79E-A7936B34F82A}" dt="2023-07-31T17:20:58.116" v="3683" actId="478"/>
          <ac:cxnSpMkLst>
            <pc:docMk/>
            <pc:sldMk cId="2825207532" sldId="2554"/>
            <ac:cxnSpMk id="11" creationId="{607ECEBC-A1CA-3D16-2BF7-4B5EB584B7D5}"/>
          </ac:cxnSpMkLst>
        </pc:cxnChg>
        <pc:cxnChg chg="del mod">
          <ac:chgData name="Owais Ahmed" userId="6abc7d4556b3b071" providerId="LiveId" clId="{3F06DB97-3AEE-4F7C-A79E-A7936B34F82A}" dt="2023-07-31T17:21:08.219" v="3689" actId="478"/>
          <ac:cxnSpMkLst>
            <pc:docMk/>
            <pc:sldMk cId="2825207532" sldId="2554"/>
            <ac:cxnSpMk id="32" creationId="{D70EC980-4E28-A408-E33F-C1B2B14A6591}"/>
          </ac:cxnSpMkLst>
        </pc:cxnChg>
      </pc:sldChg>
      <pc:sldChg chg="addSp delSp modSp add mod modAnim">
        <pc:chgData name="Owais Ahmed" userId="6abc7d4556b3b071" providerId="LiveId" clId="{3F06DB97-3AEE-4F7C-A79E-A7936B34F82A}" dt="2023-07-31T17:43:37.145" v="4669"/>
        <pc:sldMkLst>
          <pc:docMk/>
          <pc:sldMk cId="624121127" sldId="2555"/>
        </pc:sldMkLst>
        <pc:spChg chg="mod">
          <ac:chgData name="Owais Ahmed" userId="6abc7d4556b3b071" providerId="LiveId" clId="{3F06DB97-3AEE-4F7C-A79E-A7936B34F82A}" dt="2023-07-31T17:40:57.155" v="4626" actId="27636"/>
          <ac:spMkLst>
            <pc:docMk/>
            <pc:sldMk cId="624121127" sldId="2555"/>
            <ac:spMk id="3" creationId="{4A1C0383-58FE-E486-295E-B33B8683B938}"/>
          </ac:spMkLst>
        </pc:spChg>
        <pc:spChg chg="add mod">
          <ac:chgData name="Owais Ahmed" userId="6abc7d4556b3b071" providerId="LiveId" clId="{3F06DB97-3AEE-4F7C-A79E-A7936B34F82A}" dt="2023-07-31T17:43:30.760" v="4668" actId="164"/>
          <ac:spMkLst>
            <pc:docMk/>
            <pc:sldMk cId="624121127" sldId="2555"/>
            <ac:spMk id="5" creationId="{B363AC71-9ED9-E66C-37A9-2D00263E3FF0}"/>
          </ac:spMkLst>
        </pc:spChg>
        <pc:spChg chg="del mod topLvl">
          <ac:chgData name="Owais Ahmed" userId="6abc7d4556b3b071" providerId="LiveId" clId="{3F06DB97-3AEE-4F7C-A79E-A7936B34F82A}" dt="2023-07-31T17:40:12.948" v="4614" actId="478"/>
          <ac:spMkLst>
            <pc:docMk/>
            <pc:sldMk cId="624121127" sldId="2555"/>
            <ac:spMk id="6" creationId="{C2DAB1C7-1E85-9A11-AF4F-BA89CE87BA18}"/>
          </ac:spMkLst>
        </pc:spChg>
        <pc:spChg chg="mod topLvl">
          <ac:chgData name="Owais Ahmed" userId="6abc7d4556b3b071" providerId="LiveId" clId="{3F06DB97-3AEE-4F7C-A79E-A7936B34F82A}" dt="2023-07-31T17:43:30.760" v="4668" actId="164"/>
          <ac:spMkLst>
            <pc:docMk/>
            <pc:sldMk cId="624121127" sldId="2555"/>
            <ac:spMk id="102" creationId="{23801FBC-8A21-DAA2-95F5-A8E7D6FBF151}"/>
          </ac:spMkLst>
        </pc:spChg>
        <pc:spChg chg="mod">
          <ac:chgData name="Owais Ahmed" userId="6abc7d4556b3b071" providerId="LiveId" clId="{3F06DB97-3AEE-4F7C-A79E-A7936B34F82A}" dt="2023-07-31T17:40:00.602" v="4608" actId="165"/>
          <ac:spMkLst>
            <pc:docMk/>
            <pc:sldMk cId="624121127" sldId="2555"/>
            <ac:spMk id="105" creationId="{99BDCAF8-DC93-D572-DA16-2806C9F7C9AA}"/>
          </ac:spMkLst>
        </pc:spChg>
        <pc:spChg chg="mod">
          <ac:chgData name="Owais Ahmed" userId="6abc7d4556b3b071" providerId="LiveId" clId="{3F06DB97-3AEE-4F7C-A79E-A7936B34F82A}" dt="2023-07-31T17:40:00.602" v="4608" actId="165"/>
          <ac:spMkLst>
            <pc:docMk/>
            <pc:sldMk cId="624121127" sldId="2555"/>
            <ac:spMk id="106" creationId="{B546095E-991E-3289-F2C0-8A1D76A45A21}"/>
          </ac:spMkLst>
        </pc:spChg>
        <pc:spChg chg="mod">
          <ac:chgData name="Owais Ahmed" userId="6abc7d4556b3b071" providerId="LiveId" clId="{3F06DB97-3AEE-4F7C-A79E-A7936B34F82A}" dt="2023-07-31T17:40:00.602" v="4608" actId="165"/>
          <ac:spMkLst>
            <pc:docMk/>
            <pc:sldMk cId="624121127" sldId="2555"/>
            <ac:spMk id="107" creationId="{6B2686BC-A613-FF11-6A9D-EB36234DC16C}"/>
          </ac:spMkLst>
        </pc:spChg>
        <pc:spChg chg="mod">
          <ac:chgData name="Owais Ahmed" userId="6abc7d4556b3b071" providerId="LiveId" clId="{3F06DB97-3AEE-4F7C-A79E-A7936B34F82A}" dt="2023-07-31T17:40:00.602" v="4608" actId="165"/>
          <ac:spMkLst>
            <pc:docMk/>
            <pc:sldMk cId="624121127" sldId="2555"/>
            <ac:spMk id="108" creationId="{53D4C431-E0BC-789B-88D3-F5D796F20A12}"/>
          </ac:spMkLst>
        </pc:spChg>
        <pc:spChg chg="mod">
          <ac:chgData name="Owais Ahmed" userId="6abc7d4556b3b071" providerId="LiveId" clId="{3F06DB97-3AEE-4F7C-A79E-A7936B34F82A}" dt="2023-07-31T17:40:00.602" v="4608" actId="165"/>
          <ac:spMkLst>
            <pc:docMk/>
            <pc:sldMk cId="624121127" sldId="2555"/>
            <ac:spMk id="109" creationId="{3F6084E0-54E9-C827-0F8B-8E96A7C761DD}"/>
          </ac:spMkLst>
        </pc:spChg>
        <pc:spChg chg="mod">
          <ac:chgData name="Owais Ahmed" userId="6abc7d4556b3b071" providerId="LiveId" clId="{3F06DB97-3AEE-4F7C-A79E-A7936B34F82A}" dt="2023-07-31T17:40:00.602" v="4608" actId="165"/>
          <ac:spMkLst>
            <pc:docMk/>
            <pc:sldMk cId="624121127" sldId="2555"/>
            <ac:spMk id="110" creationId="{AB36B28D-39A8-55B6-60B3-85B767EC94FB}"/>
          </ac:spMkLst>
        </pc:spChg>
        <pc:grpChg chg="add mod">
          <ac:chgData name="Owais Ahmed" userId="6abc7d4556b3b071" providerId="LiveId" clId="{3F06DB97-3AEE-4F7C-A79E-A7936B34F82A}" dt="2023-07-31T17:43:30.760" v="4668" actId="164"/>
          <ac:grpSpMkLst>
            <pc:docMk/>
            <pc:sldMk cId="624121127" sldId="2555"/>
            <ac:grpSpMk id="13" creationId="{4C6AAE8F-5E6F-EA60-244D-FFB6278715AD}"/>
          </ac:grpSpMkLst>
        </pc:grpChg>
        <pc:grpChg chg="del mod">
          <ac:chgData name="Owais Ahmed" userId="6abc7d4556b3b071" providerId="LiveId" clId="{3F06DB97-3AEE-4F7C-A79E-A7936B34F82A}" dt="2023-07-31T17:40:00.602" v="4608" actId="165"/>
          <ac:grpSpMkLst>
            <pc:docMk/>
            <pc:sldMk cId="624121127" sldId="2555"/>
            <ac:grpSpMk id="14" creationId="{6D373018-1D02-897E-145C-1A033D391303}"/>
          </ac:grpSpMkLst>
        </pc:grpChg>
        <pc:grpChg chg="del mod topLvl">
          <ac:chgData name="Owais Ahmed" userId="6abc7d4556b3b071" providerId="LiveId" clId="{3F06DB97-3AEE-4F7C-A79E-A7936B34F82A}" dt="2023-07-31T17:40:06.341" v="4611" actId="478"/>
          <ac:grpSpMkLst>
            <pc:docMk/>
            <pc:sldMk cId="624121127" sldId="2555"/>
            <ac:grpSpMk id="98" creationId="{A0382DBE-F9FC-2531-34AD-F3E7EACF5F1E}"/>
          </ac:grpSpMkLst>
        </pc:grpChg>
        <pc:grpChg chg="del mod topLvl">
          <ac:chgData name="Owais Ahmed" userId="6abc7d4556b3b071" providerId="LiveId" clId="{3F06DB97-3AEE-4F7C-A79E-A7936B34F82A}" dt="2023-07-31T17:40:05.415" v="4610" actId="478"/>
          <ac:grpSpMkLst>
            <pc:docMk/>
            <pc:sldMk cId="624121127" sldId="2555"/>
            <ac:grpSpMk id="99" creationId="{68C80BCA-12DB-C5D9-6600-C4CDDB76037E}"/>
          </ac:grpSpMkLst>
        </pc:grpChg>
        <pc:grpChg chg="del mod topLvl">
          <ac:chgData name="Owais Ahmed" userId="6abc7d4556b3b071" providerId="LiveId" clId="{3F06DB97-3AEE-4F7C-A79E-A7936B34F82A}" dt="2023-07-31T17:40:04.550" v="4609" actId="478"/>
          <ac:grpSpMkLst>
            <pc:docMk/>
            <pc:sldMk cId="624121127" sldId="2555"/>
            <ac:grpSpMk id="100" creationId="{FA821C4E-B9F1-21C3-458F-B7B324C1F817}"/>
          </ac:grpSpMkLst>
        </pc:grpChg>
        <pc:graphicFrameChg chg="add mod modGraphic">
          <ac:chgData name="Owais Ahmed" userId="6abc7d4556b3b071" providerId="LiveId" clId="{3F06DB97-3AEE-4F7C-A79E-A7936B34F82A}" dt="2023-07-31T17:43:30.760" v="4668" actId="164"/>
          <ac:graphicFrameMkLst>
            <pc:docMk/>
            <pc:sldMk cId="624121127" sldId="2555"/>
            <ac:graphicFrameMk id="4" creationId="{7F589E16-899F-75A2-8538-EFFBE216C9C1}"/>
          </ac:graphicFrameMkLst>
        </pc:graphicFrameChg>
        <pc:cxnChg chg="del mod topLvl">
          <ac:chgData name="Owais Ahmed" userId="6abc7d4556b3b071" providerId="LiveId" clId="{3F06DB97-3AEE-4F7C-A79E-A7936B34F82A}" dt="2023-07-31T17:40:10.841" v="4612" actId="478"/>
          <ac:cxnSpMkLst>
            <pc:docMk/>
            <pc:sldMk cId="624121127" sldId="2555"/>
            <ac:cxnSpMk id="7" creationId="{657C45F0-67F1-A7FA-02BD-786D3D970CCC}"/>
          </ac:cxnSpMkLst>
        </pc:cxnChg>
        <pc:cxnChg chg="add del mod">
          <ac:chgData name="Owais Ahmed" userId="6abc7d4556b3b071" providerId="LiveId" clId="{3F06DB97-3AEE-4F7C-A79E-A7936B34F82A}" dt="2023-07-31T17:42:44.742" v="4656" actId="478"/>
          <ac:cxnSpMkLst>
            <pc:docMk/>
            <pc:sldMk cId="624121127" sldId="2555"/>
            <ac:cxnSpMk id="9" creationId="{7C16B72A-508D-524C-2E88-876A803CCFAC}"/>
          </ac:cxnSpMkLst>
        </pc:cxnChg>
        <pc:cxnChg chg="add del">
          <ac:chgData name="Owais Ahmed" userId="6abc7d4556b3b071" providerId="LiveId" clId="{3F06DB97-3AEE-4F7C-A79E-A7936B34F82A}" dt="2023-07-31T17:42:31.945" v="4652" actId="478"/>
          <ac:cxnSpMkLst>
            <pc:docMk/>
            <pc:sldMk cId="624121127" sldId="2555"/>
            <ac:cxnSpMk id="12" creationId="{9E42FA83-69BA-3448-F9D6-36A92ACF2085}"/>
          </ac:cxnSpMkLst>
        </pc:cxnChg>
        <pc:cxnChg chg="del mod topLvl">
          <ac:chgData name="Owais Ahmed" userId="6abc7d4556b3b071" providerId="LiveId" clId="{3F06DB97-3AEE-4F7C-A79E-A7936B34F82A}" dt="2023-07-31T17:40:45.902" v="4621" actId="478"/>
          <ac:cxnSpMkLst>
            <pc:docMk/>
            <pc:sldMk cId="624121127" sldId="2555"/>
            <ac:cxnSpMk id="118" creationId="{E218D9EB-E58D-166C-8764-794115FE12E4}"/>
          </ac:cxnSpMkLst>
        </pc:cxnChg>
      </pc:sldChg>
      <pc:sldChg chg="delSp modSp add mod delAnim modAnim">
        <pc:chgData name="Owais Ahmed" userId="6abc7d4556b3b071" providerId="LiveId" clId="{3F06DB97-3AEE-4F7C-A79E-A7936B34F82A}" dt="2023-07-31T18:22:29.974" v="5359" actId="20577"/>
        <pc:sldMkLst>
          <pc:docMk/>
          <pc:sldMk cId="2558064682" sldId="2556"/>
        </pc:sldMkLst>
        <pc:spChg chg="mod">
          <ac:chgData name="Owais Ahmed" userId="6abc7d4556b3b071" providerId="LiveId" clId="{3F06DB97-3AEE-4F7C-A79E-A7936B34F82A}" dt="2023-07-31T18:22:29.974" v="5359" actId="20577"/>
          <ac:spMkLst>
            <pc:docMk/>
            <pc:sldMk cId="2558064682" sldId="2556"/>
            <ac:spMk id="3" creationId="{4A1C0383-58FE-E486-295E-B33B8683B938}"/>
          </ac:spMkLst>
        </pc:spChg>
        <pc:spChg chg="mod">
          <ac:chgData name="Owais Ahmed" userId="6abc7d4556b3b071" providerId="LiveId" clId="{3F06DB97-3AEE-4F7C-A79E-A7936B34F82A}" dt="2023-07-31T17:44:23.559" v="4681" actId="20577"/>
          <ac:spMkLst>
            <pc:docMk/>
            <pc:sldMk cId="2558064682" sldId="2556"/>
            <ac:spMk id="215" creationId="{00000000-0000-0000-0000-000000000000}"/>
          </ac:spMkLst>
        </pc:spChg>
        <pc:grpChg chg="del">
          <ac:chgData name="Owais Ahmed" userId="6abc7d4556b3b071" providerId="LiveId" clId="{3F06DB97-3AEE-4F7C-A79E-A7936B34F82A}" dt="2023-07-31T18:00:34.463" v="4815" actId="478"/>
          <ac:grpSpMkLst>
            <pc:docMk/>
            <pc:sldMk cId="2558064682" sldId="2556"/>
            <ac:grpSpMk id="14" creationId="{6D373018-1D02-897E-145C-1A033D391303}"/>
          </ac:grpSpMkLst>
        </pc:grpChg>
        <pc:cxnChg chg="mod">
          <ac:chgData name="Owais Ahmed" userId="6abc7d4556b3b071" providerId="LiveId" clId="{3F06DB97-3AEE-4F7C-A79E-A7936B34F82A}" dt="2023-07-31T18:00:34.463" v="4815" actId="478"/>
          <ac:cxnSpMkLst>
            <pc:docMk/>
            <pc:sldMk cId="2558064682" sldId="2556"/>
            <ac:cxnSpMk id="7" creationId="{657C45F0-67F1-A7FA-02BD-786D3D970CCC}"/>
          </ac:cxnSpMkLst>
        </pc:cxnChg>
        <pc:cxnChg chg="mod">
          <ac:chgData name="Owais Ahmed" userId="6abc7d4556b3b071" providerId="LiveId" clId="{3F06DB97-3AEE-4F7C-A79E-A7936B34F82A}" dt="2023-07-31T18:00:34.463" v="4815" actId="478"/>
          <ac:cxnSpMkLst>
            <pc:docMk/>
            <pc:sldMk cId="2558064682" sldId="2556"/>
            <ac:cxnSpMk id="118" creationId="{E218D9EB-E58D-166C-8764-794115FE12E4}"/>
          </ac:cxnSpMkLst>
        </pc:cxnChg>
      </pc:sldChg>
      <pc:sldChg chg="modSp add mod modAnim">
        <pc:chgData name="Owais Ahmed" userId="6abc7d4556b3b071" providerId="LiveId" clId="{3F06DB97-3AEE-4F7C-A79E-A7936B34F82A}" dt="2023-07-31T19:00:13.581" v="6207" actId="20577"/>
        <pc:sldMkLst>
          <pc:docMk/>
          <pc:sldMk cId="296501705" sldId="2557"/>
        </pc:sldMkLst>
        <pc:spChg chg="mod">
          <ac:chgData name="Owais Ahmed" userId="6abc7d4556b3b071" providerId="LiveId" clId="{3F06DB97-3AEE-4F7C-A79E-A7936B34F82A}" dt="2023-07-31T19:00:13.581" v="6207" actId="20577"/>
          <ac:spMkLst>
            <pc:docMk/>
            <pc:sldMk cId="296501705" sldId="2557"/>
            <ac:spMk id="3" creationId="{4A1C0383-58FE-E486-295E-B33B8683B938}"/>
          </ac:spMkLst>
        </pc:spChg>
      </pc:sldChg>
    </pc:docChg>
  </pc:docChgLst>
  <pc:docChgLst>
    <pc:chgData name="Owais Ahmed" userId="6abc7d4556b3b071" providerId="LiveId" clId="{8CBEAB62-A728-450D-B4C0-9368924550F8}"/>
    <pc:docChg chg="undo redo custSel addSld delSld modSld sldOrd">
      <pc:chgData name="Owais Ahmed" userId="6abc7d4556b3b071" providerId="LiveId" clId="{8CBEAB62-A728-450D-B4C0-9368924550F8}" dt="2023-08-07T07:34:47.032" v="13823" actId="20577"/>
      <pc:docMkLst>
        <pc:docMk/>
      </pc:docMkLst>
      <pc:sldChg chg="modSp mod">
        <pc:chgData name="Owais Ahmed" userId="6abc7d4556b3b071" providerId="LiveId" clId="{8CBEAB62-A728-450D-B4C0-9368924550F8}" dt="2023-08-07T05:38:45.243" v="9660" actId="20577"/>
        <pc:sldMkLst>
          <pc:docMk/>
          <pc:sldMk cId="1649098948" sldId="2462"/>
        </pc:sldMkLst>
        <pc:spChg chg="mod">
          <ac:chgData name="Owais Ahmed" userId="6abc7d4556b3b071" providerId="LiveId" clId="{8CBEAB62-A728-450D-B4C0-9368924550F8}" dt="2023-08-07T05:38:45.243" v="9660" actId="20577"/>
          <ac:spMkLst>
            <pc:docMk/>
            <pc:sldMk cId="1649098948" sldId="2462"/>
            <ac:spMk id="6" creationId="{F3C89A40-EEAA-43AB-9A3A-B2CFDE450F1B}"/>
          </ac:spMkLst>
        </pc:spChg>
      </pc:sldChg>
      <pc:sldChg chg="del">
        <pc:chgData name="Owais Ahmed" userId="6abc7d4556b3b071" providerId="LiveId" clId="{8CBEAB62-A728-450D-B4C0-9368924550F8}" dt="2023-08-03T10:08:48.107" v="0" actId="47"/>
        <pc:sldMkLst>
          <pc:docMk/>
          <pc:sldMk cId="641030253" sldId="2479"/>
        </pc:sldMkLst>
      </pc:sldChg>
      <pc:sldChg chg="del">
        <pc:chgData name="Owais Ahmed" userId="6abc7d4556b3b071" providerId="LiveId" clId="{8CBEAB62-A728-450D-B4C0-9368924550F8}" dt="2023-08-03T10:08:49.896" v="2" actId="47"/>
        <pc:sldMkLst>
          <pc:docMk/>
          <pc:sldMk cId="3265271046" sldId="2505"/>
        </pc:sldMkLst>
      </pc:sldChg>
      <pc:sldChg chg="del">
        <pc:chgData name="Owais Ahmed" userId="6abc7d4556b3b071" providerId="LiveId" clId="{8CBEAB62-A728-450D-B4C0-9368924550F8}" dt="2023-08-03T10:08:54.099" v="5" actId="47"/>
        <pc:sldMkLst>
          <pc:docMk/>
          <pc:sldMk cId="2519732872" sldId="2507"/>
        </pc:sldMkLst>
      </pc:sldChg>
      <pc:sldChg chg="del">
        <pc:chgData name="Owais Ahmed" userId="6abc7d4556b3b071" providerId="LiveId" clId="{8CBEAB62-A728-450D-B4C0-9368924550F8}" dt="2023-08-03T10:08:58.705" v="11" actId="47"/>
        <pc:sldMkLst>
          <pc:docMk/>
          <pc:sldMk cId="64818802" sldId="2511"/>
        </pc:sldMkLst>
      </pc:sldChg>
      <pc:sldChg chg="del">
        <pc:chgData name="Owais Ahmed" userId="6abc7d4556b3b071" providerId="LiveId" clId="{8CBEAB62-A728-450D-B4C0-9368924550F8}" dt="2023-08-03T10:08:48.871" v="1" actId="47"/>
        <pc:sldMkLst>
          <pc:docMk/>
          <pc:sldMk cId="2990752692" sldId="2547"/>
        </pc:sldMkLst>
      </pc:sldChg>
      <pc:sldChg chg="del">
        <pc:chgData name="Owais Ahmed" userId="6abc7d4556b3b071" providerId="LiveId" clId="{8CBEAB62-A728-450D-B4C0-9368924550F8}" dt="2023-08-03T10:08:51.118" v="3" actId="47"/>
        <pc:sldMkLst>
          <pc:docMk/>
          <pc:sldMk cId="3485698213" sldId="2548"/>
        </pc:sldMkLst>
      </pc:sldChg>
      <pc:sldChg chg="del">
        <pc:chgData name="Owais Ahmed" userId="6abc7d4556b3b071" providerId="LiveId" clId="{8CBEAB62-A728-450D-B4C0-9368924550F8}" dt="2023-08-03T10:08:58.442" v="10" actId="47"/>
        <pc:sldMkLst>
          <pc:docMk/>
          <pc:sldMk cId="3738101922" sldId="2549"/>
        </pc:sldMkLst>
      </pc:sldChg>
      <pc:sldChg chg="del">
        <pc:chgData name="Owais Ahmed" userId="6abc7d4556b3b071" providerId="LiveId" clId="{8CBEAB62-A728-450D-B4C0-9368924550F8}" dt="2023-08-03T10:08:51.709" v="4" actId="47"/>
        <pc:sldMkLst>
          <pc:docMk/>
          <pc:sldMk cId="821949743" sldId="2550"/>
        </pc:sldMkLst>
      </pc:sldChg>
      <pc:sldChg chg="del">
        <pc:chgData name="Owais Ahmed" userId="6abc7d4556b3b071" providerId="LiveId" clId="{8CBEAB62-A728-450D-B4C0-9368924550F8}" dt="2023-08-03T10:08:54.738" v="6" actId="47"/>
        <pc:sldMkLst>
          <pc:docMk/>
          <pc:sldMk cId="2619033452" sldId="2552"/>
        </pc:sldMkLst>
      </pc:sldChg>
      <pc:sldChg chg="del">
        <pc:chgData name="Owais Ahmed" userId="6abc7d4556b3b071" providerId="LiveId" clId="{8CBEAB62-A728-450D-B4C0-9368924550F8}" dt="2023-08-03T10:09:01.546" v="12" actId="47"/>
        <pc:sldMkLst>
          <pc:docMk/>
          <pc:sldMk cId="2942372078" sldId="2553"/>
        </pc:sldMkLst>
      </pc:sldChg>
      <pc:sldChg chg="del">
        <pc:chgData name="Owais Ahmed" userId="6abc7d4556b3b071" providerId="LiveId" clId="{8CBEAB62-A728-450D-B4C0-9368924550F8}" dt="2023-08-03T10:08:56.553" v="7" actId="47"/>
        <pc:sldMkLst>
          <pc:docMk/>
          <pc:sldMk cId="2825207532" sldId="2554"/>
        </pc:sldMkLst>
      </pc:sldChg>
      <pc:sldChg chg="del">
        <pc:chgData name="Owais Ahmed" userId="6abc7d4556b3b071" providerId="LiveId" clId="{8CBEAB62-A728-450D-B4C0-9368924550F8}" dt="2023-08-03T10:08:57.053" v="8" actId="47"/>
        <pc:sldMkLst>
          <pc:docMk/>
          <pc:sldMk cId="624121127" sldId="2555"/>
        </pc:sldMkLst>
      </pc:sldChg>
      <pc:sldChg chg="del">
        <pc:chgData name="Owais Ahmed" userId="6abc7d4556b3b071" providerId="LiveId" clId="{8CBEAB62-A728-450D-B4C0-9368924550F8}" dt="2023-08-03T10:08:57.362" v="9" actId="47"/>
        <pc:sldMkLst>
          <pc:docMk/>
          <pc:sldMk cId="2558064682" sldId="2556"/>
        </pc:sldMkLst>
      </pc:sldChg>
      <pc:sldChg chg="modSp mod modAnim">
        <pc:chgData name="Owais Ahmed" userId="6abc7d4556b3b071" providerId="LiveId" clId="{8CBEAB62-A728-450D-B4C0-9368924550F8}" dt="2023-08-03T10:14:28.598" v="650" actId="20577"/>
        <pc:sldMkLst>
          <pc:docMk/>
          <pc:sldMk cId="296501705" sldId="2557"/>
        </pc:sldMkLst>
        <pc:spChg chg="mod">
          <ac:chgData name="Owais Ahmed" userId="6abc7d4556b3b071" providerId="LiveId" clId="{8CBEAB62-A728-450D-B4C0-9368924550F8}" dt="2023-08-03T10:14:28.598" v="650" actId="20577"/>
          <ac:spMkLst>
            <pc:docMk/>
            <pc:sldMk cId="296501705" sldId="2557"/>
            <ac:spMk id="3" creationId="{4A1C0383-58FE-E486-295E-B33B8683B938}"/>
          </ac:spMkLst>
        </pc:spChg>
        <pc:spChg chg="mod">
          <ac:chgData name="Owais Ahmed" userId="6abc7d4556b3b071" providerId="LiveId" clId="{8CBEAB62-A728-450D-B4C0-9368924550F8}" dt="2023-08-03T10:10:23.107" v="133" actId="20577"/>
          <ac:spMkLst>
            <pc:docMk/>
            <pc:sldMk cId="296501705" sldId="2557"/>
            <ac:spMk id="215" creationId="{00000000-0000-0000-0000-000000000000}"/>
          </ac:spMkLst>
        </pc:spChg>
      </pc:sldChg>
      <pc:sldChg chg="addSp delSp modSp add mod modAnim">
        <pc:chgData name="Owais Ahmed" userId="6abc7d4556b3b071" providerId="LiveId" clId="{8CBEAB62-A728-450D-B4C0-9368924550F8}" dt="2023-08-03T10:23:19.045" v="1515" actId="20577"/>
        <pc:sldMkLst>
          <pc:docMk/>
          <pc:sldMk cId="3909667495" sldId="2558"/>
        </pc:sldMkLst>
        <pc:spChg chg="mod">
          <ac:chgData name="Owais Ahmed" userId="6abc7d4556b3b071" providerId="LiveId" clId="{8CBEAB62-A728-450D-B4C0-9368924550F8}" dt="2023-08-03T10:23:19.045" v="1515" actId="20577"/>
          <ac:spMkLst>
            <pc:docMk/>
            <pc:sldMk cId="3909667495" sldId="2558"/>
            <ac:spMk id="3" creationId="{4A1C0383-58FE-E486-295E-B33B8683B938}"/>
          </ac:spMkLst>
        </pc:spChg>
        <pc:spChg chg="mod">
          <ac:chgData name="Owais Ahmed" userId="6abc7d4556b3b071" providerId="LiveId" clId="{8CBEAB62-A728-450D-B4C0-9368924550F8}" dt="2023-08-03T10:14:53.205" v="670" actId="20577"/>
          <ac:spMkLst>
            <pc:docMk/>
            <pc:sldMk cId="3909667495" sldId="2558"/>
            <ac:spMk id="215" creationId="{00000000-0000-0000-0000-000000000000}"/>
          </ac:spMkLst>
        </pc:spChg>
        <pc:graphicFrameChg chg="add del mod modGraphic">
          <ac:chgData name="Owais Ahmed" userId="6abc7d4556b3b071" providerId="LiveId" clId="{8CBEAB62-A728-450D-B4C0-9368924550F8}" dt="2023-08-03T10:16:24.880" v="714"/>
          <ac:graphicFrameMkLst>
            <pc:docMk/>
            <pc:sldMk cId="3909667495" sldId="2558"/>
            <ac:graphicFrameMk id="4" creationId="{BE0AA433-9378-AF9E-782E-620452E3190F}"/>
          </ac:graphicFrameMkLst>
        </pc:graphicFrameChg>
        <pc:graphicFrameChg chg="add mod modGraphic">
          <ac:chgData name="Owais Ahmed" userId="6abc7d4556b3b071" providerId="LiveId" clId="{8CBEAB62-A728-450D-B4C0-9368924550F8}" dt="2023-08-03T10:20:03.477" v="1049" actId="20577"/>
          <ac:graphicFrameMkLst>
            <pc:docMk/>
            <pc:sldMk cId="3909667495" sldId="2558"/>
            <ac:graphicFrameMk id="5" creationId="{C244DA9B-A3BA-1738-3D3E-32FF339EF18B}"/>
          </ac:graphicFrameMkLst>
        </pc:graphicFrameChg>
      </pc:sldChg>
      <pc:sldChg chg="delSp modSp add mod delAnim modAnim">
        <pc:chgData name="Owais Ahmed" userId="6abc7d4556b3b071" providerId="LiveId" clId="{8CBEAB62-A728-450D-B4C0-9368924550F8}" dt="2023-08-03T10:30:36.991" v="1910" actId="20577"/>
        <pc:sldMkLst>
          <pc:docMk/>
          <pc:sldMk cId="3856755703" sldId="2559"/>
        </pc:sldMkLst>
        <pc:spChg chg="mod">
          <ac:chgData name="Owais Ahmed" userId="6abc7d4556b3b071" providerId="LiveId" clId="{8CBEAB62-A728-450D-B4C0-9368924550F8}" dt="2023-08-03T10:30:36.991" v="1910" actId="20577"/>
          <ac:spMkLst>
            <pc:docMk/>
            <pc:sldMk cId="3856755703" sldId="2559"/>
            <ac:spMk id="3" creationId="{4A1C0383-58FE-E486-295E-B33B8683B938}"/>
          </ac:spMkLst>
        </pc:spChg>
        <pc:spChg chg="mod">
          <ac:chgData name="Owais Ahmed" userId="6abc7d4556b3b071" providerId="LiveId" clId="{8CBEAB62-A728-450D-B4C0-9368924550F8}" dt="2023-08-03T10:27:31.609" v="1654" actId="20577"/>
          <ac:spMkLst>
            <pc:docMk/>
            <pc:sldMk cId="3856755703" sldId="2559"/>
            <ac:spMk id="215" creationId="{00000000-0000-0000-0000-000000000000}"/>
          </ac:spMkLst>
        </pc:spChg>
        <pc:graphicFrameChg chg="del">
          <ac:chgData name="Owais Ahmed" userId="6abc7d4556b3b071" providerId="LiveId" clId="{8CBEAB62-A728-450D-B4C0-9368924550F8}" dt="2023-08-03T10:23:56.017" v="1543" actId="478"/>
          <ac:graphicFrameMkLst>
            <pc:docMk/>
            <pc:sldMk cId="3856755703" sldId="2559"/>
            <ac:graphicFrameMk id="5" creationId="{C244DA9B-A3BA-1738-3D3E-32FF339EF18B}"/>
          </ac:graphicFrameMkLst>
        </pc:graphicFrameChg>
      </pc:sldChg>
      <pc:sldChg chg="delSp modSp add mod delAnim modAnim">
        <pc:chgData name="Owais Ahmed" userId="6abc7d4556b3b071" providerId="LiveId" clId="{8CBEAB62-A728-450D-B4C0-9368924550F8}" dt="2023-08-03T10:32:58.944" v="2352" actId="20577"/>
        <pc:sldMkLst>
          <pc:docMk/>
          <pc:sldMk cId="3846338403" sldId="2560"/>
        </pc:sldMkLst>
        <pc:spChg chg="mod">
          <ac:chgData name="Owais Ahmed" userId="6abc7d4556b3b071" providerId="LiveId" clId="{8CBEAB62-A728-450D-B4C0-9368924550F8}" dt="2023-08-03T10:32:58.944" v="2352" actId="20577"/>
          <ac:spMkLst>
            <pc:docMk/>
            <pc:sldMk cId="3846338403" sldId="2560"/>
            <ac:spMk id="3" creationId="{4A1C0383-58FE-E486-295E-B33B8683B938}"/>
          </ac:spMkLst>
        </pc:spChg>
        <pc:graphicFrameChg chg="del">
          <ac:chgData name="Owais Ahmed" userId="6abc7d4556b3b071" providerId="LiveId" clId="{8CBEAB62-A728-450D-B4C0-9368924550F8}" dt="2023-08-03T10:27:58.711" v="1656" actId="478"/>
          <ac:graphicFrameMkLst>
            <pc:docMk/>
            <pc:sldMk cId="3846338403" sldId="2560"/>
            <ac:graphicFrameMk id="5" creationId="{C244DA9B-A3BA-1738-3D3E-32FF339EF18B}"/>
          </ac:graphicFrameMkLst>
        </pc:graphicFrameChg>
      </pc:sldChg>
      <pc:sldChg chg="addSp modSp mod modAnim">
        <pc:chgData name="Owais Ahmed" userId="6abc7d4556b3b071" providerId="LiveId" clId="{8CBEAB62-A728-450D-B4C0-9368924550F8}" dt="2023-08-05T09:03:13.436" v="3610" actId="13926"/>
        <pc:sldMkLst>
          <pc:docMk/>
          <pc:sldMk cId="150925741" sldId="2563"/>
        </pc:sldMkLst>
        <pc:spChg chg="mod">
          <ac:chgData name="Owais Ahmed" userId="6abc7d4556b3b071" providerId="LiveId" clId="{8CBEAB62-A728-450D-B4C0-9368924550F8}" dt="2023-08-05T08:28:34.610" v="3322" actId="20577"/>
          <ac:spMkLst>
            <pc:docMk/>
            <pc:sldMk cId="150925741" sldId="2563"/>
            <ac:spMk id="3" creationId="{4A1C0383-58FE-E486-295E-B33B8683B938}"/>
          </ac:spMkLst>
        </pc:spChg>
        <pc:graphicFrameChg chg="add mod modGraphic">
          <ac:chgData name="Owais Ahmed" userId="6abc7d4556b3b071" providerId="LiveId" clId="{8CBEAB62-A728-450D-B4C0-9368924550F8}" dt="2023-08-05T09:03:13.436" v="3610" actId="13926"/>
          <ac:graphicFrameMkLst>
            <pc:docMk/>
            <pc:sldMk cId="150925741" sldId="2563"/>
            <ac:graphicFrameMk id="4" creationId="{DE8A4CD6-FF35-8C96-FE48-73CE2E1F1C2C}"/>
          </ac:graphicFrameMkLst>
        </pc:graphicFrameChg>
        <pc:graphicFrameChg chg="mod modGraphic">
          <ac:chgData name="Owais Ahmed" userId="6abc7d4556b3b071" providerId="LiveId" clId="{8CBEAB62-A728-450D-B4C0-9368924550F8}" dt="2023-08-05T04:53:32.312" v="2388" actId="1076"/>
          <ac:graphicFrameMkLst>
            <pc:docMk/>
            <pc:sldMk cId="150925741" sldId="2563"/>
            <ac:graphicFrameMk id="5" creationId="{C244DA9B-A3BA-1738-3D3E-32FF339EF18B}"/>
          </ac:graphicFrameMkLst>
        </pc:graphicFrameChg>
      </pc:sldChg>
      <pc:sldChg chg="delSp modSp add mod delAnim modAnim">
        <pc:chgData name="Owais Ahmed" userId="6abc7d4556b3b071" providerId="LiveId" clId="{8CBEAB62-A728-450D-B4C0-9368924550F8}" dt="2023-08-05T08:59:22.071" v="3553" actId="14100"/>
        <pc:sldMkLst>
          <pc:docMk/>
          <pc:sldMk cId="3164841762" sldId="2564"/>
        </pc:sldMkLst>
        <pc:spChg chg="mod">
          <ac:chgData name="Owais Ahmed" userId="6abc7d4556b3b071" providerId="LiveId" clId="{8CBEAB62-A728-450D-B4C0-9368924550F8}" dt="2023-08-05T08:59:22.071" v="3553" actId="14100"/>
          <ac:spMkLst>
            <pc:docMk/>
            <pc:sldMk cId="3164841762" sldId="2564"/>
            <ac:spMk id="3" creationId="{4A1C0383-58FE-E486-295E-B33B8683B938}"/>
          </ac:spMkLst>
        </pc:spChg>
        <pc:graphicFrameChg chg="del">
          <ac:chgData name="Owais Ahmed" userId="6abc7d4556b3b071" providerId="LiveId" clId="{8CBEAB62-A728-450D-B4C0-9368924550F8}" dt="2023-08-05T07:45:06.498" v="2880" actId="478"/>
          <ac:graphicFrameMkLst>
            <pc:docMk/>
            <pc:sldMk cId="3164841762" sldId="2564"/>
            <ac:graphicFrameMk id="4" creationId="{DE8A4CD6-FF35-8C96-FE48-73CE2E1F1C2C}"/>
          </ac:graphicFrameMkLst>
        </pc:graphicFrameChg>
        <pc:graphicFrameChg chg="del">
          <ac:chgData name="Owais Ahmed" userId="6abc7d4556b3b071" providerId="LiveId" clId="{8CBEAB62-A728-450D-B4C0-9368924550F8}" dt="2023-08-05T07:45:08.070" v="2881" actId="478"/>
          <ac:graphicFrameMkLst>
            <pc:docMk/>
            <pc:sldMk cId="3164841762" sldId="2564"/>
            <ac:graphicFrameMk id="5" creationId="{C244DA9B-A3BA-1738-3D3E-32FF339EF18B}"/>
          </ac:graphicFrameMkLst>
        </pc:graphicFrameChg>
      </pc:sldChg>
      <pc:sldChg chg="addSp modSp add mod modAnim">
        <pc:chgData name="Owais Ahmed" userId="6abc7d4556b3b071" providerId="LiveId" clId="{8CBEAB62-A728-450D-B4C0-9368924550F8}" dt="2023-08-07T05:01:57.294" v="8002" actId="14734"/>
        <pc:sldMkLst>
          <pc:docMk/>
          <pc:sldMk cId="4253636147" sldId="2565"/>
        </pc:sldMkLst>
        <pc:spChg chg="mod">
          <ac:chgData name="Owais Ahmed" userId="6abc7d4556b3b071" providerId="LiveId" clId="{8CBEAB62-A728-450D-B4C0-9368924550F8}" dt="2023-08-05T09:14:44.195" v="4442" actId="20577"/>
          <ac:spMkLst>
            <pc:docMk/>
            <pc:sldMk cId="4253636147" sldId="2565"/>
            <ac:spMk id="3" creationId="{4A1C0383-58FE-E486-295E-B33B8683B938}"/>
          </ac:spMkLst>
        </pc:spChg>
        <pc:graphicFrameChg chg="add mod modGraphic">
          <ac:chgData name="Owais Ahmed" userId="6abc7d4556b3b071" providerId="LiveId" clId="{8CBEAB62-A728-450D-B4C0-9368924550F8}" dt="2023-08-05T09:11:11.405" v="4126" actId="1076"/>
          <ac:graphicFrameMkLst>
            <pc:docMk/>
            <pc:sldMk cId="4253636147" sldId="2565"/>
            <ac:graphicFrameMk id="4" creationId="{25FA11BA-519C-B8E9-CDB3-AA9CD3B98FEF}"/>
          </ac:graphicFrameMkLst>
        </pc:graphicFrameChg>
        <pc:graphicFrameChg chg="add mod modGraphic">
          <ac:chgData name="Owais Ahmed" userId="6abc7d4556b3b071" providerId="LiveId" clId="{8CBEAB62-A728-450D-B4C0-9368924550F8}" dt="2023-08-05T09:11:06.877" v="4125" actId="1076"/>
          <ac:graphicFrameMkLst>
            <pc:docMk/>
            <pc:sldMk cId="4253636147" sldId="2565"/>
            <ac:graphicFrameMk id="5" creationId="{15E67BFA-3F71-083A-67AB-20A715EDDA93}"/>
          </ac:graphicFrameMkLst>
        </pc:graphicFrameChg>
        <pc:graphicFrameChg chg="add mod modGraphic">
          <ac:chgData name="Owais Ahmed" userId="6abc7d4556b3b071" providerId="LiveId" clId="{8CBEAB62-A728-450D-B4C0-9368924550F8}" dt="2023-08-07T05:01:57.294" v="8002" actId="14734"/>
          <ac:graphicFrameMkLst>
            <pc:docMk/>
            <pc:sldMk cId="4253636147" sldId="2565"/>
            <ac:graphicFrameMk id="6" creationId="{A72532E0-504C-C01E-B6E3-3694F19349C0}"/>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7" creationId="{66AA3F57-762F-68A5-0A34-CD66595BB821}"/>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8" creationId="{ECBF95C7-FB59-5ADC-4F88-3702DC89CB47}"/>
          </ac:graphicFrameMkLst>
        </pc:graphicFrameChg>
      </pc:sldChg>
      <pc:sldChg chg="delSp modSp add mod ord delAnim modAnim">
        <pc:chgData name="Owais Ahmed" userId="6abc7d4556b3b071" providerId="LiveId" clId="{8CBEAB62-A728-450D-B4C0-9368924550F8}" dt="2023-08-05T09:43:07.618" v="5690" actId="20577"/>
        <pc:sldMkLst>
          <pc:docMk/>
          <pc:sldMk cId="2684752333" sldId="2566"/>
        </pc:sldMkLst>
        <pc:spChg chg="mod">
          <ac:chgData name="Owais Ahmed" userId="6abc7d4556b3b071" providerId="LiveId" clId="{8CBEAB62-A728-450D-B4C0-9368924550F8}" dt="2023-08-05T09:43:07.618" v="5690" actId="20577"/>
          <ac:spMkLst>
            <pc:docMk/>
            <pc:sldMk cId="2684752333" sldId="2566"/>
            <ac:spMk id="3" creationId="{4A1C0383-58FE-E486-295E-B33B8683B938}"/>
          </ac:spMkLst>
        </pc:spChg>
        <pc:spChg chg="mod">
          <ac:chgData name="Owais Ahmed" userId="6abc7d4556b3b071" providerId="LiveId" clId="{8CBEAB62-A728-450D-B4C0-9368924550F8}" dt="2023-08-05T09:13:42.819" v="4352" actId="20577"/>
          <ac:spMkLst>
            <pc:docMk/>
            <pc:sldMk cId="2684752333" sldId="2566"/>
            <ac:spMk id="215" creationId="{00000000-0000-0000-0000-000000000000}"/>
          </ac:spMkLst>
        </pc:spChg>
        <pc:graphicFrameChg chg="del modGraphic">
          <ac:chgData name="Owais Ahmed" userId="6abc7d4556b3b071" providerId="LiveId" clId="{8CBEAB62-A728-450D-B4C0-9368924550F8}" dt="2023-08-05T09:13:47.360" v="4355" actId="478"/>
          <ac:graphicFrameMkLst>
            <pc:docMk/>
            <pc:sldMk cId="2684752333" sldId="2566"/>
            <ac:graphicFrameMk id="4" creationId="{DE8A4CD6-FF35-8C96-FE48-73CE2E1F1C2C}"/>
          </ac:graphicFrameMkLst>
        </pc:graphicFrameChg>
        <pc:graphicFrameChg chg="del">
          <ac:chgData name="Owais Ahmed" userId="6abc7d4556b3b071" providerId="LiveId" clId="{8CBEAB62-A728-450D-B4C0-9368924550F8}" dt="2023-08-05T09:13:45.246" v="4353" actId="478"/>
          <ac:graphicFrameMkLst>
            <pc:docMk/>
            <pc:sldMk cId="2684752333" sldId="2566"/>
            <ac:graphicFrameMk id="5" creationId="{C244DA9B-A3BA-1738-3D3E-32FF339EF18B}"/>
          </ac:graphicFrameMkLst>
        </pc:graphicFrameChg>
      </pc:sldChg>
      <pc:sldChg chg="addSp modSp add mod modAnim">
        <pc:chgData name="Owais Ahmed" userId="6abc7d4556b3b071" providerId="LiveId" clId="{8CBEAB62-A728-450D-B4C0-9368924550F8}" dt="2023-08-05T09:40:07.234" v="5654" actId="120"/>
        <pc:sldMkLst>
          <pc:docMk/>
          <pc:sldMk cId="138900574" sldId="2567"/>
        </pc:sldMkLst>
        <pc:spChg chg="mod">
          <ac:chgData name="Owais Ahmed" userId="6abc7d4556b3b071" providerId="LiveId" clId="{8CBEAB62-A728-450D-B4C0-9368924550F8}" dt="2023-08-05T09:40:05.036" v="5653" actId="120"/>
          <ac:spMkLst>
            <pc:docMk/>
            <pc:sldMk cId="138900574" sldId="2567"/>
            <ac:spMk id="3" creationId="{4A1C0383-58FE-E486-295E-B33B8683B938}"/>
          </ac:spMkLst>
        </pc:spChg>
        <pc:spChg chg="add mod">
          <ac:chgData name="Owais Ahmed" userId="6abc7d4556b3b071" providerId="LiveId" clId="{8CBEAB62-A728-450D-B4C0-9368924550F8}" dt="2023-08-05T09:40:07.234" v="5654" actId="120"/>
          <ac:spMkLst>
            <pc:docMk/>
            <pc:sldMk cId="138900574" sldId="2567"/>
            <ac:spMk id="4" creationId="{8D6224BA-2D09-E23F-7F3D-886C357CD0A9}"/>
          </ac:spMkLst>
        </pc:spChg>
        <pc:spChg chg="add mod">
          <ac:chgData name="Owais Ahmed" userId="6abc7d4556b3b071" providerId="LiveId" clId="{8CBEAB62-A728-450D-B4C0-9368924550F8}" dt="2023-08-05T09:39:12.371" v="5642" actId="20577"/>
          <ac:spMkLst>
            <pc:docMk/>
            <pc:sldMk cId="138900574" sldId="2567"/>
            <ac:spMk id="5" creationId="{D8A133B4-136A-66C5-A226-B4498C790255}"/>
          </ac:spMkLst>
        </pc:spChg>
      </pc:sldChg>
      <pc:sldChg chg="addSp delSp modSp add mod ord delAnim modAnim">
        <pc:chgData name="Owais Ahmed" userId="6abc7d4556b3b071" providerId="LiveId" clId="{8CBEAB62-A728-450D-B4C0-9368924550F8}" dt="2023-08-05T09:53:52.921" v="6349" actId="20577"/>
        <pc:sldMkLst>
          <pc:docMk/>
          <pc:sldMk cId="1329531230" sldId="2568"/>
        </pc:sldMkLst>
        <pc:spChg chg="mod">
          <ac:chgData name="Owais Ahmed" userId="6abc7d4556b3b071" providerId="LiveId" clId="{8CBEAB62-A728-450D-B4C0-9368924550F8}" dt="2023-08-05T09:53:52.921" v="6349" actId="20577"/>
          <ac:spMkLst>
            <pc:docMk/>
            <pc:sldMk cId="1329531230" sldId="2568"/>
            <ac:spMk id="3" creationId="{4A1C0383-58FE-E486-295E-B33B8683B938}"/>
          </ac:spMkLst>
        </pc:spChg>
        <pc:graphicFrameChg chg="add del mod">
          <ac:chgData name="Owais Ahmed" userId="6abc7d4556b3b071" providerId="LiveId" clId="{8CBEAB62-A728-450D-B4C0-9368924550F8}" dt="2023-08-05T09:44:04.472" v="5708" actId="478"/>
          <ac:graphicFrameMkLst>
            <pc:docMk/>
            <pc:sldMk cId="1329531230" sldId="2568"/>
            <ac:graphicFrameMk id="4" creationId="{CC68BD49-AE07-8B56-BDD7-30FFF47EAA86}"/>
          </ac:graphicFrameMkLst>
        </pc:graphicFrameChg>
      </pc:sldChg>
      <pc:sldChg chg="modSp add mod ord addAnim delAnim modAnim modNotesTx">
        <pc:chgData name="Owais Ahmed" userId="6abc7d4556b3b071" providerId="LiveId" clId="{8CBEAB62-A728-450D-B4C0-9368924550F8}" dt="2023-08-07T05:06:50.015" v="8280" actId="20577"/>
        <pc:sldMkLst>
          <pc:docMk/>
          <pc:sldMk cId="213204764" sldId="2569"/>
        </pc:sldMkLst>
        <pc:spChg chg="mod">
          <ac:chgData name="Owais Ahmed" userId="6abc7d4556b3b071" providerId="LiveId" clId="{8CBEAB62-A728-450D-B4C0-9368924550F8}" dt="2023-08-07T05:06:50.015" v="8280" actId="20577"/>
          <ac:spMkLst>
            <pc:docMk/>
            <pc:sldMk cId="213204764" sldId="2569"/>
            <ac:spMk id="3" creationId="{4A1C0383-58FE-E486-295E-B33B8683B938}"/>
          </ac:spMkLst>
        </pc:spChg>
      </pc:sldChg>
      <pc:sldChg chg="add del">
        <pc:chgData name="Owais Ahmed" userId="6abc7d4556b3b071" providerId="LiveId" clId="{8CBEAB62-A728-450D-B4C0-9368924550F8}" dt="2023-08-07T05:00:03.094" v="7877" actId="2890"/>
        <pc:sldMkLst>
          <pc:docMk/>
          <pc:sldMk cId="590678646" sldId="2570"/>
        </pc:sldMkLst>
      </pc:sldChg>
      <pc:sldChg chg="modSp add mod ord modAnim">
        <pc:chgData name="Owais Ahmed" userId="6abc7d4556b3b071" providerId="LiveId" clId="{8CBEAB62-A728-450D-B4C0-9368924550F8}" dt="2023-08-07T06:03:08.934" v="10384" actId="20577"/>
        <pc:sldMkLst>
          <pc:docMk/>
          <pc:sldMk cId="3970414602" sldId="2570"/>
        </pc:sldMkLst>
        <pc:spChg chg="mod">
          <ac:chgData name="Owais Ahmed" userId="6abc7d4556b3b071" providerId="LiveId" clId="{8CBEAB62-A728-450D-B4C0-9368924550F8}" dt="2023-08-07T06:03:08.934" v="10384" actId="20577"/>
          <ac:spMkLst>
            <pc:docMk/>
            <pc:sldMk cId="3970414602" sldId="2570"/>
            <ac:spMk id="3" creationId="{4A1C0383-58FE-E486-295E-B33B8683B938}"/>
          </ac:spMkLst>
        </pc:spChg>
      </pc:sldChg>
      <pc:sldChg chg="addSp modSp add mod ord modAnim">
        <pc:chgData name="Owais Ahmed" userId="6abc7d4556b3b071" providerId="LiveId" clId="{8CBEAB62-A728-450D-B4C0-9368924550F8}" dt="2023-08-07T06:02:45.761" v="10378" actId="20577"/>
        <pc:sldMkLst>
          <pc:docMk/>
          <pc:sldMk cId="1201433262" sldId="2571"/>
        </pc:sldMkLst>
        <pc:spChg chg="mod">
          <ac:chgData name="Owais Ahmed" userId="6abc7d4556b3b071" providerId="LiveId" clId="{8CBEAB62-A728-450D-B4C0-9368924550F8}" dt="2023-08-07T06:02:45.761" v="10378" actId="20577"/>
          <ac:spMkLst>
            <pc:docMk/>
            <pc:sldMk cId="1201433262" sldId="2571"/>
            <ac:spMk id="3" creationId="{4A1C0383-58FE-E486-295E-B33B8683B938}"/>
          </ac:spMkLst>
        </pc:spChg>
        <pc:spChg chg="mod">
          <ac:chgData name="Owais Ahmed" userId="6abc7d4556b3b071" providerId="LiveId" clId="{8CBEAB62-A728-450D-B4C0-9368924550F8}" dt="2023-08-07T05:12:33.727" v="8787" actId="20577"/>
          <ac:spMkLst>
            <pc:docMk/>
            <pc:sldMk cId="1201433262" sldId="2571"/>
            <ac:spMk id="215" creationId="{00000000-0000-0000-0000-000000000000}"/>
          </ac:spMkLst>
        </pc:spChg>
        <pc:graphicFrameChg chg="add mod modGraphic">
          <ac:chgData name="Owais Ahmed" userId="6abc7d4556b3b071" providerId="LiveId" clId="{8CBEAB62-A728-450D-B4C0-9368924550F8}" dt="2023-08-07T05:33:19.320" v="8987" actId="1076"/>
          <ac:graphicFrameMkLst>
            <pc:docMk/>
            <pc:sldMk cId="1201433262" sldId="2571"/>
            <ac:graphicFrameMk id="4" creationId="{34918803-EC30-5A49-49FD-1A59C4328C53}"/>
          </ac:graphicFrameMkLst>
        </pc:graphicFrameChg>
      </pc:sldChg>
      <pc:sldChg chg="delSp modSp add del mod modAnim">
        <pc:chgData name="Owais Ahmed" userId="6abc7d4556b3b071" providerId="LiveId" clId="{8CBEAB62-A728-450D-B4C0-9368924550F8}" dt="2023-08-07T06:01:39.402" v="10337" actId="47"/>
        <pc:sldMkLst>
          <pc:docMk/>
          <pc:sldMk cId="3209427558" sldId="2572"/>
        </pc:sldMkLst>
        <pc:spChg chg="mod">
          <ac:chgData name="Owais Ahmed" userId="6abc7d4556b3b071" providerId="LiveId" clId="{8CBEAB62-A728-450D-B4C0-9368924550F8}" dt="2023-08-07T06:00:43.311" v="10313" actId="20577"/>
          <ac:spMkLst>
            <pc:docMk/>
            <pc:sldMk cId="3209427558" sldId="2572"/>
            <ac:spMk id="3" creationId="{4A1C0383-58FE-E486-295E-B33B8683B938}"/>
          </ac:spMkLst>
        </pc:spChg>
        <pc:graphicFrameChg chg="del">
          <ac:chgData name="Owais Ahmed" userId="6abc7d4556b3b071" providerId="LiveId" clId="{8CBEAB62-A728-450D-B4C0-9368924550F8}" dt="2023-08-07T05:35:58.764" v="9438" actId="478"/>
          <ac:graphicFrameMkLst>
            <pc:docMk/>
            <pc:sldMk cId="3209427558" sldId="2572"/>
            <ac:graphicFrameMk id="4" creationId="{34918803-EC30-5A49-49FD-1A59C4328C53}"/>
          </ac:graphicFrameMkLst>
        </pc:graphicFrameChg>
      </pc:sldChg>
      <pc:sldChg chg="modSp add mod ord modAnim">
        <pc:chgData name="Owais Ahmed" userId="6abc7d4556b3b071" providerId="LiveId" clId="{8CBEAB62-A728-450D-B4C0-9368924550F8}" dt="2023-08-07T06:07:14.440" v="10621" actId="20577"/>
        <pc:sldMkLst>
          <pc:docMk/>
          <pc:sldMk cId="2285914733" sldId="2573"/>
        </pc:sldMkLst>
        <pc:spChg chg="mod">
          <ac:chgData name="Owais Ahmed" userId="6abc7d4556b3b071" providerId="LiveId" clId="{8CBEAB62-A728-450D-B4C0-9368924550F8}" dt="2023-08-07T06:07:14.440" v="10621" actId="20577"/>
          <ac:spMkLst>
            <pc:docMk/>
            <pc:sldMk cId="2285914733" sldId="2573"/>
            <ac:spMk id="3" creationId="{4A1C0383-58FE-E486-295E-B33B8683B938}"/>
          </ac:spMkLst>
        </pc:spChg>
        <pc:spChg chg="mod">
          <ac:chgData name="Owais Ahmed" userId="6abc7d4556b3b071" providerId="LiveId" clId="{8CBEAB62-A728-450D-B4C0-9368924550F8}" dt="2023-08-07T05:39:00.297" v="9677" actId="20577"/>
          <ac:spMkLst>
            <pc:docMk/>
            <pc:sldMk cId="2285914733" sldId="2573"/>
            <ac:spMk id="215" creationId="{00000000-0000-0000-0000-000000000000}"/>
          </ac:spMkLst>
        </pc:spChg>
      </pc:sldChg>
      <pc:sldChg chg="modSp add mod ord addAnim delAnim modAnim">
        <pc:chgData name="Owais Ahmed" userId="6abc7d4556b3b071" providerId="LiveId" clId="{8CBEAB62-A728-450D-B4C0-9368924550F8}" dt="2023-08-07T07:34:47.032" v="13823" actId="20577"/>
        <pc:sldMkLst>
          <pc:docMk/>
          <pc:sldMk cId="1728240852" sldId="2574"/>
        </pc:sldMkLst>
        <pc:spChg chg="mod">
          <ac:chgData name="Owais Ahmed" userId="6abc7d4556b3b071" providerId="LiveId" clId="{8CBEAB62-A728-450D-B4C0-9368924550F8}" dt="2023-08-07T07:34:47.032" v="13823" actId="20577"/>
          <ac:spMkLst>
            <pc:docMk/>
            <pc:sldMk cId="1728240852" sldId="2574"/>
            <ac:spMk id="3" creationId="{4A1C0383-58FE-E486-295E-B33B8683B938}"/>
          </ac:spMkLst>
        </pc:spChg>
        <pc:spChg chg="mod">
          <ac:chgData name="Owais Ahmed" userId="6abc7d4556b3b071" providerId="LiveId" clId="{8CBEAB62-A728-450D-B4C0-9368924550F8}" dt="2023-08-07T06:03:30.120" v="10418" actId="20577"/>
          <ac:spMkLst>
            <pc:docMk/>
            <pc:sldMk cId="1728240852" sldId="2574"/>
            <ac:spMk id="215" creationId="{00000000-0000-0000-0000-000000000000}"/>
          </ac:spMkLst>
        </pc:spChg>
      </pc:sldChg>
      <pc:sldChg chg="modSp add mod modAnim">
        <pc:chgData name="Owais Ahmed" userId="6abc7d4556b3b071" providerId="LiveId" clId="{8CBEAB62-A728-450D-B4C0-9368924550F8}" dt="2023-08-07T07:06:18.484" v="13104" actId="20577"/>
        <pc:sldMkLst>
          <pc:docMk/>
          <pc:sldMk cId="3271818871" sldId="2575"/>
        </pc:sldMkLst>
        <pc:spChg chg="mod">
          <ac:chgData name="Owais Ahmed" userId="6abc7d4556b3b071" providerId="LiveId" clId="{8CBEAB62-A728-450D-B4C0-9368924550F8}" dt="2023-08-07T07:06:18.484" v="13104" actId="20577"/>
          <ac:spMkLst>
            <pc:docMk/>
            <pc:sldMk cId="3271818871" sldId="2575"/>
            <ac:spMk id="3" creationId="{4A1C0383-58FE-E486-295E-B33B8683B938}"/>
          </ac:spMkLst>
        </pc:spChg>
      </pc:sldChg>
      <pc:sldChg chg="addSp modSp add mod modAnim">
        <pc:chgData name="Owais Ahmed" userId="6abc7d4556b3b071" providerId="LiveId" clId="{8CBEAB62-A728-450D-B4C0-9368924550F8}" dt="2023-08-07T07:18:50.265" v="13589" actId="20577"/>
        <pc:sldMkLst>
          <pc:docMk/>
          <pc:sldMk cId="1747158155" sldId="2576"/>
        </pc:sldMkLst>
        <pc:spChg chg="mod">
          <ac:chgData name="Owais Ahmed" userId="6abc7d4556b3b071" providerId="LiveId" clId="{8CBEAB62-A728-450D-B4C0-9368924550F8}" dt="2023-08-07T07:18:50.265" v="13589" actId="20577"/>
          <ac:spMkLst>
            <pc:docMk/>
            <pc:sldMk cId="1747158155" sldId="2576"/>
            <ac:spMk id="3" creationId="{4A1C0383-58FE-E486-295E-B33B8683B938}"/>
          </ac:spMkLst>
        </pc:spChg>
        <pc:graphicFrameChg chg="add mod modGraphic">
          <ac:chgData name="Owais Ahmed" userId="6abc7d4556b3b071" providerId="LiveId" clId="{8CBEAB62-A728-450D-B4C0-9368924550F8}" dt="2023-08-07T07:18:07.551" v="13587" actId="20577"/>
          <ac:graphicFrameMkLst>
            <pc:docMk/>
            <pc:sldMk cId="1747158155" sldId="2576"/>
            <ac:graphicFrameMk id="4" creationId="{E8DC0AA7-B0F5-5582-4340-3D37A53CCE2F}"/>
          </ac:graphicFrameMkLst>
        </pc:graphicFrameChg>
      </pc:sldChg>
    </pc:docChg>
  </pc:docChgLst>
  <pc:docChgLst>
    <pc:chgData name="Owais Ahmed" userId="6abc7d4556b3b071" providerId="LiveId" clId="{24917C90-04D3-4D2E-90D5-41DB8473048E}"/>
    <pc:docChg chg="modSld">
      <pc:chgData name="Owais Ahmed" userId="6abc7d4556b3b071" providerId="LiveId" clId="{24917C90-04D3-4D2E-90D5-41DB8473048E}" dt="2023-08-25T06:48:59.513" v="7" actId="20577"/>
      <pc:docMkLst>
        <pc:docMk/>
      </pc:docMkLst>
      <pc:sldChg chg="modSp modAnim">
        <pc:chgData name="Owais Ahmed" userId="6abc7d4556b3b071" providerId="LiveId" clId="{24917C90-04D3-4D2E-90D5-41DB8473048E}" dt="2023-08-25T06:48:59.513" v="7" actId="20577"/>
        <pc:sldMkLst>
          <pc:docMk/>
          <pc:sldMk cId="567987796" sldId="2586"/>
        </pc:sldMkLst>
        <pc:spChg chg="mod">
          <ac:chgData name="Owais Ahmed" userId="6abc7d4556b3b071" providerId="LiveId" clId="{24917C90-04D3-4D2E-90D5-41DB8473048E}" dt="2023-08-25T06:48:43.955" v="4" actId="20577"/>
          <ac:spMkLst>
            <pc:docMk/>
            <pc:sldMk cId="567987796" sldId="2586"/>
            <ac:spMk id="3" creationId="{4A1C0383-58FE-E486-295E-B33B8683B938}"/>
          </ac:spMkLst>
        </pc:spChg>
      </pc:sldChg>
    </pc:docChg>
  </pc:docChgLst>
  <pc:docChgLst>
    <pc:chgData name="Owais Ahmed" userId="6abc7d4556b3b071" providerId="LiveId" clId="{B7D18388-F2A5-4D8F-B434-DA7A35785E08}"/>
    <pc:docChg chg="undo custSel addSld modSld">
      <pc:chgData name="Owais Ahmed" userId="6abc7d4556b3b071" providerId="LiveId" clId="{B7D18388-F2A5-4D8F-B434-DA7A35785E08}" dt="2023-07-30T17:43:21.164" v="3816" actId="20577"/>
      <pc:docMkLst>
        <pc:docMk/>
      </pc:docMkLst>
      <pc:sldChg chg="modSp add mod modAnim">
        <pc:chgData name="Owais Ahmed" userId="6abc7d4556b3b071" providerId="LiveId" clId="{B7D18388-F2A5-4D8F-B434-DA7A35785E08}" dt="2023-07-30T16:46:09.985" v="670" actId="20577"/>
        <pc:sldMkLst>
          <pc:docMk/>
          <pc:sldMk cId="2596096578" sldId="2510"/>
        </pc:sldMkLst>
        <pc:spChg chg="mod">
          <ac:chgData name="Owais Ahmed" userId="6abc7d4556b3b071" providerId="LiveId" clId="{B7D18388-F2A5-4D8F-B434-DA7A35785E08}" dt="2023-07-30T16:46:09.985" v="670" actId="20577"/>
          <ac:spMkLst>
            <pc:docMk/>
            <pc:sldMk cId="2596096578" sldId="2510"/>
            <ac:spMk id="3" creationId="{4A1C0383-58FE-E486-295E-B33B8683B938}"/>
          </ac:spMkLst>
        </pc:spChg>
        <pc:spChg chg="mod">
          <ac:chgData name="Owais Ahmed" userId="6abc7d4556b3b071" providerId="LiveId" clId="{B7D18388-F2A5-4D8F-B434-DA7A35785E08}" dt="2023-07-30T16:38:19.128" v="12" actId="20577"/>
          <ac:spMkLst>
            <pc:docMk/>
            <pc:sldMk cId="2596096578" sldId="2510"/>
            <ac:spMk id="215" creationId="{00000000-0000-0000-0000-000000000000}"/>
          </ac:spMkLst>
        </pc:spChg>
      </pc:sldChg>
      <pc:sldChg chg="modSp add modAnim">
        <pc:chgData name="Owais Ahmed" userId="6abc7d4556b3b071" providerId="LiveId" clId="{B7D18388-F2A5-4D8F-B434-DA7A35785E08}" dt="2023-07-30T16:55:58.525" v="1900" actId="5793"/>
        <pc:sldMkLst>
          <pc:docMk/>
          <pc:sldMk cId="64818802" sldId="2511"/>
        </pc:sldMkLst>
        <pc:spChg chg="mod">
          <ac:chgData name="Owais Ahmed" userId="6abc7d4556b3b071" providerId="LiveId" clId="{B7D18388-F2A5-4D8F-B434-DA7A35785E08}" dt="2023-07-30T16:55:58.525" v="1900" actId="5793"/>
          <ac:spMkLst>
            <pc:docMk/>
            <pc:sldMk cId="64818802" sldId="2511"/>
            <ac:spMk id="3" creationId="{4A1C0383-58FE-E486-295E-B33B8683B938}"/>
          </ac:spMkLst>
        </pc:spChg>
      </pc:sldChg>
      <pc:sldChg chg="modSp add modAnim">
        <pc:chgData name="Owais Ahmed" userId="6abc7d4556b3b071" providerId="LiveId" clId="{B7D18388-F2A5-4D8F-B434-DA7A35785E08}" dt="2023-07-30T17:40:18.058" v="3462" actId="20577"/>
        <pc:sldMkLst>
          <pc:docMk/>
          <pc:sldMk cId="2129317129" sldId="2512"/>
        </pc:sldMkLst>
        <pc:spChg chg="mod">
          <ac:chgData name="Owais Ahmed" userId="6abc7d4556b3b071" providerId="LiveId" clId="{B7D18388-F2A5-4D8F-B434-DA7A35785E08}" dt="2023-07-30T17:40:18.058" v="3462" actId="20577"/>
          <ac:spMkLst>
            <pc:docMk/>
            <pc:sldMk cId="2129317129" sldId="2512"/>
            <ac:spMk id="3" creationId="{4A1C0383-58FE-E486-295E-B33B8683B938}"/>
          </ac:spMkLst>
        </pc:spChg>
      </pc:sldChg>
      <pc:sldChg chg="modSp add mod modAnim">
        <pc:chgData name="Owais Ahmed" userId="6abc7d4556b3b071" providerId="LiveId" clId="{B7D18388-F2A5-4D8F-B434-DA7A35785E08}" dt="2023-07-30T17:24:08.783" v="3449" actId="27636"/>
        <pc:sldMkLst>
          <pc:docMk/>
          <pc:sldMk cId="2427359866" sldId="2513"/>
        </pc:sldMkLst>
        <pc:spChg chg="mod">
          <ac:chgData name="Owais Ahmed" userId="6abc7d4556b3b071" providerId="LiveId" clId="{B7D18388-F2A5-4D8F-B434-DA7A35785E08}" dt="2023-07-30T17:24:08.783" v="3449" actId="27636"/>
          <ac:spMkLst>
            <pc:docMk/>
            <pc:sldMk cId="2427359866" sldId="2513"/>
            <ac:spMk id="3" creationId="{4A1C0383-58FE-E486-295E-B33B8683B938}"/>
          </ac:spMkLst>
        </pc:spChg>
      </pc:sldChg>
      <pc:sldChg chg="modSp add mod modAnim">
        <pc:chgData name="Owais Ahmed" userId="6abc7d4556b3b071" providerId="LiveId" clId="{B7D18388-F2A5-4D8F-B434-DA7A35785E08}" dt="2023-07-30T17:39:55.405" v="3451" actId="27636"/>
        <pc:sldMkLst>
          <pc:docMk/>
          <pc:sldMk cId="3068889018" sldId="2514"/>
        </pc:sldMkLst>
        <pc:spChg chg="mod">
          <ac:chgData name="Owais Ahmed" userId="6abc7d4556b3b071" providerId="LiveId" clId="{B7D18388-F2A5-4D8F-B434-DA7A35785E08}" dt="2023-07-30T17:39:55.405" v="3451" actId="27636"/>
          <ac:spMkLst>
            <pc:docMk/>
            <pc:sldMk cId="3068889018" sldId="2514"/>
            <ac:spMk id="3" creationId="{4A1C0383-58FE-E486-295E-B33B8683B938}"/>
          </ac:spMkLst>
        </pc:spChg>
      </pc:sldChg>
      <pc:sldChg chg="modSp add mod modAnim">
        <pc:chgData name="Owais Ahmed" userId="6abc7d4556b3b071" providerId="LiveId" clId="{B7D18388-F2A5-4D8F-B434-DA7A35785E08}" dt="2023-07-30T17:43:21.164" v="3816" actId="20577"/>
        <pc:sldMkLst>
          <pc:docMk/>
          <pc:sldMk cId="1205181684" sldId="2515"/>
        </pc:sldMkLst>
        <pc:spChg chg="mod">
          <ac:chgData name="Owais Ahmed" userId="6abc7d4556b3b071" providerId="LiveId" clId="{B7D18388-F2A5-4D8F-B434-DA7A35785E08}" dt="2023-07-30T17:43:21.164" v="3816" actId="20577"/>
          <ac:spMkLst>
            <pc:docMk/>
            <pc:sldMk cId="1205181684" sldId="2515"/>
            <ac:spMk id="3" creationId="{4A1C0383-58FE-E486-295E-B33B8683B938}"/>
          </ac:spMkLst>
        </pc:spChg>
        <pc:spChg chg="mod">
          <ac:chgData name="Owais Ahmed" userId="6abc7d4556b3b071" providerId="LiveId" clId="{B7D18388-F2A5-4D8F-B434-DA7A35785E08}" dt="2023-07-30T17:41:00.269" v="3471" actId="20577"/>
          <ac:spMkLst>
            <pc:docMk/>
            <pc:sldMk cId="1205181684" sldId="2515"/>
            <ac:spMk id="215"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6C2EA2-0EB9-43AF-BBF6-0A4AEB82F496}" type="doc">
      <dgm:prSet loTypeId="urn:microsoft.com/office/officeart/2005/8/layout/hierarchy6" loCatId="hierarchy" qsTypeId="urn:microsoft.com/office/officeart/2005/8/quickstyle/simple1" qsCatId="simple" csTypeId="urn:microsoft.com/office/officeart/2005/8/colors/accent3_3" csCatId="accent3" phldr="1"/>
      <dgm:spPr/>
      <dgm:t>
        <a:bodyPr/>
        <a:lstStyle/>
        <a:p>
          <a:endParaRPr lang="en-US"/>
        </a:p>
      </dgm:t>
    </dgm:pt>
    <dgm:pt modelId="{968C1E63-0131-4B05-84D0-B4737C4FDC88}">
      <dgm:prSet phldrT="[Text]"/>
      <dgm:spPr/>
      <dgm:t>
        <a:bodyPr/>
        <a:lstStyle/>
        <a:p>
          <a:r>
            <a:rPr lang="en-US" dirty="0"/>
            <a:t>Perfect</a:t>
          </a:r>
        </a:p>
      </dgm:t>
    </dgm:pt>
    <dgm:pt modelId="{7EDA1A3E-F325-4F15-91D6-64736CB02C5C}" type="parTrans" cxnId="{7668630D-0B5D-4FFD-9A76-D6EEAE241516}">
      <dgm:prSet/>
      <dgm:spPr/>
      <dgm:t>
        <a:bodyPr/>
        <a:lstStyle/>
        <a:p>
          <a:endParaRPr lang="en-US"/>
        </a:p>
      </dgm:t>
    </dgm:pt>
    <dgm:pt modelId="{67BE3E78-76E3-4065-A5AD-495616E20DCE}" type="sibTrans" cxnId="{7668630D-0B5D-4FFD-9A76-D6EEAE241516}">
      <dgm:prSet/>
      <dgm:spPr/>
      <dgm:t>
        <a:bodyPr/>
        <a:lstStyle/>
        <a:p>
          <a:endParaRPr lang="en-US"/>
        </a:p>
      </dgm:t>
    </dgm:pt>
    <dgm:pt modelId="{785FEA35-A458-49F8-84F1-AD8D498F6627}">
      <dgm:prSet phldrT="[Text]"/>
      <dgm:spPr/>
      <dgm:t>
        <a:bodyPr/>
        <a:lstStyle/>
        <a:p>
          <a:r>
            <a:rPr lang="en-US" dirty="0"/>
            <a:t>1</a:t>
          </a:r>
        </a:p>
      </dgm:t>
    </dgm:pt>
    <dgm:pt modelId="{862F0F1F-8DA2-4714-AB4F-4F8046D9193F}" type="parTrans" cxnId="{AEFBFA92-DC8F-45ED-8500-477FA89F3C32}">
      <dgm:prSet/>
      <dgm:spPr/>
      <dgm:t>
        <a:bodyPr/>
        <a:lstStyle/>
        <a:p>
          <a:endParaRPr lang="en-US"/>
        </a:p>
      </dgm:t>
    </dgm:pt>
    <dgm:pt modelId="{7311744B-C985-4BC9-8307-A2D42140D8DD}" type="sibTrans" cxnId="{AEFBFA92-DC8F-45ED-8500-477FA89F3C32}">
      <dgm:prSet/>
      <dgm:spPr/>
      <dgm:t>
        <a:bodyPr/>
        <a:lstStyle/>
        <a:p>
          <a:endParaRPr lang="en-US"/>
        </a:p>
      </dgm:t>
    </dgm:pt>
    <dgm:pt modelId="{EFA170ED-114B-4C52-A1B9-850180829C62}">
      <dgm:prSet phldrT="[Text]"/>
      <dgm:spPr/>
      <dgm:t>
        <a:bodyPr/>
        <a:lstStyle/>
        <a:p>
          <a:r>
            <a:rPr lang="en-US" dirty="0"/>
            <a:t>2</a:t>
          </a:r>
        </a:p>
      </dgm:t>
    </dgm:pt>
    <dgm:pt modelId="{55A49C76-3DAD-4AAF-97F1-306964812C00}" type="parTrans" cxnId="{D2009BCB-92F2-4748-A5CA-9380C2F43D69}">
      <dgm:prSet/>
      <dgm:spPr/>
      <dgm:t>
        <a:bodyPr/>
        <a:lstStyle/>
        <a:p>
          <a:endParaRPr lang="en-US"/>
        </a:p>
      </dgm:t>
    </dgm:pt>
    <dgm:pt modelId="{2B93F6AE-1844-418B-856F-53A906D4EB96}" type="sibTrans" cxnId="{D2009BCB-92F2-4748-A5CA-9380C2F43D69}">
      <dgm:prSet/>
      <dgm:spPr/>
      <dgm:t>
        <a:bodyPr/>
        <a:lstStyle/>
        <a:p>
          <a:endParaRPr lang="en-US"/>
        </a:p>
      </dgm:t>
    </dgm:pt>
    <dgm:pt modelId="{95CEE22F-294E-4D2E-B9CB-784DC060F7AD}">
      <dgm:prSet phldrT="[Text]"/>
      <dgm:spPr/>
      <dgm:t>
        <a:bodyPr/>
        <a:lstStyle/>
        <a:p>
          <a:r>
            <a:rPr lang="en-US" dirty="0"/>
            <a:t>1.1</a:t>
          </a:r>
        </a:p>
      </dgm:t>
    </dgm:pt>
    <dgm:pt modelId="{9E0D56C7-407C-4208-A452-F5E732C20B73}" type="parTrans" cxnId="{CC057D3C-F6CF-4F9D-9442-8F82259E3DA0}">
      <dgm:prSet/>
      <dgm:spPr/>
      <dgm:t>
        <a:bodyPr/>
        <a:lstStyle/>
        <a:p>
          <a:endParaRPr lang="en-US"/>
        </a:p>
      </dgm:t>
    </dgm:pt>
    <dgm:pt modelId="{773A9425-4A6F-4C7D-9808-F7F868C0271C}" type="sibTrans" cxnId="{CC057D3C-F6CF-4F9D-9442-8F82259E3DA0}">
      <dgm:prSet/>
      <dgm:spPr/>
      <dgm:t>
        <a:bodyPr/>
        <a:lstStyle/>
        <a:p>
          <a:endParaRPr lang="en-US"/>
        </a:p>
      </dgm:t>
    </dgm:pt>
    <dgm:pt modelId="{50835BA4-CC14-438F-9615-52C2E440A160}">
      <dgm:prSet phldrT="[Text]"/>
      <dgm:spPr/>
      <dgm:t>
        <a:bodyPr/>
        <a:lstStyle/>
        <a:p>
          <a:r>
            <a:rPr lang="en-US" dirty="0"/>
            <a:t>1.2</a:t>
          </a:r>
        </a:p>
      </dgm:t>
    </dgm:pt>
    <dgm:pt modelId="{00CDCEC9-1259-4976-A798-50171C0CD098}" type="parTrans" cxnId="{D55FF25F-FC1B-4E96-B50F-315F29752301}">
      <dgm:prSet/>
      <dgm:spPr/>
      <dgm:t>
        <a:bodyPr/>
        <a:lstStyle/>
        <a:p>
          <a:endParaRPr lang="en-US"/>
        </a:p>
      </dgm:t>
    </dgm:pt>
    <dgm:pt modelId="{C30F1643-D97D-4176-98A3-6ED8B4D0F8C3}" type="sibTrans" cxnId="{D55FF25F-FC1B-4E96-B50F-315F29752301}">
      <dgm:prSet/>
      <dgm:spPr/>
      <dgm:t>
        <a:bodyPr/>
        <a:lstStyle/>
        <a:p>
          <a:endParaRPr lang="en-US"/>
        </a:p>
      </dgm:t>
    </dgm:pt>
    <dgm:pt modelId="{40170883-1FF8-4E75-9857-CD5D54720641}">
      <dgm:prSet phldrT="[Text]"/>
      <dgm:spPr/>
      <dgm:t>
        <a:bodyPr/>
        <a:lstStyle/>
        <a:p>
          <a:r>
            <a:rPr lang="en-US" dirty="0"/>
            <a:t>2.1</a:t>
          </a:r>
        </a:p>
      </dgm:t>
    </dgm:pt>
    <dgm:pt modelId="{A03A239D-DF6E-4121-BB73-085E32A8F233}" type="parTrans" cxnId="{C15C03F4-2246-4145-B5E7-9E2FBB0ACA79}">
      <dgm:prSet/>
      <dgm:spPr/>
      <dgm:t>
        <a:bodyPr/>
        <a:lstStyle/>
        <a:p>
          <a:endParaRPr lang="en-US"/>
        </a:p>
      </dgm:t>
    </dgm:pt>
    <dgm:pt modelId="{64AB7CE0-73EE-41B2-9344-4EBA07A13EE1}" type="sibTrans" cxnId="{C15C03F4-2246-4145-B5E7-9E2FBB0ACA79}">
      <dgm:prSet/>
      <dgm:spPr/>
      <dgm:t>
        <a:bodyPr/>
        <a:lstStyle/>
        <a:p>
          <a:endParaRPr lang="en-US"/>
        </a:p>
      </dgm:t>
    </dgm:pt>
    <dgm:pt modelId="{53F024D0-F2E7-451D-BC84-753EF7BC5BD6}">
      <dgm:prSet phldrT="[Text]"/>
      <dgm:spPr/>
      <dgm:t>
        <a:bodyPr/>
        <a:lstStyle/>
        <a:p>
          <a:r>
            <a:rPr lang="en-US" dirty="0"/>
            <a:t>2.2</a:t>
          </a:r>
        </a:p>
      </dgm:t>
    </dgm:pt>
    <dgm:pt modelId="{0097C7E8-37BE-4333-8C4F-93C2CF873137}" type="parTrans" cxnId="{4E1FEE20-E792-471F-A7D8-3878B024CEAC}">
      <dgm:prSet/>
      <dgm:spPr/>
      <dgm:t>
        <a:bodyPr/>
        <a:lstStyle/>
        <a:p>
          <a:endParaRPr lang="en-US"/>
        </a:p>
      </dgm:t>
    </dgm:pt>
    <dgm:pt modelId="{F9F91529-AC03-4568-8BCA-173285F861F8}" type="sibTrans" cxnId="{4E1FEE20-E792-471F-A7D8-3878B024CEAC}">
      <dgm:prSet/>
      <dgm:spPr/>
      <dgm:t>
        <a:bodyPr/>
        <a:lstStyle/>
        <a:p>
          <a:endParaRPr lang="en-US"/>
        </a:p>
      </dgm:t>
    </dgm:pt>
    <dgm:pt modelId="{61511AED-8113-47DB-A8B2-285F051FA41A}">
      <dgm:prSet phldrT="[Text]"/>
      <dgm:spPr/>
      <dgm:t>
        <a:bodyPr/>
        <a:lstStyle/>
        <a:p>
          <a:r>
            <a:rPr lang="en-US" dirty="0"/>
            <a:t>1.1.1</a:t>
          </a:r>
        </a:p>
      </dgm:t>
    </dgm:pt>
    <dgm:pt modelId="{0274626C-16D3-4CDD-B46A-76D26BDBF959}" type="parTrans" cxnId="{5F77FB58-1E24-4FFB-B45B-E624C888612D}">
      <dgm:prSet/>
      <dgm:spPr/>
      <dgm:t>
        <a:bodyPr/>
        <a:lstStyle/>
        <a:p>
          <a:endParaRPr lang="en-US"/>
        </a:p>
      </dgm:t>
    </dgm:pt>
    <dgm:pt modelId="{887005C8-3AB8-4CB5-8836-5842C64E517E}" type="sibTrans" cxnId="{5F77FB58-1E24-4FFB-B45B-E624C888612D}">
      <dgm:prSet/>
      <dgm:spPr/>
      <dgm:t>
        <a:bodyPr/>
        <a:lstStyle/>
        <a:p>
          <a:endParaRPr lang="en-US"/>
        </a:p>
      </dgm:t>
    </dgm:pt>
    <dgm:pt modelId="{6D4543C4-1850-4CD9-A7F3-056DF1FB5611}">
      <dgm:prSet phldrT="[Text]"/>
      <dgm:spPr/>
      <dgm:t>
        <a:bodyPr/>
        <a:lstStyle/>
        <a:p>
          <a:r>
            <a:rPr lang="en-US" dirty="0"/>
            <a:t>1.1.2</a:t>
          </a:r>
        </a:p>
      </dgm:t>
    </dgm:pt>
    <dgm:pt modelId="{36B5F7CA-9F64-4FFA-A7C8-196C42E93986}" type="parTrans" cxnId="{48A31B0E-7D60-4DB0-AD2B-31BA9D409498}">
      <dgm:prSet/>
      <dgm:spPr/>
      <dgm:t>
        <a:bodyPr/>
        <a:lstStyle/>
        <a:p>
          <a:endParaRPr lang="en-US"/>
        </a:p>
      </dgm:t>
    </dgm:pt>
    <dgm:pt modelId="{CB5E9B63-F99A-4A3A-A1D6-49FE496E6B61}" type="sibTrans" cxnId="{48A31B0E-7D60-4DB0-AD2B-31BA9D409498}">
      <dgm:prSet/>
      <dgm:spPr/>
      <dgm:t>
        <a:bodyPr/>
        <a:lstStyle/>
        <a:p>
          <a:endParaRPr lang="en-US"/>
        </a:p>
      </dgm:t>
    </dgm:pt>
    <dgm:pt modelId="{193747C6-6424-4BB1-A94E-8C5B92F0FD51}">
      <dgm:prSet phldrT="[Text]"/>
      <dgm:spPr/>
      <dgm:t>
        <a:bodyPr/>
        <a:lstStyle/>
        <a:p>
          <a:r>
            <a:rPr lang="en-US" dirty="0"/>
            <a:t>1.2.1</a:t>
          </a:r>
        </a:p>
      </dgm:t>
    </dgm:pt>
    <dgm:pt modelId="{C6FD1E74-6594-4E7C-8C23-6CB7FC67EFA6}" type="parTrans" cxnId="{5817E73C-1756-4A57-BAC9-02D38C4C867C}">
      <dgm:prSet/>
      <dgm:spPr/>
      <dgm:t>
        <a:bodyPr/>
        <a:lstStyle/>
        <a:p>
          <a:endParaRPr lang="en-US"/>
        </a:p>
      </dgm:t>
    </dgm:pt>
    <dgm:pt modelId="{31031EC0-6B88-43BB-A068-0D35EDBF8CCB}" type="sibTrans" cxnId="{5817E73C-1756-4A57-BAC9-02D38C4C867C}">
      <dgm:prSet/>
      <dgm:spPr/>
      <dgm:t>
        <a:bodyPr/>
        <a:lstStyle/>
        <a:p>
          <a:endParaRPr lang="en-US"/>
        </a:p>
      </dgm:t>
    </dgm:pt>
    <dgm:pt modelId="{0BC09B3D-48E9-4160-8C00-ECCE59F38EA7}">
      <dgm:prSet phldrT="[Text]"/>
      <dgm:spPr/>
      <dgm:t>
        <a:bodyPr/>
        <a:lstStyle/>
        <a:p>
          <a:r>
            <a:rPr lang="en-US" dirty="0"/>
            <a:t>1.2.2</a:t>
          </a:r>
        </a:p>
      </dgm:t>
    </dgm:pt>
    <dgm:pt modelId="{B6F1B484-A920-4008-8FCD-3F0C123A1B4B}" type="parTrans" cxnId="{3CEAD38E-BE52-4BA9-AD69-CB349741ED73}">
      <dgm:prSet/>
      <dgm:spPr/>
      <dgm:t>
        <a:bodyPr/>
        <a:lstStyle/>
        <a:p>
          <a:endParaRPr lang="en-US"/>
        </a:p>
      </dgm:t>
    </dgm:pt>
    <dgm:pt modelId="{77D7DA2A-4E68-48F3-8D8B-03FF760C9FA0}" type="sibTrans" cxnId="{3CEAD38E-BE52-4BA9-AD69-CB349741ED73}">
      <dgm:prSet/>
      <dgm:spPr/>
      <dgm:t>
        <a:bodyPr/>
        <a:lstStyle/>
        <a:p>
          <a:endParaRPr lang="en-US"/>
        </a:p>
      </dgm:t>
    </dgm:pt>
    <dgm:pt modelId="{64E67860-6C36-44CD-A40D-03CD6F263B4E}">
      <dgm:prSet phldrT="[Text]"/>
      <dgm:spPr/>
      <dgm:t>
        <a:bodyPr/>
        <a:lstStyle/>
        <a:p>
          <a:r>
            <a:rPr lang="en-US" dirty="0"/>
            <a:t>2.1.1</a:t>
          </a:r>
        </a:p>
      </dgm:t>
    </dgm:pt>
    <dgm:pt modelId="{7E6ED18E-C7BE-41FB-BD3B-A8FA7113E150}" type="parTrans" cxnId="{8B929131-6EAA-40A1-8784-B514261C6873}">
      <dgm:prSet/>
      <dgm:spPr/>
      <dgm:t>
        <a:bodyPr/>
        <a:lstStyle/>
        <a:p>
          <a:endParaRPr lang="en-US"/>
        </a:p>
      </dgm:t>
    </dgm:pt>
    <dgm:pt modelId="{C0342113-6B9D-4EEA-B321-9451CF0E29E3}" type="sibTrans" cxnId="{8B929131-6EAA-40A1-8784-B514261C6873}">
      <dgm:prSet/>
      <dgm:spPr/>
      <dgm:t>
        <a:bodyPr/>
        <a:lstStyle/>
        <a:p>
          <a:endParaRPr lang="en-US"/>
        </a:p>
      </dgm:t>
    </dgm:pt>
    <dgm:pt modelId="{28438D95-DD3A-4616-BACA-34BADB1D0E0C}">
      <dgm:prSet phldrT="[Text]"/>
      <dgm:spPr/>
      <dgm:t>
        <a:bodyPr/>
        <a:lstStyle/>
        <a:p>
          <a:r>
            <a:rPr lang="en-US" dirty="0"/>
            <a:t>2.1.2</a:t>
          </a:r>
        </a:p>
      </dgm:t>
    </dgm:pt>
    <dgm:pt modelId="{DDF8327D-47B7-4E92-93BD-F7310217094C}" type="parTrans" cxnId="{DF4C848A-8755-4768-868F-4500783A7C36}">
      <dgm:prSet/>
      <dgm:spPr/>
      <dgm:t>
        <a:bodyPr/>
        <a:lstStyle/>
        <a:p>
          <a:endParaRPr lang="en-US"/>
        </a:p>
      </dgm:t>
    </dgm:pt>
    <dgm:pt modelId="{0390895E-43A3-48FE-AA9A-040F43BBD757}" type="sibTrans" cxnId="{DF4C848A-8755-4768-868F-4500783A7C36}">
      <dgm:prSet/>
      <dgm:spPr/>
      <dgm:t>
        <a:bodyPr/>
        <a:lstStyle/>
        <a:p>
          <a:endParaRPr lang="en-US"/>
        </a:p>
      </dgm:t>
    </dgm:pt>
    <dgm:pt modelId="{F5BECCD4-0EE8-4034-9312-9C4FC26C12AC}">
      <dgm:prSet phldrT="[Text]"/>
      <dgm:spPr/>
      <dgm:t>
        <a:bodyPr/>
        <a:lstStyle/>
        <a:p>
          <a:r>
            <a:rPr lang="en-US" dirty="0"/>
            <a:t>2.2.1</a:t>
          </a:r>
        </a:p>
      </dgm:t>
    </dgm:pt>
    <dgm:pt modelId="{2609F3E0-A1C2-439C-95CC-BC2A87729C68}" type="parTrans" cxnId="{CE726484-DBEB-46B7-BD84-27711BDA94F7}">
      <dgm:prSet/>
      <dgm:spPr/>
      <dgm:t>
        <a:bodyPr/>
        <a:lstStyle/>
        <a:p>
          <a:endParaRPr lang="en-US"/>
        </a:p>
      </dgm:t>
    </dgm:pt>
    <dgm:pt modelId="{DFEA597E-9335-4331-B89F-9A6017FB629B}" type="sibTrans" cxnId="{CE726484-DBEB-46B7-BD84-27711BDA94F7}">
      <dgm:prSet/>
      <dgm:spPr/>
      <dgm:t>
        <a:bodyPr/>
        <a:lstStyle/>
        <a:p>
          <a:endParaRPr lang="en-US"/>
        </a:p>
      </dgm:t>
    </dgm:pt>
    <dgm:pt modelId="{C09EE53E-2431-4231-8CF5-BD9C126141A1}">
      <dgm:prSet phldrT="[Text]"/>
      <dgm:spPr/>
      <dgm:t>
        <a:bodyPr/>
        <a:lstStyle/>
        <a:p>
          <a:r>
            <a:rPr lang="en-US" dirty="0"/>
            <a:t>2.2.2</a:t>
          </a:r>
        </a:p>
      </dgm:t>
    </dgm:pt>
    <dgm:pt modelId="{1B5C9251-101E-48CF-85F1-9535F863956F}" type="parTrans" cxnId="{308E13F2-1DCE-44D0-848A-842CC04BEA88}">
      <dgm:prSet/>
      <dgm:spPr/>
      <dgm:t>
        <a:bodyPr/>
        <a:lstStyle/>
        <a:p>
          <a:endParaRPr lang="en-US"/>
        </a:p>
      </dgm:t>
    </dgm:pt>
    <dgm:pt modelId="{DF541F12-A155-466C-A5F9-883EE48882A5}" type="sibTrans" cxnId="{308E13F2-1DCE-44D0-848A-842CC04BEA88}">
      <dgm:prSet/>
      <dgm:spPr/>
      <dgm:t>
        <a:bodyPr/>
        <a:lstStyle/>
        <a:p>
          <a:endParaRPr lang="en-US"/>
        </a:p>
      </dgm:t>
    </dgm:pt>
    <dgm:pt modelId="{FCD13E9D-2083-4D6B-B5EC-D93DBD91068D}" type="pres">
      <dgm:prSet presAssocID="{9E6C2EA2-0EB9-43AF-BBF6-0A4AEB82F496}" presName="mainComposite" presStyleCnt="0">
        <dgm:presLayoutVars>
          <dgm:chPref val="1"/>
          <dgm:dir/>
          <dgm:animOne val="branch"/>
          <dgm:animLvl val="lvl"/>
          <dgm:resizeHandles val="exact"/>
        </dgm:presLayoutVars>
      </dgm:prSet>
      <dgm:spPr/>
    </dgm:pt>
    <dgm:pt modelId="{B84F840C-69DC-4F4C-9847-39A5B3FD114B}" type="pres">
      <dgm:prSet presAssocID="{9E6C2EA2-0EB9-43AF-BBF6-0A4AEB82F496}" presName="hierFlow" presStyleCnt="0"/>
      <dgm:spPr/>
    </dgm:pt>
    <dgm:pt modelId="{ACF76D91-5D84-492D-885C-69C656137291}" type="pres">
      <dgm:prSet presAssocID="{9E6C2EA2-0EB9-43AF-BBF6-0A4AEB82F496}" presName="hierChild1" presStyleCnt="0">
        <dgm:presLayoutVars>
          <dgm:chPref val="1"/>
          <dgm:animOne val="branch"/>
          <dgm:animLvl val="lvl"/>
        </dgm:presLayoutVars>
      </dgm:prSet>
      <dgm:spPr/>
    </dgm:pt>
    <dgm:pt modelId="{327818E2-FB45-4FCA-BEDA-A3E522A14CCC}" type="pres">
      <dgm:prSet presAssocID="{968C1E63-0131-4B05-84D0-B4737C4FDC88}" presName="Name14" presStyleCnt="0"/>
      <dgm:spPr/>
    </dgm:pt>
    <dgm:pt modelId="{3421162A-D218-45BB-BF46-EB893897CD16}" type="pres">
      <dgm:prSet presAssocID="{968C1E63-0131-4B05-84D0-B4737C4FDC88}" presName="level1Shape" presStyleLbl="node0" presStyleIdx="0" presStyleCnt="1" custScaleX="247627">
        <dgm:presLayoutVars>
          <dgm:chPref val="3"/>
        </dgm:presLayoutVars>
      </dgm:prSet>
      <dgm:spPr/>
    </dgm:pt>
    <dgm:pt modelId="{B1DD3BBF-AC3B-4C43-BA56-A8A8788C22EE}" type="pres">
      <dgm:prSet presAssocID="{968C1E63-0131-4B05-84D0-B4737C4FDC88}" presName="hierChild2" presStyleCnt="0"/>
      <dgm:spPr/>
    </dgm:pt>
    <dgm:pt modelId="{F0B291BF-FE4A-42AC-8A6C-7706B04780EB}" type="pres">
      <dgm:prSet presAssocID="{862F0F1F-8DA2-4714-AB4F-4F8046D9193F}" presName="Name19" presStyleLbl="parChTrans1D2" presStyleIdx="0" presStyleCnt="2"/>
      <dgm:spPr/>
    </dgm:pt>
    <dgm:pt modelId="{9E881BBE-E553-4C48-8F8C-A0C7843E72F6}" type="pres">
      <dgm:prSet presAssocID="{785FEA35-A458-49F8-84F1-AD8D498F6627}" presName="Name21" presStyleCnt="0"/>
      <dgm:spPr/>
    </dgm:pt>
    <dgm:pt modelId="{00693EE9-2695-4745-BD2D-BD227DBD3A42}" type="pres">
      <dgm:prSet presAssocID="{785FEA35-A458-49F8-84F1-AD8D498F6627}" presName="level2Shape" presStyleLbl="node2" presStyleIdx="0" presStyleCnt="2"/>
      <dgm:spPr/>
    </dgm:pt>
    <dgm:pt modelId="{6376326A-2D1B-46E1-99F8-5908B9E7A7D8}" type="pres">
      <dgm:prSet presAssocID="{785FEA35-A458-49F8-84F1-AD8D498F6627}" presName="hierChild3" presStyleCnt="0"/>
      <dgm:spPr/>
    </dgm:pt>
    <dgm:pt modelId="{60D17914-377C-4664-AF80-F2B03863439B}" type="pres">
      <dgm:prSet presAssocID="{9E0D56C7-407C-4208-A452-F5E732C20B73}" presName="Name19" presStyleLbl="parChTrans1D3" presStyleIdx="0" presStyleCnt="4"/>
      <dgm:spPr/>
    </dgm:pt>
    <dgm:pt modelId="{96152FA2-1333-4DD1-913C-851FD508FD32}" type="pres">
      <dgm:prSet presAssocID="{95CEE22F-294E-4D2E-B9CB-784DC060F7AD}" presName="Name21" presStyleCnt="0"/>
      <dgm:spPr/>
    </dgm:pt>
    <dgm:pt modelId="{9F512629-9091-4289-A0CC-6C084ABB8213}" type="pres">
      <dgm:prSet presAssocID="{95CEE22F-294E-4D2E-B9CB-784DC060F7AD}" presName="level2Shape" presStyleLbl="node3" presStyleIdx="0" presStyleCnt="4"/>
      <dgm:spPr/>
    </dgm:pt>
    <dgm:pt modelId="{4B328620-3892-4226-BA24-47A3C7A8E84F}" type="pres">
      <dgm:prSet presAssocID="{95CEE22F-294E-4D2E-B9CB-784DC060F7AD}" presName="hierChild3" presStyleCnt="0"/>
      <dgm:spPr/>
    </dgm:pt>
    <dgm:pt modelId="{CACCA18F-8929-4CC3-BEF8-E8903F21B110}" type="pres">
      <dgm:prSet presAssocID="{0274626C-16D3-4CDD-B46A-76D26BDBF959}" presName="Name19" presStyleLbl="parChTrans1D4" presStyleIdx="0" presStyleCnt="8"/>
      <dgm:spPr/>
    </dgm:pt>
    <dgm:pt modelId="{3ADB5B9B-4958-4954-B4FB-2FDDA649D486}" type="pres">
      <dgm:prSet presAssocID="{61511AED-8113-47DB-A8B2-285F051FA41A}" presName="Name21" presStyleCnt="0"/>
      <dgm:spPr/>
    </dgm:pt>
    <dgm:pt modelId="{D9191D8F-93D5-41DF-9FB9-BFFA16604363}" type="pres">
      <dgm:prSet presAssocID="{61511AED-8113-47DB-A8B2-285F051FA41A}" presName="level2Shape" presStyleLbl="node4" presStyleIdx="0" presStyleCnt="8"/>
      <dgm:spPr/>
    </dgm:pt>
    <dgm:pt modelId="{998ADDE7-74F0-4E70-972E-8E5CCA8064F0}" type="pres">
      <dgm:prSet presAssocID="{61511AED-8113-47DB-A8B2-285F051FA41A}" presName="hierChild3" presStyleCnt="0"/>
      <dgm:spPr/>
    </dgm:pt>
    <dgm:pt modelId="{27857633-8797-49F9-B30C-865041B34AFC}" type="pres">
      <dgm:prSet presAssocID="{36B5F7CA-9F64-4FFA-A7C8-196C42E93986}" presName="Name19" presStyleLbl="parChTrans1D4" presStyleIdx="1" presStyleCnt="8"/>
      <dgm:spPr/>
    </dgm:pt>
    <dgm:pt modelId="{26B60292-45B2-4F9D-B075-69A535ECF31C}" type="pres">
      <dgm:prSet presAssocID="{6D4543C4-1850-4CD9-A7F3-056DF1FB5611}" presName="Name21" presStyleCnt="0"/>
      <dgm:spPr/>
    </dgm:pt>
    <dgm:pt modelId="{007664BF-D8FF-4D4B-ABBE-A68B843C3E30}" type="pres">
      <dgm:prSet presAssocID="{6D4543C4-1850-4CD9-A7F3-056DF1FB5611}" presName="level2Shape" presStyleLbl="node4" presStyleIdx="1" presStyleCnt="8"/>
      <dgm:spPr/>
    </dgm:pt>
    <dgm:pt modelId="{26D66703-71E7-49EC-9DD5-32C6CF05DA92}" type="pres">
      <dgm:prSet presAssocID="{6D4543C4-1850-4CD9-A7F3-056DF1FB5611}" presName="hierChild3" presStyleCnt="0"/>
      <dgm:spPr/>
    </dgm:pt>
    <dgm:pt modelId="{C2AD0EE9-5245-4A16-8814-B573A7E7083F}" type="pres">
      <dgm:prSet presAssocID="{00CDCEC9-1259-4976-A798-50171C0CD098}" presName="Name19" presStyleLbl="parChTrans1D3" presStyleIdx="1" presStyleCnt="4"/>
      <dgm:spPr/>
    </dgm:pt>
    <dgm:pt modelId="{C4717975-768A-435F-98B4-A987CE9C1DAB}" type="pres">
      <dgm:prSet presAssocID="{50835BA4-CC14-438F-9615-52C2E440A160}" presName="Name21" presStyleCnt="0"/>
      <dgm:spPr/>
    </dgm:pt>
    <dgm:pt modelId="{6456920C-B706-4FCA-ACF7-32EB3A7C477F}" type="pres">
      <dgm:prSet presAssocID="{50835BA4-CC14-438F-9615-52C2E440A160}" presName="level2Shape" presStyleLbl="node3" presStyleIdx="1" presStyleCnt="4"/>
      <dgm:spPr/>
    </dgm:pt>
    <dgm:pt modelId="{AC7AC821-872D-4397-945C-163B8E704E05}" type="pres">
      <dgm:prSet presAssocID="{50835BA4-CC14-438F-9615-52C2E440A160}" presName="hierChild3" presStyleCnt="0"/>
      <dgm:spPr/>
    </dgm:pt>
    <dgm:pt modelId="{C59A946A-0810-4782-99EE-5AA18399E4FD}" type="pres">
      <dgm:prSet presAssocID="{C6FD1E74-6594-4E7C-8C23-6CB7FC67EFA6}" presName="Name19" presStyleLbl="parChTrans1D4" presStyleIdx="2" presStyleCnt="8"/>
      <dgm:spPr/>
    </dgm:pt>
    <dgm:pt modelId="{869C5EAD-DD86-4EE4-A3FD-D82F51D029AC}" type="pres">
      <dgm:prSet presAssocID="{193747C6-6424-4BB1-A94E-8C5B92F0FD51}" presName="Name21" presStyleCnt="0"/>
      <dgm:spPr/>
    </dgm:pt>
    <dgm:pt modelId="{11952A07-DBDC-42E4-AAF8-51B99F7D3347}" type="pres">
      <dgm:prSet presAssocID="{193747C6-6424-4BB1-A94E-8C5B92F0FD51}" presName="level2Shape" presStyleLbl="node4" presStyleIdx="2" presStyleCnt="8"/>
      <dgm:spPr/>
    </dgm:pt>
    <dgm:pt modelId="{D3B533E8-5EAF-45B9-B48A-6A0438F1DD0F}" type="pres">
      <dgm:prSet presAssocID="{193747C6-6424-4BB1-A94E-8C5B92F0FD51}" presName="hierChild3" presStyleCnt="0"/>
      <dgm:spPr/>
    </dgm:pt>
    <dgm:pt modelId="{F7C231F5-C648-49B4-B8B2-D1A83C3550C6}" type="pres">
      <dgm:prSet presAssocID="{B6F1B484-A920-4008-8FCD-3F0C123A1B4B}" presName="Name19" presStyleLbl="parChTrans1D4" presStyleIdx="3" presStyleCnt="8"/>
      <dgm:spPr/>
    </dgm:pt>
    <dgm:pt modelId="{38330B2B-51F0-411A-A2F7-8FB2ACAF9A4E}" type="pres">
      <dgm:prSet presAssocID="{0BC09B3D-48E9-4160-8C00-ECCE59F38EA7}" presName="Name21" presStyleCnt="0"/>
      <dgm:spPr/>
    </dgm:pt>
    <dgm:pt modelId="{D96090C3-30D8-4BF5-887C-1B9E57813E6D}" type="pres">
      <dgm:prSet presAssocID="{0BC09B3D-48E9-4160-8C00-ECCE59F38EA7}" presName="level2Shape" presStyleLbl="node4" presStyleIdx="3" presStyleCnt="8"/>
      <dgm:spPr/>
    </dgm:pt>
    <dgm:pt modelId="{8A25EBB4-A858-4B37-A965-B12A9573C078}" type="pres">
      <dgm:prSet presAssocID="{0BC09B3D-48E9-4160-8C00-ECCE59F38EA7}" presName="hierChild3" presStyleCnt="0"/>
      <dgm:spPr/>
    </dgm:pt>
    <dgm:pt modelId="{77E45A8D-9CBF-46BE-A011-C9C9EA6D9A95}" type="pres">
      <dgm:prSet presAssocID="{55A49C76-3DAD-4AAF-97F1-306964812C00}" presName="Name19" presStyleLbl="parChTrans1D2" presStyleIdx="1" presStyleCnt="2"/>
      <dgm:spPr/>
    </dgm:pt>
    <dgm:pt modelId="{CF10A214-B9F2-458E-B832-DBEC00EE5639}" type="pres">
      <dgm:prSet presAssocID="{EFA170ED-114B-4C52-A1B9-850180829C62}" presName="Name21" presStyleCnt="0"/>
      <dgm:spPr/>
    </dgm:pt>
    <dgm:pt modelId="{F3968655-0C96-4C85-B6CF-CB1BC9ED4471}" type="pres">
      <dgm:prSet presAssocID="{EFA170ED-114B-4C52-A1B9-850180829C62}" presName="level2Shape" presStyleLbl="node2" presStyleIdx="1" presStyleCnt="2"/>
      <dgm:spPr/>
    </dgm:pt>
    <dgm:pt modelId="{2EAC2F68-05E7-4949-A27F-F1214B16382D}" type="pres">
      <dgm:prSet presAssocID="{EFA170ED-114B-4C52-A1B9-850180829C62}" presName="hierChild3" presStyleCnt="0"/>
      <dgm:spPr/>
    </dgm:pt>
    <dgm:pt modelId="{0977C60E-3BA1-4089-AC06-9A3D6BC5F3B0}" type="pres">
      <dgm:prSet presAssocID="{A03A239D-DF6E-4121-BB73-085E32A8F233}" presName="Name19" presStyleLbl="parChTrans1D3" presStyleIdx="2" presStyleCnt="4"/>
      <dgm:spPr/>
    </dgm:pt>
    <dgm:pt modelId="{26B59560-61FF-4151-A3E2-74FB44DFD935}" type="pres">
      <dgm:prSet presAssocID="{40170883-1FF8-4E75-9857-CD5D54720641}" presName="Name21" presStyleCnt="0"/>
      <dgm:spPr/>
    </dgm:pt>
    <dgm:pt modelId="{119F338C-739F-4CF2-B1B4-D4E763C4552B}" type="pres">
      <dgm:prSet presAssocID="{40170883-1FF8-4E75-9857-CD5D54720641}" presName="level2Shape" presStyleLbl="node3" presStyleIdx="2" presStyleCnt="4"/>
      <dgm:spPr/>
    </dgm:pt>
    <dgm:pt modelId="{24AFB99E-5898-46CA-A9EA-A06F0C8ED23D}" type="pres">
      <dgm:prSet presAssocID="{40170883-1FF8-4E75-9857-CD5D54720641}" presName="hierChild3" presStyleCnt="0"/>
      <dgm:spPr/>
    </dgm:pt>
    <dgm:pt modelId="{F54FDFA7-54DE-4A3D-8E52-E9E2E178A95F}" type="pres">
      <dgm:prSet presAssocID="{7E6ED18E-C7BE-41FB-BD3B-A8FA7113E150}" presName="Name19" presStyleLbl="parChTrans1D4" presStyleIdx="4" presStyleCnt="8"/>
      <dgm:spPr/>
    </dgm:pt>
    <dgm:pt modelId="{EC0A00F6-5473-4E25-A4A9-2D7B941767A3}" type="pres">
      <dgm:prSet presAssocID="{64E67860-6C36-44CD-A40D-03CD6F263B4E}" presName="Name21" presStyleCnt="0"/>
      <dgm:spPr/>
    </dgm:pt>
    <dgm:pt modelId="{3CF00111-D210-4F20-B26C-09A5D02AD68E}" type="pres">
      <dgm:prSet presAssocID="{64E67860-6C36-44CD-A40D-03CD6F263B4E}" presName="level2Shape" presStyleLbl="node4" presStyleIdx="4" presStyleCnt="8"/>
      <dgm:spPr/>
    </dgm:pt>
    <dgm:pt modelId="{D0FBAAA8-6645-445C-BFC4-480DC26051DE}" type="pres">
      <dgm:prSet presAssocID="{64E67860-6C36-44CD-A40D-03CD6F263B4E}" presName="hierChild3" presStyleCnt="0"/>
      <dgm:spPr/>
    </dgm:pt>
    <dgm:pt modelId="{6ACB09EB-7214-4D1D-869A-C47575E588B6}" type="pres">
      <dgm:prSet presAssocID="{DDF8327D-47B7-4E92-93BD-F7310217094C}" presName="Name19" presStyleLbl="parChTrans1D4" presStyleIdx="5" presStyleCnt="8"/>
      <dgm:spPr/>
    </dgm:pt>
    <dgm:pt modelId="{285EDC49-3AB3-4CE7-9695-BBC0D4AF856F}" type="pres">
      <dgm:prSet presAssocID="{28438D95-DD3A-4616-BACA-34BADB1D0E0C}" presName="Name21" presStyleCnt="0"/>
      <dgm:spPr/>
    </dgm:pt>
    <dgm:pt modelId="{3A96F506-F1A1-49BB-B9A6-BCF180D33F9F}" type="pres">
      <dgm:prSet presAssocID="{28438D95-DD3A-4616-BACA-34BADB1D0E0C}" presName="level2Shape" presStyleLbl="node4" presStyleIdx="5" presStyleCnt="8"/>
      <dgm:spPr/>
    </dgm:pt>
    <dgm:pt modelId="{AC979CF4-42A2-4B69-8C43-E50639E12099}" type="pres">
      <dgm:prSet presAssocID="{28438D95-DD3A-4616-BACA-34BADB1D0E0C}" presName="hierChild3" presStyleCnt="0"/>
      <dgm:spPr/>
    </dgm:pt>
    <dgm:pt modelId="{B25E3B4F-E139-43AF-8811-A50D1AEB60BA}" type="pres">
      <dgm:prSet presAssocID="{0097C7E8-37BE-4333-8C4F-93C2CF873137}" presName="Name19" presStyleLbl="parChTrans1D3" presStyleIdx="3" presStyleCnt="4"/>
      <dgm:spPr/>
    </dgm:pt>
    <dgm:pt modelId="{207E50A0-A3EF-4FF3-B102-7E8BA1884BB0}" type="pres">
      <dgm:prSet presAssocID="{53F024D0-F2E7-451D-BC84-753EF7BC5BD6}" presName="Name21" presStyleCnt="0"/>
      <dgm:spPr/>
    </dgm:pt>
    <dgm:pt modelId="{97EC3096-0550-444F-AC95-617192243137}" type="pres">
      <dgm:prSet presAssocID="{53F024D0-F2E7-451D-BC84-753EF7BC5BD6}" presName="level2Shape" presStyleLbl="node3" presStyleIdx="3" presStyleCnt="4"/>
      <dgm:spPr/>
    </dgm:pt>
    <dgm:pt modelId="{512A476A-8CE5-4012-8510-166E145B5ECF}" type="pres">
      <dgm:prSet presAssocID="{53F024D0-F2E7-451D-BC84-753EF7BC5BD6}" presName="hierChild3" presStyleCnt="0"/>
      <dgm:spPr/>
    </dgm:pt>
    <dgm:pt modelId="{4E46117C-C2FE-4779-B59D-952A64B25DA2}" type="pres">
      <dgm:prSet presAssocID="{2609F3E0-A1C2-439C-95CC-BC2A87729C68}" presName="Name19" presStyleLbl="parChTrans1D4" presStyleIdx="6" presStyleCnt="8"/>
      <dgm:spPr/>
    </dgm:pt>
    <dgm:pt modelId="{8D50B230-F680-474D-B3A9-B347FFF33D1C}" type="pres">
      <dgm:prSet presAssocID="{F5BECCD4-0EE8-4034-9312-9C4FC26C12AC}" presName="Name21" presStyleCnt="0"/>
      <dgm:spPr/>
    </dgm:pt>
    <dgm:pt modelId="{F00B5978-1698-4881-8208-8E70EF6EDE61}" type="pres">
      <dgm:prSet presAssocID="{F5BECCD4-0EE8-4034-9312-9C4FC26C12AC}" presName="level2Shape" presStyleLbl="node4" presStyleIdx="6" presStyleCnt="8"/>
      <dgm:spPr/>
    </dgm:pt>
    <dgm:pt modelId="{A0EBDB04-CA45-41D2-9D42-8C47D6CF0F8F}" type="pres">
      <dgm:prSet presAssocID="{F5BECCD4-0EE8-4034-9312-9C4FC26C12AC}" presName="hierChild3" presStyleCnt="0"/>
      <dgm:spPr/>
    </dgm:pt>
    <dgm:pt modelId="{F8222C10-B008-44C3-A546-3F53372E40E2}" type="pres">
      <dgm:prSet presAssocID="{1B5C9251-101E-48CF-85F1-9535F863956F}" presName="Name19" presStyleLbl="parChTrans1D4" presStyleIdx="7" presStyleCnt="8"/>
      <dgm:spPr/>
    </dgm:pt>
    <dgm:pt modelId="{E3EABA3D-1D21-4C8F-BF6E-B5939D0C23BD}" type="pres">
      <dgm:prSet presAssocID="{C09EE53E-2431-4231-8CF5-BD9C126141A1}" presName="Name21" presStyleCnt="0"/>
      <dgm:spPr/>
    </dgm:pt>
    <dgm:pt modelId="{455D2A7C-98DF-4EE5-8795-269667A49AD1}" type="pres">
      <dgm:prSet presAssocID="{C09EE53E-2431-4231-8CF5-BD9C126141A1}" presName="level2Shape" presStyleLbl="node4" presStyleIdx="7" presStyleCnt="8"/>
      <dgm:spPr/>
    </dgm:pt>
    <dgm:pt modelId="{9583A3A9-4C7A-403D-AE58-51D6AA467541}" type="pres">
      <dgm:prSet presAssocID="{C09EE53E-2431-4231-8CF5-BD9C126141A1}" presName="hierChild3" presStyleCnt="0"/>
      <dgm:spPr/>
    </dgm:pt>
    <dgm:pt modelId="{3B598392-CEE4-401B-8D39-337943B7B28A}" type="pres">
      <dgm:prSet presAssocID="{9E6C2EA2-0EB9-43AF-BBF6-0A4AEB82F496}" presName="bgShapesFlow" presStyleCnt="0"/>
      <dgm:spPr/>
    </dgm:pt>
  </dgm:ptLst>
  <dgm:cxnLst>
    <dgm:cxn modelId="{9B366005-53D9-4471-AD24-EEE453AB708F}" type="presOf" srcId="{EFA170ED-114B-4C52-A1B9-850180829C62}" destId="{F3968655-0C96-4C85-B6CF-CB1BC9ED4471}" srcOrd="0" destOrd="0" presId="urn:microsoft.com/office/officeart/2005/8/layout/hierarchy6"/>
    <dgm:cxn modelId="{C987D406-AB84-4783-AC15-9FE06B06A4B8}" type="presOf" srcId="{862F0F1F-8DA2-4714-AB4F-4F8046D9193F}" destId="{F0B291BF-FE4A-42AC-8A6C-7706B04780EB}" srcOrd="0" destOrd="0" presId="urn:microsoft.com/office/officeart/2005/8/layout/hierarchy6"/>
    <dgm:cxn modelId="{DB4CAF09-71F1-4495-BA98-57F73C878CCC}" type="presOf" srcId="{0BC09B3D-48E9-4160-8C00-ECCE59F38EA7}" destId="{D96090C3-30D8-4BF5-887C-1B9E57813E6D}" srcOrd="0" destOrd="0" presId="urn:microsoft.com/office/officeart/2005/8/layout/hierarchy6"/>
    <dgm:cxn modelId="{D8E52E0B-4F71-4E22-BED1-685C4EC0E249}" type="presOf" srcId="{50835BA4-CC14-438F-9615-52C2E440A160}" destId="{6456920C-B706-4FCA-ACF7-32EB3A7C477F}" srcOrd="0" destOrd="0" presId="urn:microsoft.com/office/officeart/2005/8/layout/hierarchy6"/>
    <dgm:cxn modelId="{7668630D-0B5D-4FFD-9A76-D6EEAE241516}" srcId="{9E6C2EA2-0EB9-43AF-BBF6-0A4AEB82F496}" destId="{968C1E63-0131-4B05-84D0-B4737C4FDC88}" srcOrd="0" destOrd="0" parTransId="{7EDA1A3E-F325-4F15-91D6-64736CB02C5C}" sibTransId="{67BE3E78-76E3-4065-A5AD-495616E20DCE}"/>
    <dgm:cxn modelId="{48A31B0E-7D60-4DB0-AD2B-31BA9D409498}" srcId="{95CEE22F-294E-4D2E-B9CB-784DC060F7AD}" destId="{6D4543C4-1850-4CD9-A7F3-056DF1FB5611}" srcOrd="1" destOrd="0" parTransId="{36B5F7CA-9F64-4FFA-A7C8-196C42E93986}" sibTransId="{CB5E9B63-F99A-4A3A-A1D6-49FE496E6B61}"/>
    <dgm:cxn modelId="{9F7E5018-6295-4305-BF72-D42267AD4751}" type="presOf" srcId="{968C1E63-0131-4B05-84D0-B4737C4FDC88}" destId="{3421162A-D218-45BB-BF46-EB893897CD16}" srcOrd="0" destOrd="0" presId="urn:microsoft.com/office/officeart/2005/8/layout/hierarchy6"/>
    <dgm:cxn modelId="{E194E41A-8D87-4360-BF8B-A78071259379}" type="presOf" srcId="{785FEA35-A458-49F8-84F1-AD8D498F6627}" destId="{00693EE9-2695-4745-BD2D-BD227DBD3A42}" srcOrd="0" destOrd="0" presId="urn:microsoft.com/office/officeart/2005/8/layout/hierarchy6"/>
    <dgm:cxn modelId="{F079611B-4F6B-4D8D-8EC8-618BC2FCC8A3}" type="presOf" srcId="{193747C6-6424-4BB1-A94E-8C5B92F0FD51}" destId="{11952A07-DBDC-42E4-AAF8-51B99F7D3347}" srcOrd="0" destOrd="0" presId="urn:microsoft.com/office/officeart/2005/8/layout/hierarchy6"/>
    <dgm:cxn modelId="{7ACB941F-A7C5-4F53-87BE-27F3DADCB429}" type="presOf" srcId="{2609F3E0-A1C2-439C-95CC-BC2A87729C68}" destId="{4E46117C-C2FE-4779-B59D-952A64B25DA2}" srcOrd="0" destOrd="0" presId="urn:microsoft.com/office/officeart/2005/8/layout/hierarchy6"/>
    <dgm:cxn modelId="{4E1FEE20-E792-471F-A7D8-3878B024CEAC}" srcId="{EFA170ED-114B-4C52-A1B9-850180829C62}" destId="{53F024D0-F2E7-451D-BC84-753EF7BC5BD6}" srcOrd="1" destOrd="0" parTransId="{0097C7E8-37BE-4333-8C4F-93C2CF873137}" sibTransId="{F9F91529-AC03-4568-8BCA-173285F861F8}"/>
    <dgm:cxn modelId="{B0A3592B-74F9-44B2-81E2-F17D37387EBB}" type="presOf" srcId="{B6F1B484-A920-4008-8FCD-3F0C123A1B4B}" destId="{F7C231F5-C648-49B4-B8B2-D1A83C3550C6}" srcOrd="0" destOrd="0" presId="urn:microsoft.com/office/officeart/2005/8/layout/hierarchy6"/>
    <dgm:cxn modelId="{8B929131-6EAA-40A1-8784-B514261C6873}" srcId="{40170883-1FF8-4E75-9857-CD5D54720641}" destId="{64E67860-6C36-44CD-A40D-03CD6F263B4E}" srcOrd="0" destOrd="0" parTransId="{7E6ED18E-C7BE-41FB-BD3B-A8FA7113E150}" sibTransId="{C0342113-6B9D-4EEA-B321-9451CF0E29E3}"/>
    <dgm:cxn modelId="{568A9F31-7F63-4A09-B4A9-CAE1C1A3EAAC}" type="presOf" srcId="{00CDCEC9-1259-4976-A798-50171C0CD098}" destId="{C2AD0EE9-5245-4A16-8814-B573A7E7083F}" srcOrd="0" destOrd="0" presId="urn:microsoft.com/office/officeart/2005/8/layout/hierarchy6"/>
    <dgm:cxn modelId="{EC337A39-DB1E-43FE-95C1-B79CE3CB2C1E}" type="presOf" srcId="{A03A239D-DF6E-4121-BB73-085E32A8F233}" destId="{0977C60E-3BA1-4089-AC06-9A3D6BC5F3B0}" srcOrd="0" destOrd="0" presId="urn:microsoft.com/office/officeart/2005/8/layout/hierarchy6"/>
    <dgm:cxn modelId="{CC057D3C-F6CF-4F9D-9442-8F82259E3DA0}" srcId="{785FEA35-A458-49F8-84F1-AD8D498F6627}" destId="{95CEE22F-294E-4D2E-B9CB-784DC060F7AD}" srcOrd="0" destOrd="0" parTransId="{9E0D56C7-407C-4208-A452-F5E732C20B73}" sibTransId="{773A9425-4A6F-4C7D-9808-F7F868C0271C}"/>
    <dgm:cxn modelId="{5817E73C-1756-4A57-BAC9-02D38C4C867C}" srcId="{50835BA4-CC14-438F-9615-52C2E440A160}" destId="{193747C6-6424-4BB1-A94E-8C5B92F0FD51}" srcOrd="0" destOrd="0" parTransId="{C6FD1E74-6594-4E7C-8C23-6CB7FC67EFA6}" sibTransId="{31031EC0-6B88-43BB-A068-0D35EDBF8CCB}"/>
    <dgm:cxn modelId="{D55FF25F-FC1B-4E96-B50F-315F29752301}" srcId="{785FEA35-A458-49F8-84F1-AD8D498F6627}" destId="{50835BA4-CC14-438F-9615-52C2E440A160}" srcOrd="1" destOrd="0" parTransId="{00CDCEC9-1259-4976-A798-50171C0CD098}" sibTransId="{C30F1643-D97D-4176-98A3-6ED8B4D0F8C3}"/>
    <dgm:cxn modelId="{67A45841-C730-4814-89D5-D943D845ECCB}" type="presOf" srcId="{DDF8327D-47B7-4E92-93BD-F7310217094C}" destId="{6ACB09EB-7214-4D1D-869A-C47575E588B6}" srcOrd="0" destOrd="0" presId="urn:microsoft.com/office/officeart/2005/8/layout/hierarchy6"/>
    <dgm:cxn modelId="{809AB478-E8C2-4526-8975-6EABCDF8367B}" type="presOf" srcId="{C09EE53E-2431-4231-8CF5-BD9C126141A1}" destId="{455D2A7C-98DF-4EE5-8795-269667A49AD1}" srcOrd="0" destOrd="0" presId="urn:microsoft.com/office/officeart/2005/8/layout/hierarchy6"/>
    <dgm:cxn modelId="{5F77FB58-1E24-4FFB-B45B-E624C888612D}" srcId="{95CEE22F-294E-4D2E-B9CB-784DC060F7AD}" destId="{61511AED-8113-47DB-A8B2-285F051FA41A}" srcOrd="0" destOrd="0" parTransId="{0274626C-16D3-4CDD-B46A-76D26BDBF959}" sibTransId="{887005C8-3AB8-4CB5-8836-5842C64E517E}"/>
    <dgm:cxn modelId="{F592337C-23C8-480B-A3E0-9D2C3E164F2E}" type="presOf" srcId="{61511AED-8113-47DB-A8B2-285F051FA41A}" destId="{D9191D8F-93D5-41DF-9FB9-BFFA16604363}" srcOrd="0" destOrd="0" presId="urn:microsoft.com/office/officeart/2005/8/layout/hierarchy6"/>
    <dgm:cxn modelId="{CE726484-DBEB-46B7-BD84-27711BDA94F7}" srcId="{53F024D0-F2E7-451D-BC84-753EF7BC5BD6}" destId="{F5BECCD4-0EE8-4034-9312-9C4FC26C12AC}" srcOrd="0" destOrd="0" parTransId="{2609F3E0-A1C2-439C-95CC-BC2A87729C68}" sibTransId="{DFEA597E-9335-4331-B89F-9A6017FB629B}"/>
    <dgm:cxn modelId="{E71DF684-C2A5-472D-B4E8-25487C8161DF}" type="presOf" srcId="{0274626C-16D3-4CDD-B46A-76D26BDBF959}" destId="{CACCA18F-8929-4CC3-BEF8-E8903F21B110}" srcOrd="0" destOrd="0" presId="urn:microsoft.com/office/officeart/2005/8/layout/hierarchy6"/>
    <dgm:cxn modelId="{B7A7A489-3218-4ED3-A68E-82482FD30F52}" type="presOf" srcId="{9E6C2EA2-0EB9-43AF-BBF6-0A4AEB82F496}" destId="{FCD13E9D-2083-4D6B-B5EC-D93DBD91068D}" srcOrd="0" destOrd="0" presId="urn:microsoft.com/office/officeart/2005/8/layout/hierarchy6"/>
    <dgm:cxn modelId="{DF4C848A-8755-4768-868F-4500783A7C36}" srcId="{40170883-1FF8-4E75-9857-CD5D54720641}" destId="{28438D95-DD3A-4616-BACA-34BADB1D0E0C}" srcOrd="1" destOrd="0" parTransId="{DDF8327D-47B7-4E92-93BD-F7310217094C}" sibTransId="{0390895E-43A3-48FE-AA9A-040F43BBD757}"/>
    <dgm:cxn modelId="{E4300F8B-B5F8-42CF-841D-5CAAFC4DE61D}" type="presOf" srcId="{28438D95-DD3A-4616-BACA-34BADB1D0E0C}" destId="{3A96F506-F1A1-49BB-B9A6-BCF180D33F9F}" srcOrd="0" destOrd="0" presId="urn:microsoft.com/office/officeart/2005/8/layout/hierarchy6"/>
    <dgm:cxn modelId="{3CEAD38E-BE52-4BA9-AD69-CB349741ED73}" srcId="{50835BA4-CC14-438F-9615-52C2E440A160}" destId="{0BC09B3D-48E9-4160-8C00-ECCE59F38EA7}" srcOrd="1" destOrd="0" parTransId="{B6F1B484-A920-4008-8FCD-3F0C123A1B4B}" sibTransId="{77D7DA2A-4E68-48F3-8D8B-03FF760C9FA0}"/>
    <dgm:cxn modelId="{ACAE1392-0F1B-43C3-9693-844613C99DD9}" type="presOf" srcId="{0097C7E8-37BE-4333-8C4F-93C2CF873137}" destId="{B25E3B4F-E139-43AF-8811-A50D1AEB60BA}" srcOrd="0" destOrd="0" presId="urn:microsoft.com/office/officeart/2005/8/layout/hierarchy6"/>
    <dgm:cxn modelId="{AEFBFA92-DC8F-45ED-8500-477FA89F3C32}" srcId="{968C1E63-0131-4B05-84D0-B4737C4FDC88}" destId="{785FEA35-A458-49F8-84F1-AD8D498F6627}" srcOrd="0" destOrd="0" parTransId="{862F0F1F-8DA2-4714-AB4F-4F8046D9193F}" sibTransId="{7311744B-C985-4BC9-8307-A2D42140D8DD}"/>
    <dgm:cxn modelId="{5CADCC96-1AE5-4A68-95EF-3280D772FF19}" type="presOf" srcId="{40170883-1FF8-4E75-9857-CD5D54720641}" destId="{119F338C-739F-4CF2-B1B4-D4E763C4552B}" srcOrd="0" destOrd="0" presId="urn:microsoft.com/office/officeart/2005/8/layout/hierarchy6"/>
    <dgm:cxn modelId="{86CF5C9D-8564-4189-BB72-CCFB963A06EB}" type="presOf" srcId="{9E0D56C7-407C-4208-A452-F5E732C20B73}" destId="{60D17914-377C-4664-AF80-F2B03863439B}" srcOrd="0" destOrd="0" presId="urn:microsoft.com/office/officeart/2005/8/layout/hierarchy6"/>
    <dgm:cxn modelId="{29A38EA4-4E74-44B1-A955-2B7573279731}" type="presOf" srcId="{6D4543C4-1850-4CD9-A7F3-056DF1FB5611}" destId="{007664BF-D8FF-4D4B-ABBE-A68B843C3E30}" srcOrd="0" destOrd="0" presId="urn:microsoft.com/office/officeart/2005/8/layout/hierarchy6"/>
    <dgm:cxn modelId="{5FAF9AAF-8CDC-41ED-A8BD-ABC2F9355CD7}" type="presOf" srcId="{7E6ED18E-C7BE-41FB-BD3B-A8FA7113E150}" destId="{F54FDFA7-54DE-4A3D-8E52-E9E2E178A95F}" srcOrd="0" destOrd="0" presId="urn:microsoft.com/office/officeart/2005/8/layout/hierarchy6"/>
    <dgm:cxn modelId="{D2009BCB-92F2-4748-A5CA-9380C2F43D69}" srcId="{968C1E63-0131-4B05-84D0-B4737C4FDC88}" destId="{EFA170ED-114B-4C52-A1B9-850180829C62}" srcOrd="1" destOrd="0" parTransId="{55A49C76-3DAD-4AAF-97F1-306964812C00}" sibTransId="{2B93F6AE-1844-418B-856F-53A906D4EB96}"/>
    <dgm:cxn modelId="{27F034CC-4FC4-4B9F-8800-DEDA4687F40F}" type="presOf" srcId="{C6FD1E74-6594-4E7C-8C23-6CB7FC67EFA6}" destId="{C59A946A-0810-4782-99EE-5AA18399E4FD}" srcOrd="0" destOrd="0" presId="urn:microsoft.com/office/officeart/2005/8/layout/hierarchy6"/>
    <dgm:cxn modelId="{4E8DDBD7-C134-4F4E-A273-55254E8D887A}" type="presOf" srcId="{36B5F7CA-9F64-4FFA-A7C8-196C42E93986}" destId="{27857633-8797-49F9-B30C-865041B34AFC}" srcOrd="0" destOrd="0" presId="urn:microsoft.com/office/officeart/2005/8/layout/hierarchy6"/>
    <dgm:cxn modelId="{44A5FDDB-D1DE-4896-8861-336D59D035C0}" type="presOf" srcId="{53F024D0-F2E7-451D-BC84-753EF7BC5BD6}" destId="{97EC3096-0550-444F-AC95-617192243137}" srcOrd="0" destOrd="0" presId="urn:microsoft.com/office/officeart/2005/8/layout/hierarchy6"/>
    <dgm:cxn modelId="{0FDE0EDD-C887-49C6-AABA-5A487FDA216D}" type="presOf" srcId="{F5BECCD4-0EE8-4034-9312-9C4FC26C12AC}" destId="{F00B5978-1698-4881-8208-8E70EF6EDE61}" srcOrd="0" destOrd="0" presId="urn:microsoft.com/office/officeart/2005/8/layout/hierarchy6"/>
    <dgm:cxn modelId="{CE779DE8-8E14-4C8E-877E-54B29A554F03}" type="presOf" srcId="{64E67860-6C36-44CD-A40D-03CD6F263B4E}" destId="{3CF00111-D210-4F20-B26C-09A5D02AD68E}" srcOrd="0" destOrd="0" presId="urn:microsoft.com/office/officeart/2005/8/layout/hierarchy6"/>
    <dgm:cxn modelId="{919F39E9-C813-4084-90BD-BE6F37218389}" type="presOf" srcId="{55A49C76-3DAD-4AAF-97F1-306964812C00}" destId="{77E45A8D-9CBF-46BE-A011-C9C9EA6D9A95}" srcOrd="0" destOrd="0" presId="urn:microsoft.com/office/officeart/2005/8/layout/hierarchy6"/>
    <dgm:cxn modelId="{40F14CF0-F5DA-46ED-BA01-E04363F7339E}" type="presOf" srcId="{1B5C9251-101E-48CF-85F1-9535F863956F}" destId="{F8222C10-B008-44C3-A546-3F53372E40E2}" srcOrd="0" destOrd="0" presId="urn:microsoft.com/office/officeart/2005/8/layout/hierarchy6"/>
    <dgm:cxn modelId="{308E13F2-1DCE-44D0-848A-842CC04BEA88}" srcId="{53F024D0-F2E7-451D-BC84-753EF7BC5BD6}" destId="{C09EE53E-2431-4231-8CF5-BD9C126141A1}" srcOrd="1" destOrd="0" parTransId="{1B5C9251-101E-48CF-85F1-9535F863956F}" sibTransId="{DF541F12-A155-466C-A5F9-883EE48882A5}"/>
    <dgm:cxn modelId="{C15C03F4-2246-4145-B5E7-9E2FBB0ACA79}" srcId="{EFA170ED-114B-4C52-A1B9-850180829C62}" destId="{40170883-1FF8-4E75-9857-CD5D54720641}" srcOrd="0" destOrd="0" parTransId="{A03A239D-DF6E-4121-BB73-085E32A8F233}" sibTransId="{64AB7CE0-73EE-41B2-9344-4EBA07A13EE1}"/>
    <dgm:cxn modelId="{12B9C0F4-1A5D-4D87-880C-10A0EE770C65}" type="presOf" srcId="{95CEE22F-294E-4D2E-B9CB-784DC060F7AD}" destId="{9F512629-9091-4289-A0CC-6C084ABB8213}" srcOrd="0" destOrd="0" presId="urn:microsoft.com/office/officeart/2005/8/layout/hierarchy6"/>
    <dgm:cxn modelId="{B8CEBECA-01CA-41AD-B3F5-B6D3A9DD22D0}" type="presParOf" srcId="{FCD13E9D-2083-4D6B-B5EC-D93DBD91068D}" destId="{B84F840C-69DC-4F4C-9847-39A5B3FD114B}" srcOrd="0" destOrd="0" presId="urn:microsoft.com/office/officeart/2005/8/layout/hierarchy6"/>
    <dgm:cxn modelId="{B04BA2E3-D79E-4C0B-9391-F44814E0450B}" type="presParOf" srcId="{B84F840C-69DC-4F4C-9847-39A5B3FD114B}" destId="{ACF76D91-5D84-492D-885C-69C656137291}" srcOrd="0" destOrd="0" presId="urn:microsoft.com/office/officeart/2005/8/layout/hierarchy6"/>
    <dgm:cxn modelId="{EC33B258-731F-41A2-B94B-17CFF9EE2B86}" type="presParOf" srcId="{ACF76D91-5D84-492D-885C-69C656137291}" destId="{327818E2-FB45-4FCA-BEDA-A3E522A14CCC}" srcOrd="0" destOrd="0" presId="urn:microsoft.com/office/officeart/2005/8/layout/hierarchy6"/>
    <dgm:cxn modelId="{5A912B7E-1189-47F6-9A6D-A7A8EAB3F001}" type="presParOf" srcId="{327818E2-FB45-4FCA-BEDA-A3E522A14CCC}" destId="{3421162A-D218-45BB-BF46-EB893897CD16}" srcOrd="0" destOrd="0" presId="urn:microsoft.com/office/officeart/2005/8/layout/hierarchy6"/>
    <dgm:cxn modelId="{6545FC35-23B3-4C38-AFD7-6CC41F943F90}" type="presParOf" srcId="{327818E2-FB45-4FCA-BEDA-A3E522A14CCC}" destId="{B1DD3BBF-AC3B-4C43-BA56-A8A8788C22EE}" srcOrd="1" destOrd="0" presId="urn:microsoft.com/office/officeart/2005/8/layout/hierarchy6"/>
    <dgm:cxn modelId="{3A55D8D7-3E43-45B6-9A58-47AFC962AC27}" type="presParOf" srcId="{B1DD3BBF-AC3B-4C43-BA56-A8A8788C22EE}" destId="{F0B291BF-FE4A-42AC-8A6C-7706B04780EB}" srcOrd="0" destOrd="0" presId="urn:microsoft.com/office/officeart/2005/8/layout/hierarchy6"/>
    <dgm:cxn modelId="{6D0B3D0A-E40A-49C0-A067-3A8C89859305}" type="presParOf" srcId="{B1DD3BBF-AC3B-4C43-BA56-A8A8788C22EE}" destId="{9E881BBE-E553-4C48-8F8C-A0C7843E72F6}" srcOrd="1" destOrd="0" presId="urn:microsoft.com/office/officeart/2005/8/layout/hierarchy6"/>
    <dgm:cxn modelId="{42020814-4669-4B59-B92C-0F55899E51B1}" type="presParOf" srcId="{9E881BBE-E553-4C48-8F8C-A0C7843E72F6}" destId="{00693EE9-2695-4745-BD2D-BD227DBD3A42}" srcOrd="0" destOrd="0" presId="urn:microsoft.com/office/officeart/2005/8/layout/hierarchy6"/>
    <dgm:cxn modelId="{0CB1FA91-1FC4-43B0-8801-A9D3BCA5F15F}" type="presParOf" srcId="{9E881BBE-E553-4C48-8F8C-A0C7843E72F6}" destId="{6376326A-2D1B-46E1-99F8-5908B9E7A7D8}" srcOrd="1" destOrd="0" presId="urn:microsoft.com/office/officeart/2005/8/layout/hierarchy6"/>
    <dgm:cxn modelId="{C7B3DAE6-A065-4A7D-9261-309E5A3CFECF}" type="presParOf" srcId="{6376326A-2D1B-46E1-99F8-5908B9E7A7D8}" destId="{60D17914-377C-4664-AF80-F2B03863439B}" srcOrd="0" destOrd="0" presId="urn:microsoft.com/office/officeart/2005/8/layout/hierarchy6"/>
    <dgm:cxn modelId="{C96CB0B5-127E-43F9-A102-E7E46404365C}" type="presParOf" srcId="{6376326A-2D1B-46E1-99F8-5908B9E7A7D8}" destId="{96152FA2-1333-4DD1-913C-851FD508FD32}" srcOrd="1" destOrd="0" presId="urn:microsoft.com/office/officeart/2005/8/layout/hierarchy6"/>
    <dgm:cxn modelId="{92C90801-94A0-4EA0-B3A5-D8DC04896585}" type="presParOf" srcId="{96152FA2-1333-4DD1-913C-851FD508FD32}" destId="{9F512629-9091-4289-A0CC-6C084ABB8213}" srcOrd="0" destOrd="0" presId="urn:microsoft.com/office/officeart/2005/8/layout/hierarchy6"/>
    <dgm:cxn modelId="{295E98ED-1426-44B3-AC00-893A3770994E}" type="presParOf" srcId="{96152FA2-1333-4DD1-913C-851FD508FD32}" destId="{4B328620-3892-4226-BA24-47A3C7A8E84F}" srcOrd="1" destOrd="0" presId="urn:microsoft.com/office/officeart/2005/8/layout/hierarchy6"/>
    <dgm:cxn modelId="{0DE6CA97-F8C4-45C4-A1B1-00C0C9EA560B}" type="presParOf" srcId="{4B328620-3892-4226-BA24-47A3C7A8E84F}" destId="{CACCA18F-8929-4CC3-BEF8-E8903F21B110}" srcOrd="0" destOrd="0" presId="urn:microsoft.com/office/officeart/2005/8/layout/hierarchy6"/>
    <dgm:cxn modelId="{49B45D22-D6E5-4D2B-8E88-18D73386C9E0}" type="presParOf" srcId="{4B328620-3892-4226-BA24-47A3C7A8E84F}" destId="{3ADB5B9B-4958-4954-B4FB-2FDDA649D486}" srcOrd="1" destOrd="0" presId="urn:microsoft.com/office/officeart/2005/8/layout/hierarchy6"/>
    <dgm:cxn modelId="{CCD11FF9-22F1-457C-AF04-5920419508C7}" type="presParOf" srcId="{3ADB5B9B-4958-4954-B4FB-2FDDA649D486}" destId="{D9191D8F-93D5-41DF-9FB9-BFFA16604363}" srcOrd="0" destOrd="0" presId="urn:microsoft.com/office/officeart/2005/8/layout/hierarchy6"/>
    <dgm:cxn modelId="{A11F73CD-0CEA-4BA2-848D-494AA93C27D6}" type="presParOf" srcId="{3ADB5B9B-4958-4954-B4FB-2FDDA649D486}" destId="{998ADDE7-74F0-4E70-972E-8E5CCA8064F0}" srcOrd="1" destOrd="0" presId="urn:microsoft.com/office/officeart/2005/8/layout/hierarchy6"/>
    <dgm:cxn modelId="{E0A351AD-27E7-4402-91AD-581E263EFFDD}" type="presParOf" srcId="{4B328620-3892-4226-BA24-47A3C7A8E84F}" destId="{27857633-8797-49F9-B30C-865041B34AFC}" srcOrd="2" destOrd="0" presId="urn:microsoft.com/office/officeart/2005/8/layout/hierarchy6"/>
    <dgm:cxn modelId="{D669A13D-4B69-4E5A-AE7E-EB5C9A984EF6}" type="presParOf" srcId="{4B328620-3892-4226-BA24-47A3C7A8E84F}" destId="{26B60292-45B2-4F9D-B075-69A535ECF31C}" srcOrd="3" destOrd="0" presId="urn:microsoft.com/office/officeart/2005/8/layout/hierarchy6"/>
    <dgm:cxn modelId="{28F61EF6-7477-4DE5-B49E-BE3ED5FF6D04}" type="presParOf" srcId="{26B60292-45B2-4F9D-B075-69A535ECF31C}" destId="{007664BF-D8FF-4D4B-ABBE-A68B843C3E30}" srcOrd="0" destOrd="0" presId="urn:microsoft.com/office/officeart/2005/8/layout/hierarchy6"/>
    <dgm:cxn modelId="{9FC44017-A64B-4716-B6BA-4B282666DD95}" type="presParOf" srcId="{26B60292-45B2-4F9D-B075-69A535ECF31C}" destId="{26D66703-71E7-49EC-9DD5-32C6CF05DA92}" srcOrd="1" destOrd="0" presId="urn:microsoft.com/office/officeart/2005/8/layout/hierarchy6"/>
    <dgm:cxn modelId="{180329BA-4CAD-4B7E-B947-9DBD239F5041}" type="presParOf" srcId="{6376326A-2D1B-46E1-99F8-5908B9E7A7D8}" destId="{C2AD0EE9-5245-4A16-8814-B573A7E7083F}" srcOrd="2" destOrd="0" presId="urn:microsoft.com/office/officeart/2005/8/layout/hierarchy6"/>
    <dgm:cxn modelId="{E146FDBD-B7B2-4387-B4D5-544E2B284BFA}" type="presParOf" srcId="{6376326A-2D1B-46E1-99F8-5908B9E7A7D8}" destId="{C4717975-768A-435F-98B4-A987CE9C1DAB}" srcOrd="3" destOrd="0" presId="urn:microsoft.com/office/officeart/2005/8/layout/hierarchy6"/>
    <dgm:cxn modelId="{10CFFA62-55AE-488D-A9CA-9E025EC0FC87}" type="presParOf" srcId="{C4717975-768A-435F-98B4-A987CE9C1DAB}" destId="{6456920C-B706-4FCA-ACF7-32EB3A7C477F}" srcOrd="0" destOrd="0" presId="urn:microsoft.com/office/officeart/2005/8/layout/hierarchy6"/>
    <dgm:cxn modelId="{56CBCB94-646C-49D1-B5C2-756993EDDBBB}" type="presParOf" srcId="{C4717975-768A-435F-98B4-A987CE9C1DAB}" destId="{AC7AC821-872D-4397-945C-163B8E704E05}" srcOrd="1" destOrd="0" presId="urn:microsoft.com/office/officeart/2005/8/layout/hierarchy6"/>
    <dgm:cxn modelId="{EB32F640-DEEE-4C84-B97C-510CE81893F9}" type="presParOf" srcId="{AC7AC821-872D-4397-945C-163B8E704E05}" destId="{C59A946A-0810-4782-99EE-5AA18399E4FD}" srcOrd="0" destOrd="0" presId="urn:microsoft.com/office/officeart/2005/8/layout/hierarchy6"/>
    <dgm:cxn modelId="{C4D9CACB-1D55-43F5-9A42-C04FFFCF8F28}" type="presParOf" srcId="{AC7AC821-872D-4397-945C-163B8E704E05}" destId="{869C5EAD-DD86-4EE4-A3FD-D82F51D029AC}" srcOrd="1" destOrd="0" presId="urn:microsoft.com/office/officeart/2005/8/layout/hierarchy6"/>
    <dgm:cxn modelId="{69B63865-F7C5-4860-B17A-CB722E3C6FA1}" type="presParOf" srcId="{869C5EAD-DD86-4EE4-A3FD-D82F51D029AC}" destId="{11952A07-DBDC-42E4-AAF8-51B99F7D3347}" srcOrd="0" destOrd="0" presId="urn:microsoft.com/office/officeart/2005/8/layout/hierarchy6"/>
    <dgm:cxn modelId="{D6F970A8-71B0-4E9F-995C-24CF12F06CA7}" type="presParOf" srcId="{869C5EAD-DD86-4EE4-A3FD-D82F51D029AC}" destId="{D3B533E8-5EAF-45B9-B48A-6A0438F1DD0F}" srcOrd="1" destOrd="0" presId="urn:microsoft.com/office/officeart/2005/8/layout/hierarchy6"/>
    <dgm:cxn modelId="{642835FB-591B-4247-B6BD-D8EEBB4C3B68}" type="presParOf" srcId="{AC7AC821-872D-4397-945C-163B8E704E05}" destId="{F7C231F5-C648-49B4-B8B2-D1A83C3550C6}" srcOrd="2" destOrd="0" presId="urn:microsoft.com/office/officeart/2005/8/layout/hierarchy6"/>
    <dgm:cxn modelId="{FA054120-80EA-46B9-B432-EAFF8EE11979}" type="presParOf" srcId="{AC7AC821-872D-4397-945C-163B8E704E05}" destId="{38330B2B-51F0-411A-A2F7-8FB2ACAF9A4E}" srcOrd="3" destOrd="0" presId="urn:microsoft.com/office/officeart/2005/8/layout/hierarchy6"/>
    <dgm:cxn modelId="{A3A8FC39-212F-4AD4-BCCB-F6B40156321F}" type="presParOf" srcId="{38330B2B-51F0-411A-A2F7-8FB2ACAF9A4E}" destId="{D96090C3-30D8-4BF5-887C-1B9E57813E6D}" srcOrd="0" destOrd="0" presId="urn:microsoft.com/office/officeart/2005/8/layout/hierarchy6"/>
    <dgm:cxn modelId="{1B7DB120-4F79-4124-A24C-02033357F9B2}" type="presParOf" srcId="{38330B2B-51F0-411A-A2F7-8FB2ACAF9A4E}" destId="{8A25EBB4-A858-4B37-A965-B12A9573C078}" srcOrd="1" destOrd="0" presId="urn:microsoft.com/office/officeart/2005/8/layout/hierarchy6"/>
    <dgm:cxn modelId="{50D638CF-5493-4A0A-A600-37BCC1F11BCC}" type="presParOf" srcId="{B1DD3BBF-AC3B-4C43-BA56-A8A8788C22EE}" destId="{77E45A8D-9CBF-46BE-A011-C9C9EA6D9A95}" srcOrd="2" destOrd="0" presId="urn:microsoft.com/office/officeart/2005/8/layout/hierarchy6"/>
    <dgm:cxn modelId="{EBA29AD5-D83F-4845-AD5C-DC4DDADD7E52}" type="presParOf" srcId="{B1DD3BBF-AC3B-4C43-BA56-A8A8788C22EE}" destId="{CF10A214-B9F2-458E-B832-DBEC00EE5639}" srcOrd="3" destOrd="0" presId="urn:microsoft.com/office/officeart/2005/8/layout/hierarchy6"/>
    <dgm:cxn modelId="{795EF590-6D06-4955-AD3E-B54F9692E6DC}" type="presParOf" srcId="{CF10A214-B9F2-458E-B832-DBEC00EE5639}" destId="{F3968655-0C96-4C85-B6CF-CB1BC9ED4471}" srcOrd="0" destOrd="0" presId="urn:microsoft.com/office/officeart/2005/8/layout/hierarchy6"/>
    <dgm:cxn modelId="{211C589A-CD2E-4D19-8D0D-7D80F8297768}" type="presParOf" srcId="{CF10A214-B9F2-458E-B832-DBEC00EE5639}" destId="{2EAC2F68-05E7-4949-A27F-F1214B16382D}" srcOrd="1" destOrd="0" presId="urn:microsoft.com/office/officeart/2005/8/layout/hierarchy6"/>
    <dgm:cxn modelId="{3F86CFF2-3E5F-4772-981C-26CCE826B547}" type="presParOf" srcId="{2EAC2F68-05E7-4949-A27F-F1214B16382D}" destId="{0977C60E-3BA1-4089-AC06-9A3D6BC5F3B0}" srcOrd="0" destOrd="0" presId="urn:microsoft.com/office/officeart/2005/8/layout/hierarchy6"/>
    <dgm:cxn modelId="{057F3D31-5643-4431-8A19-65374DB4FD34}" type="presParOf" srcId="{2EAC2F68-05E7-4949-A27F-F1214B16382D}" destId="{26B59560-61FF-4151-A3E2-74FB44DFD935}" srcOrd="1" destOrd="0" presId="urn:microsoft.com/office/officeart/2005/8/layout/hierarchy6"/>
    <dgm:cxn modelId="{0E63B1FC-7273-4994-91DB-A37EE11CEC9A}" type="presParOf" srcId="{26B59560-61FF-4151-A3E2-74FB44DFD935}" destId="{119F338C-739F-4CF2-B1B4-D4E763C4552B}" srcOrd="0" destOrd="0" presId="urn:microsoft.com/office/officeart/2005/8/layout/hierarchy6"/>
    <dgm:cxn modelId="{4C1272DF-DC44-44BE-983F-3365AF1378A1}" type="presParOf" srcId="{26B59560-61FF-4151-A3E2-74FB44DFD935}" destId="{24AFB99E-5898-46CA-A9EA-A06F0C8ED23D}" srcOrd="1" destOrd="0" presId="urn:microsoft.com/office/officeart/2005/8/layout/hierarchy6"/>
    <dgm:cxn modelId="{6EFB2404-CCEF-4096-9127-2CBDEF20C58C}" type="presParOf" srcId="{24AFB99E-5898-46CA-A9EA-A06F0C8ED23D}" destId="{F54FDFA7-54DE-4A3D-8E52-E9E2E178A95F}" srcOrd="0" destOrd="0" presId="urn:microsoft.com/office/officeart/2005/8/layout/hierarchy6"/>
    <dgm:cxn modelId="{832F855B-24E5-4554-94FB-C3965DEE0A6F}" type="presParOf" srcId="{24AFB99E-5898-46CA-A9EA-A06F0C8ED23D}" destId="{EC0A00F6-5473-4E25-A4A9-2D7B941767A3}" srcOrd="1" destOrd="0" presId="urn:microsoft.com/office/officeart/2005/8/layout/hierarchy6"/>
    <dgm:cxn modelId="{AE2A2CC6-4999-4342-A319-0F7439533DB8}" type="presParOf" srcId="{EC0A00F6-5473-4E25-A4A9-2D7B941767A3}" destId="{3CF00111-D210-4F20-B26C-09A5D02AD68E}" srcOrd="0" destOrd="0" presId="urn:microsoft.com/office/officeart/2005/8/layout/hierarchy6"/>
    <dgm:cxn modelId="{28B85A06-3F52-4962-BB13-9519D22C0B42}" type="presParOf" srcId="{EC0A00F6-5473-4E25-A4A9-2D7B941767A3}" destId="{D0FBAAA8-6645-445C-BFC4-480DC26051DE}" srcOrd="1" destOrd="0" presId="urn:microsoft.com/office/officeart/2005/8/layout/hierarchy6"/>
    <dgm:cxn modelId="{43579D38-F55C-46EF-A7B7-C4B98803C063}" type="presParOf" srcId="{24AFB99E-5898-46CA-A9EA-A06F0C8ED23D}" destId="{6ACB09EB-7214-4D1D-869A-C47575E588B6}" srcOrd="2" destOrd="0" presId="urn:microsoft.com/office/officeart/2005/8/layout/hierarchy6"/>
    <dgm:cxn modelId="{C99F968A-A0F6-4000-8BA8-C905DFA507A4}" type="presParOf" srcId="{24AFB99E-5898-46CA-A9EA-A06F0C8ED23D}" destId="{285EDC49-3AB3-4CE7-9695-BBC0D4AF856F}" srcOrd="3" destOrd="0" presId="urn:microsoft.com/office/officeart/2005/8/layout/hierarchy6"/>
    <dgm:cxn modelId="{3DF95A6A-9A21-402F-B1A2-1134161FC171}" type="presParOf" srcId="{285EDC49-3AB3-4CE7-9695-BBC0D4AF856F}" destId="{3A96F506-F1A1-49BB-B9A6-BCF180D33F9F}" srcOrd="0" destOrd="0" presId="urn:microsoft.com/office/officeart/2005/8/layout/hierarchy6"/>
    <dgm:cxn modelId="{0653013A-2716-4C79-8903-1F8D312DA28A}" type="presParOf" srcId="{285EDC49-3AB3-4CE7-9695-BBC0D4AF856F}" destId="{AC979CF4-42A2-4B69-8C43-E50639E12099}" srcOrd="1" destOrd="0" presId="urn:microsoft.com/office/officeart/2005/8/layout/hierarchy6"/>
    <dgm:cxn modelId="{DA17B5D1-97A8-4DFE-8A08-95805647F5A0}" type="presParOf" srcId="{2EAC2F68-05E7-4949-A27F-F1214B16382D}" destId="{B25E3B4F-E139-43AF-8811-A50D1AEB60BA}" srcOrd="2" destOrd="0" presId="urn:microsoft.com/office/officeart/2005/8/layout/hierarchy6"/>
    <dgm:cxn modelId="{62C91FC2-EC54-4BE3-A98F-E21D45846DC7}" type="presParOf" srcId="{2EAC2F68-05E7-4949-A27F-F1214B16382D}" destId="{207E50A0-A3EF-4FF3-B102-7E8BA1884BB0}" srcOrd="3" destOrd="0" presId="urn:microsoft.com/office/officeart/2005/8/layout/hierarchy6"/>
    <dgm:cxn modelId="{A55A6E07-649C-439B-92C7-245A6631F84F}" type="presParOf" srcId="{207E50A0-A3EF-4FF3-B102-7E8BA1884BB0}" destId="{97EC3096-0550-444F-AC95-617192243137}" srcOrd="0" destOrd="0" presId="urn:microsoft.com/office/officeart/2005/8/layout/hierarchy6"/>
    <dgm:cxn modelId="{51D1AD9D-9068-47DE-8F99-EA8B1BF1014F}" type="presParOf" srcId="{207E50A0-A3EF-4FF3-B102-7E8BA1884BB0}" destId="{512A476A-8CE5-4012-8510-166E145B5ECF}" srcOrd="1" destOrd="0" presId="urn:microsoft.com/office/officeart/2005/8/layout/hierarchy6"/>
    <dgm:cxn modelId="{D2367F08-E0DF-45E7-B18D-7D0682426D41}" type="presParOf" srcId="{512A476A-8CE5-4012-8510-166E145B5ECF}" destId="{4E46117C-C2FE-4779-B59D-952A64B25DA2}" srcOrd="0" destOrd="0" presId="urn:microsoft.com/office/officeart/2005/8/layout/hierarchy6"/>
    <dgm:cxn modelId="{C4BC27C8-5959-4ADD-A522-44586F560A82}" type="presParOf" srcId="{512A476A-8CE5-4012-8510-166E145B5ECF}" destId="{8D50B230-F680-474D-B3A9-B347FFF33D1C}" srcOrd="1" destOrd="0" presId="urn:microsoft.com/office/officeart/2005/8/layout/hierarchy6"/>
    <dgm:cxn modelId="{533D971F-1CF3-4601-A834-255A2941B3F2}" type="presParOf" srcId="{8D50B230-F680-474D-B3A9-B347FFF33D1C}" destId="{F00B5978-1698-4881-8208-8E70EF6EDE61}" srcOrd="0" destOrd="0" presId="urn:microsoft.com/office/officeart/2005/8/layout/hierarchy6"/>
    <dgm:cxn modelId="{4F6903F9-AF02-4769-887F-5208614BD5A4}" type="presParOf" srcId="{8D50B230-F680-474D-B3A9-B347FFF33D1C}" destId="{A0EBDB04-CA45-41D2-9D42-8C47D6CF0F8F}" srcOrd="1" destOrd="0" presId="urn:microsoft.com/office/officeart/2005/8/layout/hierarchy6"/>
    <dgm:cxn modelId="{E64FBE21-DA06-43DC-B80C-70786D5038CD}" type="presParOf" srcId="{512A476A-8CE5-4012-8510-166E145B5ECF}" destId="{F8222C10-B008-44C3-A546-3F53372E40E2}" srcOrd="2" destOrd="0" presId="urn:microsoft.com/office/officeart/2005/8/layout/hierarchy6"/>
    <dgm:cxn modelId="{B2BE70C5-CDB3-4110-8A61-91874AF49026}" type="presParOf" srcId="{512A476A-8CE5-4012-8510-166E145B5ECF}" destId="{E3EABA3D-1D21-4C8F-BF6E-B5939D0C23BD}" srcOrd="3" destOrd="0" presId="urn:microsoft.com/office/officeart/2005/8/layout/hierarchy6"/>
    <dgm:cxn modelId="{308C11C2-B80B-4F61-8420-FEDFECCCF6AB}" type="presParOf" srcId="{E3EABA3D-1D21-4C8F-BF6E-B5939D0C23BD}" destId="{455D2A7C-98DF-4EE5-8795-269667A49AD1}" srcOrd="0" destOrd="0" presId="urn:microsoft.com/office/officeart/2005/8/layout/hierarchy6"/>
    <dgm:cxn modelId="{C6AE914E-F451-4BDA-9EC0-F669D27E4991}" type="presParOf" srcId="{E3EABA3D-1D21-4C8F-BF6E-B5939D0C23BD}" destId="{9583A3A9-4C7A-403D-AE58-51D6AA467541}" srcOrd="1" destOrd="0" presId="urn:microsoft.com/office/officeart/2005/8/layout/hierarchy6"/>
    <dgm:cxn modelId="{01EF957D-EDB6-4476-9005-233174FBC5F9}" type="presParOf" srcId="{FCD13E9D-2083-4D6B-B5EC-D93DBD91068D}" destId="{3B598392-CEE4-401B-8D39-337943B7B28A}"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6C2EA2-0EB9-43AF-BBF6-0A4AEB82F496}" type="doc">
      <dgm:prSet loTypeId="urn:microsoft.com/office/officeart/2005/8/layout/hierarchy6" loCatId="hierarchy" qsTypeId="urn:microsoft.com/office/officeart/2005/8/quickstyle/simple1" qsCatId="simple" csTypeId="urn:microsoft.com/office/officeart/2005/8/colors/accent3_3" csCatId="accent3" phldr="1"/>
      <dgm:spPr/>
      <dgm:t>
        <a:bodyPr/>
        <a:lstStyle/>
        <a:p>
          <a:endParaRPr lang="en-US"/>
        </a:p>
      </dgm:t>
    </dgm:pt>
    <dgm:pt modelId="{968C1E63-0131-4B05-84D0-B4737C4FDC88}">
      <dgm:prSet phldrT="[Text]"/>
      <dgm:spPr/>
      <dgm:t>
        <a:bodyPr/>
        <a:lstStyle/>
        <a:p>
          <a:r>
            <a:rPr lang="en-US" dirty="0"/>
            <a:t>Complete</a:t>
          </a:r>
        </a:p>
      </dgm:t>
    </dgm:pt>
    <dgm:pt modelId="{7EDA1A3E-F325-4F15-91D6-64736CB02C5C}" type="parTrans" cxnId="{7668630D-0B5D-4FFD-9A76-D6EEAE241516}">
      <dgm:prSet/>
      <dgm:spPr/>
      <dgm:t>
        <a:bodyPr/>
        <a:lstStyle/>
        <a:p>
          <a:endParaRPr lang="en-US"/>
        </a:p>
      </dgm:t>
    </dgm:pt>
    <dgm:pt modelId="{67BE3E78-76E3-4065-A5AD-495616E20DCE}" type="sibTrans" cxnId="{7668630D-0B5D-4FFD-9A76-D6EEAE241516}">
      <dgm:prSet/>
      <dgm:spPr/>
      <dgm:t>
        <a:bodyPr/>
        <a:lstStyle/>
        <a:p>
          <a:endParaRPr lang="en-US"/>
        </a:p>
      </dgm:t>
    </dgm:pt>
    <dgm:pt modelId="{785FEA35-A458-49F8-84F1-AD8D498F6627}">
      <dgm:prSet phldrT="[Text]"/>
      <dgm:spPr/>
      <dgm:t>
        <a:bodyPr/>
        <a:lstStyle/>
        <a:p>
          <a:r>
            <a:rPr lang="en-US" dirty="0"/>
            <a:t>1</a:t>
          </a:r>
        </a:p>
      </dgm:t>
    </dgm:pt>
    <dgm:pt modelId="{862F0F1F-8DA2-4714-AB4F-4F8046D9193F}" type="parTrans" cxnId="{AEFBFA92-DC8F-45ED-8500-477FA89F3C32}">
      <dgm:prSet/>
      <dgm:spPr/>
      <dgm:t>
        <a:bodyPr/>
        <a:lstStyle/>
        <a:p>
          <a:endParaRPr lang="en-US"/>
        </a:p>
      </dgm:t>
    </dgm:pt>
    <dgm:pt modelId="{7311744B-C985-4BC9-8307-A2D42140D8DD}" type="sibTrans" cxnId="{AEFBFA92-DC8F-45ED-8500-477FA89F3C32}">
      <dgm:prSet/>
      <dgm:spPr/>
      <dgm:t>
        <a:bodyPr/>
        <a:lstStyle/>
        <a:p>
          <a:endParaRPr lang="en-US"/>
        </a:p>
      </dgm:t>
    </dgm:pt>
    <dgm:pt modelId="{EFA170ED-114B-4C52-A1B9-850180829C62}">
      <dgm:prSet phldrT="[Text]"/>
      <dgm:spPr/>
      <dgm:t>
        <a:bodyPr/>
        <a:lstStyle/>
        <a:p>
          <a:r>
            <a:rPr lang="en-US" dirty="0"/>
            <a:t>2</a:t>
          </a:r>
        </a:p>
      </dgm:t>
    </dgm:pt>
    <dgm:pt modelId="{55A49C76-3DAD-4AAF-97F1-306964812C00}" type="parTrans" cxnId="{D2009BCB-92F2-4748-A5CA-9380C2F43D69}">
      <dgm:prSet/>
      <dgm:spPr/>
      <dgm:t>
        <a:bodyPr/>
        <a:lstStyle/>
        <a:p>
          <a:endParaRPr lang="en-US"/>
        </a:p>
      </dgm:t>
    </dgm:pt>
    <dgm:pt modelId="{2B93F6AE-1844-418B-856F-53A906D4EB96}" type="sibTrans" cxnId="{D2009BCB-92F2-4748-A5CA-9380C2F43D69}">
      <dgm:prSet/>
      <dgm:spPr/>
      <dgm:t>
        <a:bodyPr/>
        <a:lstStyle/>
        <a:p>
          <a:endParaRPr lang="en-US"/>
        </a:p>
      </dgm:t>
    </dgm:pt>
    <dgm:pt modelId="{95CEE22F-294E-4D2E-B9CB-784DC060F7AD}">
      <dgm:prSet phldrT="[Text]"/>
      <dgm:spPr/>
      <dgm:t>
        <a:bodyPr/>
        <a:lstStyle/>
        <a:p>
          <a:r>
            <a:rPr lang="en-US" dirty="0"/>
            <a:t>1.1</a:t>
          </a:r>
        </a:p>
      </dgm:t>
    </dgm:pt>
    <dgm:pt modelId="{9E0D56C7-407C-4208-A452-F5E732C20B73}" type="parTrans" cxnId="{CC057D3C-F6CF-4F9D-9442-8F82259E3DA0}">
      <dgm:prSet/>
      <dgm:spPr/>
      <dgm:t>
        <a:bodyPr/>
        <a:lstStyle/>
        <a:p>
          <a:endParaRPr lang="en-US"/>
        </a:p>
      </dgm:t>
    </dgm:pt>
    <dgm:pt modelId="{773A9425-4A6F-4C7D-9808-F7F868C0271C}" type="sibTrans" cxnId="{CC057D3C-F6CF-4F9D-9442-8F82259E3DA0}">
      <dgm:prSet/>
      <dgm:spPr/>
      <dgm:t>
        <a:bodyPr/>
        <a:lstStyle/>
        <a:p>
          <a:endParaRPr lang="en-US"/>
        </a:p>
      </dgm:t>
    </dgm:pt>
    <dgm:pt modelId="{50835BA4-CC14-438F-9615-52C2E440A160}">
      <dgm:prSet phldrT="[Text]"/>
      <dgm:spPr/>
      <dgm:t>
        <a:bodyPr/>
        <a:lstStyle/>
        <a:p>
          <a:r>
            <a:rPr lang="en-US" dirty="0"/>
            <a:t>1.2</a:t>
          </a:r>
        </a:p>
      </dgm:t>
    </dgm:pt>
    <dgm:pt modelId="{00CDCEC9-1259-4976-A798-50171C0CD098}" type="parTrans" cxnId="{D55FF25F-FC1B-4E96-B50F-315F29752301}">
      <dgm:prSet/>
      <dgm:spPr/>
      <dgm:t>
        <a:bodyPr/>
        <a:lstStyle/>
        <a:p>
          <a:endParaRPr lang="en-US"/>
        </a:p>
      </dgm:t>
    </dgm:pt>
    <dgm:pt modelId="{C30F1643-D97D-4176-98A3-6ED8B4D0F8C3}" type="sibTrans" cxnId="{D55FF25F-FC1B-4E96-B50F-315F29752301}">
      <dgm:prSet/>
      <dgm:spPr/>
      <dgm:t>
        <a:bodyPr/>
        <a:lstStyle/>
        <a:p>
          <a:endParaRPr lang="en-US"/>
        </a:p>
      </dgm:t>
    </dgm:pt>
    <dgm:pt modelId="{40170883-1FF8-4E75-9857-CD5D54720641}">
      <dgm:prSet phldrT="[Text]"/>
      <dgm:spPr/>
      <dgm:t>
        <a:bodyPr/>
        <a:lstStyle/>
        <a:p>
          <a:r>
            <a:rPr lang="en-US" dirty="0"/>
            <a:t>2.1</a:t>
          </a:r>
        </a:p>
      </dgm:t>
    </dgm:pt>
    <dgm:pt modelId="{A03A239D-DF6E-4121-BB73-085E32A8F233}" type="parTrans" cxnId="{C15C03F4-2246-4145-B5E7-9E2FBB0ACA79}">
      <dgm:prSet/>
      <dgm:spPr/>
      <dgm:t>
        <a:bodyPr/>
        <a:lstStyle/>
        <a:p>
          <a:endParaRPr lang="en-US"/>
        </a:p>
      </dgm:t>
    </dgm:pt>
    <dgm:pt modelId="{64AB7CE0-73EE-41B2-9344-4EBA07A13EE1}" type="sibTrans" cxnId="{C15C03F4-2246-4145-B5E7-9E2FBB0ACA79}">
      <dgm:prSet/>
      <dgm:spPr/>
      <dgm:t>
        <a:bodyPr/>
        <a:lstStyle/>
        <a:p>
          <a:endParaRPr lang="en-US"/>
        </a:p>
      </dgm:t>
    </dgm:pt>
    <dgm:pt modelId="{53F024D0-F2E7-451D-BC84-753EF7BC5BD6}">
      <dgm:prSet phldrT="[Text]"/>
      <dgm:spPr/>
      <dgm:t>
        <a:bodyPr/>
        <a:lstStyle/>
        <a:p>
          <a:r>
            <a:rPr lang="en-US" dirty="0"/>
            <a:t>2.2</a:t>
          </a:r>
        </a:p>
      </dgm:t>
    </dgm:pt>
    <dgm:pt modelId="{0097C7E8-37BE-4333-8C4F-93C2CF873137}" type="parTrans" cxnId="{4E1FEE20-E792-471F-A7D8-3878B024CEAC}">
      <dgm:prSet/>
      <dgm:spPr/>
      <dgm:t>
        <a:bodyPr/>
        <a:lstStyle/>
        <a:p>
          <a:endParaRPr lang="en-US"/>
        </a:p>
      </dgm:t>
    </dgm:pt>
    <dgm:pt modelId="{F9F91529-AC03-4568-8BCA-173285F861F8}" type="sibTrans" cxnId="{4E1FEE20-E792-471F-A7D8-3878B024CEAC}">
      <dgm:prSet/>
      <dgm:spPr/>
      <dgm:t>
        <a:bodyPr/>
        <a:lstStyle/>
        <a:p>
          <a:endParaRPr lang="en-US"/>
        </a:p>
      </dgm:t>
    </dgm:pt>
    <dgm:pt modelId="{61511AED-8113-47DB-A8B2-285F051FA41A}">
      <dgm:prSet phldrT="[Text]"/>
      <dgm:spPr/>
      <dgm:t>
        <a:bodyPr/>
        <a:lstStyle/>
        <a:p>
          <a:r>
            <a:rPr lang="en-US" dirty="0"/>
            <a:t>1.1.1</a:t>
          </a:r>
        </a:p>
      </dgm:t>
    </dgm:pt>
    <dgm:pt modelId="{0274626C-16D3-4CDD-B46A-76D26BDBF959}" type="parTrans" cxnId="{5F77FB58-1E24-4FFB-B45B-E624C888612D}">
      <dgm:prSet/>
      <dgm:spPr/>
      <dgm:t>
        <a:bodyPr/>
        <a:lstStyle/>
        <a:p>
          <a:endParaRPr lang="en-US"/>
        </a:p>
      </dgm:t>
    </dgm:pt>
    <dgm:pt modelId="{887005C8-3AB8-4CB5-8836-5842C64E517E}" type="sibTrans" cxnId="{5F77FB58-1E24-4FFB-B45B-E624C888612D}">
      <dgm:prSet/>
      <dgm:spPr/>
      <dgm:t>
        <a:bodyPr/>
        <a:lstStyle/>
        <a:p>
          <a:endParaRPr lang="en-US"/>
        </a:p>
      </dgm:t>
    </dgm:pt>
    <dgm:pt modelId="{6D4543C4-1850-4CD9-A7F3-056DF1FB5611}">
      <dgm:prSet phldrT="[Text]"/>
      <dgm:spPr/>
      <dgm:t>
        <a:bodyPr/>
        <a:lstStyle/>
        <a:p>
          <a:r>
            <a:rPr lang="en-US" dirty="0"/>
            <a:t>1.1.2</a:t>
          </a:r>
        </a:p>
      </dgm:t>
    </dgm:pt>
    <dgm:pt modelId="{36B5F7CA-9F64-4FFA-A7C8-196C42E93986}" type="parTrans" cxnId="{48A31B0E-7D60-4DB0-AD2B-31BA9D409498}">
      <dgm:prSet/>
      <dgm:spPr/>
      <dgm:t>
        <a:bodyPr/>
        <a:lstStyle/>
        <a:p>
          <a:endParaRPr lang="en-US"/>
        </a:p>
      </dgm:t>
    </dgm:pt>
    <dgm:pt modelId="{CB5E9B63-F99A-4A3A-A1D6-49FE496E6B61}" type="sibTrans" cxnId="{48A31B0E-7D60-4DB0-AD2B-31BA9D409498}">
      <dgm:prSet/>
      <dgm:spPr/>
      <dgm:t>
        <a:bodyPr/>
        <a:lstStyle/>
        <a:p>
          <a:endParaRPr lang="en-US"/>
        </a:p>
      </dgm:t>
    </dgm:pt>
    <dgm:pt modelId="{193747C6-6424-4BB1-A94E-8C5B92F0FD51}">
      <dgm:prSet phldrT="[Text]"/>
      <dgm:spPr/>
      <dgm:t>
        <a:bodyPr/>
        <a:lstStyle/>
        <a:p>
          <a:r>
            <a:rPr lang="en-US" dirty="0"/>
            <a:t>1.2.1</a:t>
          </a:r>
        </a:p>
      </dgm:t>
    </dgm:pt>
    <dgm:pt modelId="{C6FD1E74-6594-4E7C-8C23-6CB7FC67EFA6}" type="parTrans" cxnId="{5817E73C-1756-4A57-BAC9-02D38C4C867C}">
      <dgm:prSet/>
      <dgm:spPr/>
      <dgm:t>
        <a:bodyPr/>
        <a:lstStyle/>
        <a:p>
          <a:endParaRPr lang="en-US"/>
        </a:p>
      </dgm:t>
    </dgm:pt>
    <dgm:pt modelId="{31031EC0-6B88-43BB-A068-0D35EDBF8CCB}" type="sibTrans" cxnId="{5817E73C-1756-4A57-BAC9-02D38C4C867C}">
      <dgm:prSet/>
      <dgm:spPr/>
      <dgm:t>
        <a:bodyPr/>
        <a:lstStyle/>
        <a:p>
          <a:endParaRPr lang="en-US"/>
        </a:p>
      </dgm:t>
    </dgm:pt>
    <dgm:pt modelId="{0BC09B3D-48E9-4160-8C00-ECCE59F38EA7}">
      <dgm:prSet phldrT="[Text]"/>
      <dgm:spPr/>
      <dgm:t>
        <a:bodyPr/>
        <a:lstStyle/>
        <a:p>
          <a:r>
            <a:rPr lang="en-US" dirty="0"/>
            <a:t>1.2.2</a:t>
          </a:r>
        </a:p>
      </dgm:t>
    </dgm:pt>
    <dgm:pt modelId="{B6F1B484-A920-4008-8FCD-3F0C123A1B4B}" type="parTrans" cxnId="{3CEAD38E-BE52-4BA9-AD69-CB349741ED73}">
      <dgm:prSet/>
      <dgm:spPr/>
      <dgm:t>
        <a:bodyPr/>
        <a:lstStyle/>
        <a:p>
          <a:endParaRPr lang="en-US"/>
        </a:p>
      </dgm:t>
    </dgm:pt>
    <dgm:pt modelId="{77D7DA2A-4E68-48F3-8D8B-03FF760C9FA0}" type="sibTrans" cxnId="{3CEAD38E-BE52-4BA9-AD69-CB349741ED73}">
      <dgm:prSet/>
      <dgm:spPr/>
      <dgm:t>
        <a:bodyPr/>
        <a:lstStyle/>
        <a:p>
          <a:endParaRPr lang="en-US"/>
        </a:p>
      </dgm:t>
    </dgm:pt>
    <dgm:pt modelId="{64E67860-6C36-44CD-A40D-03CD6F263B4E}">
      <dgm:prSet phldrT="[Text]"/>
      <dgm:spPr/>
      <dgm:t>
        <a:bodyPr/>
        <a:lstStyle/>
        <a:p>
          <a:r>
            <a:rPr lang="en-US" dirty="0"/>
            <a:t>2.1.1</a:t>
          </a:r>
        </a:p>
      </dgm:t>
    </dgm:pt>
    <dgm:pt modelId="{7E6ED18E-C7BE-41FB-BD3B-A8FA7113E150}" type="parTrans" cxnId="{8B929131-6EAA-40A1-8784-B514261C6873}">
      <dgm:prSet/>
      <dgm:spPr/>
      <dgm:t>
        <a:bodyPr/>
        <a:lstStyle/>
        <a:p>
          <a:endParaRPr lang="en-US"/>
        </a:p>
      </dgm:t>
    </dgm:pt>
    <dgm:pt modelId="{C0342113-6B9D-4EEA-B321-9451CF0E29E3}" type="sibTrans" cxnId="{8B929131-6EAA-40A1-8784-B514261C6873}">
      <dgm:prSet/>
      <dgm:spPr/>
      <dgm:t>
        <a:bodyPr/>
        <a:lstStyle/>
        <a:p>
          <a:endParaRPr lang="en-US"/>
        </a:p>
      </dgm:t>
    </dgm:pt>
    <dgm:pt modelId="{FCD13E9D-2083-4D6B-B5EC-D93DBD91068D}" type="pres">
      <dgm:prSet presAssocID="{9E6C2EA2-0EB9-43AF-BBF6-0A4AEB82F496}" presName="mainComposite" presStyleCnt="0">
        <dgm:presLayoutVars>
          <dgm:chPref val="1"/>
          <dgm:dir/>
          <dgm:animOne val="branch"/>
          <dgm:animLvl val="lvl"/>
          <dgm:resizeHandles val="exact"/>
        </dgm:presLayoutVars>
      </dgm:prSet>
      <dgm:spPr/>
    </dgm:pt>
    <dgm:pt modelId="{B84F840C-69DC-4F4C-9847-39A5B3FD114B}" type="pres">
      <dgm:prSet presAssocID="{9E6C2EA2-0EB9-43AF-BBF6-0A4AEB82F496}" presName="hierFlow" presStyleCnt="0"/>
      <dgm:spPr/>
    </dgm:pt>
    <dgm:pt modelId="{ACF76D91-5D84-492D-885C-69C656137291}" type="pres">
      <dgm:prSet presAssocID="{9E6C2EA2-0EB9-43AF-BBF6-0A4AEB82F496}" presName="hierChild1" presStyleCnt="0">
        <dgm:presLayoutVars>
          <dgm:chPref val="1"/>
          <dgm:animOne val="branch"/>
          <dgm:animLvl val="lvl"/>
        </dgm:presLayoutVars>
      </dgm:prSet>
      <dgm:spPr/>
    </dgm:pt>
    <dgm:pt modelId="{327818E2-FB45-4FCA-BEDA-A3E522A14CCC}" type="pres">
      <dgm:prSet presAssocID="{968C1E63-0131-4B05-84D0-B4737C4FDC88}" presName="Name14" presStyleCnt="0"/>
      <dgm:spPr/>
    </dgm:pt>
    <dgm:pt modelId="{3421162A-D218-45BB-BF46-EB893897CD16}" type="pres">
      <dgm:prSet presAssocID="{968C1E63-0131-4B05-84D0-B4737C4FDC88}" presName="level1Shape" presStyleLbl="node0" presStyleIdx="0" presStyleCnt="1" custScaleX="260097">
        <dgm:presLayoutVars>
          <dgm:chPref val="3"/>
        </dgm:presLayoutVars>
      </dgm:prSet>
      <dgm:spPr/>
    </dgm:pt>
    <dgm:pt modelId="{B1DD3BBF-AC3B-4C43-BA56-A8A8788C22EE}" type="pres">
      <dgm:prSet presAssocID="{968C1E63-0131-4B05-84D0-B4737C4FDC88}" presName="hierChild2" presStyleCnt="0"/>
      <dgm:spPr/>
    </dgm:pt>
    <dgm:pt modelId="{F0B291BF-FE4A-42AC-8A6C-7706B04780EB}" type="pres">
      <dgm:prSet presAssocID="{862F0F1F-8DA2-4714-AB4F-4F8046D9193F}" presName="Name19" presStyleLbl="parChTrans1D2" presStyleIdx="0" presStyleCnt="2"/>
      <dgm:spPr/>
    </dgm:pt>
    <dgm:pt modelId="{9E881BBE-E553-4C48-8F8C-A0C7843E72F6}" type="pres">
      <dgm:prSet presAssocID="{785FEA35-A458-49F8-84F1-AD8D498F6627}" presName="Name21" presStyleCnt="0"/>
      <dgm:spPr/>
    </dgm:pt>
    <dgm:pt modelId="{00693EE9-2695-4745-BD2D-BD227DBD3A42}" type="pres">
      <dgm:prSet presAssocID="{785FEA35-A458-49F8-84F1-AD8D498F6627}" presName="level2Shape" presStyleLbl="node2" presStyleIdx="0" presStyleCnt="2"/>
      <dgm:spPr/>
    </dgm:pt>
    <dgm:pt modelId="{6376326A-2D1B-46E1-99F8-5908B9E7A7D8}" type="pres">
      <dgm:prSet presAssocID="{785FEA35-A458-49F8-84F1-AD8D498F6627}" presName="hierChild3" presStyleCnt="0"/>
      <dgm:spPr/>
    </dgm:pt>
    <dgm:pt modelId="{60D17914-377C-4664-AF80-F2B03863439B}" type="pres">
      <dgm:prSet presAssocID="{9E0D56C7-407C-4208-A452-F5E732C20B73}" presName="Name19" presStyleLbl="parChTrans1D3" presStyleIdx="0" presStyleCnt="4"/>
      <dgm:spPr/>
    </dgm:pt>
    <dgm:pt modelId="{96152FA2-1333-4DD1-913C-851FD508FD32}" type="pres">
      <dgm:prSet presAssocID="{95CEE22F-294E-4D2E-B9CB-784DC060F7AD}" presName="Name21" presStyleCnt="0"/>
      <dgm:spPr/>
    </dgm:pt>
    <dgm:pt modelId="{9F512629-9091-4289-A0CC-6C084ABB8213}" type="pres">
      <dgm:prSet presAssocID="{95CEE22F-294E-4D2E-B9CB-784DC060F7AD}" presName="level2Shape" presStyleLbl="node3" presStyleIdx="0" presStyleCnt="4"/>
      <dgm:spPr/>
    </dgm:pt>
    <dgm:pt modelId="{4B328620-3892-4226-BA24-47A3C7A8E84F}" type="pres">
      <dgm:prSet presAssocID="{95CEE22F-294E-4D2E-B9CB-784DC060F7AD}" presName="hierChild3" presStyleCnt="0"/>
      <dgm:spPr/>
    </dgm:pt>
    <dgm:pt modelId="{CACCA18F-8929-4CC3-BEF8-E8903F21B110}" type="pres">
      <dgm:prSet presAssocID="{0274626C-16D3-4CDD-B46A-76D26BDBF959}" presName="Name19" presStyleLbl="parChTrans1D4" presStyleIdx="0" presStyleCnt="5"/>
      <dgm:spPr/>
    </dgm:pt>
    <dgm:pt modelId="{3ADB5B9B-4958-4954-B4FB-2FDDA649D486}" type="pres">
      <dgm:prSet presAssocID="{61511AED-8113-47DB-A8B2-285F051FA41A}" presName="Name21" presStyleCnt="0"/>
      <dgm:spPr/>
    </dgm:pt>
    <dgm:pt modelId="{D9191D8F-93D5-41DF-9FB9-BFFA16604363}" type="pres">
      <dgm:prSet presAssocID="{61511AED-8113-47DB-A8B2-285F051FA41A}" presName="level2Shape" presStyleLbl="node4" presStyleIdx="0" presStyleCnt="5"/>
      <dgm:spPr/>
    </dgm:pt>
    <dgm:pt modelId="{998ADDE7-74F0-4E70-972E-8E5CCA8064F0}" type="pres">
      <dgm:prSet presAssocID="{61511AED-8113-47DB-A8B2-285F051FA41A}" presName="hierChild3" presStyleCnt="0"/>
      <dgm:spPr/>
    </dgm:pt>
    <dgm:pt modelId="{27857633-8797-49F9-B30C-865041B34AFC}" type="pres">
      <dgm:prSet presAssocID="{36B5F7CA-9F64-4FFA-A7C8-196C42E93986}" presName="Name19" presStyleLbl="parChTrans1D4" presStyleIdx="1" presStyleCnt="5"/>
      <dgm:spPr/>
    </dgm:pt>
    <dgm:pt modelId="{26B60292-45B2-4F9D-B075-69A535ECF31C}" type="pres">
      <dgm:prSet presAssocID="{6D4543C4-1850-4CD9-A7F3-056DF1FB5611}" presName="Name21" presStyleCnt="0"/>
      <dgm:spPr/>
    </dgm:pt>
    <dgm:pt modelId="{007664BF-D8FF-4D4B-ABBE-A68B843C3E30}" type="pres">
      <dgm:prSet presAssocID="{6D4543C4-1850-4CD9-A7F3-056DF1FB5611}" presName="level2Shape" presStyleLbl="node4" presStyleIdx="1" presStyleCnt="5"/>
      <dgm:spPr/>
    </dgm:pt>
    <dgm:pt modelId="{26D66703-71E7-49EC-9DD5-32C6CF05DA92}" type="pres">
      <dgm:prSet presAssocID="{6D4543C4-1850-4CD9-A7F3-056DF1FB5611}" presName="hierChild3" presStyleCnt="0"/>
      <dgm:spPr/>
    </dgm:pt>
    <dgm:pt modelId="{C2AD0EE9-5245-4A16-8814-B573A7E7083F}" type="pres">
      <dgm:prSet presAssocID="{00CDCEC9-1259-4976-A798-50171C0CD098}" presName="Name19" presStyleLbl="parChTrans1D3" presStyleIdx="1" presStyleCnt="4"/>
      <dgm:spPr/>
    </dgm:pt>
    <dgm:pt modelId="{C4717975-768A-435F-98B4-A987CE9C1DAB}" type="pres">
      <dgm:prSet presAssocID="{50835BA4-CC14-438F-9615-52C2E440A160}" presName="Name21" presStyleCnt="0"/>
      <dgm:spPr/>
    </dgm:pt>
    <dgm:pt modelId="{6456920C-B706-4FCA-ACF7-32EB3A7C477F}" type="pres">
      <dgm:prSet presAssocID="{50835BA4-CC14-438F-9615-52C2E440A160}" presName="level2Shape" presStyleLbl="node3" presStyleIdx="1" presStyleCnt="4"/>
      <dgm:spPr/>
    </dgm:pt>
    <dgm:pt modelId="{AC7AC821-872D-4397-945C-163B8E704E05}" type="pres">
      <dgm:prSet presAssocID="{50835BA4-CC14-438F-9615-52C2E440A160}" presName="hierChild3" presStyleCnt="0"/>
      <dgm:spPr/>
    </dgm:pt>
    <dgm:pt modelId="{C59A946A-0810-4782-99EE-5AA18399E4FD}" type="pres">
      <dgm:prSet presAssocID="{C6FD1E74-6594-4E7C-8C23-6CB7FC67EFA6}" presName="Name19" presStyleLbl="parChTrans1D4" presStyleIdx="2" presStyleCnt="5"/>
      <dgm:spPr/>
    </dgm:pt>
    <dgm:pt modelId="{869C5EAD-DD86-4EE4-A3FD-D82F51D029AC}" type="pres">
      <dgm:prSet presAssocID="{193747C6-6424-4BB1-A94E-8C5B92F0FD51}" presName="Name21" presStyleCnt="0"/>
      <dgm:spPr/>
    </dgm:pt>
    <dgm:pt modelId="{11952A07-DBDC-42E4-AAF8-51B99F7D3347}" type="pres">
      <dgm:prSet presAssocID="{193747C6-6424-4BB1-A94E-8C5B92F0FD51}" presName="level2Shape" presStyleLbl="node4" presStyleIdx="2" presStyleCnt="5"/>
      <dgm:spPr/>
    </dgm:pt>
    <dgm:pt modelId="{D3B533E8-5EAF-45B9-B48A-6A0438F1DD0F}" type="pres">
      <dgm:prSet presAssocID="{193747C6-6424-4BB1-A94E-8C5B92F0FD51}" presName="hierChild3" presStyleCnt="0"/>
      <dgm:spPr/>
    </dgm:pt>
    <dgm:pt modelId="{F7C231F5-C648-49B4-B8B2-D1A83C3550C6}" type="pres">
      <dgm:prSet presAssocID="{B6F1B484-A920-4008-8FCD-3F0C123A1B4B}" presName="Name19" presStyleLbl="parChTrans1D4" presStyleIdx="3" presStyleCnt="5"/>
      <dgm:spPr/>
    </dgm:pt>
    <dgm:pt modelId="{38330B2B-51F0-411A-A2F7-8FB2ACAF9A4E}" type="pres">
      <dgm:prSet presAssocID="{0BC09B3D-48E9-4160-8C00-ECCE59F38EA7}" presName="Name21" presStyleCnt="0"/>
      <dgm:spPr/>
    </dgm:pt>
    <dgm:pt modelId="{D96090C3-30D8-4BF5-887C-1B9E57813E6D}" type="pres">
      <dgm:prSet presAssocID="{0BC09B3D-48E9-4160-8C00-ECCE59F38EA7}" presName="level2Shape" presStyleLbl="node4" presStyleIdx="3" presStyleCnt="5"/>
      <dgm:spPr/>
    </dgm:pt>
    <dgm:pt modelId="{8A25EBB4-A858-4B37-A965-B12A9573C078}" type="pres">
      <dgm:prSet presAssocID="{0BC09B3D-48E9-4160-8C00-ECCE59F38EA7}" presName="hierChild3" presStyleCnt="0"/>
      <dgm:spPr/>
    </dgm:pt>
    <dgm:pt modelId="{77E45A8D-9CBF-46BE-A011-C9C9EA6D9A95}" type="pres">
      <dgm:prSet presAssocID="{55A49C76-3DAD-4AAF-97F1-306964812C00}" presName="Name19" presStyleLbl="parChTrans1D2" presStyleIdx="1" presStyleCnt="2"/>
      <dgm:spPr/>
    </dgm:pt>
    <dgm:pt modelId="{CF10A214-B9F2-458E-B832-DBEC00EE5639}" type="pres">
      <dgm:prSet presAssocID="{EFA170ED-114B-4C52-A1B9-850180829C62}" presName="Name21" presStyleCnt="0"/>
      <dgm:spPr/>
    </dgm:pt>
    <dgm:pt modelId="{F3968655-0C96-4C85-B6CF-CB1BC9ED4471}" type="pres">
      <dgm:prSet presAssocID="{EFA170ED-114B-4C52-A1B9-850180829C62}" presName="level2Shape" presStyleLbl="node2" presStyleIdx="1" presStyleCnt="2"/>
      <dgm:spPr/>
    </dgm:pt>
    <dgm:pt modelId="{2EAC2F68-05E7-4949-A27F-F1214B16382D}" type="pres">
      <dgm:prSet presAssocID="{EFA170ED-114B-4C52-A1B9-850180829C62}" presName="hierChild3" presStyleCnt="0"/>
      <dgm:spPr/>
    </dgm:pt>
    <dgm:pt modelId="{0977C60E-3BA1-4089-AC06-9A3D6BC5F3B0}" type="pres">
      <dgm:prSet presAssocID="{A03A239D-DF6E-4121-BB73-085E32A8F233}" presName="Name19" presStyleLbl="parChTrans1D3" presStyleIdx="2" presStyleCnt="4"/>
      <dgm:spPr/>
    </dgm:pt>
    <dgm:pt modelId="{26B59560-61FF-4151-A3E2-74FB44DFD935}" type="pres">
      <dgm:prSet presAssocID="{40170883-1FF8-4E75-9857-CD5D54720641}" presName="Name21" presStyleCnt="0"/>
      <dgm:spPr/>
    </dgm:pt>
    <dgm:pt modelId="{119F338C-739F-4CF2-B1B4-D4E763C4552B}" type="pres">
      <dgm:prSet presAssocID="{40170883-1FF8-4E75-9857-CD5D54720641}" presName="level2Shape" presStyleLbl="node3" presStyleIdx="2" presStyleCnt="4"/>
      <dgm:spPr/>
    </dgm:pt>
    <dgm:pt modelId="{24AFB99E-5898-46CA-A9EA-A06F0C8ED23D}" type="pres">
      <dgm:prSet presAssocID="{40170883-1FF8-4E75-9857-CD5D54720641}" presName="hierChild3" presStyleCnt="0"/>
      <dgm:spPr/>
    </dgm:pt>
    <dgm:pt modelId="{F54FDFA7-54DE-4A3D-8E52-E9E2E178A95F}" type="pres">
      <dgm:prSet presAssocID="{7E6ED18E-C7BE-41FB-BD3B-A8FA7113E150}" presName="Name19" presStyleLbl="parChTrans1D4" presStyleIdx="4" presStyleCnt="5"/>
      <dgm:spPr/>
    </dgm:pt>
    <dgm:pt modelId="{EC0A00F6-5473-4E25-A4A9-2D7B941767A3}" type="pres">
      <dgm:prSet presAssocID="{64E67860-6C36-44CD-A40D-03CD6F263B4E}" presName="Name21" presStyleCnt="0"/>
      <dgm:spPr/>
    </dgm:pt>
    <dgm:pt modelId="{3CF00111-D210-4F20-B26C-09A5D02AD68E}" type="pres">
      <dgm:prSet presAssocID="{64E67860-6C36-44CD-A40D-03CD6F263B4E}" presName="level2Shape" presStyleLbl="node4" presStyleIdx="4" presStyleCnt="5"/>
      <dgm:spPr/>
    </dgm:pt>
    <dgm:pt modelId="{D0FBAAA8-6645-445C-BFC4-480DC26051DE}" type="pres">
      <dgm:prSet presAssocID="{64E67860-6C36-44CD-A40D-03CD6F263B4E}" presName="hierChild3" presStyleCnt="0"/>
      <dgm:spPr/>
    </dgm:pt>
    <dgm:pt modelId="{B25E3B4F-E139-43AF-8811-A50D1AEB60BA}" type="pres">
      <dgm:prSet presAssocID="{0097C7E8-37BE-4333-8C4F-93C2CF873137}" presName="Name19" presStyleLbl="parChTrans1D3" presStyleIdx="3" presStyleCnt="4"/>
      <dgm:spPr/>
    </dgm:pt>
    <dgm:pt modelId="{207E50A0-A3EF-4FF3-B102-7E8BA1884BB0}" type="pres">
      <dgm:prSet presAssocID="{53F024D0-F2E7-451D-BC84-753EF7BC5BD6}" presName="Name21" presStyleCnt="0"/>
      <dgm:spPr/>
    </dgm:pt>
    <dgm:pt modelId="{97EC3096-0550-444F-AC95-617192243137}" type="pres">
      <dgm:prSet presAssocID="{53F024D0-F2E7-451D-BC84-753EF7BC5BD6}" presName="level2Shape" presStyleLbl="node3" presStyleIdx="3" presStyleCnt="4"/>
      <dgm:spPr/>
    </dgm:pt>
    <dgm:pt modelId="{512A476A-8CE5-4012-8510-166E145B5ECF}" type="pres">
      <dgm:prSet presAssocID="{53F024D0-F2E7-451D-BC84-753EF7BC5BD6}" presName="hierChild3" presStyleCnt="0"/>
      <dgm:spPr/>
    </dgm:pt>
    <dgm:pt modelId="{3B598392-CEE4-401B-8D39-337943B7B28A}" type="pres">
      <dgm:prSet presAssocID="{9E6C2EA2-0EB9-43AF-BBF6-0A4AEB82F496}" presName="bgShapesFlow" presStyleCnt="0"/>
      <dgm:spPr/>
    </dgm:pt>
  </dgm:ptLst>
  <dgm:cxnLst>
    <dgm:cxn modelId="{9B366005-53D9-4471-AD24-EEE453AB708F}" type="presOf" srcId="{EFA170ED-114B-4C52-A1B9-850180829C62}" destId="{F3968655-0C96-4C85-B6CF-CB1BC9ED4471}" srcOrd="0" destOrd="0" presId="urn:microsoft.com/office/officeart/2005/8/layout/hierarchy6"/>
    <dgm:cxn modelId="{C987D406-AB84-4783-AC15-9FE06B06A4B8}" type="presOf" srcId="{862F0F1F-8DA2-4714-AB4F-4F8046D9193F}" destId="{F0B291BF-FE4A-42AC-8A6C-7706B04780EB}" srcOrd="0" destOrd="0" presId="urn:microsoft.com/office/officeart/2005/8/layout/hierarchy6"/>
    <dgm:cxn modelId="{DB4CAF09-71F1-4495-BA98-57F73C878CCC}" type="presOf" srcId="{0BC09B3D-48E9-4160-8C00-ECCE59F38EA7}" destId="{D96090C3-30D8-4BF5-887C-1B9E57813E6D}" srcOrd="0" destOrd="0" presId="urn:microsoft.com/office/officeart/2005/8/layout/hierarchy6"/>
    <dgm:cxn modelId="{D8E52E0B-4F71-4E22-BED1-685C4EC0E249}" type="presOf" srcId="{50835BA4-CC14-438F-9615-52C2E440A160}" destId="{6456920C-B706-4FCA-ACF7-32EB3A7C477F}" srcOrd="0" destOrd="0" presId="urn:microsoft.com/office/officeart/2005/8/layout/hierarchy6"/>
    <dgm:cxn modelId="{7668630D-0B5D-4FFD-9A76-D6EEAE241516}" srcId="{9E6C2EA2-0EB9-43AF-BBF6-0A4AEB82F496}" destId="{968C1E63-0131-4B05-84D0-B4737C4FDC88}" srcOrd="0" destOrd="0" parTransId="{7EDA1A3E-F325-4F15-91D6-64736CB02C5C}" sibTransId="{67BE3E78-76E3-4065-A5AD-495616E20DCE}"/>
    <dgm:cxn modelId="{48A31B0E-7D60-4DB0-AD2B-31BA9D409498}" srcId="{95CEE22F-294E-4D2E-B9CB-784DC060F7AD}" destId="{6D4543C4-1850-4CD9-A7F3-056DF1FB5611}" srcOrd="1" destOrd="0" parTransId="{36B5F7CA-9F64-4FFA-A7C8-196C42E93986}" sibTransId="{CB5E9B63-F99A-4A3A-A1D6-49FE496E6B61}"/>
    <dgm:cxn modelId="{9F7E5018-6295-4305-BF72-D42267AD4751}" type="presOf" srcId="{968C1E63-0131-4B05-84D0-B4737C4FDC88}" destId="{3421162A-D218-45BB-BF46-EB893897CD16}" srcOrd="0" destOrd="0" presId="urn:microsoft.com/office/officeart/2005/8/layout/hierarchy6"/>
    <dgm:cxn modelId="{E194E41A-8D87-4360-BF8B-A78071259379}" type="presOf" srcId="{785FEA35-A458-49F8-84F1-AD8D498F6627}" destId="{00693EE9-2695-4745-BD2D-BD227DBD3A42}" srcOrd="0" destOrd="0" presId="urn:microsoft.com/office/officeart/2005/8/layout/hierarchy6"/>
    <dgm:cxn modelId="{F079611B-4F6B-4D8D-8EC8-618BC2FCC8A3}" type="presOf" srcId="{193747C6-6424-4BB1-A94E-8C5B92F0FD51}" destId="{11952A07-DBDC-42E4-AAF8-51B99F7D3347}" srcOrd="0" destOrd="0" presId="urn:microsoft.com/office/officeart/2005/8/layout/hierarchy6"/>
    <dgm:cxn modelId="{4E1FEE20-E792-471F-A7D8-3878B024CEAC}" srcId="{EFA170ED-114B-4C52-A1B9-850180829C62}" destId="{53F024D0-F2E7-451D-BC84-753EF7BC5BD6}" srcOrd="1" destOrd="0" parTransId="{0097C7E8-37BE-4333-8C4F-93C2CF873137}" sibTransId="{F9F91529-AC03-4568-8BCA-173285F861F8}"/>
    <dgm:cxn modelId="{B0A3592B-74F9-44B2-81E2-F17D37387EBB}" type="presOf" srcId="{B6F1B484-A920-4008-8FCD-3F0C123A1B4B}" destId="{F7C231F5-C648-49B4-B8B2-D1A83C3550C6}" srcOrd="0" destOrd="0" presId="urn:microsoft.com/office/officeart/2005/8/layout/hierarchy6"/>
    <dgm:cxn modelId="{8B929131-6EAA-40A1-8784-B514261C6873}" srcId="{40170883-1FF8-4E75-9857-CD5D54720641}" destId="{64E67860-6C36-44CD-A40D-03CD6F263B4E}" srcOrd="0" destOrd="0" parTransId="{7E6ED18E-C7BE-41FB-BD3B-A8FA7113E150}" sibTransId="{C0342113-6B9D-4EEA-B321-9451CF0E29E3}"/>
    <dgm:cxn modelId="{568A9F31-7F63-4A09-B4A9-CAE1C1A3EAAC}" type="presOf" srcId="{00CDCEC9-1259-4976-A798-50171C0CD098}" destId="{C2AD0EE9-5245-4A16-8814-B573A7E7083F}" srcOrd="0" destOrd="0" presId="urn:microsoft.com/office/officeart/2005/8/layout/hierarchy6"/>
    <dgm:cxn modelId="{EC337A39-DB1E-43FE-95C1-B79CE3CB2C1E}" type="presOf" srcId="{A03A239D-DF6E-4121-BB73-085E32A8F233}" destId="{0977C60E-3BA1-4089-AC06-9A3D6BC5F3B0}" srcOrd="0" destOrd="0" presId="urn:microsoft.com/office/officeart/2005/8/layout/hierarchy6"/>
    <dgm:cxn modelId="{CC057D3C-F6CF-4F9D-9442-8F82259E3DA0}" srcId="{785FEA35-A458-49F8-84F1-AD8D498F6627}" destId="{95CEE22F-294E-4D2E-B9CB-784DC060F7AD}" srcOrd="0" destOrd="0" parTransId="{9E0D56C7-407C-4208-A452-F5E732C20B73}" sibTransId="{773A9425-4A6F-4C7D-9808-F7F868C0271C}"/>
    <dgm:cxn modelId="{5817E73C-1756-4A57-BAC9-02D38C4C867C}" srcId="{50835BA4-CC14-438F-9615-52C2E440A160}" destId="{193747C6-6424-4BB1-A94E-8C5B92F0FD51}" srcOrd="0" destOrd="0" parTransId="{C6FD1E74-6594-4E7C-8C23-6CB7FC67EFA6}" sibTransId="{31031EC0-6B88-43BB-A068-0D35EDBF8CCB}"/>
    <dgm:cxn modelId="{D55FF25F-FC1B-4E96-B50F-315F29752301}" srcId="{785FEA35-A458-49F8-84F1-AD8D498F6627}" destId="{50835BA4-CC14-438F-9615-52C2E440A160}" srcOrd="1" destOrd="0" parTransId="{00CDCEC9-1259-4976-A798-50171C0CD098}" sibTransId="{C30F1643-D97D-4176-98A3-6ED8B4D0F8C3}"/>
    <dgm:cxn modelId="{5F77FB58-1E24-4FFB-B45B-E624C888612D}" srcId="{95CEE22F-294E-4D2E-B9CB-784DC060F7AD}" destId="{61511AED-8113-47DB-A8B2-285F051FA41A}" srcOrd="0" destOrd="0" parTransId="{0274626C-16D3-4CDD-B46A-76D26BDBF959}" sibTransId="{887005C8-3AB8-4CB5-8836-5842C64E517E}"/>
    <dgm:cxn modelId="{F592337C-23C8-480B-A3E0-9D2C3E164F2E}" type="presOf" srcId="{61511AED-8113-47DB-A8B2-285F051FA41A}" destId="{D9191D8F-93D5-41DF-9FB9-BFFA16604363}" srcOrd="0" destOrd="0" presId="urn:microsoft.com/office/officeart/2005/8/layout/hierarchy6"/>
    <dgm:cxn modelId="{E71DF684-C2A5-472D-B4E8-25487C8161DF}" type="presOf" srcId="{0274626C-16D3-4CDD-B46A-76D26BDBF959}" destId="{CACCA18F-8929-4CC3-BEF8-E8903F21B110}" srcOrd="0" destOrd="0" presId="urn:microsoft.com/office/officeart/2005/8/layout/hierarchy6"/>
    <dgm:cxn modelId="{B7A7A489-3218-4ED3-A68E-82482FD30F52}" type="presOf" srcId="{9E6C2EA2-0EB9-43AF-BBF6-0A4AEB82F496}" destId="{FCD13E9D-2083-4D6B-B5EC-D93DBD91068D}" srcOrd="0" destOrd="0" presId="urn:microsoft.com/office/officeart/2005/8/layout/hierarchy6"/>
    <dgm:cxn modelId="{3CEAD38E-BE52-4BA9-AD69-CB349741ED73}" srcId="{50835BA4-CC14-438F-9615-52C2E440A160}" destId="{0BC09B3D-48E9-4160-8C00-ECCE59F38EA7}" srcOrd="1" destOrd="0" parTransId="{B6F1B484-A920-4008-8FCD-3F0C123A1B4B}" sibTransId="{77D7DA2A-4E68-48F3-8D8B-03FF760C9FA0}"/>
    <dgm:cxn modelId="{ACAE1392-0F1B-43C3-9693-844613C99DD9}" type="presOf" srcId="{0097C7E8-37BE-4333-8C4F-93C2CF873137}" destId="{B25E3B4F-E139-43AF-8811-A50D1AEB60BA}" srcOrd="0" destOrd="0" presId="urn:microsoft.com/office/officeart/2005/8/layout/hierarchy6"/>
    <dgm:cxn modelId="{AEFBFA92-DC8F-45ED-8500-477FA89F3C32}" srcId="{968C1E63-0131-4B05-84D0-B4737C4FDC88}" destId="{785FEA35-A458-49F8-84F1-AD8D498F6627}" srcOrd="0" destOrd="0" parTransId="{862F0F1F-8DA2-4714-AB4F-4F8046D9193F}" sibTransId="{7311744B-C985-4BC9-8307-A2D42140D8DD}"/>
    <dgm:cxn modelId="{5CADCC96-1AE5-4A68-95EF-3280D772FF19}" type="presOf" srcId="{40170883-1FF8-4E75-9857-CD5D54720641}" destId="{119F338C-739F-4CF2-B1B4-D4E763C4552B}" srcOrd="0" destOrd="0" presId="urn:microsoft.com/office/officeart/2005/8/layout/hierarchy6"/>
    <dgm:cxn modelId="{86CF5C9D-8564-4189-BB72-CCFB963A06EB}" type="presOf" srcId="{9E0D56C7-407C-4208-A452-F5E732C20B73}" destId="{60D17914-377C-4664-AF80-F2B03863439B}" srcOrd="0" destOrd="0" presId="urn:microsoft.com/office/officeart/2005/8/layout/hierarchy6"/>
    <dgm:cxn modelId="{29A38EA4-4E74-44B1-A955-2B7573279731}" type="presOf" srcId="{6D4543C4-1850-4CD9-A7F3-056DF1FB5611}" destId="{007664BF-D8FF-4D4B-ABBE-A68B843C3E30}" srcOrd="0" destOrd="0" presId="urn:microsoft.com/office/officeart/2005/8/layout/hierarchy6"/>
    <dgm:cxn modelId="{5FAF9AAF-8CDC-41ED-A8BD-ABC2F9355CD7}" type="presOf" srcId="{7E6ED18E-C7BE-41FB-BD3B-A8FA7113E150}" destId="{F54FDFA7-54DE-4A3D-8E52-E9E2E178A95F}" srcOrd="0" destOrd="0" presId="urn:microsoft.com/office/officeart/2005/8/layout/hierarchy6"/>
    <dgm:cxn modelId="{D2009BCB-92F2-4748-A5CA-9380C2F43D69}" srcId="{968C1E63-0131-4B05-84D0-B4737C4FDC88}" destId="{EFA170ED-114B-4C52-A1B9-850180829C62}" srcOrd="1" destOrd="0" parTransId="{55A49C76-3DAD-4AAF-97F1-306964812C00}" sibTransId="{2B93F6AE-1844-418B-856F-53A906D4EB96}"/>
    <dgm:cxn modelId="{27F034CC-4FC4-4B9F-8800-DEDA4687F40F}" type="presOf" srcId="{C6FD1E74-6594-4E7C-8C23-6CB7FC67EFA6}" destId="{C59A946A-0810-4782-99EE-5AA18399E4FD}" srcOrd="0" destOrd="0" presId="urn:microsoft.com/office/officeart/2005/8/layout/hierarchy6"/>
    <dgm:cxn modelId="{4E8DDBD7-C134-4F4E-A273-55254E8D887A}" type="presOf" srcId="{36B5F7CA-9F64-4FFA-A7C8-196C42E93986}" destId="{27857633-8797-49F9-B30C-865041B34AFC}" srcOrd="0" destOrd="0" presId="urn:microsoft.com/office/officeart/2005/8/layout/hierarchy6"/>
    <dgm:cxn modelId="{44A5FDDB-D1DE-4896-8861-336D59D035C0}" type="presOf" srcId="{53F024D0-F2E7-451D-BC84-753EF7BC5BD6}" destId="{97EC3096-0550-444F-AC95-617192243137}" srcOrd="0" destOrd="0" presId="urn:microsoft.com/office/officeart/2005/8/layout/hierarchy6"/>
    <dgm:cxn modelId="{CE779DE8-8E14-4C8E-877E-54B29A554F03}" type="presOf" srcId="{64E67860-6C36-44CD-A40D-03CD6F263B4E}" destId="{3CF00111-D210-4F20-B26C-09A5D02AD68E}" srcOrd="0" destOrd="0" presId="urn:microsoft.com/office/officeart/2005/8/layout/hierarchy6"/>
    <dgm:cxn modelId="{919F39E9-C813-4084-90BD-BE6F37218389}" type="presOf" srcId="{55A49C76-3DAD-4AAF-97F1-306964812C00}" destId="{77E45A8D-9CBF-46BE-A011-C9C9EA6D9A95}" srcOrd="0" destOrd="0" presId="urn:microsoft.com/office/officeart/2005/8/layout/hierarchy6"/>
    <dgm:cxn modelId="{C15C03F4-2246-4145-B5E7-9E2FBB0ACA79}" srcId="{EFA170ED-114B-4C52-A1B9-850180829C62}" destId="{40170883-1FF8-4E75-9857-CD5D54720641}" srcOrd="0" destOrd="0" parTransId="{A03A239D-DF6E-4121-BB73-085E32A8F233}" sibTransId="{64AB7CE0-73EE-41B2-9344-4EBA07A13EE1}"/>
    <dgm:cxn modelId="{12B9C0F4-1A5D-4D87-880C-10A0EE770C65}" type="presOf" srcId="{95CEE22F-294E-4D2E-B9CB-784DC060F7AD}" destId="{9F512629-9091-4289-A0CC-6C084ABB8213}" srcOrd="0" destOrd="0" presId="urn:microsoft.com/office/officeart/2005/8/layout/hierarchy6"/>
    <dgm:cxn modelId="{B8CEBECA-01CA-41AD-B3F5-B6D3A9DD22D0}" type="presParOf" srcId="{FCD13E9D-2083-4D6B-B5EC-D93DBD91068D}" destId="{B84F840C-69DC-4F4C-9847-39A5B3FD114B}" srcOrd="0" destOrd="0" presId="urn:microsoft.com/office/officeart/2005/8/layout/hierarchy6"/>
    <dgm:cxn modelId="{B04BA2E3-D79E-4C0B-9391-F44814E0450B}" type="presParOf" srcId="{B84F840C-69DC-4F4C-9847-39A5B3FD114B}" destId="{ACF76D91-5D84-492D-885C-69C656137291}" srcOrd="0" destOrd="0" presId="urn:microsoft.com/office/officeart/2005/8/layout/hierarchy6"/>
    <dgm:cxn modelId="{EC33B258-731F-41A2-B94B-17CFF9EE2B86}" type="presParOf" srcId="{ACF76D91-5D84-492D-885C-69C656137291}" destId="{327818E2-FB45-4FCA-BEDA-A3E522A14CCC}" srcOrd="0" destOrd="0" presId="urn:microsoft.com/office/officeart/2005/8/layout/hierarchy6"/>
    <dgm:cxn modelId="{5A912B7E-1189-47F6-9A6D-A7A8EAB3F001}" type="presParOf" srcId="{327818E2-FB45-4FCA-BEDA-A3E522A14CCC}" destId="{3421162A-D218-45BB-BF46-EB893897CD16}" srcOrd="0" destOrd="0" presId="urn:microsoft.com/office/officeart/2005/8/layout/hierarchy6"/>
    <dgm:cxn modelId="{6545FC35-23B3-4C38-AFD7-6CC41F943F90}" type="presParOf" srcId="{327818E2-FB45-4FCA-BEDA-A3E522A14CCC}" destId="{B1DD3BBF-AC3B-4C43-BA56-A8A8788C22EE}" srcOrd="1" destOrd="0" presId="urn:microsoft.com/office/officeart/2005/8/layout/hierarchy6"/>
    <dgm:cxn modelId="{3A55D8D7-3E43-45B6-9A58-47AFC962AC27}" type="presParOf" srcId="{B1DD3BBF-AC3B-4C43-BA56-A8A8788C22EE}" destId="{F0B291BF-FE4A-42AC-8A6C-7706B04780EB}" srcOrd="0" destOrd="0" presId="urn:microsoft.com/office/officeart/2005/8/layout/hierarchy6"/>
    <dgm:cxn modelId="{6D0B3D0A-E40A-49C0-A067-3A8C89859305}" type="presParOf" srcId="{B1DD3BBF-AC3B-4C43-BA56-A8A8788C22EE}" destId="{9E881BBE-E553-4C48-8F8C-A0C7843E72F6}" srcOrd="1" destOrd="0" presId="urn:microsoft.com/office/officeart/2005/8/layout/hierarchy6"/>
    <dgm:cxn modelId="{42020814-4669-4B59-B92C-0F55899E51B1}" type="presParOf" srcId="{9E881BBE-E553-4C48-8F8C-A0C7843E72F6}" destId="{00693EE9-2695-4745-BD2D-BD227DBD3A42}" srcOrd="0" destOrd="0" presId="urn:microsoft.com/office/officeart/2005/8/layout/hierarchy6"/>
    <dgm:cxn modelId="{0CB1FA91-1FC4-43B0-8801-A9D3BCA5F15F}" type="presParOf" srcId="{9E881BBE-E553-4C48-8F8C-A0C7843E72F6}" destId="{6376326A-2D1B-46E1-99F8-5908B9E7A7D8}" srcOrd="1" destOrd="0" presId="urn:microsoft.com/office/officeart/2005/8/layout/hierarchy6"/>
    <dgm:cxn modelId="{C7B3DAE6-A065-4A7D-9261-309E5A3CFECF}" type="presParOf" srcId="{6376326A-2D1B-46E1-99F8-5908B9E7A7D8}" destId="{60D17914-377C-4664-AF80-F2B03863439B}" srcOrd="0" destOrd="0" presId="urn:microsoft.com/office/officeart/2005/8/layout/hierarchy6"/>
    <dgm:cxn modelId="{C96CB0B5-127E-43F9-A102-E7E46404365C}" type="presParOf" srcId="{6376326A-2D1B-46E1-99F8-5908B9E7A7D8}" destId="{96152FA2-1333-4DD1-913C-851FD508FD32}" srcOrd="1" destOrd="0" presId="urn:microsoft.com/office/officeart/2005/8/layout/hierarchy6"/>
    <dgm:cxn modelId="{92C90801-94A0-4EA0-B3A5-D8DC04896585}" type="presParOf" srcId="{96152FA2-1333-4DD1-913C-851FD508FD32}" destId="{9F512629-9091-4289-A0CC-6C084ABB8213}" srcOrd="0" destOrd="0" presId="urn:microsoft.com/office/officeart/2005/8/layout/hierarchy6"/>
    <dgm:cxn modelId="{295E98ED-1426-44B3-AC00-893A3770994E}" type="presParOf" srcId="{96152FA2-1333-4DD1-913C-851FD508FD32}" destId="{4B328620-3892-4226-BA24-47A3C7A8E84F}" srcOrd="1" destOrd="0" presId="urn:microsoft.com/office/officeart/2005/8/layout/hierarchy6"/>
    <dgm:cxn modelId="{0DE6CA97-F8C4-45C4-A1B1-00C0C9EA560B}" type="presParOf" srcId="{4B328620-3892-4226-BA24-47A3C7A8E84F}" destId="{CACCA18F-8929-4CC3-BEF8-E8903F21B110}" srcOrd="0" destOrd="0" presId="urn:microsoft.com/office/officeart/2005/8/layout/hierarchy6"/>
    <dgm:cxn modelId="{49B45D22-D6E5-4D2B-8E88-18D73386C9E0}" type="presParOf" srcId="{4B328620-3892-4226-BA24-47A3C7A8E84F}" destId="{3ADB5B9B-4958-4954-B4FB-2FDDA649D486}" srcOrd="1" destOrd="0" presId="urn:microsoft.com/office/officeart/2005/8/layout/hierarchy6"/>
    <dgm:cxn modelId="{CCD11FF9-22F1-457C-AF04-5920419508C7}" type="presParOf" srcId="{3ADB5B9B-4958-4954-B4FB-2FDDA649D486}" destId="{D9191D8F-93D5-41DF-9FB9-BFFA16604363}" srcOrd="0" destOrd="0" presId="urn:microsoft.com/office/officeart/2005/8/layout/hierarchy6"/>
    <dgm:cxn modelId="{A11F73CD-0CEA-4BA2-848D-494AA93C27D6}" type="presParOf" srcId="{3ADB5B9B-4958-4954-B4FB-2FDDA649D486}" destId="{998ADDE7-74F0-4E70-972E-8E5CCA8064F0}" srcOrd="1" destOrd="0" presId="urn:microsoft.com/office/officeart/2005/8/layout/hierarchy6"/>
    <dgm:cxn modelId="{E0A351AD-27E7-4402-91AD-581E263EFFDD}" type="presParOf" srcId="{4B328620-3892-4226-BA24-47A3C7A8E84F}" destId="{27857633-8797-49F9-B30C-865041B34AFC}" srcOrd="2" destOrd="0" presId="urn:microsoft.com/office/officeart/2005/8/layout/hierarchy6"/>
    <dgm:cxn modelId="{D669A13D-4B69-4E5A-AE7E-EB5C9A984EF6}" type="presParOf" srcId="{4B328620-3892-4226-BA24-47A3C7A8E84F}" destId="{26B60292-45B2-4F9D-B075-69A535ECF31C}" srcOrd="3" destOrd="0" presId="urn:microsoft.com/office/officeart/2005/8/layout/hierarchy6"/>
    <dgm:cxn modelId="{28F61EF6-7477-4DE5-B49E-BE3ED5FF6D04}" type="presParOf" srcId="{26B60292-45B2-4F9D-B075-69A535ECF31C}" destId="{007664BF-D8FF-4D4B-ABBE-A68B843C3E30}" srcOrd="0" destOrd="0" presId="urn:microsoft.com/office/officeart/2005/8/layout/hierarchy6"/>
    <dgm:cxn modelId="{9FC44017-A64B-4716-B6BA-4B282666DD95}" type="presParOf" srcId="{26B60292-45B2-4F9D-B075-69A535ECF31C}" destId="{26D66703-71E7-49EC-9DD5-32C6CF05DA92}" srcOrd="1" destOrd="0" presId="urn:microsoft.com/office/officeart/2005/8/layout/hierarchy6"/>
    <dgm:cxn modelId="{180329BA-4CAD-4B7E-B947-9DBD239F5041}" type="presParOf" srcId="{6376326A-2D1B-46E1-99F8-5908B9E7A7D8}" destId="{C2AD0EE9-5245-4A16-8814-B573A7E7083F}" srcOrd="2" destOrd="0" presId="urn:microsoft.com/office/officeart/2005/8/layout/hierarchy6"/>
    <dgm:cxn modelId="{E146FDBD-B7B2-4387-B4D5-544E2B284BFA}" type="presParOf" srcId="{6376326A-2D1B-46E1-99F8-5908B9E7A7D8}" destId="{C4717975-768A-435F-98B4-A987CE9C1DAB}" srcOrd="3" destOrd="0" presId="urn:microsoft.com/office/officeart/2005/8/layout/hierarchy6"/>
    <dgm:cxn modelId="{10CFFA62-55AE-488D-A9CA-9E025EC0FC87}" type="presParOf" srcId="{C4717975-768A-435F-98B4-A987CE9C1DAB}" destId="{6456920C-B706-4FCA-ACF7-32EB3A7C477F}" srcOrd="0" destOrd="0" presId="urn:microsoft.com/office/officeart/2005/8/layout/hierarchy6"/>
    <dgm:cxn modelId="{56CBCB94-646C-49D1-B5C2-756993EDDBBB}" type="presParOf" srcId="{C4717975-768A-435F-98B4-A987CE9C1DAB}" destId="{AC7AC821-872D-4397-945C-163B8E704E05}" srcOrd="1" destOrd="0" presId="urn:microsoft.com/office/officeart/2005/8/layout/hierarchy6"/>
    <dgm:cxn modelId="{EB32F640-DEEE-4C84-B97C-510CE81893F9}" type="presParOf" srcId="{AC7AC821-872D-4397-945C-163B8E704E05}" destId="{C59A946A-0810-4782-99EE-5AA18399E4FD}" srcOrd="0" destOrd="0" presId="urn:microsoft.com/office/officeart/2005/8/layout/hierarchy6"/>
    <dgm:cxn modelId="{C4D9CACB-1D55-43F5-9A42-C04FFFCF8F28}" type="presParOf" srcId="{AC7AC821-872D-4397-945C-163B8E704E05}" destId="{869C5EAD-DD86-4EE4-A3FD-D82F51D029AC}" srcOrd="1" destOrd="0" presId="urn:microsoft.com/office/officeart/2005/8/layout/hierarchy6"/>
    <dgm:cxn modelId="{69B63865-F7C5-4860-B17A-CB722E3C6FA1}" type="presParOf" srcId="{869C5EAD-DD86-4EE4-A3FD-D82F51D029AC}" destId="{11952A07-DBDC-42E4-AAF8-51B99F7D3347}" srcOrd="0" destOrd="0" presId="urn:microsoft.com/office/officeart/2005/8/layout/hierarchy6"/>
    <dgm:cxn modelId="{D6F970A8-71B0-4E9F-995C-24CF12F06CA7}" type="presParOf" srcId="{869C5EAD-DD86-4EE4-A3FD-D82F51D029AC}" destId="{D3B533E8-5EAF-45B9-B48A-6A0438F1DD0F}" srcOrd="1" destOrd="0" presId="urn:microsoft.com/office/officeart/2005/8/layout/hierarchy6"/>
    <dgm:cxn modelId="{642835FB-591B-4247-B6BD-D8EEBB4C3B68}" type="presParOf" srcId="{AC7AC821-872D-4397-945C-163B8E704E05}" destId="{F7C231F5-C648-49B4-B8B2-D1A83C3550C6}" srcOrd="2" destOrd="0" presId="urn:microsoft.com/office/officeart/2005/8/layout/hierarchy6"/>
    <dgm:cxn modelId="{FA054120-80EA-46B9-B432-EAFF8EE11979}" type="presParOf" srcId="{AC7AC821-872D-4397-945C-163B8E704E05}" destId="{38330B2B-51F0-411A-A2F7-8FB2ACAF9A4E}" srcOrd="3" destOrd="0" presId="urn:microsoft.com/office/officeart/2005/8/layout/hierarchy6"/>
    <dgm:cxn modelId="{A3A8FC39-212F-4AD4-BCCB-F6B40156321F}" type="presParOf" srcId="{38330B2B-51F0-411A-A2F7-8FB2ACAF9A4E}" destId="{D96090C3-30D8-4BF5-887C-1B9E57813E6D}" srcOrd="0" destOrd="0" presId="urn:microsoft.com/office/officeart/2005/8/layout/hierarchy6"/>
    <dgm:cxn modelId="{1B7DB120-4F79-4124-A24C-02033357F9B2}" type="presParOf" srcId="{38330B2B-51F0-411A-A2F7-8FB2ACAF9A4E}" destId="{8A25EBB4-A858-4B37-A965-B12A9573C078}" srcOrd="1" destOrd="0" presId="urn:microsoft.com/office/officeart/2005/8/layout/hierarchy6"/>
    <dgm:cxn modelId="{50D638CF-5493-4A0A-A600-37BCC1F11BCC}" type="presParOf" srcId="{B1DD3BBF-AC3B-4C43-BA56-A8A8788C22EE}" destId="{77E45A8D-9CBF-46BE-A011-C9C9EA6D9A95}" srcOrd="2" destOrd="0" presId="urn:microsoft.com/office/officeart/2005/8/layout/hierarchy6"/>
    <dgm:cxn modelId="{EBA29AD5-D83F-4845-AD5C-DC4DDADD7E52}" type="presParOf" srcId="{B1DD3BBF-AC3B-4C43-BA56-A8A8788C22EE}" destId="{CF10A214-B9F2-458E-B832-DBEC00EE5639}" srcOrd="3" destOrd="0" presId="urn:microsoft.com/office/officeart/2005/8/layout/hierarchy6"/>
    <dgm:cxn modelId="{795EF590-6D06-4955-AD3E-B54F9692E6DC}" type="presParOf" srcId="{CF10A214-B9F2-458E-B832-DBEC00EE5639}" destId="{F3968655-0C96-4C85-B6CF-CB1BC9ED4471}" srcOrd="0" destOrd="0" presId="urn:microsoft.com/office/officeart/2005/8/layout/hierarchy6"/>
    <dgm:cxn modelId="{211C589A-CD2E-4D19-8D0D-7D80F8297768}" type="presParOf" srcId="{CF10A214-B9F2-458E-B832-DBEC00EE5639}" destId="{2EAC2F68-05E7-4949-A27F-F1214B16382D}" srcOrd="1" destOrd="0" presId="urn:microsoft.com/office/officeart/2005/8/layout/hierarchy6"/>
    <dgm:cxn modelId="{3F86CFF2-3E5F-4772-981C-26CCE826B547}" type="presParOf" srcId="{2EAC2F68-05E7-4949-A27F-F1214B16382D}" destId="{0977C60E-3BA1-4089-AC06-9A3D6BC5F3B0}" srcOrd="0" destOrd="0" presId="urn:microsoft.com/office/officeart/2005/8/layout/hierarchy6"/>
    <dgm:cxn modelId="{057F3D31-5643-4431-8A19-65374DB4FD34}" type="presParOf" srcId="{2EAC2F68-05E7-4949-A27F-F1214B16382D}" destId="{26B59560-61FF-4151-A3E2-74FB44DFD935}" srcOrd="1" destOrd="0" presId="urn:microsoft.com/office/officeart/2005/8/layout/hierarchy6"/>
    <dgm:cxn modelId="{0E63B1FC-7273-4994-91DB-A37EE11CEC9A}" type="presParOf" srcId="{26B59560-61FF-4151-A3E2-74FB44DFD935}" destId="{119F338C-739F-4CF2-B1B4-D4E763C4552B}" srcOrd="0" destOrd="0" presId="urn:microsoft.com/office/officeart/2005/8/layout/hierarchy6"/>
    <dgm:cxn modelId="{4C1272DF-DC44-44BE-983F-3365AF1378A1}" type="presParOf" srcId="{26B59560-61FF-4151-A3E2-74FB44DFD935}" destId="{24AFB99E-5898-46CA-A9EA-A06F0C8ED23D}" srcOrd="1" destOrd="0" presId="urn:microsoft.com/office/officeart/2005/8/layout/hierarchy6"/>
    <dgm:cxn modelId="{6EFB2404-CCEF-4096-9127-2CBDEF20C58C}" type="presParOf" srcId="{24AFB99E-5898-46CA-A9EA-A06F0C8ED23D}" destId="{F54FDFA7-54DE-4A3D-8E52-E9E2E178A95F}" srcOrd="0" destOrd="0" presId="urn:microsoft.com/office/officeart/2005/8/layout/hierarchy6"/>
    <dgm:cxn modelId="{832F855B-24E5-4554-94FB-C3965DEE0A6F}" type="presParOf" srcId="{24AFB99E-5898-46CA-A9EA-A06F0C8ED23D}" destId="{EC0A00F6-5473-4E25-A4A9-2D7B941767A3}" srcOrd="1" destOrd="0" presId="urn:microsoft.com/office/officeart/2005/8/layout/hierarchy6"/>
    <dgm:cxn modelId="{AE2A2CC6-4999-4342-A319-0F7439533DB8}" type="presParOf" srcId="{EC0A00F6-5473-4E25-A4A9-2D7B941767A3}" destId="{3CF00111-D210-4F20-B26C-09A5D02AD68E}" srcOrd="0" destOrd="0" presId="urn:microsoft.com/office/officeart/2005/8/layout/hierarchy6"/>
    <dgm:cxn modelId="{28B85A06-3F52-4962-BB13-9519D22C0B42}" type="presParOf" srcId="{EC0A00F6-5473-4E25-A4A9-2D7B941767A3}" destId="{D0FBAAA8-6645-445C-BFC4-480DC26051DE}" srcOrd="1" destOrd="0" presId="urn:microsoft.com/office/officeart/2005/8/layout/hierarchy6"/>
    <dgm:cxn modelId="{DA17B5D1-97A8-4DFE-8A08-95805647F5A0}" type="presParOf" srcId="{2EAC2F68-05E7-4949-A27F-F1214B16382D}" destId="{B25E3B4F-E139-43AF-8811-A50D1AEB60BA}" srcOrd="2" destOrd="0" presId="urn:microsoft.com/office/officeart/2005/8/layout/hierarchy6"/>
    <dgm:cxn modelId="{62C91FC2-EC54-4BE3-A98F-E21D45846DC7}" type="presParOf" srcId="{2EAC2F68-05E7-4949-A27F-F1214B16382D}" destId="{207E50A0-A3EF-4FF3-B102-7E8BA1884BB0}" srcOrd="3" destOrd="0" presId="urn:microsoft.com/office/officeart/2005/8/layout/hierarchy6"/>
    <dgm:cxn modelId="{A55A6E07-649C-439B-92C7-245A6631F84F}" type="presParOf" srcId="{207E50A0-A3EF-4FF3-B102-7E8BA1884BB0}" destId="{97EC3096-0550-444F-AC95-617192243137}" srcOrd="0" destOrd="0" presId="urn:microsoft.com/office/officeart/2005/8/layout/hierarchy6"/>
    <dgm:cxn modelId="{51D1AD9D-9068-47DE-8F99-EA8B1BF1014F}" type="presParOf" srcId="{207E50A0-A3EF-4FF3-B102-7E8BA1884BB0}" destId="{512A476A-8CE5-4012-8510-166E145B5ECF}" srcOrd="1" destOrd="0" presId="urn:microsoft.com/office/officeart/2005/8/layout/hierarchy6"/>
    <dgm:cxn modelId="{01EF957D-EDB6-4476-9005-233174FBC5F9}" type="presParOf" srcId="{FCD13E9D-2083-4D6B-B5EC-D93DBD91068D}" destId="{3B598392-CEE4-401B-8D39-337943B7B28A}" srcOrd="1" destOrd="0" presId="urn:microsoft.com/office/officeart/2005/8/layout/hierarchy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E6C2EA2-0EB9-43AF-BBF6-0A4AEB82F496}" type="doc">
      <dgm:prSet loTypeId="urn:microsoft.com/office/officeart/2005/8/layout/hierarchy6" loCatId="hierarchy" qsTypeId="urn:microsoft.com/office/officeart/2005/8/quickstyle/simple1" qsCatId="simple" csTypeId="urn:microsoft.com/office/officeart/2005/8/colors/accent3_3" csCatId="accent3" phldr="1"/>
      <dgm:spPr/>
      <dgm:t>
        <a:bodyPr/>
        <a:lstStyle/>
        <a:p>
          <a:endParaRPr lang="en-US"/>
        </a:p>
      </dgm:t>
    </dgm:pt>
    <dgm:pt modelId="{968C1E63-0131-4B05-84D0-B4737C4FDC88}">
      <dgm:prSet phldrT="[Text]"/>
      <dgm:spPr/>
      <dgm:t>
        <a:bodyPr/>
        <a:lstStyle/>
        <a:p>
          <a:r>
            <a:rPr lang="en-US" dirty="0"/>
            <a:t>Full</a:t>
          </a:r>
        </a:p>
      </dgm:t>
    </dgm:pt>
    <dgm:pt modelId="{7EDA1A3E-F325-4F15-91D6-64736CB02C5C}" type="parTrans" cxnId="{7668630D-0B5D-4FFD-9A76-D6EEAE241516}">
      <dgm:prSet/>
      <dgm:spPr/>
      <dgm:t>
        <a:bodyPr/>
        <a:lstStyle/>
        <a:p>
          <a:endParaRPr lang="en-US"/>
        </a:p>
      </dgm:t>
    </dgm:pt>
    <dgm:pt modelId="{67BE3E78-76E3-4065-A5AD-495616E20DCE}" type="sibTrans" cxnId="{7668630D-0B5D-4FFD-9A76-D6EEAE241516}">
      <dgm:prSet/>
      <dgm:spPr/>
      <dgm:t>
        <a:bodyPr/>
        <a:lstStyle/>
        <a:p>
          <a:endParaRPr lang="en-US"/>
        </a:p>
      </dgm:t>
    </dgm:pt>
    <dgm:pt modelId="{785FEA35-A458-49F8-84F1-AD8D498F6627}">
      <dgm:prSet phldrT="[Text]"/>
      <dgm:spPr/>
      <dgm:t>
        <a:bodyPr/>
        <a:lstStyle/>
        <a:p>
          <a:r>
            <a:rPr lang="en-US" dirty="0"/>
            <a:t>1</a:t>
          </a:r>
        </a:p>
      </dgm:t>
    </dgm:pt>
    <dgm:pt modelId="{862F0F1F-8DA2-4714-AB4F-4F8046D9193F}" type="parTrans" cxnId="{AEFBFA92-DC8F-45ED-8500-477FA89F3C32}">
      <dgm:prSet/>
      <dgm:spPr/>
      <dgm:t>
        <a:bodyPr/>
        <a:lstStyle/>
        <a:p>
          <a:endParaRPr lang="en-US"/>
        </a:p>
      </dgm:t>
    </dgm:pt>
    <dgm:pt modelId="{7311744B-C985-4BC9-8307-A2D42140D8DD}" type="sibTrans" cxnId="{AEFBFA92-DC8F-45ED-8500-477FA89F3C32}">
      <dgm:prSet/>
      <dgm:spPr/>
      <dgm:t>
        <a:bodyPr/>
        <a:lstStyle/>
        <a:p>
          <a:endParaRPr lang="en-US"/>
        </a:p>
      </dgm:t>
    </dgm:pt>
    <dgm:pt modelId="{EFA170ED-114B-4C52-A1B9-850180829C62}">
      <dgm:prSet phldrT="[Text]"/>
      <dgm:spPr/>
      <dgm:t>
        <a:bodyPr/>
        <a:lstStyle/>
        <a:p>
          <a:r>
            <a:rPr lang="en-US" dirty="0"/>
            <a:t>2</a:t>
          </a:r>
        </a:p>
      </dgm:t>
    </dgm:pt>
    <dgm:pt modelId="{55A49C76-3DAD-4AAF-97F1-306964812C00}" type="parTrans" cxnId="{D2009BCB-92F2-4748-A5CA-9380C2F43D69}">
      <dgm:prSet/>
      <dgm:spPr/>
      <dgm:t>
        <a:bodyPr/>
        <a:lstStyle/>
        <a:p>
          <a:endParaRPr lang="en-US"/>
        </a:p>
      </dgm:t>
    </dgm:pt>
    <dgm:pt modelId="{2B93F6AE-1844-418B-856F-53A906D4EB96}" type="sibTrans" cxnId="{D2009BCB-92F2-4748-A5CA-9380C2F43D69}">
      <dgm:prSet/>
      <dgm:spPr/>
      <dgm:t>
        <a:bodyPr/>
        <a:lstStyle/>
        <a:p>
          <a:endParaRPr lang="en-US"/>
        </a:p>
      </dgm:t>
    </dgm:pt>
    <dgm:pt modelId="{95CEE22F-294E-4D2E-B9CB-784DC060F7AD}">
      <dgm:prSet phldrT="[Text]"/>
      <dgm:spPr/>
      <dgm:t>
        <a:bodyPr/>
        <a:lstStyle/>
        <a:p>
          <a:r>
            <a:rPr lang="en-US" dirty="0"/>
            <a:t>1.1</a:t>
          </a:r>
        </a:p>
      </dgm:t>
    </dgm:pt>
    <dgm:pt modelId="{9E0D56C7-407C-4208-A452-F5E732C20B73}" type="parTrans" cxnId="{CC057D3C-F6CF-4F9D-9442-8F82259E3DA0}">
      <dgm:prSet/>
      <dgm:spPr/>
      <dgm:t>
        <a:bodyPr/>
        <a:lstStyle/>
        <a:p>
          <a:endParaRPr lang="en-US"/>
        </a:p>
      </dgm:t>
    </dgm:pt>
    <dgm:pt modelId="{773A9425-4A6F-4C7D-9808-F7F868C0271C}" type="sibTrans" cxnId="{CC057D3C-F6CF-4F9D-9442-8F82259E3DA0}">
      <dgm:prSet/>
      <dgm:spPr/>
      <dgm:t>
        <a:bodyPr/>
        <a:lstStyle/>
        <a:p>
          <a:endParaRPr lang="en-US"/>
        </a:p>
      </dgm:t>
    </dgm:pt>
    <dgm:pt modelId="{50835BA4-CC14-438F-9615-52C2E440A160}">
      <dgm:prSet phldrT="[Text]"/>
      <dgm:spPr/>
      <dgm:t>
        <a:bodyPr/>
        <a:lstStyle/>
        <a:p>
          <a:r>
            <a:rPr lang="en-US" dirty="0"/>
            <a:t>1.2</a:t>
          </a:r>
        </a:p>
      </dgm:t>
    </dgm:pt>
    <dgm:pt modelId="{00CDCEC9-1259-4976-A798-50171C0CD098}" type="parTrans" cxnId="{D55FF25F-FC1B-4E96-B50F-315F29752301}">
      <dgm:prSet/>
      <dgm:spPr/>
      <dgm:t>
        <a:bodyPr/>
        <a:lstStyle/>
        <a:p>
          <a:endParaRPr lang="en-US"/>
        </a:p>
      </dgm:t>
    </dgm:pt>
    <dgm:pt modelId="{C30F1643-D97D-4176-98A3-6ED8B4D0F8C3}" type="sibTrans" cxnId="{D55FF25F-FC1B-4E96-B50F-315F29752301}">
      <dgm:prSet/>
      <dgm:spPr/>
      <dgm:t>
        <a:bodyPr/>
        <a:lstStyle/>
        <a:p>
          <a:endParaRPr lang="en-US"/>
        </a:p>
      </dgm:t>
    </dgm:pt>
    <dgm:pt modelId="{53F024D0-F2E7-451D-BC84-753EF7BC5BD6}">
      <dgm:prSet phldrT="[Text]"/>
      <dgm:spPr/>
      <dgm:t>
        <a:bodyPr/>
        <a:lstStyle/>
        <a:p>
          <a:r>
            <a:rPr lang="en-US" dirty="0"/>
            <a:t>2.2</a:t>
          </a:r>
        </a:p>
      </dgm:t>
    </dgm:pt>
    <dgm:pt modelId="{0097C7E8-37BE-4333-8C4F-93C2CF873137}" type="parTrans" cxnId="{4E1FEE20-E792-471F-A7D8-3878B024CEAC}">
      <dgm:prSet/>
      <dgm:spPr/>
      <dgm:t>
        <a:bodyPr/>
        <a:lstStyle/>
        <a:p>
          <a:endParaRPr lang="en-US"/>
        </a:p>
      </dgm:t>
    </dgm:pt>
    <dgm:pt modelId="{F9F91529-AC03-4568-8BCA-173285F861F8}" type="sibTrans" cxnId="{4E1FEE20-E792-471F-A7D8-3878B024CEAC}">
      <dgm:prSet/>
      <dgm:spPr/>
      <dgm:t>
        <a:bodyPr/>
        <a:lstStyle/>
        <a:p>
          <a:endParaRPr lang="en-US"/>
        </a:p>
      </dgm:t>
    </dgm:pt>
    <dgm:pt modelId="{6D4543C4-1850-4CD9-A7F3-056DF1FB5611}">
      <dgm:prSet phldrT="[Text]"/>
      <dgm:spPr/>
      <dgm:t>
        <a:bodyPr/>
        <a:lstStyle/>
        <a:p>
          <a:r>
            <a:rPr lang="en-US" dirty="0"/>
            <a:t>1.1.2</a:t>
          </a:r>
        </a:p>
      </dgm:t>
    </dgm:pt>
    <dgm:pt modelId="{CB5E9B63-F99A-4A3A-A1D6-49FE496E6B61}" type="sibTrans" cxnId="{48A31B0E-7D60-4DB0-AD2B-31BA9D409498}">
      <dgm:prSet/>
      <dgm:spPr/>
      <dgm:t>
        <a:bodyPr/>
        <a:lstStyle/>
        <a:p>
          <a:endParaRPr lang="en-US"/>
        </a:p>
      </dgm:t>
    </dgm:pt>
    <dgm:pt modelId="{36B5F7CA-9F64-4FFA-A7C8-196C42E93986}" type="parTrans" cxnId="{48A31B0E-7D60-4DB0-AD2B-31BA9D409498}">
      <dgm:prSet/>
      <dgm:spPr/>
      <dgm:t>
        <a:bodyPr/>
        <a:lstStyle/>
        <a:p>
          <a:endParaRPr lang="en-US"/>
        </a:p>
      </dgm:t>
    </dgm:pt>
    <dgm:pt modelId="{61511AED-8113-47DB-A8B2-285F051FA41A}">
      <dgm:prSet phldrT="[Text]"/>
      <dgm:spPr/>
      <dgm:t>
        <a:bodyPr/>
        <a:lstStyle/>
        <a:p>
          <a:r>
            <a:rPr lang="en-US" dirty="0"/>
            <a:t>1.1.1</a:t>
          </a:r>
        </a:p>
      </dgm:t>
    </dgm:pt>
    <dgm:pt modelId="{887005C8-3AB8-4CB5-8836-5842C64E517E}" type="sibTrans" cxnId="{5F77FB58-1E24-4FFB-B45B-E624C888612D}">
      <dgm:prSet/>
      <dgm:spPr/>
      <dgm:t>
        <a:bodyPr/>
        <a:lstStyle/>
        <a:p>
          <a:endParaRPr lang="en-US"/>
        </a:p>
      </dgm:t>
    </dgm:pt>
    <dgm:pt modelId="{0274626C-16D3-4CDD-B46A-76D26BDBF959}" type="parTrans" cxnId="{5F77FB58-1E24-4FFB-B45B-E624C888612D}">
      <dgm:prSet/>
      <dgm:spPr/>
      <dgm:t>
        <a:bodyPr/>
        <a:lstStyle/>
        <a:p>
          <a:endParaRPr lang="en-US"/>
        </a:p>
      </dgm:t>
    </dgm:pt>
    <dgm:pt modelId="{C09EE53E-2431-4231-8CF5-BD9C126141A1}">
      <dgm:prSet phldrT="[Text]"/>
      <dgm:spPr/>
      <dgm:t>
        <a:bodyPr/>
        <a:lstStyle/>
        <a:p>
          <a:r>
            <a:rPr lang="en-US" dirty="0"/>
            <a:t>2.2.2</a:t>
          </a:r>
        </a:p>
      </dgm:t>
    </dgm:pt>
    <dgm:pt modelId="{DF541F12-A155-466C-A5F9-883EE48882A5}" type="sibTrans" cxnId="{308E13F2-1DCE-44D0-848A-842CC04BEA88}">
      <dgm:prSet/>
      <dgm:spPr/>
      <dgm:t>
        <a:bodyPr/>
        <a:lstStyle/>
        <a:p>
          <a:endParaRPr lang="en-US"/>
        </a:p>
      </dgm:t>
    </dgm:pt>
    <dgm:pt modelId="{1B5C9251-101E-48CF-85F1-9535F863956F}" type="parTrans" cxnId="{308E13F2-1DCE-44D0-848A-842CC04BEA88}">
      <dgm:prSet/>
      <dgm:spPr/>
      <dgm:t>
        <a:bodyPr/>
        <a:lstStyle/>
        <a:p>
          <a:endParaRPr lang="en-US"/>
        </a:p>
      </dgm:t>
    </dgm:pt>
    <dgm:pt modelId="{F5BECCD4-0EE8-4034-9312-9C4FC26C12AC}">
      <dgm:prSet phldrT="[Text]"/>
      <dgm:spPr/>
      <dgm:t>
        <a:bodyPr/>
        <a:lstStyle/>
        <a:p>
          <a:r>
            <a:rPr lang="en-US" dirty="0"/>
            <a:t>2.2.1</a:t>
          </a:r>
        </a:p>
      </dgm:t>
    </dgm:pt>
    <dgm:pt modelId="{DFEA597E-9335-4331-B89F-9A6017FB629B}" type="sibTrans" cxnId="{CE726484-DBEB-46B7-BD84-27711BDA94F7}">
      <dgm:prSet/>
      <dgm:spPr/>
      <dgm:t>
        <a:bodyPr/>
        <a:lstStyle/>
        <a:p>
          <a:endParaRPr lang="en-US"/>
        </a:p>
      </dgm:t>
    </dgm:pt>
    <dgm:pt modelId="{2609F3E0-A1C2-439C-95CC-BC2A87729C68}" type="parTrans" cxnId="{CE726484-DBEB-46B7-BD84-27711BDA94F7}">
      <dgm:prSet/>
      <dgm:spPr/>
      <dgm:t>
        <a:bodyPr/>
        <a:lstStyle/>
        <a:p>
          <a:endParaRPr lang="en-US"/>
        </a:p>
      </dgm:t>
    </dgm:pt>
    <dgm:pt modelId="{28438D95-DD3A-4616-BACA-34BADB1D0E0C}">
      <dgm:prSet phldrT="[Text]"/>
      <dgm:spPr/>
      <dgm:t>
        <a:bodyPr/>
        <a:lstStyle/>
        <a:p>
          <a:r>
            <a:rPr lang="en-US" dirty="0"/>
            <a:t>2.1.2</a:t>
          </a:r>
        </a:p>
      </dgm:t>
    </dgm:pt>
    <dgm:pt modelId="{0390895E-43A3-48FE-AA9A-040F43BBD757}" type="sibTrans" cxnId="{DF4C848A-8755-4768-868F-4500783A7C36}">
      <dgm:prSet/>
      <dgm:spPr/>
      <dgm:t>
        <a:bodyPr/>
        <a:lstStyle/>
        <a:p>
          <a:endParaRPr lang="en-US"/>
        </a:p>
      </dgm:t>
    </dgm:pt>
    <dgm:pt modelId="{DDF8327D-47B7-4E92-93BD-F7310217094C}" type="parTrans" cxnId="{DF4C848A-8755-4768-868F-4500783A7C36}">
      <dgm:prSet/>
      <dgm:spPr/>
      <dgm:t>
        <a:bodyPr/>
        <a:lstStyle/>
        <a:p>
          <a:endParaRPr lang="en-US"/>
        </a:p>
      </dgm:t>
    </dgm:pt>
    <dgm:pt modelId="{64E67860-6C36-44CD-A40D-03CD6F263B4E}">
      <dgm:prSet phldrT="[Text]"/>
      <dgm:spPr/>
      <dgm:t>
        <a:bodyPr/>
        <a:lstStyle/>
        <a:p>
          <a:r>
            <a:rPr lang="en-US" dirty="0"/>
            <a:t>2.1.1</a:t>
          </a:r>
        </a:p>
      </dgm:t>
    </dgm:pt>
    <dgm:pt modelId="{C0342113-6B9D-4EEA-B321-9451CF0E29E3}" type="sibTrans" cxnId="{8B929131-6EAA-40A1-8784-B514261C6873}">
      <dgm:prSet/>
      <dgm:spPr/>
      <dgm:t>
        <a:bodyPr/>
        <a:lstStyle/>
        <a:p>
          <a:endParaRPr lang="en-US"/>
        </a:p>
      </dgm:t>
    </dgm:pt>
    <dgm:pt modelId="{7E6ED18E-C7BE-41FB-BD3B-A8FA7113E150}" type="parTrans" cxnId="{8B929131-6EAA-40A1-8784-B514261C6873}">
      <dgm:prSet/>
      <dgm:spPr/>
      <dgm:t>
        <a:bodyPr/>
        <a:lstStyle/>
        <a:p>
          <a:endParaRPr lang="en-US"/>
        </a:p>
      </dgm:t>
    </dgm:pt>
    <dgm:pt modelId="{40170883-1FF8-4E75-9857-CD5D54720641}">
      <dgm:prSet phldrT="[Text]"/>
      <dgm:spPr/>
      <dgm:t>
        <a:bodyPr/>
        <a:lstStyle/>
        <a:p>
          <a:r>
            <a:rPr lang="en-US" dirty="0"/>
            <a:t>2.1</a:t>
          </a:r>
        </a:p>
      </dgm:t>
    </dgm:pt>
    <dgm:pt modelId="{64AB7CE0-73EE-41B2-9344-4EBA07A13EE1}" type="sibTrans" cxnId="{C15C03F4-2246-4145-B5E7-9E2FBB0ACA79}">
      <dgm:prSet/>
      <dgm:spPr/>
      <dgm:t>
        <a:bodyPr/>
        <a:lstStyle/>
        <a:p>
          <a:endParaRPr lang="en-US"/>
        </a:p>
      </dgm:t>
    </dgm:pt>
    <dgm:pt modelId="{A03A239D-DF6E-4121-BB73-085E32A8F233}" type="parTrans" cxnId="{C15C03F4-2246-4145-B5E7-9E2FBB0ACA79}">
      <dgm:prSet/>
      <dgm:spPr/>
      <dgm:t>
        <a:bodyPr/>
        <a:lstStyle/>
        <a:p>
          <a:endParaRPr lang="en-US"/>
        </a:p>
      </dgm:t>
    </dgm:pt>
    <dgm:pt modelId="{FCD13E9D-2083-4D6B-B5EC-D93DBD91068D}" type="pres">
      <dgm:prSet presAssocID="{9E6C2EA2-0EB9-43AF-BBF6-0A4AEB82F496}" presName="mainComposite" presStyleCnt="0">
        <dgm:presLayoutVars>
          <dgm:chPref val="1"/>
          <dgm:dir/>
          <dgm:animOne val="branch"/>
          <dgm:animLvl val="lvl"/>
          <dgm:resizeHandles val="exact"/>
        </dgm:presLayoutVars>
      </dgm:prSet>
      <dgm:spPr/>
    </dgm:pt>
    <dgm:pt modelId="{B84F840C-69DC-4F4C-9847-39A5B3FD114B}" type="pres">
      <dgm:prSet presAssocID="{9E6C2EA2-0EB9-43AF-BBF6-0A4AEB82F496}" presName="hierFlow" presStyleCnt="0"/>
      <dgm:spPr/>
    </dgm:pt>
    <dgm:pt modelId="{ACF76D91-5D84-492D-885C-69C656137291}" type="pres">
      <dgm:prSet presAssocID="{9E6C2EA2-0EB9-43AF-BBF6-0A4AEB82F496}" presName="hierChild1" presStyleCnt="0">
        <dgm:presLayoutVars>
          <dgm:chPref val="1"/>
          <dgm:animOne val="branch"/>
          <dgm:animLvl val="lvl"/>
        </dgm:presLayoutVars>
      </dgm:prSet>
      <dgm:spPr/>
    </dgm:pt>
    <dgm:pt modelId="{327818E2-FB45-4FCA-BEDA-A3E522A14CCC}" type="pres">
      <dgm:prSet presAssocID="{968C1E63-0131-4B05-84D0-B4737C4FDC88}" presName="Name14" presStyleCnt="0"/>
      <dgm:spPr/>
    </dgm:pt>
    <dgm:pt modelId="{3421162A-D218-45BB-BF46-EB893897CD16}" type="pres">
      <dgm:prSet presAssocID="{968C1E63-0131-4B05-84D0-B4737C4FDC88}" presName="level1Shape" presStyleLbl="node0" presStyleIdx="0" presStyleCnt="1" custScaleX="263064">
        <dgm:presLayoutVars>
          <dgm:chPref val="3"/>
        </dgm:presLayoutVars>
      </dgm:prSet>
      <dgm:spPr/>
    </dgm:pt>
    <dgm:pt modelId="{B1DD3BBF-AC3B-4C43-BA56-A8A8788C22EE}" type="pres">
      <dgm:prSet presAssocID="{968C1E63-0131-4B05-84D0-B4737C4FDC88}" presName="hierChild2" presStyleCnt="0"/>
      <dgm:spPr/>
    </dgm:pt>
    <dgm:pt modelId="{F0B291BF-FE4A-42AC-8A6C-7706B04780EB}" type="pres">
      <dgm:prSet presAssocID="{862F0F1F-8DA2-4714-AB4F-4F8046D9193F}" presName="Name19" presStyleLbl="parChTrans1D2" presStyleIdx="0" presStyleCnt="2"/>
      <dgm:spPr/>
    </dgm:pt>
    <dgm:pt modelId="{9E881BBE-E553-4C48-8F8C-A0C7843E72F6}" type="pres">
      <dgm:prSet presAssocID="{785FEA35-A458-49F8-84F1-AD8D498F6627}" presName="Name21" presStyleCnt="0"/>
      <dgm:spPr/>
    </dgm:pt>
    <dgm:pt modelId="{00693EE9-2695-4745-BD2D-BD227DBD3A42}" type="pres">
      <dgm:prSet presAssocID="{785FEA35-A458-49F8-84F1-AD8D498F6627}" presName="level2Shape" presStyleLbl="node2" presStyleIdx="0" presStyleCnt="2"/>
      <dgm:spPr/>
    </dgm:pt>
    <dgm:pt modelId="{6376326A-2D1B-46E1-99F8-5908B9E7A7D8}" type="pres">
      <dgm:prSet presAssocID="{785FEA35-A458-49F8-84F1-AD8D498F6627}" presName="hierChild3" presStyleCnt="0"/>
      <dgm:spPr/>
    </dgm:pt>
    <dgm:pt modelId="{60D17914-377C-4664-AF80-F2B03863439B}" type="pres">
      <dgm:prSet presAssocID="{9E0D56C7-407C-4208-A452-F5E732C20B73}" presName="Name19" presStyleLbl="parChTrans1D3" presStyleIdx="0" presStyleCnt="4"/>
      <dgm:spPr/>
    </dgm:pt>
    <dgm:pt modelId="{96152FA2-1333-4DD1-913C-851FD508FD32}" type="pres">
      <dgm:prSet presAssocID="{95CEE22F-294E-4D2E-B9CB-784DC060F7AD}" presName="Name21" presStyleCnt="0"/>
      <dgm:spPr/>
    </dgm:pt>
    <dgm:pt modelId="{9F512629-9091-4289-A0CC-6C084ABB8213}" type="pres">
      <dgm:prSet presAssocID="{95CEE22F-294E-4D2E-B9CB-784DC060F7AD}" presName="level2Shape" presStyleLbl="node3" presStyleIdx="0" presStyleCnt="4"/>
      <dgm:spPr/>
    </dgm:pt>
    <dgm:pt modelId="{4B328620-3892-4226-BA24-47A3C7A8E84F}" type="pres">
      <dgm:prSet presAssocID="{95CEE22F-294E-4D2E-B9CB-784DC060F7AD}" presName="hierChild3" presStyleCnt="0"/>
      <dgm:spPr/>
    </dgm:pt>
    <dgm:pt modelId="{CACCA18F-8929-4CC3-BEF8-E8903F21B110}" type="pres">
      <dgm:prSet presAssocID="{0274626C-16D3-4CDD-B46A-76D26BDBF959}" presName="Name19" presStyleLbl="parChTrans1D4" presStyleIdx="0" presStyleCnt="6"/>
      <dgm:spPr/>
    </dgm:pt>
    <dgm:pt modelId="{3ADB5B9B-4958-4954-B4FB-2FDDA649D486}" type="pres">
      <dgm:prSet presAssocID="{61511AED-8113-47DB-A8B2-285F051FA41A}" presName="Name21" presStyleCnt="0"/>
      <dgm:spPr/>
    </dgm:pt>
    <dgm:pt modelId="{D9191D8F-93D5-41DF-9FB9-BFFA16604363}" type="pres">
      <dgm:prSet presAssocID="{61511AED-8113-47DB-A8B2-285F051FA41A}" presName="level2Shape" presStyleLbl="node4" presStyleIdx="0" presStyleCnt="6"/>
      <dgm:spPr/>
    </dgm:pt>
    <dgm:pt modelId="{998ADDE7-74F0-4E70-972E-8E5CCA8064F0}" type="pres">
      <dgm:prSet presAssocID="{61511AED-8113-47DB-A8B2-285F051FA41A}" presName="hierChild3" presStyleCnt="0"/>
      <dgm:spPr/>
    </dgm:pt>
    <dgm:pt modelId="{27857633-8797-49F9-B30C-865041B34AFC}" type="pres">
      <dgm:prSet presAssocID="{36B5F7CA-9F64-4FFA-A7C8-196C42E93986}" presName="Name19" presStyleLbl="parChTrans1D4" presStyleIdx="1" presStyleCnt="6"/>
      <dgm:spPr/>
    </dgm:pt>
    <dgm:pt modelId="{26B60292-45B2-4F9D-B075-69A535ECF31C}" type="pres">
      <dgm:prSet presAssocID="{6D4543C4-1850-4CD9-A7F3-056DF1FB5611}" presName="Name21" presStyleCnt="0"/>
      <dgm:spPr/>
    </dgm:pt>
    <dgm:pt modelId="{007664BF-D8FF-4D4B-ABBE-A68B843C3E30}" type="pres">
      <dgm:prSet presAssocID="{6D4543C4-1850-4CD9-A7F3-056DF1FB5611}" presName="level2Shape" presStyleLbl="node4" presStyleIdx="1" presStyleCnt="6"/>
      <dgm:spPr/>
    </dgm:pt>
    <dgm:pt modelId="{26D66703-71E7-49EC-9DD5-32C6CF05DA92}" type="pres">
      <dgm:prSet presAssocID="{6D4543C4-1850-4CD9-A7F3-056DF1FB5611}" presName="hierChild3" presStyleCnt="0"/>
      <dgm:spPr/>
    </dgm:pt>
    <dgm:pt modelId="{C2AD0EE9-5245-4A16-8814-B573A7E7083F}" type="pres">
      <dgm:prSet presAssocID="{00CDCEC9-1259-4976-A798-50171C0CD098}" presName="Name19" presStyleLbl="parChTrans1D3" presStyleIdx="1" presStyleCnt="4"/>
      <dgm:spPr/>
    </dgm:pt>
    <dgm:pt modelId="{C4717975-768A-435F-98B4-A987CE9C1DAB}" type="pres">
      <dgm:prSet presAssocID="{50835BA4-CC14-438F-9615-52C2E440A160}" presName="Name21" presStyleCnt="0"/>
      <dgm:spPr/>
    </dgm:pt>
    <dgm:pt modelId="{6456920C-B706-4FCA-ACF7-32EB3A7C477F}" type="pres">
      <dgm:prSet presAssocID="{50835BA4-CC14-438F-9615-52C2E440A160}" presName="level2Shape" presStyleLbl="node3" presStyleIdx="1" presStyleCnt="4"/>
      <dgm:spPr/>
    </dgm:pt>
    <dgm:pt modelId="{AC7AC821-872D-4397-945C-163B8E704E05}" type="pres">
      <dgm:prSet presAssocID="{50835BA4-CC14-438F-9615-52C2E440A160}" presName="hierChild3" presStyleCnt="0"/>
      <dgm:spPr/>
    </dgm:pt>
    <dgm:pt modelId="{77E45A8D-9CBF-46BE-A011-C9C9EA6D9A95}" type="pres">
      <dgm:prSet presAssocID="{55A49C76-3DAD-4AAF-97F1-306964812C00}" presName="Name19" presStyleLbl="parChTrans1D2" presStyleIdx="1" presStyleCnt="2"/>
      <dgm:spPr/>
    </dgm:pt>
    <dgm:pt modelId="{CF10A214-B9F2-458E-B832-DBEC00EE5639}" type="pres">
      <dgm:prSet presAssocID="{EFA170ED-114B-4C52-A1B9-850180829C62}" presName="Name21" presStyleCnt="0"/>
      <dgm:spPr/>
    </dgm:pt>
    <dgm:pt modelId="{F3968655-0C96-4C85-B6CF-CB1BC9ED4471}" type="pres">
      <dgm:prSet presAssocID="{EFA170ED-114B-4C52-A1B9-850180829C62}" presName="level2Shape" presStyleLbl="node2" presStyleIdx="1" presStyleCnt="2"/>
      <dgm:spPr/>
    </dgm:pt>
    <dgm:pt modelId="{2EAC2F68-05E7-4949-A27F-F1214B16382D}" type="pres">
      <dgm:prSet presAssocID="{EFA170ED-114B-4C52-A1B9-850180829C62}" presName="hierChild3" presStyleCnt="0"/>
      <dgm:spPr/>
    </dgm:pt>
    <dgm:pt modelId="{0977C60E-3BA1-4089-AC06-9A3D6BC5F3B0}" type="pres">
      <dgm:prSet presAssocID="{A03A239D-DF6E-4121-BB73-085E32A8F233}" presName="Name19" presStyleLbl="parChTrans1D3" presStyleIdx="2" presStyleCnt="4"/>
      <dgm:spPr/>
    </dgm:pt>
    <dgm:pt modelId="{26B59560-61FF-4151-A3E2-74FB44DFD935}" type="pres">
      <dgm:prSet presAssocID="{40170883-1FF8-4E75-9857-CD5D54720641}" presName="Name21" presStyleCnt="0"/>
      <dgm:spPr/>
    </dgm:pt>
    <dgm:pt modelId="{119F338C-739F-4CF2-B1B4-D4E763C4552B}" type="pres">
      <dgm:prSet presAssocID="{40170883-1FF8-4E75-9857-CD5D54720641}" presName="level2Shape" presStyleLbl="node3" presStyleIdx="2" presStyleCnt="4"/>
      <dgm:spPr/>
    </dgm:pt>
    <dgm:pt modelId="{24AFB99E-5898-46CA-A9EA-A06F0C8ED23D}" type="pres">
      <dgm:prSet presAssocID="{40170883-1FF8-4E75-9857-CD5D54720641}" presName="hierChild3" presStyleCnt="0"/>
      <dgm:spPr/>
    </dgm:pt>
    <dgm:pt modelId="{F54FDFA7-54DE-4A3D-8E52-E9E2E178A95F}" type="pres">
      <dgm:prSet presAssocID="{7E6ED18E-C7BE-41FB-BD3B-A8FA7113E150}" presName="Name19" presStyleLbl="parChTrans1D4" presStyleIdx="2" presStyleCnt="6"/>
      <dgm:spPr/>
    </dgm:pt>
    <dgm:pt modelId="{EC0A00F6-5473-4E25-A4A9-2D7B941767A3}" type="pres">
      <dgm:prSet presAssocID="{64E67860-6C36-44CD-A40D-03CD6F263B4E}" presName="Name21" presStyleCnt="0"/>
      <dgm:spPr/>
    </dgm:pt>
    <dgm:pt modelId="{3CF00111-D210-4F20-B26C-09A5D02AD68E}" type="pres">
      <dgm:prSet presAssocID="{64E67860-6C36-44CD-A40D-03CD6F263B4E}" presName="level2Shape" presStyleLbl="node4" presStyleIdx="2" presStyleCnt="6"/>
      <dgm:spPr/>
    </dgm:pt>
    <dgm:pt modelId="{D0FBAAA8-6645-445C-BFC4-480DC26051DE}" type="pres">
      <dgm:prSet presAssocID="{64E67860-6C36-44CD-A40D-03CD6F263B4E}" presName="hierChild3" presStyleCnt="0"/>
      <dgm:spPr/>
    </dgm:pt>
    <dgm:pt modelId="{6ACB09EB-7214-4D1D-869A-C47575E588B6}" type="pres">
      <dgm:prSet presAssocID="{DDF8327D-47B7-4E92-93BD-F7310217094C}" presName="Name19" presStyleLbl="parChTrans1D4" presStyleIdx="3" presStyleCnt="6"/>
      <dgm:spPr/>
    </dgm:pt>
    <dgm:pt modelId="{285EDC49-3AB3-4CE7-9695-BBC0D4AF856F}" type="pres">
      <dgm:prSet presAssocID="{28438D95-DD3A-4616-BACA-34BADB1D0E0C}" presName="Name21" presStyleCnt="0"/>
      <dgm:spPr/>
    </dgm:pt>
    <dgm:pt modelId="{3A96F506-F1A1-49BB-B9A6-BCF180D33F9F}" type="pres">
      <dgm:prSet presAssocID="{28438D95-DD3A-4616-BACA-34BADB1D0E0C}" presName="level2Shape" presStyleLbl="node4" presStyleIdx="3" presStyleCnt="6"/>
      <dgm:spPr/>
    </dgm:pt>
    <dgm:pt modelId="{AC979CF4-42A2-4B69-8C43-E50639E12099}" type="pres">
      <dgm:prSet presAssocID="{28438D95-DD3A-4616-BACA-34BADB1D0E0C}" presName="hierChild3" presStyleCnt="0"/>
      <dgm:spPr/>
    </dgm:pt>
    <dgm:pt modelId="{B25E3B4F-E139-43AF-8811-A50D1AEB60BA}" type="pres">
      <dgm:prSet presAssocID="{0097C7E8-37BE-4333-8C4F-93C2CF873137}" presName="Name19" presStyleLbl="parChTrans1D3" presStyleIdx="3" presStyleCnt="4"/>
      <dgm:spPr/>
    </dgm:pt>
    <dgm:pt modelId="{207E50A0-A3EF-4FF3-B102-7E8BA1884BB0}" type="pres">
      <dgm:prSet presAssocID="{53F024D0-F2E7-451D-BC84-753EF7BC5BD6}" presName="Name21" presStyleCnt="0"/>
      <dgm:spPr/>
    </dgm:pt>
    <dgm:pt modelId="{97EC3096-0550-444F-AC95-617192243137}" type="pres">
      <dgm:prSet presAssocID="{53F024D0-F2E7-451D-BC84-753EF7BC5BD6}" presName="level2Shape" presStyleLbl="node3" presStyleIdx="3" presStyleCnt="4"/>
      <dgm:spPr/>
    </dgm:pt>
    <dgm:pt modelId="{512A476A-8CE5-4012-8510-166E145B5ECF}" type="pres">
      <dgm:prSet presAssocID="{53F024D0-F2E7-451D-BC84-753EF7BC5BD6}" presName="hierChild3" presStyleCnt="0"/>
      <dgm:spPr/>
    </dgm:pt>
    <dgm:pt modelId="{4E46117C-C2FE-4779-B59D-952A64B25DA2}" type="pres">
      <dgm:prSet presAssocID="{2609F3E0-A1C2-439C-95CC-BC2A87729C68}" presName="Name19" presStyleLbl="parChTrans1D4" presStyleIdx="4" presStyleCnt="6"/>
      <dgm:spPr/>
    </dgm:pt>
    <dgm:pt modelId="{8D50B230-F680-474D-B3A9-B347FFF33D1C}" type="pres">
      <dgm:prSet presAssocID="{F5BECCD4-0EE8-4034-9312-9C4FC26C12AC}" presName="Name21" presStyleCnt="0"/>
      <dgm:spPr/>
    </dgm:pt>
    <dgm:pt modelId="{F00B5978-1698-4881-8208-8E70EF6EDE61}" type="pres">
      <dgm:prSet presAssocID="{F5BECCD4-0EE8-4034-9312-9C4FC26C12AC}" presName="level2Shape" presStyleLbl="node4" presStyleIdx="4" presStyleCnt="6"/>
      <dgm:spPr/>
    </dgm:pt>
    <dgm:pt modelId="{A0EBDB04-CA45-41D2-9D42-8C47D6CF0F8F}" type="pres">
      <dgm:prSet presAssocID="{F5BECCD4-0EE8-4034-9312-9C4FC26C12AC}" presName="hierChild3" presStyleCnt="0"/>
      <dgm:spPr/>
    </dgm:pt>
    <dgm:pt modelId="{F8222C10-B008-44C3-A546-3F53372E40E2}" type="pres">
      <dgm:prSet presAssocID="{1B5C9251-101E-48CF-85F1-9535F863956F}" presName="Name19" presStyleLbl="parChTrans1D4" presStyleIdx="5" presStyleCnt="6"/>
      <dgm:spPr/>
    </dgm:pt>
    <dgm:pt modelId="{E3EABA3D-1D21-4C8F-BF6E-B5939D0C23BD}" type="pres">
      <dgm:prSet presAssocID="{C09EE53E-2431-4231-8CF5-BD9C126141A1}" presName="Name21" presStyleCnt="0"/>
      <dgm:spPr/>
    </dgm:pt>
    <dgm:pt modelId="{455D2A7C-98DF-4EE5-8795-269667A49AD1}" type="pres">
      <dgm:prSet presAssocID="{C09EE53E-2431-4231-8CF5-BD9C126141A1}" presName="level2Shape" presStyleLbl="node4" presStyleIdx="5" presStyleCnt="6"/>
      <dgm:spPr/>
    </dgm:pt>
    <dgm:pt modelId="{9583A3A9-4C7A-403D-AE58-51D6AA467541}" type="pres">
      <dgm:prSet presAssocID="{C09EE53E-2431-4231-8CF5-BD9C126141A1}" presName="hierChild3" presStyleCnt="0"/>
      <dgm:spPr/>
    </dgm:pt>
    <dgm:pt modelId="{3B598392-CEE4-401B-8D39-337943B7B28A}" type="pres">
      <dgm:prSet presAssocID="{9E6C2EA2-0EB9-43AF-BBF6-0A4AEB82F496}" presName="bgShapesFlow" presStyleCnt="0"/>
      <dgm:spPr/>
    </dgm:pt>
  </dgm:ptLst>
  <dgm:cxnLst>
    <dgm:cxn modelId="{9B366005-53D9-4471-AD24-EEE453AB708F}" type="presOf" srcId="{EFA170ED-114B-4C52-A1B9-850180829C62}" destId="{F3968655-0C96-4C85-B6CF-CB1BC9ED4471}" srcOrd="0" destOrd="0" presId="urn:microsoft.com/office/officeart/2005/8/layout/hierarchy6"/>
    <dgm:cxn modelId="{C987D406-AB84-4783-AC15-9FE06B06A4B8}" type="presOf" srcId="{862F0F1F-8DA2-4714-AB4F-4F8046D9193F}" destId="{F0B291BF-FE4A-42AC-8A6C-7706B04780EB}" srcOrd="0" destOrd="0" presId="urn:microsoft.com/office/officeart/2005/8/layout/hierarchy6"/>
    <dgm:cxn modelId="{D8E52E0B-4F71-4E22-BED1-685C4EC0E249}" type="presOf" srcId="{50835BA4-CC14-438F-9615-52C2E440A160}" destId="{6456920C-B706-4FCA-ACF7-32EB3A7C477F}" srcOrd="0" destOrd="0" presId="urn:microsoft.com/office/officeart/2005/8/layout/hierarchy6"/>
    <dgm:cxn modelId="{7668630D-0B5D-4FFD-9A76-D6EEAE241516}" srcId="{9E6C2EA2-0EB9-43AF-BBF6-0A4AEB82F496}" destId="{968C1E63-0131-4B05-84D0-B4737C4FDC88}" srcOrd="0" destOrd="0" parTransId="{7EDA1A3E-F325-4F15-91D6-64736CB02C5C}" sibTransId="{67BE3E78-76E3-4065-A5AD-495616E20DCE}"/>
    <dgm:cxn modelId="{48A31B0E-7D60-4DB0-AD2B-31BA9D409498}" srcId="{95CEE22F-294E-4D2E-B9CB-784DC060F7AD}" destId="{6D4543C4-1850-4CD9-A7F3-056DF1FB5611}" srcOrd="1" destOrd="0" parTransId="{36B5F7CA-9F64-4FFA-A7C8-196C42E93986}" sibTransId="{CB5E9B63-F99A-4A3A-A1D6-49FE496E6B61}"/>
    <dgm:cxn modelId="{9F7E5018-6295-4305-BF72-D42267AD4751}" type="presOf" srcId="{968C1E63-0131-4B05-84D0-B4737C4FDC88}" destId="{3421162A-D218-45BB-BF46-EB893897CD16}" srcOrd="0" destOrd="0" presId="urn:microsoft.com/office/officeart/2005/8/layout/hierarchy6"/>
    <dgm:cxn modelId="{E194E41A-8D87-4360-BF8B-A78071259379}" type="presOf" srcId="{785FEA35-A458-49F8-84F1-AD8D498F6627}" destId="{00693EE9-2695-4745-BD2D-BD227DBD3A42}" srcOrd="0" destOrd="0" presId="urn:microsoft.com/office/officeart/2005/8/layout/hierarchy6"/>
    <dgm:cxn modelId="{7ACB941F-A7C5-4F53-87BE-27F3DADCB429}" type="presOf" srcId="{2609F3E0-A1C2-439C-95CC-BC2A87729C68}" destId="{4E46117C-C2FE-4779-B59D-952A64B25DA2}" srcOrd="0" destOrd="0" presId="urn:microsoft.com/office/officeart/2005/8/layout/hierarchy6"/>
    <dgm:cxn modelId="{4E1FEE20-E792-471F-A7D8-3878B024CEAC}" srcId="{EFA170ED-114B-4C52-A1B9-850180829C62}" destId="{53F024D0-F2E7-451D-BC84-753EF7BC5BD6}" srcOrd="1" destOrd="0" parTransId="{0097C7E8-37BE-4333-8C4F-93C2CF873137}" sibTransId="{F9F91529-AC03-4568-8BCA-173285F861F8}"/>
    <dgm:cxn modelId="{8B929131-6EAA-40A1-8784-B514261C6873}" srcId="{40170883-1FF8-4E75-9857-CD5D54720641}" destId="{64E67860-6C36-44CD-A40D-03CD6F263B4E}" srcOrd="0" destOrd="0" parTransId="{7E6ED18E-C7BE-41FB-BD3B-A8FA7113E150}" sibTransId="{C0342113-6B9D-4EEA-B321-9451CF0E29E3}"/>
    <dgm:cxn modelId="{568A9F31-7F63-4A09-B4A9-CAE1C1A3EAAC}" type="presOf" srcId="{00CDCEC9-1259-4976-A798-50171C0CD098}" destId="{C2AD0EE9-5245-4A16-8814-B573A7E7083F}" srcOrd="0" destOrd="0" presId="urn:microsoft.com/office/officeart/2005/8/layout/hierarchy6"/>
    <dgm:cxn modelId="{EC337A39-DB1E-43FE-95C1-B79CE3CB2C1E}" type="presOf" srcId="{A03A239D-DF6E-4121-BB73-085E32A8F233}" destId="{0977C60E-3BA1-4089-AC06-9A3D6BC5F3B0}" srcOrd="0" destOrd="0" presId="urn:microsoft.com/office/officeart/2005/8/layout/hierarchy6"/>
    <dgm:cxn modelId="{CC057D3C-F6CF-4F9D-9442-8F82259E3DA0}" srcId="{785FEA35-A458-49F8-84F1-AD8D498F6627}" destId="{95CEE22F-294E-4D2E-B9CB-784DC060F7AD}" srcOrd="0" destOrd="0" parTransId="{9E0D56C7-407C-4208-A452-F5E732C20B73}" sibTransId="{773A9425-4A6F-4C7D-9808-F7F868C0271C}"/>
    <dgm:cxn modelId="{D55FF25F-FC1B-4E96-B50F-315F29752301}" srcId="{785FEA35-A458-49F8-84F1-AD8D498F6627}" destId="{50835BA4-CC14-438F-9615-52C2E440A160}" srcOrd="1" destOrd="0" parTransId="{00CDCEC9-1259-4976-A798-50171C0CD098}" sibTransId="{C30F1643-D97D-4176-98A3-6ED8B4D0F8C3}"/>
    <dgm:cxn modelId="{67A45841-C730-4814-89D5-D943D845ECCB}" type="presOf" srcId="{DDF8327D-47B7-4E92-93BD-F7310217094C}" destId="{6ACB09EB-7214-4D1D-869A-C47575E588B6}" srcOrd="0" destOrd="0" presId="urn:microsoft.com/office/officeart/2005/8/layout/hierarchy6"/>
    <dgm:cxn modelId="{809AB478-E8C2-4526-8975-6EABCDF8367B}" type="presOf" srcId="{C09EE53E-2431-4231-8CF5-BD9C126141A1}" destId="{455D2A7C-98DF-4EE5-8795-269667A49AD1}" srcOrd="0" destOrd="0" presId="urn:microsoft.com/office/officeart/2005/8/layout/hierarchy6"/>
    <dgm:cxn modelId="{5F77FB58-1E24-4FFB-B45B-E624C888612D}" srcId="{95CEE22F-294E-4D2E-B9CB-784DC060F7AD}" destId="{61511AED-8113-47DB-A8B2-285F051FA41A}" srcOrd="0" destOrd="0" parTransId="{0274626C-16D3-4CDD-B46A-76D26BDBF959}" sibTransId="{887005C8-3AB8-4CB5-8836-5842C64E517E}"/>
    <dgm:cxn modelId="{F592337C-23C8-480B-A3E0-9D2C3E164F2E}" type="presOf" srcId="{61511AED-8113-47DB-A8B2-285F051FA41A}" destId="{D9191D8F-93D5-41DF-9FB9-BFFA16604363}" srcOrd="0" destOrd="0" presId="urn:microsoft.com/office/officeart/2005/8/layout/hierarchy6"/>
    <dgm:cxn modelId="{CE726484-DBEB-46B7-BD84-27711BDA94F7}" srcId="{53F024D0-F2E7-451D-BC84-753EF7BC5BD6}" destId="{F5BECCD4-0EE8-4034-9312-9C4FC26C12AC}" srcOrd="0" destOrd="0" parTransId="{2609F3E0-A1C2-439C-95CC-BC2A87729C68}" sibTransId="{DFEA597E-9335-4331-B89F-9A6017FB629B}"/>
    <dgm:cxn modelId="{E71DF684-C2A5-472D-B4E8-25487C8161DF}" type="presOf" srcId="{0274626C-16D3-4CDD-B46A-76D26BDBF959}" destId="{CACCA18F-8929-4CC3-BEF8-E8903F21B110}" srcOrd="0" destOrd="0" presId="urn:microsoft.com/office/officeart/2005/8/layout/hierarchy6"/>
    <dgm:cxn modelId="{B7A7A489-3218-4ED3-A68E-82482FD30F52}" type="presOf" srcId="{9E6C2EA2-0EB9-43AF-BBF6-0A4AEB82F496}" destId="{FCD13E9D-2083-4D6B-B5EC-D93DBD91068D}" srcOrd="0" destOrd="0" presId="urn:microsoft.com/office/officeart/2005/8/layout/hierarchy6"/>
    <dgm:cxn modelId="{DF4C848A-8755-4768-868F-4500783A7C36}" srcId="{40170883-1FF8-4E75-9857-CD5D54720641}" destId="{28438D95-DD3A-4616-BACA-34BADB1D0E0C}" srcOrd="1" destOrd="0" parTransId="{DDF8327D-47B7-4E92-93BD-F7310217094C}" sibTransId="{0390895E-43A3-48FE-AA9A-040F43BBD757}"/>
    <dgm:cxn modelId="{E4300F8B-B5F8-42CF-841D-5CAAFC4DE61D}" type="presOf" srcId="{28438D95-DD3A-4616-BACA-34BADB1D0E0C}" destId="{3A96F506-F1A1-49BB-B9A6-BCF180D33F9F}" srcOrd="0" destOrd="0" presId="urn:microsoft.com/office/officeart/2005/8/layout/hierarchy6"/>
    <dgm:cxn modelId="{ACAE1392-0F1B-43C3-9693-844613C99DD9}" type="presOf" srcId="{0097C7E8-37BE-4333-8C4F-93C2CF873137}" destId="{B25E3B4F-E139-43AF-8811-A50D1AEB60BA}" srcOrd="0" destOrd="0" presId="urn:microsoft.com/office/officeart/2005/8/layout/hierarchy6"/>
    <dgm:cxn modelId="{AEFBFA92-DC8F-45ED-8500-477FA89F3C32}" srcId="{968C1E63-0131-4B05-84D0-B4737C4FDC88}" destId="{785FEA35-A458-49F8-84F1-AD8D498F6627}" srcOrd="0" destOrd="0" parTransId="{862F0F1F-8DA2-4714-AB4F-4F8046D9193F}" sibTransId="{7311744B-C985-4BC9-8307-A2D42140D8DD}"/>
    <dgm:cxn modelId="{5CADCC96-1AE5-4A68-95EF-3280D772FF19}" type="presOf" srcId="{40170883-1FF8-4E75-9857-CD5D54720641}" destId="{119F338C-739F-4CF2-B1B4-D4E763C4552B}" srcOrd="0" destOrd="0" presId="urn:microsoft.com/office/officeart/2005/8/layout/hierarchy6"/>
    <dgm:cxn modelId="{86CF5C9D-8564-4189-BB72-CCFB963A06EB}" type="presOf" srcId="{9E0D56C7-407C-4208-A452-F5E732C20B73}" destId="{60D17914-377C-4664-AF80-F2B03863439B}" srcOrd="0" destOrd="0" presId="urn:microsoft.com/office/officeart/2005/8/layout/hierarchy6"/>
    <dgm:cxn modelId="{29A38EA4-4E74-44B1-A955-2B7573279731}" type="presOf" srcId="{6D4543C4-1850-4CD9-A7F3-056DF1FB5611}" destId="{007664BF-D8FF-4D4B-ABBE-A68B843C3E30}" srcOrd="0" destOrd="0" presId="urn:microsoft.com/office/officeart/2005/8/layout/hierarchy6"/>
    <dgm:cxn modelId="{5FAF9AAF-8CDC-41ED-A8BD-ABC2F9355CD7}" type="presOf" srcId="{7E6ED18E-C7BE-41FB-BD3B-A8FA7113E150}" destId="{F54FDFA7-54DE-4A3D-8E52-E9E2E178A95F}" srcOrd="0" destOrd="0" presId="urn:microsoft.com/office/officeart/2005/8/layout/hierarchy6"/>
    <dgm:cxn modelId="{D2009BCB-92F2-4748-A5CA-9380C2F43D69}" srcId="{968C1E63-0131-4B05-84D0-B4737C4FDC88}" destId="{EFA170ED-114B-4C52-A1B9-850180829C62}" srcOrd="1" destOrd="0" parTransId="{55A49C76-3DAD-4AAF-97F1-306964812C00}" sibTransId="{2B93F6AE-1844-418B-856F-53A906D4EB96}"/>
    <dgm:cxn modelId="{4E8DDBD7-C134-4F4E-A273-55254E8D887A}" type="presOf" srcId="{36B5F7CA-9F64-4FFA-A7C8-196C42E93986}" destId="{27857633-8797-49F9-B30C-865041B34AFC}" srcOrd="0" destOrd="0" presId="urn:microsoft.com/office/officeart/2005/8/layout/hierarchy6"/>
    <dgm:cxn modelId="{44A5FDDB-D1DE-4896-8861-336D59D035C0}" type="presOf" srcId="{53F024D0-F2E7-451D-BC84-753EF7BC5BD6}" destId="{97EC3096-0550-444F-AC95-617192243137}" srcOrd="0" destOrd="0" presId="urn:microsoft.com/office/officeart/2005/8/layout/hierarchy6"/>
    <dgm:cxn modelId="{0FDE0EDD-C887-49C6-AABA-5A487FDA216D}" type="presOf" srcId="{F5BECCD4-0EE8-4034-9312-9C4FC26C12AC}" destId="{F00B5978-1698-4881-8208-8E70EF6EDE61}" srcOrd="0" destOrd="0" presId="urn:microsoft.com/office/officeart/2005/8/layout/hierarchy6"/>
    <dgm:cxn modelId="{CE779DE8-8E14-4C8E-877E-54B29A554F03}" type="presOf" srcId="{64E67860-6C36-44CD-A40D-03CD6F263B4E}" destId="{3CF00111-D210-4F20-B26C-09A5D02AD68E}" srcOrd="0" destOrd="0" presId="urn:microsoft.com/office/officeart/2005/8/layout/hierarchy6"/>
    <dgm:cxn modelId="{919F39E9-C813-4084-90BD-BE6F37218389}" type="presOf" srcId="{55A49C76-3DAD-4AAF-97F1-306964812C00}" destId="{77E45A8D-9CBF-46BE-A011-C9C9EA6D9A95}" srcOrd="0" destOrd="0" presId="urn:microsoft.com/office/officeart/2005/8/layout/hierarchy6"/>
    <dgm:cxn modelId="{40F14CF0-F5DA-46ED-BA01-E04363F7339E}" type="presOf" srcId="{1B5C9251-101E-48CF-85F1-9535F863956F}" destId="{F8222C10-B008-44C3-A546-3F53372E40E2}" srcOrd="0" destOrd="0" presId="urn:microsoft.com/office/officeart/2005/8/layout/hierarchy6"/>
    <dgm:cxn modelId="{308E13F2-1DCE-44D0-848A-842CC04BEA88}" srcId="{53F024D0-F2E7-451D-BC84-753EF7BC5BD6}" destId="{C09EE53E-2431-4231-8CF5-BD9C126141A1}" srcOrd="1" destOrd="0" parTransId="{1B5C9251-101E-48CF-85F1-9535F863956F}" sibTransId="{DF541F12-A155-466C-A5F9-883EE48882A5}"/>
    <dgm:cxn modelId="{C15C03F4-2246-4145-B5E7-9E2FBB0ACA79}" srcId="{EFA170ED-114B-4C52-A1B9-850180829C62}" destId="{40170883-1FF8-4E75-9857-CD5D54720641}" srcOrd="0" destOrd="0" parTransId="{A03A239D-DF6E-4121-BB73-085E32A8F233}" sibTransId="{64AB7CE0-73EE-41B2-9344-4EBA07A13EE1}"/>
    <dgm:cxn modelId="{12B9C0F4-1A5D-4D87-880C-10A0EE770C65}" type="presOf" srcId="{95CEE22F-294E-4D2E-B9CB-784DC060F7AD}" destId="{9F512629-9091-4289-A0CC-6C084ABB8213}" srcOrd="0" destOrd="0" presId="urn:microsoft.com/office/officeart/2005/8/layout/hierarchy6"/>
    <dgm:cxn modelId="{B8CEBECA-01CA-41AD-B3F5-B6D3A9DD22D0}" type="presParOf" srcId="{FCD13E9D-2083-4D6B-B5EC-D93DBD91068D}" destId="{B84F840C-69DC-4F4C-9847-39A5B3FD114B}" srcOrd="0" destOrd="0" presId="urn:microsoft.com/office/officeart/2005/8/layout/hierarchy6"/>
    <dgm:cxn modelId="{B04BA2E3-D79E-4C0B-9391-F44814E0450B}" type="presParOf" srcId="{B84F840C-69DC-4F4C-9847-39A5B3FD114B}" destId="{ACF76D91-5D84-492D-885C-69C656137291}" srcOrd="0" destOrd="0" presId="urn:microsoft.com/office/officeart/2005/8/layout/hierarchy6"/>
    <dgm:cxn modelId="{EC33B258-731F-41A2-B94B-17CFF9EE2B86}" type="presParOf" srcId="{ACF76D91-5D84-492D-885C-69C656137291}" destId="{327818E2-FB45-4FCA-BEDA-A3E522A14CCC}" srcOrd="0" destOrd="0" presId="urn:microsoft.com/office/officeart/2005/8/layout/hierarchy6"/>
    <dgm:cxn modelId="{5A912B7E-1189-47F6-9A6D-A7A8EAB3F001}" type="presParOf" srcId="{327818E2-FB45-4FCA-BEDA-A3E522A14CCC}" destId="{3421162A-D218-45BB-BF46-EB893897CD16}" srcOrd="0" destOrd="0" presId="urn:microsoft.com/office/officeart/2005/8/layout/hierarchy6"/>
    <dgm:cxn modelId="{6545FC35-23B3-4C38-AFD7-6CC41F943F90}" type="presParOf" srcId="{327818E2-FB45-4FCA-BEDA-A3E522A14CCC}" destId="{B1DD3BBF-AC3B-4C43-BA56-A8A8788C22EE}" srcOrd="1" destOrd="0" presId="urn:microsoft.com/office/officeart/2005/8/layout/hierarchy6"/>
    <dgm:cxn modelId="{3A55D8D7-3E43-45B6-9A58-47AFC962AC27}" type="presParOf" srcId="{B1DD3BBF-AC3B-4C43-BA56-A8A8788C22EE}" destId="{F0B291BF-FE4A-42AC-8A6C-7706B04780EB}" srcOrd="0" destOrd="0" presId="urn:microsoft.com/office/officeart/2005/8/layout/hierarchy6"/>
    <dgm:cxn modelId="{6D0B3D0A-E40A-49C0-A067-3A8C89859305}" type="presParOf" srcId="{B1DD3BBF-AC3B-4C43-BA56-A8A8788C22EE}" destId="{9E881BBE-E553-4C48-8F8C-A0C7843E72F6}" srcOrd="1" destOrd="0" presId="urn:microsoft.com/office/officeart/2005/8/layout/hierarchy6"/>
    <dgm:cxn modelId="{42020814-4669-4B59-B92C-0F55899E51B1}" type="presParOf" srcId="{9E881BBE-E553-4C48-8F8C-A0C7843E72F6}" destId="{00693EE9-2695-4745-BD2D-BD227DBD3A42}" srcOrd="0" destOrd="0" presId="urn:microsoft.com/office/officeart/2005/8/layout/hierarchy6"/>
    <dgm:cxn modelId="{0CB1FA91-1FC4-43B0-8801-A9D3BCA5F15F}" type="presParOf" srcId="{9E881BBE-E553-4C48-8F8C-A0C7843E72F6}" destId="{6376326A-2D1B-46E1-99F8-5908B9E7A7D8}" srcOrd="1" destOrd="0" presId="urn:microsoft.com/office/officeart/2005/8/layout/hierarchy6"/>
    <dgm:cxn modelId="{C7B3DAE6-A065-4A7D-9261-309E5A3CFECF}" type="presParOf" srcId="{6376326A-2D1B-46E1-99F8-5908B9E7A7D8}" destId="{60D17914-377C-4664-AF80-F2B03863439B}" srcOrd="0" destOrd="0" presId="urn:microsoft.com/office/officeart/2005/8/layout/hierarchy6"/>
    <dgm:cxn modelId="{C96CB0B5-127E-43F9-A102-E7E46404365C}" type="presParOf" srcId="{6376326A-2D1B-46E1-99F8-5908B9E7A7D8}" destId="{96152FA2-1333-4DD1-913C-851FD508FD32}" srcOrd="1" destOrd="0" presId="urn:microsoft.com/office/officeart/2005/8/layout/hierarchy6"/>
    <dgm:cxn modelId="{92C90801-94A0-4EA0-B3A5-D8DC04896585}" type="presParOf" srcId="{96152FA2-1333-4DD1-913C-851FD508FD32}" destId="{9F512629-9091-4289-A0CC-6C084ABB8213}" srcOrd="0" destOrd="0" presId="urn:microsoft.com/office/officeart/2005/8/layout/hierarchy6"/>
    <dgm:cxn modelId="{295E98ED-1426-44B3-AC00-893A3770994E}" type="presParOf" srcId="{96152FA2-1333-4DD1-913C-851FD508FD32}" destId="{4B328620-3892-4226-BA24-47A3C7A8E84F}" srcOrd="1" destOrd="0" presId="urn:microsoft.com/office/officeart/2005/8/layout/hierarchy6"/>
    <dgm:cxn modelId="{0DE6CA97-F8C4-45C4-A1B1-00C0C9EA560B}" type="presParOf" srcId="{4B328620-3892-4226-BA24-47A3C7A8E84F}" destId="{CACCA18F-8929-4CC3-BEF8-E8903F21B110}" srcOrd="0" destOrd="0" presId="urn:microsoft.com/office/officeart/2005/8/layout/hierarchy6"/>
    <dgm:cxn modelId="{49B45D22-D6E5-4D2B-8E88-18D73386C9E0}" type="presParOf" srcId="{4B328620-3892-4226-BA24-47A3C7A8E84F}" destId="{3ADB5B9B-4958-4954-B4FB-2FDDA649D486}" srcOrd="1" destOrd="0" presId="urn:microsoft.com/office/officeart/2005/8/layout/hierarchy6"/>
    <dgm:cxn modelId="{CCD11FF9-22F1-457C-AF04-5920419508C7}" type="presParOf" srcId="{3ADB5B9B-4958-4954-B4FB-2FDDA649D486}" destId="{D9191D8F-93D5-41DF-9FB9-BFFA16604363}" srcOrd="0" destOrd="0" presId="urn:microsoft.com/office/officeart/2005/8/layout/hierarchy6"/>
    <dgm:cxn modelId="{A11F73CD-0CEA-4BA2-848D-494AA93C27D6}" type="presParOf" srcId="{3ADB5B9B-4958-4954-B4FB-2FDDA649D486}" destId="{998ADDE7-74F0-4E70-972E-8E5CCA8064F0}" srcOrd="1" destOrd="0" presId="urn:microsoft.com/office/officeart/2005/8/layout/hierarchy6"/>
    <dgm:cxn modelId="{E0A351AD-27E7-4402-91AD-581E263EFFDD}" type="presParOf" srcId="{4B328620-3892-4226-BA24-47A3C7A8E84F}" destId="{27857633-8797-49F9-B30C-865041B34AFC}" srcOrd="2" destOrd="0" presId="urn:microsoft.com/office/officeart/2005/8/layout/hierarchy6"/>
    <dgm:cxn modelId="{D669A13D-4B69-4E5A-AE7E-EB5C9A984EF6}" type="presParOf" srcId="{4B328620-3892-4226-BA24-47A3C7A8E84F}" destId="{26B60292-45B2-4F9D-B075-69A535ECF31C}" srcOrd="3" destOrd="0" presId="urn:microsoft.com/office/officeart/2005/8/layout/hierarchy6"/>
    <dgm:cxn modelId="{28F61EF6-7477-4DE5-B49E-BE3ED5FF6D04}" type="presParOf" srcId="{26B60292-45B2-4F9D-B075-69A535ECF31C}" destId="{007664BF-D8FF-4D4B-ABBE-A68B843C3E30}" srcOrd="0" destOrd="0" presId="urn:microsoft.com/office/officeart/2005/8/layout/hierarchy6"/>
    <dgm:cxn modelId="{9FC44017-A64B-4716-B6BA-4B282666DD95}" type="presParOf" srcId="{26B60292-45B2-4F9D-B075-69A535ECF31C}" destId="{26D66703-71E7-49EC-9DD5-32C6CF05DA92}" srcOrd="1" destOrd="0" presId="urn:microsoft.com/office/officeart/2005/8/layout/hierarchy6"/>
    <dgm:cxn modelId="{180329BA-4CAD-4B7E-B947-9DBD239F5041}" type="presParOf" srcId="{6376326A-2D1B-46E1-99F8-5908B9E7A7D8}" destId="{C2AD0EE9-5245-4A16-8814-B573A7E7083F}" srcOrd="2" destOrd="0" presId="urn:microsoft.com/office/officeart/2005/8/layout/hierarchy6"/>
    <dgm:cxn modelId="{E146FDBD-B7B2-4387-B4D5-544E2B284BFA}" type="presParOf" srcId="{6376326A-2D1B-46E1-99F8-5908B9E7A7D8}" destId="{C4717975-768A-435F-98B4-A987CE9C1DAB}" srcOrd="3" destOrd="0" presId="urn:microsoft.com/office/officeart/2005/8/layout/hierarchy6"/>
    <dgm:cxn modelId="{10CFFA62-55AE-488D-A9CA-9E025EC0FC87}" type="presParOf" srcId="{C4717975-768A-435F-98B4-A987CE9C1DAB}" destId="{6456920C-B706-4FCA-ACF7-32EB3A7C477F}" srcOrd="0" destOrd="0" presId="urn:microsoft.com/office/officeart/2005/8/layout/hierarchy6"/>
    <dgm:cxn modelId="{56CBCB94-646C-49D1-B5C2-756993EDDBBB}" type="presParOf" srcId="{C4717975-768A-435F-98B4-A987CE9C1DAB}" destId="{AC7AC821-872D-4397-945C-163B8E704E05}" srcOrd="1" destOrd="0" presId="urn:microsoft.com/office/officeart/2005/8/layout/hierarchy6"/>
    <dgm:cxn modelId="{50D638CF-5493-4A0A-A600-37BCC1F11BCC}" type="presParOf" srcId="{B1DD3BBF-AC3B-4C43-BA56-A8A8788C22EE}" destId="{77E45A8D-9CBF-46BE-A011-C9C9EA6D9A95}" srcOrd="2" destOrd="0" presId="urn:microsoft.com/office/officeart/2005/8/layout/hierarchy6"/>
    <dgm:cxn modelId="{EBA29AD5-D83F-4845-AD5C-DC4DDADD7E52}" type="presParOf" srcId="{B1DD3BBF-AC3B-4C43-BA56-A8A8788C22EE}" destId="{CF10A214-B9F2-458E-B832-DBEC00EE5639}" srcOrd="3" destOrd="0" presId="urn:microsoft.com/office/officeart/2005/8/layout/hierarchy6"/>
    <dgm:cxn modelId="{795EF590-6D06-4955-AD3E-B54F9692E6DC}" type="presParOf" srcId="{CF10A214-B9F2-458E-B832-DBEC00EE5639}" destId="{F3968655-0C96-4C85-B6CF-CB1BC9ED4471}" srcOrd="0" destOrd="0" presId="urn:microsoft.com/office/officeart/2005/8/layout/hierarchy6"/>
    <dgm:cxn modelId="{211C589A-CD2E-4D19-8D0D-7D80F8297768}" type="presParOf" srcId="{CF10A214-B9F2-458E-B832-DBEC00EE5639}" destId="{2EAC2F68-05E7-4949-A27F-F1214B16382D}" srcOrd="1" destOrd="0" presId="urn:microsoft.com/office/officeart/2005/8/layout/hierarchy6"/>
    <dgm:cxn modelId="{3F86CFF2-3E5F-4772-981C-26CCE826B547}" type="presParOf" srcId="{2EAC2F68-05E7-4949-A27F-F1214B16382D}" destId="{0977C60E-3BA1-4089-AC06-9A3D6BC5F3B0}" srcOrd="0" destOrd="0" presId="urn:microsoft.com/office/officeart/2005/8/layout/hierarchy6"/>
    <dgm:cxn modelId="{057F3D31-5643-4431-8A19-65374DB4FD34}" type="presParOf" srcId="{2EAC2F68-05E7-4949-A27F-F1214B16382D}" destId="{26B59560-61FF-4151-A3E2-74FB44DFD935}" srcOrd="1" destOrd="0" presId="urn:microsoft.com/office/officeart/2005/8/layout/hierarchy6"/>
    <dgm:cxn modelId="{0E63B1FC-7273-4994-91DB-A37EE11CEC9A}" type="presParOf" srcId="{26B59560-61FF-4151-A3E2-74FB44DFD935}" destId="{119F338C-739F-4CF2-B1B4-D4E763C4552B}" srcOrd="0" destOrd="0" presId="urn:microsoft.com/office/officeart/2005/8/layout/hierarchy6"/>
    <dgm:cxn modelId="{4C1272DF-DC44-44BE-983F-3365AF1378A1}" type="presParOf" srcId="{26B59560-61FF-4151-A3E2-74FB44DFD935}" destId="{24AFB99E-5898-46CA-A9EA-A06F0C8ED23D}" srcOrd="1" destOrd="0" presId="urn:microsoft.com/office/officeart/2005/8/layout/hierarchy6"/>
    <dgm:cxn modelId="{6EFB2404-CCEF-4096-9127-2CBDEF20C58C}" type="presParOf" srcId="{24AFB99E-5898-46CA-A9EA-A06F0C8ED23D}" destId="{F54FDFA7-54DE-4A3D-8E52-E9E2E178A95F}" srcOrd="0" destOrd="0" presId="urn:microsoft.com/office/officeart/2005/8/layout/hierarchy6"/>
    <dgm:cxn modelId="{832F855B-24E5-4554-94FB-C3965DEE0A6F}" type="presParOf" srcId="{24AFB99E-5898-46CA-A9EA-A06F0C8ED23D}" destId="{EC0A00F6-5473-4E25-A4A9-2D7B941767A3}" srcOrd="1" destOrd="0" presId="urn:microsoft.com/office/officeart/2005/8/layout/hierarchy6"/>
    <dgm:cxn modelId="{AE2A2CC6-4999-4342-A319-0F7439533DB8}" type="presParOf" srcId="{EC0A00F6-5473-4E25-A4A9-2D7B941767A3}" destId="{3CF00111-D210-4F20-B26C-09A5D02AD68E}" srcOrd="0" destOrd="0" presId="urn:microsoft.com/office/officeart/2005/8/layout/hierarchy6"/>
    <dgm:cxn modelId="{28B85A06-3F52-4962-BB13-9519D22C0B42}" type="presParOf" srcId="{EC0A00F6-5473-4E25-A4A9-2D7B941767A3}" destId="{D0FBAAA8-6645-445C-BFC4-480DC26051DE}" srcOrd="1" destOrd="0" presId="urn:microsoft.com/office/officeart/2005/8/layout/hierarchy6"/>
    <dgm:cxn modelId="{43579D38-F55C-46EF-A7B7-C4B98803C063}" type="presParOf" srcId="{24AFB99E-5898-46CA-A9EA-A06F0C8ED23D}" destId="{6ACB09EB-7214-4D1D-869A-C47575E588B6}" srcOrd="2" destOrd="0" presId="urn:microsoft.com/office/officeart/2005/8/layout/hierarchy6"/>
    <dgm:cxn modelId="{C99F968A-A0F6-4000-8BA8-C905DFA507A4}" type="presParOf" srcId="{24AFB99E-5898-46CA-A9EA-A06F0C8ED23D}" destId="{285EDC49-3AB3-4CE7-9695-BBC0D4AF856F}" srcOrd="3" destOrd="0" presId="urn:microsoft.com/office/officeart/2005/8/layout/hierarchy6"/>
    <dgm:cxn modelId="{3DF95A6A-9A21-402F-B1A2-1134161FC171}" type="presParOf" srcId="{285EDC49-3AB3-4CE7-9695-BBC0D4AF856F}" destId="{3A96F506-F1A1-49BB-B9A6-BCF180D33F9F}" srcOrd="0" destOrd="0" presId="urn:microsoft.com/office/officeart/2005/8/layout/hierarchy6"/>
    <dgm:cxn modelId="{0653013A-2716-4C79-8903-1F8D312DA28A}" type="presParOf" srcId="{285EDC49-3AB3-4CE7-9695-BBC0D4AF856F}" destId="{AC979CF4-42A2-4B69-8C43-E50639E12099}" srcOrd="1" destOrd="0" presId="urn:microsoft.com/office/officeart/2005/8/layout/hierarchy6"/>
    <dgm:cxn modelId="{DA17B5D1-97A8-4DFE-8A08-95805647F5A0}" type="presParOf" srcId="{2EAC2F68-05E7-4949-A27F-F1214B16382D}" destId="{B25E3B4F-E139-43AF-8811-A50D1AEB60BA}" srcOrd="2" destOrd="0" presId="urn:microsoft.com/office/officeart/2005/8/layout/hierarchy6"/>
    <dgm:cxn modelId="{62C91FC2-EC54-4BE3-A98F-E21D45846DC7}" type="presParOf" srcId="{2EAC2F68-05E7-4949-A27F-F1214B16382D}" destId="{207E50A0-A3EF-4FF3-B102-7E8BA1884BB0}" srcOrd="3" destOrd="0" presId="urn:microsoft.com/office/officeart/2005/8/layout/hierarchy6"/>
    <dgm:cxn modelId="{A55A6E07-649C-439B-92C7-245A6631F84F}" type="presParOf" srcId="{207E50A0-A3EF-4FF3-B102-7E8BA1884BB0}" destId="{97EC3096-0550-444F-AC95-617192243137}" srcOrd="0" destOrd="0" presId="urn:microsoft.com/office/officeart/2005/8/layout/hierarchy6"/>
    <dgm:cxn modelId="{51D1AD9D-9068-47DE-8F99-EA8B1BF1014F}" type="presParOf" srcId="{207E50A0-A3EF-4FF3-B102-7E8BA1884BB0}" destId="{512A476A-8CE5-4012-8510-166E145B5ECF}" srcOrd="1" destOrd="0" presId="urn:microsoft.com/office/officeart/2005/8/layout/hierarchy6"/>
    <dgm:cxn modelId="{D2367F08-E0DF-45E7-B18D-7D0682426D41}" type="presParOf" srcId="{512A476A-8CE5-4012-8510-166E145B5ECF}" destId="{4E46117C-C2FE-4779-B59D-952A64B25DA2}" srcOrd="0" destOrd="0" presId="urn:microsoft.com/office/officeart/2005/8/layout/hierarchy6"/>
    <dgm:cxn modelId="{C4BC27C8-5959-4ADD-A522-44586F560A82}" type="presParOf" srcId="{512A476A-8CE5-4012-8510-166E145B5ECF}" destId="{8D50B230-F680-474D-B3A9-B347FFF33D1C}" srcOrd="1" destOrd="0" presId="urn:microsoft.com/office/officeart/2005/8/layout/hierarchy6"/>
    <dgm:cxn modelId="{533D971F-1CF3-4601-A834-255A2941B3F2}" type="presParOf" srcId="{8D50B230-F680-474D-B3A9-B347FFF33D1C}" destId="{F00B5978-1698-4881-8208-8E70EF6EDE61}" srcOrd="0" destOrd="0" presId="urn:microsoft.com/office/officeart/2005/8/layout/hierarchy6"/>
    <dgm:cxn modelId="{4F6903F9-AF02-4769-887F-5208614BD5A4}" type="presParOf" srcId="{8D50B230-F680-474D-B3A9-B347FFF33D1C}" destId="{A0EBDB04-CA45-41D2-9D42-8C47D6CF0F8F}" srcOrd="1" destOrd="0" presId="urn:microsoft.com/office/officeart/2005/8/layout/hierarchy6"/>
    <dgm:cxn modelId="{E64FBE21-DA06-43DC-B80C-70786D5038CD}" type="presParOf" srcId="{512A476A-8CE5-4012-8510-166E145B5ECF}" destId="{F8222C10-B008-44C3-A546-3F53372E40E2}" srcOrd="2" destOrd="0" presId="urn:microsoft.com/office/officeart/2005/8/layout/hierarchy6"/>
    <dgm:cxn modelId="{B2BE70C5-CDB3-4110-8A61-91874AF49026}" type="presParOf" srcId="{512A476A-8CE5-4012-8510-166E145B5ECF}" destId="{E3EABA3D-1D21-4C8F-BF6E-B5939D0C23BD}" srcOrd="3" destOrd="0" presId="urn:microsoft.com/office/officeart/2005/8/layout/hierarchy6"/>
    <dgm:cxn modelId="{308C11C2-B80B-4F61-8420-FEDFECCCF6AB}" type="presParOf" srcId="{E3EABA3D-1D21-4C8F-BF6E-B5939D0C23BD}" destId="{455D2A7C-98DF-4EE5-8795-269667A49AD1}" srcOrd="0" destOrd="0" presId="urn:microsoft.com/office/officeart/2005/8/layout/hierarchy6"/>
    <dgm:cxn modelId="{C6AE914E-F451-4BDA-9EC0-F669D27E4991}" type="presParOf" srcId="{E3EABA3D-1D21-4C8F-BF6E-B5939D0C23BD}" destId="{9583A3A9-4C7A-403D-AE58-51D6AA467541}" srcOrd="1" destOrd="0" presId="urn:microsoft.com/office/officeart/2005/8/layout/hierarchy6"/>
    <dgm:cxn modelId="{01EF957D-EDB6-4476-9005-233174FBC5F9}" type="presParOf" srcId="{FCD13E9D-2083-4D6B-B5EC-D93DBD91068D}" destId="{3B598392-CEE4-401B-8D39-337943B7B28A}" srcOrd="1" destOrd="0" presId="urn:microsoft.com/office/officeart/2005/8/layout/hierarchy6"/>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E6C2EA2-0EB9-43AF-BBF6-0A4AEB82F496}" type="doc">
      <dgm:prSet loTypeId="urn:microsoft.com/office/officeart/2005/8/layout/hierarchy6" loCatId="hierarchy" qsTypeId="urn:microsoft.com/office/officeart/2005/8/quickstyle/simple1" qsCatId="simple" csTypeId="urn:microsoft.com/office/officeart/2005/8/colors/accent3_3" csCatId="accent3" phldr="1"/>
      <dgm:spPr/>
      <dgm:t>
        <a:bodyPr/>
        <a:lstStyle/>
        <a:p>
          <a:endParaRPr lang="en-US"/>
        </a:p>
      </dgm:t>
    </dgm:pt>
    <dgm:pt modelId="{968C1E63-0131-4B05-84D0-B4737C4FDC88}">
      <dgm:prSet phldrT="[Text]"/>
      <dgm:spPr/>
      <dgm:t>
        <a:bodyPr/>
        <a:lstStyle/>
        <a:p>
          <a:r>
            <a:rPr lang="en-US" dirty="0"/>
            <a:t>Full and Complete</a:t>
          </a:r>
        </a:p>
      </dgm:t>
    </dgm:pt>
    <dgm:pt modelId="{7EDA1A3E-F325-4F15-91D6-64736CB02C5C}" type="parTrans" cxnId="{7668630D-0B5D-4FFD-9A76-D6EEAE241516}">
      <dgm:prSet/>
      <dgm:spPr/>
      <dgm:t>
        <a:bodyPr/>
        <a:lstStyle/>
        <a:p>
          <a:endParaRPr lang="en-US"/>
        </a:p>
      </dgm:t>
    </dgm:pt>
    <dgm:pt modelId="{67BE3E78-76E3-4065-A5AD-495616E20DCE}" type="sibTrans" cxnId="{7668630D-0B5D-4FFD-9A76-D6EEAE241516}">
      <dgm:prSet/>
      <dgm:spPr/>
      <dgm:t>
        <a:bodyPr/>
        <a:lstStyle/>
        <a:p>
          <a:endParaRPr lang="en-US"/>
        </a:p>
      </dgm:t>
    </dgm:pt>
    <dgm:pt modelId="{785FEA35-A458-49F8-84F1-AD8D498F6627}">
      <dgm:prSet phldrT="[Text]"/>
      <dgm:spPr/>
      <dgm:t>
        <a:bodyPr/>
        <a:lstStyle/>
        <a:p>
          <a:r>
            <a:rPr lang="en-US" dirty="0"/>
            <a:t>1</a:t>
          </a:r>
        </a:p>
      </dgm:t>
    </dgm:pt>
    <dgm:pt modelId="{862F0F1F-8DA2-4714-AB4F-4F8046D9193F}" type="parTrans" cxnId="{AEFBFA92-DC8F-45ED-8500-477FA89F3C32}">
      <dgm:prSet/>
      <dgm:spPr/>
      <dgm:t>
        <a:bodyPr/>
        <a:lstStyle/>
        <a:p>
          <a:endParaRPr lang="en-US"/>
        </a:p>
      </dgm:t>
    </dgm:pt>
    <dgm:pt modelId="{7311744B-C985-4BC9-8307-A2D42140D8DD}" type="sibTrans" cxnId="{AEFBFA92-DC8F-45ED-8500-477FA89F3C32}">
      <dgm:prSet/>
      <dgm:spPr/>
      <dgm:t>
        <a:bodyPr/>
        <a:lstStyle/>
        <a:p>
          <a:endParaRPr lang="en-US"/>
        </a:p>
      </dgm:t>
    </dgm:pt>
    <dgm:pt modelId="{EFA170ED-114B-4C52-A1B9-850180829C62}">
      <dgm:prSet phldrT="[Text]"/>
      <dgm:spPr/>
      <dgm:t>
        <a:bodyPr/>
        <a:lstStyle/>
        <a:p>
          <a:r>
            <a:rPr lang="en-US" dirty="0"/>
            <a:t>2</a:t>
          </a:r>
        </a:p>
      </dgm:t>
    </dgm:pt>
    <dgm:pt modelId="{55A49C76-3DAD-4AAF-97F1-306964812C00}" type="parTrans" cxnId="{D2009BCB-92F2-4748-A5CA-9380C2F43D69}">
      <dgm:prSet/>
      <dgm:spPr/>
      <dgm:t>
        <a:bodyPr/>
        <a:lstStyle/>
        <a:p>
          <a:endParaRPr lang="en-US"/>
        </a:p>
      </dgm:t>
    </dgm:pt>
    <dgm:pt modelId="{2B93F6AE-1844-418B-856F-53A906D4EB96}" type="sibTrans" cxnId="{D2009BCB-92F2-4748-A5CA-9380C2F43D69}">
      <dgm:prSet/>
      <dgm:spPr/>
      <dgm:t>
        <a:bodyPr/>
        <a:lstStyle/>
        <a:p>
          <a:endParaRPr lang="en-US"/>
        </a:p>
      </dgm:t>
    </dgm:pt>
    <dgm:pt modelId="{95CEE22F-294E-4D2E-B9CB-784DC060F7AD}">
      <dgm:prSet phldrT="[Text]"/>
      <dgm:spPr/>
      <dgm:t>
        <a:bodyPr/>
        <a:lstStyle/>
        <a:p>
          <a:r>
            <a:rPr lang="en-US" dirty="0"/>
            <a:t>1.1</a:t>
          </a:r>
        </a:p>
      </dgm:t>
    </dgm:pt>
    <dgm:pt modelId="{9E0D56C7-407C-4208-A452-F5E732C20B73}" type="parTrans" cxnId="{CC057D3C-F6CF-4F9D-9442-8F82259E3DA0}">
      <dgm:prSet/>
      <dgm:spPr/>
      <dgm:t>
        <a:bodyPr/>
        <a:lstStyle/>
        <a:p>
          <a:endParaRPr lang="en-US"/>
        </a:p>
      </dgm:t>
    </dgm:pt>
    <dgm:pt modelId="{773A9425-4A6F-4C7D-9808-F7F868C0271C}" type="sibTrans" cxnId="{CC057D3C-F6CF-4F9D-9442-8F82259E3DA0}">
      <dgm:prSet/>
      <dgm:spPr/>
      <dgm:t>
        <a:bodyPr/>
        <a:lstStyle/>
        <a:p>
          <a:endParaRPr lang="en-US"/>
        </a:p>
      </dgm:t>
    </dgm:pt>
    <dgm:pt modelId="{50835BA4-CC14-438F-9615-52C2E440A160}">
      <dgm:prSet phldrT="[Text]"/>
      <dgm:spPr/>
      <dgm:t>
        <a:bodyPr/>
        <a:lstStyle/>
        <a:p>
          <a:r>
            <a:rPr lang="en-US" dirty="0"/>
            <a:t>1.2</a:t>
          </a:r>
        </a:p>
      </dgm:t>
    </dgm:pt>
    <dgm:pt modelId="{00CDCEC9-1259-4976-A798-50171C0CD098}" type="parTrans" cxnId="{D55FF25F-FC1B-4E96-B50F-315F29752301}">
      <dgm:prSet/>
      <dgm:spPr/>
      <dgm:t>
        <a:bodyPr/>
        <a:lstStyle/>
        <a:p>
          <a:endParaRPr lang="en-US"/>
        </a:p>
      </dgm:t>
    </dgm:pt>
    <dgm:pt modelId="{C30F1643-D97D-4176-98A3-6ED8B4D0F8C3}" type="sibTrans" cxnId="{D55FF25F-FC1B-4E96-B50F-315F29752301}">
      <dgm:prSet/>
      <dgm:spPr/>
      <dgm:t>
        <a:bodyPr/>
        <a:lstStyle/>
        <a:p>
          <a:endParaRPr lang="en-US"/>
        </a:p>
      </dgm:t>
    </dgm:pt>
    <dgm:pt modelId="{40170883-1FF8-4E75-9857-CD5D54720641}">
      <dgm:prSet phldrT="[Text]"/>
      <dgm:spPr/>
      <dgm:t>
        <a:bodyPr/>
        <a:lstStyle/>
        <a:p>
          <a:r>
            <a:rPr lang="en-US" dirty="0"/>
            <a:t>2.1</a:t>
          </a:r>
        </a:p>
      </dgm:t>
    </dgm:pt>
    <dgm:pt modelId="{A03A239D-DF6E-4121-BB73-085E32A8F233}" type="parTrans" cxnId="{C15C03F4-2246-4145-B5E7-9E2FBB0ACA79}">
      <dgm:prSet/>
      <dgm:spPr/>
      <dgm:t>
        <a:bodyPr/>
        <a:lstStyle/>
        <a:p>
          <a:endParaRPr lang="en-US"/>
        </a:p>
      </dgm:t>
    </dgm:pt>
    <dgm:pt modelId="{64AB7CE0-73EE-41B2-9344-4EBA07A13EE1}" type="sibTrans" cxnId="{C15C03F4-2246-4145-B5E7-9E2FBB0ACA79}">
      <dgm:prSet/>
      <dgm:spPr/>
      <dgm:t>
        <a:bodyPr/>
        <a:lstStyle/>
        <a:p>
          <a:endParaRPr lang="en-US"/>
        </a:p>
      </dgm:t>
    </dgm:pt>
    <dgm:pt modelId="{53F024D0-F2E7-451D-BC84-753EF7BC5BD6}">
      <dgm:prSet phldrT="[Text]"/>
      <dgm:spPr/>
      <dgm:t>
        <a:bodyPr/>
        <a:lstStyle/>
        <a:p>
          <a:r>
            <a:rPr lang="en-US" dirty="0"/>
            <a:t>2.2</a:t>
          </a:r>
        </a:p>
      </dgm:t>
    </dgm:pt>
    <dgm:pt modelId="{0097C7E8-37BE-4333-8C4F-93C2CF873137}" type="parTrans" cxnId="{4E1FEE20-E792-471F-A7D8-3878B024CEAC}">
      <dgm:prSet/>
      <dgm:spPr/>
      <dgm:t>
        <a:bodyPr/>
        <a:lstStyle/>
        <a:p>
          <a:endParaRPr lang="en-US"/>
        </a:p>
      </dgm:t>
    </dgm:pt>
    <dgm:pt modelId="{F9F91529-AC03-4568-8BCA-173285F861F8}" type="sibTrans" cxnId="{4E1FEE20-E792-471F-A7D8-3878B024CEAC}">
      <dgm:prSet/>
      <dgm:spPr/>
      <dgm:t>
        <a:bodyPr/>
        <a:lstStyle/>
        <a:p>
          <a:endParaRPr lang="en-US"/>
        </a:p>
      </dgm:t>
    </dgm:pt>
    <dgm:pt modelId="{61511AED-8113-47DB-A8B2-285F051FA41A}">
      <dgm:prSet phldrT="[Text]"/>
      <dgm:spPr/>
      <dgm:t>
        <a:bodyPr/>
        <a:lstStyle/>
        <a:p>
          <a:r>
            <a:rPr lang="en-US" dirty="0"/>
            <a:t>1.1.1</a:t>
          </a:r>
        </a:p>
      </dgm:t>
    </dgm:pt>
    <dgm:pt modelId="{0274626C-16D3-4CDD-B46A-76D26BDBF959}" type="parTrans" cxnId="{5F77FB58-1E24-4FFB-B45B-E624C888612D}">
      <dgm:prSet/>
      <dgm:spPr/>
      <dgm:t>
        <a:bodyPr/>
        <a:lstStyle/>
        <a:p>
          <a:endParaRPr lang="en-US"/>
        </a:p>
      </dgm:t>
    </dgm:pt>
    <dgm:pt modelId="{887005C8-3AB8-4CB5-8836-5842C64E517E}" type="sibTrans" cxnId="{5F77FB58-1E24-4FFB-B45B-E624C888612D}">
      <dgm:prSet/>
      <dgm:spPr/>
      <dgm:t>
        <a:bodyPr/>
        <a:lstStyle/>
        <a:p>
          <a:endParaRPr lang="en-US"/>
        </a:p>
      </dgm:t>
    </dgm:pt>
    <dgm:pt modelId="{6D4543C4-1850-4CD9-A7F3-056DF1FB5611}">
      <dgm:prSet phldrT="[Text]"/>
      <dgm:spPr/>
      <dgm:t>
        <a:bodyPr/>
        <a:lstStyle/>
        <a:p>
          <a:r>
            <a:rPr lang="en-US" dirty="0"/>
            <a:t>1.1.2</a:t>
          </a:r>
        </a:p>
      </dgm:t>
    </dgm:pt>
    <dgm:pt modelId="{36B5F7CA-9F64-4FFA-A7C8-196C42E93986}" type="parTrans" cxnId="{48A31B0E-7D60-4DB0-AD2B-31BA9D409498}">
      <dgm:prSet/>
      <dgm:spPr/>
      <dgm:t>
        <a:bodyPr/>
        <a:lstStyle/>
        <a:p>
          <a:endParaRPr lang="en-US"/>
        </a:p>
      </dgm:t>
    </dgm:pt>
    <dgm:pt modelId="{CB5E9B63-F99A-4A3A-A1D6-49FE496E6B61}" type="sibTrans" cxnId="{48A31B0E-7D60-4DB0-AD2B-31BA9D409498}">
      <dgm:prSet/>
      <dgm:spPr/>
      <dgm:t>
        <a:bodyPr/>
        <a:lstStyle/>
        <a:p>
          <a:endParaRPr lang="en-US"/>
        </a:p>
      </dgm:t>
    </dgm:pt>
    <dgm:pt modelId="{193747C6-6424-4BB1-A94E-8C5B92F0FD51}">
      <dgm:prSet phldrT="[Text]"/>
      <dgm:spPr/>
      <dgm:t>
        <a:bodyPr/>
        <a:lstStyle/>
        <a:p>
          <a:r>
            <a:rPr lang="en-US" dirty="0"/>
            <a:t>1.2.1</a:t>
          </a:r>
        </a:p>
      </dgm:t>
    </dgm:pt>
    <dgm:pt modelId="{C6FD1E74-6594-4E7C-8C23-6CB7FC67EFA6}" type="parTrans" cxnId="{5817E73C-1756-4A57-BAC9-02D38C4C867C}">
      <dgm:prSet/>
      <dgm:spPr/>
      <dgm:t>
        <a:bodyPr/>
        <a:lstStyle/>
        <a:p>
          <a:endParaRPr lang="en-US"/>
        </a:p>
      </dgm:t>
    </dgm:pt>
    <dgm:pt modelId="{31031EC0-6B88-43BB-A068-0D35EDBF8CCB}" type="sibTrans" cxnId="{5817E73C-1756-4A57-BAC9-02D38C4C867C}">
      <dgm:prSet/>
      <dgm:spPr/>
      <dgm:t>
        <a:bodyPr/>
        <a:lstStyle/>
        <a:p>
          <a:endParaRPr lang="en-US"/>
        </a:p>
      </dgm:t>
    </dgm:pt>
    <dgm:pt modelId="{0BC09B3D-48E9-4160-8C00-ECCE59F38EA7}">
      <dgm:prSet phldrT="[Text]"/>
      <dgm:spPr/>
      <dgm:t>
        <a:bodyPr/>
        <a:lstStyle/>
        <a:p>
          <a:r>
            <a:rPr lang="en-US" dirty="0"/>
            <a:t>1.2.2</a:t>
          </a:r>
        </a:p>
      </dgm:t>
    </dgm:pt>
    <dgm:pt modelId="{B6F1B484-A920-4008-8FCD-3F0C123A1B4B}" type="parTrans" cxnId="{3CEAD38E-BE52-4BA9-AD69-CB349741ED73}">
      <dgm:prSet/>
      <dgm:spPr/>
      <dgm:t>
        <a:bodyPr/>
        <a:lstStyle/>
        <a:p>
          <a:endParaRPr lang="en-US"/>
        </a:p>
      </dgm:t>
    </dgm:pt>
    <dgm:pt modelId="{77D7DA2A-4E68-48F3-8D8B-03FF760C9FA0}" type="sibTrans" cxnId="{3CEAD38E-BE52-4BA9-AD69-CB349741ED73}">
      <dgm:prSet/>
      <dgm:spPr/>
      <dgm:t>
        <a:bodyPr/>
        <a:lstStyle/>
        <a:p>
          <a:endParaRPr lang="en-US"/>
        </a:p>
      </dgm:t>
    </dgm:pt>
    <dgm:pt modelId="{FCD13E9D-2083-4D6B-B5EC-D93DBD91068D}" type="pres">
      <dgm:prSet presAssocID="{9E6C2EA2-0EB9-43AF-BBF6-0A4AEB82F496}" presName="mainComposite" presStyleCnt="0">
        <dgm:presLayoutVars>
          <dgm:chPref val="1"/>
          <dgm:dir/>
          <dgm:animOne val="branch"/>
          <dgm:animLvl val="lvl"/>
          <dgm:resizeHandles val="exact"/>
        </dgm:presLayoutVars>
      </dgm:prSet>
      <dgm:spPr/>
    </dgm:pt>
    <dgm:pt modelId="{B84F840C-69DC-4F4C-9847-39A5B3FD114B}" type="pres">
      <dgm:prSet presAssocID="{9E6C2EA2-0EB9-43AF-BBF6-0A4AEB82F496}" presName="hierFlow" presStyleCnt="0"/>
      <dgm:spPr/>
    </dgm:pt>
    <dgm:pt modelId="{ACF76D91-5D84-492D-885C-69C656137291}" type="pres">
      <dgm:prSet presAssocID="{9E6C2EA2-0EB9-43AF-BBF6-0A4AEB82F496}" presName="hierChild1" presStyleCnt="0">
        <dgm:presLayoutVars>
          <dgm:chPref val="1"/>
          <dgm:animOne val="branch"/>
          <dgm:animLvl val="lvl"/>
        </dgm:presLayoutVars>
      </dgm:prSet>
      <dgm:spPr/>
    </dgm:pt>
    <dgm:pt modelId="{327818E2-FB45-4FCA-BEDA-A3E522A14CCC}" type="pres">
      <dgm:prSet presAssocID="{968C1E63-0131-4B05-84D0-B4737C4FDC88}" presName="Name14" presStyleCnt="0"/>
      <dgm:spPr/>
    </dgm:pt>
    <dgm:pt modelId="{3421162A-D218-45BB-BF46-EB893897CD16}" type="pres">
      <dgm:prSet presAssocID="{968C1E63-0131-4B05-84D0-B4737C4FDC88}" presName="level1Shape" presStyleLbl="node0" presStyleIdx="0" presStyleCnt="1" custScaleX="247627">
        <dgm:presLayoutVars>
          <dgm:chPref val="3"/>
        </dgm:presLayoutVars>
      </dgm:prSet>
      <dgm:spPr/>
    </dgm:pt>
    <dgm:pt modelId="{B1DD3BBF-AC3B-4C43-BA56-A8A8788C22EE}" type="pres">
      <dgm:prSet presAssocID="{968C1E63-0131-4B05-84D0-B4737C4FDC88}" presName="hierChild2" presStyleCnt="0"/>
      <dgm:spPr/>
    </dgm:pt>
    <dgm:pt modelId="{F0B291BF-FE4A-42AC-8A6C-7706B04780EB}" type="pres">
      <dgm:prSet presAssocID="{862F0F1F-8DA2-4714-AB4F-4F8046D9193F}" presName="Name19" presStyleLbl="parChTrans1D2" presStyleIdx="0" presStyleCnt="2"/>
      <dgm:spPr/>
    </dgm:pt>
    <dgm:pt modelId="{9E881BBE-E553-4C48-8F8C-A0C7843E72F6}" type="pres">
      <dgm:prSet presAssocID="{785FEA35-A458-49F8-84F1-AD8D498F6627}" presName="Name21" presStyleCnt="0"/>
      <dgm:spPr/>
    </dgm:pt>
    <dgm:pt modelId="{00693EE9-2695-4745-BD2D-BD227DBD3A42}" type="pres">
      <dgm:prSet presAssocID="{785FEA35-A458-49F8-84F1-AD8D498F6627}" presName="level2Shape" presStyleLbl="node2" presStyleIdx="0" presStyleCnt="2"/>
      <dgm:spPr/>
    </dgm:pt>
    <dgm:pt modelId="{6376326A-2D1B-46E1-99F8-5908B9E7A7D8}" type="pres">
      <dgm:prSet presAssocID="{785FEA35-A458-49F8-84F1-AD8D498F6627}" presName="hierChild3" presStyleCnt="0"/>
      <dgm:spPr/>
    </dgm:pt>
    <dgm:pt modelId="{60D17914-377C-4664-AF80-F2B03863439B}" type="pres">
      <dgm:prSet presAssocID="{9E0D56C7-407C-4208-A452-F5E732C20B73}" presName="Name19" presStyleLbl="parChTrans1D3" presStyleIdx="0" presStyleCnt="4"/>
      <dgm:spPr/>
    </dgm:pt>
    <dgm:pt modelId="{96152FA2-1333-4DD1-913C-851FD508FD32}" type="pres">
      <dgm:prSet presAssocID="{95CEE22F-294E-4D2E-B9CB-784DC060F7AD}" presName="Name21" presStyleCnt="0"/>
      <dgm:spPr/>
    </dgm:pt>
    <dgm:pt modelId="{9F512629-9091-4289-A0CC-6C084ABB8213}" type="pres">
      <dgm:prSet presAssocID="{95CEE22F-294E-4D2E-B9CB-784DC060F7AD}" presName="level2Shape" presStyleLbl="node3" presStyleIdx="0" presStyleCnt="4"/>
      <dgm:spPr/>
    </dgm:pt>
    <dgm:pt modelId="{4B328620-3892-4226-BA24-47A3C7A8E84F}" type="pres">
      <dgm:prSet presAssocID="{95CEE22F-294E-4D2E-B9CB-784DC060F7AD}" presName="hierChild3" presStyleCnt="0"/>
      <dgm:spPr/>
    </dgm:pt>
    <dgm:pt modelId="{CACCA18F-8929-4CC3-BEF8-E8903F21B110}" type="pres">
      <dgm:prSet presAssocID="{0274626C-16D3-4CDD-B46A-76D26BDBF959}" presName="Name19" presStyleLbl="parChTrans1D4" presStyleIdx="0" presStyleCnt="4"/>
      <dgm:spPr/>
    </dgm:pt>
    <dgm:pt modelId="{3ADB5B9B-4958-4954-B4FB-2FDDA649D486}" type="pres">
      <dgm:prSet presAssocID="{61511AED-8113-47DB-A8B2-285F051FA41A}" presName="Name21" presStyleCnt="0"/>
      <dgm:spPr/>
    </dgm:pt>
    <dgm:pt modelId="{D9191D8F-93D5-41DF-9FB9-BFFA16604363}" type="pres">
      <dgm:prSet presAssocID="{61511AED-8113-47DB-A8B2-285F051FA41A}" presName="level2Shape" presStyleLbl="node4" presStyleIdx="0" presStyleCnt="4"/>
      <dgm:spPr/>
    </dgm:pt>
    <dgm:pt modelId="{998ADDE7-74F0-4E70-972E-8E5CCA8064F0}" type="pres">
      <dgm:prSet presAssocID="{61511AED-8113-47DB-A8B2-285F051FA41A}" presName="hierChild3" presStyleCnt="0"/>
      <dgm:spPr/>
    </dgm:pt>
    <dgm:pt modelId="{27857633-8797-49F9-B30C-865041B34AFC}" type="pres">
      <dgm:prSet presAssocID="{36B5F7CA-9F64-4FFA-A7C8-196C42E93986}" presName="Name19" presStyleLbl="parChTrans1D4" presStyleIdx="1" presStyleCnt="4"/>
      <dgm:spPr/>
    </dgm:pt>
    <dgm:pt modelId="{26B60292-45B2-4F9D-B075-69A535ECF31C}" type="pres">
      <dgm:prSet presAssocID="{6D4543C4-1850-4CD9-A7F3-056DF1FB5611}" presName="Name21" presStyleCnt="0"/>
      <dgm:spPr/>
    </dgm:pt>
    <dgm:pt modelId="{007664BF-D8FF-4D4B-ABBE-A68B843C3E30}" type="pres">
      <dgm:prSet presAssocID="{6D4543C4-1850-4CD9-A7F3-056DF1FB5611}" presName="level2Shape" presStyleLbl="node4" presStyleIdx="1" presStyleCnt="4"/>
      <dgm:spPr/>
    </dgm:pt>
    <dgm:pt modelId="{26D66703-71E7-49EC-9DD5-32C6CF05DA92}" type="pres">
      <dgm:prSet presAssocID="{6D4543C4-1850-4CD9-A7F3-056DF1FB5611}" presName="hierChild3" presStyleCnt="0"/>
      <dgm:spPr/>
    </dgm:pt>
    <dgm:pt modelId="{C2AD0EE9-5245-4A16-8814-B573A7E7083F}" type="pres">
      <dgm:prSet presAssocID="{00CDCEC9-1259-4976-A798-50171C0CD098}" presName="Name19" presStyleLbl="parChTrans1D3" presStyleIdx="1" presStyleCnt="4"/>
      <dgm:spPr/>
    </dgm:pt>
    <dgm:pt modelId="{C4717975-768A-435F-98B4-A987CE9C1DAB}" type="pres">
      <dgm:prSet presAssocID="{50835BA4-CC14-438F-9615-52C2E440A160}" presName="Name21" presStyleCnt="0"/>
      <dgm:spPr/>
    </dgm:pt>
    <dgm:pt modelId="{6456920C-B706-4FCA-ACF7-32EB3A7C477F}" type="pres">
      <dgm:prSet presAssocID="{50835BA4-CC14-438F-9615-52C2E440A160}" presName="level2Shape" presStyleLbl="node3" presStyleIdx="1" presStyleCnt="4"/>
      <dgm:spPr/>
    </dgm:pt>
    <dgm:pt modelId="{AC7AC821-872D-4397-945C-163B8E704E05}" type="pres">
      <dgm:prSet presAssocID="{50835BA4-CC14-438F-9615-52C2E440A160}" presName="hierChild3" presStyleCnt="0"/>
      <dgm:spPr/>
    </dgm:pt>
    <dgm:pt modelId="{C59A946A-0810-4782-99EE-5AA18399E4FD}" type="pres">
      <dgm:prSet presAssocID="{C6FD1E74-6594-4E7C-8C23-6CB7FC67EFA6}" presName="Name19" presStyleLbl="parChTrans1D4" presStyleIdx="2" presStyleCnt="4"/>
      <dgm:spPr/>
    </dgm:pt>
    <dgm:pt modelId="{869C5EAD-DD86-4EE4-A3FD-D82F51D029AC}" type="pres">
      <dgm:prSet presAssocID="{193747C6-6424-4BB1-A94E-8C5B92F0FD51}" presName="Name21" presStyleCnt="0"/>
      <dgm:spPr/>
    </dgm:pt>
    <dgm:pt modelId="{11952A07-DBDC-42E4-AAF8-51B99F7D3347}" type="pres">
      <dgm:prSet presAssocID="{193747C6-6424-4BB1-A94E-8C5B92F0FD51}" presName="level2Shape" presStyleLbl="node4" presStyleIdx="2" presStyleCnt="4"/>
      <dgm:spPr/>
    </dgm:pt>
    <dgm:pt modelId="{D3B533E8-5EAF-45B9-B48A-6A0438F1DD0F}" type="pres">
      <dgm:prSet presAssocID="{193747C6-6424-4BB1-A94E-8C5B92F0FD51}" presName="hierChild3" presStyleCnt="0"/>
      <dgm:spPr/>
    </dgm:pt>
    <dgm:pt modelId="{F7C231F5-C648-49B4-B8B2-D1A83C3550C6}" type="pres">
      <dgm:prSet presAssocID="{B6F1B484-A920-4008-8FCD-3F0C123A1B4B}" presName="Name19" presStyleLbl="parChTrans1D4" presStyleIdx="3" presStyleCnt="4"/>
      <dgm:spPr/>
    </dgm:pt>
    <dgm:pt modelId="{38330B2B-51F0-411A-A2F7-8FB2ACAF9A4E}" type="pres">
      <dgm:prSet presAssocID="{0BC09B3D-48E9-4160-8C00-ECCE59F38EA7}" presName="Name21" presStyleCnt="0"/>
      <dgm:spPr/>
    </dgm:pt>
    <dgm:pt modelId="{D96090C3-30D8-4BF5-887C-1B9E57813E6D}" type="pres">
      <dgm:prSet presAssocID="{0BC09B3D-48E9-4160-8C00-ECCE59F38EA7}" presName="level2Shape" presStyleLbl="node4" presStyleIdx="3" presStyleCnt="4"/>
      <dgm:spPr/>
    </dgm:pt>
    <dgm:pt modelId="{8A25EBB4-A858-4B37-A965-B12A9573C078}" type="pres">
      <dgm:prSet presAssocID="{0BC09B3D-48E9-4160-8C00-ECCE59F38EA7}" presName="hierChild3" presStyleCnt="0"/>
      <dgm:spPr/>
    </dgm:pt>
    <dgm:pt modelId="{77E45A8D-9CBF-46BE-A011-C9C9EA6D9A95}" type="pres">
      <dgm:prSet presAssocID="{55A49C76-3DAD-4AAF-97F1-306964812C00}" presName="Name19" presStyleLbl="parChTrans1D2" presStyleIdx="1" presStyleCnt="2"/>
      <dgm:spPr/>
    </dgm:pt>
    <dgm:pt modelId="{CF10A214-B9F2-458E-B832-DBEC00EE5639}" type="pres">
      <dgm:prSet presAssocID="{EFA170ED-114B-4C52-A1B9-850180829C62}" presName="Name21" presStyleCnt="0"/>
      <dgm:spPr/>
    </dgm:pt>
    <dgm:pt modelId="{F3968655-0C96-4C85-B6CF-CB1BC9ED4471}" type="pres">
      <dgm:prSet presAssocID="{EFA170ED-114B-4C52-A1B9-850180829C62}" presName="level2Shape" presStyleLbl="node2" presStyleIdx="1" presStyleCnt="2"/>
      <dgm:spPr/>
    </dgm:pt>
    <dgm:pt modelId="{2EAC2F68-05E7-4949-A27F-F1214B16382D}" type="pres">
      <dgm:prSet presAssocID="{EFA170ED-114B-4C52-A1B9-850180829C62}" presName="hierChild3" presStyleCnt="0"/>
      <dgm:spPr/>
    </dgm:pt>
    <dgm:pt modelId="{0977C60E-3BA1-4089-AC06-9A3D6BC5F3B0}" type="pres">
      <dgm:prSet presAssocID="{A03A239D-DF6E-4121-BB73-085E32A8F233}" presName="Name19" presStyleLbl="parChTrans1D3" presStyleIdx="2" presStyleCnt="4"/>
      <dgm:spPr/>
    </dgm:pt>
    <dgm:pt modelId="{26B59560-61FF-4151-A3E2-74FB44DFD935}" type="pres">
      <dgm:prSet presAssocID="{40170883-1FF8-4E75-9857-CD5D54720641}" presName="Name21" presStyleCnt="0"/>
      <dgm:spPr/>
    </dgm:pt>
    <dgm:pt modelId="{119F338C-739F-4CF2-B1B4-D4E763C4552B}" type="pres">
      <dgm:prSet presAssocID="{40170883-1FF8-4E75-9857-CD5D54720641}" presName="level2Shape" presStyleLbl="node3" presStyleIdx="2" presStyleCnt="4"/>
      <dgm:spPr/>
    </dgm:pt>
    <dgm:pt modelId="{24AFB99E-5898-46CA-A9EA-A06F0C8ED23D}" type="pres">
      <dgm:prSet presAssocID="{40170883-1FF8-4E75-9857-CD5D54720641}" presName="hierChild3" presStyleCnt="0"/>
      <dgm:spPr/>
    </dgm:pt>
    <dgm:pt modelId="{B25E3B4F-E139-43AF-8811-A50D1AEB60BA}" type="pres">
      <dgm:prSet presAssocID="{0097C7E8-37BE-4333-8C4F-93C2CF873137}" presName="Name19" presStyleLbl="parChTrans1D3" presStyleIdx="3" presStyleCnt="4"/>
      <dgm:spPr/>
    </dgm:pt>
    <dgm:pt modelId="{207E50A0-A3EF-4FF3-B102-7E8BA1884BB0}" type="pres">
      <dgm:prSet presAssocID="{53F024D0-F2E7-451D-BC84-753EF7BC5BD6}" presName="Name21" presStyleCnt="0"/>
      <dgm:spPr/>
    </dgm:pt>
    <dgm:pt modelId="{97EC3096-0550-444F-AC95-617192243137}" type="pres">
      <dgm:prSet presAssocID="{53F024D0-F2E7-451D-BC84-753EF7BC5BD6}" presName="level2Shape" presStyleLbl="node3" presStyleIdx="3" presStyleCnt="4"/>
      <dgm:spPr/>
    </dgm:pt>
    <dgm:pt modelId="{512A476A-8CE5-4012-8510-166E145B5ECF}" type="pres">
      <dgm:prSet presAssocID="{53F024D0-F2E7-451D-BC84-753EF7BC5BD6}" presName="hierChild3" presStyleCnt="0"/>
      <dgm:spPr/>
    </dgm:pt>
    <dgm:pt modelId="{3B598392-CEE4-401B-8D39-337943B7B28A}" type="pres">
      <dgm:prSet presAssocID="{9E6C2EA2-0EB9-43AF-BBF6-0A4AEB82F496}" presName="bgShapesFlow" presStyleCnt="0"/>
      <dgm:spPr/>
    </dgm:pt>
  </dgm:ptLst>
  <dgm:cxnLst>
    <dgm:cxn modelId="{9B366005-53D9-4471-AD24-EEE453AB708F}" type="presOf" srcId="{EFA170ED-114B-4C52-A1B9-850180829C62}" destId="{F3968655-0C96-4C85-B6CF-CB1BC9ED4471}" srcOrd="0" destOrd="0" presId="urn:microsoft.com/office/officeart/2005/8/layout/hierarchy6"/>
    <dgm:cxn modelId="{C987D406-AB84-4783-AC15-9FE06B06A4B8}" type="presOf" srcId="{862F0F1F-8DA2-4714-AB4F-4F8046D9193F}" destId="{F0B291BF-FE4A-42AC-8A6C-7706B04780EB}" srcOrd="0" destOrd="0" presId="urn:microsoft.com/office/officeart/2005/8/layout/hierarchy6"/>
    <dgm:cxn modelId="{DB4CAF09-71F1-4495-BA98-57F73C878CCC}" type="presOf" srcId="{0BC09B3D-48E9-4160-8C00-ECCE59F38EA7}" destId="{D96090C3-30D8-4BF5-887C-1B9E57813E6D}" srcOrd="0" destOrd="0" presId="urn:microsoft.com/office/officeart/2005/8/layout/hierarchy6"/>
    <dgm:cxn modelId="{D8E52E0B-4F71-4E22-BED1-685C4EC0E249}" type="presOf" srcId="{50835BA4-CC14-438F-9615-52C2E440A160}" destId="{6456920C-B706-4FCA-ACF7-32EB3A7C477F}" srcOrd="0" destOrd="0" presId="urn:microsoft.com/office/officeart/2005/8/layout/hierarchy6"/>
    <dgm:cxn modelId="{7668630D-0B5D-4FFD-9A76-D6EEAE241516}" srcId="{9E6C2EA2-0EB9-43AF-BBF6-0A4AEB82F496}" destId="{968C1E63-0131-4B05-84D0-B4737C4FDC88}" srcOrd="0" destOrd="0" parTransId="{7EDA1A3E-F325-4F15-91D6-64736CB02C5C}" sibTransId="{67BE3E78-76E3-4065-A5AD-495616E20DCE}"/>
    <dgm:cxn modelId="{48A31B0E-7D60-4DB0-AD2B-31BA9D409498}" srcId="{95CEE22F-294E-4D2E-B9CB-784DC060F7AD}" destId="{6D4543C4-1850-4CD9-A7F3-056DF1FB5611}" srcOrd="1" destOrd="0" parTransId="{36B5F7CA-9F64-4FFA-A7C8-196C42E93986}" sibTransId="{CB5E9B63-F99A-4A3A-A1D6-49FE496E6B61}"/>
    <dgm:cxn modelId="{9F7E5018-6295-4305-BF72-D42267AD4751}" type="presOf" srcId="{968C1E63-0131-4B05-84D0-B4737C4FDC88}" destId="{3421162A-D218-45BB-BF46-EB893897CD16}" srcOrd="0" destOrd="0" presId="urn:microsoft.com/office/officeart/2005/8/layout/hierarchy6"/>
    <dgm:cxn modelId="{E194E41A-8D87-4360-BF8B-A78071259379}" type="presOf" srcId="{785FEA35-A458-49F8-84F1-AD8D498F6627}" destId="{00693EE9-2695-4745-BD2D-BD227DBD3A42}" srcOrd="0" destOrd="0" presId="urn:microsoft.com/office/officeart/2005/8/layout/hierarchy6"/>
    <dgm:cxn modelId="{F079611B-4F6B-4D8D-8EC8-618BC2FCC8A3}" type="presOf" srcId="{193747C6-6424-4BB1-A94E-8C5B92F0FD51}" destId="{11952A07-DBDC-42E4-AAF8-51B99F7D3347}" srcOrd="0" destOrd="0" presId="urn:microsoft.com/office/officeart/2005/8/layout/hierarchy6"/>
    <dgm:cxn modelId="{4E1FEE20-E792-471F-A7D8-3878B024CEAC}" srcId="{EFA170ED-114B-4C52-A1B9-850180829C62}" destId="{53F024D0-F2E7-451D-BC84-753EF7BC5BD6}" srcOrd="1" destOrd="0" parTransId="{0097C7E8-37BE-4333-8C4F-93C2CF873137}" sibTransId="{F9F91529-AC03-4568-8BCA-173285F861F8}"/>
    <dgm:cxn modelId="{B0A3592B-74F9-44B2-81E2-F17D37387EBB}" type="presOf" srcId="{B6F1B484-A920-4008-8FCD-3F0C123A1B4B}" destId="{F7C231F5-C648-49B4-B8B2-D1A83C3550C6}" srcOrd="0" destOrd="0" presId="urn:microsoft.com/office/officeart/2005/8/layout/hierarchy6"/>
    <dgm:cxn modelId="{568A9F31-7F63-4A09-B4A9-CAE1C1A3EAAC}" type="presOf" srcId="{00CDCEC9-1259-4976-A798-50171C0CD098}" destId="{C2AD0EE9-5245-4A16-8814-B573A7E7083F}" srcOrd="0" destOrd="0" presId="urn:microsoft.com/office/officeart/2005/8/layout/hierarchy6"/>
    <dgm:cxn modelId="{EC337A39-DB1E-43FE-95C1-B79CE3CB2C1E}" type="presOf" srcId="{A03A239D-DF6E-4121-BB73-085E32A8F233}" destId="{0977C60E-3BA1-4089-AC06-9A3D6BC5F3B0}" srcOrd="0" destOrd="0" presId="urn:microsoft.com/office/officeart/2005/8/layout/hierarchy6"/>
    <dgm:cxn modelId="{CC057D3C-F6CF-4F9D-9442-8F82259E3DA0}" srcId="{785FEA35-A458-49F8-84F1-AD8D498F6627}" destId="{95CEE22F-294E-4D2E-B9CB-784DC060F7AD}" srcOrd="0" destOrd="0" parTransId="{9E0D56C7-407C-4208-A452-F5E732C20B73}" sibTransId="{773A9425-4A6F-4C7D-9808-F7F868C0271C}"/>
    <dgm:cxn modelId="{5817E73C-1756-4A57-BAC9-02D38C4C867C}" srcId="{50835BA4-CC14-438F-9615-52C2E440A160}" destId="{193747C6-6424-4BB1-A94E-8C5B92F0FD51}" srcOrd="0" destOrd="0" parTransId="{C6FD1E74-6594-4E7C-8C23-6CB7FC67EFA6}" sibTransId="{31031EC0-6B88-43BB-A068-0D35EDBF8CCB}"/>
    <dgm:cxn modelId="{D55FF25F-FC1B-4E96-B50F-315F29752301}" srcId="{785FEA35-A458-49F8-84F1-AD8D498F6627}" destId="{50835BA4-CC14-438F-9615-52C2E440A160}" srcOrd="1" destOrd="0" parTransId="{00CDCEC9-1259-4976-A798-50171C0CD098}" sibTransId="{C30F1643-D97D-4176-98A3-6ED8B4D0F8C3}"/>
    <dgm:cxn modelId="{5F77FB58-1E24-4FFB-B45B-E624C888612D}" srcId="{95CEE22F-294E-4D2E-B9CB-784DC060F7AD}" destId="{61511AED-8113-47DB-A8B2-285F051FA41A}" srcOrd="0" destOrd="0" parTransId="{0274626C-16D3-4CDD-B46A-76D26BDBF959}" sibTransId="{887005C8-3AB8-4CB5-8836-5842C64E517E}"/>
    <dgm:cxn modelId="{F592337C-23C8-480B-A3E0-9D2C3E164F2E}" type="presOf" srcId="{61511AED-8113-47DB-A8B2-285F051FA41A}" destId="{D9191D8F-93D5-41DF-9FB9-BFFA16604363}" srcOrd="0" destOrd="0" presId="urn:microsoft.com/office/officeart/2005/8/layout/hierarchy6"/>
    <dgm:cxn modelId="{E71DF684-C2A5-472D-B4E8-25487C8161DF}" type="presOf" srcId="{0274626C-16D3-4CDD-B46A-76D26BDBF959}" destId="{CACCA18F-8929-4CC3-BEF8-E8903F21B110}" srcOrd="0" destOrd="0" presId="urn:microsoft.com/office/officeart/2005/8/layout/hierarchy6"/>
    <dgm:cxn modelId="{B7A7A489-3218-4ED3-A68E-82482FD30F52}" type="presOf" srcId="{9E6C2EA2-0EB9-43AF-BBF6-0A4AEB82F496}" destId="{FCD13E9D-2083-4D6B-B5EC-D93DBD91068D}" srcOrd="0" destOrd="0" presId="urn:microsoft.com/office/officeart/2005/8/layout/hierarchy6"/>
    <dgm:cxn modelId="{3CEAD38E-BE52-4BA9-AD69-CB349741ED73}" srcId="{50835BA4-CC14-438F-9615-52C2E440A160}" destId="{0BC09B3D-48E9-4160-8C00-ECCE59F38EA7}" srcOrd="1" destOrd="0" parTransId="{B6F1B484-A920-4008-8FCD-3F0C123A1B4B}" sibTransId="{77D7DA2A-4E68-48F3-8D8B-03FF760C9FA0}"/>
    <dgm:cxn modelId="{ACAE1392-0F1B-43C3-9693-844613C99DD9}" type="presOf" srcId="{0097C7E8-37BE-4333-8C4F-93C2CF873137}" destId="{B25E3B4F-E139-43AF-8811-A50D1AEB60BA}" srcOrd="0" destOrd="0" presId="urn:microsoft.com/office/officeart/2005/8/layout/hierarchy6"/>
    <dgm:cxn modelId="{AEFBFA92-DC8F-45ED-8500-477FA89F3C32}" srcId="{968C1E63-0131-4B05-84D0-B4737C4FDC88}" destId="{785FEA35-A458-49F8-84F1-AD8D498F6627}" srcOrd="0" destOrd="0" parTransId="{862F0F1F-8DA2-4714-AB4F-4F8046D9193F}" sibTransId="{7311744B-C985-4BC9-8307-A2D42140D8DD}"/>
    <dgm:cxn modelId="{5CADCC96-1AE5-4A68-95EF-3280D772FF19}" type="presOf" srcId="{40170883-1FF8-4E75-9857-CD5D54720641}" destId="{119F338C-739F-4CF2-B1B4-D4E763C4552B}" srcOrd="0" destOrd="0" presId="urn:microsoft.com/office/officeart/2005/8/layout/hierarchy6"/>
    <dgm:cxn modelId="{86CF5C9D-8564-4189-BB72-CCFB963A06EB}" type="presOf" srcId="{9E0D56C7-407C-4208-A452-F5E732C20B73}" destId="{60D17914-377C-4664-AF80-F2B03863439B}" srcOrd="0" destOrd="0" presId="urn:microsoft.com/office/officeart/2005/8/layout/hierarchy6"/>
    <dgm:cxn modelId="{29A38EA4-4E74-44B1-A955-2B7573279731}" type="presOf" srcId="{6D4543C4-1850-4CD9-A7F3-056DF1FB5611}" destId="{007664BF-D8FF-4D4B-ABBE-A68B843C3E30}" srcOrd="0" destOrd="0" presId="urn:microsoft.com/office/officeart/2005/8/layout/hierarchy6"/>
    <dgm:cxn modelId="{D2009BCB-92F2-4748-A5CA-9380C2F43D69}" srcId="{968C1E63-0131-4B05-84D0-B4737C4FDC88}" destId="{EFA170ED-114B-4C52-A1B9-850180829C62}" srcOrd="1" destOrd="0" parTransId="{55A49C76-3DAD-4AAF-97F1-306964812C00}" sibTransId="{2B93F6AE-1844-418B-856F-53A906D4EB96}"/>
    <dgm:cxn modelId="{27F034CC-4FC4-4B9F-8800-DEDA4687F40F}" type="presOf" srcId="{C6FD1E74-6594-4E7C-8C23-6CB7FC67EFA6}" destId="{C59A946A-0810-4782-99EE-5AA18399E4FD}" srcOrd="0" destOrd="0" presId="urn:microsoft.com/office/officeart/2005/8/layout/hierarchy6"/>
    <dgm:cxn modelId="{4E8DDBD7-C134-4F4E-A273-55254E8D887A}" type="presOf" srcId="{36B5F7CA-9F64-4FFA-A7C8-196C42E93986}" destId="{27857633-8797-49F9-B30C-865041B34AFC}" srcOrd="0" destOrd="0" presId="urn:microsoft.com/office/officeart/2005/8/layout/hierarchy6"/>
    <dgm:cxn modelId="{44A5FDDB-D1DE-4896-8861-336D59D035C0}" type="presOf" srcId="{53F024D0-F2E7-451D-BC84-753EF7BC5BD6}" destId="{97EC3096-0550-444F-AC95-617192243137}" srcOrd="0" destOrd="0" presId="urn:microsoft.com/office/officeart/2005/8/layout/hierarchy6"/>
    <dgm:cxn modelId="{919F39E9-C813-4084-90BD-BE6F37218389}" type="presOf" srcId="{55A49C76-3DAD-4AAF-97F1-306964812C00}" destId="{77E45A8D-9CBF-46BE-A011-C9C9EA6D9A95}" srcOrd="0" destOrd="0" presId="urn:microsoft.com/office/officeart/2005/8/layout/hierarchy6"/>
    <dgm:cxn modelId="{C15C03F4-2246-4145-B5E7-9E2FBB0ACA79}" srcId="{EFA170ED-114B-4C52-A1B9-850180829C62}" destId="{40170883-1FF8-4E75-9857-CD5D54720641}" srcOrd="0" destOrd="0" parTransId="{A03A239D-DF6E-4121-BB73-085E32A8F233}" sibTransId="{64AB7CE0-73EE-41B2-9344-4EBA07A13EE1}"/>
    <dgm:cxn modelId="{12B9C0F4-1A5D-4D87-880C-10A0EE770C65}" type="presOf" srcId="{95CEE22F-294E-4D2E-B9CB-784DC060F7AD}" destId="{9F512629-9091-4289-A0CC-6C084ABB8213}" srcOrd="0" destOrd="0" presId="urn:microsoft.com/office/officeart/2005/8/layout/hierarchy6"/>
    <dgm:cxn modelId="{B8CEBECA-01CA-41AD-B3F5-B6D3A9DD22D0}" type="presParOf" srcId="{FCD13E9D-2083-4D6B-B5EC-D93DBD91068D}" destId="{B84F840C-69DC-4F4C-9847-39A5B3FD114B}" srcOrd="0" destOrd="0" presId="urn:microsoft.com/office/officeart/2005/8/layout/hierarchy6"/>
    <dgm:cxn modelId="{B04BA2E3-D79E-4C0B-9391-F44814E0450B}" type="presParOf" srcId="{B84F840C-69DC-4F4C-9847-39A5B3FD114B}" destId="{ACF76D91-5D84-492D-885C-69C656137291}" srcOrd="0" destOrd="0" presId="urn:microsoft.com/office/officeart/2005/8/layout/hierarchy6"/>
    <dgm:cxn modelId="{EC33B258-731F-41A2-B94B-17CFF9EE2B86}" type="presParOf" srcId="{ACF76D91-5D84-492D-885C-69C656137291}" destId="{327818E2-FB45-4FCA-BEDA-A3E522A14CCC}" srcOrd="0" destOrd="0" presId="urn:microsoft.com/office/officeart/2005/8/layout/hierarchy6"/>
    <dgm:cxn modelId="{5A912B7E-1189-47F6-9A6D-A7A8EAB3F001}" type="presParOf" srcId="{327818E2-FB45-4FCA-BEDA-A3E522A14CCC}" destId="{3421162A-D218-45BB-BF46-EB893897CD16}" srcOrd="0" destOrd="0" presId="urn:microsoft.com/office/officeart/2005/8/layout/hierarchy6"/>
    <dgm:cxn modelId="{6545FC35-23B3-4C38-AFD7-6CC41F943F90}" type="presParOf" srcId="{327818E2-FB45-4FCA-BEDA-A3E522A14CCC}" destId="{B1DD3BBF-AC3B-4C43-BA56-A8A8788C22EE}" srcOrd="1" destOrd="0" presId="urn:microsoft.com/office/officeart/2005/8/layout/hierarchy6"/>
    <dgm:cxn modelId="{3A55D8D7-3E43-45B6-9A58-47AFC962AC27}" type="presParOf" srcId="{B1DD3BBF-AC3B-4C43-BA56-A8A8788C22EE}" destId="{F0B291BF-FE4A-42AC-8A6C-7706B04780EB}" srcOrd="0" destOrd="0" presId="urn:microsoft.com/office/officeart/2005/8/layout/hierarchy6"/>
    <dgm:cxn modelId="{6D0B3D0A-E40A-49C0-A067-3A8C89859305}" type="presParOf" srcId="{B1DD3BBF-AC3B-4C43-BA56-A8A8788C22EE}" destId="{9E881BBE-E553-4C48-8F8C-A0C7843E72F6}" srcOrd="1" destOrd="0" presId="urn:microsoft.com/office/officeart/2005/8/layout/hierarchy6"/>
    <dgm:cxn modelId="{42020814-4669-4B59-B92C-0F55899E51B1}" type="presParOf" srcId="{9E881BBE-E553-4C48-8F8C-A0C7843E72F6}" destId="{00693EE9-2695-4745-BD2D-BD227DBD3A42}" srcOrd="0" destOrd="0" presId="urn:microsoft.com/office/officeart/2005/8/layout/hierarchy6"/>
    <dgm:cxn modelId="{0CB1FA91-1FC4-43B0-8801-A9D3BCA5F15F}" type="presParOf" srcId="{9E881BBE-E553-4C48-8F8C-A0C7843E72F6}" destId="{6376326A-2D1B-46E1-99F8-5908B9E7A7D8}" srcOrd="1" destOrd="0" presId="urn:microsoft.com/office/officeart/2005/8/layout/hierarchy6"/>
    <dgm:cxn modelId="{C7B3DAE6-A065-4A7D-9261-309E5A3CFECF}" type="presParOf" srcId="{6376326A-2D1B-46E1-99F8-5908B9E7A7D8}" destId="{60D17914-377C-4664-AF80-F2B03863439B}" srcOrd="0" destOrd="0" presId="urn:microsoft.com/office/officeart/2005/8/layout/hierarchy6"/>
    <dgm:cxn modelId="{C96CB0B5-127E-43F9-A102-E7E46404365C}" type="presParOf" srcId="{6376326A-2D1B-46E1-99F8-5908B9E7A7D8}" destId="{96152FA2-1333-4DD1-913C-851FD508FD32}" srcOrd="1" destOrd="0" presId="urn:microsoft.com/office/officeart/2005/8/layout/hierarchy6"/>
    <dgm:cxn modelId="{92C90801-94A0-4EA0-B3A5-D8DC04896585}" type="presParOf" srcId="{96152FA2-1333-4DD1-913C-851FD508FD32}" destId="{9F512629-9091-4289-A0CC-6C084ABB8213}" srcOrd="0" destOrd="0" presId="urn:microsoft.com/office/officeart/2005/8/layout/hierarchy6"/>
    <dgm:cxn modelId="{295E98ED-1426-44B3-AC00-893A3770994E}" type="presParOf" srcId="{96152FA2-1333-4DD1-913C-851FD508FD32}" destId="{4B328620-3892-4226-BA24-47A3C7A8E84F}" srcOrd="1" destOrd="0" presId="urn:microsoft.com/office/officeart/2005/8/layout/hierarchy6"/>
    <dgm:cxn modelId="{0DE6CA97-F8C4-45C4-A1B1-00C0C9EA560B}" type="presParOf" srcId="{4B328620-3892-4226-BA24-47A3C7A8E84F}" destId="{CACCA18F-8929-4CC3-BEF8-E8903F21B110}" srcOrd="0" destOrd="0" presId="urn:microsoft.com/office/officeart/2005/8/layout/hierarchy6"/>
    <dgm:cxn modelId="{49B45D22-D6E5-4D2B-8E88-18D73386C9E0}" type="presParOf" srcId="{4B328620-3892-4226-BA24-47A3C7A8E84F}" destId="{3ADB5B9B-4958-4954-B4FB-2FDDA649D486}" srcOrd="1" destOrd="0" presId="urn:microsoft.com/office/officeart/2005/8/layout/hierarchy6"/>
    <dgm:cxn modelId="{CCD11FF9-22F1-457C-AF04-5920419508C7}" type="presParOf" srcId="{3ADB5B9B-4958-4954-B4FB-2FDDA649D486}" destId="{D9191D8F-93D5-41DF-9FB9-BFFA16604363}" srcOrd="0" destOrd="0" presId="urn:microsoft.com/office/officeart/2005/8/layout/hierarchy6"/>
    <dgm:cxn modelId="{A11F73CD-0CEA-4BA2-848D-494AA93C27D6}" type="presParOf" srcId="{3ADB5B9B-4958-4954-B4FB-2FDDA649D486}" destId="{998ADDE7-74F0-4E70-972E-8E5CCA8064F0}" srcOrd="1" destOrd="0" presId="urn:microsoft.com/office/officeart/2005/8/layout/hierarchy6"/>
    <dgm:cxn modelId="{E0A351AD-27E7-4402-91AD-581E263EFFDD}" type="presParOf" srcId="{4B328620-3892-4226-BA24-47A3C7A8E84F}" destId="{27857633-8797-49F9-B30C-865041B34AFC}" srcOrd="2" destOrd="0" presId="urn:microsoft.com/office/officeart/2005/8/layout/hierarchy6"/>
    <dgm:cxn modelId="{D669A13D-4B69-4E5A-AE7E-EB5C9A984EF6}" type="presParOf" srcId="{4B328620-3892-4226-BA24-47A3C7A8E84F}" destId="{26B60292-45B2-4F9D-B075-69A535ECF31C}" srcOrd="3" destOrd="0" presId="urn:microsoft.com/office/officeart/2005/8/layout/hierarchy6"/>
    <dgm:cxn modelId="{28F61EF6-7477-4DE5-B49E-BE3ED5FF6D04}" type="presParOf" srcId="{26B60292-45B2-4F9D-B075-69A535ECF31C}" destId="{007664BF-D8FF-4D4B-ABBE-A68B843C3E30}" srcOrd="0" destOrd="0" presId="urn:microsoft.com/office/officeart/2005/8/layout/hierarchy6"/>
    <dgm:cxn modelId="{9FC44017-A64B-4716-B6BA-4B282666DD95}" type="presParOf" srcId="{26B60292-45B2-4F9D-B075-69A535ECF31C}" destId="{26D66703-71E7-49EC-9DD5-32C6CF05DA92}" srcOrd="1" destOrd="0" presId="urn:microsoft.com/office/officeart/2005/8/layout/hierarchy6"/>
    <dgm:cxn modelId="{180329BA-4CAD-4B7E-B947-9DBD239F5041}" type="presParOf" srcId="{6376326A-2D1B-46E1-99F8-5908B9E7A7D8}" destId="{C2AD0EE9-5245-4A16-8814-B573A7E7083F}" srcOrd="2" destOrd="0" presId="urn:microsoft.com/office/officeart/2005/8/layout/hierarchy6"/>
    <dgm:cxn modelId="{E146FDBD-B7B2-4387-B4D5-544E2B284BFA}" type="presParOf" srcId="{6376326A-2D1B-46E1-99F8-5908B9E7A7D8}" destId="{C4717975-768A-435F-98B4-A987CE9C1DAB}" srcOrd="3" destOrd="0" presId="urn:microsoft.com/office/officeart/2005/8/layout/hierarchy6"/>
    <dgm:cxn modelId="{10CFFA62-55AE-488D-A9CA-9E025EC0FC87}" type="presParOf" srcId="{C4717975-768A-435F-98B4-A987CE9C1DAB}" destId="{6456920C-B706-4FCA-ACF7-32EB3A7C477F}" srcOrd="0" destOrd="0" presId="urn:microsoft.com/office/officeart/2005/8/layout/hierarchy6"/>
    <dgm:cxn modelId="{56CBCB94-646C-49D1-B5C2-756993EDDBBB}" type="presParOf" srcId="{C4717975-768A-435F-98B4-A987CE9C1DAB}" destId="{AC7AC821-872D-4397-945C-163B8E704E05}" srcOrd="1" destOrd="0" presId="urn:microsoft.com/office/officeart/2005/8/layout/hierarchy6"/>
    <dgm:cxn modelId="{EB32F640-DEEE-4C84-B97C-510CE81893F9}" type="presParOf" srcId="{AC7AC821-872D-4397-945C-163B8E704E05}" destId="{C59A946A-0810-4782-99EE-5AA18399E4FD}" srcOrd="0" destOrd="0" presId="urn:microsoft.com/office/officeart/2005/8/layout/hierarchy6"/>
    <dgm:cxn modelId="{C4D9CACB-1D55-43F5-9A42-C04FFFCF8F28}" type="presParOf" srcId="{AC7AC821-872D-4397-945C-163B8E704E05}" destId="{869C5EAD-DD86-4EE4-A3FD-D82F51D029AC}" srcOrd="1" destOrd="0" presId="urn:microsoft.com/office/officeart/2005/8/layout/hierarchy6"/>
    <dgm:cxn modelId="{69B63865-F7C5-4860-B17A-CB722E3C6FA1}" type="presParOf" srcId="{869C5EAD-DD86-4EE4-A3FD-D82F51D029AC}" destId="{11952A07-DBDC-42E4-AAF8-51B99F7D3347}" srcOrd="0" destOrd="0" presId="urn:microsoft.com/office/officeart/2005/8/layout/hierarchy6"/>
    <dgm:cxn modelId="{D6F970A8-71B0-4E9F-995C-24CF12F06CA7}" type="presParOf" srcId="{869C5EAD-DD86-4EE4-A3FD-D82F51D029AC}" destId="{D3B533E8-5EAF-45B9-B48A-6A0438F1DD0F}" srcOrd="1" destOrd="0" presId="urn:microsoft.com/office/officeart/2005/8/layout/hierarchy6"/>
    <dgm:cxn modelId="{642835FB-591B-4247-B6BD-D8EEBB4C3B68}" type="presParOf" srcId="{AC7AC821-872D-4397-945C-163B8E704E05}" destId="{F7C231F5-C648-49B4-B8B2-D1A83C3550C6}" srcOrd="2" destOrd="0" presId="urn:microsoft.com/office/officeart/2005/8/layout/hierarchy6"/>
    <dgm:cxn modelId="{FA054120-80EA-46B9-B432-EAFF8EE11979}" type="presParOf" srcId="{AC7AC821-872D-4397-945C-163B8E704E05}" destId="{38330B2B-51F0-411A-A2F7-8FB2ACAF9A4E}" srcOrd="3" destOrd="0" presId="urn:microsoft.com/office/officeart/2005/8/layout/hierarchy6"/>
    <dgm:cxn modelId="{A3A8FC39-212F-4AD4-BCCB-F6B40156321F}" type="presParOf" srcId="{38330B2B-51F0-411A-A2F7-8FB2ACAF9A4E}" destId="{D96090C3-30D8-4BF5-887C-1B9E57813E6D}" srcOrd="0" destOrd="0" presId="urn:microsoft.com/office/officeart/2005/8/layout/hierarchy6"/>
    <dgm:cxn modelId="{1B7DB120-4F79-4124-A24C-02033357F9B2}" type="presParOf" srcId="{38330B2B-51F0-411A-A2F7-8FB2ACAF9A4E}" destId="{8A25EBB4-A858-4B37-A965-B12A9573C078}" srcOrd="1" destOrd="0" presId="urn:microsoft.com/office/officeart/2005/8/layout/hierarchy6"/>
    <dgm:cxn modelId="{50D638CF-5493-4A0A-A600-37BCC1F11BCC}" type="presParOf" srcId="{B1DD3BBF-AC3B-4C43-BA56-A8A8788C22EE}" destId="{77E45A8D-9CBF-46BE-A011-C9C9EA6D9A95}" srcOrd="2" destOrd="0" presId="urn:microsoft.com/office/officeart/2005/8/layout/hierarchy6"/>
    <dgm:cxn modelId="{EBA29AD5-D83F-4845-AD5C-DC4DDADD7E52}" type="presParOf" srcId="{B1DD3BBF-AC3B-4C43-BA56-A8A8788C22EE}" destId="{CF10A214-B9F2-458E-B832-DBEC00EE5639}" srcOrd="3" destOrd="0" presId="urn:microsoft.com/office/officeart/2005/8/layout/hierarchy6"/>
    <dgm:cxn modelId="{795EF590-6D06-4955-AD3E-B54F9692E6DC}" type="presParOf" srcId="{CF10A214-B9F2-458E-B832-DBEC00EE5639}" destId="{F3968655-0C96-4C85-B6CF-CB1BC9ED4471}" srcOrd="0" destOrd="0" presId="urn:microsoft.com/office/officeart/2005/8/layout/hierarchy6"/>
    <dgm:cxn modelId="{211C589A-CD2E-4D19-8D0D-7D80F8297768}" type="presParOf" srcId="{CF10A214-B9F2-458E-B832-DBEC00EE5639}" destId="{2EAC2F68-05E7-4949-A27F-F1214B16382D}" srcOrd="1" destOrd="0" presId="urn:microsoft.com/office/officeart/2005/8/layout/hierarchy6"/>
    <dgm:cxn modelId="{3F86CFF2-3E5F-4772-981C-26CCE826B547}" type="presParOf" srcId="{2EAC2F68-05E7-4949-A27F-F1214B16382D}" destId="{0977C60E-3BA1-4089-AC06-9A3D6BC5F3B0}" srcOrd="0" destOrd="0" presId="urn:microsoft.com/office/officeart/2005/8/layout/hierarchy6"/>
    <dgm:cxn modelId="{057F3D31-5643-4431-8A19-65374DB4FD34}" type="presParOf" srcId="{2EAC2F68-05E7-4949-A27F-F1214B16382D}" destId="{26B59560-61FF-4151-A3E2-74FB44DFD935}" srcOrd="1" destOrd="0" presId="urn:microsoft.com/office/officeart/2005/8/layout/hierarchy6"/>
    <dgm:cxn modelId="{0E63B1FC-7273-4994-91DB-A37EE11CEC9A}" type="presParOf" srcId="{26B59560-61FF-4151-A3E2-74FB44DFD935}" destId="{119F338C-739F-4CF2-B1B4-D4E763C4552B}" srcOrd="0" destOrd="0" presId="urn:microsoft.com/office/officeart/2005/8/layout/hierarchy6"/>
    <dgm:cxn modelId="{4C1272DF-DC44-44BE-983F-3365AF1378A1}" type="presParOf" srcId="{26B59560-61FF-4151-A3E2-74FB44DFD935}" destId="{24AFB99E-5898-46CA-A9EA-A06F0C8ED23D}" srcOrd="1" destOrd="0" presId="urn:microsoft.com/office/officeart/2005/8/layout/hierarchy6"/>
    <dgm:cxn modelId="{DA17B5D1-97A8-4DFE-8A08-95805647F5A0}" type="presParOf" srcId="{2EAC2F68-05E7-4949-A27F-F1214B16382D}" destId="{B25E3B4F-E139-43AF-8811-A50D1AEB60BA}" srcOrd="2" destOrd="0" presId="urn:microsoft.com/office/officeart/2005/8/layout/hierarchy6"/>
    <dgm:cxn modelId="{62C91FC2-EC54-4BE3-A98F-E21D45846DC7}" type="presParOf" srcId="{2EAC2F68-05E7-4949-A27F-F1214B16382D}" destId="{207E50A0-A3EF-4FF3-B102-7E8BA1884BB0}" srcOrd="3" destOrd="0" presId="urn:microsoft.com/office/officeart/2005/8/layout/hierarchy6"/>
    <dgm:cxn modelId="{A55A6E07-649C-439B-92C7-245A6631F84F}" type="presParOf" srcId="{207E50A0-A3EF-4FF3-B102-7E8BA1884BB0}" destId="{97EC3096-0550-444F-AC95-617192243137}" srcOrd="0" destOrd="0" presId="urn:microsoft.com/office/officeart/2005/8/layout/hierarchy6"/>
    <dgm:cxn modelId="{51D1AD9D-9068-47DE-8F99-EA8B1BF1014F}" type="presParOf" srcId="{207E50A0-A3EF-4FF3-B102-7E8BA1884BB0}" destId="{512A476A-8CE5-4012-8510-166E145B5ECF}" srcOrd="1" destOrd="0" presId="urn:microsoft.com/office/officeart/2005/8/layout/hierarchy6"/>
    <dgm:cxn modelId="{01EF957D-EDB6-4476-9005-233174FBC5F9}" type="presParOf" srcId="{FCD13E9D-2083-4D6B-B5EC-D93DBD91068D}" destId="{3B598392-CEE4-401B-8D39-337943B7B28A}"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E6C2EA2-0EB9-43AF-BBF6-0A4AEB82F496}" type="doc">
      <dgm:prSet loTypeId="urn:microsoft.com/office/officeart/2005/8/layout/hierarchy6" loCatId="hierarchy" qsTypeId="urn:microsoft.com/office/officeart/2005/8/quickstyle/simple1" qsCatId="simple" csTypeId="urn:microsoft.com/office/officeart/2005/8/colors/accent3_3" csCatId="accent3" phldr="1"/>
      <dgm:spPr/>
      <dgm:t>
        <a:bodyPr/>
        <a:lstStyle/>
        <a:p>
          <a:endParaRPr lang="en-US"/>
        </a:p>
      </dgm:t>
    </dgm:pt>
    <dgm:pt modelId="{968C1E63-0131-4B05-84D0-B4737C4FDC88}">
      <dgm:prSet phldrT="[Text]"/>
      <dgm:spPr/>
      <dgm:t>
        <a:bodyPr/>
        <a:lstStyle/>
        <a:p>
          <a:r>
            <a:rPr lang="en-US" dirty="0"/>
            <a:t>Complete, Not Full</a:t>
          </a:r>
        </a:p>
      </dgm:t>
    </dgm:pt>
    <dgm:pt modelId="{7EDA1A3E-F325-4F15-91D6-64736CB02C5C}" type="parTrans" cxnId="{7668630D-0B5D-4FFD-9A76-D6EEAE241516}">
      <dgm:prSet/>
      <dgm:spPr/>
      <dgm:t>
        <a:bodyPr/>
        <a:lstStyle/>
        <a:p>
          <a:endParaRPr lang="en-US"/>
        </a:p>
      </dgm:t>
    </dgm:pt>
    <dgm:pt modelId="{67BE3E78-76E3-4065-A5AD-495616E20DCE}" type="sibTrans" cxnId="{7668630D-0B5D-4FFD-9A76-D6EEAE241516}">
      <dgm:prSet/>
      <dgm:spPr/>
      <dgm:t>
        <a:bodyPr/>
        <a:lstStyle/>
        <a:p>
          <a:endParaRPr lang="en-US"/>
        </a:p>
      </dgm:t>
    </dgm:pt>
    <dgm:pt modelId="{785FEA35-A458-49F8-84F1-AD8D498F6627}">
      <dgm:prSet phldrT="[Text]"/>
      <dgm:spPr/>
      <dgm:t>
        <a:bodyPr/>
        <a:lstStyle/>
        <a:p>
          <a:r>
            <a:rPr lang="en-US" dirty="0"/>
            <a:t>1</a:t>
          </a:r>
        </a:p>
      </dgm:t>
    </dgm:pt>
    <dgm:pt modelId="{862F0F1F-8DA2-4714-AB4F-4F8046D9193F}" type="parTrans" cxnId="{AEFBFA92-DC8F-45ED-8500-477FA89F3C32}">
      <dgm:prSet/>
      <dgm:spPr/>
      <dgm:t>
        <a:bodyPr/>
        <a:lstStyle/>
        <a:p>
          <a:endParaRPr lang="en-US"/>
        </a:p>
      </dgm:t>
    </dgm:pt>
    <dgm:pt modelId="{7311744B-C985-4BC9-8307-A2D42140D8DD}" type="sibTrans" cxnId="{AEFBFA92-DC8F-45ED-8500-477FA89F3C32}">
      <dgm:prSet/>
      <dgm:spPr/>
      <dgm:t>
        <a:bodyPr/>
        <a:lstStyle/>
        <a:p>
          <a:endParaRPr lang="en-US"/>
        </a:p>
      </dgm:t>
    </dgm:pt>
    <dgm:pt modelId="{50835BA4-CC14-438F-9615-52C2E440A160}">
      <dgm:prSet phldrT="[Text]"/>
      <dgm:spPr/>
      <dgm:t>
        <a:bodyPr/>
        <a:lstStyle/>
        <a:p>
          <a:r>
            <a:rPr lang="en-US" dirty="0"/>
            <a:t>2</a:t>
          </a:r>
        </a:p>
      </dgm:t>
    </dgm:pt>
    <dgm:pt modelId="{00CDCEC9-1259-4976-A798-50171C0CD098}" type="parTrans" cxnId="{D55FF25F-FC1B-4E96-B50F-315F29752301}">
      <dgm:prSet/>
      <dgm:spPr/>
      <dgm:t>
        <a:bodyPr/>
        <a:lstStyle/>
        <a:p>
          <a:endParaRPr lang="en-US"/>
        </a:p>
      </dgm:t>
    </dgm:pt>
    <dgm:pt modelId="{C30F1643-D97D-4176-98A3-6ED8B4D0F8C3}" type="sibTrans" cxnId="{D55FF25F-FC1B-4E96-B50F-315F29752301}">
      <dgm:prSet/>
      <dgm:spPr/>
      <dgm:t>
        <a:bodyPr/>
        <a:lstStyle/>
        <a:p>
          <a:endParaRPr lang="en-US"/>
        </a:p>
      </dgm:t>
    </dgm:pt>
    <dgm:pt modelId="{61511AED-8113-47DB-A8B2-285F051FA41A}">
      <dgm:prSet phldrT="[Text]"/>
      <dgm:spPr/>
      <dgm:t>
        <a:bodyPr/>
        <a:lstStyle/>
        <a:p>
          <a:r>
            <a:rPr lang="en-US" dirty="0"/>
            <a:t>1.1</a:t>
          </a:r>
        </a:p>
      </dgm:t>
    </dgm:pt>
    <dgm:pt modelId="{0274626C-16D3-4CDD-B46A-76D26BDBF959}" type="parTrans" cxnId="{5F77FB58-1E24-4FFB-B45B-E624C888612D}">
      <dgm:prSet/>
      <dgm:spPr/>
      <dgm:t>
        <a:bodyPr/>
        <a:lstStyle/>
        <a:p>
          <a:endParaRPr lang="en-US"/>
        </a:p>
      </dgm:t>
    </dgm:pt>
    <dgm:pt modelId="{887005C8-3AB8-4CB5-8836-5842C64E517E}" type="sibTrans" cxnId="{5F77FB58-1E24-4FFB-B45B-E624C888612D}">
      <dgm:prSet/>
      <dgm:spPr/>
      <dgm:t>
        <a:bodyPr/>
        <a:lstStyle/>
        <a:p>
          <a:endParaRPr lang="en-US"/>
        </a:p>
      </dgm:t>
    </dgm:pt>
    <dgm:pt modelId="{6D4543C4-1850-4CD9-A7F3-056DF1FB5611}">
      <dgm:prSet phldrT="[Text]"/>
      <dgm:spPr/>
      <dgm:t>
        <a:bodyPr/>
        <a:lstStyle/>
        <a:p>
          <a:r>
            <a:rPr lang="en-US" dirty="0"/>
            <a:t>1.2</a:t>
          </a:r>
        </a:p>
      </dgm:t>
    </dgm:pt>
    <dgm:pt modelId="{36B5F7CA-9F64-4FFA-A7C8-196C42E93986}" type="parTrans" cxnId="{48A31B0E-7D60-4DB0-AD2B-31BA9D409498}">
      <dgm:prSet/>
      <dgm:spPr/>
      <dgm:t>
        <a:bodyPr/>
        <a:lstStyle/>
        <a:p>
          <a:endParaRPr lang="en-US"/>
        </a:p>
      </dgm:t>
    </dgm:pt>
    <dgm:pt modelId="{CB5E9B63-F99A-4A3A-A1D6-49FE496E6B61}" type="sibTrans" cxnId="{48A31B0E-7D60-4DB0-AD2B-31BA9D409498}">
      <dgm:prSet/>
      <dgm:spPr/>
      <dgm:t>
        <a:bodyPr/>
        <a:lstStyle/>
        <a:p>
          <a:endParaRPr lang="en-US"/>
        </a:p>
      </dgm:t>
    </dgm:pt>
    <dgm:pt modelId="{4E64FD7E-13E3-4645-87D5-DD09F4D97213}">
      <dgm:prSet phldrT="[Text]"/>
      <dgm:spPr/>
      <dgm:t>
        <a:bodyPr/>
        <a:lstStyle/>
        <a:p>
          <a:r>
            <a:rPr lang="en-US" dirty="0"/>
            <a:t>2.1</a:t>
          </a:r>
        </a:p>
      </dgm:t>
    </dgm:pt>
    <dgm:pt modelId="{C7BE340A-4DBD-4A1C-B4BF-1DDE048863ED}" type="parTrans" cxnId="{243F3408-76D6-456F-81F7-7C31C22EBCFE}">
      <dgm:prSet/>
      <dgm:spPr/>
      <dgm:t>
        <a:bodyPr/>
        <a:lstStyle/>
        <a:p>
          <a:endParaRPr lang="en-US"/>
        </a:p>
      </dgm:t>
    </dgm:pt>
    <dgm:pt modelId="{769B5839-1D7E-4A0C-942B-435C32BC4037}" type="sibTrans" cxnId="{243F3408-76D6-456F-81F7-7C31C22EBCFE}">
      <dgm:prSet/>
      <dgm:spPr/>
      <dgm:t>
        <a:bodyPr/>
        <a:lstStyle/>
        <a:p>
          <a:endParaRPr lang="en-US"/>
        </a:p>
      </dgm:t>
    </dgm:pt>
    <dgm:pt modelId="{D248795F-9059-49E8-9107-2E7D583877D6}">
      <dgm:prSet phldrT="[Text]"/>
      <dgm:spPr/>
      <dgm:t>
        <a:bodyPr/>
        <a:lstStyle/>
        <a:p>
          <a:r>
            <a:rPr lang="en-US" dirty="0"/>
            <a:t>1.1.1</a:t>
          </a:r>
        </a:p>
      </dgm:t>
    </dgm:pt>
    <dgm:pt modelId="{B0833EC4-E8A0-4B4A-930E-2EE692B553EB}" type="parTrans" cxnId="{54AE068A-A31F-491F-AB91-B1A6FF42057F}">
      <dgm:prSet/>
      <dgm:spPr/>
      <dgm:t>
        <a:bodyPr/>
        <a:lstStyle/>
        <a:p>
          <a:endParaRPr lang="en-US"/>
        </a:p>
      </dgm:t>
    </dgm:pt>
    <dgm:pt modelId="{536335F5-958D-4795-A111-7820A9608217}" type="sibTrans" cxnId="{54AE068A-A31F-491F-AB91-B1A6FF42057F}">
      <dgm:prSet/>
      <dgm:spPr/>
      <dgm:t>
        <a:bodyPr/>
        <a:lstStyle/>
        <a:p>
          <a:endParaRPr lang="en-US"/>
        </a:p>
      </dgm:t>
    </dgm:pt>
    <dgm:pt modelId="{FD3F678A-F210-4800-AFCB-CA1CCDBD09BC}">
      <dgm:prSet phldrT="[Text]"/>
      <dgm:spPr/>
      <dgm:t>
        <a:bodyPr/>
        <a:lstStyle/>
        <a:p>
          <a:r>
            <a:rPr lang="en-US" dirty="0"/>
            <a:t>1.1.2</a:t>
          </a:r>
        </a:p>
      </dgm:t>
    </dgm:pt>
    <dgm:pt modelId="{61CDBCDA-58C4-41A6-906A-FEA8CD58282E}" type="parTrans" cxnId="{3C60AAF8-FF32-47D1-9622-E2E5C69596D7}">
      <dgm:prSet/>
      <dgm:spPr/>
      <dgm:t>
        <a:bodyPr/>
        <a:lstStyle/>
        <a:p>
          <a:endParaRPr lang="en-US"/>
        </a:p>
      </dgm:t>
    </dgm:pt>
    <dgm:pt modelId="{67E3D44F-468D-4205-AAD2-76455356691F}" type="sibTrans" cxnId="{3C60AAF8-FF32-47D1-9622-E2E5C69596D7}">
      <dgm:prSet/>
      <dgm:spPr/>
      <dgm:t>
        <a:bodyPr/>
        <a:lstStyle/>
        <a:p>
          <a:endParaRPr lang="en-US"/>
        </a:p>
      </dgm:t>
    </dgm:pt>
    <dgm:pt modelId="{50E79686-F3F2-4878-9AB9-2889163072D9}">
      <dgm:prSet phldrT="[Text]"/>
      <dgm:spPr/>
      <dgm:t>
        <a:bodyPr/>
        <a:lstStyle/>
        <a:p>
          <a:r>
            <a:rPr lang="en-US" dirty="0"/>
            <a:t>1.2.1</a:t>
          </a:r>
        </a:p>
      </dgm:t>
    </dgm:pt>
    <dgm:pt modelId="{E9394771-4985-4C8D-BF75-3DFA4113C9A4}" type="parTrans" cxnId="{E5468880-D452-45CE-9EB4-24D7EA56E15D}">
      <dgm:prSet/>
      <dgm:spPr/>
      <dgm:t>
        <a:bodyPr/>
        <a:lstStyle/>
        <a:p>
          <a:endParaRPr lang="en-US"/>
        </a:p>
      </dgm:t>
    </dgm:pt>
    <dgm:pt modelId="{1DC68FB9-D157-4519-8A19-6FDA6A002672}" type="sibTrans" cxnId="{E5468880-D452-45CE-9EB4-24D7EA56E15D}">
      <dgm:prSet/>
      <dgm:spPr/>
      <dgm:t>
        <a:bodyPr/>
        <a:lstStyle/>
        <a:p>
          <a:endParaRPr lang="en-US"/>
        </a:p>
      </dgm:t>
    </dgm:pt>
    <dgm:pt modelId="{DDE84BAB-D967-4235-BDDE-BBA8EF78DF3E}">
      <dgm:prSet phldrT="[Text]"/>
      <dgm:spPr/>
      <dgm:t>
        <a:bodyPr/>
        <a:lstStyle/>
        <a:p>
          <a:r>
            <a:rPr lang="en-US" dirty="0"/>
            <a:t>1.2.2</a:t>
          </a:r>
        </a:p>
      </dgm:t>
    </dgm:pt>
    <dgm:pt modelId="{60B818B9-7A4F-44F2-86E7-A2F07EA526A6}" type="parTrans" cxnId="{15288D63-6607-4D12-BA8A-63CEAAA54EEF}">
      <dgm:prSet/>
      <dgm:spPr/>
      <dgm:t>
        <a:bodyPr/>
        <a:lstStyle/>
        <a:p>
          <a:endParaRPr lang="en-US"/>
        </a:p>
      </dgm:t>
    </dgm:pt>
    <dgm:pt modelId="{97821110-D8B0-4EEB-B39A-4FE5457F2EEE}" type="sibTrans" cxnId="{15288D63-6607-4D12-BA8A-63CEAAA54EEF}">
      <dgm:prSet/>
      <dgm:spPr/>
      <dgm:t>
        <a:bodyPr/>
        <a:lstStyle/>
        <a:p>
          <a:endParaRPr lang="en-US"/>
        </a:p>
      </dgm:t>
    </dgm:pt>
    <dgm:pt modelId="{7740D002-F7E3-4E6D-B225-3707E791673D}">
      <dgm:prSet phldrT="[Text]"/>
      <dgm:spPr/>
      <dgm:t>
        <a:bodyPr/>
        <a:lstStyle/>
        <a:p>
          <a:r>
            <a:rPr lang="en-US" dirty="0"/>
            <a:t>2.2</a:t>
          </a:r>
        </a:p>
      </dgm:t>
    </dgm:pt>
    <dgm:pt modelId="{E5539AD1-C80B-470A-A20B-796718EBEF25}" type="parTrans" cxnId="{AA8BFE97-71CA-4992-B009-8ED938E932D7}">
      <dgm:prSet/>
      <dgm:spPr/>
      <dgm:t>
        <a:bodyPr/>
        <a:lstStyle/>
        <a:p>
          <a:endParaRPr lang="en-US"/>
        </a:p>
      </dgm:t>
    </dgm:pt>
    <dgm:pt modelId="{2DF0688B-3765-434F-BB2A-948B47DCC58A}" type="sibTrans" cxnId="{AA8BFE97-71CA-4992-B009-8ED938E932D7}">
      <dgm:prSet/>
      <dgm:spPr/>
      <dgm:t>
        <a:bodyPr/>
        <a:lstStyle/>
        <a:p>
          <a:endParaRPr lang="en-US"/>
        </a:p>
      </dgm:t>
    </dgm:pt>
    <dgm:pt modelId="{340D46D1-8E9E-4133-9B50-3ED59A92B57C}">
      <dgm:prSet phldrT="[Text]"/>
      <dgm:spPr/>
      <dgm:t>
        <a:bodyPr/>
        <a:lstStyle/>
        <a:p>
          <a:r>
            <a:rPr lang="en-US" dirty="0"/>
            <a:t>2.1.1</a:t>
          </a:r>
        </a:p>
      </dgm:t>
    </dgm:pt>
    <dgm:pt modelId="{27B52FD6-5E6C-4285-AED9-57038212817E}" type="parTrans" cxnId="{390B9FE6-8353-4F8D-9C8C-4D3FE1CA2480}">
      <dgm:prSet/>
      <dgm:spPr/>
      <dgm:t>
        <a:bodyPr/>
        <a:lstStyle/>
        <a:p>
          <a:endParaRPr lang="en-US"/>
        </a:p>
      </dgm:t>
    </dgm:pt>
    <dgm:pt modelId="{6F2B98E6-A2B0-4CB6-8CDB-013EEF1478ED}" type="sibTrans" cxnId="{390B9FE6-8353-4F8D-9C8C-4D3FE1CA2480}">
      <dgm:prSet/>
      <dgm:spPr/>
      <dgm:t>
        <a:bodyPr/>
        <a:lstStyle/>
        <a:p>
          <a:endParaRPr lang="en-US"/>
        </a:p>
      </dgm:t>
    </dgm:pt>
    <dgm:pt modelId="{FCD13E9D-2083-4D6B-B5EC-D93DBD91068D}" type="pres">
      <dgm:prSet presAssocID="{9E6C2EA2-0EB9-43AF-BBF6-0A4AEB82F496}" presName="mainComposite" presStyleCnt="0">
        <dgm:presLayoutVars>
          <dgm:chPref val="1"/>
          <dgm:dir/>
          <dgm:animOne val="branch"/>
          <dgm:animLvl val="lvl"/>
          <dgm:resizeHandles val="exact"/>
        </dgm:presLayoutVars>
      </dgm:prSet>
      <dgm:spPr/>
    </dgm:pt>
    <dgm:pt modelId="{B84F840C-69DC-4F4C-9847-39A5B3FD114B}" type="pres">
      <dgm:prSet presAssocID="{9E6C2EA2-0EB9-43AF-BBF6-0A4AEB82F496}" presName="hierFlow" presStyleCnt="0"/>
      <dgm:spPr/>
    </dgm:pt>
    <dgm:pt modelId="{ACF76D91-5D84-492D-885C-69C656137291}" type="pres">
      <dgm:prSet presAssocID="{9E6C2EA2-0EB9-43AF-BBF6-0A4AEB82F496}" presName="hierChild1" presStyleCnt="0">
        <dgm:presLayoutVars>
          <dgm:chPref val="1"/>
          <dgm:animOne val="branch"/>
          <dgm:animLvl val="lvl"/>
        </dgm:presLayoutVars>
      </dgm:prSet>
      <dgm:spPr/>
    </dgm:pt>
    <dgm:pt modelId="{327818E2-FB45-4FCA-BEDA-A3E522A14CCC}" type="pres">
      <dgm:prSet presAssocID="{968C1E63-0131-4B05-84D0-B4737C4FDC88}" presName="Name14" presStyleCnt="0"/>
      <dgm:spPr/>
    </dgm:pt>
    <dgm:pt modelId="{3421162A-D218-45BB-BF46-EB893897CD16}" type="pres">
      <dgm:prSet presAssocID="{968C1E63-0131-4B05-84D0-B4737C4FDC88}" presName="level1Shape" presStyleLbl="node0" presStyleIdx="0" presStyleCnt="1" custScaleX="260097">
        <dgm:presLayoutVars>
          <dgm:chPref val="3"/>
        </dgm:presLayoutVars>
      </dgm:prSet>
      <dgm:spPr/>
    </dgm:pt>
    <dgm:pt modelId="{B1DD3BBF-AC3B-4C43-BA56-A8A8788C22EE}" type="pres">
      <dgm:prSet presAssocID="{968C1E63-0131-4B05-84D0-B4737C4FDC88}" presName="hierChild2" presStyleCnt="0"/>
      <dgm:spPr/>
    </dgm:pt>
    <dgm:pt modelId="{F0B291BF-FE4A-42AC-8A6C-7706B04780EB}" type="pres">
      <dgm:prSet presAssocID="{862F0F1F-8DA2-4714-AB4F-4F8046D9193F}" presName="Name19" presStyleLbl="parChTrans1D2" presStyleIdx="0" presStyleCnt="2"/>
      <dgm:spPr/>
    </dgm:pt>
    <dgm:pt modelId="{9E881BBE-E553-4C48-8F8C-A0C7843E72F6}" type="pres">
      <dgm:prSet presAssocID="{785FEA35-A458-49F8-84F1-AD8D498F6627}" presName="Name21" presStyleCnt="0"/>
      <dgm:spPr/>
    </dgm:pt>
    <dgm:pt modelId="{00693EE9-2695-4745-BD2D-BD227DBD3A42}" type="pres">
      <dgm:prSet presAssocID="{785FEA35-A458-49F8-84F1-AD8D498F6627}" presName="level2Shape" presStyleLbl="node2" presStyleIdx="0" presStyleCnt="2"/>
      <dgm:spPr/>
    </dgm:pt>
    <dgm:pt modelId="{6376326A-2D1B-46E1-99F8-5908B9E7A7D8}" type="pres">
      <dgm:prSet presAssocID="{785FEA35-A458-49F8-84F1-AD8D498F6627}" presName="hierChild3" presStyleCnt="0"/>
      <dgm:spPr/>
    </dgm:pt>
    <dgm:pt modelId="{CACCA18F-8929-4CC3-BEF8-E8903F21B110}" type="pres">
      <dgm:prSet presAssocID="{0274626C-16D3-4CDD-B46A-76D26BDBF959}" presName="Name19" presStyleLbl="parChTrans1D3" presStyleIdx="0" presStyleCnt="4"/>
      <dgm:spPr/>
    </dgm:pt>
    <dgm:pt modelId="{3ADB5B9B-4958-4954-B4FB-2FDDA649D486}" type="pres">
      <dgm:prSet presAssocID="{61511AED-8113-47DB-A8B2-285F051FA41A}" presName="Name21" presStyleCnt="0"/>
      <dgm:spPr/>
    </dgm:pt>
    <dgm:pt modelId="{D9191D8F-93D5-41DF-9FB9-BFFA16604363}" type="pres">
      <dgm:prSet presAssocID="{61511AED-8113-47DB-A8B2-285F051FA41A}" presName="level2Shape" presStyleLbl="node3" presStyleIdx="0" presStyleCnt="4"/>
      <dgm:spPr/>
    </dgm:pt>
    <dgm:pt modelId="{998ADDE7-74F0-4E70-972E-8E5CCA8064F0}" type="pres">
      <dgm:prSet presAssocID="{61511AED-8113-47DB-A8B2-285F051FA41A}" presName="hierChild3" presStyleCnt="0"/>
      <dgm:spPr/>
    </dgm:pt>
    <dgm:pt modelId="{0322C684-2FB2-4FA1-AF69-B86A52AD0941}" type="pres">
      <dgm:prSet presAssocID="{B0833EC4-E8A0-4B4A-930E-2EE692B553EB}" presName="Name19" presStyleLbl="parChTrans1D4" presStyleIdx="0" presStyleCnt="5"/>
      <dgm:spPr/>
    </dgm:pt>
    <dgm:pt modelId="{607EA7F8-1AE8-492F-9E7C-02A4DEFB876C}" type="pres">
      <dgm:prSet presAssocID="{D248795F-9059-49E8-9107-2E7D583877D6}" presName="Name21" presStyleCnt="0"/>
      <dgm:spPr/>
    </dgm:pt>
    <dgm:pt modelId="{BCF8A64E-829B-4553-99F4-6CE2D3F10C57}" type="pres">
      <dgm:prSet presAssocID="{D248795F-9059-49E8-9107-2E7D583877D6}" presName="level2Shape" presStyleLbl="node4" presStyleIdx="0" presStyleCnt="5"/>
      <dgm:spPr/>
    </dgm:pt>
    <dgm:pt modelId="{7F6AA5DF-9152-4F49-BABE-FDCC6FB09707}" type="pres">
      <dgm:prSet presAssocID="{D248795F-9059-49E8-9107-2E7D583877D6}" presName="hierChild3" presStyleCnt="0"/>
      <dgm:spPr/>
    </dgm:pt>
    <dgm:pt modelId="{73E9CA52-5BF5-4093-BDD3-0F7C70D5CC2D}" type="pres">
      <dgm:prSet presAssocID="{61CDBCDA-58C4-41A6-906A-FEA8CD58282E}" presName="Name19" presStyleLbl="parChTrans1D4" presStyleIdx="1" presStyleCnt="5"/>
      <dgm:spPr/>
    </dgm:pt>
    <dgm:pt modelId="{D760C8C7-B01D-457F-8AEF-5C7775F690FF}" type="pres">
      <dgm:prSet presAssocID="{FD3F678A-F210-4800-AFCB-CA1CCDBD09BC}" presName="Name21" presStyleCnt="0"/>
      <dgm:spPr/>
    </dgm:pt>
    <dgm:pt modelId="{80A9D004-57D5-41F8-9D08-673BAC01CE18}" type="pres">
      <dgm:prSet presAssocID="{FD3F678A-F210-4800-AFCB-CA1CCDBD09BC}" presName="level2Shape" presStyleLbl="node4" presStyleIdx="1" presStyleCnt="5"/>
      <dgm:spPr/>
    </dgm:pt>
    <dgm:pt modelId="{EF635A37-BCE1-428B-B54F-526B3290790A}" type="pres">
      <dgm:prSet presAssocID="{FD3F678A-F210-4800-AFCB-CA1CCDBD09BC}" presName="hierChild3" presStyleCnt="0"/>
      <dgm:spPr/>
    </dgm:pt>
    <dgm:pt modelId="{27857633-8797-49F9-B30C-865041B34AFC}" type="pres">
      <dgm:prSet presAssocID="{36B5F7CA-9F64-4FFA-A7C8-196C42E93986}" presName="Name19" presStyleLbl="parChTrans1D3" presStyleIdx="1" presStyleCnt="4"/>
      <dgm:spPr/>
    </dgm:pt>
    <dgm:pt modelId="{26B60292-45B2-4F9D-B075-69A535ECF31C}" type="pres">
      <dgm:prSet presAssocID="{6D4543C4-1850-4CD9-A7F3-056DF1FB5611}" presName="Name21" presStyleCnt="0"/>
      <dgm:spPr/>
    </dgm:pt>
    <dgm:pt modelId="{007664BF-D8FF-4D4B-ABBE-A68B843C3E30}" type="pres">
      <dgm:prSet presAssocID="{6D4543C4-1850-4CD9-A7F3-056DF1FB5611}" presName="level2Shape" presStyleLbl="node3" presStyleIdx="1" presStyleCnt="4"/>
      <dgm:spPr/>
    </dgm:pt>
    <dgm:pt modelId="{26D66703-71E7-49EC-9DD5-32C6CF05DA92}" type="pres">
      <dgm:prSet presAssocID="{6D4543C4-1850-4CD9-A7F3-056DF1FB5611}" presName="hierChild3" presStyleCnt="0"/>
      <dgm:spPr/>
    </dgm:pt>
    <dgm:pt modelId="{F041EB5C-BD70-47B7-8DAF-CA244E68991C}" type="pres">
      <dgm:prSet presAssocID="{E9394771-4985-4C8D-BF75-3DFA4113C9A4}" presName="Name19" presStyleLbl="parChTrans1D4" presStyleIdx="2" presStyleCnt="5"/>
      <dgm:spPr/>
    </dgm:pt>
    <dgm:pt modelId="{F8193816-B3EA-45E0-824C-C43ED9243F1B}" type="pres">
      <dgm:prSet presAssocID="{50E79686-F3F2-4878-9AB9-2889163072D9}" presName="Name21" presStyleCnt="0"/>
      <dgm:spPr/>
    </dgm:pt>
    <dgm:pt modelId="{D7174536-AA4A-4AF6-AA9C-05ACA3EFB995}" type="pres">
      <dgm:prSet presAssocID="{50E79686-F3F2-4878-9AB9-2889163072D9}" presName="level2Shape" presStyleLbl="node4" presStyleIdx="2" presStyleCnt="5"/>
      <dgm:spPr/>
    </dgm:pt>
    <dgm:pt modelId="{E8B067E4-02FF-4461-8E79-FB741C37B4CB}" type="pres">
      <dgm:prSet presAssocID="{50E79686-F3F2-4878-9AB9-2889163072D9}" presName="hierChild3" presStyleCnt="0"/>
      <dgm:spPr/>
    </dgm:pt>
    <dgm:pt modelId="{9924F83C-B6B7-4928-9912-FE054EC2E69D}" type="pres">
      <dgm:prSet presAssocID="{60B818B9-7A4F-44F2-86E7-A2F07EA526A6}" presName="Name19" presStyleLbl="parChTrans1D4" presStyleIdx="3" presStyleCnt="5"/>
      <dgm:spPr/>
    </dgm:pt>
    <dgm:pt modelId="{FB410402-6123-4488-B8E1-176D34501252}" type="pres">
      <dgm:prSet presAssocID="{DDE84BAB-D967-4235-BDDE-BBA8EF78DF3E}" presName="Name21" presStyleCnt="0"/>
      <dgm:spPr/>
    </dgm:pt>
    <dgm:pt modelId="{D8383218-CAC0-480B-8C93-0C4C2643DB64}" type="pres">
      <dgm:prSet presAssocID="{DDE84BAB-D967-4235-BDDE-BBA8EF78DF3E}" presName="level2Shape" presStyleLbl="node4" presStyleIdx="3" presStyleCnt="5"/>
      <dgm:spPr/>
    </dgm:pt>
    <dgm:pt modelId="{E08EA869-37F5-4FFB-BC02-656610213FD8}" type="pres">
      <dgm:prSet presAssocID="{DDE84BAB-D967-4235-BDDE-BBA8EF78DF3E}" presName="hierChild3" presStyleCnt="0"/>
      <dgm:spPr/>
    </dgm:pt>
    <dgm:pt modelId="{C2AD0EE9-5245-4A16-8814-B573A7E7083F}" type="pres">
      <dgm:prSet presAssocID="{00CDCEC9-1259-4976-A798-50171C0CD098}" presName="Name19" presStyleLbl="parChTrans1D2" presStyleIdx="1" presStyleCnt="2"/>
      <dgm:spPr/>
    </dgm:pt>
    <dgm:pt modelId="{C4717975-768A-435F-98B4-A987CE9C1DAB}" type="pres">
      <dgm:prSet presAssocID="{50835BA4-CC14-438F-9615-52C2E440A160}" presName="Name21" presStyleCnt="0"/>
      <dgm:spPr/>
    </dgm:pt>
    <dgm:pt modelId="{6456920C-B706-4FCA-ACF7-32EB3A7C477F}" type="pres">
      <dgm:prSet presAssocID="{50835BA4-CC14-438F-9615-52C2E440A160}" presName="level2Shape" presStyleLbl="node2" presStyleIdx="1" presStyleCnt="2"/>
      <dgm:spPr/>
    </dgm:pt>
    <dgm:pt modelId="{AC7AC821-872D-4397-945C-163B8E704E05}" type="pres">
      <dgm:prSet presAssocID="{50835BA4-CC14-438F-9615-52C2E440A160}" presName="hierChild3" presStyleCnt="0"/>
      <dgm:spPr/>
    </dgm:pt>
    <dgm:pt modelId="{5567742C-0492-42C9-9B81-2DF33A0FC56F}" type="pres">
      <dgm:prSet presAssocID="{C7BE340A-4DBD-4A1C-B4BF-1DDE048863ED}" presName="Name19" presStyleLbl="parChTrans1D3" presStyleIdx="2" presStyleCnt="4"/>
      <dgm:spPr/>
    </dgm:pt>
    <dgm:pt modelId="{921B73F1-4D32-431C-8DB1-CDE770018E82}" type="pres">
      <dgm:prSet presAssocID="{4E64FD7E-13E3-4645-87D5-DD09F4D97213}" presName="Name21" presStyleCnt="0"/>
      <dgm:spPr/>
    </dgm:pt>
    <dgm:pt modelId="{2614025F-20AF-4D44-BB06-11FCBAE53EDC}" type="pres">
      <dgm:prSet presAssocID="{4E64FD7E-13E3-4645-87D5-DD09F4D97213}" presName="level2Shape" presStyleLbl="node3" presStyleIdx="2" presStyleCnt="4"/>
      <dgm:spPr/>
    </dgm:pt>
    <dgm:pt modelId="{373A767F-29F9-4339-94BD-554F3D59CE10}" type="pres">
      <dgm:prSet presAssocID="{4E64FD7E-13E3-4645-87D5-DD09F4D97213}" presName="hierChild3" presStyleCnt="0"/>
      <dgm:spPr/>
    </dgm:pt>
    <dgm:pt modelId="{62F2E9A9-07B7-4740-AC9A-F7B9239F340B}" type="pres">
      <dgm:prSet presAssocID="{27B52FD6-5E6C-4285-AED9-57038212817E}" presName="Name19" presStyleLbl="parChTrans1D4" presStyleIdx="4" presStyleCnt="5"/>
      <dgm:spPr/>
    </dgm:pt>
    <dgm:pt modelId="{9951DA01-DBD8-4404-BF95-4896DDB9BF3E}" type="pres">
      <dgm:prSet presAssocID="{340D46D1-8E9E-4133-9B50-3ED59A92B57C}" presName="Name21" presStyleCnt="0"/>
      <dgm:spPr/>
    </dgm:pt>
    <dgm:pt modelId="{B9CAB70C-318B-414B-B1D4-6DF88C97FE9A}" type="pres">
      <dgm:prSet presAssocID="{340D46D1-8E9E-4133-9B50-3ED59A92B57C}" presName="level2Shape" presStyleLbl="node4" presStyleIdx="4" presStyleCnt="5"/>
      <dgm:spPr/>
    </dgm:pt>
    <dgm:pt modelId="{43745C57-C7BF-44DC-9060-A340848E1044}" type="pres">
      <dgm:prSet presAssocID="{340D46D1-8E9E-4133-9B50-3ED59A92B57C}" presName="hierChild3" presStyleCnt="0"/>
      <dgm:spPr/>
    </dgm:pt>
    <dgm:pt modelId="{01A1E293-6B1B-48F8-A282-7B659B726885}" type="pres">
      <dgm:prSet presAssocID="{E5539AD1-C80B-470A-A20B-796718EBEF25}" presName="Name19" presStyleLbl="parChTrans1D3" presStyleIdx="3" presStyleCnt="4"/>
      <dgm:spPr/>
    </dgm:pt>
    <dgm:pt modelId="{AE079F5C-DE68-406F-A0E5-3E31D29D4898}" type="pres">
      <dgm:prSet presAssocID="{7740D002-F7E3-4E6D-B225-3707E791673D}" presName="Name21" presStyleCnt="0"/>
      <dgm:spPr/>
    </dgm:pt>
    <dgm:pt modelId="{F5133C3B-58D2-45A2-A6B9-757B96A7835D}" type="pres">
      <dgm:prSet presAssocID="{7740D002-F7E3-4E6D-B225-3707E791673D}" presName="level2Shape" presStyleLbl="node3" presStyleIdx="3" presStyleCnt="4"/>
      <dgm:spPr/>
    </dgm:pt>
    <dgm:pt modelId="{66FB1E7E-56CF-457C-8BAC-FFDEEF7615AB}" type="pres">
      <dgm:prSet presAssocID="{7740D002-F7E3-4E6D-B225-3707E791673D}" presName="hierChild3" presStyleCnt="0"/>
      <dgm:spPr/>
    </dgm:pt>
    <dgm:pt modelId="{3B598392-CEE4-401B-8D39-337943B7B28A}" type="pres">
      <dgm:prSet presAssocID="{9E6C2EA2-0EB9-43AF-BBF6-0A4AEB82F496}" presName="bgShapesFlow" presStyleCnt="0"/>
      <dgm:spPr/>
    </dgm:pt>
  </dgm:ptLst>
  <dgm:cxnLst>
    <dgm:cxn modelId="{C987D406-AB84-4783-AC15-9FE06B06A4B8}" type="presOf" srcId="{862F0F1F-8DA2-4714-AB4F-4F8046D9193F}" destId="{F0B291BF-FE4A-42AC-8A6C-7706B04780EB}" srcOrd="0" destOrd="0" presId="urn:microsoft.com/office/officeart/2005/8/layout/hierarchy6"/>
    <dgm:cxn modelId="{243F3408-76D6-456F-81F7-7C31C22EBCFE}" srcId="{50835BA4-CC14-438F-9615-52C2E440A160}" destId="{4E64FD7E-13E3-4645-87D5-DD09F4D97213}" srcOrd="0" destOrd="0" parTransId="{C7BE340A-4DBD-4A1C-B4BF-1DDE048863ED}" sibTransId="{769B5839-1D7E-4A0C-942B-435C32BC4037}"/>
    <dgm:cxn modelId="{932BE20A-4000-42E4-B425-770CE5FADE30}" type="presOf" srcId="{D248795F-9059-49E8-9107-2E7D583877D6}" destId="{BCF8A64E-829B-4553-99F4-6CE2D3F10C57}" srcOrd="0" destOrd="0" presId="urn:microsoft.com/office/officeart/2005/8/layout/hierarchy6"/>
    <dgm:cxn modelId="{9F59AF0B-7B4C-49D5-8096-4ACA789FA36E}" type="presOf" srcId="{0274626C-16D3-4CDD-B46A-76D26BDBF959}" destId="{CACCA18F-8929-4CC3-BEF8-E8903F21B110}" srcOrd="0" destOrd="0" presId="urn:microsoft.com/office/officeart/2005/8/layout/hierarchy6"/>
    <dgm:cxn modelId="{7668630D-0B5D-4FFD-9A76-D6EEAE241516}" srcId="{9E6C2EA2-0EB9-43AF-BBF6-0A4AEB82F496}" destId="{968C1E63-0131-4B05-84D0-B4737C4FDC88}" srcOrd="0" destOrd="0" parTransId="{7EDA1A3E-F325-4F15-91D6-64736CB02C5C}" sibTransId="{67BE3E78-76E3-4065-A5AD-495616E20DCE}"/>
    <dgm:cxn modelId="{48A31B0E-7D60-4DB0-AD2B-31BA9D409498}" srcId="{785FEA35-A458-49F8-84F1-AD8D498F6627}" destId="{6D4543C4-1850-4CD9-A7F3-056DF1FB5611}" srcOrd="1" destOrd="0" parTransId="{36B5F7CA-9F64-4FFA-A7C8-196C42E93986}" sibTransId="{CB5E9B63-F99A-4A3A-A1D6-49FE496E6B61}"/>
    <dgm:cxn modelId="{9F7E5018-6295-4305-BF72-D42267AD4751}" type="presOf" srcId="{968C1E63-0131-4B05-84D0-B4737C4FDC88}" destId="{3421162A-D218-45BB-BF46-EB893897CD16}" srcOrd="0" destOrd="0" presId="urn:microsoft.com/office/officeart/2005/8/layout/hierarchy6"/>
    <dgm:cxn modelId="{E194E41A-8D87-4360-BF8B-A78071259379}" type="presOf" srcId="{785FEA35-A458-49F8-84F1-AD8D498F6627}" destId="{00693EE9-2695-4745-BD2D-BD227DBD3A42}" srcOrd="0" destOrd="0" presId="urn:microsoft.com/office/officeart/2005/8/layout/hierarchy6"/>
    <dgm:cxn modelId="{9B93221C-DFBF-44C4-A820-3B7CA1FB437C}" type="presOf" srcId="{340D46D1-8E9E-4133-9B50-3ED59A92B57C}" destId="{B9CAB70C-318B-414B-B1D4-6DF88C97FE9A}" srcOrd="0" destOrd="0" presId="urn:microsoft.com/office/officeart/2005/8/layout/hierarchy6"/>
    <dgm:cxn modelId="{42EAB11F-0C30-447D-9C93-2EF55E2B4B14}" type="presOf" srcId="{4E64FD7E-13E3-4645-87D5-DD09F4D97213}" destId="{2614025F-20AF-4D44-BB06-11FCBAE53EDC}" srcOrd="0" destOrd="0" presId="urn:microsoft.com/office/officeart/2005/8/layout/hierarchy6"/>
    <dgm:cxn modelId="{72167824-1450-43F3-9758-8275DE30317C}" type="presOf" srcId="{FD3F678A-F210-4800-AFCB-CA1CCDBD09BC}" destId="{80A9D004-57D5-41F8-9D08-673BAC01CE18}" srcOrd="0" destOrd="0" presId="urn:microsoft.com/office/officeart/2005/8/layout/hierarchy6"/>
    <dgm:cxn modelId="{24FC5226-5B81-4905-A92A-E570589FB057}" type="presOf" srcId="{27B52FD6-5E6C-4285-AED9-57038212817E}" destId="{62F2E9A9-07B7-4740-AC9A-F7B9239F340B}" srcOrd="0" destOrd="0" presId="urn:microsoft.com/office/officeart/2005/8/layout/hierarchy6"/>
    <dgm:cxn modelId="{F0F7052F-FBDA-455C-8A60-BAC20B9FA3EC}" type="presOf" srcId="{E9394771-4985-4C8D-BF75-3DFA4113C9A4}" destId="{F041EB5C-BD70-47B7-8DAF-CA244E68991C}" srcOrd="0" destOrd="0" presId="urn:microsoft.com/office/officeart/2005/8/layout/hierarchy6"/>
    <dgm:cxn modelId="{6AE6D75E-04AF-47A7-9C4F-8DC7C4883B13}" type="presOf" srcId="{DDE84BAB-D967-4235-BDDE-BBA8EF78DF3E}" destId="{D8383218-CAC0-480B-8C93-0C4C2643DB64}" srcOrd="0" destOrd="0" presId="urn:microsoft.com/office/officeart/2005/8/layout/hierarchy6"/>
    <dgm:cxn modelId="{D55FF25F-FC1B-4E96-B50F-315F29752301}" srcId="{968C1E63-0131-4B05-84D0-B4737C4FDC88}" destId="{50835BA4-CC14-438F-9615-52C2E440A160}" srcOrd="1" destOrd="0" parTransId="{00CDCEC9-1259-4976-A798-50171C0CD098}" sibTransId="{C30F1643-D97D-4176-98A3-6ED8B4D0F8C3}"/>
    <dgm:cxn modelId="{15288D63-6607-4D12-BA8A-63CEAAA54EEF}" srcId="{6D4543C4-1850-4CD9-A7F3-056DF1FB5611}" destId="{DDE84BAB-D967-4235-BDDE-BBA8EF78DF3E}" srcOrd="1" destOrd="0" parTransId="{60B818B9-7A4F-44F2-86E7-A2F07EA526A6}" sibTransId="{97821110-D8B0-4EEB-B39A-4FE5457F2EEE}"/>
    <dgm:cxn modelId="{1CB88747-029E-4DB4-920F-6DEF3D9A9C6A}" type="presOf" srcId="{E5539AD1-C80B-470A-A20B-796718EBEF25}" destId="{01A1E293-6B1B-48F8-A282-7B659B726885}" srcOrd="0" destOrd="0" presId="urn:microsoft.com/office/officeart/2005/8/layout/hierarchy6"/>
    <dgm:cxn modelId="{0C52EA49-0972-4CF6-9070-70F1D53B49F2}" type="presOf" srcId="{50835BA4-CC14-438F-9615-52C2E440A160}" destId="{6456920C-B706-4FCA-ACF7-32EB3A7C477F}" srcOrd="0" destOrd="0" presId="urn:microsoft.com/office/officeart/2005/8/layout/hierarchy6"/>
    <dgm:cxn modelId="{7AA85357-8A4F-4BBA-84C6-796E9DB5D9E2}" type="presOf" srcId="{36B5F7CA-9F64-4FFA-A7C8-196C42E93986}" destId="{27857633-8797-49F9-B30C-865041B34AFC}" srcOrd="0" destOrd="0" presId="urn:microsoft.com/office/officeart/2005/8/layout/hierarchy6"/>
    <dgm:cxn modelId="{5F77FB58-1E24-4FFB-B45B-E624C888612D}" srcId="{785FEA35-A458-49F8-84F1-AD8D498F6627}" destId="{61511AED-8113-47DB-A8B2-285F051FA41A}" srcOrd="0" destOrd="0" parTransId="{0274626C-16D3-4CDD-B46A-76D26BDBF959}" sibTransId="{887005C8-3AB8-4CB5-8836-5842C64E517E}"/>
    <dgm:cxn modelId="{54690880-93FA-4701-848F-06A0810CB5DC}" type="presOf" srcId="{C7BE340A-4DBD-4A1C-B4BF-1DDE048863ED}" destId="{5567742C-0492-42C9-9B81-2DF33A0FC56F}" srcOrd="0" destOrd="0" presId="urn:microsoft.com/office/officeart/2005/8/layout/hierarchy6"/>
    <dgm:cxn modelId="{E5468880-D452-45CE-9EB4-24D7EA56E15D}" srcId="{6D4543C4-1850-4CD9-A7F3-056DF1FB5611}" destId="{50E79686-F3F2-4878-9AB9-2889163072D9}" srcOrd="0" destOrd="0" parTransId="{E9394771-4985-4C8D-BF75-3DFA4113C9A4}" sibTransId="{1DC68FB9-D157-4519-8A19-6FDA6A002672}"/>
    <dgm:cxn modelId="{A23F7A82-3433-4EC4-B6B7-3377BDACBA90}" type="presOf" srcId="{00CDCEC9-1259-4976-A798-50171C0CD098}" destId="{C2AD0EE9-5245-4A16-8814-B573A7E7083F}" srcOrd="0" destOrd="0" presId="urn:microsoft.com/office/officeart/2005/8/layout/hierarchy6"/>
    <dgm:cxn modelId="{B7A7A489-3218-4ED3-A68E-82482FD30F52}" type="presOf" srcId="{9E6C2EA2-0EB9-43AF-BBF6-0A4AEB82F496}" destId="{FCD13E9D-2083-4D6B-B5EC-D93DBD91068D}" srcOrd="0" destOrd="0" presId="urn:microsoft.com/office/officeart/2005/8/layout/hierarchy6"/>
    <dgm:cxn modelId="{54AE068A-A31F-491F-AB91-B1A6FF42057F}" srcId="{61511AED-8113-47DB-A8B2-285F051FA41A}" destId="{D248795F-9059-49E8-9107-2E7D583877D6}" srcOrd="0" destOrd="0" parTransId="{B0833EC4-E8A0-4B4A-930E-2EE692B553EB}" sibTransId="{536335F5-958D-4795-A111-7820A9608217}"/>
    <dgm:cxn modelId="{C0A8E68C-018C-4160-BC3A-75AFA4EFFF40}" type="presOf" srcId="{50E79686-F3F2-4878-9AB9-2889163072D9}" destId="{D7174536-AA4A-4AF6-AA9C-05ACA3EFB995}" srcOrd="0" destOrd="0" presId="urn:microsoft.com/office/officeart/2005/8/layout/hierarchy6"/>
    <dgm:cxn modelId="{AEFBFA92-DC8F-45ED-8500-477FA89F3C32}" srcId="{968C1E63-0131-4B05-84D0-B4737C4FDC88}" destId="{785FEA35-A458-49F8-84F1-AD8D498F6627}" srcOrd="0" destOrd="0" parTransId="{862F0F1F-8DA2-4714-AB4F-4F8046D9193F}" sibTransId="{7311744B-C985-4BC9-8307-A2D42140D8DD}"/>
    <dgm:cxn modelId="{EF7F3093-95C0-4430-8C9C-AF67AB3412F8}" type="presOf" srcId="{6D4543C4-1850-4CD9-A7F3-056DF1FB5611}" destId="{007664BF-D8FF-4D4B-ABBE-A68B843C3E30}" srcOrd="0" destOrd="0" presId="urn:microsoft.com/office/officeart/2005/8/layout/hierarchy6"/>
    <dgm:cxn modelId="{AA8BFE97-71CA-4992-B009-8ED938E932D7}" srcId="{50835BA4-CC14-438F-9615-52C2E440A160}" destId="{7740D002-F7E3-4E6D-B225-3707E791673D}" srcOrd="1" destOrd="0" parTransId="{E5539AD1-C80B-470A-A20B-796718EBEF25}" sibTransId="{2DF0688B-3765-434F-BB2A-948B47DCC58A}"/>
    <dgm:cxn modelId="{64270C9E-E431-4D14-95B1-930781FD6BC1}" type="presOf" srcId="{B0833EC4-E8A0-4B4A-930E-2EE692B553EB}" destId="{0322C684-2FB2-4FA1-AF69-B86A52AD0941}" srcOrd="0" destOrd="0" presId="urn:microsoft.com/office/officeart/2005/8/layout/hierarchy6"/>
    <dgm:cxn modelId="{8B3B4BA5-6DC2-4B35-AC45-808D4C83ADC7}" type="presOf" srcId="{7740D002-F7E3-4E6D-B225-3707E791673D}" destId="{F5133C3B-58D2-45A2-A6B9-757B96A7835D}" srcOrd="0" destOrd="0" presId="urn:microsoft.com/office/officeart/2005/8/layout/hierarchy6"/>
    <dgm:cxn modelId="{204E95DF-3CF4-4742-9557-013F3DBB43C5}" type="presOf" srcId="{60B818B9-7A4F-44F2-86E7-A2F07EA526A6}" destId="{9924F83C-B6B7-4928-9912-FE054EC2E69D}" srcOrd="0" destOrd="0" presId="urn:microsoft.com/office/officeart/2005/8/layout/hierarchy6"/>
    <dgm:cxn modelId="{390B9FE6-8353-4F8D-9C8C-4D3FE1CA2480}" srcId="{4E64FD7E-13E3-4645-87D5-DD09F4D97213}" destId="{340D46D1-8E9E-4133-9B50-3ED59A92B57C}" srcOrd="0" destOrd="0" parTransId="{27B52FD6-5E6C-4285-AED9-57038212817E}" sibTransId="{6F2B98E6-A2B0-4CB6-8CDB-013EEF1478ED}"/>
    <dgm:cxn modelId="{9A21B0ED-A1BE-4AE7-A39B-C452200181FA}" type="presOf" srcId="{61511AED-8113-47DB-A8B2-285F051FA41A}" destId="{D9191D8F-93D5-41DF-9FB9-BFFA16604363}" srcOrd="0" destOrd="0" presId="urn:microsoft.com/office/officeart/2005/8/layout/hierarchy6"/>
    <dgm:cxn modelId="{3C60AAF8-FF32-47D1-9622-E2E5C69596D7}" srcId="{61511AED-8113-47DB-A8B2-285F051FA41A}" destId="{FD3F678A-F210-4800-AFCB-CA1CCDBD09BC}" srcOrd="1" destOrd="0" parTransId="{61CDBCDA-58C4-41A6-906A-FEA8CD58282E}" sibTransId="{67E3D44F-468D-4205-AAD2-76455356691F}"/>
    <dgm:cxn modelId="{A717BDF9-B5D0-4385-8134-E1D2A9188234}" type="presOf" srcId="{61CDBCDA-58C4-41A6-906A-FEA8CD58282E}" destId="{73E9CA52-5BF5-4093-BDD3-0F7C70D5CC2D}" srcOrd="0" destOrd="0" presId="urn:microsoft.com/office/officeart/2005/8/layout/hierarchy6"/>
    <dgm:cxn modelId="{B8CEBECA-01CA-41AD-B3F5-B6D3A9DD22D0}" type="presParOf" srcId="{FCD13E9D-2083-4D6B-B5EC-D93DBD91068D}" destId="{B84F840C-69DC-4F4C-9847-39A5B3FD114B}" srcOrd="0" destOrd="0" presId="urn:microsoft.com/office/officeart/2005/8/layout/hierarchy6"/>
    <dgm:cxn modelId="{B04BA2E3-D79E-4C0B-9391-F44814E0450B}" type="presParOf" srcId="{B84F840C-69DC-4F4C-9847-39A5B3FD114B}" destId="{ACF76D91-5D84-492D-885C-69C656137291}" srcOrd="0" destOrd="0" presId="urn:microsoft.com/office/officeart/2005/8/layout/hierarchy6"/>
    <dgm:cxn modelId="{EC33B258-731F-41A2-B94B-17CFF9EE2B86}" type="presParOf" srcId="{ACF76D91-5D84-492D-885C-69C656137291}" destId="{327818E2-FB45-4FCA-BEDA-A3E522A14CCC}" srcOrd="0" destOrd="0" presId="urn:microsoft.com/office/officeart/2005/8/layout/hierarchy6"/>
    <dgm:cxn modelId="{5A912B7E-1189-47F6-9A6D-A7A8EAB3F001}" type="presParOf" srcId="{327818E2-FB45-4FCA-BEDA-A3E522A14CCC}" destId="{3421162A-D218-45BB-BF46-EB893897CD16}" srcOrd="0" destOrd="0" presId="urn:microsoft.com/office/officeart/2005/8/layout/hierarchy6"/>
    <dgm:cxn modelId="{6545FC35-23B3-4C38-AFD7-6CC41F943F90}" type="presParOf" srcId="{327818E2-FB45-4FCA-BEDA-A3E522A14CCC}" destId="{B1DD3BBF-AC3B-4C43-BA56-A8A8788C22EE}" srcOrd="1" destOrd="0" presId="urn:microsoft.com/office/officeart/2005/8/layout/hierarchy6"/>
    <dgm:cxn modelId="{3A55D8D7-3E43-45B6-9A58-47AFC962AC27}" type="presParOf" srcId="{B1DD3BBF-AC3B-4C43-BA56-A8A8788C22EE}" destId="{F0B291BF-FE4A-42AC-8A6C-7706B04780EB}" srcOrd="0" destOrd="0" presId="urn:microsoft.com/office/officeart/2005/8/layout/hierarchy6"/>
    <dgm:cxn modelId="{6D0B3D0A-E40A-49C0-A067-3A8C89859305}" type="presParOf" srcId="{B1DD3BBF-AC3B-4C43-BA56-A8A8788C22EE}" destId="{9E881BBE-E553-4C48-8F8C-A0C7843E72F6}" srcOrd="1" destOrd="0" presId="urn:microsoft.com/office/officeart/2005/8/layout/hierarchy6"/>
    <dgm:cxn modelId="{42020814-4669-4B59-B92C-0F55899E51B1}" type="presParOf" srcId="{9E881BBE-E553-4C48-8F8C-A0C7843E72F6}" destId="{00693EE9-2695-4745-BD2D-BD227DBD3A42}" srcOrd="0" destOrd="0" presId="urn:microsoft.com/office/officeart/2005/8/layout/hierarchy6"/>
    <dgm:cxn modelId="{0CB1FA91-1FC4-43B0-8801-A9D3BCA5F15F}" type="presParOf" srcId="{9E881BBE-E553-4C48-8F8C-A0C7843E72F6}" destId="{6376326A-2D1B-46E1-99F8-5908B9E7A7D8}" srcOrd="1" destOrd="0" presId="urn:microsoft.com/office/officeart/2005/8/layout/hierarchy6"/>
    <dgm:cxn modelId="{1DD60BA4-DA7F-4463-BFF4-FA1917734251}" type="presParOf" srcId="{6376326A-2D1B-46E1-99F8-5908B9E7A7D8}" destId="{CACCA18F-8929-4CC3-BEF8-E8903F21B110}" srcOrd="0" destOrd="0" presId="urn:microsoft.com/office/officeart/2005/8/layout/hierarchy6"/>
    <dgm:cxn modelId="{3EF7D71D-8F4B-4C85-B3D0-AC96EFFAF6C5}" type="presParOf" srcId="{6376326A-2D1B-46E1-99F8-5908B9E7A7D8}" destId="{3ADB5B9B-4958-4954-B4FB-2FDDA649D486}" srcOrd="1" destOrd="0" presId="urn:microsoft.com/office/officeart/2005/8/layout/hierarchy6"/>
    <dgm:cxn modelId="{B2DDB5BB-7290-4291-86DD-D6B13EB3E8D8}" type="presParOf" srcId="{3ADB5B9B-4958-4954-B4FB-2FDDA649D486}" destId="{D9191D8F-93D5-41DF-9FB9-BFFA16604363}" srcOrd="0" destOrd="0" presId="urn:microsoft.com/office/officeart/2005/8/layout/hierarchy6"/>
    <dgm:cxn modelId="{600204DC-98A3-4AF7-BDFA-9F179E885B99}" type="presParOf" srcId="{3ADB5B9B-4958-4954-B4FB-2FDDA649D486}" destId="{998ADDE7-74F0-4E70-972E-8E5CCA8064F0}" srcOrd="1" destOrd="0" presId="urn:microsoft.com/office/officeart/2005/8/layout/hierarchy6"/>
    <dgm:cxn modelId="{8555344C-30DE-43DB-B077-7056A8DD1B77}" type="presParOf" srcId="{998ADDE7-74F0-4E70-972E-8E5CCA8064F0}" destId="{0322C684-2FB2-4FA1-AF69-B86A52AD0941}" srcOrd="0" destOrd="0" presId="urn:microsoft.com/office/officeart/2005/8/layout/hierarchy6"/>
    <dgm:cxn modelId="{344E7501-C154-403C-8221-EB8AD31E4954}" type="presParOf" srcId="{998ADDE7-74F0-4E70-972E-8E5CCA8064F0}" destId="{607EA7F8-1AE8-492F-9E7C-02A4DEFB876C}" srcOrd="1" destOrd="0" presId="urn:microsoft.com/office/officeart/2005/8/layout/hierarchy6"/>
    <dgm:cxn modelId="{E5DCAE63-AF51-478F-B8ED-ED898B8BFC5E}" type="presParOf" srcId="{607EA7F8-1AE8-492F-9E7C-02A4DEFB876C}" destId="{BCF8A64E-829B-4553-99F4-6CE2D3F10C57}" srcOrd="0" destOrd="0" presId="urn:microsoft.com/office/officeart/2005/8/layout/hierarchy6"/>
    <dgm:cxn modelId="{4980C639-68F2-4AA3-AE17-3C2A27D71629}" type="presParOf" srcId="{607EA7F8-1AE8-492F-9E7C-02A4DEFB876C}" destId="{7F6AA5DF-9152-4F49-BABE-FDCC6FB09707}" srcOrd="1" destOrd="0" presId="urn:microsoft.com/office/officeart/2005/8/layout/hierarchy6"/>
    <dgm:cxn modelId="{B57C66C6-2389-4169-A92E-A88E38FA9C75}" type="presParOf" srcId="{998ADDE7-74F0-4E70-972E-8E5CCA8064F0}" destId="{73E9CA52-5BF5-4093-BDD3-0F7C70D5CC2D}" srcOrd="2" destOrd="0" presId="urn:microsoft.com/office/officeart/2005/8/layout/hierarchy6"/>
    <dgm:cxn modelId="{EEBF9B7F-5F1A-483A-9638-DFF61D814917}" type="presParOf" srcId="{998ADDE7-74F0-4E70-972E-8E5CCA8064F0}" destId="{D760C8C7-B01D-457F-8AEF-5C7775F690FF}" srcOrd="3" destOrd="0" presId="urn:microsoft.com/office/officeart/2005/8/layout/hierarchy6"/>
    <dgm:cxn modelId="{3EB3D331-8314-40C7-898F-CB9FB61B8D98}" type="presParOf" srcId="{D760C8C7-B01D-457F-8AEF-5C7775F690FF}" destId="{80A9D004-57D5-41F8-9D08-673BAC01CE18}" srcOrd="0" destOrd="0" presId="urn:microsoft.com/office/officeart/2005/8/layout/hierarchy6"/>
    <dgm:cxn modelId="{2EBE1A36-5FAD-49D8-96D4-F6EED2E3D608}" type="presParOf" srcId="{D760C8C7-B01D-457F-8AEF-5C7775F690FF}" destId="{EF635A37-BCE1-428B-B54F-526B3290790A}" srcOrd="1" destOrd="0" presId="urn:microsoft.com/office/officeart/2005/8/layout/hierarchy6"/>
    <dgm:cxn modelId="{AA30CA47-0363-4137-8CDB-49BAF03D6EBB}" type="presParOf" srcId="{6376326A-2D1B-46E1-99F8-5908B9E7A7D8}" destId="{27857633-8797-49F9-B30C-865041B34AFC}" srcOrd="2" destOrd="0" presId="urn:microsoft.com/office/officeart/2005/8/layout/hierarchy6"/>
    <dgm:cxn modelId="{DF7BC481-5532-4551-9E2F-795F0C15C251}" type="presParOf" srcId="{6376326A-2D1B-46E1-99F8-5908B9E7A7D8}" destId="{26B60292-45B2-4F9D-B075-69A535ECF31C}" srcOrd="3" destOrd="0" presId="urn:microsoft.com/office/officeart/2005/8/layout/hierarchy6"/>
    <dgm:cxn modelId="{BA640B8A-DCA2-4A12-9393-3051262BB5A0}" type="presParOf" srcId="{26B60292-45B2-4F9D-B075-69A535ECF31C}" destId="{007664BF-D8FF-4D4B-ABBE-A68B843C3E30}" srcOrd="0" destOrd="0" presId="urn:microsoft.com/office/officeart/2005/8/layout/hierarchy6"/>
    <dgm:cxn modelId="{143832F5-D9EF-4373-9FD4-99A473FA245F}" type="presParOf" srcId="{26B60292-45B2-4F9D-B075-69A535ECF31C}" destId="{26D66703-71E7-49EC-9DD5-32C6CF05DA92}" srcOrd="1" destOrd="0" presId="urn:microsoft.com/office/officeart/2005/8/layout/hierarchy6"/>
    <dgm:cxn modelId="{97A05336-78AD-4A17-9B7D-632B51D37E51}" type="presParOf" srcId="{26D66703-71E7-49EC-9DD5-32C6CF05DA92}" destId="{F041EB5C-BD70-47B7-8DAF-CA244E68991C}" srcOrd="0" destOrd="0" presId="urn:microsoft.com/office/officeart/2005/8/layout/hierarchy6"/>
    <dgm:cxn modelId="{DC5FD550-DBD7-4B30-BE8E-28EF166FDB5D}" type="presParOf" srcId="{26D66703-71E7-49EC-9DD5-32C6CF05DA92}" destId="{F8193816-B3EA-45E0-824C-C43ED9243F1B}" srcOrd="1" destOrd="0" presId="urn:microsoft.com/office/officeart/2005/8/layout/hierarchy6"/>
    <dgm:cxn modelId="{5C77AC3A-B1FE-4DBC-80F3-E3821BF7FC89}" type="presParOf" srcId="{F8193816-B3EA-45E0-824C-C43ED9243F1B}" destId="{D7174536-AA4A-4AF6-AA9C-05ACA3EFB995}" srcOrd="0" destOrd="0" presId="urn:microsoft.com/office/officeart/2005/8/layout/hierarchy6"/>
    <dgm:cxn modelId="{D9578837-C007-4EF7-BA77-EB3F6ABBF706}" type="presParOf" srcId="{F8193816-B3EA-45E0-824C-C43ED9243F1B}" destId="{E8B067E4-02FF-4461-8E79-FB741C37B4CB}" srcOrd="1" destOrd="0" presId="urn:microsoft.com/office/officeart/2005/8/layout/hierarchy6"/>
    <dgm:cxn modelId="{2835ECC9-F205-4269-9A4B-6352F06F2B53}" type="presParOf" srcId="{26D66703-71E7-49EC-9DD5-32C6CF05DA92}" destId="{9924F83C-B6B7-4928-9912-FE054EC2E69D}" srcOrd="2" destOrd="0" presId="urn:microsoft.com/office/officeart/2005/8/layout/hierarchy6"/>
    <dgm:cxn modelId="{08199C1D-A50B-427B-AE0B-82E2EFD6CBFD}" type="presParOf" srcId="{26D66703-71E7-49EC-9DD5-32C6CF05DA92}" destId="{FB410402-6123-4488-B8E1-176D34501252}" srcOrd="3" destOrd="0" presId="urn:microsoft.com/office/officeart/2005/8/layout/hierarchy6"/>
    <dgm:cxn modelId="{7F8268BE-6AE7-4160-AF11-3A8BCBF32031}" type="presParOf" srcId="{FB410402-6123-4488-B8E1-176D34501252}" destId="{D8383218-CAC0-480B-8C93-0C4C2643DB64}" srcOrd="0" destOrd="0" presId="urn:microsoft.com/office/officeart/2005/8/layout/hierarchy6"/>
    <dgm:cxn modelId="{8AE2C91B-03BC-42D3-887C-B9AFF2244404}" type="presParOf" srcId="{FB410402-6123-4488-B8E1-176D34501252}" destId="{E08EA869-37F5-4FFB-BC02-656610213FD8}" srcOrd="1" destOrd="0" presId="urn:microsoft.com/office/officeart/2005/8/layout/hierarchy6"/>
    <dgm:cxn modelId="{1D558AF3-F311-40FC-A059-8DA8AA0074F2}" type="presParOf" srcId="{B1DD3BBF-AC3B-4C43-BA56-A8A8788C22EE}" destId="{C2AD0EE9-5245-4A16-8814-B573A7E7083F}" srcOrd="2" destOrd="0" presId="urn:microsoft.com/office/officeart/2005/8/layout/hierarchy6"/>
    <dgm:cxn modelId="{6C5B4AB8-1042-4D0D-887D-2F9E75BE87A5}" type="presParOf" srcId="{B1DD3BBF-AC3B-4C43-BA56-A8A8788C22EE}" destId="{C4717975-768A-435F-98B4-A987CE9C1DAB}" srcOrd="3" destOrd="0" presId="urn:microsoft.com/office/officeart/2005/8/layout/hierarchy6"/>
    <dgm:cxn modelId="{9094D4B6-F795-468F-A3E7-140953E7A530}" type="presParOf" srcId="{C4717975-768A-435F-98B4-A987CE9C1DAB}" destId="{6456920C-B706-4FCA-ACF7-32EB3A7C477F}" srcOrd="0" destOrd="0" presId="urn:microsoft.com/office/officeart/2005/8/layout/hierarchy6"/>
    <dgm:cxn modelId="{2FEE3794-7501-4BBE-BE77-154B58734A10}" type="presParOf" srcId="{C4717975-768A-435F-98B4-A987CE9C1DAB}" destId="{AC7AC821-872D-4397-945C-163B8E704E05}" srcOrd="1" destOrd="0" presId="urn:microsoft.com/office/officeart/2005/8/layout/hierarchy6"/>
    <dgm:cxn modelId="{C969D4F0-11EF-47D8-B6D4-CFD938B48787}" type="presParOf" srcId="{AC7AC821-872D-4397-945C-163B8E704E05}" destId="{5567742C-0492-42C9-9B81-2DF33A0FC56F}" srcOrd="0" destOrd="0" presId="urn:microsoft.com/office/officeart/2005/8/layout/hierarchy6"/>
    <dgm:cxn modelId="{CD5CF667-5866-4798-B649-037B4D9C4CE5}" type="presParOf" srcId="{AC7AC821-872D-4397-945C-163B8E704E05}" destId="{921B73F1-4D32-431C-8DB1-CDE770018E82}" srcOrd="1" destOrd="0" presId="urn:microsoft.com/office/officeart/2005/8/layout/hierarchy6"/>
    <dgm:cxn modelId="{A884358C-9205-41D0-867A-15B42FDAB99E}" type="presParOf" srcId="{921B73F1-4D32-431C-8DB1-CDE770018E82}" destId="{2614025F-20AF-4D44-BB06-11FCBAE53EDC}" srcOrd="0" destOrd="0" presId="urn:microsoft.com/office/officeart/2005/8/layout/hierarchy6"/>
    <dgm:cxn modelId="{81CAFC0A-CDE3-4BC2-AFE1-9C2B5A24F38A}" type="presParOf" srcId="{921B73F1-4D32-431C-8DB1-CDE770018E82}" destId="{373A767F-29F9-4339-94BD-554F3D59CE10}" srcOrd="1" destOrd="0" presId="urn:microsoft.com/office/officeart/2005/8/layout/hierarchy6"/>
    <dgm:cxn modelId="{DED7CADE-371E-4E79-8EE2-9DB61497665D}" type="presParOf" srcId="{373A767F-29F9-4339-94BD-554F3D59CE10}" destId="{62F2E9A9-07B7-4740-AC9A-F7B9239F340B}" srcOrd="0" destOrd="0" presId="urn:microsoft.com/office/officeart/2005/8/layout/hierarchy6"/>
    <dgm:cxn modelId="{9550D8AF-E5AD-4BF4-BE9B-60BD491FB094}" type="presParOf" srcId="{373A767F-29F9-4339-94BD-554F3D59CE10}" destId="{9951DA01-DBD8-4404-BF95-4896DDB9BF3E}" srcOrd="1" destOrd="0" presId="urn:microsoft.com/office/officeart/2005/8/layout/hierarchy6"/>
    <dgm:cxn modelId="{160E1891-429B-431A-9D34-6398A5DCA866}" type="presParOf" srcId="{9951DA01-DBD8-4404-BF95-4896DDB9BF3E}" destId="{B9CAB70C-318B-414B-B1D4-6DF88C97FE9A}" srcOrd="0" destOrd="0" presId="urn:microsoft.com/office/officeart/2005/8/layout/hierarchy6"/>
    <dgm:cxn modelId="{4DAE2CC1-87F1-4ED5-9769-BD6FA713E3F7}" type="presParOf" srcId="{9951DA01-DBD8-4404-BF95-4896DDB9BF3E}" destId="{43745C57-C7BF-44DC-9060-A340848E1044}" srcOrd="1" destOrd="0" presId="urn:microsoft.com/office/officeart/2005/8/layout/hierarchy6"/>
    <dgm:cxn modelId="{04FF9B79-954F-4C64-9D1B-C6C037BA1147}" type="presParOf" srcId="{AC7AC821-872D-4397-945C-163B8E704E05}" destId="{01A1E293-6B1B-48F8-A282-7B659B726885}" srcOrd="2" destOrd="0" presId="urn:microsoft.com/office/officeart/2005/8/layout/hierarchy6"/>
    <dgm:cxn modelId="{5A3FC809-06BE-478D-8661-9C97FC50138E}" type="presParOf" srcId="{AC7AC821-872D-4397-945C-163B8E704E05}" destId="{AE079F5C-DE68-406F-A0E5-3E31D29D4898}" srcOrd="3" destOrd="0" presId="urn:microsoft.com/office/officeart/2005/8/layout/hierarchy6"/>
    <dgm:cxn modelId="{2D70BCE9-00F7-45D5-A4D2-4CAE76B74015}" type="presParOf" srcId="{AE079F5C-DE68-406F-A0E5-3E31D29D4898}" destId="{F5133C3B-58D2-45A2-A6B9-757B96A7835D}" srcOrd="0" destOrd="0" presId="urn:microsoft.com/office/officeart/2005/8/layout/hierarchy6"/>
    <dgm:cxn modelId="{CED1DECB-F202-4856-B5E4-2100B77B7BD9}" type="presParOf" srcId="{AE079F5C-DE68-406F-A0E5-3E31D29D4898}" destId="{66FB1E7E-56CF-457C-8BAC-FFDEEF7615AB}" srcOrd="1" destOrd="0" presId="urn:microsoft.com/office/officeart/2005/8/layout/hierarchy6"/>
    <dgm:cxn modelId="{01EF957D-EDB6-4476-9005-233174FBC5F9}" type="presParOf" srcId="{FCD13E9D-2083-4D6B-B5EC-D93DBD91068D}" destId="{3B598392-CEE4-401B-8D39-337943B7B28A}" srcOrd="1" destOrd="0" presId="urn:microsoft.com/office/officeart/2005/8/layout/hierarchy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6C2EA2-0EB9-43AF-BBF6-0A4AEB82F496}" type="doc">
      <dgm:prSet loTypeId="urn:microsoft.com/office/officeart/2005/8/layout/hierarchy6" loCatId="hierarchy" qsTypeId="urn:microsoft.com/office/officeart/2005/8/quickstyle/simple1" qsCatId="simple" csTypeId="urn:microsoft.com/office/officeart/2005/8/colors/accent3_3" csCatId="accent3" phldr="1"/>
      <dgm:spPr/>
      <dgm:t>
        <a:bodyPr/>
        <a:lstStyle/>
        <a:p>
          <a:endParaRPr lang="en-US"/>
        </a:p>
      </dgm:t>
    </dgm:pt>
    <dgm:pt modelId="{968C1E63-0131-4B05-84D0-B4737C4FDC88}">
      <dgm:prSet phldrT="[Text]"/>
      <dgm:spPr/>
      <dgm:t>
        <a:bodyPr/>
        <a:lstStyle/>
        <a:p>
          <a:r>
            <a:rPr lang="en-US" dirty="0"/>
            <a:t>Full, Not complete</a:t>
          </a:r>
        </a:p>
      </dgm:t>
    </dgm:pt>
    <dgm:pt modelId="{7EDA1A3E-F325-4F15-91D6-64736CB02C5C}" type="parTrans" cxnId="{7668630D-0B5D-4FFD-9A76-D6EEAE241516}">
      <dgm:prSet/>
      <dgm:spPr/>
      <dgm:t>
        <a:bodyPr/>
        <a:lstStyle/>
        <a:p>
          <a:endParaRPr lang="en-US"/>
        </a:p>
      </dgm:t>
    </dgm:pt>
    <dgm:pt modelId="{67BE3E78-76E3-4065-A5AD-495616E20DCE}" type="sibTrans" cxnId="{7668630D-0B5D-4FFD-9A76-D6EEAE241516}">
      <dgm:prSet/>
      <dgm:spPr/>
      <dgm:t>
        <a:bodyPr/>
        <a:lstStyle/>
        <a:p>
          <a:endParaRPr lang="en-US"/>
        </a:p>
      </dgm:t>
    </dgm:pt>
    <dgm:pt modelId="{785FEA35-A458-49F8-84F1-AD8D498F6627}">
      <dgm:prSet phldrT="[Text]"/>
      <dgm:spPr/>
      <dgm:t>
        <a:bodyPr/>
        <a:lstStyle/>
        <a:p>
          <a:r>
            <a:rPr lang="en-US" dirty="0"/>
            <a:t>1</a:t>
          </a:r>
        </a:p>
      </dgm:t>
    </dgm:pt>
    <dgm:pt modelId="{862F0F1F-8DA2-4714-AB4F-4F8046D9193F}" type="parTrans" cxnId="{AEFBFA92-DC8F-45ED-8500-477FA89F3C32}">
      <dgm:prSet/>
      <dgm:spPr/>
      <dgm:t>
        <a:bodyPr/>
        <a:lstStyle/>
        <a:p>
          <a:endParaRPr lang="en-US"/>
        </a:p>
      </dgm:t>
    </dgm:pt>
    <dgm:pt modelId="{7311744B-C985-4BC9-8307-A2D42140D8DD}" type="sibTrans" cxnId="{AEFBFA92-DC8F-45ED-8500-477FA89F3C32}">
      <dgm:prSet/>
      <dgm:spPr/>
      <dgm:t>
        <a:bodyPr/>
        <a:lstStyle/>
        <a:p>
          <a:endParaRPr lang="en-US"/>
        </a:p>
      </dgm:t>
    </dgm:pt>
    <dgm:pt modelId="{EFA170ED-114B-4C52-A1B9-850180829C62}">
      <dgm:prSet phldrT="[Text]"/>
      <dgm:spPr/>
      <dgm:t>
        <a:bodyPr/>
        <a:lstStyle/>
        <a:p>
          <a:r>
            <a:rPr lang="en-US" dirty="0"/>
            <a:t>2</a:t>
          </a:r>
        </a:p>
      </dgm:t>
    </dgm:pt>
    <dgm:pt modelId="{55A49C76-3DAD-4AAF-97F1-306964812C00}" type="parTrans" cxnId="{D2009BCB-92F2-4748-A5CA-9380C2F43D69}">
      <dgm:prSet/>
      <dgm:spPr/>
      <dgm:t>
        <a:bodyPr/>
        <a:lstStyle/>
        <a:p>
          <a:endParaRPr lang="en-US"/>
        </a:p>
      </dgm:t>
    </dgm:pt>
    <dgm:pt modelId="{2B93F6AE-1844-418B-856F-53A906D4EB96}" type="sibTrans" cxnId="{D2009BCB-92F2-4748-A5CA-9380C2F43D69}">
      <dgm:prSet/>
      <dgm:spPr/>
      <dgm:t>
        <a:bodyPr/>
        <a:lstStyle/>
        <a:p>
          <a:endParaRPr lang="en-US"/>
        </a:p>
      </dgm:t>
    </dgm:pt>
    <dgm:pt modelId="{95CEE22F-294E-4D2E-B9CB-784DC060F7AD}">
      <dgm:prSet phldrT="[Text]"/>
      <dgm:spPr/>
      <dgm:t>
        <a:bodyPr/>
        <a:lstStyle/>
        <a:p>
          <a:r>
            <a:rPr lang="en-US" dirty="0"/>
            <a:t>1.1</a:t>
          </a:r>
        </a:p>
      </dgm:t>
    </dgm:pt>
    <dgm:pt modelId="{9E0D56C7-407C-4208-A452-F5E732C20B73}" type="parTrans" cxnId="{CC057D3C-F6CF-4F9D-9442-8F82259E3DA0}">
      <dgm:prSet/>
      <dgm:spPr/>
      <dgm:t>
        <a:bodyPr/>
        <a:lstStyle/>
        <a:p>
          <a:endParaRPr lang="en-US"/>
        </a:p>
      </dgm:t>
    </dgm:pt>
    <dgm:pt modelId="{773A9425-4A6F-4C7D-9808-F7F868C0271C}" type="sibTrans" cxnId="{CC057D3C-F6CF-4F9D-9442-8F82259E3DA0}">
      <dgm:prSet/>
      <dgm:spPr/>
      <dgm:t>
        <a:bodyPr/>
        <a:lstStyle/>
        <a:p>
          <a:endParaRPr lang="en-US"/>
        </a:p>
      </dgm:t>
    </dgm:pt>
    <dgm:pt modelId="{50835BA4-CC14-438F-9615-52C2E440A160}">
      <dgm:prSet phldrT="[Text]"/>
      <dgm:spPr/>
      <dgm:t>
        <a:bodyPr/>
        <a:lstStyle/>
        <a:p>
          <a:r>
            <a:rPr lang="en-US" dirty="0"/>
            <a:t>1.2</a:t>
          </a:r>
        </a:p>
      </dgm:t>
    </dgm:pt>
    <dgm:pt modelId="{00CDCEC9-1259-4976-A798-50171C0CD098}" type="parTrans" cxnId="{D55FF25F-FC1B-4E96-B50F-315F29752301}">
      <dgm:prSet/>
      <dgm:spPr/>
      <dgm:t>
        <a:bodyPr/>
        <a:lstStyle/>
        <a:p>
          <a:endParaRPr lang="en-US"/>
        </a:p>
      </dgm:t>
    </dgm:pt>
    <dgm:pt modelId="{C30F1643-D97D-4176-98A3-6ED8B4D0F8C3}" type="sibTrans" cxnId="{D55FF25F-FC1B-4E96-B50F-315F29752301}">
      <dgm:prSet/>
      <dgm:spPr/>
      <dgm:t>
        <a:bodyPr/>
        <a:lstStyle/>
        <a:p>
          <a:endParaRPr lang="en-US"/>
        </a:p>
      </dgm:t>
    </dgm:pt>
    <dgm:pt modelId="{6D4543C4-1850-4CD9-A7F3-056DF1FB5611}">
      <dgm:prSet phldrT="[Text]"/>
      <dgm:spPr/>
      <dgm:t>
        <a:bodyPr/>
        <a:lstStyle/>
        <a:p>
          <a:r>
            <a:rPr lang="en-US" dirty="0"/>
            <a:t>1.1.2</a:t>
          </a:r>
        </a:p>
      </dgm:t>
    </dgm:pt>
    <dgm:pt modelId="{CB5E9B63-F99A-4A3A-A1D6-49FE496E6B61}" type="sibTrans" cxnId="{48A31B0E-7D60-4DB0-AD2B-31BA9D409498}">
      <dgm:prSet/>
      <dgm:spPr/>
      <dgm:t>
        <a:bodyPr/>
        <a:lstStyle/>
        <a:p>
          <a:endParaRPr lang="en-US"/>
        </a:p>
      </dgm:t>
    </dgm:pt>
    <dgm:pt modelId="{36B5F7CA-9F64-4FFA-A7C8-196C42E93986}" type="parTrans" cxnId="{48A31B0E-7D60-4DB0-AD2B-31BA9D409498}">
      <dgm:prSet/>
      <dgm:spPr/>
      <dgm:t>
        <a:bodyPr/>
        <a:lstStyle/>
        <a:p>
          <a:endParaRPr lang="en-US"/>
        </a:p>
      </dgm:t>
    </dgm:pt>
    <dgm:pt modelId="{61511AED-8113-47DB-A8B2-285F051FA41A}">
      <dgm:prSet phldrT="[Text]"/>
      <dgm:spPr/>
      <dgm:t>
        <a:bodyPr/>
        <a:lstStyle/>
        <a:p>
          <a:r>
            <a:rPr lang="en-US" dirty="0"/>
            <a:t>1.1.1</a:t>
          </a:r>
        </a:p>
      </dgm:t>
    </dgm:pt>
    <dgm:pt modelId="{887005C8-3AB8-4CB5-8836-5842C64E517E}" type="sibTrans" cxnId="{5F77FB58-1E24-4FFB-B45B-E624C888612D}">
      <dgm:prSet/>
      <dgm:spPr/>
      <dgm:t>
        <a:bodyPr/>
        <a:lstStyle/>
        <a:p>
          <a:endParaRPr lang="en-US"/>
        </a:p>
      </dgm:t>
    </dgm:pt>
    <dgm:pt modelId="{0274626C-16D3-4CDD-B46A-76D26BDBF959}" type="parTrans" cxnId="{5F77FB58-1E24-4FFB-B45B-E624C888612D}">
      <dgm:prSet/>
      <dgm:spPr/>
      <dgm:t>
        <a:bodyPr/>
        <a:lstStyle/>
        <a:p>
          <a:endParaRPr lang="en-US"/>
        </a:p>
      </dgm:t>
    </dgm:pt>
    <dgm:pt modelId="{FCD13E9D-2083-4D6B-B5EC-D93DBD91068D}" type="pres">
      <dgm:prSet presAssocID="{9E6C2EA2-0EB9-43AF-BBF6-0A4AEB82F496}" presName="mainComposite" presStyleCnt="0">
        <dgm:presLayoutVars>
          <dgm:chPref val="1"/>
          <dgm:dir/>
          <dgm:animOne val="branch"/>
          <dgm:animLvl val="lvl"/>
          <dgm:resizeHandles val="exact"/>
        </dgm:presLayoutVars>
      </dgm:prSet>
      <dgm:spPr/>
    </dgm:pt>
    <dgm:pt modelId="{B84F840C-69DC-4F4C-9847-39A5B3FD114B}" type="pres">
      <dgm:prSet presAssocID="{9E6C2EA2-0EB9-43AF-BBF6-0A4AEB82F496}" presName="hierFlow" presStyleCnt="0"/>
      <dgm:spPr/>
    </dgm:pt>
    <dgm:pt modelId="{ACF76D91-5D84-492D-885C-69C656137291}" type="pres">
      <dgm:prSet presAssocID="{9E6C2EA2-0EB9-43AF-BBF6-0A4AEB82F496}" presName="hierChild1" presStyleCnt="0">
        <dgm:presLayoutVars>
          <dgm:chPref val="1"/>
          <dgm:animOne val="branch"/>
          <dgm:animLvl val="lvl"/>
        </dgm:presLayoutVars>
      </dgm:prSet>
      <dgm:spPr/>
    </dgm:pt>
    <dgm:pt modelId="{327818E2-FB45-4FCA-BEDA-A3E522A14CCC}" type="pres">
      <dgm:prSet presAssocID="{968C1E63-0131-4B05-84D0-B4737C4FDC88}" presName="Name14" presStyleCnt="0"/>
      <dgm:spPr/>
    </dgm:pt>
    <dgm:pt modelId="{3421162A-D218-45BB-BF46-EB893897CD16}" type="pres">
      <dgm:prSet presAssocID="{968C1E63-0131-4B05-84D0-B4737C4FDC88}" presName="level1Shape" presStyleLbl="node0" presStyleIdx="0" presStyleCnt="1" custScaleX="263064">
        <dgm:presLayoutVars>
          <dgm:chPref val="3"/>
        </dgm:presLayoutVars>
      </dgm:prSet>
      <dgm:spPr/>
    </dgm:pt>
    <dgm:pt modelId="{B1DD3BBF-AC3B-4C43-BA56-A8A8788C22EE}" type="pres">
      <dgm:prSet presAssocID="{968C1E63-0131-4B05-84D0-B4737C4FDC88}" presName="hierChild2" presStyleCnt="0"/>
      <dgm:spPr/>
    </dgm:pt>
    <dgm:pt modelId="{F0B291BF-FE4A-42AC-8A6C-7706B04780EB}" type="pres">
      <dgm:prSet presAssocID="{862F0F1F-8DA2-4714-AB4F-4F8046D9193F}" presName="Name19" presStyleLbl="parChTrans1D2" presStyleIdx="0" presStyleCnt="2"/>
      <dgm:spPr/>
    </dgm:pt>
    <dgm:pt modelId="{9E881BBE-E553-4C48-8F8C-A0C7843E72F6}" type="pres">
      <dgm:prSet presAssocID="{785FEA35-A458-49F8-84F1-AD8D498F6627}" presName="Name21" presStyleCnt="0"/>
      <dgm:spPr/>
    </dgm:pt>
    <dgm:pt modelId="{00693EE9-2695-4745-BD2D-BD227DBD3A42}" type="pres">
      <dgm:prSet presAssocID="{785FEA35-A458-49F8-84F1-AD8D498F6627}" presName="level2Shape" presStyleLbl="node2" presStyleIdx="0" presStyleCnt="2"/>
      <dgm:spPr/>
    </dgm:pt>
    <dgm:pt modelId="{6376326A-2D1B-46E1-99F8-5908B9E7A7D8}" type="pres">
      <dgm:prSet presAssocID="{785FEA35-A458-49F8-84F1-AD8D498F6627}" presName="hierChild3" presStyleCnt="0"/>
      <dgm:spPr/>
    </dgm:pt>
    <dgm:pt modelId="{60D17914-377C-4664-AF80-F2B03863439B}" type="pres">
      <dgm:prSet presAssocID="{9E0D56C7-407C-4208-A452-F5E732C20B73}" presName="Name19" presStyleLbl="parChTrans1D3" presStyleIdx="0" presStyleCnt="2"/>
      <dgm:spPr/>
    </dgm:pt>
    <dgm:pt modelId="{96152FA2-1333-4DD1-913C-851FD508FD32}" type="pres">
      <dgm:prSet presAssocID="{95CEE22F-294E-4D2E-B9CB-784DC060F7AD}" presName="Name21" presStyleCnt="0"/>
      <dgm:spPr/>
    </dgm:pt>
    <dgm:pt modelId="{9F512629-9091-4289-A0CC-6C084ABB8213}" type="pres">
      <dgm:prSet presAssocID="{95CEE22F-294E-4D2E-B9CB-784DC060F7AD}" presName="level2Shape" presStyleLbl="node3" presStyleIdx="0" presStyleCnt="2"/>
      <dgm:spPr/>
    </dgm:pt>
    <dgm:pt modelId="{4B328620-3892-4226-BA24-47A3C7A8E84F}" type="pres">
      <dgm:prSet presAssocID="{95CEE22F-294E-4D2E-B9CB-784DC060F7AD}" presName="hierChild3" presStyleCnt="0"/>
      <dgm:spPr/>
    </dgm:pt>
    <dgm:pt modelId="{CACCA18F-8929-4CC3-BEF8-E8903F21B110}" type="pres">
      <dgm:prSet presAssocID="{0274626C-16D3-4CDD-B46A-76D26BDBF959}" presName="Name19" presStyleLbl="parChTrans1D4" presStyleIdx="0" presStyleCnt="2"/>
      <dgm:spPr/>
    </dgm:pt>
    <dgm:pt modelId="{3ADB5B9B-4958-4954-B4FB-2FDDA649D486}" type="pres">
      <dgm:prSet presAssocID="{61511AED-8113-47DB-A8B2-285F051FA41A}" presName="Name21" presStyleCnt="0"/>
      <dgm:spPr/>
    </dgm:pt>
    <dgm:pt modelId="{D9191D8F-93D5-41DF-9FB9-BFFA16604363}" type="pres">
      <dgm:prSet presAssocID="{61511AED-8113-47DB-A8B2-285F051FA41A}" presName="level2Shape" presStyleLbl="node4" presStyleIdx="0" presStyleCnt="2"/>
      <dgm:spPr/>
    </dgm:pt>
    <dgm:pt modelId="{998ADDE7-74F0-4E70-972E-8E5CCA8064F0}" type="pres">
      <dgm:prSet presAssocID="{61511AED-8113-47DB-A8B2-285F051FA41A}" presName="hierChild3" presStyleCnt="0"/>
      <dgm:spPr/>
    </dgm:pt>
    <dgm:pt modelId="{27857633-8797-49F9-B30C-865041B34AFC}" type="pres">
      <dgm:prSet presAssocID="{36B5F7CA-9F64-4FFA-A7C8-196C42E93986}" presName="Name19" presStyleLbl="parChTrans1D4" presStyleIdx="1" presStyleCnt="2"/>
      <dgm:spPr/>
    </dgm:pt>
    <dgm:pt modelId="{26B60292-45B2-4F9D-B075-69A535ECF31C}" type="pres">
      <dgm:prSet presAssocID="{6D4543C4-1850-4CD9-A7F3-056DF1FB5611}" presName="Name21" presStyleCnt="0"/>
      <dgm:spPr/>
    </dgm:pt>
    <dgm:pt modelId="{007664BF-D8FF-4D4B-ABBE-A68B843C3E30}" type="pres">
      <dgm:prSet presAssocID="{6D4543C4-1850-4CD9-A7F3-056DF1FB5611}" presName="level2Shape" presStyleLbl="node4" presStyleIdx="1" presStyleCnt="2"/>
      <dgm:spPr/>
    </dgm:pt>
    <dgm:pt modelId="{26D66703-71E7-49EC-9DD5-32C6CF05DA92}" type="pres">
      <dgm:prSet presAssocID="{6D4543C4-1850-4CD9-A7F3-056DF1FB5611}" presName="hierChild3" presStyleCnt="0"/>
      <dgm:spPr/>
    </dgm:pt>
    <dgm:pt modelId="{C2AD0EE9-5245-4A16-8814-B573A7E7083F}" type="pres">
      <dgm:prSet presAssocID="{00CDCEC9-1259-4976-A798-50171C0CD098}" presName="Name19" presStyleLbl="parChTrans1D3" presStyleIdx="1" presStyleCnt="2"/>
      <dgm:spPr/>
    </dgm:pt>
    <dgm:pt modelId="{C4717975-768A-435F-98B4-A987CE9C1DAB}" type="pres">
      <dgm:prSet presAssocID="{50835BA4-CC14-438F-9615-52C2E440A160}" presName="Name21" presStyleCnt="0"/>
      <dgm:spPr/>
    </dgm:pt>
    <dgm:pt modelId="{6456920C-B706-4FCA-ACF7-32EB3A7C477F}" type="pres">
      <dgm:prSet presAssocID="{50835BA4-CC14-438F-9615-52C2E440A160}" presName="level2Shape" presStyleLbl="node3" presStyleIdx="1" presStyleCnt="2"/>
      <dgm:spPr/>
    </dgm:pt>
    <dgm:pt modelId="{AC7AC821-872D-4397-945C-163B8E704E05}" type="pres">
      <dgm:prSet presAssocID="{50835BA4-CC14-438F-9615-52C2E440A160}" presName="hierChild3" presStyleCnt="0"/>
      <dgm:spPr/>
    </dgm:pt>
    <dgm:pt modelId="{77E45A8D-9CBF-46BE-A011-C9C9EA6D9A95}" type="pres">
      <dgm:prSet presAssocID="{55A49C76-3DAD-4AAF-97F1-306964812C00}" presName="Name19" presStyleLbl="parChTrans1D2" presStyleIdx="1" presStyleCnt="2"/>
      <dgm:spPr/>
    </dgm:pt>
    <dgm:pt modelId="{CF10A214-B9F2-458E-B832-DBEC00EE5639}" type="pres">
      <dgm:prSet presAssocID="{EFA170ED-114B-4C52-A1B9-850180829C62}" presName="Name21" presStyleCnt="0"/>
      <dgm:spPr/>
    </dgm:pt>
    <dgm:pt modelId="{F3968655-0C96-4C85-B6CF-CB1BC9ED4471}" type="pres">
      <dgm:prSet presAssocID="{EFA170ED-114B-4C52-A1B9-850180829C62}" presName="level2Shape" presStyleLbl="node2" presStyleIdx="1" presStyleCnt="2"/>
      <dgm:spPr/>
    </dgm:pt>
    <dgm:pt modelId="{2EAC2F68-05E7-4949-A27F-F1214B16382D}" type="pres">
      <dgm:prSet presAssocID="{EFA170ED-114B-4C52-A1B9-850180829C62}" presName="hierChild3" presStyleCnt="0"/>
      <dgm:spPr/>
    </dgm:pt>
    <dgm:pt modelId="{3B598392-CEE4-401B-8D39-337943B7B28A}" type="pres">
      <dgm:prSet presAssocID="{9E6C2EA2-0EB9-43AF-BBF6-0A4AEB82F496}" presName="bgShapesFlow" presStyleCnt="0"/>
      <dgm:spPr/>
    </dgm:pt>
  </dgm:ptLst>
  <dgm:cxnLst>
    <dgm:cxn modelId="{9B366005-53D9-4471-AD24-EEE453AB708F}" type="presOf" srcId="{EFA170ED-114B-4C52-A1B9-850180829C62}" destId="{F3968655-0C96-4C85-B6CF-CB1BC9ED4471}" srcOrd="0" destOrd="0" presId="urn:microsoft.com/office/officeart/2005/8/layout/hierarchy6"/>
    <dgm:cxn modelId="{C987D406-AB84-4783-AC15-9FE06B06A4B8}" type="presOf" srcId="{862F0F1F-8DA2-4714-AB4F-4F8046D9193F}" destId="{F0B291BF-FE4A-42AC-8A6C-7706B04780EB}" srcOrd="0" destOrd="0" presId="urn:microsoft.com/office/officeart/2005/8/layout/hierarchy6"/>
    <dgm:cxn modelId="{D8E52E0B-4F71-4E22-BED1-685C4EC0E249}" type="presOf" srcId="{50835BA4-CC14-438F-9615-52C2E440A160}" destId="{6456920C-B706-4FCA-ACF7-32EB3A7C477F}" srcOrd="0" destOrd="0" presId="urn:microsoft.com/office/officeart/2005/8/layout/hierarchy6"/>
    <dgm:cxn modelId="{7668630D-0B5D-4FFD-9A76-D6EEAE241516}" srcId="{9E6C2EA2-0EB9-43AF-BBF6-0A4AEB82F496}" destId="{968C1E63-0131-4B05-84D0-B4737C4FDC88}" srcOrd="0" destOrd="0" parTransId="{7EDA1A3E-F325-4F15-91D6-64736CB02C5C}" sibTransId="{67BE3E78-76E3-4065-A5AD-495616E20DCE}"/>
    <dgm:cxn modelId="{48A31B0E-7D60-4DB0-AD2B-31BA9D409498}" srcId="{95CEE22F-294E-4D2E-B9CB-784DC060F7AD}" destId="{6D4543C4-1850-4CD9-A7F3-056DF1FB5611}" srcOrd="1" destOrd="0" parTransId="{36B5F7CA-9F64-4FFA-A7C8-196C42E93986}" sibTransId="{CB5E9B63-F99A-4A3A-A1D6-49FE496E6B61}"/>
    <dgm:cxn modelId="{9F7E5018-6295-4305-BF72-D42267AD4751}" type="presOf" srcId="{968C1E63-0131-4B05-84D0-B4737C4FDC88}" destId="{3421162A-D218-45BB-BF46-EB893897CD16}" srcOrd="0" destOrd="0" presId="urn:microsoft.com/office/officeart/2005/8/layout/hierarchy6"/>
    <dgm:cxn modelId="{E194E41A-8D87-4360-BF8B-A78071259379}" type="presOf" srcId="{785FEA35-A458-49F8-84F1-AD8D498F6627}" destId="{00693EE9-2695-4745-BD2D-BD227DBD3A42}" srcOrd="0" destOrd="0" presId="urn:microsoft.com/office/officeart/2005/8/layout/hierarchy6"/>
    <dgm:cxn modelId="{568A9F31-7F63-4A09-B4A9-CAE1C1A3EAAC}" type="presOf" srcId="{00CDCEC9-1259-4976-A798-50171C0CD098}" destId="{C2AD0EE9-5245-4A16-8814-B573A7E7083F}" srcOrd="0" destOrd="0" presId="urn:microsoft.com/office/officeart/2005/8/layout/hierarchy6"/>
    <dgm:cxn modelId="{CC057D3C-F6CF-4F9D-9442-8F82259E3DA0}" srcId="{785FEA35-A458-49F8-84F1-AD8D498F6627}" destId="{95CEE22F-294E-4D2E-B9CB-784DC060F7AD}" srcOrd="0" destOrd="0" parTransId="{9E0D56C7-407C-4208-A452-F5E732C20B73}" sibTransId="{773A9425-4A6F-4C7D-9808-F7F868C0271C}"/>
    <dgm:cxn modelId="{D55FF25F-FC1B-4E96-B50F-315F29752301}" srcId="{785FEA35-A458-49F8-84F1-AD8D498F6627}" destId="{50835BA4-CC14-438F-9615-52C2E440A160}" srcOrd="1" destOrd="0" parTransId="{00CDCEC9-1259-4976-A798-50171C0CD098}" sibTransId="{C30F1643-D97D-4176-98A3-6ED8B4D0F8C3}"/>
    <dgm:cxn modelId="{5F77FB58-1E24-4FFB-B45B-E624C888612D}" srcId="{95CEE22F-294E-4D2E-B9CB-784DC060F7AD}" destId="{61511AED-8113-47DB-A8B2-285F051FA41A}" srcOrd="0" destOrd="0" parTransId="{0274626C-16D3-4CDD-B46A-76D26BDBF959}" sibTransId="{887005C8-3AB8-4CB5-8836-5842C64E517E}"/>
    <dgm:cxn modelId="{F592337C-23C8-480B-A3E0-9D2C3E164F2E}" type="presOf" srcId="{61511AED-8113-47DB-A8B2-285F051FA41A}" destId="{D9191D8F-93D5-41DF-9FB9-BFFA16604363}" srcOrd="0" destOrd="0" presId="urn:microsoft.com/office/officeart/2005/8/layout/hierarchy6"/>
    <dgm:cxn modelId="{E71DF684-C2A5-472D-B4E8-25487C8161DF}" type="presOf" srcId="{0274626C-16D3-4CDD-B46A-76D26BDBF959}" destId="{CACCA18F-8929-4CC3-BEF8-E8903F21B110}" srcOrd="0" destOrd="0" presId="urn:microsoft.com/office/officeart/2005/8/layout/hierarchy6"/>
    <dgm:cxn modelId="{B7A7A489-3218-4ED3-A68E-82482FD30F52}" type="presOf" srcId="{9E6C2EA2-0EB9-43AF-BBF6-0A4AEB82F496}" destId="{FCD13E9D-2083-4D6B-B5EC-D93DBD91068D}" srcOrd="0" destOrd="0" presId="urn:microsoft.com/office/officeart/2005/8/layout/hierarchy6"/>
    <dgm:cxn modelId="{AEFBFA92-DC8F-45ED-8500-477FA89F3C32}" srcId="{968C1E63-0131-4B05-84D0-B4737C4FDC88}" destId="{785FEA35-A458-49F8-84F1-AD8D498F6627}" srcOrd="0" destOrd="0" parTransId="{862F0F1F-8DA2-4714-AB4F-4F8046D9193F}" sibTransId="{7311744B-C985-4BC9-8307-A2D42140D8DD}"/>
    <dgm:cxn modelId="{86CF5C9D-8564-4189-BB72-CCFB963A06EB}" type="presOf" srcId="{9E0D56C7-407C-4208-A452-F5E732C20B73}" destId="{60D17914-377C-4664-AF80-F2B03863439B}" srcOrd="0" destOrd="0" presId="urn:microsoft.com/office/officeart/2005/8/layout/hierarchy6"/>
    <dgm:cxn modelId="{29A38EA4-4E74-44B1-A955-2B7573279731}" type="presOf" srcId="{6D4543C4-1850-4CD9-A7F3-056DF1FB5611}" destId="{007664BF-D8FF-4D4B-ABBE-A68B843C3E30}" srcOrd="0" destOrd="0" presId="urn:microsoft.com/office/officeart/2005/8/layout/hierarchy6"/>
    <dgm:cxn modelId="{D2009BCB-92F2-4748-A5CA-9380C2F43D69}" srcId="{968C1E63-0131-4B05-84D0-B4737C4FDC88}" destId="{EFA170ED-114B-4C52-A1B9-850180829C62}" srcOrd="1" destOrd="0" parTransId="{55A49C76-3DAD-4AAF-97F1-306964812C00}" sibTransId="{2B93F6AE-1844-418B-856F-53A906D4EB96}"/>
    <dgm:cxn modelId="{4E8DDBD7-C134-4F4E-A273-55254E8D887A}" type="presOf" srcId="{36B5F7CA-9F64-4FFA-A7C8-196C42E93986}" destId="{27857633-8797-49F9-B30C-865041B34AFC}" srcOrd="0" destOrd="0" presId="urn:microsoft.com/office/officeart/2005/8/layout/hierarchy6"/>
    <dgm:cxn modelId="{919F39E9-C813-4084-90BD-BE6F37218389}" type="presOf" srcId="{55A49C76-3DAD-4AAF-97F1-306964812C00}" destId="{77E45A8D-9CBF-46BE-A011-C9C9EA6D9A95}" srcOrd="0" destOrd="0" presId="urn:microsoft.com/office/officeart/2005/8/layout/hierarchy6"/>
    <dgm:cxn modelId="{12B9C0F4-1A5D-4D87-880C-10A0EE770C65}" type="presOf" srcId="{95CEE22F-294E-4D2E-B9CB-784DC060F7AD}" destId="{9F512629-9091-4289-A0CC-6C084ABB8213}" srcOrd="0" destOrd="0" presId="urn:microsoft.com/office/officeart/2005/8/layout/hierarchy6"/>
    <dgm:cxn modelId="{B8CEBECA-01CA-41AD-B3F5-B6D3A9DD22D0}" type="presParOf" srcId="{FCD13E9D-2083-4D6B-B5EC-D93DBD91068D}" destId="{B84F840C-69DC-4F4C-9847-39A5B3FD114B}" srcOrd="0" destOrd="0" presId="urn:microsoft.com/office/officeart/2005/8/layout/hierarchy6"/>
    <dgm:cxn modelId="{B04BA2E3-D79E-4C0B-9391-F44814E0450B}" type="presParOf" srcId="{B84F840C-69DC-4F4C-9847-39A5B3FD114B}" destId="{ACF76D91-5D84-492D-885C-69C656137291}" srcOrd="0" destOrd="0" presId="urn:microsoft.com/office/officeart/2005/8/layout/hierarchy6"/>
    <dgm:cxn modelId="{EC33B258-731F-41A2-B94B-17CFF9EE2B86}" type="presParOf" srcId="{ACF76D91-5D84-492D-885C-69C656137291}" destId="{327818E2-FB45-4FCA-BEDA-A3E522A14CCC}" srcOrd="0" destOrd="0" presId="urn:microsoft.com/office/officeart/2005/8/layout/hierarchy6"/>
    <dgm:cxn modelId="{5A912B7E-1189-47F6-9A6D-A7A8EAB3F001}" type="presParOf" srcId="{327818E2-FB45-4FCA-BEDA-A3E522A14CCC}" destId="{3421162A-D218-45BB-BF46-EB893897CD16}" srcOrd="0" destOrd="0" presId="urn:microsoft.com/office/officeart/2005/8/layout/hierarchy6"/>
    <dgm:cxn modelId="{6545FC35-23B3-4C38-AFD7-6CC41F943F90}" type="presParOf" srcId="{327818E2-FB45-4FCA-BEDA-A3E522A14CCC}" destId="{B1DD3BBF-AC3B-4C43-BA56-A8A8788C22EE}" srcOrd="1" destOrd="0" presId="urn:microsoft.com/office/officeart/2005/8/layout/hierarchy6"/>
    <dgm:cxn modelId="{3A55D8D7-3E43-45B6-9A58-47AFC962AC27}" type="presParOf" srcId="{B1DD3BBF-AC3B-4C43-BA56-A8A8788C22EE}" destId="{F0B291BF-FE4A-42AC-8A6C-7706B04780EB}" srcOrd="0" destOrd="0" presId="urn:microsoft.com/office/officeart/2005/8/layout/hierarchy6"/>
    <dgm:cxn modelId="{6D0B3D0A-E40A-49C0-A067-3A8C89859305}" type="presParOf" srcId="{B1DD3BBF-AC3B-4C43-BA56-A8A8788C22EE}" destId="{9E881BBE-E553-4C48-8F8C-A0C7843E72F6}" srcOrd="1" destOrd="0" presId="urn:microsoft.com/office/officeart/2005/8/layout/hierarchy6"/>
    <dgm:cxn modelId="{42020814-4669-4B59-B92C-0F55899E51B1}" type="presParOf" srcId="{9E881BBE-E553-4C48-8F8C-A0C7843E72F6}" destId="{00693EE9-2695-4745-BD2D-BD227DBD3A42}" srcOrd="0" destOrd="0" presId="urn:microsoft.com/office/officeart/2005/8/layout/hierarchy6"/>
    <dgm:cxn modelId="{0CB1FA91-1FC4-43B0-8801-A9D3BCA5F15F}" type="presParOf" srcId="{9E881BBE-E553-4C48-8F8C-A0C7843E72F6}" destId="{6376326A-2D1B-46E1-99F8-5908B9E7A7D8}" srcOrd="1" destOrd="0" presId="urn:microsoft.com/office/officeart/2005/8/layout/hierarchy6"/>
    <dgm:cxn modelId="{C7B3DAE6-A065-4A7D-9261-309E5A3CFECF}" type="presParOf" srcId="{6376326A-2D1B-46E1-99F8-5908B9E7A7D8}" destId="{60D17914-377C-4664-AF80-F2B03863439B}" srcOrd="0" destOrd="0" presId="urn:microsoft.com/office/officeart/2005/8/layout/hierarchy6"/>
    <dgm:cxn modelId="{C96CB0B5-127E-43F9-A102-E7E46404365C}" type="presParOf" srcId="{6376326A-2D1B-46E1-99F8-5908B9E7A7D8}" destId="{96152FA2-1333-4DD1-913C-851FD508FD32}" srcOrd="1" destOrd="0" presId="urn:microsoft.com/office/officeart/2005/8/layout/hierarchy6"/>
    <dgm:cxn modelId="{92C90801-94A0-4EA0-B3A5-D8DC04896585}" type="presParOf" srcId="{96152FA2-1333-4DD1-913C-851FD508FD32}" destId="{9F512629-9091-4289-A0CC-6C084ABB8213}" srcOrd="0" destOrd="0" presId="urn:microsoft.com/office/officeart/2005/8/layout/hierarchy6"/>
    <dgm:cxn modelId="{295E98ED-1426-44B3-AC00-893A3770994E}" type="presParOf" srcId="{96152FA2-1333-4DD1-913C-851FD508FD32}" destId="{4B328620-3892-4226-BA24-47A3C7A8E84F}" srcOrd="1" destOrd="0" presId="urn:microsoft.com/office/officeart/2005/8/layout/hierarchy6"/>
    <dgm:cxn modelId="{0DE6CA97-F8C4-45C4-A1B1-00C0C9EA560B}" type="presParOf" srcId="{4B328620-3892-4226-BA24-47A3C7A8E84F}" destId="{CACCA18F-8929-4CC3-BEF8-E8903F21B110}" srcOrd="0" destOrd="0" presId="urn:microsoft.com/office/officeart/2005/8/layout/hierarchy6"/>
    <dgm:cxn modelId="{49B45D22-D6E5-4D2B-8E88-18D73386C9E0}" type="presParOf" srcId="{4B328620-3892-4226-BA24-47A3C7A8E84F}" destId="{3ADB5B9B-4958-4954-B4FB-2FDDA649D486}" srcOrd="1" destOrd="0" presId="urn:microsoft.com/office/officeart/2005/8/layout/hierarchy6"/>
    <dgm:cxn modelId="{CCD11FF9-22F1-457C-AF04-5920419508C7}" type="presParOf" srcId="{3ADB5B9B-4958-4954-B4FB-2FDDA649D486}" destId="{D9191D8F-93D5-41DF-9FB9-BFFA16604363}" srcOrd="0" destOrd="0" presId="urn:microsoft.com/office/officeart/2005/8/layout/hierarchy6"/>
    <dgm:cxn modelId="{A11F73CD-0CEA-4BA2-848D-494AA93C27D6}" type="presParOf" srcId="{3ADB5B9B-4958-4954-B4FB-2FDDA649D486}" destId="{998ADDE7-74F0-4E70-972E-8E5CCA8064F0}" srcOrd="1" destOrd="0" presId="urn:microsoft.com/office/officeart/2005/8/layout/hierarchy6"/>
    <dgm:cxn modelId="{E0A351AD-27E7-4402-91AD-581E263EFFDD}" type="presParOf" srcId="{4B328620-3892-4226-BA24-47A3C7A8E84F}" destId="{27857633-8797-49F9-B30C-865041B34AFC}" srcOrd="2" destOrd="0" presId="urn:microsoft.com/office/officeart/2005/8/layout/hierarchy6"/>
    <dgm:cxn modelId="{D669A13D-4B69-4E5A-AE7E-EB5C9A984EF6}" type="presParOf" srcId="{4B328620-3892-4226-BA24-47A3C7A8E84F}" destId="{26B60292-45B2-4F9D-B075-69A535ECF31C}" srcOrd="3" destOrd="0" presId="urn:microsoft.com/office/officeart/2005/8/layout/hierarchy6"/>
    <dgm:cxn modelId="{28F61EF6-7477-4DE5-B49E-BE3ED5FF6D04}" type="presParOf" srcId="{26B60292-45B2-4F9D-B075-69A535ECF31C}" destId="{007664BF-D8FF-4D4B-ABBE-A68B843C3E30}" srcOrd="0" destOrd="0" presId="urn:microsoft.com/office/officeart/2005/8/layout/hierarchy6"/>
    <dgm:cxn modelId="{9FC44017-A64B-4716-B6BA-4B282666DD95}" type="presParOf" srcId="{26B60292-45B2-4F9D-B075-69A535ECF31C}" destId="{26D66703-71E7-49EC-9DD5-32C6CF05DA92}" srcOrd="1" destOrd="0" presId="urn:microsoft.com/office/officeart/2005/8/layout/hierarchy6"/>
    <dgm:cxn modelId="{180329BA-4CAD-4B7E-B947-9DBD239F5041}" type="presParOf" srcId="{6376326A-2D1B-46E1-99F8-5908B9E7A7D8}" destId="{C2AD0EE9-5245-4A16-8814-B573A7E7083F}" srcOrd="2" destOrd="0" presId="urn:microsoft.com/office/officeart/2005/8/layout/hierarchy6"/>
    <dgm:cxn modelId="{E146FDBD-B7B2-4387-B4D5-544E2B284BFA}" type="presParOf" srcId="{6376326A-2D1B-46E1-99F8-5908B9E7A7D8}" destId="{C4717975-768A-435F-98B4-A987CE9C1DAB}" srcOrd="3" destOrd="0" presId="urn:microsoft.com/office/officeart/2005/8/layout/hierarchy6"/>
    <dgm:cxn modelId="{10CFFA62-55AE-488D-A9CA-9E025EC0FC87}" type="presParOf" srcId="{C4717975-768A-435F-98B4-A987CE9C1DAB}" destId="{6456920C-B706-4FCA-ACF7-32EB3A7C477F}" srcOrd="0" destOrd="0" presId="urn:microsoft.com/office/officeart/2005/8/layout/hierarchy6"/>
    <dgm:cxn modelId="{56CBCB94-646C-49D1-B5C2-756993EDDBBB}" type="presParOf" srcId="{C4717975-768A-435F-98B4-A987CE9C1DAB}" destId="{AC7AC821-872D-4397-945C-163B8E704E05}" srcOrd="1" destOrd="0" presId="urn:microsoft.com/office/officeart/2005/8/layout/hierarchy6"/>
    <dgm:cxn modelId="{50D638CF-5493-4A0A-A600-37BCC1F11BCC}" type="presParOf" srcId="{B1DD3BBF-AC3B-4C43-BA56-A8A8788C22EE}" destId="{77E45A8D-9CBF-46BE-A011-C9C9EA6D9A95}" srcOrd="2" destOrd="0" presId="urn:microsoft.com/office/officeart/2005/8/layout/hierarchy6"/>
    <dgm:cxn modelId="{EBA29AD5-D83F-4845-AD5C-DC4DDADD7E52}" type="presParOf" srcId="{B1DD3BBF-AC3B-4C43-BA56-A8A8788C22EE}" destId="{CF10A214-B9F2-458E-B832-DBEC00EE5639}" srcOrd="3" destOrd="0" presId="urn:microsoft.com/office/officeart/2005/8/layout/hierarchy6"/>
    <dgm:cxn modelId="{795EF590-6D06-4955-AD3E-B54F9692E6DC}" type="presParOf" srcId="{CF10A214-B9F2-458E-B832-DBEC00EE5639}" destId="{F3968655-0C96-4C85-B6CF-CB1BC9ED4471}" srcOrd="0" destOrd="0" presId="urn:microsoft.com/office/officeart/2005/8/layout/hierarchy6"/>
    <dgm:cxn modelId="{211C589A-CD2E-4D19-8D0D-7D80F8297768}" type="presParOf" srcId="{CF10A214-B9F2-458E-B832-DBEC00EE5639}" destId="{2EAC2F68-05E7-4949-A27F-F1214B16382D}" srcOrd="1" destOrd="0" presId="urn:microsoft.com/office/officeart/2005/8/layout/hierarchy6"/>
    <dgm:cxn modelId="{01EF957D-EDB6-4476-9005-233174FBC5F9}" type="presParOf" srcId="{FCD13E9D-2083-4D6B-B5EC-D93DBD91068D}" destId="{3B598392-CEE4-401B-8D39-337943B7B28A}" srcOrd="1" destOrd="0" presId="urn:microsoft.com/office/officeart/2005/8/layout/hierarchy6"/>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E6C2EA2-0EB9-43AF-BBF6-0A4AEB82F496}" type="doc">
      <dgm:prSet loTypeId="urn:microsoft.com/office/officeart/2005/8/layout/hierarchy6" loCatId="hierarchy" qsTypeId="urn:microsoft.com/office/officeart/2005/8/quickstyle/simple1" qsCatId="simple" csTypeId="urn:microsoft.com/office/officeart/2005/8/colors/accent3_3" csCatId="accent3" phldr="1"/>
      <dgm:spPr/>
      <dgm:t>
        <a:bodyPr/>
        <a:lstStyle/>
        <a:p>
          <a:endParaRPr lang="en-US"/>
        </a:p>
      </dgm:t>
    </dgm:pt>
    <dgm:pt modelId="{968C1E63-0131-4B05-84D0-B4737C4FDC88}">
      <dgm:prSet phldrT="[Text]"/>
      <dgm:spPr/>
      <dgm:t>
        <a:bodyPr/>
        <a:lstStyle/>
        <a:p>
          <a:r>
            <a:rPr lang="en-US" dirty="0"/>
            <a:t>Not Full, Not Complete</a:t>
          </a:r>
        </a:p>
      </dgm:t>
    </dgm:pt>
    <dgm:pt modelId="{7EDA1A3E-F325-4F15-91D6-64736CB02C5C}" type="parTrans" cxnId="{7668630D-0B5D-4FFD-9A76-D6EEAE241516}">
      <dgm:prSet/>
      <dgm:spPr/>
      <dgm:t>
        <a:bodyPr/>
        <a:lstStyle/>
        <a:p>
          <a:endParaRPr lang="en-US"/>
        </a:p>
      </dgm:t>
    </dgm:pt>
    <dgm:pt modelId="{67BE3E78-76E3-4065-A5AD-495616E20DCE}" type="sibTrans" cxnId="{7668630D-0B5D-4FFD-9A76-D6EEAE241516}">
      <dgm:prSet/>
      <dgm:spPr/>
      <dgm:t>
        <a:bodyPr/>
        <a:lstStyle/>
        <a:p>
          <a:endParaRPr lang="en-US"/>
        </a:p>
      </dgm:t>
    </dgm:pt>
    <dgm:pt modelId="{E6EABCAA-D56B-4915-83CB-13C669564E28}">
      <dgm:prSet phldrT="[Text]"/>
      <dgm:spPr/>
      <dgm:t>
        <a:bodyPr/>
        <a:lstStyle/>
        <a:p>
          <a:r>
            <a:rPr lang="en-US" dirty="0"/>
            <a:t>Can you make one?</a:t>
          </a:r>
        </a:p>
      </dgm:t>
    </dgm:pt>
    <dgm:pt modelId="{ABCFAEAE-3F53-4119-8B8A-C13DF1317698}" type="parTrans" cxnId="{BAD04BA4-2F38-404F-9B10-3137D4A8672D}">
      <dgm:prSet/>
      <dgm:spPr/>
      <dgm:t>
        <a:bodyPr/>
        <a:lstStyle/>
        <a:p>
          <a:endParaRPr lang="en-US"/>
        </a:p>
      </dgm:t>
    </dgm:pt>
    <dgm:pt modelId="{609494A4-ABFB-4739-964F-F9A46417FDDA}" type="sibTrans" cxnId="{BAD04BA4-2F38-404F-9B10-3137D4A8672D}">
      <dgm:prSet/>
      <dgm:spPr/>
      <dgm:t>
        <a:bodyPr/>
        <a:lstStyle/>
        <a:p>
          <a:endParaRPr lang="en-US"/>
        </a:p>
      </dgm:t>
    </dgm:pt>
    <dgm:pt modelId="{FCD13E9D-2083-4D6B-B5EC-D93DBD91068D}" type="pres">
      <dgm:prSet presAssocID="{9E6C2EA2-0EB9-43AF-BBF6-0A4AEB82F496}" presName="mainComposite" presStyleCnt="0">
        <dgm:presLayoutVars>
          <dgm:chPref val="1"/>
          <dgm:dir/>
          <dgm:animOne val="branch"/>
          <dgm:animLvl val="lvl"/>
          <dgm:resizeHandles val="exact"/>
        </dgm:presLayoutVars>
      </dgm:prSet>
      <dgm:spPr/>
    </dgm:pt>
    <dgm:pt modelId="{B84F840C-69DC-4F4C-9847-39A5B3FD114B}" type="pres">
      <dgm:prSet presAssocID="{9E6C2EA2-0EB9-43AF-BBF6-0A4AEB82F496}" presName="hierFlow" presStyleCnt="0"/>
      <dgm:spPr/>
    </dgm:pt>
    <dgm:pt modelId="{ACF76D91-5D84-492D-885C-69C656137291}" type="pres">
      <dgm:prSet presAssocID="{9E6C2EA2-0EB9-43AF-BBF6-0A4AEB82F496}" presName="hierChild1" presStyleCnt="0">
        <dgm:presLayoutVars>
          <dgm:chPref val="1"/>
          <dgm:animOne val="branch"/>
          <dgm:animLvl val="lvl"/>
        </dgm:presLayoutVars>
      </dgm:prSet>
      <dgm:spPr/>
    </dgm:pt>
    <dgm:pt modelId="{327818E2-FB45-4FCA-BEDA-A3E522A14CCC}" type="pres">
      <dgm:prSet presAssocID="{968C1E63-0131-4B05-84D0-B4737C4FDC88}" presName="Name14" presStyleCnt="0"/>
      <dgm:spPr/>
    </dgm:pt>
    <dgm:pt modelId="{3421162A-D218-45BB-BF46-EB893897CD16}" type="pres">
      <dgm:prSet presAssocID="{968C1E63-0131-4B05-84D0-B4737C4FDC88}" presName="level1Shape" presStyleLbl="node0" presStyleIdx="0" presStyleCnt="1" custScaleX="260097">
        <dgm:presLayoutVars>
          <dgm:chPref val="3"/>
        </dgm:presLayoutVars>
      </dgm:prSet>
      <dgm:spPr/>
    </dgm:pt>
    <dgm:pt modelId="{B1DD3BBF-AC3B-4C43-BA56-A8A8788C22EE}" type="pres">
      <dgm:prSet presAssocID="{968C1E63-0131-4B05-84D0-B4737C4FDC88}" presName="hierChild2" presStyleCnt="0"/>
      <dgm:spPr/>
    </dgm:pt>
    <dgm:pt modelId="{1E0CA7C2-3741-46C1-BDB6-6FC5DC59B166}" type="pres">
      <dgm:prSet presAssocID="{ABCFAEAE-3F53-4119-8B8A-C13DF1317698}" presName="Name19" presStyleLbl="parChTrans1D2" presStyleIdx="0" presStyleCnt="1"/>
      <dgm:spPr/>
    </dgm:pt>
    <dgm:pt modelId="{03C1767E-7CAC-4204-A8D3-68FABA2CE00B}" type="pres">
      <dgm:prSet presAssocID="{E6EABCAA-D56B-4915-83CB-13C669564E28}" presName="Name21" presStyleCnt="0"/>
      <dgm:spPr/>
    </dgm:pt>
    <dgm:pt modelId="{962F6662-8029-4814-AA6A-74DE37F8F33B}" type="pres">
      <dgm:prSet presAssocID="{E6EABCAA-D56B-4915-83CB-13C669564E28}" presName="level2Shape" presStyleLbl="node2" presStyleIdx="0" presStyleCnt="1"/>
      <dgm:spPr/>
    </dgm:pt>
    <dgm:pt modelId="{7FC34159-C473-4802-AB2B-F52CD4F03A89}" type="pres">
      <dgm:prSet presAssocID="{E6EABCAA-D56B-4915-83CB-13C669564E28}" presName="hierChild3" presStyleCnt="0"/>
      <dgm:spPr/>
    </dgm:pt>
    <dgm:pt modelId="{3B598392-CEE4-401B-8D39-337943B7B28A}" type="pres">
      <dgm:prSet presAssocID="{9E6C2EA2-0EB9-43AF-BBF6-0A4AEB82F496}" presName="bgShapesFlow" presStyleCnt="0"/>
      <dgm:spPr/>
    </dgm:pt>
  </dgm:ptLst>
  <dgm:cxnLst>
    <dgm:cxn modelId="{7668630D-0B5D-4FFD-9A76-D6EEAE241516}" srcId="{9E6C2EA2-0EB9-43AF-BBF6-0A4AEB82F496}" destId="{968C1E63-0131-4B05-84D0-B4737C4FDC88}" srcOrd="0" destOrd="0" parTransId="{7EDA1A3E-F325-4F15-91D6-64736CB02C5C}" sibTransId="{67BE3E78-76E3-4065-A5AD-495616E20DCE}"/>
    <dgm:cxn modelId="{9F7E5018-6295-4305-BF72-D42267AD4751}" type="presOf" srcId="{968C1E63-0131-4B05-84D0-B4737C4FDC88}" destId="{3421162A-D218-45BB-BF46-EB893897CD16}" srcOrd="0" destOrd="0" presId="urn:microsoft.com/office/officeart/2005/8/layout/hierarchy6"/>
    <dgm:cxn modelId="{AA4B825C-9D15-4011-B128-B8ABB3B13AB5}" type="presOf" srcId="{ABCFAEAE-3F53-4119-8B8A-C13DF1317698}" destId="{1E0CA7C2-3741-46C1-BDB6-6FC5DC59B166}" srcOrd="0" destOrd="0" presId="urn:microsoft.com/office/officeart/2005/8/layout/hierarchy6"/>
    <dgm:cxn modelId="{B7A7A489-3218-4ED3-A68E-82482FD30F52}" type="presOf" srcId="{9E6C2EA2-0EB9-43AF-BBF6-0A4AEB82F496}" destId="{FCD13E9D-2083-4D6B-B5EC-D93DBD91068D}" srcOrd="0" destOrd="0" presId="urn:microsoft.com/office/officeart/2005/8/layout/hierarchy6"/>
    <dgm:cxn modelId="{BAD04BA4-2F38-404F-9B10-3137D4A8672D}" srcId="{968C1E63-0131-4B05-84D0-B4737C4FDC88}" destId="{E6EABCAA-D56B-4915-83CB-13C669564E28}" srcOrd="0" destOrd="0" parTransId="{ABCFAEAE-3F53-4119-8B8A-C13DF1317698}" sibTransId="{609494A4-ABFB-4739-964F-F9A46417FDDA}"/>
    <dgm:cxn modelId="{AAE136F7-516A-4DF8-A2C1-AD0559DAA2D8}" type="presOf" srcId="{E6EABCAA-D56B-4915-83CB-13C669564E28}" destId="{962F6662-8029-4814-AA6A-74DE37F8F33B}" srcOrd="0" destOrd="0" presId="urn:microsoft.com/office/officeart/2005/8/layout/hierarchy6"/>
    <dgm:cxn modelId="{B8CEBECA-01CA-41AD-B3F5-B6D3A9DD22D0}" type="presParOf" srcId="{FCD13E9D-2083-4D6B-B5EC-D93DBD91068D}" destId="{B84F840C-69DC-4F4C-9847-39A5B3FD114B}" srcOrd="0" destOrd="0" presId="urn:microsoft.com/office/officeart/2005/8/layout/hierarchy6"/>
    <dgm:cxn modelId="{B04BA2E3-D79E-4C0B-9391-F44814E0450B}" type="presParOf" srcId="{B84F840C-69DC-4F4C-9847-39A5B3FD114B}" destId="{ACF76D91-5D84-492D-885C-69C656137291}" srcOrd="0" destOrd="0" presId="urn:microsoft.com/office/officeart/2005/8/layout/hierarchy6"/>
    <dgm:cxn modelId="{EC33B258-731F-41A2-B94B-17CFF9EE2B86}" type="presParOf" srcId="{ACF76D91-5D84-492D-885C-69C656137291}" destId="{327818E2-FB45-4FCA-BEDA-A3E522A14CCC}" srcOrd="0" destOrd="0" presId="urn:microsoft.com/office/officeart/2005/8/layout/hierarchy6"/>
    <dgm:cxn modelId="{5A912B7E-1189-47F6-9A6D-A7A8EAB3F001}" type="presParOf" srcId="{327818E2-FB45-4FCA-BEDA-A3E522A14CCC}" destId="{3421162A-D218-45BB-BF46-EB893897CD16}" srcOrd="0" destOrd="0" presId="urn:microsoft.com/office/officeart/2005/8/layout/hierarchy6"/>
    <dgm:cxn modelId="{6545FC35-23B3-4C38-AFD7-6CC41F943F90}" type="presParOf" srcId="{327818E2-FB45-4FCA-BEDA-A3E522A14CCC}" destId="{B1DD3BBF-AC3B-4C43-BA56-A8A8788C22EE}" srcOrd="1" destOrd="0" presId="urn:microsoft.com/office/officeart/2005/8/layout/hierarchy6"/>
    <dgm:cxn modelId="{BBDA402D-BE34-4B87-BA4B-E8EAC73195A3}" type="presParOf" srcId="{B1DD3BBF-AC3B-4C43-BA56-A8A8788C22EE}" destId="{1E0CA7C2-3741-46C1-BDB6-6FC5DC59B166}" srcOrd="0" destOrd="0" presId="urn:microsoft.com/office/officeart/2005/8/layout/hierarchy6"/>
    <dgm:cxn modelId="{FA113FE7-1318-4E81-8BFF-668BA61904CF}" type="presParOf" srcId="{B1DD3BBF-AC3B-4C43-BA56-A8A8788C22EE}" destId="{03C1767E-7CAC-4204-A8D3-68FABA2CE00B}" srcOrd="1" destOrd="0" presId="urn:microsoft.com/office/officeart/2005/8/layout/hierarchy6"/>
    <dgm:cxn modelId="{CC9B54B1-044D-4BDA-AB02-DBD0680A4C5D}" type="presParOf" srcId="{03C1767E-7CAC-4204-A8D3-68FABA2CE00B}" destId="{962F6662-8029-4814-AA6A-74DE37F8F33B}" srcOrd="0" destOrd="0" presId="urn:microsoft.com/office/officeart/2005/8/layout/hierarchy6"/>
    <dgm:cxn modelId="{2AC21BC7-DBCA-401D-B1D2-55D26C8296DA}" type="presParOf" srcId="{03C1767E-7CAC-4204-A8D3-68FABA2CE00B}" destId="{7FC34159-C473-4802-AB2B-F52CD4F03A89}" srcOrd="1" destOrd="0" presId="urn:microsoft.com/office/officeart/2005/8/layout/hierarchy6"/>
    <dgm:cxn modelId="{01EF957D-EDB6-4476-9005-233174FBC5F9}" type="presParOf" srcId="{FCD13E9D-2083-4D6B-B5EC-D93DBD91068D}" destId="{3B598392-CEE4-401B-8D39-337943B7B28A}" srcOrd="1" destOrd="0" presId="urn:microsoft.com/office/officeart/2005/8/layout/hierarchy6"/>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A2FCD07-4551-4B01-9C82-B0F6C48DA5C3}"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DF92E68F-45CC-46DA-8687-C7BF82FA48D3}">
      <dgm:prSet phldrT="[Text]"/>
      <dgm:spPr/>
      <dgm:t>
        <a:bodyPr/>
        <a:lstStyle/>
        <a:p>
          <a:r>
            <a:rPr lang="en-US" dirty="0"/>
            <a:t>5019</a:t>
          </a:r>
        </a:p>
      </dgm:t>
    </dgm:pt>
    <dgm:pt modelId="{DD672CF7-F2A0-49FE-AEBC-77A727CECECC}" type="parTrans" cxnId="{0C69725E-0C6F-4906-A60D-61540DDC3D96}">
      <dgm:prSet/>
      <dgm:spPr/>
      <dgm:t>
        <a:bodyPr/>
        <a:lstStyle/>
        <a:p>
          <a:endParaRPr lang="en-US"/>
        </a:p>
      </dgm:t>
    </dgm:pt>
    <dgm:pt modelId="{F64B5C49-EC39-465A-97D0-B04E4DA337E1}" type="sibTrans" cxnId="{0C69725E-0C6F-4906-A60D-61540DDC3D96}">
      <dgm:prSet/>
      <dgm:spPr/>
      <dgm:t>
        <a:bodyPr/>
        <a:lstStyle/>
        <a:p>
          <a:endParaRPr lang="en-US"/>
        </a:p>
      </dgm:t>
    </dgm:pt>
    <dgm:pt modelId="{44FCC70C-2094-4DDB-8B80-F111425073EC}">
      <dgm:prSet phldrT="[Text]"/>
      <dgm:spPr/>
      <dgm:t>
        <a:bodyPr/>
        <a:lstStyle/>
        <a:p>
          <a:r>
            <a:rPr lang="en-US" dirty="0"/>
            <a:t>4669</a:t>
          </a:r>
        </a:p>
      </dgm:t>
    </dgm:pt>
    <dgm:pt modelId="{00977466-CA73-44CB-B628-A7C8267E65A3}" type="parTrans" cxnId="{84F39596-954E-4806-B59C-F14275AC2FFD}">
      <dgm:prSet/>
      <dgm:spPr/>
      <dgm:t>
        <a:bodyPr/>
        <a:lstStyle/>
        <a:p>
          <a:endParaRPr lang="en-US"/>
        </a:p>
      </dgm:t>
    </dgm:pt>
    <dgm:pt modelId="{77EAF987-0B29-4A0B-9F5A-0E6046144085}" type="sibTrans" cxnId="{84F39596-954E-4806-B59C-F14275AC2FFD}">
      <dgm:prSet/>
      <dgm:spPr/>
      <dgm:t>
        <a:bodyPr/>
        <a:lstStyle/>
        <a:p>
          <a:endParaRPr lang="en-US"/>
        </a:p>
      </dgm:t>
    </dgm:pt>
    <dgm:pt modelId="{5F100825-B77B-47AC-A912-820F05EFFD63}">
      <dgm:prSet phldrT="[Text]"/>
      <dgm:spPr/>
      <dgm:t>
        <a:bodyPr/>
        <a:lstStyle/>
        <a:p>
          <a:r>
            <a:rPr lang="en-US" dirty="0"/>
            <a:t>4930</a:t>
          </a:r>
        </a:p>
      </dgm:t>
    </dgm:pt>
    <dgm:pt modelId="{7C980908-96C0-4760-8821-F84909CC20F1}" type="parTrans" cxnId="{9594BA7D-6D70-4EDA-B3CE-4FDAA2F8DB1D}">
      <dgm:prSet/>
      <dgm:spPr/>
      <dgm:t>
        <a:bodyPr/>
        <a:lstStyle/>
        <a:p>
          <a:endParaRPr lang="en-US"/>
        </a:p>
      </dgm:t>
    </dgm:pt>
    <dgm:pt modelId="{A3AB3CFA-7FBB-4197-9D86-FE4C21EDFE48}" type="sibTrans" cxnId="{9594BA7D-6D70-4EDA-B3CE-4FDAA2F8DB1D}">
      <dgm:prSet/>
      <dgm:spPr/>
      <dgm:t>
        <a:bodyPr/>
        <a:lstStyle/>
        <a:p>
          <a:endParaRPr lang="en-US"/>
        </a:p>
      </dgm:t>
    </dgm:pt>
    <dgm:pt modelId="{75B56370-B440-4079-A6BA-50795D38A648}">
      <dgm:prSet phldrT="[Text]"/>
      <dgm:spPr/>
      <dgm:t>
        <a:bodyPr/>
        <a:lstStyle/>
        <a:p>
          <a:r>
            <a:rPr lang="en-US" dirty="0"/>
            <a:t>4901</a:t>
          </a:r>
        </a:p>
      </dgm:t>
    </dgm:pt>
    <dgm:pt modelId="{2B3DE23D-DB73-43A5-AB06-E835ECF4C98F}" type="parTrans" cxnId="{EA78BCB9-C703-4528-9741-52C39F97BFCE}">
      <dgm:prSet/>
      <dgm:spPr/>
      <dgm:t>
        <a:bodyPr/>
        <a:lstStyle/>
        <a:p>
          <a:endParaRPr lang="en-US"/>
        </a:p>
      </dgm:t>
    </dgm:pt>
    <dgm:pt modelId="{86C88B41-1746-4275-99A9-99CDBAC573D8}" type="sibTrans" cxnId="{EA78BCB9-C703-4528-9741-52C39F97BFCE}">
      <dgm:prSet/>
      <dgm:spPr/>
      <dgm:t>
        <a:bodyPr/>
        <a:lstStyle/>
        <a:p>
          <a:endParaRPr lang="en-US"/>
        </a:p>
      </dgm:t>
    </dgm:pt>
    <dgm:pt modelId="{233EB698-A569-4A38-9D42-00AE13714CC9}">
      <dgm:prSet phldrT="[Text]"/>
      <dgm:spPr/>
      <dgm:t>
        <a:bodyPr/>
        <a:lstStyle/>
        <a:p>
          <a:r>
            <a:rPr lang="en-US" dirty="0"/>
            <a:t>5040</a:t>
          </a:r>
        </a:p>
      </dgm:t>
    </dgm:pt>
    <dgm:pt modelId="{7FDF8996-7A11-46A2-B4CA-ABF05310327F}" type="parTrans" cxnId="{5CEA26A3-C3C4-4D06-AE5E-02EA1D40C44E}">
      <dgm:prSet/>
      <dgm:spPr/>
      <dgm:t>
        <a:bodyPr/>
        <a:lstStyle/>
        <a:p>
          <a:endParaRPr lang="en-US"/>
        </a:p>
      </dgm:t>
    </dgm:pt>
    <dgm:pt modelId="{A7E318A0-55C7-4C17-A474-31E22DA7A169}" type="sibTrans" cxnId="{5CEA26A3-C3C4-4D06-AE5E-02EA1D40C44E}">
      <dgm:prSet/>
      <dgm:spPr/>
      <dgm:t>
        <a:bodyPr/>
        <a:lstStyle/>
        <a:p>
          <a:endParaRPr lang="en-US"/>
        </a:p>
      </dgm:t>
    </dgm:pt>
    <dgm:pt modelId="{E736E912-61AA-472B-9790-7E9E7F8AAA95}">
      <dgm:prSet phldrT="[Text]"/>
      <dgm:spPr/>
      <dgm:t>
        <a:bodyPr/>
        <a:lstStyle/>
        <a:p>
          <a:r>
            <a:rPr lang="en-US" dirty="0"/>
            <a:t>4910</a:t>
          </a:r>
        </a:p>
      </dgm:t>
    </dgm:pt>
    <dgm:pt modelId="{945B3E08-5635-486D-9F01-9AA34D460E61}" type="parTrans" cxnId="{79ED9D6E-6B31-4843-9315-7D319A5C4FD5}">
      <dgm:prSet/>
      <dgm:spPr/>
      <dgm:t>
        <a:bodyPr/>
        <a:lstStyle/>
        <a:p>
          <a:endParaRPr lang="en-US"/>
        </a:p>
      </dgm:t>
    </dgm:pt>
    <dgm:pt modelId="{E95EF3AE-2468-4A3D-A3D4-51DFF256048C}" type="sibTrans" cxnId="{79ED9D6E-6B31-4843-9315-7D319A5C4FD5}">
      <dgm:prSet/>
      <dgm:spPr/>
      <dgm:t>
        <a:bodyPr/>
        <a:lstStyle/>
        <a:p>
          <a:endParaRPr lang="en-US"/>
        </a:p>
      </dgm:t>
    </dgm:pt>
    <dgm:pt modelId="{2BE1AF2B-6D6A-451C-8E77-D8CDEA5AF8C7}">
      <dgm:prSet phldrT="[Text]"/>
      <dgm:spPr/>
      <dgm:t>
        <a:bodyPr/>
        <a:lstStyle/>
        <a:p>
          <a:r>
            <a:rPr lang="en-US" dirty="0"/>
            <a:t>5144</a:t>
          </a:r>
        </a:p>
      </dgm:t>
    </dgm:pt>
    <dgm:pt modelId="{8906B239-2AE7-442F-BD90-06F2B51769B3}" type="parTrans" cxnId="{B8C61D7C-280F-4B5C-882B-A1ED8876A6FB}">
      <dgm:prSet/>
      <dgm:spPr/>
      <dgm:t>
        <a:bodyPr/>
        <a:lstStyle/>
        <a:p>
          <a:endParaRPr lang="en-US"/>
        </a:p>
      </dgm:t>
    </dgm:pt>
    <dgm:pt modelId="{B629A970-A5B7-4010-852E-3BA54E71058D}" type="sibTrans" cxnId="{B8C61D7C-280F-4B5C-882B-A1ED8876A6FB}">
      <dgm:prSet/>
      <dgm:spPr/>
      <dgm:t>
        <a:bodyPr/>
        <a:lstStyle/>
        <a:p>
          <a:endParaRPr lang="en-US"/>
        </a:p>
      </dgm:t>
    </dgm:pt>
    <dgm:pt modelId="{D407490D-4AEB-4268-A35C-F0693D2103A1}" type="pres">
      <dgm:prSet presAssocID="{AA2FCD07-4551-4B01-9C82-B0F6C48DA5C3}" presName="mainComposite" presStyleCnt="0">
        <dgm:presLayoutVars>
          <dgm:chPref val="1"/>
          <dgm:dir/>
          <dgm:animOne val="branch"/>
          <dgm:animLvl val="lvl"/>
          <dgm:resizeHandles val="exact"/>
        </dgm:presLayoutVars>
      </dgm:prSet>
      <dgm:spPr/>
    </dgm:pt>
    <dgm:pt modelId="{140B3A6F-F3D4-4D08-8D0E-9AAE94DD5A53}" type="pres">
      <dgm:prSet presAssocID="{AA2FCD07-4551-4B01-9C82-B0F6C48DA5C3}" presName="hierFlow" presStyleCnt="0"/>
      <dgm:spPr/>
    </dgm:pt>
    <dgm:pt modelId="{3B8C5CF8-034B-4707-9D19-1C9E798E03CF}" type="pres">
      <dgm:prSet presAssocID="{AA2FCD07-4551-4B01-9C82-B0F6C48DA5C3}" presName="hierChild1" presStyleCnt="0">
        <dgm:presLayoutVars>
          <dgm:chPref val="1"/>
          <dgm:animOne val="branch"/>
          <dgm:animLvl val="lvl"/>
        </dgm:presLayoutVars>
      </dgm:prSet>
      <dgm:spPr/>
    </dgm:pt>
    <dgm:pt modelId="{FDC194DD-B1CD-457C-8EBD-F1497C82A4A7}" type="pres">
      <dgm:prSet presAssocID="{DF92E68F-45CC-46DA-8687-C7BF82FA48D3}" presName="Name14" presStyleCnt="0"/>
      <dgm:spPr/>
    </dgm:pt>
    <dgm:pt modelId="{88CA5F22-07F0-4A7E-B72E-5AFD65F6DB71}" type="pres">
      <dgm:prSet presAssocID="{DF92E68F-45CC-46DA-8687-C7BF82FA48D3}" presName="level1Shape" presStyleLbl="node0" presStyleIdx="0" presStyleCnt="1">
        <dgm:presLayoutVars>
          <dgm:chPref val="3"/>
        </dgm:presLayoutVars>
      </dgm:prSet>
      <dgm:spPr/>
    </dgm:pt>
    <dgm:pt modelId="{2F56F18E-0596-4026-A20F-B16382BEE08B}" type="pres">
      <dgm:prSet presAssocID="{DF92E68F-45CC-46DA-8687-C7BF82FA48D3}" presName="hierChild2" presStyleCnt="0"/>
      <dgm:spPr/>
    </dgm:pt>
    <dgm:pt modelId="{D1F98DF7-1D48-45FA-A919-9F90BEB2E636}" type="pres">
      <dgm:prSet presAssocID="{00977466-CA73-44CB-B628-A7C8267E65A3}" presName="Name19" presStyleLbl="parChTrans1D2" presStyleIdx="0" presStyleCnt="2"/>
      <dgm:spPr/>
    </dgm:pt>
    <dgm:pt modelId="{51432018-F9EC-4358-81E0-ABF153B7BFD3}" type="pres">
      <dgm:prSet presAssocID="{44FCC70C-2094-4DDB-8B80-F111425073EC}" presName="Name21" presStyleCnt="0"/>
      <dgm:spPr/>
    </dgm:pt>
    <dgm:pt modelId="{46E2E4C9-8FCA-4BEB-878C-C601778A1117}" type="pres">
      <dgm:prSet presAssocID="{44FCC70C-2094-4DDB-8B80-F111425073EC}" presName="level2Shape" presStyleLbl="node2" presStyleIdx="0" presStyleCnt="2"/>
      <dgm:spPr/>
    </dgm:pt>
    <dgm:pt modelId="{F8F07169-D2EF-44E3-A1FD-7E8D7B108776}" type="pres">
      <dgm:prSet presAssocID="{44FCC70C-2094-4DDB-8B80-F111425073EC}" presName="hierChild3" presStyleCnt="0"/>
      <dgm:spPr/>
    </dgm:pt>
    <dgm:pt modelId="{9C5D0159-BA6D-453E-A02F-EDBB98977592}" type="pres">
      <dgm:prSet presAssocID="{7C980908-96C0-4760-8821-F84909CC20F1}" presName="Name19" presStyleLbl="parChTrans1D3" presStyleIdx="0" presStyleCnt="4"/>
      <dgm:spPr/>
    </dgm:pt>
    <dgm:pt modelId="{9F0155D3-BB76-45BD-BC2D-3E836000525C}" type="pres">
      <dgm:prSet presAssocID="{5F100825-B77B-47AC-A912-820F05EFFD63}" presName="Name21" presStyleCnt="0"/>
      <dgm:spPr/>
    </dgm:pt>
    <dgm:pt modelId="{6194EE04-DD41-47DB-8CB8-815B7EA1C252}" type="pres">
      <dgm:prSet presAssocID="{5F100825-B77B-47AC-A912-820F05EFFD63}" presName="level2Shape" presStyleLbl="node3" presStyleIdx="0" presStyleCnt="4"/>
      <dgm:spPr/>
    </dgm:pt>
    <dgm:pt modelId="{D77E72E3-B097-47D3-A45C-8DCFECF0854B}" type="pres">
      <dgm:prSet presAssocID="{5F100825-B77B-47AC-A912-820F05EFFD63}" presName="hierChild3" presStyleCnt="0"/>
      <dgm:spPr/>
    </dgm:pt>
    <dgm:pt modelId="{AAC03E44-59F1-479F-8875-93DBAF4C6792}" type="pres">
      <dgm:prSet presAssocID="{2B3DE23D-DB73-43A5-AB06-E835ECF4C98F}" presName="Name19" presStyleLbl="parChTrans1D3" presStyleIdx="1" presStyleCnt="4"/>
      <dgm:spPr/>
    </dgm:pt>
    <dgm:pt modelId="{9C19795F-776D-4CDB-811F-7AF6F2BB6FDE}" type="pres">
      <dgm:prSet presAssocID="{75B56370-B440-4079-A6BA-50795D38A648}" presName="Name21" presStyleCnt="0"/>
      <dgm:spPr/>
    </dgm:pt>
    <dgm:pt modelId="{EF26C293-6747-4E04-9E85-534987BD2007}" type="pres">
      <dgm:prSet presAssocID="{75B56370-B440-4079-A6BA-50795D38A648}" presName="level2Shape" presStyleLbl="node3" presStyleIdx="1" presStyleCnt="4"/>
      <dgm:spPr/>
    </dgm:pt>
    <dgm:pt modelId="{A99B0C21-74D3-42A4-AFD6-7329B29A1BB1}" type="pres">
      <dgm:prSet presAssocID="{75B56370-B440-4079-A6BA-50795D38A648}" presName="hierChild3" presStyleCnt="0"/>
      <dgm:spPr/>
    </dgm:pt>
    <dgm:pt modelId="{0CC98026-1B67-4C01-B994-B95F573A55C0}" type="pres">
      <dgm:prSet presAssocID="{7FDF8996-7A11-46A2-B4CA-ABF05310327F}" presName="Name19" presStyleLbl="parChTrans1D2" presStyleIdx="1" presStyleCnt="2"/>
      <dgm:spPr/>
    </dgm:pt>
    <dgm:pt modelId="{AF7F210C-08FD-46BD-A9D6-7EC216AAD1F1}" type="pres">
      <dgm:prSet presAssocID="{233EB698-A569-4A38-9D42-00AE13714CC9}" presName="Name21" presStyleCnt="0"/>
      <dgm:spPr/>
    </dgm:pt>
    <dgm:pt modelId="{389DDF9F-7EB6-4AD4-A09A-A31A96BA400C}" type="pres">
      <dgm:prSet presAssocID="{233EB698-A569-4A38-9D42-00AE13714CC9}" presName="level2Shape" presStyleLbl="node2" presStyleIdx="1" presStyleCnt="2"/>
      <dgm:spPr/>
    </dgm:pt>
    <dgm:pt modelId="{F5104C03-6B50-408C-B610-6AA104D70467}" type="pres">
      <dgm:prSet presAssocID="{233EB698-A569-4A38-9D42-00AE13714CC9}" presName="hierChild3" presStyleCnt="0"/>
      <dgm:spPr/>
    </dgm:pt>
    <dgm:pt modelId="{E0CBFD70-825A-43BE-8351-9AABF71770EE}" type="pres">
      <dgm:prSet presAssocID="{945B3E08-5635-486D-9F01-9AA34D460E61}" presName="Name19" presStyleLbl="parChTrans1D3" presStyleIdx="2" presStyleCnt="4"/>
      <dgm:spPr/>
    </dgm:pt>
    <dgm:pt modelId="{69AD2441-B7CC-41D0-B75E-463538D2D713}" type="pres">
      <dgm:prSet presAssocID="{E736E912-61AA-472B-9790-7E9E7F8AAA95}" presName="Name21" presStyleCnt="0"/>
      <dgm:spPr/>
    </dgm:pt>
    <dgm:pt modelId="{81C63445-954D-49D2-B8D4-A035A3477DFB}" type="pres">
      <dgm:prSet presAssocID="{E736E912-61AA-472B-9790-7E9E7F8AAA95}" presName="level2Shape" presStyleLbl="node3" presStyleIdx="2" presStyleCnt="4"/>
      <dgm:spPr/>
    </dgm:pt>
    <dgm:pt modelId="{E35744DF-9ADE-4BB7-89C3-342F97C6B5EC}" type="pres">
      <dgm:prSet presAssocID="{E736E912-61AA-472B-9790-7E9E7F8AAA95}" presName="hierChild3" presStyleCnt="0"/>
      <dgm:spPr/>
    </dgm:pt>
    <dgm:pt modelId="{FB339859-F091-4EB2-94DA-B21E53AE8D93}" type="pres">
      <dgm:prSet presAssocID="{8906B239-2AE7-442F-BD90-06F2B51769B3}" presName="Name19" presStyleLbl="parChTrans1D3" presStyleIdx="3" presStyleCnt="4"/>
      <dgm:spPr/>
    </dgm:pt>
    <dgm:pt modelId="{201541BC-CB1D-4811-8FEF-EFA6B79FD906}" type="pres">
      <dgm:prSet presAssocID="{2BE1AF2B-6D6A-451C-8E77-D8CDEA5AF8C7}" presName="Name21" presStyleCnt="0"/>
      <dgm:spPr/>
    </dgm:pt>
    <dgm:pt modelId="{7497E05D-EBF3-457C-8ACF-94336F789532}" type="pres">
      <dgm:prSet presAssocID="{2BE1AF2B-6D6A-451C-8E77-D8CDEA5AF8C7}" presName="level2Shape" presStyleLbl="node3" presStyleIdx="3" presStyleCnt="4"/>
      <dgm:spPr/>
    </dgm:pt>
    <dgm:pt modelId="{99C59D10-2CEE-4855-8886-6DDCA5D68A99}" type="pres">
      <dgm:prSet presAssocID="{2BE1AF2B-6D6A-451C-8E77-D8CDEA5AF8C7}" presName="hierChild3" presStyleCnt="0"/>
      <dgm:spPr/>
    </dgm:pt>
    <dgm:pt modelId="{622854D9-1784-458B-BE5D-7C45F3423FB4}" type="pres">
      <dgm:prSet presAssocID="{AA2FCD07-4551-4B01-9C82-B0F6C48DA5C3}" presName="bgShapesFlow" presStyleCnt="0"/>
      <dgm:spPr/>
    </dgm:pt>
  </dgm:ptLst>
  <dgm:cxnLst>
    <dgm:cxn modelId="{5DAB1400-91F2-4AAC-8E39-1530E70227FF}" type="presOf" srcId="{945B3E08-5635-486D-9F01-9AA34D460E61}" destId="{E0CBFD70-825A-43BE-8351-9AABF71770EE}" srcOrd="0" destOrd="0" presId="urn:microsoft.com/office/officeart/2005/8/layout/hierarchy6"/>
    <dgm:cxn modelId="{C37AA629-46AC-4260-9D61-7914B3679554}" type="presOf" srcId="{AA2FCD07-4551-4B01-9C82-B0F6C48DA5C3}" destId="{D407490D-4AEB-4268-A35C-F0693D2103A1}" srcOrd="0" destOrd="0" presId="urn:microsoft.com/office/officeart/2005/8/layout/hierarchy6"/>
    <dgm:cxn modelId="{48789435-8482-4824-B194-24ECE249F0AF}" type="presOf" srcId="{7FDF8996-7A11-46A2-B4CA-ABF05310327F}" destId="{0CC98026-1B67-4C01-B994-B95F573A55C0}" srcOrd="0" destOrd="0" presId="urn:microsoft.com/office/officeart/2005/8/layout/hierarchy6"/>
    <dgm:cxn modelId="{0C69725E-0C6F-4906-A60D-61540DDC3D96}" srcId="{AA2FCD07-4551-4B01-9C82-B0F6C48DA5C3}" destId="{DF92E68F-45CC-46DA-8687-C7BF82FA48D3}" srcOrd="0" destOrd="0" parTransId="{DD672CF7-F2A0-49FE-AEBC-77A727CECECC}" sibTransId="{F64B5C49-EC39-465A-97D0-B04E4DA337E1}"/>
    <dgm:cxn modelId="{AEB8204A-B727-4242-9DB0-94AF0A8F13A7}" type="presOf" srcId="{5F100825-B77B-47AC-A912-820F05EFFD63}" destId="{6194EE04-DD41-47DB-8CB8-815B7EA1C252}" srcOrd="0" destOrd="0" presId="urn:microsoft.com/office/officeart/2005/8/layout/hierarchy6"/>
    <dgm:cxn modelId="{79ED9D6E-6B31-4843-9315-7D319A5C4FD5}" srcId="{233EB698-A569-4A38-9D42-00AE13714CC9}" destId="{E736E912-61AA-472B-9790-7E9E7F8AAA95}" srcOrd="0" destOrd="0" parTransId="{945B3E08-5635-486D-9F01-9AA34D460E61}" sibTransId="{E95EF3AE-2468-4A3D-A3D4-51DFF256048C}"/>
    <dgm:cxn modelId="{2F70E858-65E1-4125-90B1-B454BC4AED3E}" type="presOf" srcId="{7C980908-96C0-4760-8821-F84909CC20F1}" destId="{9C5D0159-BA6D-453E-A02F-EDBB98977592}" srcOrd="0" destOrd="0" presId="urn:microsoft.com/office/officeart/2005/8/layout/hierarchy6"/>
    <dgm:cxn modelId="{B8C61D7C-280F-4B5C-882B-A1ED8876A6FB}" srcId="{233EB698-A569-4A38-9D42-00AE13714CC9}" destId="{2BE1AF2B-6D6A-451C-8E77-D8CDEA5AF8C7}" srcOrd="1" destOrd="0" parTransId="{8906B239-2AE7-442F-BD90-06F2B51769B3}" sibTransId="{B629A970-A5B7-4010-852E-3BA54E71058D}"/>
    <dgm:cxn modelId="{9594BA7D-6D70-4EDA-B3CE-4FDAA2F8DB1D}" srcId="{44FCC70C-2094-4DDB-8B80-F111425073EC}" destId="{5F100825-B77B-47AC-A912-820F05EFFD63}" srcOrd="0" destOrd="0" parTransId="{7C980908-96C0-4760-8821-F84909CC20F1}" sibTransId="{A3AB3CFA-7FBB-4197-9D86-FE4C21EDFE48}"/>
    <dgm:cxn modelId="{1576717E-B467-4FC9-BC3F-57CF42587573}" type="presOf" srcId="{DF92E68F-45CC-46DA-8687-C7BF82FA48D3}" destId="{88CA5F22-07F0-4A7E-B72E-5AFD65F6DB71}" srcOrd="0" destOrd="0" presId="urn:microsoft.com/office/officeart/2005/8/layout/hierarchy6"/>
    <dgm:cxn modelId="{69820884-DCDC-43B3-8443-88C440E4D372}" type="presOf" srcId="{00977466-CA73-44CB-B628-A7C8267E65A3}" destId="{D1F98DF7-1D48-45FA-A919-9F90BEB2E636}" srcOrd="0" destOrd="0" presId="urn:microsoft.com/office/officeart/2005/8/layout/hierarchy6"/>
    <dgm:cxn modelId="{84F39596-954E-4806-B59C-F14275AC2FFD}" srcId="{DF92E68F-45CC-46DA-8687-C7BF82FA48D3}" destId="{44FCC70C-2094-4DDB-8B80-F111425073EC}" srcOrd="0" destOrd="0" parTransId="{00977466-CA73-44CB-B628-A7C8267E65A3}" sibTransId="{77EAF987-0B29-4A0B-9F5A-0E6046144085}"/>
    <dgm:cxn modelId="{23D00498-5581-496E-9B8F-75F23A8179D9}" type="presOf" srcId="{2BE1AF2B-6D6A-451C-8E77-D8CDEA5AF8C7}" destId="{7497E05D-EBF3-457C-8ACF-94336F789532}" srcOrd="0" destOrd="0" presId="urn:microsoft.com/office/officeart/2005/8/layout/hierarchy6"/>
    <dgm:cxn modelId="{5CEA26A3-C3C4-4D06-AE5E-02EA1D40C44E}" srcId="{DF92E68F-45CC-46DA-8687-C7BF82FA48D3}" destId="{233EB698-A569-4A38-9D42-00AE13714CC9}" srcOrd="1" destOrd="0" parTransId="{7FDF8996-7A11-46A2-B4CA-ABF05310327F}" sibTransId="{A7E318A0-55C7-4C17-A474-31E22DA7A169}"/>
    <dgm:cxn modelId="{327097B4-1125-4AC4-9F3D-FB64D56B50D5}" type="presOf" srcId="{8906B239-2AE7-442F-BD90-06F2B51769B3}" destId="{FB339859-F091-4EB2-94DA-B21E53AE8D93}" srcOrd="0" destOrd="0" presId="urn:microsoft.com/office/officeart/2005/8/layout/hierarchy6"/>
    <dgm:cxn modelId="{2AC366B6-20C7-49CB-AF3D-2D45289FFBF7}" type="presOf" srcId="{233EB698-A569-4A38-9D42-00AE13714CC9}" destId="{389DDF9F-7EB6-4AD4-A09A-A31A96BA400C}" srcOrd="0" destOrd="0" presId="urn:microsoft.com/office/officeart/2005/8/layout/hierarchy6"/>
    <dgm:cxn modelId="{06E88AB7-A17B-4541-911B-C9190700C9D6}" type="presOf" srcId="{75B56370-B440-4079-A6BA-50795D38A648}" destId="{EF26C293-6747-4E04-9E85-534987BD2007}" srcOrd="0" destOrd="0" presId="urn:microsoft.com/office/officeart/2005/8/layout/hierarchy6"/>
    <dgm:cxn modelId="{9C138EB7-92D2-45F5-B42A-03831B9A672A}" type="presOf" srcId="{E736E912-61AA-472B-9790-7E9E7F8AAA95}" destId="{81C63445-954D-49D2-B8D4-A035A3477DFB}" srcOrd="0" destOrd="0" presId="urn:microsoft.com/office/officeart/2005/8/layout/hierarchy6"/>
    <dgm:cxn modelId="{EA78BCB9-C703-4528-9741-52C39F97BFCE}" srcId="{44FCC70C-2094-4DDB-8B80-F111425073EC}" destId="{75B56370-B440-4079-A6BA-50795D38A648}" srcOrd="1" destOrd="0" parTransId="{2B3DE23D-DB73-43A5-AB06-E835ECF4C98F}" sibTransId="{86C88B41-1746-4275-99A9-99CDBAC573D8}"/>
    <dgm:cxn modelId="{D3EE1ECD-07F9-4DC7-8D94-E4A2780443E9}" type="presOf" srcId="{2B3DE23D-DB73-43A5-AB06-E835ECF4C98F}" destId="{AAC03E44-59F1-479F-8875-93DBAF4C6792}" srcOrd="0" destOrd="0" presId="urn:microsoft.com/office/officeart/2005/8/layout/hierarchy6"/>
    <dgm:cxn modelId="{C00907CE-AEC6-4AA4-8B86-B6F1ECD4072B}" type="presOf" srcId="{44FCC70C-2094-4DDB-8B80-F111425073EC}" destId="{46E2E4C9-8FCA-4BEB-878C-C601778A1117}" srcOrd="0" destOrd="0" presId="urn:microsoft.com/office/officeart/2005/8/layout/hierarchy6"/>
    <dgm:cxn modelId="{1FA71108-9F5E-45C4-AA81-4FD4FDA3A7AC}" type="presParOf" srcId="{D407490D-4AEB-4268-A35C-F0693D2103A1}" destId="{140B3A6F-F3D4-4D08-8D0E-9AAE94DD5A53}" srcOrd="0" destOrd="0" presId="urn:microsoft.com/office/officeart/2005/8/layout/hierarchy6"/>
    <dgm:cxn modelId="{9C6FFC8B-BF73-4D3E-8C98-9BD201A4AB72}" type="presParOf" srcId="{140B3A6F-F3D4-4D08-8D0E-9AAE94DD5A53}" destId="{3B8C5CF8-034B-4707-9D19-1C9E798E03CF}" srcOrd="0" destOrd="0" presId="urn:microsoft.com/office/officeart/2005/8/layout/hierarchy6"/>
    <dgm:cxn modelId="{DA56C6B2-38FC-41F7-A331-57CF3063CE4B}" type="presParOf" srcId="{3B8C5CF8-034B-4707-9D19-1C9E798E03CF}" destId="{FDC194DD-B1CD-457C-8EBD-F1497C82A4A7}" srcOrd="0" destOrd="0" presId="urn:microsoft.com/office/officeart/2005/8/layout/hierarchy6"/>
    <dgm:cxn modelId="{ACF26C4B-2936-4A24-872C-BE585D494BEB}" type="presParOf" srcId="{FDC194DD-B1CD-457C-8EBD-F1497C82A4A7}" destId="{88CA5F22-07F0-4A7E-B72E-5AFD65F6DB71}" srcOrd="0" destOrd="0" presId="urn:microsoft.com/office/officeart/2005/8/layout/hierarchy6"/>
    <dgm:cxn modelId="{D403CE68-3FCE-43FE-AF95-8923B20DCC94}" type="presParOf" srcId="{FDC194DD-B1CD-457C-8EBD-F1497C82A4A7}" destId="{2F56F18E-0596-4026-A20F-B16382BEE08B}" srcOrd="1" destOrd="0" presId="urn:microsoft.com/office/officeart/2005/8/layout/hierarchy6"/>
    <dgm:cxn modelId="{73D74539-203C-4C80-8E82-DE3377844A44}" type="presParOf" srcId="{2F56F18E-0596-4026-A20F-B16382BEE08B}" destId="{D1F98DF7-1D48-45FA-A919-9F90BEB2E636}" srcOrd="0" destOrd="0" presId="urn:microsoft.com/office/officeart/2005/8/layout/hierarchy6"/>
    <dgm:cxn modelId="{5BC0638A-E9BD-4E84-B946-6453DA3981DA}" type="presParOf" srcId="{2F56F18E-0596-4026-A20F-B16382BEE08B}" destId="{51432018-F9EC-4358-81E0-ABF153B7BFD3}" srcOrd="1" destOrd="0" presId="urn:microsoft.com/office/officeart/2005/8/layout/hierarchy6"/>
    <dgm:cxn modelId="{9CFD3D9F-BF0E-4AC1-A9B8-2ADB7CE2B8E1}" type="presParOf" srcId="{51432018-F9EC-4358-81E0-ABF153B7BFD3}" destId="{46E2E4C9-8FCA-4BEB-878C-C601778A1117}" srcOrd="0" destOrd="0" presId="urn:microsoft.com/office/officeart/2005/8/layout/hierarchy6"/>
    <dgm:cxn modelId="{66D11F89-5478-467B-B25C-B21019972287}" type="presParOf" srcId="{51432018-F9EC-4358-81E0-ABF153B7BFD3}" destId="{F8F07169-D2EF-44E3-A1FD-7E8D7B108776}" srcOrd="1" destOrd="0" presId="urn:microsoft.com/office/officeart/2005/8/layout/hierarchy6"/>
    <dgm:cxn modelId="{78B59D4F-E20E-4A63-8806-1F97B7C96876}" type="presParOf" srcId="{F8F07169-D2EF-44E3-A1FD-7E8D7B108776}" destId="{9C5D0159-BA6D-453E-A02F-EDBB98977592}" srcOrd="0" destOrd="0" presId="urn:microsoft.com/office/officeart/2005/8/layout/hierarchy6"/>
    <dgm:cxn modelId="{9003D1FD-63B0-45A1-BCA5-F2707B68CF32}" type="presParOf" srcId="{F8F07169-D2EF-44E3-A1FD-7E8D7B108776}" destId="{9F0155D3-BB76-45BD-BC2D-3E836000525C}" srcOrd="1" destOrd="0" presId="urn:microsoft.com/office/officeart/2005/8/layout/hierarchy6"/>
    <dgm:cxn modelId="{FB47BAA2-F2A6-404A-A499-7BABE960703C}" type="presParOf" srcId="{9F0155D3-BB76-45BD-BC2D-3E836000525C}" destId="{6194EE04-DD41-47DB-8CB8-815B7EA1C252}" srcOrd="0" destOrd="0" presId="urn:microsoft.com/office/officeart/2005/8/layout/hierarchy6"/>
    <dgm:cxn modelId="{02A9F256-1904-4544-8CDD-DA6C10D7641C}" type="presParOf" srcId="{9F0155D3-BB76-45BD-BC2D-3E836000525C}" destId="{D77E72E3-B097-47D3-A45C-8DCFECF0854B}" srcOrd="1" destOrd="0" presId="urn:microsoft.com/office/officeart/2005/8/layout/hierarchy6"/>
    <dgm:cxn modelId="{8F68490D-F20E-4A17-878F-A36B923C12B6}" type="presParOf" srcId="{F8F07169-D2EF-44E3-A1FD-7E8D7B108776}" destId="{AAC03E44-59F1-479F-8875-93DBAF4C6792}" srcOrd="2" destOrd="0" presId="urn:microsoft.com/office/officeart/2005/8/layout/hierarchy6"/>
    <dgm:cxn modelId="{E357CB3E-A857-4B48-9977-7E8BE8AD9D42}" type="presParOf" srcId="{F8F07169-D2EF-44E3-A1FD-7E8D7B108776}" destId="{9C19795F-776D-4CDB-811F-7AF6F2BB6FDE}" srcOrd="3" destOrd="0" presId="urn:microsoft.com/office/officeart/2005/8/layout/hierarchy6"/>
    <dgm:cxn modelId="{350CDA7D-AF52-4E72-9FFF-43B394A64123}" type="presParOf" srcId="{9C19795F-776D-4CDB-811F-7AF6F2BB6FDE}" destId="{EF26C293-6747-4E04-9E85-534987BD2007}" srcOrd="0" destOrd="0" presId="urn:microsoft.com/office/officeart/2005/8/layout/hierarchy6"/>
    <dgm:cxn modelId="{00C92186-8F77-416E-87D7-C36F4374818D}" type="presParOf" srcId="{9C19795F-776D-4CDB-811F-7AF6F2BB6FDE}" destId="{A99B0C21-74D3-42A4-AFD6-7329B29A1BB1}" srcOrd="1" destOrd="0" presId="urn:microsoft.com/office/officeart/2005/8/layout/hierarchy6"/>
    <dgm:cxn modelId="{B4C47FD8-0478-4404-A1E9-19641C5D5B21}" type="presParOf" srcId="{2F56F18E-0596-4026-A20F-B16382BEE08B}" destId="{0CC98026-1B67-4C01-B994-B95F573A55C0}" srcOrd="2" destOrd="0" presId="urn:microsoft.com/office/officeart/2005/8/layout/hierarchy6"/>
    <dgm:cxn modelId="{59209445-196F-47A5-8E75-E2E592B37B27}" type="presParOf" srcId="{2F56F18E-0596-4026-A20F-B16382BEE08B}" destId="{AF7F210C-08FD-46BD-A9D6-7EC216AAD1F1}" srcOrd="3" destOrd="0" presId="urn:microsoft.com/office/officeart/2005/8/layout/hierarchy6"/>
    <dgm:cxn modelId="{B7D6112D-860A-4326-B458-AB7B57246E9A}" type="presParOf" srcId="{AF7F210C-08FD-46BD-A9D6-7EC216AAD1F1}" destId="{389DDF9F-7EB6-4AD4-A09A-A31A96BA400C}" srcOrd="0" destOrd="0" presId="urn:microsoft.com/office/officeart/2005/8/layout/hierarchy6"/>
    <dgm:cxn modelId="{27E728AD-73A2-4253-8265-AFE497FB2C53}" type="presParOf" srcId="{AF7F210C-08FD-46BD-A9D6-7EC216AAD1F1}" destId="{F5104C03-6B50-408C-B610-6AA104D70467}" srcOrd="1" destOrd="0" presId="urn:microsoft.com/office/officeart/2005/8/layout/hierarchy6"/>
    <dgm:cxn modelId="{FCAEE70B-25A1-424A-B564-1AFF0CA2DB52}" type="presParOf" srcId="{F5104C03-6B50-408C-B610-6AA104D70467}" destId="{E0CBFD70-825A-43BE-8351-9AABF71770EE}" srcOrd="0" destOrd="0" presId="urn:microsoft.com/office/officeart/2005/8/layout/hierarchy6"/>
    <dgm:cxn modelId="{B7F02FE3-F365-44C0-83FD-D72B0F25E210}" type="presParOf" srcId="{F5104C03-6B50-408C-B610-6AA104D70467}" destId="{69AD2441-B7CC-41D0-B75E-463538D2D713}" srcOrd="1" destOrd="0" presId="urn:microsoft.com/office/officeart/2005/8/layout/hierarchy6"/>
    <dgm:cxn modelId="{4E928C2B-B809-4E14-AB68-B9E44C6B6CB7}" type="presParOf" srcId="{69AD2441-B7CC-41D0-B75E-463538D2D713}" destId="{81C63445-954D-49D2-B8D4-A035A3477DFB}" srcOrd="0" destOrd="0" presId="urn:microsoft.com/office/officeart/2005/8/layout/hierarchy6"/>
    <dgm:cxn modelId="{FAA468B7-8CD0-4357-9549-95607963C751}" type="presParOf" srcId="{69AD2441-B7CC-41D0-B75E-463538D2D713}" destId="{E35744DF-9ADE-4BB7-89C3-342F97C6B5EC}" srcOrd="1" destOrd="0" presId="urn:microsoft.com/office/officeart/2005/8/layout/hierarchy6"/>
    <dgm:cxn modelId="{8415F2A6-05FF-4333-B3A4-929370CA8AB4}" type="presParOf" srcId="{F5104C03-6B50-408C-B610-6AA104D70467}" destId="{FB339859-F091-4EB2-94DA-B21E53AE8D93}" srcOrd="2" destOrd="0" presId="urn:microsoft.com/office/officeart/2005/8/layout/hierarchy6"/>
    <dgm:cxn modelId="{D3C0B6FF-53D5-4A41-B868-0065B7801A4F}" type="presParOf" srcId="{F5104C03-6B50-408C-B610-6AA104D70467}" destId="{201541BC-CB1D-4811-8FEF-EFA6B79FD906}" srcOrd="3" destOrd="0" presId="urn:microsoft.com/office/officeart/2005/8/layout/hierarchy6"/>
    <dgm:cxn modelId="{58419EF1-06D8-4875-AFD8-358F2D1E620B}" type="presParOf" srcId="{201541BC-CB1D-4811-8FEF-EFA6B79FD906}" destId="{7497E05D-EBF3-457C-8ACF-94336F789532}" srcOrd="0" destOrd="0" presId="urn:microsoft.com/office/officeart/2005/8/layout/hierarchy6"/>
    <dgm:cxn modelId="{4BBEEDB8-73D2-4763-A140-3A92D223915B}" type="presParOf" srcId="{201541BC-CB1D-4811-8FEF-EFA6B79FD906}" destId="{99C59D10-2CEE-4855-8886-6DDCA5D68A99}" srcOrd="1" destOrd="0" presId="urn:microsoft.com/office/officeart/2005/8/layout/hierarchy6"/>
    <dgm:cxn modelId="{D4743A8C-8922-4DDB-B349-DF9DF9AC1E44}" type="presParOf" srcId="{D407490D-4AEB-4268-A35C-F0693D2103A1}" destId="{622854D9-1784-458B-BE5D-7C45F3423FB4}"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A2FCD07-4551-4B01-9C82-B0F6C48DA5C3}"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DF92E68F-45CC-46DA-8687-C7BF82FA48D3}">
      <dgm:prSet phldrT="[Text]"/>
      <dgm:spPr/>
      <dgm:t>
        <a:bodyPr/>
        <a:lstStyle/>
        <a:p>
          <a:r>
            <a:rPr lang="en-US" dirty="0"/>
            <a:t>5019</a:t>
          </a:r>
        </a:p>
      </dgm:t>
    </dgm:pt>
    <dgm:pt modelId="{DD672CF7-F2A0-49FE-AEBC-77A727CECECC}" type="parTrans" cxnId="{0C69725E-0C6F-4906-A60D-61540DDC3D96}">
      <dgm:prSet/>
      <dgm:spPr/>
      <dgm:t>
        <a:bodyPr/>
        <a:lstStyle/>
        <a:p>
          <a:endParaRPr lang="en-US"/>
        </a:p>
      </dgm:t>
    </dgm:pt>
    <dgm:pt modelId="{F64B5C49-EC39-465A-97D0-B04E4DA337E1}" type="sibTrans" cxnId="{0C69725E-0C6F-4906-A60D-61540DDC3D96}">
      <dgm:prSet/>
      <dgm:spPr/>
      <dgm:t>
        <a:bodyPr/>
        <a:lstStyle/>
        <a:p>
          <a:endParaRPr lang="en-US"/>
        </a:p>
      </dgm:t>
    </dgm:pt>
    <dgm:pt modelId="{44FCC70C-2094-4DDB-8B80-F111425073EC}">
      <dgm:prSet phldrT="[Text]"/>
      <dgm:spPr/>
      <dgm:t>
        <a:bodyPr/>
        <a:lstStyle/>
        <a:p>
          <a:r>
            <a:rPr lang="en-US" dirty="0"/>
            <a:t>4669</a:t>
          </a:r>
        </a:p>
      </dgm:t>
    </dgm:pt>
    <dgm:pt modelId="{00977466-CA73-44CB-B628-A7C8267E65A3}" type="parTrans" cxnId="{84F39596-954E-4806-B59C-F14275AC2FFD}">
      <dgm:prSet/>
      <dgm:spPr/>
      <dgm:t>
        <a:bodyPr/>
        <a:lstStyle/>
        <a:p>
          <a:endParaRPr lang="en-US"/>
        </a:p>
      </dgm:t>
    </dgm:pt>
    <dgm:pt modelId="{77EAF987-0B29-4A0B-9F5A-0E6046144085}" type="sibTrans" cxnId="{84F39596-954E-4806-B59C-F14275AC2FFD}">
      <dgm:prSet/>
      <dgm:spPr/>
      <dgm:t>
        <a:bodyPr/>
        <a:lstStyle/>
        <a:p>
          <a:endParaRPr lang="en-US"/>
        </a:p>
      </dgm:t>
    </dgm:pt>
    <dgm:pt modelId="{5F100825-B77B-47AC-A912-820F05EFFD63}">
      <dgm:prSet phldrT="[Text]"/>
      <dgm:spPr/>
      <dgm:t>
        <a:bodyPr/>
        <a:lstStyle/>
        <a:p>
          <a:r>
            <a:rPr lang="en-US" dirty="0"/>
            <a:t>4930</a:t>
          </a:r>
        </a:p>
      </dgm:t>
    </dgm:pt>
    <dgm:pt modelId="{7C980908-96C0-4760-8821-F84909CC20F1}" type="parTrans" cxnId="{9594BA7D-6D70-4EDA-B3CE-4FDAA2F8DB1D}">
      <dgm:prSet/>
      <dgm:spPr/>
      <dgm:t>
        <a:bodyPr/>
        <a:lstStyle/>
        <a:p>
          <a:endParaRPr lang="en-US"/>
        </a:p>
      </dgm:t>
    </dgm:pt>
    <dgm:pt modelId="{A3AB3CFA-7FBB-4197-9D86-FE4C21EDFE48}" type="sibTrans" cxnId="{9594BA7D-6D70-4EDA-B3CE-4FDAA2F8DB1D}">
      <dgm:prSet/>
      <dgm:spPr/>
      <dgm:t>
        <a:bodyPr/>
        <a:lstStyle/>
        <a:p>
          <a:endParaRPr lang="en-US"/>
        </a:p>
      </dgm:t>
    </dgm:pt>
    <dgm:pt modelId="{75B56370-B440-4079-A6BA-50795D38A648}">
      <dgm:prSet phldrT="[Text]"/>
      <dgm:spPr/>
      <dgm:t>
        <a:bodyPr/>
        <a:lstStyle/>
        <a:p>
          <a:r>
            <a:rPr lang="en-US" dirty="0"/>
            <a:t>4901</a:t>
          </a:r>
        </a:p>
      </dgm:t>
    </dgm:pt>
    <dgm:pt modelId="{2B3DE23D-DB73-43A5-AB06-E835ECF4C98F}" type="parTrans" cxnId="{EA78BCB9-C703-4528-9741-52C39F97BFCE}">
      <dgm:prSet/>
      <dgm:spPr/>
      <dgm:t>
        <a:bodyPr/>
        <a:lstStyle/>
        <a:p>
          <a:endParaRPr lang="en-US"/>
        </a:p>
      </dgm:t>
    </dgm:pt>
    <dgm:pt modelId="{86C88B41-1746-4275-99A9-99CDBAC573D8}" type="sibTrans" cxnId="{EA78BCB9-C703-4528-9741-52C39F97BFCE}">
      <dgm:prSet/>
      <dgm:spPr/>
      <dgm:t>
        <a:bodyPr/>
        <a:lstStyle/>
        <a:p>
          <a:endParaRPr lang="en-US"/>
        </a:p>
      </dgm:t>
    </dgm:pt>
    <dgm:pt modelId="{233EB698-A569-4A38-9D42-00AE13714CC9}">
      <dgm:prSet phldrT="[Text]"/>
      <dgm:spPr/>
      <dgm:t>
        <a:bodyPr/>
        <a:lstStyle/>
        <a:p>
          <a:r>
            <a:rPr lang="en-US" dirty="0"/>
            <a:t>5040</a:t>
          </a:r>
        </a:p>
      </dgm:t>
    </dgm:pt>
    <dgm:pt modelId="{7FDF8996-7A11-46A2-B4CA-ABF05310327F}" type="parTrans" cxnId="{5CEA26A3-C3C4-4D06-AE5E-02EA1D40C44E}">
      <dgm:prSet/>
      <dgm:spPr/>
      <dgm:t>
        <a:bodyPr/>
        <a:lstStyle/>
        <a:p>
          <a:endParaRPr lang="en-US"/>
        </a:p>
      </dgm:t>
    </dgm:pt>
    <dgm:pt modelId="{A7E318A0-55C7-4C17-A474-31E22DA7A169}" type="sibTrans" cxnId="{5CEA26A3-C3C4-4D06-AE5E-02EA1D40C44E}">
      <dgm:prSet/>
      <dgm:spPr/>
      <dgm:t>
        <a:bodyPr/>
        <a:lstStyle/>
        <a:p>
          <a:endParaRPr lang="en-US"/>
        </a:p>
      </dgm:t>
    </dgm:pt>
    <dgm:pt modelId="{E736E912-61AA-472B-9790-7E9E7F8AAA95}">
      <dgm:prSet phldrT="[Text]"/>
      <dgm:spPr/>
      <dgm:t>
        <a:bodyPr/>
        <a:lstStyle/>
        <a:p>
          <a:r>
            <a:rPr lang="en-US" dirty="0"/>
            <a:t>4910</a:t>
          </a:r>
        </a:p>
      </dgm:t>
    </dgm:pt>
    <dgm:pt modelId="{945B3E08-5635-486D-9F01-9AA34D460E61}" type="parTrans" cxnId="{79ED9D6E-6B31-4843-9315-7D319A5C4FD5}">
      <dgm:prSet/>
      <dgm:spPr/>
      <dgm:t>
        <a:bodyPr/>
        <a:lstStyle/>
        <a:p>
          <a:endParaRPr lang="en-US"/>
        </a:p>
      </dgm:t>
    </dgm:pt>
    <dgm:pt modelId="{E95EF3AE-2468-4A3D-A3D4-51DFF256048C}" type="sibTrans" cxnId="{79ED9D6E-6B31-4843-9315-7D319A5C4FD5}">
      <dgm:prSet/>
      <dgm:spPr/>
      <dgm:t>
        <a:bodyPr/>
        <a:lstStyle/>
        <a:p>
          <a:endParaRPr lang="en-US"/>
        </a:p>
      </dgm:t>
    </dgm:pt>
    <dgm:pt modelId="{2BE1AF2B-6D6A-451C-8E77-D8CDEA5AF8C7}">
      <dgm:prSet phldrT="[Text]"/>
      <dgm:spPr>
        <a:solidFill>
          <a:srgbClr val="FFFF00"/>
        </a:solidFill>
      </dgm:spPr>
      <dgm:t>
        <a:bodyPr/>
        <a:lstStyle/>
        <a:p>
          <a:r>
            <a:rPr lang="en-US" dirty="0"/>
            <a:t>5144</a:t>
          </a:r>
        </a:p>
      </dgm:t>
    </dgm:pt>
    <dgm:pt modelId="{8906B239-2AE7-442F-BD90-06F2B51769B3}" type="parTrans" cxnId="{B8C61D7C-280F-4B5C-882B-A1ED8876A6FB}">
      <dgm:prSet/>
      <dgm:spPr/>
      <dgm:t>
        <a:bodyPr/>
        <a:lstStyle/>
        <a:p>
          <a:endParaRPr lang="en-US"/>
        </a:p>
      </dgm:t>
    </dgm:pt>
    <dgm:pt modelId="{B629A970-A5B7-4010-852E-3BA54E71058D}" type="sibTrans" cxnId="{B8C61D7C-280F-4B5C-882B-A1ED8876A6FB}">
      <dgm:prSet/>
      <dgm:spPr/>
      <dgm:t>
        <a:bodyPr/>
        <a:lstStyle/>
        <a:p>
          <a:endParaRPr lang="en-US"/>
        </a:p>
      </dgm:t>
    </dgm:pt>
    <dgm:pt modelId="{D407490D-4AEB-4268-A35C-F0693D2103A1}" type="pres">
      <dgm:prSet presAssocID="{AA2FCD07-4551-4B01-9C82-B0F6C48DA5C3}" presName="mainComposite" presStyleCnt="0">
        <dgm:presLayoutVars>
          <dgm:chPref val="1"/>
          <dgm:dir/>
          <dgm:animOne val="branch"/>
          <dgm:animLvl val="lvl"/>
          <dgm:resizeHandles val="exact"/>
        </dgm:presLayoutVars>
      </dgm:prSet>
      <dgm:spPr/>
    </dgm:pt>
    <dgm:pt modelId="{140B3A6F-F3D4-4D08-8D0E-9AAE94DD5A53}" type="pres">
      <dgm:prSet presAssocID="{AA2FCD07-4551-4B01-9C82-B0F6C48DA5C3}" presName="hierFlow" presStyleCnt="0"/>
      <dgm:spPr/>
    </dgm:pt>
    <dgm:pt modelId="{3B8C5CF8-034B-4707-9D19-1C9E798E03CF}" type="pres">
      <dgm:prSet presAssocID="{AA2FCD07-4551-4B01-9C82-B0F6C48DA5C3}" presName="hierChild1" presStyleCnt="0">
        <dgm:presLayoutVars>
          <dgm:chPref val="1"/>
          <dgm:animOne val="branch"/>
          <dgm:animLvl val="lvl"/>
        </dgm:presLayoutVars>
      </dgm:prSet>
      <dgm:spPr/>
    </dgm:pt>
    <dgm:pt modelId="{FDC194DD-B1CD-457C-8EBD-F1497C82A4A7}" type="pres">
      <dgm:prSet presAssocID="{DF92E68F-45CC-46DA-8687-C7BF82FA48D3}" presName="Name14" presStyleCnt="0"/>
      <dgm:spPr/>
    </dgm:pt>
    <dgm:pt modelId="{88CA5F22-07F0-4A7E-B72E-5AFD65F6DB71}" type="pres">
      <dgm:prSet presAssocID="{DF92E68F-45CC-46DA-8687-C7BF82FA48D3}" presName="level1Shape" presStyleLbl="node0" presStyleIdx="0" presStyleCnt="1">
        <dgm:presLayoutVars>
          <dgm:chPref val="3"/>
        </dgm:presLayoutVars>
      </dgm:prSet>
      <dgm:spPr/>
    </dgm:pt>
    <dgm:pt modelId="{2F56F18E-0596-4026-A20F-B16382BEE08B}" type="pres">
      <dgm:prSet presAssocID="{DF92E68F-45CC-46DA-8687-C7BF82FA48D3}" presName="hierChild2" presStyleCnt="0"/>
      <dgm:spPr/>
    </dgm:pt>
    <dgm:pt modelId="{D1F98DF7-1D48-45FA-A919-9F90BEB2E636}" type="pres">
      <dgm:prSet presAssocID="{00977466-CA73-44CB-B628-A7C8267E65A3}" presName="Name19" presStyleLbl="parChTrans1D2" presStyleIdx="0" presStyleCnt="2"/>
      <dgm:spPr/>
    </dgm:pt>
    <dgm:pt modelId="{51432018-F9EC-4358-81E0-ABF153B7BFD3}" type="pres">
      <dgm:prSet presAssocID="{44FCC70C-2094-4DDB-8B80-F111425073EC}" presName="Name21" presStyleCnt="0"/>
      <dgm:spPr/>
    </dgm:pt>
    <dgm:pt modelId="{46E2E4C9-8FCA-4BEB-878C-C601778A1117}" type="pres">
      <dgm:prSet presAssocID="{44FCC70C-2094-4DDB-8B80-F111425073EC}" presName="level2Shape" presStyleLbl="node2" presStyleIdx="0" presStyleCnt="2"/>
      <dgm:spPr/>
    </dgm:pt>
    <dgm:pt modelId="{F8F07169-D2EF-44E3-A1FD-7E8D7B108776}" type="pres">
      <dgm:prSet presAssocID="{44FCC70C-2094-4DDB-8B80-F111425073EC}" presName="hierChild3" presStyleCnt="0"/>
      <dgm:spPr/>
    </dgm:pt>
    <dgm:pt modelId="{9C5D0159-BA6D-453E-A02F-EDBB98977592}" type="pres">
      <dgm:prSet presAssocID="{7C980908-96C0-4760-8821-F84909CC20F1}" presName="Name19" presStyleLbl="parChTrans1D3" presStyleIdx="0" presStyleCnt="4"/>
      <dgm:spPr/>
    </dgm:pt>
    <dgm:pt modelId="{9F0155D3-BB76-45BD-BC2D-3E836000525C}" type="pres">
      <dgm:prSet presAssocID="{5F100825-B77B-47AC-A912-820F05EFFD63}" presName="Name21" presStyleCnt="0"/>
      <dgm:spPr/>
    </dgm:pt>
    <dgm:pt modelId="{6194EE04-DD41-47DB-8CB8-815B7EA1C252}" type="pres">
      <dgm:prSet presAssocID="{5F100825-B77B-47AC-A912-820F05EFFD63}" presName="level2Shape" presStyleLbl="node3" presStyleIdx="0" presStyleCnt="4"/>
      <dgm:spPr/>
    </dgm:pt>
    <dgm:pt modelId="{D77E72E3-B097-47D3-A45C-8DCFECF0854B}" type="pres">
      <dgm:prSet presAssocID="{5F100825-B77B-47AC-A912-820F05EFFD63}" presName="hierChild3" presStyleCnt="0"/>
      <dgm:spPr/>
    </dgm:pt>
    <dgm:pt modelId="{AAC03E44-59F1-479F-8875-93DBAF4C6792}" type="pres">
      <dgm:prSet presAssocID="{2B3DE23D-DB73-43A5-AB06-E835ECF4C98F}" presName="Name19" presStyleLbl="parChTrans1D3" presStyleIdx="1" presStyleCnt="4"/>
      <dgm:spPr/>
    </dgm:pt>
    <dgm:pt modelId="{9C19795F-776D-4CDB-811F-7AF6F2BB6FDE}" type="pres">
      <dgm:prSet presAssocID="{75B56370-B440-4079-A6BA-50795D38A648}" presName="Name21" presStyleCnt="0"/>
      <dgm:spPr/>
    </dgm:pt>
    <dgm:pt modelId="{EF26C293-6747-4E04-9E85-534987BD2007}" type="pres">
      <dgm:prSet presAssocID="{75B56370-B440-4079-A6BA-50795D38A648}" presName="level2Shape" presStyleLbl="node3" presStyleIdx="1" presStyleCnt="4"/>
      <dgm:spPr/>
    </dgm:pt>
    <dgm:pt modelId="{A99B0C21-74D3-42A4-AFD6-7329B29A1BB1}" type="pres">
      <dgm:prSet presAssocID="{75B56370-B440-4079-A6BA-50795D38A648}" presName="hierChild3" presStyleCnt="0"/>
      <dgm:spPr/>
    </dgm:pt>
    <dgm:pt modelId="{0CC98026-1B67-4C01-B994-B95F573A55C0}" type="pres">
      <dgm:prSet presAssocID="{7FDF8996-7A11-46A2-B4CA-ABF05310327F}" presName="Name19" presStyleLbl="parChTrans1D2" presStyleIdx="1" presStyleCnt="2"/>
      <dgm:spPr/>
    </dgm:pt>
    <dgm:pt modelId="{AF7F210C-08FD-46BD-A9D6-7EC216AAD1F1}" type="pres">
      <dgm:prSet presAssocID="{233EB698-A569-4A38-9D42-00AE13714CC9}" presName="Name21" presStyleCnt="0"/>
      <dgm:spPr/>
    </dgm:pt>
    <dgm:pt modelId="{389DDF9F-7EB6-4AD4-A09A-A31A96BA400C}" type="pres">
      <dgm:prSet presAssocID="{233EB698-A569-4A38-9D42-00AE13714CC9}" presName="level2Shape" presStyleLbl="node2" presStyleIdx="1" presStyleCnt="2"/>
      <dgm:spPr/>
    </dgm:pt>
    <dgm:pt modelId="{F5104C03-6B50-408C-B610-6AA104D70467}" type="pres">
      <dgm:prSet presAssocID="{233EB698-A569-4A38-9D42-00AE13714CC9}" presName="hierChild3" presStyleCnt="0"/>
      <dgm:spPr/>
    </dgm:pt>
    <dgm:pt modelId="{E0CBFD70-825A-43BE-8351-9AABF71770EE}" type="pres">
      <dgm:prSet presAssocID="{945B3E08-5635-486D-9F01-9AA34D460E61}" presName="Name19" presStyleLbl="parChTrans1D3" presStyleIdx="2" presStyleCnt="4"/>
      <dgm:spPr/>
    </dgm:pt>
    <dgm:pt modelId="{69AD2441-B7CC-41D0-B75E-463538D2D713}" type="pres">
      <dgm:prSet presAssocID="{E736E912-61AA-472B-9790-7E9E7F8AAA95}" presName="Name21" presStyleCnt="0"/>
      <dgm:spPr/>
    </dgm:pt>
    <dgm:pt modelId="{81C63445-954D-49D2-B8D4-A035A3477DFB}" type="pres">
      <dgm:prSet presAssocID="{E736E912-61AA-472B-9790-7E9E7F8AAA95}" presName="level2Shape" presStyleLbl="node3" presStyleIdx="2" presStyleCnt="4"/>
      <dgm:spPr/>
    </dgm:pt>
    <dgm:pt modelId="{E35744DF-9ADE-4BB7-89C3-342F97C6B5EC}" type="pres">
      <dgm:prSet presAssocID="{E736E912-61AA-472B-9790-7E9E7F8AAA95}" presName="hierChild3" presStyleCnt="0"/>
      <dgm:spPr/>
    </dgm:pt>
    <dgm:pt modelId="{FB339859-F091-4EB2-94DA-B21E53AE8D93}" type="pres">
      <dgm:prSet presAssocID="{8906B239-2AE7-442F-BD90-06F2B51769B3}" presName="Name19" presStyleLbl="parChTrans1D3" presStyleIdx="3" presStyleCnt="4"/>
      <dgm:spPr/>
    </dgm:pt>
    <dgm:pt modelId="{201541BC-CB1D-4811-8FEF-EFA6B79FD906}" type="pres">
      <dgm:prSet presAssocID="{2BE1AF2B-6D6A-451C-8E77-D8CDEA5AF8C7}" presName="Name21" presStyleCnt="0"/>
      <dgm:spPr/>
    </dgm:pt>
    <dgm:pt modelId="{7497E05D-EBF3-457C-8ACF-94336F789532}" type="pres">
      <dgm:prSet presAssocID="{2BE1AF2B-6D6A-451C-8E77-D8CDEA5AF8C7}" presName="level2Shape" presStyleLbl="node3" presStyleIdx="3" presStyleCnt="4"/>
      <dgm:spPr/>
    </dgm:pt>
    <dgm:pt modelId="{99C59D10-2CEE-4855-8886-6DDCA5D68A99}" type="pres">
      <dgm:prSet presAssocID="{2BE1AF2B-6D6A-451C-8E77-D8CDEA5AF8C7}" presName="hierChild3" presStyleCnt="0"/>
      <dgm:spPr/>
    </dgm:pt>
    <dgm:pt modelId="{622854D9-1784-458B-BE5D-7C45F3423FB4}" type="pres">
      <dgm:prSet presAssocID="{AA2FCD07-4551-4B01-9C82-B0F6C48DA5C3}" presName="bgShapesFlow" presStyleCnt="0"/>
      <dgm:spPr/>
    </dgm:pt>
  </dgm:ptLst>
  <dgm:cxnLst>
    <dgm:cxn modelId="{5DAB1400-91F2-4AAC-8E39-1530E70227FF}" type="presOf" srcId="{945B3E08-5635-486D-9F01-9AA34D460E61}" destId="{E0CBFD70-825A-43BE-8351-9AABF71770EE}" srcOrd="0" destOrd="0" presId="urn:microsoft.com/office/officeart/2005/8/layout/hierarchy6"/>
    <dgm:cxn modelId="{C37AA629-46AC-4260-9D61-7914B3679554}" type="presOf" srcId="{AA2FCD07-4551-4B01-9C82-B0F6C48DA5C3}" destId="{D407490D-4AEB-4268-A35C-F0693D2103A1}" srcOrd="0" destOrd="0" presId="urn:microsoft.com/office/officeart/2005/8/layout/hierarchy6"/>
    <dgm:cxn modelId="{48789435-8482-4824-B194-24ECE249F0AF}" type="presOf" srcId="{7FDF8996-7A11-46A2-B4CA-ABF05310327F}" destId="{0CC98026-1B67-4C01-B994-B95F573A55C0}" srcOrd="0" destOrd="0" presId="urn:microsoft.com/office/officeart/2005/8/layout/hierarchy6"/>
    <dgm:cxn modelId="{0C69725E-0C6F-4906-A60D-61540DDC3D96}" srcId="{AA2FCD07-4551-4B01-9C82-B0F6C48DA5C3}" destId="{DF92E68F-45CC-46DA-8687-C7BF82FA48D3}" srcOrd="0" destOrd="0" parTransId="{DD672CF7-F2A0-49FE-AEBC-77A727CECECC}" sibTransId="{F64B5C49-EC39-465A-97D0-B04E4DA337E1}"/>
    <dgm:cxn modelId="{AEB8204A-B727-4242-9DB0-94AF0A8F13A7}" type="presOf" srcId="{5F100825-B77B-47AC-A912-820F05EFFD63}" destId="{6194EE04-DD41-47DB-8CB8-815B7EA1C252}" srcOrd="0" destOrd="0" presId="urn:microsoft.com/office/officeart/2005/8/layout/hierarchy6"/>
    <dgm:cxn modelId="{79ED9D6E-6B31-4843-9315-7D319A5C4FD5}" srcId="{233EB698-A569-4A38-9D42-00AE13714CC9}" destId="{E736E912-61AA-472B-9790-7E9E7F8AAA95}" srcOrd="0" destOrd="0" parTransId="{945B3E08-5635-486D-9F01-9AA34D460E61}" sibTransId="{E95EF3AE-2468-4A3D-A3D4-51DFF256048C}"/>
    <dgm:cxn modelId="{2F70E858-65E1-4125-90B1-B454BC4AED3E}" type="presOf" srcId="{7C980908-96C0-4760-8821-F84909CC20F1}" destId="{9C5D0159-BA6D-453E-A02F-EDBB98977592}" srcOrd="0" destOrd="0" presId="urn:microsoft.com/office/officeart/2005/8/layout/hierarchy6"/>
    <dgm:cxn modelId="{B8C61D7C-280F-4B5C-882B-A1ED8876A6FB}" srcId="{233EB698-A569-4A38-9D42-00AE13714CC9}" destId="{2BE1AF2B-6D6A-451C-8E77-D8CDEA5AF8C7}" srcOrd="1" destOrd="0" parTransId="{8906B239-2AE7-442F-BD90-06F2B51769B3}" sibTransId="{B629A970-A5B7-4010-852E-3BA54E71058D}"/>
    <dgm:cxn modelId="{9594BA7D-6D70-4EDA-B3CE-4FDAA2F8DB1D}" srcId="{44FCC70C-2094-4DDB-8B80-F111425073EC}" destId="{5F100825-B77B-47AC-A912-820F05EFFD63}" srcOrd="0" destOrd="0" parTransId="{7C980908-96C0-4760-8821-F84909CC20F1}" sibTransId="{A3AB3CFA-7FBB-4197-9D86-FE4C21EDFE48}"/>
    <dgm:cxn modelId="{1576717E-B467-4FC9-BC3F-57CF42587573}" type="presOf" srcId="{DF92E68F-45CC-46DA-8687-C7BF82FA48D3}" destId="{88CA5F22-07F0-4A7E-B72E-5AFD65F6DB71}" srcOrd="0" destOrd="0" presId="urn:microsoft.com/office/officeart/2005/8/layout/hierarchy6"/>
    <dgm:cxn modelId="{69820884-DCDC-43B3-8443-88C440E4D372}" type="presOf" srcId="{00977466-CA73-44CB-B628-A7C8267E65A3}" destId="{D1F98DF7-1D48-45FA-A919-9F90BEB2E636}" srcOrd="0" destOrd="0" presId="urn:microsoft.com/office/officeart/2005/8/layout/hierarchy6"/>
    <dgm:cxn modelId="{84F39596-954E-4806-B59C-F14275AC2FFD}" srcId="{DF92E68F-45CC-46DA-8687-C7BF82FA48D3}" destId="{44FCC70C-2094-4DDB-8B80-F111425073EC}" srcOrd="0" destOrd="0" parTransId="{00977466-CA73-44CB-B628-A7C8267E65A3}" sibTransId="{77EAF987-0B29-4A0B-9F5A-0E6046144085}"/>
    <dgm:cxn modelId="{23D00498-5581-496E-9B8F-75F23A8179D9}" type="presOf" srcId="{2BE1AF2B-6D6A-451C-8E77-D8CDEA5AF8C7}" destId="{7497E05D-EBF3-457C-8ACF-94336F789532}" srcOrd="0" destOrd="0" presId="urn:microsoft.com/office/officeart/2005/8/layout/hierarchy6"/>
    <dgm:cxn modelId="{5CEA26A3-C3C4-4D06-AE5E-02EA1D40C44E}" srcId="{DF92E68F-45CC-46DA-8687-C7BF82FA48D3}" destId="{233EB698-A569-4A38-9D42-00AE13714CC9}" srcOrd="1" destOrd="0" parTransId="{7FDF8996-7A11-46A2-B4CA-ABF05310327F}" sibTransId="{A7E318A0-55C7-4C17-A474-31E22DA7A169}"/>
    <dgm:cxn modelId="{327097B4-1125-4AC4-9F3D-FB64D56B50D5}" type="presOf" srcId="{8906B239-2AE7-442F-BD90-06F2B51769B3}" destId="{FB339859-F091-4EB2-94DA-B21E53AE8D93}" srcOrd="0" destOrd="0" presId="urn:microsoft.com/office/officeart/2005/8/layout/hierarchy6"/>
    <dgm:cxn modelId="{2AC366B6-20C7-49CB-AF3D-2D45289FFBF7}" type="presOf" srcId="{233EB698-A569-4A38-9D42-00AE13714CC9}" destId="{389DDF9F-7EB6-4AD4-A09A-A31A96BA400C}" srcOrd="0" destOrd="0" presId="urn:microsoft.com/office/officeart/2005/8/layout/hierarchy6"/>
    <dgm:cxn modelId="{06E88AB7-A17B-4541-911B-C9190700C9D6}" type="presOf" srcId="{75B56370-B440-4079-A6BA-50795D38A648}" destId="{EF26C293-6747-4E04-9E85-534987BD2007}" srcOrd="0" destOrd="0" presId="urn:microsoft.com/office/officeart/2005/8/layout/hierarchy6"/>
    <dgm:cxn modelId="{9C138EB7-92D2-45F5-B42A-03831B9A672A}" type="presOf" srcId="{E736E912-61AA-472B-9790-7E9E7F8AAA95}" destId="{81C63445-954D-49D2-B8D4-A035A3477DFB}" srcOrd="0" destOrd="0" presId="urn:microsoft.com/office/officeart/2005/8/layout/hierarchy6"/>
    <dgm:cxn modelId="{EA78BCB9-C703-4528-9741-52C39F97BFCE}" srcId="{44FCC70C-2094-4DDB-8B80-F111425073EC}" destId="{75B56370-B440-4079-A6BA-50795D38A648}" srcOrd="1" destOrd="0" parTransId="{2B3DE23D-DB73-43A5-AB06-E835ECF4C98F}" sibTransId="{86C88B41-1746-4275-99A9-99CDBAC573D8}"/>
    <dgm:cxn modelId="{D3EE1ECD-07F9-4DC7-8D94-E4A2780443E9}" type="presOf" srcId="{2B3DE23D-DB73-43A5-AB06-E835ECF4C98F}" destId="{AAC03E44-59F1-479F-8875-93DBAF4C6792}" srcOrd="0" destOrd="0" presId="urn:microsoft.com/office/officeart/2005/8/layout/hierarchy6"/>
    <dgm:cxn modelId="{C00907CE-AEC6-4AA4-8B86-B6F1ECD4072B}" type="presOf" srcId="{44FCC70C-2094-4DDB-8B80-F111425073EC}" destId="{46E2E4C9-8FCA-4BEB-878C-C601778A1117}" srcOrd="0" destOrd="0" presId="urn:microsoft.com/office/officeart/2005/8/layout/hierarchy6"/>
    <dgm:cxn modelId="{1FA71108-9F5E-45C4-AA81-4FD4FDA3A7AC}" type="presParOf" srcId="{D407490D-4AEB-4268-A35C-F0693D2103A1}" destId="{140B3A6F-F3D4-4D08-8D0E-9AAE94DD5A53}" srcOrd="0" destOrd="0" presId="urn:microsoft.com/office/officeart/2005/8/layout/hierarchy6"/>
    <dgm:cxn modelId="{9C6FFC8B-BF73-4D3E-8C98-9BD201A4AB72}" type="presParOf" srcId="{140B3A6F-F3D4-4D08-8D0E-9AAE94DD5A53}" destId="{3B8C5CF8-034B-4707-9D19-1C9E798E03CF}" srcOrd="0" destOrd="0" presId="urn:microsoft.com/office/officeart/2005/8/layout/hierarchy6"/>
    <dgm:cxn modelId="{DA56C6B2-38FC-41F7-A331-57CF3063CE4B}" type="presParOf" srcId="{3B8C5CF8-034B-4707-9D19-1C9E798E03CF}" destId="{FDC194DD-B1CD-457C-8EBD-F1497C82A4A7}" srcOrd="0" destOrd="0" presId="urn:microsoft.com/office/officeart/2005/8/layout/hierarchy6"/>
    <dgm:cxn modelId="{ACF26C4B-2936-4A24-872C-BE585D494BEB}" type="presParOf" srcId="{FDC194DD-B1CD-457C-8EBD-F1497C82A4A7}" destId="{88CA5F22-07F0-4A7E-B72E-5AFD65F6DB71}" srcOrd="0" destOrd="0" presId="urn:microsoft.com/office/officeart/2005/8/layout/hierarchy6"/>
    <dgm:cxn modelId="{D403CE68-3FCE-43FE-AF95-8923B20DCC94}" type="presParOf" srcId="{FDC194DD-B1CD-457C-8EBD-F1497C82A4A7}" destId="{2F56F18E-0596-4026-A20F-B16382BEE08B}" srcOrd="1" destOrd="0" presId="urn:microsoft.com/office/officeart/2005/8/layout/hierarchy6"/>
    <dgm:cxn modelId="{73D74539-203C-4C80-8E82-DE3377844A44}" type="presParOf" srcId="{2F56F18E-0596-4026-A20F-B16382BEE08B}" destId="{D1F98DF7-1D48-45FA-A919-9F90BEB2E636}" srcOrd="0" destOrd="0" presId="urn:microsoft.com/office/officeart/2005/8/layout/hierarchy6"/>
    <dgm:cxn modelId="{5BC0638A-E9BD-4E84-B946-6453DA3981DA}" type="presParOf" srcId="{2F56F18E-0596-4026-A20F-B16382BEE08B}" destId="{51432018-F9EC-4358-81E0-ABF153B7BFD3}" srcOrd="1" destOrd="0" presId="urn:microsoft.com/office/officeart/2005/8/layout/hierarchy6"/>
    <dgm:cxn modelId="{9CFD3D9F-BF0E-4AC1-A9B8-2ADB7CE2B8E1}" type="presParOf" srcId="{51432018-F9EC-4358-81E0-ABF153B7BFD3}" destId="{46E2E4C9-8FCA-4BEB-878C-C601778A1117}" srcOrd="0" destOrd="0" presId="urn:microsoft.com/office/officeart/2005/8/layout/hierarchy6"/>
    <dgm:cxn modelId="{66D11F89-5478-467B-B25C-B21019972287}" type="presParOf" srcId="{51432018-F9EC-4358-81E0-ABF153B7BFD3}" destId="{F8F07169-D2EF-44E3-A1FD-7E8D7B108776}" srcOrd="1" destOrd="0" presId="urn:microsoft.com/office/officeart/2005/8/layout/hierarchy6"/>
    <dgm:cxn modelId="{78B59D4F-E20E-4A63-8806-1F97B7C96876}" type="presParOf" srcId="{F8F07169-D2EF-44E3-A1FD-7E8D7B108776}" destId="{9C5D0159-BA6D-453E-A02F-EDBB98977592}" srcOrd="0" destOrd="0" presId="urn:microsoft.com/office/officeart/2005/8/layout/hierarchy6"/>
    <dgm:cxn modelId="{9003D1FD-63B0-45A1-BCA5-F2707B68CF32}" type="presParOf" srcId="{F8F07169-D2EF-44E3-A1FD-7E8D7B108776}" destId="{9F0155D3-BB76-45BD-BC2D-3E836000525C}" srcOrd="1" destOrd="0" presId="urn:microsoft.com/office/officeart/2005/8/layout/hierarchy6"/>
    <dgm:cxn modelId="{FB47BAA2-F2A6-404A-A499-7BABE960703C}" type="presParOf" srcId="{9F0155D3-BB76-45BD-BC2D-3E836000525C}" destId="{6194EE04-DD41-47DB-8CB8-815B7EA1C252}" srcOrd="0" destOrd="0" presId="urn:microsoft.com/office/officeart/2005/8/layout/hierarchy6"/>
    <dgm:cxn modelId="{02A9F256-1904-4544-8CDD-DA6C10D7641C}" type="presParOf" srcId="{9F0155D3-BB76-45BD-BC2D-3E836000525C}" destId="{D77E72E3-B097-47D3-A45C-8DCFECF0854B}" srcOrd="1" destOrd="0" presId="urn:microsoft.com/office/officeart/2005/8/layout/hierarchy6"/>
    <dgm:cxn modelId="{8F68490D-F20E-4A17-878F-A36B923C12B6}" type="presParOf" srcId="{F8F07169-D2EF-44E3-A1FD-7E8D7B108776}" destId="{AAC03E44-59F1-479F-8875-93DBAF4C6792}" srcOrd="2" destOrd="0" presId="urn:microsoft.com/office/officeart/2005/8/layout/hierarchy6"/>
    <dgm:cxn modelId="{E357CB3E-A857-4B48-9977-7E8BE8AD9D42}" type="presParOf" srcId="{F8F07169-D2EF-44E3-A1FD-7E8D7B108776}" destId="{9C19795F-776D-4CDB-811F-7AF6F2BB6FDE}" srcOrd="3" destOrd="0" presId="urn:microsoft.com/office/officeart/2005/8/layout/hierarchy6"/>
    <dgm:cxn modelId="{350CDA7D-AF52-4E72-9FFF-43B394A64123}" type="presParOf" srcId="{9C19795F-776D-4CDB-811F-7AF6F2BB6FDE}" destId="{EF26C293-6747-4E04-9E85-534987BD2007}" srcOrd="0" destOrd="0" presId="urn:microsoft.com/office/officeart/2005/8/layout/hierarchy6"/>
    <dgm:cxn modelId="{00C92186-8F77-416E-87D7-C36F4374818D}" type="presParOf" srcId="{9C19795F-776D-4CDB-811F-7AF6F2BB6FDE}" destId="{A99B0C21-74D3-42A4-AFD6-7329B29A1BB1}" srcOrd="1" destOrd="0" presId="urn:microsoft.com/office/officeart/2005/8/layout/hierarchy6"/>
    <dgm:cxn modelId="{B4C47FD8-0478-4404-A1E9-19641C5D5B21}" type="presParOf" srcId="{2F56F18E-0596-4026-A20F-B16382BEE08B}" destId="{0CC98026-1B67-4C01-B994-B95F573A55C0}" srcOrd="2" destOrd="0" presId="urn:microsoft.com/office/officeart/2005/8/layout/hierarchy6"/>
    <dgm:cxn modelId="{59209445-196F-47A5-8E75-E2E592B37B27}" type="presParOf" srcId="{2F56F18E-0596-4026-A20F-B16382BEE08B}" destId="{AF7F210C-08FD-46BD-A9D6-7EC216AAD1F1}" srcOrd="3" destOrd="0" presId="urn:microsoft.com/office/officeart/2005/8/layout/hierarchy6"/>
    <dgm:cxn modelId="{B7D6112D-860A-4326-B458-AB7B57246E9A}" type="presParOf" srcId="{AF7F210C-08FD-46BD-A9D6-7EC216AAD1F1}" destId="{389DDF9F-7EB6-4AD4-A09A-A31A96BA400C}" srcOrd="0" destOrd="0" presId="urn:microsoft.com/office/officeart/2005/8/layout/hierarchy6"/>
    <dgm:cxn modelId="{27E728AD-73A2-4253-8265-AFE497FB2C53}" type="presParOf" srcId="{AF7F210C-08FD-46BD-A9D6-7EC216AAD1F1}" destId="{F5104C03-6B50-408C-B610-6AA104D70467}" srcOrd="1" destOrd="0" presId="urn:microsoft.com/office/officeart/2005/8/layout/hierarchy6"/>
    <dgm:cxn modelId="{FCAEE70B-25A1-424A-B564-1AFF0CA2DB52}" type="presParOf" srcId="{F5104C03-6B50-408C-B610-6AA104D70467}" destId="{E0CBFD70-825A-43BE-8351-9AABF71770EE}" srcOrd="0" destOrd="0" presId="urn:microsoft.com/office/officeart/2005/8/layout/hierarchy6"/>
    <dgm:cxn modelId="{B7F02FE3-F365-44C0-83FD-D72B0F25E210}" type="presParOf" srcId="{F5104C03-6B50-408C-B610-6AA104D70467}" destId="{69AD2441-B7CC-41D0-B75E-463538D2D713}" srcOrd="1" destOrd="0" presId="urn:microsoft.com/office/officeart/2005/8/layout/hierarchy6"/>
    <dgm:cxn modelId="{4E928C2B-B809-4E14-AB68-B9E44C6B6CB7}" type="presParOf" srcId="{69AD2441-B7CC-41D0-B75E-463538D2D713}" destId="{81C63445-954D-49D2-B8D4-A035A3477DFB}" srcOrd="0" destOrd="0" presId="urn:microsoft.com/office/officeart/2005/8/layout/hierarchy6"/>
    <dgm:cxn modelId="{FAA468B7-8CD0-4357-9549-95607963C751}" type="presParOf" srcId="{69AD2441-B7CC-41D0-B75E-463538D2D713}" destId="{E35744DF-9ADE-4BB7-89C3-342F97C6B5EC}" srcOrd="1" destOrd="0" presId="urn:microsoft.com/office/officeart/2005/8/layout/hierarchy6"/>
    <dgm:cxn modelId="{8415F2A6-05FF-4333-B3A4-929370CA8AB4}" type="presParOf" srcId="{F5104C03-6B50-408C-B610-6AA104D70467}" destId="{FB339859-F091-4EB2-94DA-B21E53AE8D93}" srcOrd="2" destOrd="0" presId="urn:microsoft.com/office/officeart/2005/8/layout/hierarchy6"/>
    <dgm:cxn modelId="{D3C0B6FF-53D5-4A41-B868-0065B7801A4F}" type="presParOf" srcId="{F5104C03-6B50-408C-B610-6AA104D70467}" destId="{201541BC-CB1D-4811-8FEF-EFA6B79FD906}" srcOrd="3" destOrd="0" presId="urn:microsoft.com/office/officeart/2005/8/layout/hierarchy6"/>
    <dgm:cxn modelId="{58419EF1-06D8-4875-AFD8-358F2D1E620B}" type="presParOf" srcId="{201541BC-CB1D-4811-8FEF-EFA6B79FD906}" destId="{7497E05D-EBF3-457C-8ACF-94336F789532}" srcOrd="0" destOrd="0" presId="urn:microsoft.com/office/officeart/2005/8/layout/hierarchy6"/>
    <dgm:cxn modelId="{4BBEEDB8-73D2-4763-A140-3A92D223915B}" type="presParOf" srcId="{201541BC-CB1D-4811-8FEF-EFA6B79FD906}" destId="{99C59D10-2CEE-4855-8886-6DDCA5D68A99}" srcOrd="1" destOrd="0" presId="urn:microsoft.com/office/officeart/2005/8/layout/hierarchy6"/>
    <dgm:cxn modelId="{D4743A8C-8922-4DDB-B349-DF9DF9AC1E44}" type="presParOf" srcId="{D407490D-4AEB-4268-A35C-F0693D2103A1}" destId="{622854D9-1784-458B-BE5D-7C45F3423FB4}"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A2FCD07-4551-4B01-9C82-B0F6C48DA5C3}"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DF92E68F-45CC-46DA-8687-C7BF82FA48D3}">
      <dgm:prSet phldrT="[Text]"/>
      <dgm:spPr/>
      <dgm:t>
        <a:bodyPr/>
        <a:lstStyle/>
        <a:p>
          <a:r>
            <a:rPr lang="en-US" dirty="0"/>
            <a:t>5051</a:t>
          </a:r>
        </a:p>
      </dgm:t>
    </dgm:pt>
    <dgm:pt modelId="{F64B5C49-EC39-465A-97D0-B04E4DA337E1}" type="sibTrans" cxnId="{0C69725E-0C6F-4906-A60D-61540DDC3D96}">
      <dgm:prSet/>
      <dgm:spPr/>
      <dgm:t>
        <a:bodyPr/>
        <a:lstStyle/>
        <a:p>
          <a:endParaRPr lang="en-US"/>
        </a:p>
      </dgm:t>
    </dgm:pt>
    <dgm:pt modelId="{DD672CF7-F2A0-49FE-AEBC-77A727CECECC}" type="parTrans" cxnId="{0C69725E-0C6F-4906-A60D-61540DDC3D96}">
      <dgm:prSet/>
      <dgm:spPr/>
      <dgm:t>
        <a:bodyPr/>
        <a:lstStyle/>
        <a:p>
          <a:endParaRPr lang="en-US"/>
        </a:p>
      </dgm:t>
    </dgm:pt>
    <dgm:pt modelId="{0B22359F-6DFF-4E69-BAFB-EC2DAC9910AA}">
      <dgm:prSet phldrT="[Text]"/>
      <dgm:spPr>
        <a:solidFill>
          <a:srgbClr val="FF0000"/>
        </a:solidFill>
      </dgm:spPr>
      <dgm:t>
        <a:bodyPr/>
        <a:lstStyle/>
        <a:p>
          <a:r>
            <a:rPr lang="en-US" dirty="0"/>
            <a:t>5139</a:t>
          </a:r>
        </a:p>
      </dgm:t>
    </dgm:pt>
    <dgm:pt modelId="{ED420C27-B277-408B-B98F-0EA703A173EA}" type="parTrans" cxnId="{DC39B2E1-D99D-4A44-B867-C98BA38A06DC}">
      <dgm:prSet/>
      <dgm:spPr/>
      <dgm:t>
        <a:bodyPr/>
        <a:lstStyle/>
        <a:p>
          <a:endParaRPr lang="en-US"/>
        </a:p>
      </dgm:t>
    </dgm:pt>
    <dgm:pt modelId="{C171ADD1-F2CC-41EE-9E18-50947B30F156}" type="sibTrans" cxnId="{DC39B2E1-D99D-4A44-B867-C98BA38A06DC}">
      <dgm:prSet/>
      <dgm:spPr/>
      <dgm:t>
        <a:bodyPr/>
        <a:lstStyle/>
        <a:p>
          <a:endParaRPr lang="en-US"/>
        </a:p>
      </dgm:t>
    </dgm:pt>
    <dgm:pt modelId="{8EACF92F-B865-4259-8C7B-97324239D2C1}">
      <dgm:prSet phldrT="[Text]"/>
      <dgm:spPr/>
      <dgm:t>
        <a:bodyPr/>
        <a:lstStyle/>
        <a:p>
          <a:r>
            <a:rPr lang="en-US" dirty="0"/>
            <a:t>4946</a:t>
          </a:r>
        </a:p>
      </dgm:t>
    </dgm:pt>
    <dgm:pt modelId="{231FB08D-7D3B-4A39-A0C9-2C7470B79A31}" type="parTrans" cxnId="{5A26F2FF-70D6-4DF2-A049-68AD54A51E63}">
      <dgm:prSet/>
      <dgm:spPr/>
      <dgm:t>
        <a:bodyPr/>
        <a:lstStyle/>
        <a:p>
          <a:endParaRPr lang="en-US"/>
        </a:p>
      </dgm:t>
    </dgm:pt>
    <dgm:pt modelId="{4BC26CEF-7EBB-4042-BAEE-6E0AC05F3828}" type="sibTrans" cxnId="{5A26F2FF-70D6-4DF2-A049-68AD54A51E63}">
      <dgm:prSet/>
      <dgm:spPr/>
      <dgm:t>
        <a:bodyPr/>
        <a:lstStyle/>
        <a:p>
          <a:endParaRPr lang="en-US"/>
        </a:p>
      </dgm:t>
    </dgm:pt>
    <dgm:pt modelId="{0C4AE3F7-88BA-473A-AC03-53588ED1D28C}">
      <dgm:prSet phldrT="[Text]"/>
      <dgm:spPr/>
      <dgm:t>
        <a:bodyPr/>
        <a:lstStyle/>
        <a:p>
          <a:r>
            <a:rPr lang="en-US" dirty="0"/>
            <a:t>4967</a:t>
          </a:r>
        </a:p>
      </dgm:t>
    </dgm:pt>
    <dgm:pt modelId="{2639A8C0-AE99-4E5F-AB8B-0E754ABD9EF3}" type="parTrans" cxnId="{09E7D4A2-4271-4EBE-9DC4-3CE3D133CADD}">
      <dgm:prSet/>
      <dgm:spPr/>
      <dgm:t>
        <a:bodyPr/>
        <a:lstStyle/>
        <a:p>
          <a:endParaRPr lang="en-US"/>
        </a:p>
      </dgm:t>
    </dgm:pt>
    <dgm:pt modelId="{4BB24F04-6C42-4E4D-8622-1E74BD127985}" type="sibTrans" cxnId="{09E7D4A2-4271-4EBE-9DC4-3CE3D133CADD}">
      <dgm:prSet/>
      <dgm:spPr/>
      <dgm:t>
        <a:bodyPr/>
        <a:lstStyle/>
        <a:p>
          <a:endParaRPr lang="en-US"/>
        </a:p>
      </dgm:t>
    </dgm:pt>
    <dgm:pt modelId="{F909EE49-B47C-49B5-B063-4ED3F01D41E7}">
      <dgm:prSet phldrT="[Text]"/>
      <dgm:spPr/>
      <dgm:t>
        <a:bodyPr/>
        <a:lstStyle/>
        <a:p>
          <a:r>
            <a:rPr lang="en-US" dirty="0"/>
            <a:t>5187</a:t>
          </a:r>
        </a:p>
      </dgm:t>
    </dgm:pt>
    <dgm:pt modelId="{549BA72C-9905-467F-9854-ECA809DD8BC7}" type="parTrans" cxnId="{BEB9CB55-4793-4395-A4A9-7CA441FC5385}">
      <dgm:prSet/>
      <dgm:spPr/>
      <dgm:t>
        <a:bodyPr/>
        <a:lstStyle/>
        <a:p>
          <a:endParaRPr lang="en-US"/>
        </a:p>
      </dgm:t>
    </dgm:pt>
    <dgm:pt modelId="{71E08F00-0384-472A-9B35-6558397BF86A}" type="sibTrans" cxnId="{BEB9CB55-4793-4395-A4A9-7CA441FC5385}">
      <dgm:prSet/>
      <dgm:spPr/>
      <dgm:t>
        <a:bodyPr/>
        <a:lstStyle/>
        <a:p>
          <a:endParaRPr lang="en-US"/>
        </a:p>
      </dgm:t>
    </dgm:pt>
    <dgm:pt modelId="{57002A33-627A-4CA0-9DA5-B31C785CF9BA}">
      <dgm:prSet phldrT="[Text]"/>
      <dgm:spPr/>
      <dgm:t>
        <a:bodyPr/>
        <a:lstStyle/>
        <a:p>
          <a:r>
            <a:rPr lang="en-US" dirty="0"/>
            <a:t>4910</a:t>
          </a:r>
        </a:p>
      </dgm:t>
    </dgm:pt>
    <dgm:pt modelId="{B0BF71D7-691C-49E5-8149-4AF9E7C3F3EF}" type="parTrans" cxnId="{E913CA4A-0E74-43BF-9FAA-E064800139AF}">
      <dgm:prSet/>
      <dgm:spPr/>
      <dgm:t>
        <a:bodyPr/>
        <a:lstStyle/>
        <a:p>
          <a:endParaRPr lang="en-US"/>
        </a:p>
      </dgm:t>
    </dgm:pt>
    <dgm:pt modelId="{E6B9015A-C5D6-4378-9B2F-26A97C2E8096}" type="sibTrans" cxnId="{E913CA4A-0E74-43BF-9FAA-E064800139AF}">
      <dgm:prSet/>
      <dgm:spPr/>
      <dgm:t>
        <a:bodyPr/>
        <a:lstStyle/>
        <a:p>
          <a:endParaRPr lang="en-US"/>
        </a:p>
      </dgm:t>
    </dgm:pt>
    <dgm:pt modelId="{522B5B5E-10DE-44E3-AC59-56BB593DEFE8}">
      <dgm:prSet phldrT="[Text]"/>
      <dgm:spPr/>
      <dgm:t>
        <a:bodyPr/>
        <a:lstStyle/>
        <a:p>
          <a:r>
            <a:rPr lang="en-US" dirty="0"/>
            <a:t>5073</a:t>
          </a:r>
        </a:p>
      </dgm:t>
    </dgm:pt>
    <dgm:pt modelId="{FAB5EEAB-D021-42E5-8D90-BA997991ACB8}" type="parTrans" cxnId="{A45AC053-E9E1-41C4-8D00-DE418C81FE14}">
      <dgm:prSet/>
      <dgm:spPr/>
      <dgm:t>
        <a:bodyPr/>
        <a:lstStyle/>
        <a:p>
          <a:endParaRPr lang="en-US"/>
        </a:p>
      </dgm:t>
    </dgm:pt>
    <dgm:pt modelId="{6FF3687C-79DD-44BA-93B7-54B14A19CE52}" type="sibTrans" cxnId="{A45AC053-E9E1-41C4-8D00-DE418C81FE14}">
      <dgm:prSet/>
      <dgm:spPr/>
      <dgm:t>
        <a:bodyPr/>
        <a:lstStyle/>
        <a:p>
          <a:endParaRPr lang="en-US"/>
        </a:p>
      </dgm:t>
    </dgm:pt>
    <dgm:pt modelId="{54FA6BF3-2D3D-469A-96CD-36839161165F}">
      <dgm:prSet phldrT="[Text]"/>
      <dgm:spPr>
        <a:solidFill>
          <a:srgbClr val="FFFF00"/>
        </a:solidFill>
      </dgm:spPr>
      <dgm:t>
        <a:bodyPr/>
        <a:lstStyle/>
        <a:p>
          <a:r>
            <a:rPr lang="en-US" dirty="0"/>
            <a:t>5144</a:t>
          </a:r>
        </a:p>
      </dgm:t>
    </dgm:pt>
    <dgm:pt modelId="{D26463D0-BD39-44C7-B69E-A2BBE1DB4BBA}" type="parTrans" cxnId="{35F3D735-D824-4FD8-967D-4E4C10033A0A}">
      <dgm:prSet/>
      <dgm:spPr/>
      <dgm:t>
        <a:bodyPr/>
        <a:lstStyle/>
        <a:p>
          <a:endParaRPr lang="en-US"/>
        </a:p>
      </dgm:t>
    </dgm:pt>
    <dgm:pt modelId="{4F608645-E3A6-4379-B710-997E4A9FA0B2}" type="sibTrans" cxnId="{35F3D735-D824-4FD8-967D-4E4C10033A0A}">
      <dgm:prSet/>
      <dgm:spPr/>
      <dgm:t>
        <a:bodyPr/>
        <a:lstStyle/>
        <a:p>
          <a:endParaRPr lang="en-US"/>
        </a:p>
      </dgm:t>
    </dgm:pt>
    <dgm:pt modelId="{A1AD2317-D9AF-4D32-A4A8-1B786A5C0621}">
      <dgm:prSet phldrT="[Text]"/>
      <dgm:spPr/>
      <dgm:t>
        <a:bodyPr/>
        <a:lstStyle/>
        <a:p>
          <a:r>
            <a:rPr lang="en-US" dirty="0"/>
            <a:t>5044</a:t>
          </a:r>
        </a:p>
      </dgm:t>
    </dgm:pt>
    <dgm:pt modelId="{38F45803-0DE2-4FC6-9509-E0862B93582E}" type="parTrans" cxnId="{F734D1E1-8606-428B-AE36-156117B52646}">
      <dgm:prSet/>
      <dgm:spPr/>
      <dgm:t>
        <a:bodyPr/>
        <a:lstStyle/>
        <a:p>
          <a:endParaRPr lang="en-US"/>
        </a:p>
      </dgm:t>
    </dgm:pt>
    <dgm:pt modelId="{40A33E63-9457-4CF6-A62D-B785F528BF31}" type="sibTrans" cxnId="{F734D1E1-8606-428B-AE36-156117B52646}">
      <dgm:prSet/>
      <dgm:spPr/>
      <dgm:t>
        <a:bodyPr/>
        <a:lstStyle/>
        <a:p>
          <a:endParaRPr lang="en-US"/>
        </a:p>
      </dgm:t>
    </dgm:pt>
    <dgm:pt modelId="{AE783C14-3133-46A1-8B63-9C9EF5F38A38}">
      <dgm:prSet phldrT="[Text]"/>
      <dgm:spPr/>
      <dgm:t>
        <a:bodyPr/>
        <a:lstStyle/>
        <a:p>
          <a:r>
            <a:rPr lang="en-US" dirty="0"/>
            <a:t>5120</a:t>
          </a:r>
        </a:p>
      </dgm:t>
    </dgm:pt>
    <dgm:pt modelId="{697BB93F-B925-47EA-BD84-52CADB450091}" type="parTrans" cxnId="{A992E048-8275-4FFA-AA5B-F5833D8FC7AB}">
      <dgm:prSet/>
      <dgm:spPr/>
      <dgm:t>
        <a:bodyPr/>
        <a:lstStyle/>
        <a:p>
          <a:endParaRPr lang="en-US"/>
        </a:p>
      </dgm:t>
    </dgm:pt>
    <dgm:pt modelId="{174D7349-8033-4E65-8724-1D2D52BA46F7}" type="sibTrans" cxnId="{A992E048-8275-4FFA-AA5B-F5833D8FC7AB}">
      <dgm:prSet/>
      <dgm:spPr/>
      <dgm:t>
        <a:bodyPr/>
        <a:lstStyle/>
        <a:p>
          <a:endParaRPr lang="en-US"/>
        </a:p>
      </dgm:t>
    </dgm:pt>
    <dgm:pt modelId="{71FADC39-BF81-42E6-8D85-57A2DF60DDC7}">
      <dgm:prSet phldrT="[Text]"/>
      <dgm:spPr/>
      <dgm:t>
        <a:bodyPr/>
        <a:lstStyle/>
        <a:p>
          <a:r>
            <a:rPr lang="en-US" dirty="0"/>
            <a:t>5190</a:t>
          </a:r>
        </a:p>
      </dgm:t>
    </dgm:pt>
    <dgm:pt modelId="{3363DD05-9EDE-4502-BC1A-EDD9D9246ED5}" type="parTrans" cxnId="{3754B00B-1799-48D1-AF6A-5ABD3EA257B7}">
      <dgm:prSet/>
      <dgm:spPr/>
      <dgm:t>
        <a:bodyPr/>
        <a:lstStyle/>
        <a:p>
          <a:endParaRPr lang="en-US"/>
        </a:p>
      </dgm:t>
    </dgm:pt>
    <dgm:pt modelId="{B2B3B4BB-608D-4B1D-9BE8-E7E307E258AF}" type="sibTrans" cxnId="{3754B00B-1799-48D1-AF6A-5ABD3EA257B7}">
      <dgm:prSet/>
      <dgm:spPr/>
      <dgm:t>
        <a:bodyPr/>
        <a:lstStyle/>
        <a:p>
          <a:endParaRPr lang="en-US"/>
        </a:p>
      </dgm:t>
    </dgm:pt>
    <dgm:pt modelId="{D407490D-4AEB-4268-A35C-F0693D2103A1}" type="pres">
      <dgm:prSet presAssocID="{AA2FCD07-4551-4B01-9C82-B0F6C48DA5C3}" presName="mainComposite" presStyleCnt="0">
        <dgm:presLayoutVars>
          <dgm:chPref val="1"/>
          <dgm:dir/>
          <dgm:animOne val="branch"/>
          <dgm:animLvl val="lvl"/>
          <dgm:resizeHandles val="exact"/>
        </dgm:presLayoutVars>
      </dgm:prSet>
      <dgm:spPr/>
    </dgm:pt>
    <dgm:pt modelId="{140B3A6F-F3D4-4D08-8D0E-9AAE94DD5A53}" type="pres">
      <dgm:prSet presAssocID="{AA2FCD07-4551-4B01-9C82-B0F6C48DA5C3}" presName="hierFlow" presStyleCnt="0"/>
      <dgm:spPr/>
    </dgm:pt>
    <dgm:pt modelId="{3B8C5CF8-034B-4707-9D19-1C9E798E03CF}" type="pres">
      <dgm:prSet presAssocID="{AA2FCD07-4551-4B01-9C82-B0F6C48DA5C3}" presName="hierChild1" presStyleCnt="0">
        <dgm:presLayoutVars>
          <dgm:chPref val="1"/>
          <dgm:animOne val="branch"/>
          <dgm:animLvl val="lvl"/>
        </dgm:presLayoutVars>
      </dgm:prSet>
      <dgm:spPr/>
    </dgm:pt>
    <dgm:pt modelId="{FDC194DD-B1CD-457C-8EBD-F1497C82A4A7}" type="pres">
      <dgm:prSet presAssocID="{DF92E68F-45CC-46DA-8687-C7BF82FA48D3}" presName="Name14" presStyleCnt="0"/>
      <dgm:spPr/>
    </dgm:pt>
    <dgm:pt modelId="{88CA5F22-07F0-4A7E-B72E-5AFD65F6DB71}" type="pres">
      <dgm:prSet presAssocID="{DF92E68F-45CC-46DA-8687-C7BF82FA48D3}" presName="level1Shape" presStyleLbl="node0" presStyleIdx="0" presStyleCnt="1">
        <dgm:presLayoutVars>
          <dgm:chPref val="3"/>
        </dgm:presLayoutVars>
      </dgm:prSet>
      <dgm:spPr/>
    </dgm:pt>
    <dgm:pt modelId="{2F56F18E-0596-4026-A20F-B16382BEE08B}" type="pres">
      <dgm:prSet presAssocID="{DF92E68F-45CC-46DA-8687-C7BF82FA48D3}" presName="hierChild2" presStyleCnt="0"/>
      <dgm:spPr/>
    </dgm:pt>
    <dgm:pt modelId="{35B69D88-D057-4B41-9DC3-956A15FD822C}" type="pres">
      <dgm:prSet presAssocID="{231FB08D-7D3B-4A39-A0C9-2C7470B79A31}" presName="Name19" presStyleLbl="parChTrans1D2" presStyleIdx="0" presStyleCnt="2"/>
      <dgm:spPr/>
    </dgm:pt>
    <dgm:pt modelId="{69F0906D-9CC3-4DC6-99E1-0090BFFE9677}" type="pres">
      <dgm:prSet presAssocID="{8EACF92F-B865-4259-8C7B-97324239D2C1}" presName="Name21" presStyleCnt="0"/>
      <dgm:spPr/>
    </dgm:pt>
    <dgm:pt modelId="{711758A3-7D0E-4BEB-A1E9-DE880B0C591F}" type="pres">
      <dgm:prSet presAssocID="{8EACF92F-B865-4259-8C7B-97324239D2C1}" presName="level2Shape" presStyleLbl="node2" presStyleIdx="0" presStyleCnt="2"/>
      <dgm:spPr/>
    </dgm:pt>
    <dgm:pt modelId="{0CCD214E-9C9F-4C84-8F07-411691DA6F9F}" type="pres">
      <dgm:prSet presAssocID="{8EACF92F-B865-4259-8C7B-97324239D2C1}" presName="hierChild3" presStyleCnt="0"/>
      <dgm:spPr/>
    </dgm:pt>
    <dgm:pt modelId="{F2E1836F-EB49-4F51-9122-2C516A2D50ED}" type="pres">
      <dgm:prSet presAssocID="{B0BF71D7-691C-49E5-8149-4AF9E7C3F3EF}" presName="Name19" presStyleLbl="parChTrans1D3" presStyleIdx="0" presStyleCnt="4"/>
      <dgm:spPr/>
    </dgm:pt>
    <dgm:pt modelId="{25CA9762-FCE6-48AA-BFFA-0E7B9C36E9A4}" type="pres">
      <dgm:prSet presAssocID="{57002A33-627A-4CA0-9DA5-B31C785CF9BA}" presName="Name21" presStyleCnt="0"/>
      <dgm:spPr/>
    </dgm:pt>
    <dgm:pt modelId="{EDD579D2-50FA-4DD3-B828-6A6AC27C8028}" type="pres">
      <dgm:prSet presAssocID="{57002A33-627A-4CA0-9DA5-B31C785CF9BA}" presName="level2Shape" presStyleLbl="node3" presStyleIdx="0" presStyleCnt="4"/>
      <dgm:spPr/>
    </dgm:pt>
    <dgm:pt modelId="{A4B39657-8C70-463E-8FCA-6353FECFA35B}" type="pres">
      <dgm:prSet presAssocID="{57002A33-627A-4CA0-9DA5-B31C785CF9BA}" presName="hierChild3" presStyleCnt="0"/>
      <dgm:spPr/>
    </dgm:pt>
    <dgm:pt modelId="{F4201962-1B20-4292-8178-9C0220FD91B6}" type="pres">
      <dgm:prSet presAssocID="{2639A8C0-AE99-4E5F-AB8B-0E754ABD9EF3}" presName="Name19" presStyleLbl="parChTrans1D3" presStyleIdx="1" presStyleCnt="4"/>
      <dgm:spPr/>
    </dgm:pt>
    <dgm:pt modelId="{6CA6F184-A0CC-45B3-B57D-259ABCF84EA4}" type="pres">
      <dgm:prSet presAssocID="{0C4AE3F7-88BA-473A-AC03-53588ED1D28C}" presName="Name21" presStyleCnt="0"/>
      <dgm:spPr/>
    </dgm:pt>
    <dgm:pt modelId="{E78E9F48-6D5C-4926-AD5F-33716BDEE766}" type="pres">
      <dgm:prSet presAssocID="{0C4AE3F7-88BA-473A-AC03-53588ED1D28C}" presName="level2Shape" presStyleLbl="node3" presStyleIdx="1" presStyleCnt="4"/>
      <dgm:spPr/>
    </dgm:pt>
    <dgm:pt modelId="{74E438A9-8138-40AE-B823-60FD4954617A}" type="pres">
      <dgm:prSet presAssocID="{0C4AE3F7-88BA-473A-AC03-53588ED1D28C}" presName="hierChild3" presStyleCnt="0"/>
      <dgm:spPr/>
    </dgm:pt>
    <dgm:pt modelId="{7444DC43-56D1-430A-9BF8-3314B5AB5FB5}" type="pres">
      <dgm:prSet presAssocID="{ED420C27-B277-408B-B98F-0EA703A173EA}" presName="Name19" presStyleLbl="parChTrans1D2" presStyleIdx="1" presStyleCnt="2"/>
      <dgm:spPr/>
    </dgm:pt>
    <dgm:pt modelId="{BD70C73A-CD12-46A8-8A79-2D973D0C3ED2}" type="pres">
      <dgm:prSet presAssocID="{0B22359F-6DFF-4E69-BAFB-EC2DAC9910AA}" presName="Name21" presStyleCnt="0"/>
      <dgm:spPr/>
    </dgm:pt>
    <dgm:pt modelId="{44B889C3-3AD2-4569-8039-004EBE75F227}" type="pres">
      <dgm:prSet presAssocID="{0B22359F-6DFF-4E69-BAFB-EC2DAC9910AA}" presName="level2Shape" presStyleLbl="node2" presStyleIdx="1" presStyleCnt="2"/>
      <dgm:spPr/>
    </dgm:pt>
    <dgm:pt modelId="{7F878A0F-5918-4886-B94E-C7A8CB9768C0}" type="pres">
      <dgm:prSet presAssocID="{0B22359F-6DFF-4E69-BAFB-EC2DAC9910AA}" presName="hierChild3" presStyleCnt="0"/>
      <dgm:spPr/>
    </dgm:pt>
    <dgm:pt modelId="{1641557C-2449-4270-A648-DDFC4D4D06CF}" type="pres">
      <dgm:prSet presAssocID="{FAB5EEAB-D021-42E5-8D90-BA997991ACB8}" presName="Name19" presStyleLbl="parChTrans1D3" presStyleIdx="2" presStyleCnt="4"/>
      <dgm:spPr/>
    </dgm:pt>
    <dgm:pt modelId="{16C2CDA7-E48A-48EE-AF0A-F8FA5AC4940E}" type="pres">
      <dgm:prSet presAssocID="{522B5B5E-10DE-44E3-AC59-56BB593DEFE8}" presName="Name21" presStyleCnt="0"/>
      <dgm:spPr/>
    </dgm:pt>
    <dgm:pt modelId="{D5CBD695-7B60-4261-BFDC-BED9D3C79DB9}" type="pres">
      <dgm:prSet presAssocID="{522B5B5E-10DE-44E3-AC59-56BB593DEFE8}" presName="level2Shape" presStyleLbl="node3" presStyleIdx="2" presStyleCnt="4"/>
      <dgm:spPr/>
    </dgm:pt>
    <dgm:pt modelId="{BD2E3042-663E-4E89-A5F6-C4F24E624535}" type="pres">
      <dgm:prSet presAssocID="{522B5B5E-10DE-44E3-AC59-56BB593DEFE8}" presName="hierChild3" presStyleCnt="0"/>
      <dgm:spPr/>
    </dgm:pt>
    <dgm:pt modelId="{A570DECE-03F8-48FB-94BC-2B57B52D2776}" type="pres">
      <dgm:prSet presAssocID="{38F45803-0DE2-4FC6-9509-E0862B93582E}" presName="Name19" presStyleLbl="parChTrans1D4" presStyleIdx="0" presStyleCnt="4"/>
      <dgm:spPr/>
    </dgm:pt>
    <dgm:pt modelId="{8E8329D3-0634-4941-9D50-175B84608AC4}" type="pres">
      <dgm:prSet presAssocID="{A1AD2317-D9AF-4D32-A4A8-1B786A5C0621}" presName="Name21" presStyleCnt="0"/>
      <dgm:spPr/>
    </dgm:pt>
    <dgm:pt modelId="{7E897ED6-ADC4-4B96-B561-A8941931A2AB}" type="pres">
      <dgm:prSet presAssocID="{A1AD2317-D9AF-4D32-A4A8-1B786A5C0621}" presName="level2Shape" presStyleLbl="node4" presStyleIdx="0" presStyleCnt="4"/>
      <dgm:spPr/>
    </dgm:pt>
    <dgm:pt modelId="{7E783C7C-9C6C-4B9C-B333-84E37D3E6E4B}" type="pres">
      <dgm:prSet presAssocID="{A1AD2317-D9AF-4D32-A4A8-1B786A5C0621}" presName="hierChild3" presStyleCnt="0"/>
      <dgm:spPr/>
    </dgm:pt>
    <dgm:pt modelId="{CE62B8BC-8778-4500-881A-9341B66F15A4}" type="pres">
      <dgm:prSet presAssocID="{697BB93F-B925-47EA-BD84-52CADB450091}" presName="Name19" presStyleLbl="parChTrans1D4" presStyleIdx="1" presStyleCnt="4"/>
      <dgm:spPr/>
    </dgm:pt>
    <dgm:pt modelId="{DADF7CC5-2F24-4E26-BF9E-143CB0795349}" type="pres">
      <dgm:prSet presAssocID="{AE783C14-3133-46A1-8B63-9C9EF5F38A38}" presName="Name21" presStyleCnt="0"/>
      <dgm:spPr/>
    </dgm:pt>
    <dgm:pt modelId="{763D91DD-BE15-48D5-8F21-D9CB7D1C34DB}" type="pres">
      <dgm:prSet presAssocID="{AE783C14-3133-46A1-8B63-9C9EF5F38A38}" presName="level2Shape" presStyleLbl="node4" presStyleIdx="1" presStyleCnt="4"/>
      <dgm:spPr/>
    </dgm:pt>
    <dgm:pt modelId="{0FD11C83-495B-4A1C-B9F5-3ED9D96F8884}" type="pres">
      <dgm:prSet presAssocID="{AE783C14-3133-46A1-8B63-9C9EF5F38A38}" presName="hierChild3" presStyleCnt="0"/>
      <dgm:spPr/>
    </dgm:pt>
    <dgm:pt modelId="{9917DD8C-F9DD-408B-9916-DA575BA22986}" type="pres">
      <dgm:prSet presAssocID="{549BA72C-9905-467F-9854-ECA809DD8BC7}" presName="Name19" presStyleLbl="parChTrans1D3" presStyleIdx="3" presStyleCnt="4"/>
      <dgm:spPr/>
    </dgm:pt>
    <dgm:pt modelId="{45F276BC-A9C9-44F6-BFC9-812ED3D3581D}" type="pres">
      <dgm:prSet presAssocID="{F909EE49-B47C-49B5-B063-4ED3F01D41E7}" presName="Name21" presStyleCnt="0"/>
      <dgm:spPr/>
    </dgm:pt>
    <dgm:pt modelId="{FF12F13D-6667-4079-8245-FDBE9960B210}" type="pres">
      <dgm:prSet presAssocID="{F909EE49-B47C-49B5-B063-4ED3F01D41E7}" presName="level2Shape" presStyleLbl="node3" presStyleIdx="3" presStyleCnt="4"/>
      <dgm:spPr/>
    </dgm:pt>
    <dgm:pt modelId="{BC58F3A7-CB62-44A4-8F35-702DDC46EA38}" type="pres">
      <dgm:prSet presAssocID="{F909EE49-B47C-49B5-B063-4ED3F01D41E7}" presName="hierChild3" presStyleCnt="0"/>
      <dgm:spPr/>
    </dgm:pt>
    <dgm:pt modelId="{875927FC-1B2E-4DE1-A0BE-9B6DC034B74A}" type="pres">
      <dgm:prSet presAssocID="{D26463D0-BD39-44C7-B69E-A2BBE1DB4BBA}" presName="Name19" presStyleLbl="parChTrans1D4" presStyleIdx="2" presStyleCnt="4"/>
      <dgm:spPr/>
    </dgm:pt>
    <dgm:pt modelId="{267D3F5C-0A9E-4880-A298-9FD2B2D7F9D8}" type="pres">
      <dgm:prSet presAssocID="{54FA6BF3-2D3D-469A-96CD-36839161165F}" presName="Name21" presStyleCnt="0"/>
      <dgm:spPr/>
    </dgm:pt>
    <dgm:pt modelId="{4645D56E-0DCC-4A18-A824-5FF7A64E8E94}" type="pres">
      <dgm:prSet presAssocID="{54FA6BF3-2D3D-469A-96CD-36839161165F}" presName="level2Shape" presStyleLbl="node4" presStyleIdx="2" presStyleCnt="4"/>
      <dgm:spPr/>
    </dgm:pt>
    <dgm:pt modelId="{003CCCBA-1752-4679-9AAB-AB833EA98CBE}" type="pres">
      <dgm:prSet presAssocID="{54FA6BF3-2D3D-469A-96CD-36839161165F}" presName="hierChild3" presStyleCnt="0"/>
      <dgm:spPr/>
    </dgm:pt>
    <dgm:pt modelId="{D8517ABA-EC97-4F06-961A-FA18CE48B40E}" type="pres">
      <dgm:prSet presAssocID="{3363DD05-9EDE-4502-BC1A-EDD9D9246ED5}" presName="Name19" presStyleLbl="parChTrans1D4" presStyleIdx="3" presStyleCnt="4"/>
      <dgm:spPr/>
    </dgm:pt>
    <dgm:pt modelId="{E4EE3768-5BCA-4423-8B83-3136BB2A091D}" type="pres">
      <dgm:prSet presAssocID="{71FADC39-BF81-42E6-8D85-57A2DF60DDC7}" presName="Name21" presStyleCnt="0"/>
      <dgm:spPr/>
    </dgm:pt>
    <dgm:pt modelId="{A475F383-09B5-4D4C-B802-57DEFA188B7D}" type="pres">
      <dgm:prSet presAssocID="{71FADC39-BF81-42E6-8D85-57A2DF60DDC7}" presName="level2Shape" presStyleLbl="node4" presStyleIdx="3" presStyleCnt="4"/>
      <dgm:spPr/>
    </dgm:pt>
    <dgm:pt modelId="{2F5C9C51-0319-4245-B127-5A57196542D9}" type="pres">
      <dgm:prSet presAssocID="{71FADC39-BF81-42E6-8D85-57A2DF60DDC7}" presName="hierChild3" presStyleCnt="0"/>
      <dgm:spPr/>
    </dgm:pt>
    <dgm:pt modelId="{622854D9-1784-458B-BE5D-7C45F3423FB4}" type="pres">
      <dgm:prSet presAssocID="{AA2FCD07-4551-4B01-9C82-B0F6C48DA5C3}" presName="bgShapesFlow" presStyleCnt="0"/>
      <dgm:spPr/>
    </dgm:pt>
  </dgm:ptLst>
  <dgm:cxnLst>
    <dgm:cxn modelId="{3754B00B-1799-48D1-AF6A-5ABD3EA257B7}" srcId="{F909EE49-B47C-49B5-B063-4ED3F01D41E7}" destId="{71FADC39-BF81-42E6-8D85-57A2DF60DDC7}" srcOrd="1" destOrd="0" parTransId="{3363DD05-9EDE-4502-BC1A-EDD9D9246ED5}" sibTransId="{B2B3B4BB-608D-4B1D-9BE8-E7E307E258AF}"/>
    <dgm:cxn modelId="{4F951810-02BB-43D7-AFEA-E5CF5BC0A52E}" type="presOf" srcId="{697BB93F-B925-47EA-BD84-52CADB450091}" destId="{CE62B8BC-8778-4500-881A-9341B66F15A4}" srcOrd="0" destOrd="0" presId="urn:microsoft.com/office/officeart/2005/8/layout/hierarchy6"/>
    <dgm:cxn modelId="{A0DEAF1E-EC79-423C-9E3A-0E79CB870DC8}" type="presOf" srcId="{522B5B5E-10DE-44E3-AC59-56BB593DEFE8}" destId="{D5CBD695-7B60-4261-BFDC-BED9D3C79DB9}" srcOrd="0" destOrd="0" presId="urn:microsoft.com/office/officeart/2005/8/layout/hierarchy6"/>
    <dgm:cxn modelId="{D6986121-CBFC-458F-AA1E-A925E571B418}" type="presOf" srcId="{AE783C14-3133-46A1-8B63-9C9EF5F38A38}" destId="{763D91DD-BE15-48D5-8F21-D9CB7D1C34DB}" srcOrd="0" destOrd="0" presId="urn:microsoft.com/office/officeart/2005/8/layout/hierarchy6"/>
    <dgm:cxn modelId="{C37AA629-46AC-4260-9D61-7914B3679554}" type="presOf" srcId="{AA2FCD07-4551-4B01-9C82-B0F6C48DA5C3}" destId="{D407490D-4AEB-4268-A35C-F0693D2103A1}" srcOrd="0" destOrd="0" presId="urn:microsoft.com/office/officeart/2005/8/layout/hierarchy6"/>
    <dgm:cxn modelId="{35F3D735-D824-4FD8-967D-4E4C10033A0A}" srcId="{F909EE49-B47C-49B5-B063-4ED3F01D41E7}" destId="{54FA6BF3-2D3D-469A-96CD-36839161165F}" srcOrd="0" destOrd="0" parTransId="{D26463D0-BD39-44C7-B69E-A2BBE1DB4BBA}" sibTransId="{4F608645-E3A6-4379-B710-997E4A9FA0B2}"/>
    <dgm:cxn modelId="{511AC536-2C23-430E-9DBD-A73E04FAFD85}" type="presOf" srcId="{231FB08D-7D3B-4A39-A0C9-2C7470B79A31}" destId="{35B69D88-D057-4B41-9DC3-956A15FD822C}" srcOrd="0" destOrd="0" presId="urn:microsoft.com/office/officeart/2005/8/layout/hierarchy6"/>
    <dgm:cxn modelId="{0C08BC40-71F2-4286-9350-74DB09690A5E}" type="presOf" srcId="{3363DD05-9EDE-4502-BC1A-EDD9D9246ED5}" destId="{D8517ABA-EC97-4F06-961A-FA18CE48B40E}" srcOrd="0" destOrd="0" presId="urn:microsoft.com/office/officeart/2005/8/layout/hierarchy6"/>
    <dgm:cxn modelId="{0C69725E-0C6F-4906-A60D-61540DDC3D96}" srcId="{AA2FCD07-4551-4B01-9C82-B0F6C48DA5C3}" destId="{DF92E68F-45CC-46DA-8687-C7BF82FA48D3}" srcOrd="0" destOrd="0" parTransId="{DD672CF7-F2A0-49FE-AEBC-77A727CECECC}" sibTransId="{F64B5C49-EC39-465A-97D0-B04E4DA337E1}"/>
    <dgm:cxn modelId="{EF687D64-AB91-44BF-AB68-C666AC89CC98}" type="presOf" srcId="{0B22359F-6DFF-4E69-BAFB-EC2DAC9910AA}" destId="{44B889C3-3AD2-4569-8039-004EBE75F227}" srcOrd="0" destOrd="0" presId="urn:microsoft.com/office/officeart/2005/8/layout/hierarchy6"/>
    <dgm:cxn modelId="{A4D07867-0242-45B4-A009-B0C86E319266}" type="presOf" srcId="{F909EE49-B47C-49B5-B063-4ED3F01D41E7}" destId="{FF12F13D-6667-4079-8245-FDBE9960B210}" srcOrd="0" destOrd="0" presId="urn:microsoft.com/office/officeart/2005/8/layout/hierarchy6"/>
    <dgm:cxn modelId="{62C76A68-4E0B-4B71-B759-DAED0CC8AD94}" type="presOf" srcId="{71FADC39-BF81-42E6-8D85-57A2DF60DDC7}" destId="{A475F383-09B5-4D4C-B802-57DEFA188B7D}" srcOrd="0" destOrd="0" presId="urn:microsoft.com/office/officeart/2005/8/layout/hierarchy6"/>
    <dgm:cxn modelId="{A992E048-8275-4FFA-AA5B-F5833D8FC7AB}" srcId="{522B5B5E-10DE-44E3-AC59-56BB593DEFE8}" destId="{AE783C14-3133-46A1-8B63-9C9EF5F38A38}" srcOrd="1" destOrd="0" parTransId="{697BB93F-B925-47EA-BD84-52CADB450091}" sibTransId="{174D7349-8033-4E65-8724-1D2D52BA46F7}"/>
    <dgm:cxn modelId="{E913CA4A-0E74-43BF-9FAA-E064800139AF}" srcId="{8EACF92F-B865-4259-8C7B-97324239D2C1}" destId="{57002A33-627A-4CA0-9DA5-B31C785CF9BA}" srcOrd="0" destOrd="0" parTransId="{B0BF71D7-691C-49E5-8149-4AF9E7C3F3EF}" sibTransId="{E6B9015A-C5D6-4378-9B2F-26A97C2E8096}"/>
    <dgm:cxn modelId="{DAFE2150-A110-4C8B-9679-0E6D7AC7716D}" type="presOf" srcId="{ED420C27-B277-408B-B98F-0EA703A173EA}" destId="{7444DC43-56D1-430A-9BF8-3314B5AB5FB5}" srcOrd="0" destOrd="0" presId="urn:microsoft.com/office/officeart/2005/8/layout/hierarchy6"/>
    <dgm:cxn modelId="{A45AC053-E9E1-41C4-8D00-DE418C81FE14}" srcId="{0B22359F-6DFF-4E69-BAFB-EC2DAC9910AA}" destId="{522B5B5E-10DE-44E3-AC59-56BB593DEFE8}" srcOrd="0" destOrd="0" parTransId="{FAB5EEAB-D021-42E5-8D90-BA997991ACB8}" sibTransId="{6FF3687C-79DD-44BA-93B7-54B14A19CE52}"/>
    <dgm:cxn modelId="{BEB9CB55-4793-4395-A4A9-7CA441FC5385}" srcId="{0B22359F-6DFF-4E69-BAFB-EC2DAC9910AA}" destId="{F909EE49-B47C-49B5-B063-4ED3F01D41E7}" srcOrd="1" destOrd="0" parTransId="{549BA72C-9905-467F-9854-ECA809DD8BC7}" sibTransId="{71E08F00-0384-472A-9B35-6558397BF86A}"/>
    <dgm:cxn modelId="{188B1E7A-6B7C-428C-905D-F0FB3E0DA43C}" type="presOf" srcId="{8EACF92F-B865-4259-8C7B-97324239D2C1}" destId="{711758A3-7D0E-4BEB-A1E9-DE880B0C591F}" srcOrd="0" destOrd="0" presId="urn:microsoft.com/office/officeart/2005/8/layout/hierarchy6"/>
    <dgm:cxn modelId="{93C3317A-F09E-4AC5-91E5-580271A28429}" type="presOf" srcId="{2639A8C0-AE99-4E5F-AB8B-0E754ABD9EF3}" destId="{F4201962-1B20-4292-8178-9C0220FD91B6}" srcOrd="0" destOrd="0" presId="urn:microsoft.com/office/officeart/2005/8/layout/hierarchy6"/>
    <dgm:cxn modelId="{1576717E-B467-4FC9-BC3F-57CF42587573}" type="presOf" srcId="{DF92E68F-45CC-46DA-8687-C7BF82FA48D3}" destId="{88CA5F22-07F0-4A7E-B72E-5AFD65F6DB71}" srcOrd="0" destOrd="0" presId="urn:microsoft.com/office/officeart/2005/8/layout/hierarchy6"/>
    <dgm:cxn modelId="{78ED8881-E02A-4F77-8197-C000FFA8E073}" type="presOf" srcId="{B0BF71D7-691C-49E5-8149-4AF9E7C3F3EF}" destId="{F2E1836F-EB49-4F51-9122-2C516A2D50ED}" srcOrd="0" destOrd="0" presId="urn:microsoft.com/office/officeart/2005/8/layout/hierarchy6"/>
    <dgm:cxn modelId="{AEC7A492-5896-482C-98C3-8D694F1FDD1F}" type="presOf" srcId="{0C4AE3F7-88BA-473A-AC03-53588ED1D28C}" destId="{E78E9F48-6D5C-4926-AD5F-33716BDEE766}" srcOrd="0" destOrd="0" presId="urn:microsoft.com/office/officeart/2005/8/layout/hierarchy6"/>
    <dgm:cxn modelId="{FE80B597-675B-4733-B28D-855B9784B0DB}" type="presOf" srcId="{38F45803-0DE2-4FC6-9509-E0862B93582E}" destId="{A570DECE-03F8-48FB-94BC-2B57B52D2776}" srcOrd="0" destOrd="0" presId="urn:microsoft.com/office/officeart/2005/8/layout/hierarchy6"/>
    <dgm:cxn modelId="{09E7D4A2-4271-4EBE-9DC4-3CE3D133CADD}" srcId="{8EACF92F-B865-4259-8C7B-97324239D2C1}" destId="{0C4AE3F7-88BA-473A-AC03-53588ED1D28C}" srcOrd="1" destOrd="0" parTransId="{2639A8C0-AE99-4E5F-AB8B-0E754ABD9EF3}" sibTransId="{4BB24F04-6C42-4E4D-8622-1E74BD127985}"/>
    <dgm:cxn modelId="{BD72AFA8-F2F9-408F-B33A-4F59C747A2B7}" type="presOf" srcId="{A1AD2317-D9AF-4D32-A4A8-1B786A5C0621}" destId="{7E897ED6-ADC4-4B96-B561-A8941931A2AB}" srcOrd="0" destOrd="0" presId="urn:microsoft.com/office/officeart/2005/8/layout/hierarchy6"/>
    <dgm:cxn modelId="{81E344BE-7F8F-4422-AE24-3B45910C66A2}" type="presOf" srcId="{54FA6BF3-2D3D-469A-96CD-36839161165F}" destId="{4645D56E-0DCC-4A18-A824-5FF7A64E8E94}" srcOrd="0" destOrd="0" presId="urn:microsoft.com/office/officeart/2005/8/layout/hierarchy6"/>
    <dgm:cxn modelId="{B56EF5C7-C33F-4EBA-81ED-0170D20C7256}" type="presOf" srcId="{57002A33-627A-4CA0-9DA5-B31C785CF9BA}" destId="{EDD579D2-50FA-4DD3-B828-6A6AC27C8028}" srcOrd="0" destOrd="0" presId="urn:microsoft.com/office/officeart/2005/8/layout/hierarchy6"/>
    <dgm:cxn modelId="{195A48D7-9072-4629-B0DB-BEC61DD30181}" type="presOf" srcId="{FAB5EEAB-D021-42E5-8D90-BA997991ACB8}" destId="{1641557C-2449-4270-A648-DDFC4D4D06CF}" srcOrd="0" destOrd="0" presId="urn:microsoft.com/office/officeart/2005/8/layout/hierarchy6"/>
    <dgm:cxn modelId="{D404B6DB-CCE1-498C-9F70-645166A1847B}" type="presOf" srcId="{549BA72C-9905-467F-9854-ECA809DD8BC7}" destId="{9917DD8C-F9DD-408B-9916-DA575BA22986}" srcOrd="0" destOrd="0" presId="urn:microsoft.com/office/officeart/2005/8/layout/hierarchy6"/>
    <dgm:cxn modelId="{DC39B2E1-D99D-4A44-B867-C98BA38A06DC}" srcId="{DF92E68F-45CC-46DA-8687-C7BF82FA48D3}" destId="{0B22359F-6DFF-4E69-BAFB-EC2DAC9910AA}" srcOrd="1" destOrd="0" parTransId="{ED420C27-B277-408B-B98F-0EA703A173EA}" sibTransId="{C171ADD1-F2CC-41EE-9E18-50947B30F156}"/>
    <dgm:cxn modelId="{F734D1E1-8606-428B-AE36-156117B52646}" srcId="{522B5B5E-10DE-44E3-AC59-56BB593DEFE8}" destId="{A1AD2317-D9AF-4D32-A4A8-1B786A5C0621}" srcOrd="0" destOrd="0" parTransId="{38F45803-0DE2-4FC6-9509-E0862B93582E}" sibTransId="{40A33E63-9457-4CF6-A62D-B785F528BF31}"/>
    <dgm:cxn modelId="{BCE612F7-0759-4767-B169-7FB11E654748}" type="presOf" srcId="{D26463D0-BD39-44C7-B69E-A2BBE1DB4BBA}" destId="{875927FC-1B2E-4DE1-A0BE-9B6DC034B74A}" srcOrd="0" destOrd="0" presId="urn:microsoft.com/office/officeart/2005/8/layout/hierarchy6"/>
    <dgm:cxn modelId="{5A26F2FF-70D6-4DF2-A049-68AD54A51E63}" srcId="{DF92E68F-45CC-46DA-8687-C7BF82FA48D3}" destId="{8EACF92F-B865-4259-8C7B-97324239D2C1}" srcOrd="0" destOrd="0" parTransId="{231FB08D-7D3B-4A39-A0C9-2C7470B79A31}" sibTransId="{4BC26CEF-7EBB-4042-BAEE-6E0AC05F3828}"/>
    <dgm:cxn modelId="{1FA71108-9F5E-45C4-AA81-4FD4FDA3A7AC}" type="presParOf" srcId="{D407490D-4AEB-4268-A35C-F0693D2103A1}" destId="{140B3A6F-F3D4-4D08-8D0E-9AAE94DD5A53}" srcOrd="0" destOrd="0" presId="urn:microsoft.com/office/officeart/2005/8/layout/hierarchy6"/>
    <dgm:cxn modelId="{9C6FFC8B-BF73-4D3E-8C98-9BD201A4AB72}" type="presParOf" srcId="{140B3A6F-F3D4-4D08-8D0E-9AAE94DD5A53}" destId="{3B8C5CF8-034B-4707-9D19-1C9E798E03CF}" srcOrd="0" destOrd="0" presId="urn:microsoft.com/office/officeart/2005/8/layout/hierarchy6"/>
    <dgm:cxn modelId="{DA56C6B2-38FC-41F7-A331-57CF3063CE4B}" type="presParOf" srcId="{3B8C5CF8-034B-4707-9D19-1C9E798E03CF}" destId="{FDC194DD-B1CD-457C-8EBD-F1497C82A4A7}" srcOrd="0" destOrd="0" presId="urn:microsoft.com/office/officeart/2005/8/layout/hierarchy6"/>
    <dgm:cxn modelId="{ACF26C4B-2936-4A24-872C-BE585D494BEB}" type="presParOf" srcId="{FDC194DD-B1CD-457C-8EBD-F1497C82A4A7}" destId="{88CA5F22-07F0-4A7E-B72E-5AFD65F6DB71}" srcOrd="0" destOrd="0" presId="urn:microsoft.com/office/officeart/2005/8/layout/hierarchy6"/>
    <dgm:cxn modelId="{D403CE68-3FCE-43FE-AF95-8923B20DCC94}" type="presParOf" srcId="{FDC194DD-B1CD-457C-8EBD-F1497C82A4A7}" destId="{2F56F18E-0596-4026-A20F-B16382BEE08B}" srcOrd="1" destOrd="0" presId="urn:microsoft.com/office/officeart/2005/8/layout/hierarchy6"/>
    <dgm:cxn modelId="{084F4297-98CE-4E8F-A6DA-BE43A0923C3F}" type="presParOf" srcId="{2F56F18E-0596-4026-A20F-B16382BEE08B}" destId="{35B69D88-D057-4B41-9DC3-956A15FD822C}" srcOrd="0" destOrd="0" presId="urn:microsoft.com/office/officeart/2005/8/layout/hierarchy6"/>
    <dgm:cxn modelId="{049EC68B-8602-46C0-86F5-2AC3FA8E1C4C}" type="presParOf" srcId="{2F56F18E-0596-4026-A20F-B16382BEE08B}" destId="{69F0906D-9CC3-4DC6-99E1-0090BFFE9677}" srcOrd="1" destOrd="0" presId="urn:microsoft.com/office/officeart/2005/8/layout/hierarchy6"/>
    <dgm:cxn modelId="{D29BF3EB-F21F-4BDB-B5C6-A87C005C392C}" type="presParOf" srcId="{69F0906D-9CC3-4DC6-99E1-0090BFFE9677}" destId="{711758A3-7D0E-4BEB-A1E9-DE880B0C591F}" srcOrd="0" destOrd="0" presId="urn:microsoft.com/office/officeart/2005/8/layout/hierarchy6"/>
    <dgm:cxn modelId="{12B8DEF5-936F-4E25-BE83-5AF639AB99FF}" type="presParOf" srcId="{69F0906D-9CC3-4DC6-99E1-0090BFFE9677}" destId="{0CCD214E-9C9F-4C84-8F07-411691DA6F9F}" srcOrd="1" destOrd="0" presId="urn:microsoft.com/office/officeart/2005/8/layout/hierarchy6"/>
    <dgm:cxn modelId="{6D92B4D1-1F52-42A0-9AD4-8993A46F42AD}" type="presParOf" srcId="{0CCD214E-9C9F-4C84-8F07-411691DA6F9F}" destId="{F2E1836F-EB49-4F51-9122-2C516A2D50ED}" srcOrd="0" destOrd="0" presId="urn:microsoft.com/office/officeart/2005/8/layout/hierarchy6"/>
    <dgm:cxn modelId="{8FC9AE84-8B14-4BF5-A91E-5EB04CF27EDD}" type="presParOf" srcId="{0CCD214E-9C9F-4C84-8F07-411691DA6F9F}" destId="{25CA9762-FCE6-48AA-BFFA-0E7B9C36E9A4}" srcOrd="1" destOrd="0" presId="urn:microsoft.com/office/officeart/2005/8/layout/hierarchy6"/>
    <dgm:cxn modelId="{F1A706EE-3FE0-4CA0-B5DA-5234D353279C}" type="presParOf" srcId="{25CA9762-FCE6-48AA-BFFA-0E7B9C36E9A4}" destId="{EDD579D2-50FA-4DD3-B828-6A6AC27C8028}" srcOrd="0" destOrd="0" presId="urn:microsoft.com/office/officeart/2005/8/layout/hierarchy6"/>
    <dgm:cxn modelId="{091FC240-008A-4BC3-B409-8F454B2AADAB}" type="presParOf" srcId="{25CA9762-FCE6-48AA-BFFA-0E7B9C36E9A4}" destId="{A4B39657-8C70-463E-8FCA-6353FECFA35B}" srcOrd="1" destOrd="0" presId="urn:microsoft.com/office/officeart/2005/8/layout/hierarchy6"/>
    <dgm:cxn modelId="{7B22BC30-8BB5-408F-AE28-8057BAA4A14C}" type="presParOf" srcId="{0CCD214E-9C9F-4C84-8F07-411691DA6F9F}" destId="{F4201962-1B20-4292-8178-9C0220FD91B6}" srcOrd="2" destOrd="0" presId="urn:microsoft.com/office/officeart/2005/8/layout/hierarchy6"/>
    <dgm:cxn modelId="{56752984-ECED-41EC-B791-F35B2CCA1CFC}" type="presParOf" srcId="{0CCD214E-9C9F-4C84-8F07-411691DA6F9F}" destId="{6CA6F184-A0CC-45B3-B57D-259ABCF84EA4}" srcOrd="3" destOrd="0" presId="urn:microsoft.com/office/officeart/2005/8/layout/hierarchy6"/>
    <dgm:cxn modelId="{4D8CB818-67B6-4A79-8BD9-0FADCA2FA9EF}" type="presParOf" srcId="{6CA6F184-A0CC-45B3-B57D-259ABCF84EA4}" destId="{E78E9F48-6D5C-4926-AD5F-33716BDEE766}" srcOrd="0" destOrd="0" presId="urn:microsoft.com/office/officeart/2005/8/layout/hierarchy6"/>
    <dgm:cxn modelId="{BA541561-CBFE-46EB-BD98-46706412A102}" type="presParOf" srcId="{6CA6F184-A0CC-45B3-B57D-259ABCF84EA4}" destId="{74E438A9-8138-40AE-B823-60FD4954617A}" srcOrd="1" destOrd="0" presId="urn:microsoft.com/office/officeart/2005/8/layout/hierarchy6"/>
    <dgm:cxn modelId="{D9E4C908-C5B3-4B44-BA4C-3A2AD03467FE}" type="presParOf" srcId="{2F56F18E-0596-4026-A20F-B16382BEE08B}" destId="{7444DC43-56D1-430A-9BF8-3314B5AB5FB5}" srcOrd="2" destOrd="0" presId="urn:microsoft.com/office/officeart/2005/8/layout/hierarchy6"/>
    <dgm:cxn modelId="{610E99E5-B85E-498C-9CFA-BFB9FF872E3C}" type="presParOf" srcId="{2F56F18E-0596-4026-A20F-B16382BEE08B}" destId="{BD70C73A-CD12-46A8-8A79-2D973D0C3ED2}" srcOrd="3" destOrd="0" presId="urn:microsoft.com/office/officeart/2005/8/layout/hierarchy6"/>
    <dgm:cxn modelId="{E3BDE68F-C63E-4A92-BC94-D8D391C3DB33}" type="presParOf" srcId="{BD70C73A-CD12-46A8-8A79-2D973D0C3ED2}" destId="{44B889C3-3AD2-4569-8039-004EBE75F227}" srcOrd="0" destOrd="0" presId="urn:microsoft.com/office/officeart/2005/8/layout/hierarchy6"/>
    <dgm:cxn modelId="{8662D429-87BE-4915-9387-D66E2E67F7E2}" type="presParOf" srcId="{BD70C73A-CD12-46A8-8A79-2D973D0C3ED2}" destId="{7F878A0F-5918-4886-B94E-C7A8CB9768C0}" srcOrd="1" destOrd="0" presId="urn:microsoft.com/office/officeart/2005/8/layout/hierarchy6"/>
    <dgm:cxn modelId="{BD790536-2F52-4450-BAA5-29625118A85E}" type="presParOf" srcId="{7F878A0F-5918-4886-B94E-C7A8CB9768C0}" destId="{1641557C-2449-4270-A648-DDFC4D4D06CF}" srcOrd="0" destOrd="0" presId="urn:microsoft.com/office/officeart/2005/8/layout/hierarchy6"/>
    <dgm:cxn modelId="{D6EDA538-4BC4-4945-8943-14BE54017B49}" type="presParOf" srcId="{7F878A0F-5918-4886-B94E-C7A8CB9768C0}" destId="{16C2CDA7-E48A-48EE-AF0A-F8FA5AC4940E}" srcOrd="1" destOrd="0" presId="urn:microsoft.com/office/officeart/2005/8/layout/hierarchy6"/>
    <dgm:cxn modelId="{B32AD297-1C1A-4BEE-93F8-A4153D3795AC}" type="presParOf" srcId="{16C2CDA7-E48A-48EE-AF0A-F8FA5AC4940E}" destId="{D5CBD695-7B60-4261-BFDC-BED9D3C79DB9}" srcOrd="0" destOrd="0" presId="urn:microsoft.com/office/officeart/2005/8/layout/hierarchy6"/>
    <dgm:cxn modelId="{F5E410E9-5778-4FA3-9D9E-7698157C1FC9}" type="presParOf" srcId="{16C2CDA7-E48A-48EE-AF0A-F8FA5AC4940E}" destId="{BD2E3042-663E-4E89-A5F6-C4F24E624535}" srcOrd="1" destOrd="0" presId="urn:microsoft.com/office/officeart/2005/8/layout/hierarchy6"/>
    <dgm:cxn modelId="{4545C6B5-75E4-4229-9FBC-B7FC64022568}" type="presParOf" srcId="{BD2E3042-663E-4E89-A5F6-C4F24E624535}" destId="{A570DECE-03F8-48FB-94BC-2B57B52D2776}" srcOrd="0" destOrd="0" presId="urn:microsoft.com/office/officeart/2005/8/layout/hierarchy6"/>
    <dgm:cxn modelId="{9565B4B6-020A-401D-8E58-F93D34981D35}" type="presParOf" srcId="{BD2E3042-663E-4E89-A5F6-C4F24E624535}" destId="{8E8329D3-0634-4941-9D50-175B84608AC4}" srcOrd="1" destOrd="0" presId="urn:microsoft.com/office/officeart/2005/8/layout/hierarchy6"/>
    <dgm:cxn modelId="{6E6D4124-5FBC-4417-816A-16E0ABEA9207}" type="presParOf" srcId="{8E8329D3-0634-4941-9D50-175B84608AC4}" destId="{7E897ED6-ADC4-4B96-B561-A8941931A2AB}" srcOrd="0" destOrd="0" presId="urn:microsoft.com/office/officeart/2005/8/layout/hierarchy6"/>
    <dgm:cxn modelId="{F31642C0-9B23-4ACE-AF97-B2A44E6D8780}" type="presParOf" srcId="{8E8329D3-0634-4941-9D50-175B84608AC4}" destId="{7E783C7C-9C6C-4B9C-B333-84E37D3E6E4B}" srcOrd="1" destOrd="0" presId="urn:microsoft.com/office/officeart/2005/8/layout/hierarchy6"/>
    <dgm:cxn modelId="{19A341C8-0B4E-4F70-8979-BACA152F9BA8}" type="presParOf" srcId="{BD2E3042-663E-4E89-A5F6-C4F24E624535}" destId="{CE62B8BC-8778-4500-881A-9341B66F15A4}" srcOrd="2" destOrd="0" presId="urn:microsoft.com/office/officeart/2005/8/layout/hierarchy6"/>
    <dgm:cxn modelId="{2D1EA826-DB8A-4615-B0BB-CBE2A8D048C6}" type="presParOf" srcId="{BD2E3042-663E-4E89-A5F6-C4F24E624535}" destId="{DADF7CC5-2F24-4E26-BF9E-143CB0795349}" srcOrd="3" destOrd="0" presId="urn:microsoft.com/office/officeart/2005/8/layout/hierarchy6"/>
    <dgm:cxn modelId="{785CF635-009D-4D63-901F-F274C58919A5}" type="presParOf" srcId="{DADF7CC5-2F24-4E26-BF9E-143CB0795349}" destId="{763D91DD-BE15-48D5-8F21-D9CB7D1C34DB}" srcOrd="0" destOrd="0" presId="urn:microsoft.com/office/officeart/2005/8/layout/hierarchy6"/>
    <dgm:cxn modelId="{0EB4834D-656D-4561-943B-41B0FBA5208D}" type="presParOf" srcId="{DADF7CC5-2F24-4E26-BF9E-143CB0795349}" destId="{0FD11C83-495B-4A1C-B9F5-3ED9D96F8884}" srcOrd="1" destOrd="0" presId="urn:microsoft.com/office/officeart/2005/8/layout/hierarchy6"/>
    <dgm:cxn modelId="{536D4BCD-791F-4B17-9FAA-9D554438414B}" type="presParOf" srcId="{7F878A0F-5918-4886-B94E-C7A8CB9768C0}" destId="{9917DD8C-F9DD-408B-9916-DA575BA22986}" srcOrd="2" destOrd="0" presId="urn:microsoft.com/office/officeart/2005/8/layout/hierarchy6"/>
    <dgm:cxn modelId="{EFD932AB-A9E1-4914-8A1E-C342C5966092}" type="presParOf" srcId="{7F878A0F-5918-4886-B94E-C7A8CB9768C0}" destId="{45F276BC-A9C9-44F6-BFC9-812ED3D3581D}" srcOrd="3" destOrd="0" presId="urn:microsoft.com/office/officeart/2005/8/layout/hierarchy6"/>
    <dgm:cxn modelId="{216A24AC-3495-4619-98F6-AA5E9CFD25A5}" type="presParOf" srcId="{45F276BC-A9C9-44F6-BFC9-812ED3D3581D}" destId="{FF12F13D-6667-4079-8245-FDBE9960B210}" srcOrd="0" destOrd="0" presId="urn:microsoft.com/office/officeart/2005/8/layout/hierarchy6"/>
    <dgm:cxn modelId="{BC729916-1249-4343-829C-4B098B921C1E}" type="presParOf" srcId="{45F276BC-A9C9-44F6-BFC9-812ED3D3581D}" destId="{BC58F3A7-CB62-44A4-8F35-702DDC46EA38}" srcOrd="1" destOrd="0" presId="urn:microsoft.com/office/officeart/2005/8/layout/hierarchy6"/>
    <dgm:cxn modelId="{3D72586C-F457-4F44-98C0-B4BDA331E349}" type="presParOf" srcId="{BC58F3A7-CB62-44A4-8F35-702DDC46EA38}" destId="{875927FC-1B2E-4DE1-A0BE-9B6DC034B74A}" srcOrd="0" destOrd="0" presId="urn:microsoft.com/office/officeart/2005/8/layout/hierarchy6"/>
    <dgm:cxn modelId="{EABB2078-C3B2-4B87-B2E7-31F6CE2713D9}" type="presParOf" srcId="{BC58F3A7-CB62-44A4-8F35-702DDC46EA38}" destId="{267D3F5C-0A9E-4880-A298-9FD2B2D7F9D8}" srcOrd="1" destOrd="0" presId="urn:microsoft.com/office/officeart/2005/8/layout/hierarchy6"/>
    <dgm:cxn modelId="{BC84173B-DEBD-47B5-AC97-D4588161C9C7}" type="presParOf" srcId="{267D3F5C-0A9E-4880-A298-9FD2B2D7F9D8}" destId="{4645D56E-0DCC-4A18-A824-5FF7A64E8E94}" srcOrd="0" destOrd="0" presId="urn:microsoft.com/office/officeart/2005/8/layout/hierarchy6"/>
    <dgm:cxn modelId="{37A257A3-8E1B-4173-9D12-48F9F139833B}" type="presParOf" srcId="{267D3F5C-0A9E-4880-A298-9FD2B2D7F9D8}" destId="{003CCCBA-1752-4679-9AAB-AB833EA98CBE}" srcOrd="1" destOrd="0" presId="urn:microsoft.com/office/officeart/2005/8/layout/hierarchy6"/>
    <dgm:cxn modelId="{273C2809-A586-4C59-A332-B5AB905F4E08}" type="presParOf" srcId="{BC58F3A7-CB62-44A4-8F35-702DDC46EA38}" destId="{D8517ABA-EC97-4F06-961A-FA18CE48B40E}" srcOrd="2" destOrd="0" presId="urn:microsoft.com/office/officeart/2005/8/layout/hierarchy6"/>
    <dgm:cxn modelId="{D238E786-09D1-4A1D-B20C-4F4F8AB12904}" type="presParOf" srcId="{BC58F3A7-CB62-44A4-8F35-702DDC46EA38}" destId="{E4EE3768-5BCA-4423-8B83-3136BB2A091D}" srcOrd="3" destOrd="0" presId="urn:microsoft.com/office/officeart/2005/8/layout/hierarchy6"/>
    <dgm:cxn modelId="{41D63D6F-C4FC-4A4A-854C-6FAEF7720CC4}" type="presParOf" srcId="{E4EE3768-5BCA-4423-8B83-3136BB2A091D}" destId="{A475F383-09B5-4D4C-B802-57DEFA188B7D}" srcOrd="0" destOrd="0" presId="urn:microsoft.com/office/officeart/2005/8/layout/hierarchy6"/>
    <dgm:cxn modelId="{52C4979C-4905-454D-BE20-C6E83F52CE2B}" type="presParOf" srcId="{E4EE3768-5BCA-4423-8B83-3136BB2A091D}" destId="{2F5C9C51-0319-4245-B127-5A57196542D9}" srcOrd="1" destOrd="0" presId="urn:microsoft.com/office/officeart/2005/8/layout/hierarchy6"/>
    <dgm:cxn modelId="{D4743A8C-8922-4DDB-B349-DF9DF9AC1E44}" type="presParOf" srcId="{D407490D-4AEB-4268-A35C-F0693D2103A1}" destId="{622854D9-1784-458B-BE5D-7C45F3423FB4}"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A2FCD07-4551-4B01-9C82-B0F6C48DA5C3}"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DF92E68F-45CC-46DA-8687-C7BF82FA48D3}">
      <dgm:prSet phldrT="[Text]"/>
      <dgm:spPr/>
      <dgm:t>
        <a:bodyPr/>
        <a:lstStyle/>
        <a:p>
          <a:r>
            <a:rPr lang="en-US" dirty="0"/>
            <a:t>5051</a:t>
          </a:r>
        </a:p>
      </dgm:t>
    </dgm:pt>
    <dgm:pt modelId="{F64B5C49-EC39-465A-97D0-B04E4DA337E1}" type="sibTrans" cxnId="{0C69725E-0C6F-4906-A60D-61540DDC3D96}">
      <dgm:prSet/>
      <dgm:spPr/>
      <dgm:t>
        <a:bodyPr/>
        <a:lstStyle/>
        <a:p>
          <a:endParaRPr lang="en-US"/>
        </a:p>
      </dgm:t>
    </dgm:pt>
    <dgm:pt modelId="{DD672CF7-F2A0-49FE-AEBC-77A727CECECC}" type="parTrans" cxnId="{0C69725E-0C6F-4906-A60D-61540DDC3D96}">
      <dgm:prSet/>
      <dgm:spPr/>
      <dgm:t>
        <a:bodyPr/>
        <a:lstStyle/>
        <a:p>
          <a:endParaRPr lang="en-US"/>
        </a:p>
      </dgm:t>
    </dgm:pt>
    <dgm:pt modelId="{0B22359F-6DFF-4E69-BAFB-EC2DAC9910AA}">
      <dgm:prSet phldrT="[Text]"/>
      <dgm:spPr>
        <a:solidFill>
          <a:srgbClr val="FFFF00"/>
        </a:solidFill>
      </dgm:spPr>
      <dgm:t>
        <a:bodyPr/>
        <a:lstStyle/>
        <a:p>
          <a:r>
            <a:rPr lang="en-US" dirty="0"/>
            <a:t>5144</a:t>
          </a:r>
        </a:p>
      </dgm:t>
    </dgm:pt>
    <dgm:pt modelId="{ED420C27-B277-408B-B98F-0EA703A173EA}" type="parTrans" cxnId="{DC39B2E1-D99D-4A44-B867-C98BA38A06DC}">
      <dgm:prSet/>
      <dgm:spPr/>
      <dgm:t>
        <a:bodyPr/>
        <a:lstStyle/>
        <a:p>
          <a:endParaRPr lang="en-US"/>
        </a:p>
      </dgm:t>
    </dgm:pt>
    <dgm:pt modelId="{C171ADD1-F2CC-41EE-9E18-50947B30F156}" type="sibTrans" cxnId="{DC39B2E1-D99D-4A44-B867-C98BA38A06DC}">
      <dgm:prSet/>
      <dgm:spPr/>
      <dgm:t>
        <a:bodyPr/>
        <a:lstStyle/>
        <a:p>
          <a:endParaRPr lang="en-US"/>
        </a:p>
      </dgm:t>
    </dgm:pt>
    <dgm:pt modelId="{8EACF92F-B865-4259-8C7B-97324239D2C1}">
      <dgm:prSet phldrT="[Text]"/>
      <dgm:spPr/>
      <dgm:t>
        <a:bodyPr/>
        <a:lstStyle/>
        <a:p>
          <a:r>
            <a:rPr lang="en-US" dirty="0"/>
            <a:t>4946</a:t>
          </a:r>
        </a:p>
      </dgm:t>
    </dgm:pt>
    <dgm:pt modelId="{231FB08D-7D3B-4A39-A0C9-2C7470B79A31}" type="parTrans" cxnId="{5A26F2FF-70D6-4DF2-A049-68AD54A51E63}">
      <dgm:prSet/>
      <dgm:spPr/>
      <dgm:t>
        <a:bodyPr/>
        <a:lstStyle/>
        <a:p>
          <a:endParaRPr lang="en-US"/>
        </a:p>
      </dgm:t>
    </dgm:pt>
    <dgm:pt modelId="{4BC26CEF-7EBB-4042-BAEE-6E0AC05F3828}" type="sibTrans" cxnId="{5A26F2FF-70D6-4DF2-A049-68AD54A51E63}">
      <dgm:prSet/>
      <dgm:spPr/>
      <dgm:t>
        <a:bodyPr/>
        <a:lstStyle/>
        <a:p>
          <a:endParaRPr lang="en-US"/>
        </a:p>
      </dgm:t>
    </dgm:pt>
    <dgm:pt modelId="{0C4AE3F7-88BA-473A-AC03-53588ED1D28C}">
      <dgm:prSet phldrT="[Text]"/>
      <dgm:spPr/>
      <dgm:t>
        <a:bodyPr/>
        <a:lstStyle/>
        <a:p>
          <a:r>
            <a:rPr lang="en-US" dirty="0"/>
            <a:t>4967</a:t>
          </a:r>
        </a:p>
      </dgm:t>
    </dgm:pt>
    <dgm:pt modelId="{2639A8C0-AE99-4E5F-AB8B-0E754ABD9EF3}" type="parTrans" cxnId="{09E7D4A2-4271-4EBE-9DC4-3CE3D133CADD}">
      <dgm:prSet/>
      <dgm:spPr/>
      <dgm:t>
        <a:bodyPr/>
        <a:lstStyle/>
        <a:p>
          <a:endParaRPr lang="en-US"/>
        </a:p>
      </dgm:t>
    </dgm:pt>
    <dgm:pt modelId="{4BB24F04-6C42-4E4D-8622-1E74BD127985}" type="sibTrans" cxnId="{09E7D4A2-4271-4EBE-9DC4-3CE3D133CADD}">
      <dgm:prSet/>
      <dgm:spPr/>
      <dgm:t>
        <a:bodyPr/>
        <a:lstStyle/>
        <a:p>
          <a:endParaRPr lang="en-US"/>
        </a:p>
      </dgm:t>
    </dgm:pt>
    <dgm:pt modelId="{F909EE49-B47C-49B5-B063-4ED3F01D41E7}">
      <dgm:prSet phldrT="[Text]"/>
      <dgm:spPr/>
      <dgm:t>
        <a:bodyPr/>
        <a:lstStyle/>
        <a:p>
          <a:r>
            <a:rPr lang="en-US" dirty="0"/>
            <a:t>5187</a:t>
          </a:r>
        </a:p>
      </dgm:t>
    </dgm:pt>
    <dgm:pt modelId="{549BA72C-9905-467F-9854-ECA809DD8BC7}" type="parTrans" cxnId="{BEB9CB55-4793-4395-A4A9-7CA441FC5385}">
      <dgm:prSet/>
      <dgm:spPr/>
      <dgm:t>
        <a:bodyPr/>
        <a:lstStyle/>
        <a:p>
          <a:endParaRPr lang="en-US"/>
        </a:p>
      </dgm:t>
    </dgm:pt>
    <dgm:pt modelId="{71E08F00-0384-472A-9B35-6558397BF86A}" type="sibTrans" cxnId="{BEB9CB55-4793-4395-A4A9-7CA441FC5385}">
      <dgm:prSet/>
      <dgm:spPr/>
      <dgm:t>
        <a:bodyPr/>
        <a:lstStyle/>
        <a:p>
          <a:endParaRPr lang="en-US"/>
        </a:p>
      </dgm:t>
    </dgm:pt>
    <dgm:pt modelId="{57002A33-627A-4CA0-9DA5-B31C785CF9BA}">
      <dgm:prSet phldrT="[Text]"/>
      <dgm:spPr/>
      <dgm:t>
        <a:bodyPr/>
        <a:lstStyle/>
        <a:p>
          <a:r>
            <a:rPr lang="en-US" dirty="0"/>
            <a:t>4910</a:t>
          </a:r>
        </a:p>
      </dgm:t>
    </dgm:pt>
    <dgm:pt modelId="{B0BF71D7-691C-49E5-8149-4AF9E7C3F3EF}" type="parTrans" cxnId="{E913CA4A-0E74-43BF-9FAA-E064800139AF}">
      <dgm:prSet/>
      <dgm:spPr/>
      <dgm:t>
        <a:bodyPr/>
        <a:lstStyle/>
        <a:p>
          <a:endParaRPr lang="en-US"/>
        </a:p>
      </dgm:t>
    </dgm:pt>
    <dgm:pt modelId="{E6B9015A-C5D6-4378-9B2F-26A97C2E8096}" type="sibTrans" cxnId="{E913CA4A-0E74-43BF-9FAA-E064800139AF}">
      <dgm:prSet/>
      <dgm:spPr/>
      <dgm:t>
        <a:bodyPr/>
        <a:lstStyle/>
        <a:p>
          <a:endParaRPr lang="en-US"/>
        </a:p>
      </dgm:t>
    </dgm:pt>
    <dgm:pt modelId="{522B5B5E-10DE-44E3-AC59-56BB593DEFE8}">
      <dgm:prSet phldrT="[Text]"/>
      <dgm:spPr/>
      <dgm:t>
        <a:bodyPr/>
        <a:lstStyle/>
        <a:p>
          <a:r>
            <a:rPr lang="en-US" dirty="0"/>
            <a:t>5073</a:t>
          </a:r>
        </a:p>
      </dgm:t>
    </dgm:pt>
    <dgm:pt modelId="{FAB5EEAB-D021-42E5-8D90-BA997991ACB8}" type="parTrans" cxnId="{A45AC053-E9E1-41C4-8D00-DE418C81FE14}">
      <dgm:prSet/>
      <dgm:spPr/>
      <dgm:t>
        <a:bodyPr/>
        <a:lstStyle/>
        <a:p>
          <a:endParaRPr lang="en-US"/>
        </a:p>
      </dgm:t>
    </dgm:pt>
    <dgm:pt modelId="{6FF3687C-79DD-44BA-93B7-54B14A19CE52}" type="sibTrans" cxnId="{A45AC053-E9E1-41C4-8D00-DE418C81FE14}">
      <dgm:prSet/>
      <dgm:spPr/>
      <dgm:t>
        <a:bodyPr/>
        <a:lstStyle/>
        <a:p>
          <a:endParaRPr lang="en-US"/>
        </a:p>
      </dgm:t>
    </dgm:pt>
    <dgm:pt modelId="{54FA6BF3-2D3D-469A-96CD-36839161165F}">
      <dgm:prSet phldrT="[Text]"/>
      <dgm:spPr>
        <a:solidFill>
          <a:srgbClr val="FF0000"/>
        </a:solidFill>
      </dgm:spPr>
      <dgm:t>
        <a:bodyPr/>
        <a:lstStyle/>
        <a:p>
          <a:r>
            <a:rPr lang="en-US" strike="sngStrike" dirty="0"/>
            <a:t>5139</a:t>
          </a:r>
        </a:p>
      </dgm:t>
    </dgm:pt>
    <dgm:pt modelId="{D26463D0-BD39-44C7-B69E-A2BBE1DB4BBA}" type="parTrans" cxnId="{35F3D735-D824-4FD8-967D-4E4C10033A0A}">
      <dgm:prSet/>
      <dgm:spPr/>
      <dgm:t>
        <a:bodyPr/>
        <a:lstStyle/>
        <a:p>
          <a:endParaRPr lang="en-US"/>
        </a:p>
      </dgm:t>
    </dgm:pt>
    <dgm:pt modelId="{4F608645-E3A6-4379-B710-997E4A9FA0B2}" type="sibTrans" cxnId="{35F3D735-D824-4FD8-967D-4E4C10033A0A}">
      <dgm:prSet/>
      <dgm:spPr/>
      <dgm:t>
        <a:bodyPr/>
        <a:lstStyle/>
        <a:p>
          <a:endParaRPr lang="en-US"/>
        </a:p>
      </dgm:t>
    </dgm:pt>
    <dgm:pt modelId="{A1AD2317-D9AF-4D32-A4A8-1B786A5C0621}">
      <dgm:prSet phldrT="[Text]"/>
      <dgm:spPr/>
      <dgm:t>
        <a:bodyPr/>
        <a:lstStyle/>
        <a:p>
          <a:r>
            <a:rPr lang="en-US" dirty="0"/>
            <a:t>5044</a:t>
          </a:r>
        </a:p>
      </dgm:t>
    </dgm:pt>
    <dgm:pt modelId="{38F45803-0DE2-4FC6-9509-E0862B93582E}" type="parTrans" cxnId="{F734D1E1-8606-428B-AE36-156117B52646}">
      <dgm:prSet/>
      <dgm:spPr/>
      <dgm:t>
        <a:bodyPr/>
        <a:lstStyle/>
        <a:p>
          <a:endParaRPr lang="en-US"/>
        </a:p>
      </dgm:t>
    </dgm:pt>
    <dgm:pt modelId="{40A33E63-9457-4CF6-A62D-B785F528BF31}" type="sibTrans" cxnId="{F734D1E1-8606-428B-AE36-156117B52646}">
      <dgm:prSet/>
      <dgm:spPr/>
      <dgm:t>
        <a:bodyPr/>
        <a:lstStyle/>
        <a:p>
          <a:endParaRPr lang="en-US"/>
        </a:p>
      </dgm:t>
    </dgm:pt>
    <dgm:pt modelId="{AE783C14-3133-46A1-8B63-9C9EF5F38A38}">
      <dgm:prSet phldrT="[Text]"/>
      <dgm:spPr/>
      <dgm:t>
        <a:bodyPr/>
        <a:lstStyle/>
        <a:p>
          <a:r>
            <a:rPr lang="en-US" dirty="0"/>
            <a:t>5120</a:t>
          </a:r>
        </a:p>
      </dgm:t>
    </dgm:pt>
    <dgm:pt modelId="{697BB93F-B925-47EA-BD84-52CADB450091}" type="parTrans" cxnId="{A992E048-8275-4FFA-AA5B-F5833D8FC7AB}">
      <dgm:prSet/>
      <dgm:spPr/>
      <dgm:t>
        <a:bodyPr/>
        <a:lstStyle/>
        <a:p>
          <a:endParaRPr lang="en-US"/>
        </a:p>
      </dgm:t>
    </dgm:pt>
    <dgm:pt modelId="{174D7349-8033-4E65-8724-1D2D52BA46F7}" type="sibTrans" cxnId="{A992E048-8275-4FFA-AA5B-F5833D8FC7AB}">
      <dgm:prSet/>
      <dgm:spPr/>
      <dgm:t>
        <a:bodyPr/>
        <a:lstStyle/>
        <a:p>
          <a:endParaRPr lang="en-US"/>
        </a:p>
      </dgm:t>
    </dgm:pt>
    <dgm:pt modelId="{71FADC39-BF81-42E6-8D85-57A2DF60DDC7}">
      <dgm:prSet phldrT="[Text]"/>
      <dgm:spPr/>
      <dgm:t>
        <a:bodyPr/>
        <a:lstStyle/>
        <a:p>
          <a:r>
            <a:rPr lang="en-US" dirty="0"/>
            <a:t>5190</a:t>
          </a:r>
        </a:p>
      </dgm:t>
    </dgm:pt>
    <dgm:pt modelId="{3363DD05-9EDE-4502-BC1A-EDD9D9246ED5}" type="parTrans" cxnId="{3754B00B-1799-48D1-AF6A-5ABD3EA257B7}">
      <dgm:prSet/>
      <dgm:spPr/>
      <dgm:t>
        <a:bodyPr/>
        <a:lstStyle/>
        <a:p>
          <a:endParaRPr lang="en-US"/>
        </a:p>
      </dgm:t>
    </dgm:pt>
    <dgm:pt modelId="{B2B3B4BB-608D-4B1D-9BE8-E7E307E258AF}" type="sibTrans" cxnId="{3754B00B-1799-48D1-AF6A-5ABD3EA257B7}">
      <dgm:prSet/>
      <dgm:spPr/>
      <dgm:t>
        <a:bodyPr/>
        <a:lstStyle/>
        <a:p>
          <a:endParaRPr lang="en-US"/>
        </a:p>
      </dgm:t>
    </dgm:pt>
    <dgm:pt modelId="{D407490D-4AEB-4268-A35C-F0693D2103A1}" type="pres">
      <dgm:prSet presAssocID="{AA2FCD07-4551-4B01-9C82-B0F6C48DA5C3}" presName="mainComposite" presStyleCnt="0">
        <dgm:presLayoutVars>
          <dgm:chPref val="1"/>
          <dgm:dir/>
          <dgm:animOne val="branch"/>
          <dgm:animLvl val="lvl"/>
          <dgm:resizeHandles val="exact"/>
        </dgm:presLayoutVars>
      </dgm:prSet>
      <dgm:spPr/>
    </dgm:pt>
    <dgm:pt modelId="{140B3A6F-F3D4-4D08-8D0E-9AAE94DD5A53}" type="pres">
      <dgm:prSet presAssocID="{AA2FCD07-4551-4B01-9C82-B0F6C48DA5C3}" presName="hierFlow" presStyleCnt="0"/>
      <dgm:spPr/>
    </dgm:pt>
    <dgm:pt modelId="{3B8C5CF8-034B-4707-9D19-1C9E798E03CF}" type="pres">
      <dgm:prSet presAssocID="{AA2FCD07-4551-4B01-9C82-B0F6C48DA5C3}" presName="hierChild1" presStyleCnt="0">
        <dgm:presLayoutVars>
          <dgm:chPref val="1"/>
          <dgm:animOne val="branch"/>
          <dgm:animLvl val="lvl"/>
        </dgm:presLayoutVars>
      </dgm:prSet>
      <dgm:spPr/>
    </dgm:pt>
    <dgm:pt modelId="{FDC194DD-B1CD-457C-8EBD-F1497C82A4A7}" type="pres">
      <dgm:prSet presAssocID="{DF92E68F-45CC-46DA-8687-C7BF82FA48D3}" presName="Name14" presStyleCnt="0"/>
      <dgm:spPr/>
    </dgm:pt>
    <dgm:pt modelId="{88CA5F22-07F0-4A7E-B72E-5AFD65F6DB71}" type="pres">
      <dgm:prSet presAssocID="{DF92E68F-45CC-46DA-8687-C7BF82FA48D3}" presName="level1Shape" presStyleLbl="node0" presStyleIdx="0" presStyleCnt="1">
        <dgm:presLayoutVars>
          <dgm:chPref val="3"/>
        </dgm:presLayoutVars>
      </dgm:prSet>
      <dgm:spPr/>
    </dgm:pt>
    <dgm:pt modelId="{2F56F18E-0596-4026-A20F-B16382BEE08B}" type="pres">
      <dgm:prSet presAssocID="{DF92E68F-45CC-46DA-8687-C7BF82FA48D3}" presName="hierChild2" presStyleCnt="0"/>
      <dgm:spPr/>
    </dgm:pt>
    <dgm:pt modelId="{35B69D88-D057-4B41-9DC3-956A15FD822C}" type="pres">
      <dgm:prSet presAssocID="{231FB08D-7D3B-4A39-A0C9-2C7470B79A31}" presName="Name19" presStyleLbl="parChTrans1D2" presStyleIdx="0" presStyleCnt="2"/>
      <dgm:spPr/>
    </dgm:pt>
    <dgm:pt modelId="{69F0906D-9CC3-4DC6-99E1-0090BFFE9677}" type="pres">
      <dgm:prSet presAssocID="{8EACF92F-B865-4259-8C7B-97324239D2C1}" presName="Name21" presStyleCnt="0"/>
      <dgm:spPr/>
    </dgm:pt>
    <dgm:pt modelId="{711758A3-7D0E-4BEB-A1E9-DE880B0C591F}" type="pres">
      <dgm:prSet presAssocID="{8EACF92F-B865-4259-8C7B-97324239D2C1}" presName="level2Shape" presStyleLbl="node2" presStyleIdx="0" presStyleCnt="2"/>
      <dgm:spPr/>
    </dgm:pt>
    <dgm:pt modelId="{0CCD214E-9C9F-4C84-8F07-411691DA6F9F}" type="pres">
      <dgm:prSet presAssocID="{8EACF92F-B865-4259-8C7B-97324239D2C1}" presName="hierChild3" presStyleCnt="0"/>
      <dgm:spPr/>
    </dgm:pt>
    <dgm:pt modelId="{F2E1836F-EB49-4F51-9122-2C516A2D50ED}" type="pres">
      <dgm:prSet presAssocID="{B0BF71D7-691C-49E5-8149-4AF9E7C3F3EF}" presName="Name19" presStyleLbl="parChTrans1D3" presStyleIdx="0" presStyleCnt="4"/>
      <dgm:spPr/>
    </dgm:pt>
    <dgm:pt modelId="{25CA9762-FCE6-48AA-BFFA-0E7B9C36E9A4}" type="pres">
      <dgm:prSet presAssocID="{57002A33-627A-4CA0-9DA5-B31C785CF9BA}" presName="Name21" presStyleCnt="0"/>
      <dgm:spPr/>
    </dgm:pt>
    <dgm:pt modelId="{EDD579D2-50FA-4DD3-B828-6A6AC27C8028}" type="pres">
      <dgm:prSet presAssocID="{57002A33-627A-4CA0-9DA5-B31C785CF9BA}" presName="level2Shape" presStyleLbl="node3" presStyleIdx="0" presStyleCnt="4"/>
      <dgm:spPr/>
    </dgm:pt>
    <dgm:pt modelId="{A4B39657-8C70-463E-8FCA-6353FECFA35B}" type="pres">
      <dgm:prSet presAssocID="{57002A33-627A-4CA0-9DA5-B31C785CF9BA}" presName="hierChild3" presStyleCnt="0"/>
      <dgm:spPr/>
    </dgm:pt>
    <dgm:pt modelId="{F4201962-1B20-4292-8178-9C0220FD91B6}" type="pres">
      <dgm:prSet presAssocID="{2639A8C0-AE99-4E5F-AB8B-0E754ABD9EF3}" presName="Name19" presStyleLbl="parChTrans1D3" presStyleIdx="1" presStyleCnt="4"/>
      <dgm:spPr/>
    </dgm:pt>
    <dgm:pt modelId="{6CA6F184-A0CC-45B3-B57D-259ABCF84EA4}" type="pres">
      <dgm:prSet presAssocID="{0C4AE3F7-88BA-473A-AC03-53588ED1D28C}" presName="Name21" presStyleCnt="0"/>
      <dgm:spPr/>
    </dgm:pt>
    <dgm:pt modelId="{E78E9F48-6D5C-4926-AD5F-33716BDEE766}" type="pres">
      <dgm:prSet presAssocID="{0C4AE3F7-88BA-473A-AC03-53588ED1D28C}" presName="level2Shape" presStyleLbl="node3" presStyleIdx="1" presStyleCnt="4"/>
      <dgm:spPr/>
    </dgm:pt>
    <dgm:pt modelId="{74E438A9-8138-40AE-B823-60FD4954617A}" type="pres">
      <dgm:prSet presAssocID="{0C4AE3F7-88BA-473A-AC03-53588ED1D28C}" presName="hierChild3" presStyleCnt="0"/>
      <dgm:spPr/>
    </dgm:pt>
    <dgm:pt modelId="{7444DC43-56D1-430A-9BF8-3314B5AB5FB5}" type="pres">
      <dgm:prSet presAssocID="{ED420C27-B277-408B-B98F-0EA703A173EA}" presName="Name19" presStyleLbl="parChTrans1D2" presStyleIdx="1" presStyleCnt="2"/>
      <dgm:spPr/>
    </dgm:pt>
    <dgm:pt modelId="{BD70C73A-CD12-46A8-8A79-2D973D0C3ED2}" type="pres">
      <dgm:prSet presAssocID="{0B22359F-6DFF-4E69-BAFB-EC2DAC9910AA}" presName="Name21" presStyleCnt="0"/>
      <dgm:spPr/>
    </dgm:pt>
    <dgm:pt modelId="{44B889C3-3AD2-4569-8039-004EBE75F227}" type="pres">
      <dgm:prSet presAssocID="{0B22359F-6DFF-4E69-BAFB-EC2DAC9910AA}" presName="level2Shape" presStyleLbl="node2" presStyleIdx="1" presStyleCnt="2"/>
      <dgm:spPr/>
    </dgm:pt>
    <dgm:pt modelId="{7F878A0F-5918-4886-B94E-C7A8CB9768C0}" type="pres">
      <dgm:prSet presAssocID="{0B22359F-6DFF-4E69-BAFB-EC2DAC9910AA}" presName="hierChild3" presStyleCnt="0"/>
      <dgm:spPr/>
    </dgm:pt>
    <dgm:pt modelId="{1641557C-2449-4270-A648-DDFC4D4D06CF}" type="pres">
      <dgm:prSet presAssocID="{FAB5EEAB-D021-42E5-8D90-BA997991ACB8}" presName="Name19" presStyleLbl="parChTrans1D3" presStyleIdx="2" presStyleCnt="4"/>
      <dgm:spPr/>
    </dgm:pt>
    <dgm:pt modelId="{16C2CDA7-E48A-48EE-AF0A-F8FA5AC4940E}" type="pres">
      <dgm:prSet presAssocID="{522B5B5E-10DE-44E3-AC59-56BB593DEFE8}" presName="Name21" presStyleCnt="0"/>
      <dgm:spPr/>
    </dgm:pt>
    <dgm:pt modelId="{D5CBD695-7B60-4261-BFDC-BED9D3C79DB9}" type="pres">
      <dgm:prSet presAssocID="{522B5B5E-10DE-44E3-AC59-56BB593DEFE8}" presName="level2Shape" presStyleLbl="node3" presStyleIdx="2" presStyleCnt="4"/>
      <dgm:spPr/>
    </dgm:pt>
    <dgm:pt modelId="{BD2E3042-663E-4E89-A5F6-C4F24E624535}" type="pres">
      <dgm:prSet presAssocID="{522B5B5E-10DE-44E3-AC59-56BB593DEFE8}" presName="hierChild3" presStyleCnt="0"/>
      <dgm:spPr/>
    </dgm:pt>
    <dgm:pt modelId="{A570DECE-03F8-48FB-94BC-2B57B52D2776}" type="pres">
      <dgm:prSet presAssocID="{38F45803-0DE2-4FC6-9509-E0862B93582E}" presName="Name19" presStyleLbl="parChTrans1D4" presStyleIdx="0" presStyleCnt="4"/>
      <dgm:spPr/>
    </dgm:pt>
    <dgm:pt modelId="{8E8329D3-0634-4941-9D50-175B84608AC4}" type="pres">
      <dgm:prSet presAssocID="{A1AD2317-D9AF-4D32-A4A8-1B786A5C0621}" presName="Name21" presStyleCnt="0"/>
      <dgm:spPr/>
    </dgm:pt>
    <dgm:pt modelId="{7E897ED6-ADC4-4B96-B561-A8941931A2AB}" type="pres">
      <dgm:prSet presAssocID="{A1AD2317-D9AF-4D32-A4A8-1B786A5C0621}" presName="level2Shape" presStyleLbl="node4" presStyleIdx="0" presStyleCnt="4"/>
      <dgm:spPr/>
    </dgm:pt>
    <dgm:pt modelId="{7E783C7C-9C6C-4B9C-B333-84E37D3E6E4B}" type="pres">
      <dgm:prSet presAssocID="{A1AD2317-D9AF-4D32-A4A8-1B786A5C0621}" presName="hierChild3" presStyleCnt="0"/>
      <dgm:spPr/>
    </dgm:pt>
    <dgm:pt modelId="{CE62B8BC-8778-4500-881A-9341B66F15A4}" type="pres">
      <dgm:prSet presAssocID="{697BB93F-B925-47EA-BD84-52CADB450091}" presName="Name19" presStyleLbl="parChTrans1D4" presStyleIdx="1" presStyleCnt="4"/>
      <dgm:spPr/>
    </dgm:pt>
    <dgm:pt modelId="{DADF7CC5-2F24-4E26-BF9E-143CB0795349}" type="pres">
      <dgm:prSet presAssocID="{AE783C14-3133-46A1-8B63-9C9EF5F38A38}" presName="Name21" presStyleCnt="0"/>
      <dgm:spPr/>
    </dgm:pt>
    <dgm:pt modelId="{763D91DD-BE15-48D5-8F21-D9CB7D1C34DB}" type="pres">
      <dgm:prSet presAssocID="{AE783C14-3133-46A1-8B63-9C9EF5F38A38}" presName="level2Shape" presStyleLbl="node4" presStyleIdx="1" presStyleCnt="4"/>
      <dgm:spPr/>
    </dgm:pt>
    <dgm:pt modelId="{0FD11C83-495B-4A1C-B9F5-3ED9D96F8884}" type="pres">
      <dgm:prSet presAssocID="{AE783C14-3133-46A1-8B63-9C9EF5F38A38}" presName="hierChild3" presStyleCnt="0"/>
      <dgm:spPr/>
    </dgm:pt>
    <dgm:pt modelId="{9917DD8C-F9DD-408B-9916-DA575BA22986}" type="pres">
      <dgm:prSet presAssocID="{549BA72C-9905-467F-9854-ECA809DD8BC7}" presName="Name19" presStyleLbl="parChTrans1D3" presStyleIdx="3" presStyleCnt="4"/>
      <dgm:spPr/>
    </dgm:pt>
    <dgm:pt modelId="{45F276BC-A9C9-44F6-BFC9-812ED3D3581D}" type="pres">
      <dgm:prSet presAssocID="{F909EE49-B47C-49B5-B063-4ED3F01D41E7}" presName="Name21" presStyleCnt="0"/>
      <dgm:spPr/>
    </dgm:pt>
    <dgm:pt modelId="{FF12F13D-6667-4079-8245-FDBE9960B210}" type="pres">
      <dgm:prSet presAssocID="{F909EE49-B47C-49B5-B063-4ED3F01D41E7}" presName="level2Shape" presStyleLbl="node3" presStyleIdx="3" presStyleCnt="4"/>
      <dgm:spPr/>
    </dgm:pt>
    <dgm:pt modelId="{BC58F3A7-CB62-44A4-8F35-702DDC46EA38}" type="pres">
      <dgm:prSet presAssocID="{F909EE49-B47C-49B5-B063-4ED3F01D41E7}" presName="hierChild3" presStyleCnt="0"/>
      <dgm:spPr/>
    </dgm:pt>
    <dgm:pt modelId="{875927FC-1B2E-4DE1-A0BE-9B6DC034B74A}" type="pres">
      <dgm:prSet presAssocID="{D26463D0-BD39-44C7-B69E-A2BBE1DB4BBA}" presName="Name19" presStyleLbl="parChTrans1D4" presStyleIdx="2" presStyleCnt="4"/>
      <dgm:spPr/>
    </dgm:pt>
    <dgm:pt modelId="{267D3F5C-0A9E-4880-A298-9FD2B2D7F9D8}" type="pres">
      <dgm:prSet presAssocID="{54FA6BF3-2D3D-469A-96CD-36839161165F}" presName="Name21" presStyleCnt="0"/>
      <dgm:spPr/>
    </dgm:pt>
    <dgm:pt modelId="{4645D56E-0DCC-4A18-A824-5FF7A64E8E94}" type="pres">
      <dgm:prSet presAssocID="{54FA6BF3-2D3D-469A-96CD-36839161165F}" presName="level2Shape" presStyleLbl="node4" presStyleIdx="2" presStyleCnt="4"/>
      <dgm:spPr/>
    </dgm:pt>
    <dgm:pt modelId="{003CCCBA-1752-4679-9AAB-AB833EA98CBE}" type="pres">
      <dgm:prSet presAssocID="{54FA6BF3-2D3D-469A-96CD-36839161165F}" presName="hierChild3" presStyleCnt="0"/>
      <dgm:spPr/>
    </dgm:pt>
    <dgm:pt modelId="{D8517ABA-EC97-4F06-961A-FA18CE48B40E}" type="pres">
      <dgm:prSet presAssocID="{3363DD05-9EDE-4502-BC1A-EDD9D9246ED5}" presName="Name19" presStyleLbl="parChTrans1D4" presStyleIdx="3" presStyleCnt="4"/>
      <dgm:spPr/>
    </dgm:pt>
    <dgm:pt modelId="{E4EE3768-5BCA-4423-8B83-3136BB2A091D}" type="pres">
      <dgm:prSet presAssocID="{71FADC39-BF81-42E6-8D85-57A2DF60DDC7}" presName="Name21" presStyleCnt="0"/>
      <dgm:spPr/>
    </dgm:pt>
    <dgm:pt modelId="{A475F383-09B5-4D4C-B802-57DEFA188B7D}" type="pres">
      <dgm:prSet presAssocID="{71FADC39-BF81-42E6-8D85-57A2DF60DDC7}" presName="level2Shape" presStyleLbl="node4" presStyleIdx="3" presStyleCnt="4"/>
      <dgm:spPr/>
    </dgm:pt>
    <dgm:pt modelId="{2F5C9C51-0319-4245-B127-5A57196542D9}" type="pres">
      <dgm:prSet presAssocID="{71FADC39-BF81-42E6-8D85-57A2DF60DDC7}" presName="hierChild3" presStyleCnt="0"/>
      <dgm:spPr/>
    </dgm:pt>
    <dgm:pt modelId="{622854D9-1784-458B-BE5D-7C45F3423FB4}" type="pres">
      <dgm:prSet presAssocID="{AA2FCD07-4551-4B01-9C82-B0F6C48DA5C3}" presName="bgShapesFlow" presStyleCnt="0"/>
      <dgm:spPr/>
    </dgm:pt>
  </dgm:ptLst>
  <dgm:cxnLst>
    <dgm:cxn modelId="{3754B00B-1799-48D1-AF6A-5ABD3EA257B7}" srcId="{F909EE49-B47C-49B5-B063-4ED3F01D41E7}" destId="{71FADC39-BF81-42E6-8D85-57A2DF60DDC7}" srcOrd="1" destOrd="0" parTransId="{3363DD05-9EDE-4502-BC1A-EDD9D9246ED5}" sibTransId="{B2B3B4BB-608D-4B1D-9BE8-E7E307E258AF}"/>
    <dgm:cxn modelId="{4F951810-02BB-43D7-AFEA-E5CF5BC0A52E}" type="presOf" srcId="{697BB93F-B925-47EA-BD84-52CADB450091}" destId="{CE62B8BC-8778-4500-881A-9341B66F15A4}" srcOrd="0" destOrd="0" presId="urn:microsoft.com/office/officeart/2005/8/layout/hierarchy6"/>
    <dgm:cxn modelId="{A0DEAF1E-EC79-423C-9E3A-0E79CB870DC8}" type="presOf" srcId="{522B5B5E-10DE-44E3-AC59-56BB593DEFE8}" destId="{D5CBD695-7B60-4261-BFDC-BED9D3C79DB9}" srcOrd="0" destOrd="0" presId="urn:microsoft.com/office/officeart/2005/8/layout/hierarchy6"/>
    <dgm:cxn modelId="{D6986121-CBFC-458F-AA1E-A925E571B418}" type="presOf" srcId="{AE783C14-3133-46A1-8B63-9C9EF5F38A38}" destId="{763D91DD-BE15-48D5-8F21-D9CB7D1C34DB}" srcOrd="0" destOrd="0" presId="urn:microsoft.com/office/officeart/2005/8/layout/hierarchy6"/>
    <dgm:cxn modelId="{C37AA629-46AC-4260-9D61-7914B3679554}" type="presOf" srcId="{AA2FCD07-4551-4B01-9C82-B0F6C48DA5C3}" destId="{D407490D-4AEB-4268-A35C-F0693D2103A1}" srcOrd="0" destOrd="0" presId="urn:microsoft.com/office/officeart/2005/8/layout/hierarchy6"/>
    <dgm:cxn modelId="{35F3D735-D824-4FD8-967D-4E4C10033A0A}" srcId="{F909EE49-B47C-49B5-B063-4ED3F01D41E7}" destId="{54FA6BF3-2D3D-469A-96CD-36839161165F}" srcOrd="0" destOrd="0" parTransId="{D26463D0-BD39-44C7-B69E-A2BBE1DB4BBA}" sibTransId="{4F608645-E3A6-4379-B710-997E4A9FA0B2}"/>
    <dgm:cxn modelId="{511AC536-2C23-430E-9DBD-A73E04FAFD85}" type="presOf" srcId="{231FB08D-7D3B-4A39-A0C9-2C7470B79A31}" destId="{35B69D88-D057-4B41-9DC3-956A15FD822C}" srcOrd="0" destOrd="0" presId="urn:microsoft.com/office/officeart/2005/8/layout/hierarchy6"/>
    <dgm:cxn modelId="{0C08BC40-71F2-4286-9350-74DB09690A5E}" type="presOf" srcId="{3363DD05-9EDE-4502-BC1A-EDD9D9246ED5}" destId="{D8517ABA-EC97-4F06-961A-FA18CE48B40E}" srcOrd="0" destOrd="0" presId="urn:microsoft.com/office/officeart/2005/8/layout/hierarchy6"/>
    <dgm:cxn modelId="{0C69725E-0C6F-4906-A60D-61540DDC3D96}" srcId="{AA2FCD07-4551-4B01-9C82-B0F6C48DA5C3}" destId="{DF92E68F-45CC-46DA-8687-C7BF82FA48D3}" srcOrd="0" destOrd="0" parTransId="{DD672CF7-F2A0-49FE-AEBC-77A727CECECC}" sibTransId="{F64B5C49-EC39-465A-97D0-B04E4DA337E1}"/>
    <dgm:cxn modelId="{EF687D64-AB91-44BF-AB68-C666AC89CC98}" type="presOf" srcId="{0B22359F-6DFF-4E69-BAFB-EC2DAC9910AA}" destId="{44B889C3-3AD2-4569-8039-004EBE75F227}" srcOrd="0" destOrd="0" presId="urn:microsoft.com/office/officeart/2005/8/layout/hierarchy6"/>
    <dgm:cxn modelId="{A4D07867-0242-45B4-A009-B0C86E319266}" type="presOf" srcId="{F909EE49-B47C-49B5-B063-4ED3F01D41E7}" destId="{FF12F13D-6667-4079-8245-FDBE9960B210}" srcOrd="0" destOrd="0" presId="urn:microsoft.com/office/officeart/2005/8/layout/hierarchy6"/>
    <dgm:cxn modelId="{62C76A68-4E0B-4B71-B759-DAED0CC8AD94}" type="presOf" srcId="{71FADC39-BF81-42E6-8D85-57A2DF60DDC7}" destId="{A475F383-09B5-4D4C-B802-57DEFA188B7D}" srcOrd="0" destOrd="0" presId="urn:microsoft.com/office/officeart/2005/8/layout/hierarchy6"/>
    <dgm:cxn modelId="{A992E048-8275-4FFA-AA5B-F5833D8FC7AB}" srcId="{522B5B5E-10DE-44E3-AC59-56BB593DEFE8}" destId="{AE783C14-3133-46A1-8B63-9C9EF5F38A38}" srcOrd="1" destOrd="0" parTransId="{697BB93F-B925-47EA-BD84-52CADB450091}" sibTransId="{174D7349-8033-4E65-8724-1D2D52BA46F7}"/>
    <dgm:cxn modelId="{E913CA4A-0E74-43BF-9FAA-E064800139AF}" srcId="{8EACF92F-B865-4259-8C7B-97324239D2C1}" destId="{57002A33-627A-4CA0-9DA5-B31C785CF9BA}" srcOrd="0" destOrd="0" parTransId="{B0BF71D7-691C-49E5-8149-4AF9E7C3F3EF}" sibTransId="{E6B9015A-C5D6-4378-9B2F-26A97C2E8096}"/>
    <dgm:cxn modelId="{DAFE2150-A110-4C8B-9679-0E6D7AC7716D}" type="presOf" srcId="{ED420C27-B277-408B-B98F-0EA703A173EA}" destId="{7444DC43-56D1-430A-9BF8-3314B5AB5FB5}" srcOrd="0" destOrd="0" presId="urn:microsoft.com/office/officeart/2005/8/layout/hierarchy6"/>
    <dgm:cxn modelId="{A45AC053-E9E1-41C4-8D00-DE418C81FE14}" srcId="{0B22359F-6DFF-4E69-BAFB-EC2DAC9910AA}" destId="{522B5B5E-10DE-44E3-AC59-56BB593DEFE8}" srcOrd="0" destOrd="0" parTransId="{FAB5EEAB-D021-42E5-8D90-BA997991ACB8}" sibTransId="{6FF3687C-79DD-44BA-93B7-54B14A19CE52}"/>
    <dgm:cxn modelId="{BEB9CB55-4793-4395-A4A9-7CA441FC5385}" srcId="{0B22359F-6DFF-4E69-BAFB-EC2DAC9910AA}" destId="{F909EE49-B47C-49B5-B063-4ED3F01D41E7}" srcOrd="1" destOrd="0" parTransId="{549BA72C-9905-467F-9854-ECA809DD8BC7}" sibTransId="{71E08F00-0384-472A-9B35-6558397BF86A}"/>
    <dgm:cxn modelId="{188B1E7A-6B7C-428C-905D-F0FB3E0DA43C}" type="presOf" srcId="{8EACF92F-B865-4259-8C7B-97324239D2C1}" destId="{711758A3-7D0E-4BEB-A1E9-DE880B0C591F}" srcOrd="0" destOrd="0" presId="urn:microsoft.com/office/officeart/2005/8/layout/hierarchy6"/>
    <dgm:cxn modelId="{93C3317A-F09E-4AC5-91E5-580271A28429}" type="presOf" srcId="{2639A8C0-AE99-4E5F-AB8B-0E754ABD9EF3}" destId="{F4201962-1B20-4292-8178-9C0220FD91B6}" srcOrd="0" destOrd="0" presId="urn:microsoft.com/office/officeart/2005/8/layout/hierarchy6"/>
    <dgm:cxn modelId="{1576717E-B467-4FC9-BC3F-57CF42587573}" type="presOf" srcId="{DF92E68F-45CC-46DA-8687-C7BF82FA48D3}" destId="{88CA5F22-07F0-4A7E-B72E-5AFD65F6DB71}" srcOrd="0" destOrd="0" presId="urn:microsoft.com/office/officeart/2005/8/layout/hierarchy6"/>
    <dgm:cxn modelId="{78ED8881-E02A-4F77-8197-C000FFA8E073}" type="presOf" srcId="{B0BF71D7-691C-49E5-8149-4AF9E7C3F3EF}" destId="{F2E1836F-EB49-4F51-9122-2C516A2D50ED}" srcOrd="0" destOrd="0" presId="urn:microsoft.com/office/officeart/2005/8/layout/hierarchy6"/>
    <dgm:cxn modelId="{AEC7A492-5896-482C-98C3-8D694F1FDD1F}" type="presOf" srcId="{0C4AE3F7-88BA-473A-AC03-53588ED1D28C}" destId="{E78E9F48-6D5C-4926-AD5F-33716BDEE766}" srcOrd="0" destOrd="0" presId="urn:microsoft.com/office/officeart/2005/8/layout/hierarchy6"/>
    <dgm:cxn modelId="{FE80B597-675B-4733-B28D-855B9784B0DB}" type="presOf" srcId="{38F45803-0DE2-4FC6-9509-E0862B93582E}" destId="{A570DECE-03F8-48FB-94BC-2B57B52D2776}" srcOrd="0" destOrd="0" presId="urn:microsoft.com/office/officeart/2005/8/layout/hierarchy6"/>
    <dgm:cxn modelId="{09E7D4A2-4271-4EBE-9DC4-3CE3D133CADD}" srcId="{8EACF92F-B865-4259-8C7B-97324239D2C1}" destId="{0C4AE3F7-88BA-473A-AC03-53588ED1D28C}" srcOrd="1" destOrd="0" parTransId="{2639A8C0-AE99-4E5F-AB8B-0E754ABD9EF3}" sibTransId="{4BB24F04-6C42-4E4D-8622-1E74BD127985}"/>
    <dgm:cxn modelId="{BD72AFA8-F2F9-408F-B33A-4F59C747A2B7}" type="presOf" srcId="{A1AD2317-D9AF-4D32-A4A8-1B786A5C0621}" destId="{7E897ED6-ADC4-4B96-B561-A8941931A2AB}" srcOrd="0" destOrd="0" presId="urn:microsoft.com/office/officeart/2005/8/layout/hierarchy6"/>
    <dgm:cxn modelId="{81E344BE-7F8F-4422-AE24-3B45910C66A2}" type="presOf" srcId="{54FA6BF3-2D3D-469A-96CD-36839161165F}" destId="{4645D56E-0DCC-4A18-A824-5FF7A64E8E94}" srcOrd="0" destOrd="0" presId="urn:microsoft.com/office/officeart/2005/8/layout/hierarchy6"/>
    <dgm:cxn modelId="{B56EF5C7-C33F-4EBA-81ED-0170D20C7256}" type="presOf" srcId="{57002A33-627A-4CA0-9DA5-B31C785CF9BA}" destId="{EDD579D2-50FA-4DD3-B828-6A6AC27C8028}" srcOrd="0" destOrd="0" presId="urn:microsoft.com/office/officeart/2005/8/layout/hierarchy6"/>
    <dgm:cxn modelId="{195A48D7-9072-4629-B0DB-BEC61DD30181}" type="presOf" srcId="{FAB5EEAB-D021-42E5-8D90-BA997991ACB8}" destId="{1641557C-2449-4270-A648-DDFC4D4D06CF}" srcOrd="0" destOrd="0" presId="urn:microsoft.com/office/officeart/2005/8/layout/hierarchy6"/>
    <dgm:cxn modelId="{D404B6DB-CCE1-498C-9F70-645166A1847B}" type="presOf" srcId="{549BA72C-9905-467F-9854-ECA809DD8BC7}" destId="{9917DD8C-F9DD-408B-9916-DA575BA22986}" srcOrd="0" destOrd="0" presId="urn:microsoft.com/office/officeart/2005/8/layout/hierarchy6"/>
    <dgm:cxn modelId="{DC39B2E1-D99D-4A44-B867-C98BA38A06DC}" srcId="{DF92E68F-45CC-46DA-8687-C7BF82FA48D3}" destId="{0B22359F-6DFF-4E69-BAFB-EC2DAC9910AA}" srcOrd="1" destOrd="0" parTransId="{ED420C27-B277-408B-B98F-0EA703A173EA}" sibTransId="{C171ADD1-F2CC-41EE-9E18-50947B30F156}"/>
    <dgm:cxn modelId="{F734D1E1-8606-428B-AE36-156117B52646}" srcId="{522B5B5E-10DE-44E3-AC59-56BB593DEFE8}" destId="{A1AD2317-D9AF-4D32-A4A8-1B786A5C0621}" srcOrd="0" destOrd="0" parTransId="{38F45803-0DE2-4FC6-9509-E0862B93582E}" sibTransId="{40A33E63-9457-4CF6-A62D-B785F528BF31}"/>
    <dgm:cxn modelId="{BCE612F7-0759-4767-B169-7FB11E654748}" type="presOf" srcId="{D26463D0-BD39-44C7-B69E-A2BBE1DB4BBA}" destId="{875927FC-1B2E-4DE1-A0BE-9B6DC034B74A}" srcOrd="0" destOrd="0" presId="urn:microsoft.com/office/officeart/2005/8/layout/hierarchy6"/>
    <dgm:cxn modelId="{5A26F2FF-70D6-4DF2-A049-68AD54A51E63}" srcId="{DF92E68F-45CC-46DA-8687-C7BF82FA48D3}" destId="{8EACF92F-B865-4259-8C7B-97324239D2C1}" srcOrd="0" destOrd="0" parTransId="{231FB08D-7D3B-4A39-A0C9-2C7470B79A31}" sibTransId="{4BC26CEF-7EBB-4042-BAEE-6E0AC05F3828}"/>
    <dgm:cxn modelId="{1FA71108-9F5E-45C4-AA81-4FD4FDA3A7AC}" type="presParOf" srcId="{D407490D-4AEB-4268-A35C-F0693D2103A1}" destId="{140B3A6F-F3D4-4D08-8D0E-9AAE94DD5A53}" srcOrd="0" destOrd="0" presId="urn:microsoft.com/office/officeart/2005/8/layout/hierarchy6"/>
    <dgm:cxn modelId="{9C6FFC8B-BF73-4D3E-8C98-9BD201A4AB72}" type="presParOf" srcId="{140B3A6F-F3D4-4D08-8D0E-9AAE94DD5A53}" destId="{3B8C5CF8-034B-4707-9D19-1C9E798E03CF}" srcOrd="0" destOrd="0" presId="urn:microsoft.com/office/officeart/2005/8/layout/hierarchy6"/>
    <dgm:cxn modelId="{DA56C6B2-38FC-41F7-A331-57CF3063CE4B}" type="presParOf" srcId="{3B8C5CF8-034B-4707-9D19-1C9E798E03CF}" destId="{FDC194DD-B1CD-457C-8EBD-F1497C82A4A7}" srcOrd="0" destOrd="0" presId="urn:microsoft.com/office/officeart/2005/8/layout/hierarchy6"/>
    <dgm:cxn modelId="{ACF26C4B-2936-4A24-872C-BE585D494BEB}" type="presParOf" srcId="{FDC194DD-B1CD-457C-8EBD-F1497C82A4A7}" destId="{88CA5F22-07F0-4A7E-B72E-5AFD65F6DB71}" srcOrd="0" destOrd="0" presId="urn:microsoft.com/office/officeart/2005/8/layout/hierarchy6"/>
    <dgm:cxn modelId="{D403CE68-3FCE-43FE-AF95-8923B20DCC94}" type="presParOf" srcId="{FDC194DD-B1CD-457C-8EBD-F1497C82A4A7}" destId="{2F56F18E-0596-4026-A20F-B16382BEE08B}" srcOrd="1" destOrd="0" presId="urn:microsoft.com/office/officeart/2005/8/layout/hierarchy6"/>
    <dgm:cxn modelId="{084F4297-98CE-4E8F-A6DA-BE43A0923C3F}" type="presParOf" srcId="{2F56F18E-0596-4026-A20F-B16382BEE08B}" destId="{35B69D88-D057-4B41-9DC3-956A15FD822C}" srcOrd="0" destOrd="0" presId="urn:microsoft.com/office/officeart/2005/8/layout/hierarchy6"/>
    <dgm:cxn modelId="{049EC68B-8602-46C0-86F5-2AC3FA8E1C4C}" type="presParOf" srcId="{2F56F18E-0596-4026-A20F-B16382BEE08B}" destId="{69F0906D-9CC3-4DC6-99E1-0090BFFE9677}" srcOrd="1" destOrd="0" presId="urn:microsoft.com/office/officeart/2005/8/layout/hierarchy6"/>
    <dgm:cxn modelId="{D29BF3EB-F21F-4BDB-B5C6-A87C005C392C}" type="presParOf" srcId="{69F0906D-9CC3-4DC6-99E1-0090BFFE9677}" destId="{711758A3-7D0E-4BEB-A1E9-DE880B0C591F}" srcOrd="0" destOrd="0" presId="urn:microsoft.com/office/officeart/2005/8/layout/hierarchy6"/>
    <dgm:cxn modelId="{12B8DEF5-936F-4E25-BE83-5AF639AB99FF}" type="presParOf" srcId="{69F0906D-9CC3-4DC6-99E1-0090BFFE9677}" destId="{0CCD214E-9C9F-4C84-8F07-411691DA6F9F}" srcOrd="1" destOrd="0" presId="urn:microsoft.com/office/officeart/2005/8/layout/hierarchy6"/>
    <dgm:cxn modelId="{6D92B4D1-1F52-42A0-9AD4-8993A46F42AD}" type="presParOf" srcId="{0CCD214E-9C9F-4C84-8F07-411691DA6F9F}" destId="{F2E1836F-EB49-4F51-9122-2C516A2D50ED}" srcOrd="0" destOrd="0" presId="urn:microsoft.com/office/officeart/2005/8/layout/hierarchy6"/>
    <dgm:cxn modelId="{8FC9AE84-8B14-4BF5-A91E-5EB04CF27EDD}" type="presParOf" srcId="{0CCD214E-9C9F-4C84-8F07-411691DA6F9F}" destId="{25CA9762-FCE6-48AA-BFFA-0E7B9C36E9A4}" srcOrd="1" destOrd="0" presId="urn:microsoft.com/office/officeart/2005/8/layout/hierarchy6"/>
    <dgm:cxn modelId="{F1A706EE-3FE0-4CA0-B5DA-5234D353279C}" type="presParOf" srcId="{25CA9762-FCE6-48AA-BFFA-0E7B9C36E9A4}" destId="{EDD579D2-50FA-4DD3-B828-6A6AC27C8028}" srcOrd="0" destOrd="0" presId="urn:microsoft.com/office/officeart/2005/8/layout/hierarchy6"/>
    <dgm:cxn modelId="{091FC240-008A-4BC3-B409-8F454B2AADAB}" type="presParOf" srcId="{25CA9762-FCE6-48AA-BFFA-0E7B9C36E9A4}" destId="{A4B39657-8C70-463E-8FCA-6353FECFA35B}" srcOrd="1" destOrd="0" presId="urn:microsoft.com/office/officeart/2005/8/layout/hierarchy6"/>
    <dgm:cxn modelId="{7B22BC30-8BB5-408F-AE28-8057BAA4A14C}" type="presParOf" srcId="{0CCD214E-9C9F-4C84-8F07-411691DA6F9F}" destId="{F4201962-1B20-4292-8178-9C0220FD91B6}" srcOrd="2" destOrd="0" presId="urn:microsoft.com/office/officeart/2005/8/layout/hierarchy6"/>
    <dgm:cxn modelId="{56752984-ECED-41EC-B791-F35B2CCA1CFC}" type="presParOf" srcId="{0CCD214E-9C9F-4C84-8F07-411691DA6F9F}" destId="{6CA6F184-A0CC-45B3-B57D-259ABCF84EA4}" srcOrd="3" destOrd="0" presId="urn:microsoft.com/office/officeart/2005/8/layout/hierarchy6"/>
    <dgm:cxn modelId="{4D8CB818-67B6-4A79-8BD9-0FADCA2FA9EF}" type="presParOf" srcId="{6CA6F184-A0CC-45B3-B57D-259ABCF84EA4}" destId="{E78E9F48-6D5C-4926-AD5F-33716BDEE766}" srcOrd="0" destOrd="0" presId="urn:microsoft.com/office/officeart/2005/8/layout/hierarchy6"/>
    <dgm:cxn modelId="{BA541561-CBFE-46EB-BD98-46706412A102}" type="presParOf" srcId="{6CA6F184-A0CC-45B3-B57D-259ABCF84EA4}" destId="{74E438A9-8138-40AE-B823-60FD4954617A}" srcOrd="1" destOrd="0" presId="urn:microsoft.com/office/officeart/2005/8/layout/hierarchy6"/>
    <dgm:cxn modelId="{D9E4C908-C5B3-4B44-BA4C-3A2AD03467FE}" type="presParOf" srcId="{2F56F18E-0596-4026-A20F-B16382BEE08B}" destId="{7444DC43-56D1-430A-9BF8-3314B5AB5FB5}" srcOrd="2" destOrd="0" presId="urn:microsoft.com/office/officeart/2005/8/layout/hierarchy6"/>
    <dgm:cxn modelId="{610E99E5-B85E-498C-9CFA-BFB9FF872E3C}" type="presParOf" srcId="{2F56F18E-0596-4026-A20F-B16382BEE08B}" destId="{BD70C73A-CD12-46A8-8A79-2D973D0C3ED2}" srcOrd="3" destOrd="0" presId="urn:microsoft.com/office/officeart/2005/8/layout/hierarchy6"/>
    <dgm:cxn modelId="{E3BDE68F-C63E-4A92-BC94-D8D391C3DB33}" type="presParOf" srcId="{BD70C73A-CD12-46A8-8A79-2D973D0C3ED2}" destId="{44B889C3-3AD2-4569-8039-004EBE75F227}" srcOrd="0" destOrd="0" presId="urn:microsoft.com/office/officeart/2005/8/layout/hierarchy6"/>
    <dgm:cxn modelId="{8662D429-87BE-4915-9387-D66E2E67F7E2}" type="presParOf" srcId="{BD70C73A-CD12-46A8-8A79-2D973D0C3ED2}" destId="{7F878A0F-5918-4886-B94E-C7A8CB9768C0}" srcOrd="1" destOrd="0" presId="urn:microsoft.com/office/officeart/2005/8/layout/hierarchy6"/>
    <dgm:cxn modelId="{BD790536-2F52-4450-BAA5-29625118A85E}" type="presParOf" srcId="{7F878A0F-5918-4886-B94E-C7A8CB9768C0}" destId="{1641557C-2449-4270-A648-DDFC4D4D06CF}" srcOrd="0" destOrd="0" presId="urn:microsoft.com/office/officeart/2005/8/layout/hierarchy6"/>
    <dgm:cxn modelId="{D6EDA538-4BC4-4945-8943-14BE54017B49}" type="presParOf" srcId="{7F878A0F-5918-4886-B94E-C7A8CB9768C0}" destId="{16C2CDA7-E48A-48EE-AF0A-F8FA5AC4940E}" srcOrd="1" destOrd="0" presId="urn:microsoft.com/office/officeart/2005/8/layout/hierarchy6"/>
    <dgm:cxn modelId="{B32AD297-1C1A-4BEE-93F8-A4153D3795AC}" type="presParOf" srcId="{16C2CDA7-E48A-48EE-AF0A-F8FA5AC4940E}" destId="{D5CBD695-7B60-4261-BFDC-BED9D3C79DB9}" srcOrd="0" destOrd="0" presId="urn:microsoft.com/office/officeart/2005/8/layout/hierarchy6"/>
    <dgm:cxn modelId="{F5E410E9-5778-4FA3-9D9E-7698157C1FC9}" type="presParOf" srcId="{16C2CDA7-E48A-48EE-AF0A-F8FA5AC4940E}" destId="{BD2E3042-663E-4E89-A5F6-C4F24E624535}" srcOrd="1" destOrd="0" presId="urn:microsoft.com/office/officeart/2005/8/layout/hierarchy6"/>
    <dgm:cxn modelId="{4545C6B5-75E4-4229-9FBC-B7FC64022568}" type="presParOf" srcId="{BD2E3042-663E-4E89-A5F6-C4F24E624535}" destId="{A570DECE-03F8-48FB-94BC-2B57B52D2776}" srcOrd="0" destOrd="0" presId="urn:microsoft.com/office/officeart/2005/8/layout/hierarchy6"/>
    <dgm:cxn modelId="{9565B4B6-020A-401D-8E58-F93D34981D35}" type="presParOf" srcId="{BD2E3042-663E-4E89-A5F6-C4F24E624535}" destId="{8E8329D3-0634-4941-9D50-175B84608AC4}" srcOrd="1" destOrd="0" presId="urn:microsoft.com/office/officeart/2005/8/layout/hierarchy6"/>
    <dgm:cxn modelId="{6E6D4124-5FBC-4417-816A-16E0ABEA9207}" type="presParOf" srcId="{8E8329D3-0634-4941-9D50-175B84608AC4}" destId="{7E897ED6-ADC4-4B96-B561-A8941931A2AB}" srcOrd="0" destOrd="0" presId="urn:microsoft.com/office/officeart/2005/8/layout/hierarchy6"/>
    <dgm:cxn modelId="{F31642C0-9B23-4ACE-AF97-B2A44E6D8780}" type="presParOf" srcId="{8E8329D3-0634-4941-9D50-175B84608AC4}" destId="{7E783C7C-9C6C-4B9C-B333-84E37D3E6E4B}" srcOrd="1" destOrd="0" presId="urn:microsoft.com/office/officeart/2005/8/layout/hierarchy6"/>
    <dgm:cxn modelId="{19A341C8-0B4E-4F70-8979-BACA152F9BA8}" type="presParOf" srcId="{BD2E3042-663E-4E89-A5F6-C4F24E624535}" destId="{CE62B8BC-8778-4500-881A-9341B66F15A4}" srcOrd="2" destOrd="0" presId="urn:microsoft.com/office/officeart/2005/8/layout/hierarchy6"/>
    <dgm:cxn modelId="{2D1EA826-DB8A-4615-B0BB-CBE2A8D048C6}" type="presParOf" srcId="{BD2E3042-663E-4E89-A5F6-C4F24E624535}" destId="{DADF7CC5-2F24-4E26-BF9E-143CB0795349}" srcOrd="3" destOrd="0" presId="urn:microsoft.com/office/officeart/2005/8/layout/hierarchy6"/>
    <dgm:cxn modelId="{785CF635-009D-4D63-901F-F274C58919A5}" type="presParOf" srcId="{DADF7CC5-2F24-4E26-BF9E-143CB0795349}" destId="{763D91DD-BE15-48D5-8F21-D9CB7D1C34DB}" srcOrd="0" destOrd="0" presId="urn:microsoft.com/office/officeart/2005/8/layout/hierarchy6"/>
    <dgm:cxn modelId="{0EB4834D-656D-4561-943B-41B0FBA5208D}" type="presParOf" srcId="{DADF7CC5-2F24-4E26-BF9E-143CB0795349}" destId="{0FD11C83-495B-4A1C-B9F5-3ED9D96F8884}" srcOrd="1" destOrd="0" presId="urn:microsoft.com/office/officeart/2005/8/layout/hierarchy6"/>
    <dgm:cxn modelId="{536D4BCD-791F-4B17-9FAA-9D554438414B}" type="presParOf" srcId="{7F878A0F-5918-4886-B94E-C7A8CB9768C0}" destId="{9917DD8C-F9DD-408B-9916-DA575BA22986}" srcOrd="2" destOrd="0" presId="urn:microsoft.com/office/officeart/2005/8/layout/hierarchy6"/>
    <dgm:cxn modelId="{EFD932AB-A9E1-4914-8A1E-C342C5966092}" type="presParOf" srcId="{7F878A0F-5918-4886-B94E-C7A8CB9768C0}" destId="{45F276BC-A9C9-44F6-BFC9-812ED3D3581D}" srcOrd="3" destOrd="0" presId="urn:microsoft.com/office/officeart/2005/8/layout/hierarchy6"/>
    <dgm:cxn modelId="{216A24AC-3495-4619-98F6-AA5E9CFD25A5}" type="presParOf" srcId="{45F276BC-A9C9-44F6-BFC9-812ED3D3581D}" destId="{FF12F13D-6667-4079-8245-FDBE9960B210}" srcOrd="0" destOrd="0" presId="urn:microsoft.com/office/officeart/2005/8/layout/hierarchy6"/>
    <dgm:cxn modelId="{BC729916-1249-4343-829C-4B098B921C1E}" type="presParOf" srcId="{45F276BC-A9C9-44F6-BFC9-812ED3D3581D}" destId="{BC58F3A7-CB62-44A4-8F35-702DDC46EA38}" srcOrd="1" destOrd="0" presId="urn:microsoft.com/office/officeart/2005/8/layout/hierarchy6"/>
    <dgm:cxn modelId="{3D72586C-F457-4F44-98C0-B4BDA331E349}" type="presParOf" srcId="{BC58F3A7-CB62-44A4-8F35-702DDC46EA38}" destId="{875927FC-1B2E-4DE1-A0BE-9B6DC034B74A}" srcOrd="0" destOrd="0" presId="urn:microsoft.com/office/officeart/2005/8/layout/hierarchy6"/>
    <dgm:cxn modelId="{EABB2078-C3B2-4B87-B2E7-31F6CE2713D9}" type="presParOf" srcId="{BC58F3A7-CB62-44A4-8F35-702DDC46EA38}" destId="{267D3F5C-0A9E-4880-A298-9FD2B2D7F9D8}" srcOrd="1" destOrd="0" presId="urn:microsoft.com/office/officeart/2005/8/layout/hierarchy6"/>
    <dgm:cxn modelId="{BC84173B-DEBD-47B5-AC97-D4588161C9C7}" type="presParOf" srcId="{267D3F5C-0A9E-4880-A298-9FD2B2D7F9D8}" destId="{4645D56E-0DCC-4A18-A824-5FF7A64E8E94}" srcOrd="0" destOrd="0" presId="urn:microsoft.com/office/officeart/2005/8/layout/hierarchy6"/>
    <dgm:cxn modelId="{37A257A3-8E1B-4173-9D12-48F9F139833B}" type="presParOf" srcId="{267D3F5C-0A9E-4880-A298-9FD2B2D7F9D8}" destId="{003CCCBA-1752-4679-9AAB-AB833EA98CBE}" srcOrd="1" destOrd="0" presId="urn:microsoft.com/office/officeart/2005/8/layout/hierarchy6"/>
    <dgm:cxn modelId="{273C2809-A586-4C59-A332-B5AB905F4E08}" type="presParOf" srcId="{BC58F3A7-CB62-44A4-8F35-702DDC46EA38}" destId="{D8517ABA-EC97-4F06-961A-FA18CE48B40E}" srcOrd="2" destOrd="0" presId="urn:microsoft.com/office/officeart/2005/8/layout/hierarchy6"/>
    <dgm:cxn modelId="{D238E786-09D1-4A1D-B20C-4F4F8AB12904}" type="presParOf" srcId="{BC58F3A7-CB62-44A4-8F35-702DDC46EA38}" destId="{E4EE3768-5BCA-4423-8B83-3136BB2A091D}" srcOrd="3" destOrd="0" presId="urn:microsoft.com/office/officeart/2005/8/layout/hierarchy6"/>
    <dgm:cxn modelId="{41D63D6F-C4FC-4A4A-854C-6FAEF7720CC4}" type="presParOf" srcId="{E4EE3768-5BCA-4423-8B83-3136BB2A091D}" destId="{A475F383-09B5-4D4C-B802-57DEFA188B7D}" srcOrd="0" destOrd="0" presId="urn:microsoft.com/office/officeart/2005/8/layout/hierarchy6"/>
    <dgm:cxn modelId="{52C4979C-4905-454D-BE20-C6E83F52CE2B}" type="presParOf" srcId="{E4EE3768-5BCA-4423-8B83-3136BB2A091D}" destId="{2F5C9C51-0319-4245-B127-5A57196542D9}" srcOrd="1" destOrd="0" presId="urn:microsoft.com/office/officeart/2005/8/layout/hierarchy6"/>
    <dgm:cxn modelId="{D4743A8C-8922-4DDB-B349-DF9DF9AC1E44}" type="presParOf" srcId="{D407490D-4AEB-4268-A35C-F0693D2103A1}" destId="{622854D9-1784-458B-BE5D-7C45F3423FB4}" srcOrd="1" destOrd="0" presId="urn:microsoft.com/office/officeart/2005/8/layout/hierarchy6"/>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A2FCD07-4551-4B01-9C82-B0F6C48DA5C3}" type="doc">
      <dgm:prSet loTypeId="urn:microsoft.com/office/officeart/2005/8/layout/hierarchy6" loCatId="hierarchy" qsTypeId="urn:microsoft.com/office/officeart/2005/8/quickstyle/simple1" qsCatId="simple" csTypeId="urn:microsoft.com/office/officeart/2005/8/colors/accent0_1" csCatId="mainScheme" phldr="1"/>
      <dgm:spPr/>
      <dgm:t>
        <a:bodyPr/>
        <a:lstStyle/>
        <a:p>
          <a:endParaRPr lang="en-US"/>
        </a:p>
      </dgm:t>
    </dgm:pt>
    <dgm:pt modelId="{DF92E68F-45CC-46DA-8687-C7BF82FA48D3}">
      <dgm:prSet phldrT="[Text]"/>
      <dgm:spPr/>
      <dgm:t>
        <a:bodyPr/>
        <a:lstStyle/>
        <a:p>
          <a:r>
            <a:rPr lang="en-US" dirty="0"/>
            <a:t>5051</a:t>
          </a:r>
        </a:p>
      </dgm:t>
    </dgm:pt>
    <dgm:pt modelId="{F64B5C49-EC39-465A-97D0-B04E4DA337E1}" type="sibTrans" cxnId="{0C69725E-0C6F-4906-A60D-61540DDC3D96}">
      <dgm:prSet/>
      <dgm:spPr/>
      <dgm:t>
        <a:bodyPr/>
        <a:lstStyle/>
        <a:p>
          <a:endParaRPr lang="en-US"/>
        </a:p>
      </dgm:t>
    </dgm:pt>
    <dgm:pt modelId="{DD672CF7-F2A0-49FE-AEBC-77A727CECECC}" type="parTrans" cxnId="{0C69725E-0C6F-4906-A60D-61540DDC3D96}">
      <dgm:prSet/>
      <dgm:spPr/>
      <dgm:t>
        <a:bodyPr/>
        <a:lstStyle/>
        <a:p>
          <a:endParaRPr lang="en-US"/>
        </a:p>
      </dgm:t>
    </dgm:pt>
    <dgm:pt modelId="{0B22359F-6DFF-4E69-BAFB-EC2DAC9910AA}">
      <dgm:prSet phldrT="[Text]"/>
      <dgm:spPr/>
      <dgm:t>
        <a:bodyPr/>
        <a:lstStyle/>
        <a:p>
          <a:r>
            <a:rPr lang="en-US" dirty="0"/>
            <a:t>5139</a:t>
          </a:r>
        </a:p>
      </dgm:t>
    </dgm:pt>
    <dgm:pt modelId="{ED420C27-B277-408B-B98F-0EA703A173EA}" type="parTrans" cxnId="{DC39B2E1-D99D-4A44-B867-C98BA38A06DC}">
      <dgm:prSet/>
      <dgm:spPr/>
      <dgm:t>
        <a:bodyPr/>
        <a:lstStyle/>
        <a:p>
          <a:endParaRPr lang="en-US"/>
        </a:p>
      </dgm:t>
    </dgm:pt>
    <dgm:pt modelId="{C171ADD1-F2CC-41EE-9E18-50947B30F156}" type="sibTrans" cxnId="{DC39B2E1-D99D-4A44-B867-C98BA38A06DC}">
      <dgm:prSet/>
      <dgm:spPr/>
      <dgm:t>
        <a:bodyPr/>
        <a:lstStyle/>
        <a:p>
          <a:endParaRPr lang="en-US"/>
        </a:p>
      </dgm:t>
    </dgm:pt>
    <dgm:pt modelId="{8EACF92F-B865-4259-8C7B-97324239D2C1}">
      <dgm:prSet phldrT="[Text]"/>
      <dgm:spPr/>
      <dgm:t>
        <a:bodyPr/>
        <a:lstStyle/>
        <a:p>
          <a:r>
            <a:rPr lang="en-US" dirty="0"/>
            <a:t>4946</a:t>
          </a:r>
        </a:p>
      </dgm:t>
    </dgm:pt>
    <dgm:pt modelId="{231FB08D-7D3B-4A39-A0C9-2C7470B79A31}" type="parTrans" cxnId="{5A26F2FF-70D6-4DF2-A049-68AD54A51E63}">
      <dgm:prSet/>
      <dgm:spPr/>
      <dgm:t>
        <a:bodyPr/>
        <a:lstStyle/>
        <a:p>
          <a:endParaRPr lang="en-US"/>
        </a:p>
      </dgm:t>
    </dgm:pt>
    <dgm:pt modelId="{4BC26CEF-7EBB-4042-BAEE-6E0AC05F3828}" type="sibTrans" cxnId="{5A26F2FF-70D6-4DF2-A049-68AD54A51E63}">
      <dgm:prSet/>
      <dgm:spPr/>
      <dgm:t>
        <a:bodyPr/>
        <a:lstStyle/>
        <a:p>
          <a:endParaRPr lang="en-US"/>
        </a:p>
      </dgm:t>
    </dgm:pt>
    <dgm:pt modelId="{0C4AE3F7-88BA-473A-AC03-53588ED1D28C}">
      <dgm:prSet phldrT="[Text]"/>
      <dgm:spPr/>
      <dgm:t>
        <a:bodyPr/>
        <a:lstStyle/>
        <a:p>
          <a:r>
            <a:rPr lang="en-US" dirty="0"/>
            <a:t>4967</a:t>
          </a:r>
        </a:p>
      </dgm:t>
    </dgm:pt>
    <dgm:pt modelId="{2639A8C0-AE99-4E5F-AB8B-0E754ABD9EF3}" type="parTrans" cxnId="{09E7D4A2-4271-4EBE-9DC4-3CE3D133CADD}">
      <dgm:prSet/>
      <dgm:spPr/>
      <dgm:t>
        <a:bodyPr/>
        <a:lstStyle/>
        <a:p>
          <a:endParaRPr lang="en-US"/>
        </a:p>
      </dgm:t>
    </dgm:pt>
    <dgm:pt modelId="{4BB24F04-6C42-4E4D-8622-1E74BD127985}" type="sibTrans" cxnId="{09E7D4A2-4271-4EBE-9DC4-3CE3D133CADD}">
      <dgm:prSet/>
      <dgm:spPr/>
      <dgm:t>
        <a:bodyPr/>
        <a:lstStyle/>
        <a:p>
          <a:endParaRPr lang="en-US"/>
        </a:p>
      </dgm:t>
    </dgm:pt>
    <dgm:pt modelId="{F909EE49-B47C-49B5-B063-4ED3F01D41E7}">
      <dgm:prSet phldrT="[Text]"/>
      <dgm:spPr/>
      <dgm:t>
        <a:bodyPr/>
        <a:lstStyle/>
        <a:p>
          <a:r>
            <a:rPr lang="en-US" dirty="0"/>
            <a:t>5187</a:t>
          </a:r>
        </a:p>
      </dgm:t>
    </dgm:pt>
    <dgm:pt modelId="{549BA72C-9905-467F-9854-ECA809DD8BC7}" type="parTrans" cxnId="{BEB9CB55-4793-4395-A4A9-7CA441FC5385}">
      <dgm:prSet/>
      <dgm:spPr/>
      <dgm:t>
        <a:bodyPr/>
        <a:lstStyle/>
        <a:p>
          <a:endParaRPr lang="en-US"/>
        </a:p>
      </dgm:t>
    </dgm:pt>
    <dgm:pt modelId="{71E08F00-0384-472A-9B35-6558397BF86A}" type="sibTrans" cxnId="{BEB9CB55-4793-4395-A4A9-7CA441FC5385}">
      <dgm:prSet/>
      <dgm:spPr/>
      <dgm:t>
        <a:bodyPr/>
        <a:lstStyle/>
        <a:p>
          <a:endParaRPr lang="en-US"/>
        </a:p>
      </dgm:t>
    </dgm:pt>
    <dgm:pt modelId="{57002A33-627A-4CA0-9DA5-B31C785CF9BA}">
      <dgm:prSet phldrT="[Text]"/>
      <dgm:spPr/>
      <dgm:t>
        <a:bodyPr/>
        <a:lstStyle/>
        <a:p>
          <a:r>
            <a:rPr lang="en-US" dirty="0"/>
            <a:t>4910</a:t>
          </a:r>
        </a:p>
      </dgm:t>
    </dgm:pt>
    <dgm:pt modelId="{B0BF71D7-691C-49E5-8149-4AF9E7C3F3EF}" type="parTrans" cxnId="{E913CA4A-0E74-43BF-9FAA-E064800139AF}">
      <dgm:prSet/>
      <dgm:spPr/>
      <dgm:t>
        <a:bodyPr/>
        <a:lstStyle/>
        <a:p>
          <a:endParaRPr lang="en-US"/>
        </a:p>
      </dgm:t>
    </dgm:pt>
    <dgm:pt modelId="{E6B9015A-C5D6-4378-9B2F-26A97C2E8096}" type="sibTrans" cxnId="{E913CA4A-0E74-43BF-9FAA-E064800139AF}">
      <dgm:prSet/>
      <dgm:spPr/>
      <dgm:t>
        <a:bodyPr/>
        <a:lstStyle/>
        <a:p>
          <a:endParaRPr lang="en-US"/>
        </a:p>
      </dgm:t>
    </dgm:pt>
    <dgm:pt modelId="{522B5B5E-10DE-44E3-AC59-56BB593DEFE8}">
      <dgm:prSet phldrT="[Text]"/>
      <dgm:spPr/>
      <dgm:t>
        <a:bodyPr/>
        <a:lstStyle/>
        <a:p>
          <a:r>
            <a:rPr lang="en-US" dirty="0"/>
            <a:t>5073</a:t>
          </a:r>
        </a:p>
      </dgm:t>
    </dgm:pt>
    <dgm:pt modelId="{FAB5EEAB-D021-42E5-8D90-BA997991ACB8}" type="parTrans" cxnId="{A45AC053-E9E1-41C4-8D00-DE418C81FE14}">
      <dgm:prSet/>
      <dgm:spPr/>
      <dgm:t>
        <a:bodyPr/>
        <a:lstStyle/>
        <a:p>
          <a:endParaRPr lang="en-US"/>
        </a:p>
      </dgm:t>
    </dgm:pt>
    <dgm:pt modelId="{6FF3687C-79DD-44BA-93B7-54B14A19CE52}" type="sibTrans" cxnId="{A45AC053-E9E1-41C4-8D00-DE418C81FE14}">
      <dgm:prSet/>
      <dgm:spPr/>
      <dgm:t>
        <a:bodyPr/>
        <a:lstStyle/>
        <a:p>
          <a:endParaRPr lang="en-US"/>
        </a:p>
      </dgm:t>
    </dgm:pt>
    <dgm:pt modelId="{54FA6BF3-2D3D-469A-96CD-36839161165F}">
      <dgm:prSet phldrT="[Text]"/>
      <dgm:spPr>
        <a:solidFill>
          <a:srgbClr val="FFFF00"/>
        </a:solidFill>
      </dgm:spPr>
      <dgm:t>
        <a:bodyPr/>
        <a:lstStyle/>
        <a:p>
          <a:r>
            <a:rPr lang="en-US" dirty="0"/>
            <a:t>5144</a:t>
          </a:r>
        </a:p>
      </dgm:t>
    </dgm:pt>
    <dgm:pt modelId="{D26463D0-BD39-44C7-B69E-A2BBE1DB4BBA}" type="parTrans" cxnId="{35F3D735-D824-4FD8-967D-4E4C10033A0A}">
      <dgm:prSet/>
      <dgm:spPr/>
      <dgm:t>
        <a:bodyPr/>
        <a:lstStyle/>
        <a:p>
          <a:endParaRPr lang="en-US"/>
        </a:p>
      </dgm:t>
    </dgm:pt>
    <dgm:pt modelId="{4F608645-E3A6-4379-B710-997E4A9FA0B2}" type="sibTrans" cxnId="{35F3D735-D824-4FD8-967D-4E4C10033A0A}">
      <dgm:prSet/>
      <dgm:spPr/>
      <dgm:t>
        <a:bodyPr/>
        <a:lstStyle/>
        <a:p>
          <a:endParaRPr lang="en-US"/>
        </a:p>
      </dgm:t>
    </dgm:pt>
    <dgm:pt modelId="{6A279288-A0B5-4407-A186-F8D031E73CCC}">
      <dgm:prSet phldrT="[Text]"/>
      <dgm:spPr/>
      <dgm:t>
        <a:bodyPr/>
        <a:lstStyle/>
        <a:p>
          <a:r>
            <a:rPr lang="en-US" dirty="0"/>
            <a:t>3826</a:t>
          </a:r>
        </a:p>
      </dgm:t>
    </dgm:pt>
    <dgm:pt modelId="{81E96289-6120-4C21-8CB9-8FBC263C7095}" type="parTrans" cxnId="{839C01F8-8B7F-4501-8C04-B1A746CDC16A}">
      <dgm:prSet/>
      <dgm:spPr/>
      <dgm:t>
        <a:bodyPr/>
        <a:lstStyle/>
        <a:p>
          <a:endParaRPr lang="en-US"/>
        </a:p>
      </dgm:t>
    </dgm:pt>
    <dgm:pt modelId="{0CB578B1-8545-4C90-9C2D-9CD8695BD84E}" type="sibTrans" cxnId="{839C01F8-8B7F-4501-8C04-B1A746CDC16A}">
      <dgm:prSet/>
      <dgm:spPr/>
      <dgm:t>
        <a:bodyPr/>
        <a:lstStyle/>
        <a:p>
          <a:endParaRPr lang="en-US"/>
        </a:p>
      </dgm:t>
    </dgm:pt>
    <dgm:pt modelId="{6C73A896-B555-4AD0-8943-8700898D5D2E}">
      <dgm:prSet phldrT="[Text]"/>
      <dgm:spPr/>
      <dgm:t>
        <a:bodyPr/>
        <a:lstStyle/>
        <a:p>
          <a:r>
            <a:rPr lang="en-US" dirty="0"/>
            <a:t>3045</a:t>
          </a:r>
        </a:p>
      </dgm:t>
    </dgm:pt>
    <dgm:pt modelId="{0948C5CB-A3EF-4CF8-8870-B2A285020B2E}" type="parTrans" cxnId="{AFCE3407-BDEC-4DC1-9C1F-53E1E2946C89}">
      <dgm:prSet/>
      <dgm:spPr/>
      <dgm:t>
        <a:bodyPr/>
        <a:lstStyle/>
        <a:p>
          <a:endParaRPr lang="en-US"/>
        </a:p>
      </dgm:t>
    </dgm:pt>
    <dgm:pt modelId="{D952B5D3-E493-4C6A-ABE1-5CBF451E79AB}" type="sibTrans" cxnId="{AFCE3407-BDEC-4DC1-9C1F-53E1E2946C89}">
      <dgm:prSet/>
      <dgm:spPr/>
      <dgm:t>
        <a:bodyPr/>
        <a:lstStyle/>
        <a:p>
          <a:endParaRPr lang="en-US"/>
        </a:p>
      </dgm:t>
    </dgm:pt>
    <dgm:pt modelId="{2926BE5B-F283-4BF3-A050-AE85398C2B52}">
      <dgm:prSet phldrT="[Text]"/>
      <dgm:spPr>
        <a:noFill/>
      </dgm:spPr>
      <dgm:t>
        <a:bodyPr/>
        <a:lstStyle/>
        <a:p>
          <a:r>
            <a:rPr lang="en-US" dirty="0"/>
            <a:t>4901</a:t>
          </a:r>
        </a:p>
      </dgm:t>
    </dgm:pt>
    <dgm:pt modelId="{89BA741C-BEC8-4BA4-A02F-F1BDB8689B10}" type="parTrans" cxnId="{02E715DD-4134-4CB5-A962-9CC2AC6FA89D}">
      <dgm:prSet/>
      <dgm:spPr/>
      <dgm:t>
        <a:bodyPr/>
        <a:lstStyle/>
        <a:p>
          <a:endParaRPr lang="en-US"/>
        </a:p>
      </dgm:t>
    </dgm:pt>
    <dgm:pt modelId="{2D724BD5-C7E6-48BC-9113-45FA75EE2785}" type="sibTrans" cxnId="{02E715DD-4134-4CB5-A962-9CC2AC6FA89D}">
      <dgm:prSet/>
      <dgm:spPr/>
      <dgm:t>
        <a:bodyPr/>
        <a:lstStyle/>
        <a:p>
          <a:endParaRPr lang="en-US"/>
        </a:p>
      </dgm:t>
    </dgm:pt>
    <dgm:pt modelId="{A1AD2317-D9AF-4D32-A4A8-1B786A5C0621}">
      <dgm:prSet phldrT="[Text]"/>
      <dgm:spPr/>
      <dgm:t>
        <a:bodyPr/>
        <a:lstStyle/>
        <a:p>
          <a:r>
            <a:rPr lang="en-US" dirty="0"/>
            <a:t>5044</a:t>
          </a:r>
        </a:p>
      </dgm:t>
    </dgm:pt>
    <dgm:pt modelId="{38F45803-0DE2-4FC6-9509-E0862B93582E}" type="parTrans" cxnId="{F734D1E1-8606-428B-AE36-156117B52646}">
      <dgm:prSet/>
      <dgm:spPr/>
      <dgm:t>
        <a:bodyPr/>
        <a:lstStyle/>
        <a:p>
          <a:endParaRPr lang="en-US"/>
        </a:p>
      </dgm:t>
    </dgm:pt>
    <dgm:pt modelId="{40A33E63-9457-4CF6-A62D-B785F528BF31}" type="sibTrans" cxnId="{F734D1E1-8606-428B-AE36-156117B52646}">
      <dgm:prSet/>
      <dgm:spPr/>
      <dgm:t>
        <a:bodyPr/>
        <a:lstStyle/>
        <a:p>
          <a:endParaRPr lang="en-US"/>
        </a:p>
      </dgm:t>
    </dgm:pt>
    <dgm:pt modelId="{AE783C14-3133-46A1-8B63-9C9EF5F38A38}">
      <dgm:prSet phldrT="[Text]"/>
      <dgm:spPr/>
      <dgm:t>
        <a:bodyPr/>
        <a:lstStyle/>
        <a:p>
          <a:r>
            <a:rPr lang="en-US" dirty="0"/>
            <a:t>5120</a:t>
          </a:r>
        </a:p>
      </dgm:t>
    </dgm:pt>
    <dgm:pt modelId="{697BB93F-B925-47EA-BD84-52CADB450091}" type="parTrans" cxnId="{A992E048-8275-4FFA-AA5B-F5833D8FC7AB}">
      <dgm:prSet/>
      <dgm:spPr/>
      <dgm:t>
        <a:bodyPr/>
        <a:lstStyle/>
        <a:p>
          <a:endParaRPr lang="en-US"/>
        </a:p>
      </dgm:t>
    </dgm:pt>
    <dgm:pt modelId="{174D7349-8033-4E65-8724-1D2D52BA46F7}" type="sibTrans" cxnId="{A992E048-8275-4FFA-AA5B-F5833D8FC7AB}">
      <dgm:prSet/>
      <dgm:spPr/>
      <dgm:t>
        <a:bodyPr/>
        <a:lstStyle/>
        <a:p>
          <a:endParaRPr lang="en-US"/>
        </a:p>
      </dgm:t>
    </dgm:pt>
    <dgm:pt modelId="{71FADC39-BF81-42E6-8D85-57A2DF60DDC7}">
      <dgm:prSet phldrT="[Text]"/>
      <dgm:spPr/>
      <dgm:t>
        <a:bodyPr/>
        <a:lstStyle/>
        <a:p>
          <a:r>
            <a:rPr lang="en-US" dirty="0"/>
            <a:t>5190</a:t>
          </a:r>
        </a:p>
      </dgm:t>
    </dgm:pt>
    <dgm:pt modelId="{3363DD05-9EDE-4502-BC1A-EDD9D9246ED5}" type="parTrans" cxnId="{3754B00B-1799-48D1-AF6A-5ABD3EA257B7}">
      <dgm:prSet/>
      <dgm:spPr/>
      <dgm:t>
        <a:bodyPr/>
        <a:lstStyle/>
        <a:p>
          <a:endParaRPr lang="en-US"/>
        </a:p>
      </dgm:t>
    </dgm:pt>
    <dgm:pt modelId="{B2B3B4BB-608D-4B1D-9BE8-E7E307E258AF}" type="sibTrans" cxnId="{3754B00B-1799-48D1-AF6A-5ABD3EA257B7}">
      <dgm:prSet/>
      <dgm:spPr/>
      <dgm:t>
        <a:bodyPr/>
        <a:lstStyle/>
        <a:p>
          <a:endParaRPr lang="en-US"/>
        </a:p>
      </dgm:t>
    </dgm:pt>
    <dgm:pt modelId="{D407490D-4AEB-4268-A35C-F0693D2103A1}" type="pres">
      <dgm:prSet presAssocID="{AA2FCD07-4551-4B01-9C82-B0F6C48DA5C3}" presName="mainComposite" presStyleCnt="0">
        <dgm:presLayoutVars>
          <dgm:chPref val="1"/>
          <dgm:dir/>
          <dgm:animOne val="branch"/>
          <dgm:animLvl val="lvl"/>
          <dgm:resizeHandles val="exact"/>
        </dgm:presLayoutVars>
      </dgm:prSet>
      <dgm:spPr/>
    </dgm:pt>
    <dgm:pt modelId="{140B3A6F-F3D4-4D08-8D0E-9AAE94DD5A53}" type="pres">
      <dgm:prSet presAssocID="{AA2FCD07-4551-4B01-9C82-B0F6C48DA5C3}" presName="hierFlow" presStyleCnt="0"/>
      <dgm:spPr/>
    </dgm:pt>
    <dgm:pt modelId="{3B8C5CF8-034B-4707-9D19-1C9E798E03CF}" type="pres">
      <dgm:prSet presAssocID="{AA2FCD07-4551-4B01-9C82-B0F6C48DA5C3}" presName="hierChild1" presStyleCnt="0">
        <dgm:presLayoutVars>
          <dgm:chPref val="1"/>
          <dgm:animOne val="branch"/>
          <dgm:animLvl val="lvl"/>
        </dgm:presLayoutVars>
      </dgm:prSet>
      <dgm:spPr/>
    </dgm:pt>
    <dgm:pt modelId="{FDC194DD-B1CD-457C-8EBD-F1497C82A4A7}" type="pres">
      <dgm:prSet presAssocID="{DF92E68F-45CC-46DA-8687-C7BF82FA48D3}" presName="Name14" presStyleCnt="0"/>
      <dgm:spPr/>
    </dgm:pt>
    <dgm:pt modelId="{88CA5F22-07F0-4A7E-B72E-5AFD65F6DB71}" type="pres">
      <dgm:prSet presAssocID="{DF92E68F-45CC-46DA-8687-C7BF82FA48D3}" presName="level1Shape" presStyleLbl="node0" presStyleIdx="0" presStyleCnt="1">
        <dgm:presLayoutVars>
          <dgm:chPref val="3"/>
        </dgm:presLayoutVars>
      </dgm:prSet>
      <dgm:spPr/>
    </dgm:pt>
    <dgm:pt modelId="{2F56F18E-0596-4026-A20F-B16382BEE08B}" type="pres">
      <dgm:prSet presAssocID="{DF92E68F-45CC-46DA-8687-C7BF82FA48D3}" presName="hierChild2" presStyleCnt="0"/>
      <dgm:spPr/>
    </dgm:pt>
    <dgm:pt modelId="{35B69D88-D057-4B41-9DC3-956A15FD822C}" type="pres">
      <dgm:prSet presAssocID="{231FB08D-7D3B-4A39-A0C9-2C7470B79A31}" presName="Name19" presStyleLbl="parChTrans1D2" presStyleIdx="0" presStyleCnt="2"/>
      <dgm:spPr/>
    </dgm:pt>
    <dgm:pt modelId="{69F0906D-9CC3-4DC6-99E1-0090BFFE9677}" type="pres">
      <dgm:prSet presAssocID="{8EACF92F-B865-4259-8C7B-97324239D2C1}" presName="Name21" presStyleCnt="0"/>
      <dgm:spPr/>
    </dgm:pt>
    <dgm:pt modelId="{711758A3-7D0E-4BEB-A1E9-DE880B0C591F}" type="pres">
      <dgm:prSet presAssocID="{8EACF92F-B865-4259-8C7B-97324239D2C1}" presName="level2Shape" presStyleLbl="node2" presStyleIdx="0" presStyleCnt="2"/>
      <dgm:spPr/>
    </dgm:pt>
    <dgm:pt modelId="{0CCD214E-9C9F-4C84-8F07-411691DA6F9F}" type="pres">
      <dgm:prSet presAssocID="{8EACF92F-B865-4259-8C7B-97324239D2C1}" presName="hierChild3" presStyleCnt="0"/>
      <dgm:spPr/>
    </dgm:pt>
    <dgm:pt modelId="{F2E1836F-EB49-4F51-9122-2C516A2D50ED}" type="pres">
      <dgm:prSet presAssocID="{B0BF71D7-691C-49E5-8149-4AF9E7C3F3EF}" presName="Name19" presStyleLbl="parChTrans1D3" presStyleIdx="0" presStyleCnt="4"/>
      <dgm:spPr/>
    </dgm:pt>
    <dgm:pt modelId="{25CA9762-FCE6-48AA-BFFA-0E7B9C36E9A4}" type="pres">
      <dgm:prSet presAssocID="{57002A33-627A-4CA0-9DA5-B31C785CF9BA}" presName="Name21" presStyleCnt="0"/>
      <dgm:spPr/>
    </dgm:pt>
    <dgm:pt modelId="{EDD579D2-50FA-4DD3-B828-6A6AC27C8028}" type="pres">
      <dgm:prSet presAssocID="{57002A33-627A-4CA0-9DA5-B31C785CF9BA}" presName="level2Shape" presStyleLbl="node3" presStyleIdx="0" presStyleCnt="4"/>
      <dgm:spPr/>
    </dgm:pt>
    <dgm:pt modelId="{A4B39657-8C70-463E-8FCA-6353FECFA35B}" type="pres">
      <dgm:prSet presAssocID="{57002A33-627A-4CA0-9DA5-B31C785CF9BA}" presName="hierChild3" presStyleCnt="0"/>
      <dgm:spPr/>
    </dgm:pt>
    <dgm:pt modelId="{35D53F5E-8E63-4B77-8658-4B5302B50EDE}" type="pres">
      <dgm:prSet presAssocID="{81E96289-6120-4C21-8CB9-8FBC263C7095}" presName="Name19" presStyleLbl="parChTrans1D4" presStyleIdx="0" presStyleCnt="7"/>
      <dgm:spPr/>
    </dgm:pt>
    <dgm:pt modelId="{459DCA1C-3071-454E-A865-4B5023054060}" type="pres">
      <dgm:prSet presAssocID="{6A279288-A0B5-4407-A186-F8D031E73CCC}" presName="Name21" presStyleCnt="0"/>
      <dgm:spPr/>
    </dgm:pt>
    <dgm:pt modelId="{7C58CB42-64A9-47D5-A4BB-FFD634095F17}" type="pres">
      <dgm:prSet presAssocID="{6A279288-A0B5-4407-A186-F8D031E73CCC}" presName="level2Shape" presStyleLbl="node4" presStyleIdx="0" presStyleCnt="7"/>
      <dgm:spPr/>
    </dgm:pt>
    <dgm:pt modelId="{2B3104BB-210F-4FC4-A72C-3BC6E785C8E9}" type="pres">
      <dgm:prSet presAssocID="{6A279288-A0B5-4407-A186-F8D031E73CCC}" presName="hierChild3" presStyleCnt="0"/>
      <dgm:spPr/>
    </dgm:pt>
    <dgm:pt modelId="{B97D96CF-015F-4957-AF59-2A858717AD0C}" type="pres">
      <dgm:prSet presAssocID="{0948C5CB-A3EF-4CF8-8870-B2A285020B2E}" presName="Name19" presStyleLbl="parChTrans1D4" presStyleIdx="1" presStyleCnt="7"/>
      <dgm:spPr/>
    </dgm:pt>
    <dgm:pt modelId="{4EC43FCA-50AE-43D0-8420-65DDD34C4721}" type="pres">
      <dgm:prSet presAssocID="{6C73A896-B555-4AD0-8943-8700898D5D2E}" presName="Name21" presStyleCnt="0"/>
      <dgm:spPr/>
    </dgm:pt>
    <dgm:pt modelId="{798C40A1-D561-43D8-BA03-F8EA8CD6F6C2}" type="pres">
      <dgm:prSet presAssocID="{6C73A896-B555-4AD0-8943-8700898D5D2E}" presName="level2Shape" presStyleLbl="node4" presStyleIdx="1" presStyleCnt="7"/>
      <dgm:spPr/>
    </dgm:pt>
    <dgm:pt modelId="{FE0BFF18-1F86-4EFF-B2F8-C227421F2723}" type="pres">
      <dgm:prSet presAssocID="{6C73A896-B555-4AD0-8943-8700898D5D2E}" presName="hierChild3" presStyleCnt="0"/>
      <dgm:spPr/>
    </dgm:pt>
    <dgm:pt modelId="{CFDC5C5B-3834-4302-AC0E-3B33A0E04C79}" type="pres">
      <dgm:prSet presAssocID="{89BA741C-BEC8-4BA4-A02F-F1BDB8689B10}" presName="Name19" presStyleLbl="parChTrans1D4" presStyleIdx="2" presStyleCnt="7"/>
      <dgm:spPr/>
    </dgm:pt>
    <dgm:pt modelId="{8738E0F2-3222-4B93-B719-6A2D22DDB32E}" type="pres">
      <dgm:prSet presAssocID="{2926BE5B-F283-4BF3-A050-AE85398C2B52}" presName="Name21" presStyleCnt="0"/>
      <dgm:spPr/>
    </dgm:pt>
    <dgm:pt modelId="{EC141811-8CBE-4ACA-8CCF-7564CBF2D96D}" type="pres">
      <dgm:prSet presAssocID="{2926BE5B-F283-4BF3-A050-AE85398C2B52}" presName="level2Shape" presStyleLbl="node4" presStyleIdx="2" presStyleCnt="7"/>
      <dgm:spPr/>
    </dgm:pt>
    <dgm:pt modelId="{A9CECEB1-0E90-4CC0-872A-8669024F16D3}" type="pres">
      <dgm:prSet presAssocID="{2926BE5B-F283-4BF3-A050-AE85398C2B52}" presName="hierChild3" presStyleCnt="0"/>
      <dgm:spPr/>
    </dgm:pt>
    <dgm:pt modelId="{F4201962-1B20-4292-8178-9C0220FD91B6}" type="pres">
      <dgm:prSet presAssocID="{2639A8C0-AE99-4E5F-AB8B-0E754ABD9EF3}" presName="Name19" presStyleLbl="parChTrans1D3" presStyleIdx="1" presStyleCnt="4"/>
      <dgm:spPr/>
    </dgm:pt>
    <dgm:pt modelId="{6CA6F184-A0CC-45B3-B57D-259ABCF84EA4}" type="pres">
      <dgm:prSet presAssocID="{0C4AE3F7-88BA-473A-AC03-53588ED1D28C}" presName="Name21" presStyleCnt="0"/>
      <dgm:spPr/>
    </dgm:pt>
    <dgm:pt modelId="{E78E9F48-6D5C-4926-AD5F-33716BDEE766}" type="pres">
      <dgm:prSet presAssocID="{0C4AE3F7-88BA-473A-AC03-53588ED1D28C}" presName="level2Shape" presStyleLbl="node3" presStyleIdx="1" presStyleCnt="4"/>
      <dgm:spPr/>
    </dgm:pt>
    <dgm:pt modelId="{74E438A9-8138-40AE-B823-60FD4954617A}" type="pres">
      <dgm:prSet presAssocID="{0C4AE3F7-88BA-473A-AC03-53588ED1D28C}" presName="hierChild3" presStyleCnt="0"/>
      <dgm:spPr/>
    </dgm:pt>
    <dgm:pt modelId="{7444DC43-56D1-430A-9BF8-3314B5AB5FB5}" type="pres">
      <dgm:prSet presAssocID="{ED420C27-B277-408B-B98F-0EA703A173EA}" presName="Name19" presStyleLbl="parChTrans1D2" presStyleIdx="1" presStyleCnt="2"/>
      <dgm:spPr/>
    </dgm:pt>
    <dgm:pt modelId="{BD70C73A-CD12-46A8-8A79-2D973D0C3ED2}" type="pres">
      <dgm:prSet presAssocID="{0B22359F-6DFF-4E69-BAFB-EC2DAC9910AA}" presName="Name21" presStyleCnt="0"/>
      <dgm:spPr/>
    </dgm:pt>
    <dgm:pt modelId="{44B889C3-3AD2-4569-8039-004EBE75F227}" type="pres">
      <dgm:prSet presAssocID="{0B22359F-6DFF-4E69-BAFB-EC2DAC9910AA}" presName="level2Shape" presStyleLbl="node2" presStyleIdx="1" presStyleCnt="2"/>
      <dgm:spPr/>
    </dgm:pt>
    <dgm:pt modelId="{7F878A0F-5918-4886-B94E-C7A8CB9768C0}" type="pres">
      <dgm:prSet presAssocID="{0B22359F-6DFF-4E69-BAFB-EC2DAC9910AA}" presName="hierChild3" presStyleCnt="0"/>
      <dgm:spPr/>
    </dgm:pt>
    <dgm:pt modelId="{1641557C-2449-4270-A648-DDFC4D4D06CF}" type="pres">
      <dgm:prSet presAssocID="{FAB5EEAB-D021-42E5-8D90-BA997991ACB8}" presName="Name19" presStyleLbl="parChTrans1D3" presStyleIdx="2" presStyleCnt="4"/>
      <dgm:spPr/>
    </dgm:pt>
    <dgm:pt modelId="{16C2CDA7-E48A-48EE-AF0A-F8FA5AC4940E}" type="pres">
      <dgm:prSet presAssocID="{522B5B5E-10DE-44E3-AC59-56BB593DEFE8}" presName="Name21" presStyleCnt="0"/>
      <dgm:spPr/>
    </dgm:pt>
    <dgm:pt modelId="{D5CBD695-7B60-4261-BFDC-BED9D3C79DB9}" type="pres">
      <dgm:prSet presAssocID="{522B5B5E-10DE-44E3-AC59-56BB593DEFE8}" presName="level2Shape" presStyleLbl="node3" presStyleIdx="2" presStyleCnt="4"/>
      <dgm:spPr/>
    </dgm:pt>
    <dgm:pt modelId="{BD2E3042-663E-4E89-A5F6-C4F24E624535}" type="pres">
      <dgm:prSet presAssocID="{522B5B5E-10DE-44E3-AC59-56BB593DEFE8}" presName="hierChild3" presStyleCnt="0"/>
      <dgm:spPr/>
    </dgm:pt>
    <dgm:pt modelId="{A570DECE-03F8-48FB-94BC-2B57B52D2776}" type="pres">
      <dgm:prSet presAssocID="{38F45803-0DE2-4FC6-9509-E0862B93582E}" presName="Name19" presStyleLbl="parChTrans1D4" presStyleIdx="3" presStyleCnt="7"/>
      <dgm:spPr/>
    </dgm:pt>
    <dgm:pt modelId="{8E8329D3-0634-4941-9D50-175B84608AC4}" type="pres">
      <dgm:prSet presAssocID="{A1AD2317-D9AF-4D32-A4A8-1B786A5C0621}" presName="Name21" presStyleCnt="0"/>
      <dgm:spPr/>
    </dgm:pt>
    <dgm:pt modelId="{7E897ED6-ADC4-4B96-B561-A8941931A2AB}" type="pres">
      <dgm:prSet presAssocID="{A1AD2317-D9AF-4D32-A4A8-1B786A5C0621}" presName="level2Shape" presStyleLbl="node4" presStyleIdx="3" presStyleCnt="7"/>
      <dgm:spPr/>
    </dgm:pt>
    <dgm:pt modelId="{7E783C7C-9C6C-4B9C-B333-84E37D3E6E4B}" type="pres">
      <dgm:prSet presAssocID="{A1AD2317-D9AF-4D32-A4A8-1B786A5C0621}" presName="hierChild3" presStyleCnt="0"/>
      <dgm:spPr/>
    </dgm:pt>
    <dgm:pt modelId="{CE62B8BC-8778-4500-881A-9341B66F15A4}" type="pres">
      <dgm:prSet presAssocID="{697BB93F-B925-47EA-BD84-52CADB450091}" presName="Name19" presStyleLbl="parChTrans1D4" presStyleIdx="4" presStyleCnt="7"/>
      <dgm:spPr/>
    </dgm:pt>
    <dgm:pt modelId="{DADF7CC5-2F24-4E26-BF9E-143CB0795349}" type="pres">
      <dgm:prSet presAssocID="{AE783C14-3133-46A1-8B63-9C9EF5F38A38}" presName="Name21" presStyleCnt="0"/>
      <dgm:spPr/>
    </dgm:pt>
    <dgm:pt modelId="{763D91DD-BE15-48D5-8F21-D9CB7D1C34DB}" type="pres">
      <dgm:prSet presAssocID="{AE783C14-3133-46A1-8B63-9C9EF5F38A38}" presName="level2Shape" presStyleLbl="node4" presStyleIdx="4" presStyleCnt="7"/>
      <dgm:spPr/>
    </dgm:pt>
    <dgm:pt modelId="{0FD11C83-495B-4A1C-B9F5-3ED9D96F8884}" type="pres">
      <dgm:prSet presAssocID="{AE783C14-3133-46A1-8B63-9C9EF5F38A38}" presName="hierChild3" presStyleCnt="0"/>
      <dgm:spPr/>
    </dgm:pt>
    <dgm:pt modelId="{9917DD8C-F9DD-408B-9916-DA575BA22986}" type="pres">
      <dgm:prSet presAssocID="{549BA72C-9905-467F-9854-ECA809DD8BC7}" presName="Name19" presStyleLbl="parChTrans1D3" presStyleIdx="3" presStyleCnt="4"/>
      <dgm:spPr/>
    </dgm:pt>
    <dgm:pt modelId="{45F276BC-A9C9-44F6-BFC9-812ED3D3581D}" type="pres">
      <dgm:prSet presAssocID="{F909EE49-B47C-49B5-B063-4ED3F01D41E7}" presName="Name21" presStyleCnt="0"/>
      <dgm:spPr/>
    </dgm:pt>
    <dgm:pt modelId="{FF12F13D-6667-4079-8245-FDBE9960B210}" type="pres">
      <dgm:prSet presAssocID="{F909EE49-B47C-49B5-B063-4ED3F01D41E7}" presName="level2Shape" presStyleLbl="node3" presStyleIdx="3" presStyleCnt="4"/>
      <dgm:spPr/>
    </dgm:pt>
    <dgm:pt modelId="{BC58F3A7-CB62-44A4-8F35-702DDC46EA38}" type="pres">
      <dgm:prSet presAssocID="{F909EE49-B47C-49B5-B063-4ED3F01D41E7}" presName="hierChild3" presStyleCnt="0"/>
      <dgm:spPr/>
    </dgm:pt>
    <dgm:pt modelId="{875927FC-1B2E-4DE1-A0BE-9B6DC034B74A}" type="pres">
      <dgm:prSet presAssocID="{D26463D0-BD39-44C7-B69E-A2BBE1DB4BBA}" presName="Name19" presStyleLbl="parChTrans1D4" presStyleIdx="5" presStyleCnt="7"/>
      <dgm:spPr/>
    </dgm:pt>
    <dgm:pt modelId="{267D3F5C-0A9E-4880-A298-9FD2B2D7F9D8}" type="pres">
      <dgm:prSet presAssocID="{54FA6BF3-2D3D-469A-96CD-36839161165F}" presName="Name21" presStyleCnt="0"/>
      <dgm:spPr/>
    </dgm:pt>
    <dgm:pt modelId="{4645D56E-0DCC-4A18-A824-5FF7A64E8E94}" type="pres">
      <dgm:prSet presAssocID="{54FA6BF3-2D3D-469A-96CD-36839161165F}" presName="level2Shape" presStyleLbl="node4" presStyleIdx="5" presStyleCnt="7"/>
      <dgm:spPr/>
    </dgm:pt>
    <dgm:pt modelId="{003CCCBA-1752-4679-9AAB-AB833EA98CBE}" type="pres">
      <dgm:prSet presAssocID="{54FA6BF3-2D3D-469A-96CD-36839161165F}" presName="hierChild3" presStyleCnt="0"/>
      <dgm:spPr/>
    </dgm:pt>
    <dgm:pt modelId="{D8517ABA-EC97-4F06-961A-FA18CE48B40E}" type="pres">
      <dgm:prSet presAssocID="{3363DD05-9EDE-4502-BC1A-EDD9D9246ED5}" presName="Name19" presStyleLbl="parChTrans1D4" presStyleIdx="6" presStyleCnt="7"/>
      <dgm:spPr/>
    </dgm:pt>
    <dgm:pt modelId="{E4EE3768-5BCA-4423-8B83-3136BB2A091D}" type="pres">
      <dgm:prSet presAssocID="{71FADC39-BF81-42E6-8D85-57A2DF60DDC7}" presName="Name21" presStyleCnt="0"/>
      <dgm:spPr/>
    </dgm:pt>
    <dgm:pt modelId="{A475F383-09B5-4D4C-B802-57DEFA188B7D}" type="pres">
      <dgm:prSet presAssocID="{71FADC39-BF81-42E6-8D85-57A2DF60DDC7}" presName="level2Shape" presStyleLbl="node4" presStyleIdx="6" presStyleCnt="7"/>
      <dgm:spPr/>
    </dgm:pt>
    <dgm:pt modelId="{2F5C9C51-0319-4245-B127-5A57196542D9}" type="pres">
      <dgm:prSet presAssocID="{71FADC39-BF81-42E6-8D85-57A2DF60DDC7}" presName="hierChild3" presStyleCnt="0"/>
      <dgm:spPr/>
    </dgm:pt>
    <dgm:pt modelId="{622854D9-1784-458B-BE5D-7C45F3423FB4}" type="pres">
      <dgm:prSet presAssocID="{AA2FCD07-4551-4B01-9C82-B0F6C48DA5C3}" presName="bgShapesFlow" presStyleCnt="0"/>
      <dgm:spPr/>
    </dgm:pt>
  </dgm:ptLst>
  <dgm:cxnLst>
    <dgm:cxn modelId="{AFCE3407-BDEC-4DC1-9C1F-53E1E2946C89}" srcId="{6A279288-A0B5-4407-A186-F8D031E73CCC}" destId="{6C73A896-B555-4AD0-8943-8700898D5D2E}" srcOrd="0" destOrd="0" parTransId="{0948C5CB-A3EF-4CF8-8870-B2A285020B2E}" sibTransId="{D952B5D3-E493-4C6A-ABE1-5CBF451E79AB}"/>
    <dgm:cxn modelId="{3754B00B-1799-48D1-AF6A-5ABD3EA257B7}" srcId="{F909EE49-B47C-49B5-B063-4ED3F01D41E7}" destId="{71FADC39-BF81-42E6-8D85-57A2DF60DDC7}" srcOrd="1" destOrd="0" parTransId="{3363DD05-9EDE-4502-BC1A-EDD9D9246ED5}" sibTransId="{B2B3B4BB-608D-4B1D-9BE8-E7E307E258AF}"/>
    <dgm:cxn modelId="{4F951810-02BB-43D7-AFEA-E5CF5BC0A52E}" type="presOf" srcId="{697BB93F-B925-47EA-BD84-52CADB450091}" destId="{CE62B8BC-8778-4500-881A-9341B66F15A4}" srcOrd="0" destOrd="0" presId="urn:microsoft.com/office/officeart/2005/8/layout/hierarchy6"/>
    <dgm:cxn modelId="{A0DEAF1E-EC79-423C-9E3A-0E79CB870DC8}" type="presOf" srcId="{522B5B5E-10DE-44E3-AC59-56BB593DEFE8}" destId="{D5CBD695-7B60-4261-BFDC-BED9D3C79DB9}" srcOrd="0" destOrd="0" presId="urn:microsoft.com/office/officeart/2005/8/layout/hierarchy6"/>
    <dgm:cxn modelId="{D6986121-CBFC-458F-AA1E-A925E571B418}" type="presOf" srcId="{AE783C14-3133-46A1-8B63-9C9EF5F38A38}" destId="{763D91DD-BE15-48D5-8F21-D9CB7D1C34DB}" srcOrd="0" destOrd="0" presId="urn:microsoft.com/office/officeart/2005/8/layout/hierarchy6"/>
    <dgm:cxn modelId="{B8501E28-42CB-4037-BC95-8C223434C411}" type="presOf" srcId="{89BA741C-BEC8-4BA4-A02F-F1BDB8689B10}" destId="{CFDC5C5B-3834-4302-AC0E-3B33A0E04C79}" srcOrd="0" destOrd="0" presId="urn:microsoft.com/office/officeart/2005/8/layout/hierarchy6"/>
    <dgm:cxn modelId="{C37AA629-46AC-4260-9D61-7914B3679554}" type="presOf" srcId="{AA2FCD07-4551-4B01-9C82-B0F6C48DA5C3}" destId="{D407490D-4AEB-4268-A35C-F0693D2103A1}" srcOrd="0" destOrd="0" presId="urn:microsoft.com/office/officeart/2005/8/layout/hierarchy6"/>
    <dgm:cxn modelId="{0B4DD331-457C-4A20-83D5-F1F413ABD6CC}" type="presOf" srcId="{2926BE5B-F283-4BF3-A050-AE85398C2B52}" destId="{EC141811-8CBE-4ACA-8CCF-7564CBF2D96D}" srcOrd="0" destOrd="0" presId="urn:microsoft.com/office/officeart/2005/8/layout/hierarchy6"/>
    <dgm:cxn modelId="{35F3D735-D824-4FD8-967D-4E4C10033A0A}" srcId="{F909EE49-B47C-49B5-B063-4ED3F01D41E7}" destId="{54FA6BF3-2D3D-469A-96CD-36839161165F}" srcOrd="0" destOrd="0" parTransId="{D26463D0-BD39-44C7-B69E-A2BBE1DB4BBA}" sibTransId="{4F608645-E3A6-4379-B710-997E4A9FA0B2}"/>
    <dgm:cxn modelId="{511AC536-2C23-430E-9DBD-A73E04FAFD85}" type="presOf" srcId="{231FB08D-7D3B-4A39-A0C9-2C7470B79A31}" destId="{35B69D88-D057-4B41-9DC3-956A15FD822C}" srcOrd="0" destOrd="0" presId="urn:microsoft.com/office/officeart/2005/8/layout/hierarchy6"/>
    <dgm:cxn modelId="{0C08BC40-71F2-4286-9350-74DB09690A5E}" type="presOf" srcId="{3363DD05-9EDE-4502-BC1A-EDD9D9246ED5}" destId="{D8517ABA-EC97-4F06-961A-FA18CE48B40E}" srcOrd="0" destOrd="0" presId="urn:microsoft.com/office/officeart/2005/8/layout/hierarchy6"/>
    <dgm:cxn modelId="{0C69725E-0C6F-4906-A60D-61540DDC3D96}" srcId="{AA2FCD07-4551-4B01-9C82-B0F6C48DA5C3}" destId="{DF92E68F-45CC-46DA-8687-C7BF82FA48D3}" srcOrd="0" destOrd="0" parTransId="{DD672CF7-F2A0-49FE-AEBC-77A727CECECC}" sibTransId="{F64B5C49-EC39-465A-97D0-B04E4DA337E1}"/>
    <dgm:cxn modelId="{C4216560-2C9A-48F4-86D6-089BC9EA99E3}" type="presOf" srcId="{6A279288-A0B5-4407-A186-F8D031E73CCC}" destId="{7C58CB42-64A9-47D5-A4BB-FFD634095F17}" srcOrd="0" destOrd="0" presId="urn:microsoft.com/office/officeart/2005/8/layout/hierarchy6"/>
    <dgm:cxn modelId="{EF687D64-AB91-44BF-AB68-C666AC89CC98}" type="presOf" srcId="{0B22359F-6DFF-4E69-BAFB-EC2DAC9910AA}" destId="{44B889C3-3AD2-4569-8039-004EBE75F227}" srcOrd="0" destOrd="0" presId="urn:microsoft.com/office/officeart/2005/8/layout/hierarchy6"/>
    <dgm:cxn modelId="{A4D07867-0242-45B4-A009-B0C86E319266}" type="presOf" srcId="{F909EE49-B47C-49B5-B063-4ED3F01D41E7}" destId="{FF12F13D-6667-4079-8245-FDBE9960B210}" srcOrd="0" destOrd="0" presId="urn:microsoft.com/office/officeart/2005/8/layout/hierarchy6"/>
    <dgm:cxn modelId="{62C76A68-4E0B-4B71-B759-DAED0CC8AD94}" type="presOf" srcId="{71FADC39-BF81-42E6-8D85-57A2DF60DDC7}" destId="{A475F383-09B5-4D4C-B802-57DEFA188B7D}" srcOrd="0" destOrd="0" presId="urn:microsoft.com/office/officeart/2005/8/layout/hierarchy6"/>
    <dgm:cxn modelId="{A992E048-8275-4FFA-AA5B-F5833D8FC7AB}" srcId="{522B5B5E-10DE-44E3-AC59-56BB593DEFE8}" destId="{AE783C14-3133-46A1-8B63-9C9EF5F38A38}" srcOrd="1" destOrd="0" parTransId="{697BB93F-B925-47EA-BD84-52CADB450091}" sibTransId="{174D7349-8033-4E65-8724-1D2D52BA46F7}"/>
    <dgm:cxn modelId="{E913CA4A-0E74-43BF-9FAA-E064800139AF}" srcId="{8EACF92F-B865-4259-8C7B-97324239D2C1}" destId="{57002A33-627A-4CA0-9DA5-B31C785CF9BA}" srcOrd="0" destOrd="0" parTransId="{B0BF71D7-691C-49E5-8149-4AF9E7C3F3EF}" sibTransId="{E6B9015A-C5D6-4378-9B2F-26A97C2E8096}"/>
    <dgm:cxn modelId="{DAFE2150-A110-4C8B-9679-0E6D7AC7716D}" type="presOf" srcId="{ED420C27-B277-408B-B98F-0EA703A173EA}" destId="{7444DC43-56D1-430A-9BF8-3314B5AB5FB5}" srcOrd="0" destOrd="0" presId="urn:microsoft.com/office/officeart/2005/8/layout/hierarchy6"/>
    <dgm:cxn modelId="{F03BF552-3E0E-4927-B7A0-D86DE9C2E75F}" type="presOf" srcId="{6C73A896-B555-4AD0-8943-8700898D5D2E}" destId="{798C40A1-D561-43D8-BA03-F8EA8CD6F6C2}" srcOrd="0" destOrd="0" presId="urn:microsoft.com/office/officeart/2005/8/layout/hierarchy6"/>
    <dgm:cxn modelId="{A45AC053-E9E1-41C4-8D00-DE418C81FE14}" srcId="{0B22359F-6DFF-4E69-BAFB-EC2DAC9910AA}" destId="{522B5B5E-10DE-44E3-AC59-56BB593DEFE8}" srcOrd="0" destOrd="0" parTransId="{FAB5EEAB-D021-42E5-8D90-BA997991ACB8}" sibTransId="{6FF3687C-79DD-44BA-93B7-54B14A19CE52}"/>
    <dgm:cxn modelId="{BEB9CB55-4793-4395-A4A9-7CA441FC5385}" srcId="{0B22359F-6DFF-4E69-BAFB-EC2DAC9910AA}" destId="{F909EE49-B47C-49B5-B063-4ED3F01D41E7}" srcOrd="1" destOrd="0" parTransId="{549BA72C-9905-467F-9854-ECA809DD8BC7}" sibTransId="{71E08F00-0384-472A-9B35-6558397BF86A}"/>
    <dgm:cxn modelId="{188B1E7A-6B7C-428C-905D-F0FB3E0DA43C}" type="presOf" srcId="{8EACF92F-B865-4259-8C7B-97324239D2C1}" destId="{711758A3-7D0E-4BEB-A1E9-DE880B0C591F}" srcOrd="0" destOrd="0" presId="urn:microsoft.com/office/officeart/2005/8/layout/hierarchy6"/>
    <dgm:cxn modelId="{93C3317A-F09E-4AC5-91E5-580271A28429}" type="presOf" srcId="{2639A8C0-AE99-4E5F-AB8B-0E754ABD9EF3}" destId="{F4201962-1B20-4292-8178-9C0220FD91B6}" srcOrd="0" destOrd="0" presId="urn:microsoft.com/office/officeart/2005/8/layout/hierarchy6"/>
    <dgm:cxn modelId="{1576717E-B467-4FC9-BC3F-57CF42587573}" type="presOf" srcId="{DF92E68F-45CC-46DA-8687-C7BF82FA48D3}" destId="{88CA5F22-07F0-4A7E-B72E-5AFD65F6DB71}" srcOrd="0" destOrd="0" presId="urn:microsoft.com/office/officeart/2005/8/layout/hierarchy6"/>
    <dgm:cxn modelId="{78ED8881-E02A-4F77-8197-C000FFA8E073}" type="presOf" srcId="{B0BF71D7-691C-49E5-8149-4AF9E7C3F3EF}" destId="{F2E1836F-EB49-4F51-9122-2C516A2D50ED}" srcOrd="0" destOrd="0" presId="urn:microsoft.com/office/officeart/2005/8/layout/hierarchy6"/>
    <dgm:cxn modelId="{AEC7A492-5896-482C-98C3-8D694F1FDD1F}" type="presOf" srcId="{0C4AE3F7-88BA-473A-AC03-53588ED1D28C}" destId="{E78E9F48-6D5C-4926-AD5F-33716BDEE766}" srcOrd="0" destOrd="0" presId="urn:microsoft.com/office/officeart/2005/8/layout/hierarchy6"/>
    <dgm:cxn modelId="{FE80B597-675B-4733-B28D-855B9784B0DB}" type="presOf" srcId="{38F45803-0DE2-4FC6-9509-E0862B93582E}" destId="{A570DECE-03F8-48FB-94BC-2B57B52D2776}" srcOrd="0" destOrd="0" presId="urn:microsoft.com/office/officeart/2005/8/layout/hierarchy6"/>
    <dgm:cxn modelId="{09E7D4A2-4271-4EBE-9DC4-3CE3D133CADD}" srcId="{8EACF92F-B865-4259-8C7B-97324239D2C1}" destId="{0C4AE3F7-88BA-473A-AC03-53588ED1D28C}" srcOrd="1" destOrd="0" parTransId="{2639A8C0-AE99-4E5F-AB8B-0E754ABD9EF3}" sibTransId="{4BB24F04-6C42-4E4D-8622-1E74BD127985}"/>
    <dgm:cxn modelId="{BD72AFA8-F2F9-408F-B33A-4F59C747A2B7}" type="presOf" srcId="{A1AD2317-D9AF-4D32-A4A8-1B786A5C0621}" destId="{7E897ED6-ADC4-4B96-B561-A8941931A2AB}" srcOrd="0" destOrd="0" presId="urn:microsoft.com/office/officeart/2005/8/layout/hierarchy6"/>
    <dgm:cxn modelId="{FF39EDB6-62EE-423F-A1D9-9EE4CB3179BB}" type="presOf" srcId="{0948C5CB-A3EF-4CF8-8870-B2A285020B2E}" destId="{B97D96CF-015F-4957-AF59-2A858717AD0C}" srcOrd="0" destOrd="0" presId="urn:microsoft.com/office/officeart/2005/8/layout/hierarchy6"/>
    <dgm:cxn modelId="{81E344BE-7F8F-4422-AE24-3B45910C66A2}" type="presOf" srcId="{54FA6BF3-2D3D-469A-96CD-36839161165F}" destId="{4645D56E-0DCC-4A18-A824-5FF7A64E8E94}" srcOrd="0" destOrd="0" presId="urn:microsoft.com/office/officeart/2005/8/layout/hierarchy6"/>
    <dgm:cxn modelId="{B56EF5C7-C33F-4EBA-81ED-0170D20C7256}" type="presOf" srcId="{57002A33-627A-4CA0-9DA5-B31C785CF9BA}" destId="{EDD579D2-50FA-4DD3-B828-6A6AC27C8028}" srcOrd="0" destOrd="0" presId="urn:microsoft.com/office/officeart/2005/8/layout/hierarchy6"/>
    <dgm:cxn modelId="{A95F39D5-E6CD-426A-BC0F-13646557241D}" type="presOf" srcId="{81E96289-6120-4C21-8CB9-8FBC263C7095}" destId="{35D53F5E-8E63-4B77-8658-4B5302B50EDE}" srcOrd="0" destOrd="0" presId="urn:microsoft.com/office/officeart/2005/8/layout/hierarchy6"/>
    <dgm:cxn modelId="{195A48D7-9072-4629-B0DB-BEC61DD30181}" type="presOf" srcId="{FAB5EEAB-D021-42E5-8D90-BA997991ACB8}" destId="{1641557C-2449-4270-A648-DDFC4D4D06CF}" srcOrd="0" destOrd="0" presId="urn:microsoft.com/office/officeart/2005/8/layout/hierarchy6"/>
    <dgm:cxn modelId="{D404B6DB-CCE1-498C-9F70-645166A1847B}" type="presOf" srcId="{549BA72C-9905-467F-9854-ECA809DD8BC7}" destId="{9917DD8C-F9DD-408B-9916-DA575BA22986}" srcOrd="0" destOrd="0" presId="urn:microsoft.com/office/officeart/2005/8/layout/hierarchy6"/>
    <dgm:cxn modelId="{02E715DD-4134-4CB5-A962-9CC2AC6FA89D}" srcId="{6A279288-A0B5-4407-A186-F8D031E73CCC}" destId="{2926BE5B-F283-4BF3-A050-AE85398C2B52}" srcOrd="1" destOrd="0" parTransId="{89BA741C-BEC8-4BA4-A02F-F1BDB8689B10}" sibTransId="{2D724BD5-C7E6-48BC-9113-45FA75EE2785}"/>
    <dgm:cxn modelId="{DC39B2E1-D99D-4A44-B867-C98BA38A06DC}" srcId="{DF92E68F-45CC-46DA-8687-C7BF82FA48D3}" destId="{0B22359F-6DFF-4E69-BAFB-EC2DAC9910AA}" srcOrd="1" destOrd="0" parTransId="{ED420C27-B277-408B-B98F-0EA703A173EA}" sibTransId="{C171ADD1-F2CC-41EE-9E18-50947B30F156}"/>
    <dgm:cxn modelId="{F734D1E1-8606-428B-AE36-156117B52646}" srcId="{522B5B5E-10DE-44E3-AC59-56BB593DEFE8}" destId="{A1AD2317-D9AF-4D32-A4A8-1B786A5C0621}" srcOrd="0" destOrd="0" parTransId="{38F45803-0DE2-4FC6-9509-E0862B93582E}" sibTransId="{40A33E63-9457-4CF6-A62D-B785F528BF31}"/>
    <dgm:cxn modelId="{BCE612F7-0759-4767-B169-7FB11E654748}" type="presOf" srcId="{D26463D0-BD39-44C7-B69E-A2BBE1DB4BBA}" destId="{875927FC-1B2E-4DE1-A0BE-9B6DC034B74A}" srcOrd="0" destOrd="0" presId="urn:microsoft.com/office/officeart/2005/8/layout/hierarchy6"/>
    <dgm:cxn modelId="{839C01F8-8B7F-4501-8C04-B1A746CDC16A}" srcId="{57002A33-627A-4CA0-9DA5-B31C785CF9BA}" destId="{6A279288-A0B5-4407-A186-F8D031E73CCC}" srcOrd="0" destOrd="0" parTransId="{81E96289-6120-4C21-8CB9-8FBC263C7095}" sibTransId="{0CB578B1-8545-4C90-9C2D-9CD8695BD84E}"/>
    <dgm:cxn modelId="{5A26F2FF-70D6-4DF2-A049-68AD54A51E63}" srcId="{DF92E68F-45CC-46DA-8687-C7BF82FA48D3}" destId="{8EACF92F-B865-4259-8C7B-97324239D2C1}" srcOrd="0" destOrd="0" parTransId="{231FB08D-7D3B-4A39-A0C9-2C7470B79A31}" sibTransId="{4BC26CEF-7EBB-4042-BAEE-6E0AC05F3828}"/>
    <dgm:cxn modelId="{1FA71108-9F5E-45C4-AA81-4FD4FDA3A7AC}" type="presParOf" srcId="{D407490D-4AEB-4268-A35C-F0693D2103A1}" destId="{140B3A6F-F3D4-4D08-8D0E-9AAE94DD5A53}" srcOrd="0" destOrd="0" presId="urn:microsoft.com/office/officeart/2005/8/layout/hierarchy6"/>
    <dgm:cxn modelId="{9C6FFC8B-BF73-4D3E-8C98-9BD201A4AB72}" type="presParOf" srcId="{140B3A6F-F3D4-4D08-8D0E-9AAE94DD5A53}" destId="{3B8C5CF8-034B-4707-9D19-1C9E798E03CF}" srcOrd="0" destOrd="0" presId="urn:microsoft.com/office/officeart/2005/8/layout/hierarchy6"/>
    <dgm:cxn modelId="{DA56C6B2-38FC-41F7-A331-57CF3063CE4B}" type="presParOf" srcId="{3B8C5CF8-034B-4707-9D19-1C9E798E03CF}" destId="{FDC194DD-B1CD-457C-8EBD-F1497C82A4A7}" srcOrd="0" destOrd="0" presId="urn:microsoft.com/office/officeart/2005/8/layout/hierarchy6"/>
    <dgm:cxn modelId="{ACF26C4B-2936-4A24-872C-BE585D494BEB}" type="presParOf" srcId="{FDC194DD-B1CD-457C-8EBD-F1497C82A4A7}" destId="{88CA5F22-07F0-4A7E-B72E-5AFD65F6DB71}" srcOrd="0" destOrd="0" presId="urn:microsoft.com/office/officeart/2005/8/layout/hierarchy6"/>
    <dgm:cxn modelId="{D403CE68-3FCE-43FE-AF95-8923B20DCC94}" type="presParOf" srcId="{FDC194DD-B1CD-457C-8EBD-F1497C82A4A7}" destId="{2F56F18E-0596-4026-A20F-B16382BEE08B}" srcOrd="1" destOrd="0" presId="urn:microsoft.com/office/officeart/2005/8/layout/hierarchy6"/>
    <dgm:cxn modelId="{084F4297-98CE-4E8F-A6DA-BE43A0923C3F}" type="presParOf" srcId="{2F56F18E-0596-4026-A20F-B16382BEE08B}" destId="{35B69D88-D057-4B41-9DC3-956A15FD822C}" srcOrd="0" destOrd="0" presId="urn:microsoft.com/office/officeart/2005/8/layout/hierarchy6"/>
    <dgm:cxn modelId="{049EC68B-8602-46C0-86F5-2AC3FA8E1C4C}" type="presParOf" srcId="{2F56F18E-0596-4026-A20F-B16382BEE08B}" destId="{69F0906D-9CC3-4DC6-99E1-0090BFFE9677}" srcOrd="1" destOrd="0" presId="urn:microsoft.com/office/officeart/2005/8/layout/hierarchy6"/>
    <dgm:cxn modelId="{D29BF3EB-F21F-4BDB-B5C6-A87C005C392C}" type="presParOf" srcId="{69F0906D-9CC3-4DC6-99E1-0090BFFE9677}" destId="{711758A3-7D0E-4BEB-A1E9-DE880B0C591F}" srcOrd="0" destOrd="0" presId="urn:microsoft.com/office/officeart/2005/8/layout/hierarchy6"/>
    <dgm:cxn modelId="{12B8DEF5-936F-4E25-BE83-5AF639AB99FF}" type="presParOf" srcId="{69F0906D-9CC3-4DC6-99E1-0090BFFE9677}" destId="{0CCD214E-9C9F-4C84-8F07-411691DA6F9F}" srcOrd="1" destOrd="0" presId="urn:microsoft.com/office/officeart/2005/8/layout/hierarchy6"/>
    <dgm:cxn modelId="{6D92B4D1-1F52-42A0-9AD4-8993A46F42AD}" type="presParOf" srcId="{0CCD214E-9C9F-4C84-8F07-411691DA6F9F}" destId="{F2E1836F-EB49-4F51-9122-2C516A2D50ED}" srcOrd="0" destOrd="0" presId="urn:microsoft.com/office/officeart/2005/8/layout/hierarchy6"/>
    <dgm:cxn modelId="{8FC9AE84-8B14-4BF5-A91E-5EB04CF27EDD}" type="presParOf" srcId="{0CCD214E-9C9F-4C84-8F07-411691DA6F9F}" destId="{25CA9762-FCE6-48AA-BFFA-0E7B9C36E9A4}" srcOrd="1" destOrd="0" presId="urn:microsoft.com/office/officeart/2005/8/layout/hierarchy6"/>
    <dgm:cxn modelId="{F1A706EE-3FE0-4CA0-B5DA-5234D353279C}" type="presParOf" srcId="{25CA9762-FCE6-48AA-BFFA-0E7B9C36E9A4}" destId="{EDD579D2-50FA-4DD3-B828-6A6AC27C8028}" srcOrd="0" destOrd="0" presId="urn:microsoft.com/office/officeart/2005/8/layout/hierarchy6"/>
    <dgm:cxn modelId="{091FC240-008A-4BC3-B409-8F454B2AADAB}" type="presParOf" srcId="{25CA9762-FCE6-48AA-BFFA-0E7B9C36E9A4}" destId="{A4B39657-8C70-463E-8FCA-6353FECFA35B}" srcOrd="1" destOrd="0" presId="urn:microsoft.com/office/officeart/2005/8/layout/hierarchy6"/>
    <dgm:cxn modelId="{94955CE6-B15F-452A-8A47-A12C79A47AEB}" type="presParOf" srcId="{A4B39657-8C70-463E-8FCA-6353FECFA35B}" destId="{35D53F5E-8E63-4B77-8658-4B5302B50EDE}" srcOrd="0" destOrd="0" presId="urn:microsoft.com/office/officeart/2005/8/layout/hierarchy6"/>
    <dgm:cxn modelId="{5E4DD54D-D691-4014-8F6B-0B2CF3874123}" type="presParOf" srcId="{A4B39657-8C70-463E-8FCA-6353FECFA35B}" destId="{459DCA1C-3071-454E-A865-4B5023054060}" srcOrd="1" destOrd="0" presId="urn:microsoft.com/office/officeart/2005/8/layout/hierarchy6"/>
    <dgm:cxn modelId="{4A5D0A1D-B8BA-479E-B028-09961B79B028}" type="presParOf" srcId="{459DCA1C-3071-454E-A865-4B5023054060}" destId="{7C58CB42-64A9-47D5-A4BB-FFD634095F17}" srcOrd="0" destOrd="0" presId="urn:microsoft.com/office/officeart/2005/8/layout/hierarchy6"/>
    <dgm:cxn modelId="{F1055DF5-DE6B-4BC8-8FE0-1230B0F0EF64}" type="presParOf" srcId="{459DCA1C-3071-454E-A865-4B5023054060}" destId="{2B3104BB-210F-4FC4-A72C-3BC6E785C8E9}" srcOrd="1" destOrd="0" presId="urn:microsoft.com/office/officeart/2005/8/layout/hierarchy6"/>
    <dgm:cxn modelId="{AE3B7E9E-324D-493E-8EC1-260353D59A33}" type="presParOf" srcId="{2B3104BB-210F-4FC4-A72C-3BC6E785C8E9}" destId="{B97D96CF-015F-4957-AF59-2A858717AD0C}" srcOrd="0" destOrd="0" presId="urn:microsoft.com/office/officeart/2005/8/layout/hierarchy6"/>
    <dgm:cxn modelId="{8B2872F8-4759-4144-A8F3-0ABE7D39AF5B}" type="presParOf" srcId="{2B3104BB-210F-4FC4-A72C-3BC6E785C8E9}" destId="{4EC43FCA-50AE-43D0-8420-65DDD34C4721}" srcOrd="1" destOrd="0" presId="urn:microsoft.com/office/officeart/2005/8/layout/hierarchy6"/>
    <dgm:cxn modelId="{17BE6AF0-A473-48BB-887F-E923C62F5133}" type="presParOf" srcId="{4EC43FCA-50AE-43D0-8420-65DDD34C4721}" destId="{798C40A1-D561-43D8-BA03-F8EA8CD6F6C2}" srcOrd="0" destOrd="0" presId="urn:microsoft.com/office/officeart/2005/8/layout/hierarchy6"/>
    <dgm:cxn modelId="{67012249-0C0A-4B45-8121-039E033F42EC}" type="presParOf" srcId="{4EC43FCA-50AE-43D0-8420-65DDD34C4721}" destId="{FE0BFF18-1F86-4EFF-B2F8-C227421F2723}" srcOrd="1" destOrd="0" presId="urn:microsoft.com/office/officeart/2005/8/layout/hierarchy6"/>
    <dgm:cxn modelId="{D7DE034E-E95E-4A7C-8635-22E637CC41F5}" type="presParOf" srcId="{2B3104BB-210F-4FC4-A72C-3BC6E785C8E9}" destId="{CFDC5C5B-3834-4302-AC0E-3B33A0E04C79}" srcOrd="2" destOrd="0" presId="urn:microsoft.com/office/officeart/2005/8/layout/hierarchy6"/>
    <dgm:cxn modelId="{5A04DF97-C16F-47EE-86B2-EAC24BA44CF1}" type="presParOf" srcId="{2B3104BB-210F-4FC4-A72C-3BC6E785C8E9}" destId="{8738E0F2-3222-4B93-B719-6A2D22DDB32E}" srcOrd="3" destOrd="0" presId="urn:microsoft.com/office/officeart/2005/8/layout/hierarchy6"/>
    <dgm:cxn modelId="{6C2837B5-C1B0-4434-9427-5FF50678093A}" type="presParOf" srcId="{8738E0F2-3222-4B93-B719-6A2D22DDB32E}" destId="{EC141811-8CBE-4ACA-8CCF-7564CBF2D96D}" srcOrd="0" destOrd="0" presId="urn:microsoft.com/office/officeart/2005/8/layout/hierarchy6"/>
    <dgm:cxn modelId="{93900C59-6D3B-44FC-B160-58C4770BCA15}" type="presParOf" srcId="{8738E0F2-3222-4B93-B719-6A2D22DDB32E}" destId="{A9CECEB1-0E90-4CC0-872A-8669024F16D3}" srcOrd="1" destOrd="0" presId="urn:microsoft.com/office/officeart/2005/8/layout/hierarchy6"/>
    <dgm:cxn modelId="{7B22BC30-8BB5-408F-AE28-8057BAA4A14C}" type="presParOf" srcId="{0CCD214E-9C9F-4C84-8F07-411691DA6F9F}" destId="{F4201962-1B20-4292-8178-9C0220FD91B6}" srcOrd="2" destOrd="0" presId="urn:microsoft.com/office/officeart/2005/8/layout/hierarchy6"/>
    <dgm:cxn modelId="{56752984-ECED-41EC-B791-F35B2CCA1CFC}" type="presParOf" srcId="{0CCD214E-9C9F-4C84-8F07-411691DA6F9F}" destId="{6CA6F184-A0CC-45B3-B57D-259ABCF84EA4}" srcOrd="3" destOrd="0" presId="urn:microsoft.com/office/officeart/2005/8/layout/hierarchy6"/>
    <dgm:cxn modelId="{4D8CB818-67B6-4A79-8BD9-0FADCA2FA9EF}" type="presParOf" srcId="{6CA6F184-A0CC-45B3-B57D-259ABCF84EA4}" destId="{E78E9F48-6D5C-4926-AD5F-33716BDEE766}" srcOrd="0" destOrd="0" presId="urn:microsoft.com/office/officeart/2005/8/layout/hierarchy6"/>
    <dgm:cxn modelId="{BA541561-CBFE-46EB-BD98-46706412A102}" type="presParOf" srcId="{6CA6F184-A0CC-45B3-B57D-259ABCF84EA4}" destId="{74E438A9-8138-40AE-B823-60FD4954617A}" srcOrd="1" destOrd="0" presId="urn:microsoft.com/office/officeart/2005/8/layout/hierarchy6"/>
    <dgm:cxn modelId="{D9E4C908-C5B3-4B44-BA4C-3A2AD03467FE}" type="presParOf" srcId="{2F56F18E-0596-4026-A20F-B16382BEE08B}" destId="{7444DC43-56D1-430A-9BF8-3314B5AB5FB5}" srcOrd="2" destOrd="0" presId="urn:microsoft.com/office/officeart/2005/8/layout/hierarchy6"/>
    <dgm:cxn modelId="{610E99E5-B85E-498C-9CFA-BFB9FF872E3C}" type="presParOf" srcId="{2F56F18E-0596-4026-A20F-B16382BEE08B}" destId="{BD70C73A-CD12-46A8-8A79-2D973D0C3ED2}" srcOrd="3" destOrd="0" presId="urn:microsoft.com/office/officeart/2005/8/layout/hierarchy6"/>
    <dgm:cxn modelId="{E3BDE68F-C63E-4A92-BC94-D8D391C3DB33}" type="presParOf" srcId="{BD70C73A-CD12-46A8-8A79-2D973D0C3ED2}" destId="{44B889C3-3AD2-4569-8039-004EBE75F227}" srcOrd="0" destOrd="0" presId="urn:microsoft.com/office/officeart/2005/8/layout/hierarchy6"/>
    <dgm:cxn modelId="{8662D429-87BE-4915-9387-D66E2E67F7E2}" type="presParOf" srcId="{BD70C73A-CD12-46A8-8A79-2D973D0C3ED2}" destId="{7F878A0F-5918-4886-B94E-C7A8CB9768C0}" srcOrd="1" destOrd="0" presId="urn:microsoft.com/office/officeart/2005/8/layout/hierarchy6"/>
    <dgm:cxn modelId="{BD790536-2F52-4450-BAA5-29625118A85E}" type="presParOf" srcId="{7F878A0F-5918-4886-B94E-C7A8CB9768C0}" destId="{1641557C-2449-4270-A648-DDFC4D4D06CF}" srcOrd="0" destOrd="0" presId="urn:microsoft.com/office/officeart/2005/8/layout/hierarchy6"/>
    <dgm:cxn modelId="{D6EDA538-4BC4-4945-8943-14BE54017B49}" type="presParOf" srcId="{7F878A0F-5918-4886-B94E-C7A8CB9768C0}" destId="{16C2CDA7-E48A-48EE-AF0A-F8FA5AC4940E}" srcOrd="1" destOrd="0" presId="urn:microsoft.com/office/officeart/2005/8/layout/hierarchy6"/>
    <dgm:cxn modelId="{B32AD297-1C1A-4BEE-93F8-A4153D3795AC}" type="presParOf" srcId="{16C2CDA7-E48A-48EE-AF0A-F8FA5AC4940E}" destId="{D5CBD695-7B60-4261-BFDC-BED9D3C79DB9}" srcOrd="0" destOrd="0" presId="urn:microsoft.com/office/officeart/2005/8/layout/hierarchy6"/>
    <dgm:cxn modelId="{F5E410E9-5778-4FA3-9D9E-7698157C1FC9}" type="presParOf" srcId="{16C2CDA7-E48A-48EE-AF0A-F8FA5AC4940E}" destId="{BD2E3042-663E-4E89-A5F6-C4F24E624535}" srcOrd="1" destOrd="0" presId="urn:microsoft.com/office/officeart/2005/8/layout/hierarchy6"/>
    <dgm:cxn modelId="{4545C6B5-75E4-4229-9FBC-B7FC64022568}" type="presParOf" srcId="{BD2E3042-663E-4E89-A5F6-C4F24E624535}" destId="{A570DECE-03F8-48FB-94BC-2B57B52D2776}" srcOrd="0" destOrd="0" presId="urn:microsoft.com/office/officeart/2005/8/layout/hierarchy6"/>
    <dgm:cxn modelId="{9565B4B6-020A-401D-8E58-F93D34981D35}" type="presParOf" srcId="{BD2E3042-663E-4E89-A5F6-C4F24E624535}" destId="{8E8329D3-0634-4941-9D50-175B84608AC4}" srcOrd="1" destOrd="0" presId="urn:microsoft.com/office/officeart/2005/8/layout/hierarchy6"/>
    <dgm:cxn modelId="{6E6D4124-5FBC-4417-816A-16E0ABEA9207}" type="presParOf" srcId="{8E8329D3-0634-4941-9D50-175B84608AC4}" destId="{7E897ED6-ADC4-4B96-B561-A8941931A2AB}" srcOrd="0" destOrd="0" presId="urn:microsoft.com/office/officeart/2005/8/layout/hierarchy6"/>
    <dgm:cxn modelId="{F31642C0-9B23-4ACE-AF97-B2A44E6D8780}" type="presParOf" srcId="{8E8329D3-0634-4941-9D50-175B84608AC4}" destId="{7E783C7C-9C6C-4B9C-B333-84E37D3E6E4B}" srcOrd="1" destOrd="0" presId="urn:microsoft.com/office/officeart/2005/8/layout/hierarchy6"/>
    <dgm:cxn modelId="{19A341C8-0B4E-4F70-8979-BACA152F9BA8}" type="presParOf" srcId="{BD2E3042-663E-4E89-A5F6-C4F24E624535}" destId="{CE62B8BC-8778-4500-881A-9341B66F15A4}" srcOrd="2" destOrd="0" presId="urn:microsoft.com/office/officeart/2005/8/layout/hierarchy6"/>
    <dgm:cxn modelId="{2D1EA826-DB8A-4615-B0BB-CBE2A8D048C6}" type="presParOf" srcId="{BD2E3042-663E-4E89-A5F6-C4F24E624535}" destId="{DADF7CC5-2F24-4E26-BF9E-143CB0795349}" srcOrd="3" destOrd="0" presId="urn:microsoft.com/office/officeart/2005/8/layout/hierarchy6"/>
    <dgm:cxn modelId="{785CF635-009D-4D63-901F-F274C58919A5}" type="presParOf" srcId="{DADF7CC5-2F24-4E26-BF9E-143CB0795349}" destId="{763D91DD-BE15-48D5-8F21-D9CB7D1C34DB}" srcOrd="0" destOrd="0" presId="urn:microsoft.com/office/officeart/2005/8/layout/hierarchy6"/>
    <dgm:cxn modelId="{0EB4834D-656D-4561-943B-41B0FBA5208D}" type="presParOf" srcId="{DADF7CC5-2F24-4E26-BF9E-143CB0795349}" destId="{0FD11C83-495B-4A1C-B9F5-3ED9D96F8884}" srcOrd="1" destOrd="0" presId="urn:microsoft.com/office/officeart/2005/8/layout/hierarchy6"/>
    <dgm:cxn modelId="{536D4BCD-791F-4B17-9FAA-9D554438414B}" type="presParOf" srcId="{7F878A0F-5918-4886-B94E-C7A8CB9768C0}" destId="{9917DD8C-F9DD-408B-9916-DA575BA22986}" srcOrd="2" destOrd="0" presId="urn:microsoft.com/office/officeart/2005/8/layout/hierarchy6"/>
    <dgm:cxn modelId="{EFD932AB-A9E1-4914-8A1E-C342C5966092}" type="presParOf" srcId="{7F878A0F-5918-4886-B94E-C7A8CB9768C0}" destId="{45F276BC-A9C9-44F6-BFC9-812ED3D3581D}" srcOrd="3" destOrd="0" presId="urn:microsoft.com/office/officeart/2005/8/layout/hierarchy6"/>
    <dgm:cxn modelId="{216A24AC-3495-4619-98F6-AA5E9CFD25A5}" type="presParOf" srcId="{45F276BC-A9C9-44F6-BFC9-812ED3D3581D}" destId="{FF12F13D-6667-4079-8245-FDBE9960B210}" srcOrd="0" destOrd="0" presId="urn:microsoft.com/office/officeart/2005/8/layout/hierarchy6"/>
    <dgm:cxn modelId="{BC729916-1249-4343-829C-4B098B921C1E}" type="presParOf" srcId="{45F276BC-A9C9-44F6-BFC9-812ED3D3581D}" destId="{BC58F3A7-CB62-44A4-8F35-702DDC46EA38}" srcOrd="1" destOrd="0" presId="urn:microsoft.com/office/officeart/2005/8/layout/hierarchy6"/>
    <dgm:cxn modelId="{3D72586C-F457-4F44-98C0-B4BDA331E349}" type="presParOf" srcId="{BC58F3A7-CB62-44A4-8F35-702DDC46EA38}" destId="{875927FC-1B2E-4DE1-A0BE-9B6DC034B74A}" srcOrd="0" destOrd="0" presId="urn:microsoft.com/office/officeart/2005/8/layout/hierarchy6"/>
    <dgm:cxn modelId="{EABB2078-C3B2-4B87-B2E7-31F6CE2713D9}" type="presParOf" srcId="{BC58F3A7-CB62-44A4-8F35-702DDC46EA38}" destId="{267D3F5C-0A9E-4880-A298-9FD2B2D7F9D8}" srcOrd="1" destOrd="0" presId="urn:microsoft.com/office/officeart/2005/8/layout/hierarchy6"/>
    <dgm:cxn modelId="{BC84173B-DEBD-47B5-AC97-D4588161C9C7}" type="presParOf" srcId="{267D3F5C-0A9E-4880-A298-9FD2B2D7F9D8}" destId="{4645D56E-0DCC-4A18-A824-5FF7A64E8E94}" srcOrd="0" destOrd="0" presId="urn:microsoft.com/office/officeart/2005/8/layout/hierarchy6"/>
    <dgm:cxn modelId="{37A257A3-8E1B-4173-9D12-48F9F139833B}" type="presParOf" srcId="{267D3F5C-0A9E-4880-A298-9FD2B2D7F9D8}" destId="{003CCCBA-1752-4679-9AAB-AB833EA98CBE}" srcOrd="1" destOrd="0" presId="urn:microsoft.com/office/officeart/2005/8/layout/hierarchy6"/>
    <dgm:cxn modelId="{273C2809-A586-4C59-A332-B5AB905F4E08}" type="presParOf" srcId="{BC58F3A7-CB62-44A4-8F35-702DDC46EA38}" destId="{D8517ABA-EC97-4F06-961A-FA18CE48B40E}" srcOrd="2" destOrd="0" presId="urn:microsoft.com/office/officeart/2005/8/layout/hierarchy6"/>
    <dgm:cxn modelId="{D238E786-09D1-4A1D-B20C-4F4F8AB12904}" type="presParOf" srcId="{BC58F3A7-CB62-44A4-8F35-702DDC46EA38}" destId="{E4EE3768-5BCA-4423-8B83-3136BB2A091D}" srcOrd="3" destOrd="0" presId="urn:microsoft.com/office/officeart/2005/8/layout/hierarchy6"/>
    <dgm:cxn modelId="{41D63D6F-C4FC-4A4A-854C-6FAEF7720CC4}" type="presParOf" srcId="{E4EE3768-5BCA-4423-8B83-3136BB2A091D}" destId="{A475F383-09B5-4D4C-B802-57DEFA188B7D}" srcOrd="0" destOrd="0" presId="urn:microsoft.com/office/officeart/2005/8/layout/hierarchy6"/>
    <dgm:cxn modelId="{52C4979C-4905-454D-BE20-C6E83F52CE2B}" type="presParOf" srcId="{E4EE3768-5BCA-4423-8B83-3136BB2A091D}" destId="{2F5C9C51-0319-4245-B127-5A57196542D9}" srcOrd="1" destOrd="0" presId="urn:microsoft.com/office/officeart/2005/8/layout/hierarchy6"/>
    <dgm:cxn modelId="{D4743A8C-8922-4DDB-B349-DF9DF9AC1E44}" type="presParOf" srcId="{D407490D-4AEB-4268-A35C-F0693D2103A1}" destId="{622854D9-1784-458B-BE5D-7C45F3423FB4}" srcOrd="1" destOrd="0" presId="urn:microsoft.com/office/officeart/2005/8/layout/hierarchy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162A-D218-45BB-BF46-EB893897CD16}">
      <dsp:nvSpPr>
        <dsp:cNvPr id="0" name=""/>
        <dsp:cNvSpPr/>
      </dsp:nvSpPr>
      <dsp:spPr>
        <a:xfrm>
          <a:off x="3112642" y="1163"/>
          <a:ext cx="1799999" cy="484599"/>
        </a:xfrm>
        <a:prstGeom prst="roundRect">
          <a:avLst>
            <a:gd name="adj" fmla="val 10000"/>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Perfect</a:t>
          </a:r>
        </a:p>
      </dsp:txBody>
      <dsp:txXfrm>
        <a:off x="3126835" y="15356"/>
        <a:ext cx="1771613" cy="456213"/>
      </dsp:txXfrm>
    </dsp:sp>
    <dsp:sp modelId="{F0B291BF-FE4A-42AC-8A6C-7706B04780EB}">
      <dsp:nvSpPr>
        <dsp:cNvPr id="0" name=""/>
        <dsp:cNvSpPr/>
      </dsp:nvSpPr>
      <dsp:spPr>
        <a:xfrm>
          <a:off x="2122703" y="485763"/>
          <a:ext cx="1889938" cy="193839"/>
        </a:xfrm>
        <a:custGeom>
          <a:avLst/>
          <a:gdLst/>
          <a:ahLst/>
          <a:cxnLst/>
          <a:rect l="0" t="0" r="0" b="0"/>
          <a:pathLst>
            <a:path>
              <a:moveTo>
                <a:pt x="1889938" y="0"/>
              </a:moveTo>
              <a:lnTo>
                <a:pt x="1889938" y="96919"/>
              </a:lnTo>
              <a:lnTo>
                <a:pt x="0" y="96919"/>
              </a:lnTo>
              <a:lnTo>
                <a:pt x="0" y="193839"/>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693EE9-2695-4745-BD2D-BD227DBD3A42}">
      <dsp:nvSpPr>
        <dsp:cNvPr id="0" name=""/>
        <dsp:cNvSpPr/>
      </dsp:nvSpPr>
      <dsp:spPr>
        <a:xfrm>
          <a:off x="1759253" y="679603"/>
          <a:ext cx="726899" cy="484599"/>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a:t>
          </a:r>
        </a:p>
      </dsp:txBody>
      <dsp:txXfrm>
        <a:off x="1773446" y="693796"/>
        <a:ext cx="698513" cy="456213"/>
      </dsp:txXfrm>
    </dsp:sp>
    <dsp:sp modelId="{60D17914-377C-4664-AF80-F2B03863439B}">
      <dsp:nvSpPr>
        <dsp:cNvPr id="0" name=""/>
        <dsp:cNvSpPr/>
      </dsp:nvSpPr>
      <dsp:spPr>
        <a:xfrm>
          <a:off x="1177733" y="1164203"/>
          <a:ext cx="944969" cy="193839"/>
        </a:xfrm>
        <a:custGeom>
          <a:avLst/>
          <a:gdLst/>
          <a:ahLst/>
          <a:cxnLst/>
          <a:rect l="0" t="0" r="0" b="0"/>
          <a:pathLst>
            <a:path>
              <a:moveTo>
                <a:pt x="944969" y="0"/>
              </a:moveTo>
              <a:lnTo>
                <a:pt x="944969" y="96919"/>
              </a:lnTo>
              <a:lnTo>
                <a:pt x="0" y="96919"/>
              </a:lnTo>
              <a:lnTo>
                <a:pt x="0" y="193839"/>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512629-9091-4289-A0CC-6C084ABB8213}">
      <dsp:nvSpPr>
        <dsp:cNvPr id="0" name=""/>
        <dsp:cNvSpPr/>
      </dsp:nvSpPr>
      <dsp:spPr>
        <a:xfrm>
          <a:off x="814284" y="1358042"/>
          <a:ext cx="726899" cy="484599"/>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1.1</a:t>
          </a:r>
        </a:p>
      </dsp:txBody>
      <dsp:txXfrm>
        <a:off x="828477" y="1372235"/>
        <a:ext cx="698513" cy="456213"/>
      </dsp:txXfrm>
    </dsp:sp>
    <dsp:sp modelId="{CACCA18F-8929-4CC3-BEF8-E8903F21B110}">
      <dsp:nvSpPr>
        <dsp:cNvPr id="0" name=""/>
        <dsp:cNvSpPr/>
      </dsp:nvSpPr>
      <dsp:spPr>
        <a:xfrm>
          <a:off x="705249" y="1842642"/>
          <a:ext cx="472484" cy="193839"/>
        </a:xfrm>
        <a:custGeom>
          <a:avLst/>
          <a:gdLst/>
          <a:ahLst/>
          <a:cxnLst/>
          <a:rect l="0" t="0" r="0" b="0"/>
          <a:pathLst>
            <a:path>
              <a:moveTo>
                <a:pt x="472484" y="0"/>
              </a:moveTo>
              <a:lnTo>
                <a:pt x="472484" y="96919"/>
              </a:lnTo>
              <a:lnTo>
                <a:pt x="0" y="96919"/>
              </a:lnTo>
              <a:lnTo>
                <a:pt x="0"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191D8F-93D5-41DF-9FB9-BFFA16604363}">
      <dsp:nvSpPr>
        <dsp:cNvPr id="0" name=""/>
        <dsp:cNvSpPr/>
      </dsp:nvSpPr>
      <dsp:spPr>
        <a:xfrm>
          <a:off x="341799"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1.1.1</a:t>
          </a:r>
        </a:p>
      </dsp:txBody>
      <dsp:txXfrm>
        <a:off x="355992" y="2050675"/>
        <a:ext cx="698513" cy="456213"/>
      </dsp:txXfrm>
    </dsp:sp>
    <dsp:sp modelId="{27857633-8797-49F9-B30C-865041B34AFC}">
      <dsp:nvSpPr>
        <dsp:cNvPr id="0" name=""/>
        <dsp:cNvSpPr/>
      </dsp:nvSpPr>
      <dsp:spPr>
        <a:xfrm>
          <a:off x="1177733" y="1842642"/>
          <a:ext cx="472484" cy="193839"/>
        </a:xfrm>
        <a:custGeom>
          <a:avLst/>
          <a:gdLst/>
          <a:ahLst/>
          <a:cxnLst/>
          <a:rect l="0" t="0" r="0" b="0"/>
          <a:pathLst>
            <a:path>
              <a:moveTo>
                <a:pt x="0" y="0"/>
              </a:moveTo>
              <a:lnTo>
                <a:pt x="0" y="96919"/>
              </a:lnTo>
              <a:lnTo>
                <a:pt x="472484" y="96919"/>
              </a:lnTo>
              <a:lnTo>
                <a:pt x="472484"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7664BF-D8FF-4D4B-ABBE-A68B843C3E30}">
      <dsp:nvSpPr>
        <dsp:cNvPr id="0" name=""/>
        <dsp:cNvSpPr/>
      </dsp:nvSpPr>
      <dsp:spPr>
        <a:xfrm>
          <a:off x="1286768"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1.1.2</a:t>
          </a:r>
        </a:p>
      </dsp:txBody>
      <dsp:txXfrm>
        <a:off x="1300961" y="2050675"/>
        <a:ext cx="698513" cy="456213"/>
      </dsp:txXfrm>
    </dsp:sp>
    <dsp:sp modelId="{C2AD0EE9-5245-4A16-8814-B573A7E7083F}">
      <dsp:nvSpPr>
        <dsp:cNvPr id="0" name=""/>
        <dsp:cNvSpPr/>
      </dsp:nvSpPr>
      <dsp:spPr>
        <a:xfrm>
          <a:off x="2122703" y="1164203"/>
          <a:ext cx="944969" cy="193839"/>
        </a:xfrm>
        <a:custGeom>
          <a:avLst/>
          <a:gdLst/>
          <a:ahLst/>
          <a:cxnLst/>
          <a:rect l="0" t="0" r="0" b="0"/>
          <a:pathLst>
            <a:path>
              <a:moveTo>
                <a:pt x="0" y="0"/>
              </a:moveTo>
              <a:lnTo>
                <a:pt x="0" y="96919"/>
              </a:lnTo>
              <a:lnTo>
                <a:pt x="944969" y="96919"/>
              </a:lnTo>
              <a:lnTo>
                <a:pt x="944969" y="193839"/>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56920C-B706-4FCA-ACF7-32EB3A7C477F}">
      <dsp:nvSpPr>
        <dsp:cNvPr id="0" name=""/>
        <dsp:cNvSpPr/>
      </dsp:nvSpPr>
      <dsp:spPr>
        <a:xfrm>
          <a:off x="2704222" y="1358042"/>
          <a:ext cx="726899" cy="484599"/>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1.2</a:t>
          </a:r>
        </a:p>
      </dsp:txBody>
      <dsp:txXfrm>
        <a:off x="2718415" y="1372235"/>
        <a:ext cx="698513" cy="456213"/>
      </dsp:txXfrm>
    </dsp:sp>
    <dsp:sp modelId="{C59A946A-0810-4782-99EE-5AA18399E4FD}">
      <dsp:nvSpPr>
        <dsp:cNvPr id="0" name=""/>
        <dsp:cNvSpPr/>
      </dsp:nvSpPr>
      <dsp:spPr>
        <a:xfrm>
          <a:off x="2595187" y="1842642"/>
          <a:ext cx="472484" cy="193839"/>
        </a:xfrm>
        <a:custGeom>
          <a:avLst/>
          <a:gdLst/>
          <a:ahLst/>
          <a:cxnLst/>
          <a:rect l="0" t="0" r="0" b="0"/>
          <a:pathLst>
            <a:path>
              <a:moveTo>
                <a:pt x="472484" y="0"/>
              </a:moveTo>
              <a:lnTo>
                <a:pt x="472484" y="96919"/>
              </a:lnTo>
              <a:lnTo>
                <a:pt x="0" y="96919"/>
              </a:lnTo>
              <a:lnTo>
                <a:pt x="0"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52A07-DBDC-42E4-AAF8-51B99F7D3347}">
      <dsp:nvSpPr>
        <dsp:cNvPr id="0" name=""/>
        <dsp:cNvSpPr/>
      </dsp:nvSpPr>
      <dsp:spPr>
        <a:xfrm>
          <a:off x="2231738"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1.2.1</a:t>
          </a:r>
        </a:p>
      </dsp:txBody>
      <dsp:txXfrm>
        <a:off x="2245931" y="2050675"/>
        <a:ext cx="698513" cy="456213"/>
      </dsp:txXfrm>
    </dsp:sp>
    <dsp:sp modelId="{F7C231F5-C648-49B4-B8B2-D1A83C3550C6}">
      <dsp:nvSpPr>
        <dsp:cNvPr id="0" name=""/>
        <dsp:cNvSpPr/>
      </dsp:nvSpPr>
      <dsp:spPr>
        <a:xfrm>
          <a:off x="3067672" y="1842642"/>
          <a:ext cx="472484" cy="193839"/>
        </a:xfrm>
        <a:custGeom>
          <a:avLst/>
          <a:gdLst/>
          <a:ahLst/>
          <a:cxnLst/>
          <a:rect l="0" t="0" r="0" b="0"/>
          <a:pathLst>
            <a:path>
              <a:moveTo>
                <a:pt x="0" y="0"/>
              </a:moveTo>
              <a:lnTo>
                <a:pt x="0" y="96919"/>
              </a:lnTo>
              <a:lnTo>
                <a:pt x="472484" y="96919"/>
              </a:lnTo>
              <a:lnTo>
                <a:pt x="472484"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6090C3-30D8-4BF5-887C-1B9E57813E6D}">
      <dsp:nvSpPr>
        <dsp:cNvPr id="0" name=""/>
        <dsp:cNvSpPr/>
      </dsp:nvSpPr>
      <dsp:spPr>
        <a:xfrm>
          <a:off x="3176707"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1.2.2</a:t>
          </a:r>
        </a:p>
      </dsp:txBody>
      <dsp:txXfrm>
        <a:off x="3190900" y="2050675"/>
        <a:ext cx="698513" cy="456213"/>
      </dsp:txXfrm>
    </dsp:sp>
    <dsp:sp modelId="{77E45A8D-9CBF-46BE-A011-C9C9EA6D9A95}">
      <dsp:nvSpPr>
        <dsp:cNvPr id="0" name=""/>
        <dsp:cNvSpPr/>
      </dsp:nvSpPr>
      <dsp:spPr>
        <a:xfrm>
          <a:off x="4012642" y="485763"/>
          <a:ext cx="1889938" cy="193839"/>
        </a:xfrm>
        <a:custGeom>
          <a:avLst/>
          <a:gdLst/>
          <a:ahLst/>
          <a:cxnLst/>
          <a:rect l="0" t="0" r="0" b="0"/>
          <a:pathLst>
            <a:path>
              <a:moveTo>
                <a:pt x="0" y="0"/>
              </a:moveTo>
              <a:lnTo>
                <a:pt x="0" y="96919"/>
              </a:lnTo>
              <a:lnTo>
                <a:pt x="1889938" y="96919"/>
              </a:lnTo>
              <a:lnTo>
                <a:pt x="1889938" y="193839"/>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968655-0C96-4C85-B6CF-CB1BC9ED4471}">
      <dsp:nvSpPr>
        <dsp:cNvPr id="0" name=""/>
        <dsp:cNvSpPr/>
      </dsp:nvSpPr>
      <dsp:spPr>
        <a:xfrm>
          <a:off x="5539130" y="679603"/>
          <a:ext cx="726899" cy="484599"/>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a:t>
          </a:r>
        </a:p>
      </dsp:txBody>
      <dsp:txXfrm>
        <a:off x="5553323" y="693796"/>
        <a:ext cx="698513" cy="456213"/>
      </dsp:txXfrm>
    </dsp:sp>
    <dsp:sp modelId="{0977C60E-3BA1-4089-AC06-9A3D6BC5F3B0}">
      <dsp:nvSpPr>
        <dsp:cNvPr id="0" name=""/>
        <dsp:cNvSpPr/>
      </dsp:nvSpPr>
      <dsp:spPr>
        <a:xfrm>
          <a:off x="4957611" y="1164203"/>
          <a:ext cx="944969" cy="193839"/>
        </a:xfrm>
        <a:custGeom>
          <a:avLst/>
          <a:gdLst/>
          <a:ahLst/>
          <a:cxnLst/>
          <a:rect l="0" t="0" r="0" b="0"/>
          <a:pathLst>
            <a:path>
              <a:moveTo>
                <a:pt x="944969" y="0"/>
              </a:moveTo>
              <a:lnTo>
                <a:pt x="944969" y="96919"/>
              </a:lnTo>
              <a:lnTo>
                <a:pt x="0" y="96919"/>
              </a:lnTo>
              <a:lnTo>
                <a:pt x="0" y="193839"/>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F338C-739F-4CF2-B1B4-D4E763C4552B}">
      <dsp:nvSpPr>
        <dsp:cNvPr id="0" name=""/>
        <dsp:cNvSpPr/>
      </dsp:nvSpPr>
      <dsp:spPr>
        <a:xfrm>
          <a:off x="4594161" y="1358042"/>
          <a:ext cx="726899" cy="484599"/>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2.1</a:t>
          </a:r>
        </a:p>
      </dsp:txBody>
      <dsp:txXfrm>
        <a:off x="4608354" y="1372235"/>
        <a:ext cx="698513" cy="456213"/>
      </dsp:txXfrm>
    </dsp:sp>
    <dsp:sp modelId="{F54FDFA7-54DE-4A3D-8E52-E9E2E178A95F}">
      <dsp:nvSpPr>
        <dsp:cNvPr id="0" name=""/>
        <dsp:cNvSpPr/>
      </dsp:nvSpPr>
      <dsp:spPr>
        <a:xfrm>
          <a:off x="4485126" y="1842642"/>
          <a:ext cx="472484" cy="193839"/>
        </a:xfrm>
        <a:custGeom>
          <a:avLst/>
          <a:gdLst/>
          <a:ahLst/>
          <a:cxnLst/>
          <a:rect l="0" t="0" r="0" b="0"/>
          <a:pathLst>
            <a:path>
              <a:moveTo>
                <a:pt x="472484" y="0"/>
              </a:moveTo>
              <a:lnTo>
                <a:pt x="472484" y="96919"/>
              </a:lnTo>
              <a:lnTo>
                <a:pt x="0" y="96919"/>
              </a:lnTo>
              <a:lnTo>
                <a:pt x="0"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F00111-D210-4F20-B26C-09A5D02AD68E}">
      <dsp:nvSpPr>
        <dsp:cNvPr id="0" name=""/>
        <dsp:cNvSpPr/>
      </dsp:nvSpPr>
      <dsp:spPr>
        <a:xfrm>
          <a:off x="4121676"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2.1.1</a:t>
          </a:r>
        </a:p>
      </dsp:txBody>
      <dsp:txXfrm>
        <a:off x="4135869" y="2050675"/>
        <a:ext cx="698513" cy="456213"/>
      </dsp:txXfrm>
    </dsp:sp>
    <dsp:sp modelId="{6ACB09EB-7214-4D1D-869A-C47575E588B6}">
      <dsp:nvSpPr>
        <dsp:cNvPr id="0" name=""/>
        <dsp:cNvSpPr/>
      </dsp:nvSpPr>
      <dsp:spPr>
        <a:xfrm>
          <a:off x="4957611" y="1842642"/>
          <a:ext cx="472484" cy="193839"/>
        </a:xfrm>
        <a:custGeom>
          <a:avLst/>
          <a:gdLst/>
          <a:ahLst/>
          <a:cxnLst/>
          <a:rect l="0" t="0" r="0" b="0"/>
          <a:pathLst>
            <a:path>
              <a:moveTo>
                <a:pt x="0" y="0"/>
              </a:moveTo>
              <a:lnTo>
                <a:pt x="0" y="96919"/>
              </a:lnTo>
              <a:lnTo>
                <a:pt x="472484" y="96919"/>
              </a:lnTo>
              <a:lnTo>
                <a:pt x="472484"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96F506-F1A1-49BB-B9A6-BCF180D33F9F}">
      <dsp:nvSpPr>
        <dsp:cNvPr id="0" name=""/>
        <dsp:cNvSpPr/>
      </dsp:nvSpPr>
      <dsp:spPr>
        <a:xfrm>
          <a:off x="5066646"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2.1.2</a:t>
          </a:r>
        </a:p>
      </dsp:txBody>
      <dsp:txXfrm>
        <a:off x="5080839" y="2050675"/>
        <a:ext cx="698513" cy="456213"/>
      </dsp:txXfrm>
    </dsp:sp>
    <dsp:sp modelId="{B25E3B4F-E139-43AF-8811-A50D1AEB60BA}">
      <dsp:nvSpPr>
        <dsp:cNvPr id="0" name=""/>
        <dsp:cNvSpPr/>
      </dsp:nvSpPr>
      <dsp:spPr>
        <a:xfrm>
          <a:off x="5902580" y="1164203"/>
          <a:ext cx="944969" cy="193839"/>
        </a:xfrm>
        <a:custGeom>
          <a:avLst/>
          <a:gdLst/>
          <a:ahLst/>
          <a:cxnLst/>
          <a:rect l="0" t="0" r="0" b="0"/>
          <a:pathLst>
            <a:path>
              <a:moveTo>
                <a:pt x="0" y="0"/>
              </a:moveTo>
              <a:lnTo>
                <a:pt x="0" y="96919"/>
              </a:lnTo>
              <a:lnTo>
                <a:pt x="944969" y="96919"/>
              </a:lnTo>
              <a:lnTo>
                <a:pt x="944969" y="193839"/>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EC3096-0550-444F-AC95-617192243137}">
      <dsp:nvSpPr>
        <dsp:cNvPr id="0" name=""/>
        <dsp:cNvSpPr/>
      </dsp:nvSpPr>
      <dsp:spPr>
        <a:xfrm>
          <a:off x="6484100" y="1358042"/>
          <a:ext cx="726899" cy="484599"/>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2.2</a:t>
          </a:r>
        </a:p>
      </dsp:txBody>
      <dsp:txXfrm>
        <a:off x="6498293" y="1372235"/>
        <a:ext cx="698513" cy="456213"/>
      </dsp:txXfrm>
    </dsp:sp>
    <dsp:sp modelId="{4E46117C-C2FE-4779-B59D-952A64B25DA2}">
      <dsp:nvSpPr>
        <dsp:cNvPr id="0" name=""/>
        <dsp:cNvSpPr/>
      </dsp:nvSpPr>
      <dsp:spPr>
        <a:xfrm>
          <a:off x="6375065" y="1842642"/>
          <a:ext cx="472484" cy="193839"/>
        </a:xfrm>
        <a:custGeom>
          <a:avLst/>
          <a:gdLst/>
          <a:ahLst/>
          <a:cxnLst/>
          <a:rect l="0" t="0" r="0" b="0"/>
          <a:pathLst>
            <a:path>
              <a:moveTo>
                <a:pt x="472484" y="0"/>
              </a:moveTo>
              <a:lnTo>
                <a:pt x="472484" y="96919"/>
              </a:lnTo>
              <a:lnTo>
                <a:pt x="0" y="96919"/>
              </a:lnTo>
              <a:lnTo>
                <a:pt x="0"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0B5978-1698-4881-8208-8E70EF6EDE61}">
      <dsp:nvSpPr>
        <dsp:cNvPr id="0" name=""/>
        <dsp:cNvSpPr/>
      </dsp:nvSpPr>
      <dsp:spPr>
        <a:xfrm>
          <a:off x="6011615"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2.2.1</a:t>
          </a:r>
        </a:p>
      </dsp:txBody>
      <dsp:txXfrm>
        <a:off x="6025808" y="2050675"/>
        <a:ext cx="698513" cy="456213"/>
      </dsp:txXfrm>
    </dsp:sp>
    <dsp:sp modelId="{F8222C10-B008-44C3-A546-3F53372E40E2}">
      <dsp:nvSpPr>
        <dsp:cNvPr id="0" name=""/>
        <dsp:cNvSpPr/>
      </dsp:nvSpPr>
      <dsp:spPr>
        <a:xfrm>
          <a:off x="6847550" y="1842642"/>
          <a:ext cx="472484" cy="193839"/>
        </a:xfrm>
        <a:custGeom>
          <a:avLst/>
          <a:gdLst/>
          <a:ahLst/>
          <a:cxnLst/>
          <a:rect l="0" t="0" r="0" b="0"/>
          <a:pathLst>
            <a:path>
              <a:moveTo>
                <a:pt x="0" y="0"/>
              </a:moveTo>
              <a:lnTo>
                <a:pt x="0" y="96919"/>
              </a:lnTo>
              <a:lnTo>
                <a:pt x="472484" y="96919"/>
              </a:lnTo>
              <a:lnTo>
                <a:pt x="472484" y="193839"/>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5D2A7C-98DF-4EE5-8795-269667A49AD1}">
      <dsp:nvSpPr>
        <dsp:cNvPr id="0" name=""/>
        <dsp:cNvSpPr/>
      </dsp:nvSpPr>
      <dsp:spPr>
        <a:xfrm>
          <a:off x="6956584" y="2036482"/>
          <a:ext cx="726899" cy="484599"/>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2.2.2</a:t>
          </a:r>
        </a:p>
      </dsp:txBody>
      <dsp:txXfrm>
        <a:off x="6970777" y="2050675"/>
        <a:ext cx="698513" cy="4562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162A-D218-45BB-BF46-EB893897CD16}">
      <dsp:nvSpPr>
        <dsp:cNvPr id="0" name=""/>
        <dsp:cNvSpPr/>
      </dsp:nvSpPr>
      <dsp:spPr>
        <a:xfrm>
          <a:off x="2597831" y="165"/>
          <a:ext cx="1800003" cy="461367"/>
        </a:xfrm>
        <a:prstGeom prst="roundRect">
          <a:avLst>
            <a:gd name="adj" fmla="val 10000"/>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Complete</a:t>
          </a:r>
        </a:p>
      </dsp:txBody>
      <dsp:txXfrm>
        <a:off x="2611344" y="13678"/>
        <a:ext cx="1772977" cy="434341"/>
      </dsp:txXfrm>
    </dsp:sp>
    <dsp:sp modelId="{F0B291BF-FE4A-42AC-8A6C-7706B04780EB}">
      <dsp:nvSpPr>
        <dsp:cNvPr id="0" name=""/>
        <dsp:cNvSpPr/>
      </dsp:nvSpPr>
      <dsp:spPr>
        <a:xfrm>
          <a:off x="2148333" y="461532"/>
          <a:ext cx="1349499" cy="184546"/>
        </a:xfrm>
        <a:custGeom>
          <a:avLst/>
          <a:gdLst/>
          <a:ahLst/>
          <a:cxnLst/>
          <a:rect l="0" t="0" r="0" b="0"/>
          <a:pathLst>
            <a:path>
              <a:moveTo>
                <a:pt x="1349499" y="0"/>
              </a:moveTo>
              <a:lnTo>
                <a:pt x="1349499" y="92273"/>
              </a:lnTo>
              <a:lnTo>
                <a:pt x="0" y="92273"/>
              </a:lnTo>
              <a:lnTo>
                <a:pt x="0" y="184546"/>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693EE9-2695-4745-BD2D-BD227DBD3A42}">
      <dsp:nvSpPr>
        <dsp:cNvPr id="0" name=""/>
        <dsp:cNvSpPr/>
      </dsp:nvSpPr>
      <dsp:spPr>
        <a:xfrm>
          <a:off x="1802308" y="646079"/>
          <a:ext cx="692050" cy="461367"/>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a:t>
          </a:r>
        </a:p>
      </dsp:txBody>
      <dsp:txXfrm>
        <a:off x="1815821" y="659592"/>
        <a:ext cx="665024" cy="434341"/>
      </dsp:txXfrm>
    </dsp:sp>
    <dsp:sp modelId="{60D17914-377C-4664-AF80-F2B03863439B}">
      <dsp:nvSpPr>
        <dsp:cNvPr id="0" name=""/>
        <dsp:cNvSpPr/>
      </dsp:nvSpPr>
      <dsp:spPr>
        <a:xfrm>
          <a:off x="1248667" y="1107446"/>
          <a:ext cx="899666" cy="184546"/>
        </a:xfrm>
        <a:custGeom>
          <a:avLst/>
          <a:gdLst/>
          <a:ahLst/>
          <a:cxnLst/>
          <a:rect l="0" t="0" r="0" b="0"/>
          <a:pathLst>
            <a:path>
              <a:moveTo>
                <a:pt x="899666" y="0"/>
              </a:moveTo>
              <a:lnTo>
                <a:pt x="899666" y="92273"/>
              </a:lnTo>
              <a:lnTo>
                <a:pt x="0" y="92273"/>
              </a:lnTo>
              <a:lnTo>
                <a:pt x="0" y="184546"/>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512629-9091-4289-A0CC-6C084ABB8213}">
      <dsp:nvSpPr>
        <dsp:cNvPr id="0" name=""/>
        <dsp:cNvSpPr/>
      </dsp:nvSpPr>
      <dsp:spPr>
        <a:xfrm>
          <a:off x="902642" y="1291993"/>
          <a:ext cx="692050" cy="461367"/>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1.1</a:t>
          </a:r>
        </a:p>
      </dsp:txBody>
      <dsp:txXfrm>
        <a:off x="916155" y="1305506"/>
        <a:ext cx="665024" cy="434341"/>
      </dsp:txXfrm>
    </dsp:sp>
    <dsp:sp modelId="{CACCA18F-8929-4CC3-BEF8-E8903F21B110}">
      <dsp:nvSpPr>
        <dsp:cNvPr id="0" name=""/>
        <dsp:cNvSpPr/>
      </dsp:nvSpPr>
      <dsp:spPr>
        <a:xfrm>
          <a:off x="798834" y="1753360"/>
          <a:ext cx="449833" cy="184546"/>
        </a:xfrm>
        <a:custGeom>
          <a:avLst/>
          <a:gdLst/>
          <a:ahLst/>
          <a:cxnLst/>
          <a:rect l="0" t="0" r="0" b="0"/>
          <a:pathLst>
            <a:path>
              <a:moveTo>
                <a:pt x="449833" y="0"/>
              </a:moveTo>
              <a:lnTo>
                <a:pt x="449833" y="92273"/>
              </a:lnTo>
              <a:lnTo>
                <a:pt x="0" y="92273"/>
              </a:lnTo>
              <a:lnTo>
                <a:pt x="0" y="184546"/>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191D8F-93D5-41DF-9FB9-BFFA16604363}">
      <dsp:nvSpPr>
        <dsp:cNvPr id="0" name=""/>
        <dsp:cNvSpPr/>
      </dsp:nvSpPr>
      <dsp:spPr>
        <a:xfrm>
          <a:off x="452809" y="1937907"/>
          <a:ext cx="692050" cy="461367"/>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1.1.1</a:t>
          </a:r>
        </a:p>
      </dsp:txBody>
      <dsp:txXfrm>
        <a:off x="466322" y="1951420"/>
        <a:ext cx="665024" cy="434341"/>
      </dsp:txXfrm>
    </dsp:sp>
    <dsp:sp modelId="{27857633-8797-49F9-B30C-865041B34AFC}">
      <dsp:nvSpPr>
        <dsp:cNvPr id="0" name=""/>
        <dsp:cNvSpPr/>
      </dsp:nvSpPr>
      <dsp:spPr>
        <a:xfrm>
          <a:off x="1248667" y="1753360"/>
          <a:ext cx="449833" cy="184546"/>
        </a:xfrm>
        <a:custGeom>
          <a:avLst/>
          <a:gdLst/>
          <a:ahLst/>
          <a:cxnLst/>
          <a:rect l="0" t="0" r="0" b="0"/>
          <a:pathLst>
            <a:path>
              <a:moveTo>
                <a:pt x="0" y="0"/>
              </a:moveTo>
              <a:lnTo>
                <a:pt x="0" y="92273"/>
              </a:lnTo>
              <a:lnTo>
                <a:pt x="449833" y="92273"/>
              </a:lnTo>
              <a:lnTo>
                <a:pt x="449833" y="184546"/>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7664BF-D8FF-4D4B-ABBE-A68B843C3E30}">
      <dsp:nvSpPr>
        <dsp:cNvPr id="0" name=""/>
        <dsp:cNvSpPr/>
      </dsp:nvSpPr>
      <dsp:spPr>
        <a:xfrm>
          <a:off x="1352475" y="1937907"/>
          <a:ext cx="692050" cy="461367"/>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1.1.2</a:t>
          </a:r>
        </a:p>
      </dsp:txBody>
      <dsp:txXfrm>
        <a:off x="1365988" y="1951420"/>
        <a:ext cx="665024" cy="434341"/>
      </dsp:txXfrm>
    </dsp:sp>
    <dsp:sp modelId="{C2AD0EE9-5245-4A16-8814-B573A7E7083F}">
      <dsp:nvSpPr>
        <dsp:cNvPr id="0" name=""/>
        <dsp:cNvSpPr/>
      </dsp:nvSpPr>
      <dsp:spPr>
        <a:xfrm>
          <a:off x="2148333" y="1107446"/>
          <a:ext cx="899666" cy="184546"/>
        </a:xfrm>
        <a:custGeom>
          <a:avLst/>
          <a:gdLst/>
          <a:ahLst/>
          <a:cxnLst/>
          <a:rect l="0" t="0" r="0" b="0"/>
          <a:pathLst>
            <a:path>
              <a:moveTo>
                <a:pt x="0" y="0"/>
              </a:moveTo>
              <a:lnTo>
                <a:pt x="0" y="92273"/>
              </a:lnTo>
              <a:lnTo>
                <a:pt x="899666" y="92273"/>
              </a:lnTo>
              <a:lnTo>
                <a:pt x="899666" y="184546"/>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56920C-B706-4FCA-ACF7-32EB3A7C477F}">
      <dsp:nvSpPr>
        <dsp:cNvPr id="0" name=""/>
        <dsp:cNvSpPr/>
      </dsp:nvSpPr>
      <dsp:spPr>
        <a:xfrm>
          <a:off x="2701974" y="1291993"/>
          <a:ext cx="692050" cy="461367"/>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1.2</a:t>
          </a:r>
        </a:p>
      </dsp:txBody>
      <dsp:txXfrm>
        <a:off x="2715487" y="1305506"/>
        <a:ext cx="665024" cy="434341"/>
      </dsp:txXfrm>
    </dsp:sp>
    <dsp:sp modelId="{C59A946A-0810-4782-99EE-5AA18399E4FD}">
      <dsp:nvSpPr>
        <dsp:cNvPr id="0" name=""/>
        <dsp:cNvSpPr/>
      </dsp:nvSpPr>
      <dsp:spPr>
        <a:xfrm>
          <a:off x="2598166" y="1753360"/>
          <a:ext cx="449833" cy="184546"/>
        </a:xfrm>
        <a:custGeom>
          <a:avLst/>
          <a:gdLst/>
          <a:ahLst/>
          <a:cxnLst/>
          <a:rect l="0" t="0" r="0" b="0"/>
          <a:pathLst>
            <a:path>
              <a:moveTo>
                <a:pt x="449833" y="0"/>
              </a:moveTo>
              <a:lnTo>
                <a:pt x="449833" y="92273"/>
              </a:lnTo>
              <a:lnTo>
                <a:pt x="0" y="92273"/>
              </a:lnTo>
              <a:lnTo>
                <a:pt x="0" y="184546"/>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52A07-DBDC-42E4-AAF8-51B99F7D3347}">
      <dsp:nvSpPr>
        <dsp:cNvPr id="0" name=""/>
        <dsp:cNvSpPr/>
      </dsp:nvSpPr>
      <dsp:spPr>
        <a:xfrm>
          <a:off x="2252141" y="1937907"/>
          <a:ext cx="692050" cy="461367"/>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1.2.1</a:t>
          </a:r>
        </a:p>
      </dsp:txBody>
      <dsp:txXfrm>
        <a:off x="2265654" y="1951420"/>
        <a:ext cx="665024" cy="434341"/>
      </dsp:txXfrm>
    </dsp:sp>
    <dsp:sp modelId="{F7C231F5-C648-49B4-B8B2-D1A83C3550C6}">
      <dsp:nvSpPr>
        <dsp:cNvPr id="0" name=""/>
        <dsp:cNvSpPr/>
      </dsp:nvSpPr>
      <dsp:spPr>
        <a:xfrm>
          <a:off x="3048000" y="1753360"/>
          <a:ext cx="449833" cy="184546"/>
        </a:xfrm>
        <a:custGeom>
          <a:avLst/>
          <a:gdLst/>
          <a:ahLst/>
          <a:cxnLst/>
          <a:rect l="0" t="0" r="0" b="0"/>
          <a:pathLst>
            <a:path>
              <a:moveTo>
                <a:pt x="0" y="0"/>
              </a:moveTo>
              <a:lnTo>
                <a:pt x="0" y="92273"/>
              </a:lnTo>
              <a:lnTo>
                <a:pt x="449833" y="92273"/>
              </a:lnTo>
              <a:lnTo>
                <a:pt x="449833" y="184546"/>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6090C3-30D8-4BF5-887C-1B9E57813E6D}">
      <dsp:nvSpPr>
        <dsp:cNvPr id="0" name=""/>
        <dsp:cNvSpPr/>
      </dsp:nvSpPr>
      <dsp:spPr>
        <a:xfrm>
          <a:off x="3151807" y="1937907"/>
          <a:ext cx="692050" cy="461367"/>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1.2.2</a:t>
          </a:r>
        </a:p>
      </dsp:txBody>
      <dsp:txXfrm>
        <a:off x="3165320" y="1951420"/>
        <a:ext cx="665024" cy="434341"/>
      </dsp:txXfrm>
    </dsp:sp>
    <dsp:sp modelId="{77E45A8D-9CBF-46BE-A011-C9C9EA6D9A95}">
      <dsp:nvSpPr>
        <dsp:cNvPr id="0" name=""/>
        <dsp:cNvSpPr/>
      </dsp:nvSpPr>
      <dsp:spPr>
        <a:xfrm>
          <a:off x="3497833" y="461532"/>
          <a:ext cx="1349499" cy="184546"/>
        </a:xfrm>
        <a:custGeom>
          <a:avLst/>
          <a:gdLst/>
          <a:ahLst/>
          <a:cxnLst/>
          <a:rect l="0" t="0" r="0" b="0"/>
          <a:pathLst>
            <a:path>
              <a:moveTo>
                <a:pt x="0" y="0"/>
              </a:moveTo>
              <a:lnTo>
                <a:pt x="0" y="92273"/>
              </a:lnTo>
              <a:lnTo>
                <a:pt x="1349499" y="92273"/>
              </a:lnTo>
              <a:lnTo>
                <a:pt x="1349499" y="184546"/>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968655-0C96-4C85-B6CF-CB1BC9ED4471}">
      <dsp:nvSpPr>
        <dsp:cNvPr id="0" name=""/>
        <dsp:cNvSpPr/>
      </dsp:nvSpPr>
      <dsp:spPr>
        <a:xfrm>
          <a:off x="4501306" y="646079"/>
          <a:ext cx="692050" cy="461367"/>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a:t>
          </a:r>
        </a:p>
      </dsp:txBody>
      <dsp:txXfrm>
        <a:off x="4514819" y="659592"/>
        <a:ext cx="665024" cy="434341"/>
      </dsp:txXfrm>
    </dsp:sp>
    <dsp:sp modelId="{0977C60E-3BA1-4089-AC06-9A3D6BC5F3B0}">
      <dsp:nvSpPr>
        <dsp:cNvPr id="0" name=""/>
        <dsp:cNvSpPr/>
      </dsp:nvSpPr>
      <dsp:spPr>
        <a:xfrm>
          <a:off x="4397499" y="1107446"/>
          <a:ext cx="449833" cy="184546"/>
        </a:xfrm>
        <a:custGeom>
          <a:avLst/>
          <a:gdLst/>
          <a:ahLst/>
          <a:cxnLst/>
          <a:rect l="0" t="0" r="0" b="0"/>
          <a:pathLst>
            <a:path>
              <a:moveTo>
                <a:pt x="449833" y="0"/>
              </a:moveTo>
              <a:lnTo>
                <a:pt x="449833" y="92273"/>
              </a:lnTo>
              <a:lnTo>
                <a:pt x="0" y="92273"/>
              </a:lnTo>
              <a:lnTo>
                <a:pt x="0" y="184546"/>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F338C-739F-4CF2-B1B4-D4E763C4552B}">
      <dsp:nvSpPr>
        <dsp:cNvPr id="0" name=""/>
        <dsp:cNvSpPr/>
      </dsp:nvSpPr>
      <dsp:spPr>
        <a:xfrm>
          <a:off x="4051473" y="1291993"/>
          <a:ext cx="692050" cy="461367"/>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2.1</a:t>
          </a:r>
        </a:p>
      </dsp:txBody>
      <dsp:txXfrm>
        <a:off x="4064986" y="1305506"/>
        <a:ext cx="665024" cy="434341"/>
      </dsp:txXfrm>
    </dsp:sp>
    <dsp:sp modelId="{F54FDFA7-54DE-4A3D-8E52-E9E2E178A95F}">
      <dsp:nvSpPr>
        <dsp:cNvPr id="0" name=""/>
        <dsp:cNvSpPr/>
      </dsp:nvSpPr>
      <dsp:spPr>
        <a:xfrm>
          <a:off x="4351779" y="1753360"/>
          <a:ext cx="91440" cy="184546"/>
        </a:xfrm>
        <a:custGeom>
          <a:avLst/>
          <a:gdLst/>
          <a:ahLst/>
          <a:cxnLst/>
          <a:rect l="0" t="0" r="0" b="0"/>
          <a:pathLst>
            <a:path>
              <a:moveTo>
                <a:pt x="45720" y="0"/>
              </a:moveTo>
              <a:lnTo>
                <a:pt x="45720" y="184546"/>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F00111-D210-4F20-B26C-09A5D02AD68E}">
      <dsp:nvSpPr>
        <dsp:cNvPr id="0" name=""/>
        <dsp:cNvSpPr/>
      </dsp:nvSpPr>
      <dsp:spPr>
        <a:xfrm>
          <a:off x="4051473" y="1937907"/>
          <a:ext cx="692050" cy="461367"/>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2.1.1</a:t>
          </a:r>
        </a:p>
      </dsp:txBody>
      <dsp:txXfrm>
        <a:off x="4064986" y="1951420"/>
        <a:ext cx="665024" cy="434341"/>
      </dsp:txXfrm>
    </dsp:sp>
    <dsp:sp modelId="{B25E3B4F-E139-43AF-8811-A50D1AEB60BA}">
      <dsp:nvSpPr>
        <dsp:cNvPr id="0" name=""/>
        <dsp:cNvSpPr/>
      </dsp:nvSpPr>
      <dsp:spPr>
        <a:xfrm>
          <a:off x="4847332" y="1107446"/>
          <a:ext cx="449833" cy="184546"/>
        </a:xfrm>
        <a:custGeom>
          <a:avLst/>
          <a:gdLst/>
          <a:ahLst/>
          <a:cxnLst/>
          <a:rect l="0" t="0" r="0" b="0"/>
          <a:pathLst>
            <a:path>
              <a:moveTo>
                <a:pt x="0" y="0"/>
              </a:moveTo>
              <a:lnTo>
                <a:pt x="0" y="92273"/>
              </a:lnTo>
              <a:lnTo>
                <a:pt x="449833" y="92273"/>
              </a:lnTo>
              <a:lnTo>
                <a:pt x="449833" y="184546"/>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EC3096-0550-444F-AC95-617192243137}">
      <dsp:nvSpPr>
        <dsp:cNvPr id="0" name=""/>
        <dsp:cNvSpPr/>
      </dsp:nvSpPr>
      <dsp:spPr>
        <a:xfrm>
          <a:off x="4951139" y="1291993"/>
          <a:ext cx="692050" cy="461367"/>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2.2</a:t>
          </a:r>
        </a:p>
      </dsp:txBody>
      <dsp:txXfrm>
        <a:off x="4964652" y="1305506"/>
        <a:ext cx="665024" cy="43434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162A-D218-45BB-BF46-EB893897CD16}">
      <dsp:nvSpPr>
        <dsp:cNvPr id="0" name=""/>
        <dsp:cNvSpPr/>
      </dsp:nvSpPr>
      <dsp:spPr>
        <a:xfrm>
          <a:off x="1815426" y="149"/>
          <a:ext cx="1800003" cy="456163"/>
        </a:xfrm>
        <a:prstGeom prst="roundRect">
          <a:avLst>
            <a:gd name="adj" fmla="val 10000"/>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Full</a:t>
          </a:r>
        </a:p>
      </dsp:txBody>
      <dsp:txXfrm>
        <a:off x="1828787" y="13510"/>
        <a:ext cx="1773281" cy="429441"/>
      </dsp:txXfrm>
    </dsp:sp>
    <dsp:sp modelId="{F0B291BF-FE4A-42AC-8A6C-7706B04780EB}">
      <dsp:nvSpPr>
        <dsp:cNvPr id="0" name=""/>
        <dsp:cNvSpPr/>
      </dsp:nvSpPr>
      <dsp:spPr>
        <a:xfrm>
          <a:off x="1381149" y="456312"/>
          <a:ext cx="1334278" cy="182465"/>
        </a:xfrm>
        <a:custGeom>
          <a:avLst/>
          <a:gdLst/>
          <a:ahLst/>
          <a:cxnLst/>
          <a:rect l="0" t="0" r="0" b="0"/>
          <a:pathLst>
            <a:path>
              <a:moveTo>
                <a:pt x="1334278" y="0"/>
              </a:moveTo>
              <a:lnTo>
                <a:pt x="1334278" y="91232"/>
              </a:lnTo>
              <a:lnTo>
                <a:pt x="0" y="91232"/>
              </a:lnTo>
              <a:lnTo>
                <a:pt x="0" y="182465"/>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693EE9-2695-4745-BD2D-BD227DBD3A42}">
      <dsp:nvSpPr>
        <dsp:cNvPr id="0" name=""/>
        <dsp:cNvSpPr/>
      </dsp:nvSpPr>
      <dsp:spPr>
        <a:xfrm>
          <a:off x="1039027" y="638778"/>
          <a:ext cx="684245" cy="45616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a:t>
          </a:r>
        </a:p>
      </dsp:txBody>
      <dsp:txXfrm>
        <a:off x="1052388" y="652139"/>
        <a:ext cx="657523" cy="429441"/>
      </dsp:txXfrm>
    </dsp:sp>
    <dsp:sp modelId="{60D17914-377C-4664-AF80-F2B03863439B}">
      <dsp:nvSpPr>
        <dsp:cNvPr id="0" name=""/>
        <dsp:cNvSpPr/>
      </dsp:nvSpPr>
      <dsp:spPr>
        <a:xfrm>
          <a:off x="936390" y="1094941"/>
          <a:ext cx="444759" cy="182465"/>
        </a:xfrm>
        <a:custGeom>
          <a:avLst/>
          <a:gdLst/>
          <a:ahLst/>
          <a:cxnLst/>
          <a:rect l="0" t="0" r="0" b="0"/>
          <a:pathLst>
            <a:path>
              <a:moveTo>
                <a:pt x="444759" y="0"/>
              </a:moveTo>
              <a:lnTo>
                <a:pt x="444759" y="91232"/>
              </a:lnTo>
              <a:lnTo>
                <a:pt x="0" y="91232"/>
              </a:lnTo>
              <a:lnTo>
                <a:pt x="0" y="182465"/>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512629-9091-4289-A0CC-6C084ABB8213}">
      <dsp:nvSpPr>
        <dsp:cNvPr id="0" name=""/>
        <dsp:cNvSpPr/>
      </dsp:nvSpPr>
      <dsp:spPr>
        <a:xfrm>
          <a:off x="594267" y="1277407"/>
          <a:ext cx="684245" cy="45616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1.1</a:t>
          </a:r>
        </a:p>
      </dsp:txBody>
      <dsp:txXfrm>
        <a:off x="607628" y="1290768"/>
        <a:ext cx="657523" cy="429441"/>
      </dsp:txXfrm>
    </dsp:sp>
    <dsp:sp modelId="{CACCA18F-8929-4CC3-BEF8-E8903F21B110}">
      <dsp:nvSpPr>
        <dsp:cNvPr id="0" name=""/>
        <dsp:cNvSpPr/>
      </dsp:nvSpPr>
      <dsp:spPr>
        <a:xfrm>
          <a:off x="491630" y="1733570"/>
          <a:ext cx="444759" cy="182465"/>
        </a:xfrm>
        <a:custGeom>
          <a:avLst/>
          <a:gdLst/>
          <a:ahLst/>
          <a:cxnLst/>
          <a:rect l="0" t="0" r="0" b="0"/>
          <a:pathLst>
            <a:path>
              <a:moveTo>
                <a:pt x="444759" y="0"/>
              </a:moveTo>
              <a:lnTo>
                <a:pt x="444759" y="91232"/>
              </a:lnTo>
              <a:lnTo>
                <a:pt x="0" y="91232"/>
              </a:lnTo>
              <a:lnTo>
                <a:pt x="0"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191D8F-93D5-41DF-9FB9-BFFA16604363}">
      <dsp:nvSpPr>
        <dsp:cNvPr id="0" name=""/>
        <dsp:cNvSpPr/>
      </dsp:nvSpPr>
      <dsp:spPr>
        <a:xfrm>
          <a:off x="149508"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1.1.1</a:t>
          </a:r>
        </a:p>
      </dsp:txBody>
      <dsp:txXfrm>
        <a:off x="162869" y="1929397"/>
        <a:ext cx="657523" cy="429441"/>
      </dsp:txXfrm>
    </dsp:sp>
    <dsp:sp modelId="{27857633-8797-49F9-B30C-865041B34AFC}">
      <dsp:nvSpPr>
        <dsp:cNvPr id="0" name=""/>
        <dsp:cNvSpPr/>
      </dsp:nvSpPr>
      <dsp:spPr>
        <a:xfrm>
          <a:off x="936390" y="1733570"/>
          <a:ext cx="444759" cy="182465"/>
        </a:xfrm>
        <a:custGeom>
          <a:avLst/>
          <a:gdLst/>
          <a:ahLst/>
          <a:cxnLst/>
          <a:rect l="0" t="0" r="0" b="0"/>
          <a:pathLst>
            <a:path>
              <a:moveTo>
                <a:pt x="0" y="0"/>
              </a:moveTo>
              <a:lnTo>
                <a:pt x="0" y="91232"/>
              </a:lnTo>
              <a:lnTo>
                <a:pt x="444759" y="91232"/>
              </a:lnTo>
              <a:lnTo>
                <a:pt x="444759"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7664BF-D8FF-4D4B-ABBE-A68B843C3E30}">
      <dsp:nvSpPr>
        <dsp:cNvPr id="0" name=""/>
        <dsp:cNvSpPr/>
      </dsp:nvSpPr>
      <dsp:spPr>
        <a:xfrm>
          <a:off x="1039027"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1.1.2</a:t>
          </a:r>
        </a:p>
      </dsp:txBody>
      <dsp:txXfrm>
        <a:off x="1052388" y="1929397"/>
        <a:ext cx="657523" cy="429441"/>
      </dsp:txXfrm>
    </dsp:sp>
    <dsp:sp modelId="{C2AD0EE9-5245-4A16-8814-B573A7E7083F}">
      <dsp:nvSpPr>
        <dsp:cNvPr id="0" name=""/>
        <dsp:cNvSpPr/>
      </dsp:nvSpPr>
      <dsp:spPr>
        <a:xfrm>
          <a:off x="1381149" y="1094941"/>
          <a:ext cx="444759" cy="182465"/>
        </a:xfrm>
        <a:custGeom>
          <a:avLst/>
          <a:gdLst/>
          <a:ahLst/>
          <a:cxnLst/>
          <a:rect l="0" t="0" r="0" b="0"/>
          <a:pathLst>
            <a:path>
              <a:moveTo>
                <a:pt x="0" y="0"/>
              </a:moveTo>
              <a:lnTo>
                <a:pt x="0" y="91232"/>
              </a:lnTo>
              <a:lnTo>
                <a:pt x="444759" y="91232"/>
              </a:lnTo>
              <a:lnTo>
                <a:pt x="444759" y="182465"/>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56920C-B706-4FCA-ACF7-32EB3A7C477F}">
      <dsp:nvSpPr>
        <dsp:cNvPr id="0" name=""/>
        <dsp:cNvSpPr/>
      </dsp:nvSpPr>
      <dsp:spPr>
        <a:xfrm>
          <a:off x="1483786" y="1277407"/>
          <a:ext cx="684245" cy="45616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1.2</a:t>
          </a:r>
        </a:p>
      </dsp:txBody>
      <dsp:txXfrm>
        <a:off x="1497147" y="1290768"/>
        <a:ext cx="657523" cy="429441"/>
      </dsp:txXfrm>
    </dsp:sp>
    <dsp:sp modelId="{77E45A8D-9CBF-46BE-A011-C9C9EA6D9A95}">
      <dsp:nvSpPr>
        <dsp:cNvPr id="0" name=""/>
        <dsp:cNvSpPr/>
      </dsp:nvSpPr>
      <dsp:spPr>
        <a:xfrm>
          <a:off x="2715428" y="456312"/>
          <a:ext cx="1334278" cy="182465"/>
        </a:xfrm>
        <a:custGeom>
          <a:avLst/>
          <a:gdLst/>
          <a:ahLst/>
          <a:cxnLst/>
          <a:rect l="0" t="0" r="0" b="0"/>
          <a:pathLst>
            <a:path>
              <a:moveTo>
                <a:pt x="0" y="0"/>
              </a:moveTo>
              <a:lnTo>
                <a:pt x="0" y="91232"/>
              </a:lnTo>
              <a:lnTo>
                <a:pt x="1334278" y="91232"/>
              </a:lnTo>
              <a:lnTo>
                <a:pt x="1334278" y="182465"/>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968655-0C96-4C85-B6CF-CB1BC9ED4471}">
      <dsp:nvSpPr>
        <dsp:cNvPr id="0" name=""/>
        <dsp:cNvSpPr/>
      </dsp:nvSpPr>
      <dsp:spPr>
        <a:xfrm>
          <a:off x="3707583" y="638778"/>
          <a:ext cx="684245" cy="45616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a:t>
          </a:r>
        </a:p>
      </dsp:txBody>
      <dsp:txXfrm>
        <a:off x="3720944" y="652139"/>
        <a:ext cx="657523" cy="429441"/>
      </dsp:txXfrm>
    </dsp:sp>
    <dsp:sp modelId="{0977C60E-3BA1-4089-AC06-9A3D6BC5F3B0}">
      <dsp:nvSpPr>
        <dsp:cNvPr id="0" name=""/>
        <dsp:cNvSpPr/>
      </dsp:nvSpPr>
      <dsp:spPr>
        <a:xfrm>
          <a:off x="3160187" y="1094941"/>
          <a:ext cx="889518" cy="182465"/>
        </a:xfrm>
        <a:custGeom>
          <a:avLst/>
          <a:gdLst/>
          <a:ahLst/>
          <a:cxnLst/>
          <a:rect l="0" t="0" r="0" b="0"/>
          <a:pathLst>
            <a:path>
              <a:moveTo>
                <a:pt x="889518" y="0"/>
              </a:moveTo>
              <a:lnTo>
                <a:pt x="889518" y="91232"/>
              </a:lnTo>
              <a:lnTo>
                <a:pt x="0" y="91232"/>
              </a:lnTo>
              <a:lnTo>
                <a:pt x="0" y="182465"/>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F338C-739F-4CF2-B1B4-D4E763C4552B}">
      <dsp:nvSpPr>
        <dsp:cNvPr id="0" name=""/>
        <dsp:cNvSpPr/>
      </dsp:nvSpPr>
      <dsp:spPr>
        <a:xfrm>
          <a:off x="2818065" y="1277407"/>
          <a:ext cx="684245" cy="45616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2.1</a:t>
          </a:r>
        </a:p>
      </dsp:txBody>
      <dsp:txXfrm>
        <a:off x="2831426" y="1290768"/>
        <a:ext cx="657523" cy="429441"/>
      </dsp:txXfrm>
    </dsp:sp>
    <dsp:sp modelId="{F54FDFA7-54DE-4A3D-8E52-E9E2E178A95F}">
      <dsp:nvSpPr>
        <dsp:cNvPr id="0" name=""/>
        <dsp:cNvSpPr/>
      </dsp:nvSpPr>
      <dsp:spPr>
        <a:xfrm>
          <a:off x="2715428" y="1733570"/>
          <a:ext cx="444759" cy="182465"/>
        </a:xfrm>
        <a:custGeom>
          <a:avLst/>
          <a:gdLst/>
          <a:ahLst/>
          <a:cxnLst/>
          <a:rect l="0" t="0" r="0" b="0"/>
          <a:pathLst>
            <a:path>
              <a:moveTo>
                <a:pt x="444759" y="0"/>
              </a:moveTo>
              <a:lnTo>
                <a:pt x="444759" y="91232"/>
              </a:lnTo>
              <a:lnTo>
                <a:pt x="0" y="91232"/>
              </a:lnTo>
              <a:lnTo>
                <a:pt x="0"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F00111-D210-4F20-B26C-09A5D02AD68E}">
      <dsp:nvSpPr>
        <dsp:cNvPr id="0" name=""/>
        <dsp:cNvSpPr/>
      </dsp:nvSpPr>
      <dsp:spPr>
        <a:xfrm>
          <a:off x="2373305"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2.1.1</a:t>
          </a:r>
        </a:p>
      </dsp:txBody>
      <dsp:txXfrm>
        <a:off x="2386666" y="1929397"/>
        <a:ext cx="657523" cy="429441"/>
      </dsp:txXfrm>
    </dsp:sp>
    <dsp:sp modelId="{6ACB09EB-7214-4D1D-869A-C47575E588B6}">
      <dsp:nvSpPr>
        <dsp:cNvPr id="0" name=""/>
        <dsp:cNvSpPr/>
      </dsp:nvSpPr>
      <dsp:spPr>
        <a:xfrm>
          <a:off x="3160187" y="1733570"/>
          <a:ext cx="444759" cy="182465"/>
        </a:xfrm>
        <a:custGeom>
          <a:avLst/>
          <a:gdLst/>
          <a:ahLst/>
          <a:cxnLst/>
          <a:rect l="0" t="0" r="0" b="0"/>
          <a:pathLst>
            <a:path>
              <a:moveTo>
                <a:pt x="0" y="0"/>
              </a:moveTo>
              <a:lnTo>
                <a:pt x="0" y="91232"/>
              </a:lnTo>
              <a:lnTo>
                <a:pt x="444759" y="91232"/>
              </a:lnTo>
              <a:lnTo>
                <a:pt x="444759"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96F506-F1A1-49BB-B9A6-BCF180D33F9F}">
      <dsp:nvSpPr>
        <dsp:cNvPr id="0" name=""/>
        <dsp:cNvSpPr/>
      </dsp:nvSpPr>
      <dsp:spPr>
        <a:xfrm>
          <a:off x="3262824"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2.1.2</a:t>
          </a:r>
        </a:p>
      </dsp:txBody>
      <dsp:txXfrm>
        <a:off x="3276185" y="1929397"/>
        <a:ext cx="657523" cy="429441"/>
      </dsp:txXfrm>
    </dsp:sp>
    <dsp:sp modelId="{B25E3B4F-E139-43AF-8811-A50D1AEB60BA}">
      <dsp:nvSpPr>
        <dsp:cNvPr id="0" name=""/>
        <dsp:cNvSpPr/>
      </dsp:nvSpPr>
      <dsp:spPr>
        <a:xfrm>
          <a:off x="4049706" y="1094941"/>
          <a:ext cx="889518" cy="182465"/>
        </a:xfrm>
        <a:custGeom>
          <a:avLst/>
          <a:gdLst/>
          <a:ahLst/>
          <a:cxnLst/>
          <a:rect l="0" t="0" r="0" b="0"/>
          <a:pathLst>
            <a:path>
              <a:moveTo>
                <a:pt x="0" y="0"/>
              </a:moveTo>
              <a:lnTo>
                <a:pt x="0" y="91232"/>
              </a:lnTo>
              <a:lnTo>
                <a:pt x="889518" y="91232"/>
              </a:lnTo>
              <a:lnTo>
                <a:pt x="889518" y="182465"/>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EC3096-0550-444F-AC95-617192243137}">
      <dsp:nvSpPr>
        <dsp:cNvPr id="0" name=""/>
        <dsp:cNvSpPr/>
      </dsp:nvSpPr>
      <dsp:spPr>
        <a:xfrm>
          <a:off x="4597102" y="1277407"/>
          <a:ext cx="684245" cy="45616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2.2</a:t>
          </a:r>
        </a:p>
      </dsp:txBody>
      <dsp:txXfrm>
        <a:off x="4610463" y="1290768"/>
        <a:ext cx="657523" cy="429441"/>
      </dsp:txXfrm>
    </dsp:sp>
    <dsp:sp modelId="{4E46117C-C2FE-4779-B59D-952A64B25DA2}">
      <dsp:nvSpPr>
        <dsp:cNvPr id="0" name=""/>
        <dsp:cNvSpPr/>
      </dsp:nvSpPr>
      <dsp:spPr>
        <a:xfrm>
          <a:off x="4494466" y="1733570"/>
          <a:ext cx="444759" cy="182465"/>
        </a:xfrm>
        <a:custGeom>
          <a:avLst/>
          <a:gdLst/>
          <a:ahLst/>
          <a:cxnLst/>
          <a:rect l="0" t="0" r="0" b="0"/>
          <a:pathLst>
            <a:path>
              <a:moveTo>
                <a:pt x="444759" y="0"/>
              </a:moveTo>
              <a:lnTo>
                <a:pt x="444759" y="91232"/>
              </a:lnTo>
              <a:lnTo>
                <a:pt x="0" y="91232"/>
              </a:lnTo>
              <a:lnTo>
                <a:pt x="0"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0B5978-1698-4881-8208-8E70EF6EDE61}">
      <dsp:nvSpPr>
        <dsp:cNvPr id="0" name=""/>
        <dsp:cNvSpPr/>
      </dsp:nvSpPr>
      <dsp:spPr>
        <a:xfrm>
          <a:off x="4152343"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2.2.1</a:t>
          </a:r>
        </a:p>
      </dsp:txBody>
      <dsp:txXfrm>
        <a:off x="4165704" y="1929397"/>
        <a:ext cx="657523" cy="429441"/>
      </dsp:txXfrm>
    </dsp:sp>
    <dsp:sp modelId="{F8222C10-B008-44C3-A546-3F53372E40E2}">
      <dsp:nvSpPr>
        <dsp:cNvPr id="0" name=""/>
        <dsp:cNvSpPr/>
      </dsp:nvSpPr>
      <dsp:spPr>
        <a:xfrm>
          <a:off x="4939225" y="1733570"/>
          <a:ext cx="444759" cy="182465"/>
        </a:xfrm>
        <a:custGeom>
          <a:avLst/>
          <a:gdLst/>
          <a:ahLst/>
          <a:cxnLst/>
          <a:rect l="0" t="0" r="0" b="0"/>
          <a:pathLst>
            <a:path>
              <a:moveTo>
                <a:pt x="0" y="0"/>
              </a:moveTo>
              <a:lnTo>
                <a:pt x="0" y="91232"/>
              </a:lnTo>
              <a:lnTo>
                <a:pt x="444759" y="91232"/>
              </a:lnTo>
              <a:lnTo>
                <a:pt x="444759"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5D2A7C-98DF-4EE5-8795-269667A49AD1}">
      <dsp:nvSpPr>
        <dsp:cNvPr id="0" name=""/>
        <dsp:cNvSpPr/>
      </dsp:nvSpPr>
      <dsp:spPr>
        <a:xfrm>
          <a:off x="5041862"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2.2.2</a:t>
          </a:r>
        </a:p>
      </dsp:txBody>
      <dsp:txXfrm>
        <a:off x="5055223" y="1929397"/>
        <a:ext cx="657523" cy="4294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162A-D218-45BB-BF46-EB893897CD16}">
      <dsp:nvSpPr>
        <dsp:cNvPr id="0" name=""/>
        <dsp:cNvSpPr/>
      </dsp:nvSpPr>
      <dsp:spPr>
        <a:xfrm>
          <a:off x="2510069" y="504"/>
          <a:ext cx="1800940" cy="484853"/>
        </a:xfrm>
        <a:prstGeom prst="roundRect">
          <a:avLst>
            <a:gd name="adj" fmla="val 10000"/>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Full and Complete</a:t>
          </a:r>
        </a:p>
      </dsp:txBody>
      <dsp:txXfrm>
        <a:off x="2524270" y="14705"/>
        <a:ext cx="1772538" cy="456451"/>
      </dsp:txXfrm>
    </dsp:sp>
    <dsp:sp modelId="{F0B291BF-FE4A-42AC-8A6C-7706B04780EB}">
      <dsp:nvSpPr>
        <dsp:cNvPr id="0" name=""/>
        <dsp:cNvSpPr/>
      </dsp:nvSpPr>
      <dsp:spPr>
        <a:xfrm>
          <a:off x="2228710" y="485358"/>
          <a:ext cx="1181829" cy="193941"/>
        </a:xfrm>
        <a:custGeom>
          <a:avLst/>
          <a:gdLst/>
          <a:ahLst/>
          <a:cxnLst/>
          <a:rect l="0" t="0" r="0" b="0"/>
          <a:pathLst>
            <a:path>
              <a:moveTo>
                <a:pt x="1181829" y="0"/>
              </a:moveTo>
              <a:lnTo>
                <a:pt x="1181829" y="96970"/>
              </a:lnTo>
              <a:lnTo>
                <a:pt x="0" y="96970"/>
              </a:lnTo>
              <a:lnTo>
                <a:pt x="0" y="193941"/>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693EE9-2695-4745-BD2D-BD227DBD3A42}">
      <dsp:nvSpPr>
        <dsp:cNvPr id="0" name=""/>
        <dsp:cNvSpPr/>
      </dsp:nvSpPr>
      <dsp:spPr>
        <a:xfrm>
          <a:off x="1865070" y="679299"/>
          <a:ext cx="727279" cy="48485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a:t>
          </a:r>
        </a:p>
      </dsp:txBody>
      <dsp:txXfrm>
        <a:off x="1879271" y="693500"/>
        <a:ext cx="698877" cy="456451"/>
      </dsp:txXfrm>
    </dsp:sp>
    <dsp:sp modelId="{60D17914-377C-4664-AF80-F2B03863439B}">
      <dsp:nvSpPr>
        <dsp:cNvPr id="0" name=""/>
        <dsp:cNvSpPr/>
      </dsp:nvSpPr>
      <dsp:spPr>
        <a:xfrm>
          <a:off x="1283246" y="1164152"/>
          <a:ext cx="945463" cy="193941"/>
        </a:xfrm>
        <a:custGeom>
          <a:avLst/>
          <a:gdLst/>
          <a:ahLst/>
          <a:cxnLst/>
          <a:rect l="0" t="0" r="0" b="0"/>
          <a:pathLst>
            <a:path>
              <a:moveTo>
                <a:pt x="945463" y="0"/>
              </a:moveTo>
              <a:lnTo>
                <a:pt x="945463" y="96970"/>
              </a:lnTo>
              <a:lnTo>
                <a:pt x="0" y="96970"/>
              </a:lnTo>
              <a:lnTo>
                <a:pt x="0" y="19394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512629-9091-4289-A0CC-6C084ABB8213}">
      <dsp:nvSpPr>
        <dsp:cNvPr id="0" name=""/>
        <dsp:cNvSpPr/>
      </dsp:nvSpPr>
      <dsp:spPr>
        <a:xfrm>
          <a:off x="919607" y="1358093"/>
          <a:ext cx="727279" cy="4848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a:t>
          </a:r>
        </a:p>
      </dsp:txBody>
      <dsp:txXfrm>
        <a:off x="933808" y="1372294"/>
        <a:ext cx="698877" cy="456451"/>
      </dsp:txXfrm>
    </dsp:sp>
    <dsp:sp modelId="{CACCA18F-8929-4CC3-BEF8-E8903F21B110}">
      <dsp:nvSpPr>
        <dsp:cNvPr id="0" name=""/>
        <dsp:cNvSpPr/>
      </dsp:nvSpPr>
      <dsp:spPr>
        <a:xfrm>
          <a:off x="810515" y="1842946"/>
          <a:ext cx="472731" cy="193941"/>
        </a:xfrm>
        <a:custGeom>
          <a:avLst/>
          <a:gdLst/>
          <a:ahLst/>
          <a:cxnLst/>
          <a:rect l="0" t="0" r="0" b="0"/>
          <a:pathLst>
            <a:path>
              <a:moveTo>
                <a:pt x="472731" y="0"/>
              </a:moveTo>
              <a:lnTo>
                <a:pt x="472731" y="96970"/>
              </a:lnTo>
              <a:lnTo>
                <a:pt x="0" y="96970"/>
              </a:lnTo>
              <a:lnTo>
                <a:pt x="0" y="19394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191D8F-93D5-41DF-9FB9-BFFA16604363}">
      <dsp:nvSpPr>
        <dsp:cNvPr id="0" name=""/>
        <dsp:cNvSpPr/>
      </dsp:nvSpPr>
      <dsp:spPr>
        <a:xfrm>
          <a:off x="446875" y="2036887"/>
          <a:ext cx="727279" cy="4848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1.1.1</a:t>
          </a:r>
        </a:p>
      </dsp:txBody>
      <dsp:txXfrm>
        <a:off x="461076" y="2051088"/>
        <a:ext cx="698877" cy="456451"/>
      </dsp:txXfrm>
    </dsp:sp>
    <dsp:sp modelId="{27857633-8797-49F9-B30C-865041B34AFC}">
      <dsp:nvSpPr>
        <dsp:cNvPr id="0" name=""/>
        <dsp:cNvSpPr/>
      </dsp:nvSpPr>
      <dsp:spPr>
        <a:xfrm>
          <a:off x="1283246" y="1842946"/>
          <a:ext cx="472731" cy="193941"/>
        </a:xfrm>
        <a:custGeom>
          <a:avLst/>
          <a:gdLst/>
          <a:ahLst/>
          <a:cxnLst/>
          <a:rect l="0" t="0" r="0" b="0"/>
          <a:pathLst>
            <a:path>
              <a:moveTo>
                <a:pt x="0" y="0"/>
              </a:moveTo>
              <a:lnTo>
                <a:pt x="0" y="96970"/>
              </a:lnTo>
              <a:lnTo>
                <a:pt x="472731" y="96970"/>
              </a:lnTo>
              <a:lnTo>
                <a:pt x="472731" y="19394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7664BF-D8FF-4D4B-ABBE-A68B843C3E30}">
      <dsp:nvSpPr>
        <dsp:cNvPr id="0" name=""/>
        <dsp:cNvSpPr/>
      </dsp:nvSpPr>
      <dsp:spPr>
        <a:xfrm>
          <a:off x="1392338" y="2036887"/>
          <a:ext cx="727279" cy="4848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1.1.2</a:t>
          </a:r>
        </a:p>
      </dsp:txBody>
      <dsp:txXfrm>
        <a:off x="1406539" y="2051088"/>
        <a:ext cx="698877" cy="456451"/>
      </dsp:txXfrm>
    </dsp:sp>
    <dsp:sp modelId="{C2AD0EE9-5245-4A16-8814-B573A7E7083F}">
      <dsp:nvSpPr>
        <dsp:cNvPr id="0" name=""/>
        <dsp:cNvSpPr/>
      </dsp:nvSpPr>
      <dsp:spPr>
        <a:xfrm>
          <a:off x="2228710" y="1164152"/>
          <a:ext cx="945463" cy="193941"/>
        </a:xfrm>
        <a:custGeom>
          <a:avLst/>
          <a:gdLst/>
          <a:ahLst/>
          <a:cxnLst/>
          <a:rect l="0" t="0" r="0" b="0"/>
          <a:pathLst>
            <a:path>
              <a:moveTo>
                <a:pt x="0" y="0"/>
              </a:moveTo>
              <a:lnTo>
                <a:pt x="0" y="96970"/>
              </a:lnTo>
              <a:lnTo>
                <a:pt x="945463" y="96970"/>
              </a:lnTo>
              <a:lnTo>
                <a:pt x="945463" y="19394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56920C-B706-4FCA-ACF7-32EB3A7C477F}">
      <dsp:nvSpPr>
        <dsp:cNvPr id="0" name=""/>
        <dsp:cNvSpPr/>
      </dsp:nvSpPr>
      <dsp:spPr>
        <a:xfrm>
          <a:off x="2810534" y="1358093"/>
          <a:ext cx="727279" cy="4848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1.2</a:t>
          </a:r>
        </a:p>
      </dsp:txBody>
      <dsp:txXfrm>
        <a:off x="2824735" y="1372294"/>
        <a:ext cx="698877" cy="456451"/>
      </dsp:txXfrm>
    </dsp:sp>
    <dsp:sp modelId="{C59A946A-0810-4782-99EE-5AA18399E4FD}">
      <dsp:nvSpPr>
        <dsp:cNvPr id="0" name=""/>
        <dsp:cNvSpPr/>
      </dsp:nvSpPr>
      <dsp:spPr>
        <a:xfrm>
          <a:off x="2701442" y="1842946"/>
          <a:ext cx="472731" cy="193941"/>
        </a:xfrm>
        <a:custGeom>
          <a:avLst/>
          <a:gdLst/>
          <a:ahLst/>
          <a:cxnLst/>
          <a:rect l="0" t="0" r="0" b="0"/>
          <a:pathLst>
            <a:path>
              <a:moveTo>
                <a:pt x="472731" y="0"/>
              </a:moveTo>
              <a:lnTo>
                <a:pt x="472731" y="96970"/>
              </a:lnTo>
              <a:lnTo>
                <a:pt x="0" y="96970"/>
              </a:lnTo>
              <a:lnTo>
                <a:pt x="0" y="19394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52A07-DBDC-42E4-AAF8-51B99F7D3347}">
      <dsp:nvSpPr>
        <dsp:cNvPr id="0" name=""/>
        <dsp:cNvSpPr/>
      </dsp:nvSpPr>
      <dsp:spPr>
        <a:xfrm>
          <a:off x="2337802" y="2036887"/>
          <a:ext cx="727279" cy="4848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1.2.1</a:t>
          </a:r>
        </a:p>
      </dsp:txBody>
      <dsp:txXfrm>
        <a:off x="2352003" y="2051088"/>
        <a:ext cx="698877" cy="456451"/>
      </dsp:txXfrm>
    </dsp:sp>
    <dsp:sp modelId="{F7C231F5-C648-49B4-B8B2-D1A83C3550C6}">
      <dsp:nvSpPr>
        <dsp:cNvPr id="0" name=""/>
        <dsp:cNvSpPr/>
      </dsp:nvSpPr>
      <dsp:spPr>
        <a:xfrm>
          <a:off x="3174173" y="1842946"/>
          <a:ext cx="472731" cy="193941"/>
        </a:xfrm>
        <a:custGeom>
          <a:avLst/>
          <a:gdLst/>
          <a:ahLst/>
          <a:cxnLst/>
          <a:rect l="0" t="0" r="0" b="0"/>
          <a:pathLst>
            <a:path>
              <a:moveTo>
                <a:pt x="0" y="0"/>
              </a:moveTo>
              <a:lnTo>
                <a:pt x="0" y="96970"/>
              </a:lnTo>
              <a:lnTo>
                <a:pt x="472731" y="96970"/>
              </a:lnTo>
              <a:lnTo>
                <a:pt x="472731" y="19394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6090C3-30D8-4BF5-887C-1B9E57813E6D}">
      <dsp:nvSpPr>
        <dsp:cNvPr id="0" name=""/>
        <dsp:cNvSpPr/>
      </dsp:nvSpPr>
      <dsp:spPr>
        <a:xfrm>
          <a:off x="3283265" y="2036887"/>
          <a:ext cx="727279" cy="4848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1.2.2</a:t>
          </a:r>
        </a:p>
      </dsp:txBody>
      <dsp:txXfrm>
        <a:off x="3297466" y="2051088"/>
        <a:ext cx="698877" cy="456451"/>
      </dsp:txXfrm>
    </dsp:sp>
    <dsp:sp modelId="{77E45A8D-9CBF-46BE-A011-C9C9EA6D9A95}">
      <dsp:nvSpPr>
        <dsp:cNvPr id="0" name=""/>
        <dsp:cNvSpPr/>
      </dsp:nvSpPr>
      <dsp:spPr>
        <a:xfrm>
          <a:off x="3410539" y="485358"/>
          <a:ext cx="1181829" cy="193941"/>
        </a:xfrm>
        <a:custGeom>
          <a:avLst/>
          <a:gdLst/>
          <a:ahLst/>
          <a:cxnLst/>
          <a:rect l="0" t="0" r="0" b="0"/>
          <a:pathLst>
            <a:path>
              <a:moveTo>
                <a:pt x="0" y="0"/>
              </a:moveTo>
              <a:lnTo>
                <a:pt x="0" y="96970"/>
              </a:lnTo>
              <a:lnTo>
                <a:pt x="1181829" y="96970"/>
              </a:lnTo>
              <a:lnTo>
                <a:pt x="1181829" y="193941"/>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968655-0C96-4C85-B6CF-CB1BC9ED4471}">
      <dsp:nvSpPr>
        <dsp:cNvPr id="0" name=""/>
        <dsp:cNvSpPr/>
      </dsp:nvSpPr>
      <dsp:spPr>
        <a:xfrm>
          <a:off x="4228729" y="679299"/>
          <a:ext cx="727279" cy="48485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a:t>
          </a:r>
        </a:p>
      </dsp:txBody>
      <dsp:txXfrm>
        <a:off x="4242930" y="693500"/>
        <a:ext cx="698877" cy="456451"/>
      </dsp:txXfrm>
    </dsp:sp>
    <dsp:sp modelId="{0977C60E-3BA1-4089-AC06-9A3D6BC5F3B0}">
      <dsp:nvSpPr>
        <dsp:cNvPr id="0" name=""/>
        <dsp:cNvSpPr/>
      </dsp:nvSpPr>
      <dsp:spPr>
        <a:xfrm>
          <a:off x="4119637" y="1164152"/>
          <a:ext cx="472731" cy="193941"/>
        </a:xfrm>
        <a:custGeom>
          <a:avLst/>
          <a:gdLst/>
          <a:ahLst/>
          <a:cxnLst/>
          <a:rect l="0" t="0" r="0" b="0"/>
          <a:pathLst>
            <a:path>
              <a:moveTo>
                <a:pt x="472731" y="0"/>
              </a:moveTo>
              <a:lnTo>
                <a:pt x="472731" y="96970"/>
              </a:lnTo>
              <a:lnTo>
                <a:pt x="0" y="96970"/>
              </a:lnTo>
              <a:lnTo>
                <a:pt x="0" y="19394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9F338C-739F-4CF2-B1B4-D4E763C4552B}">
      <dsp:nvSpPr>
        <dsp:cNvPr id="0" name=""/>
        <dsp:cNvSpPr/>
      </dsp:nvSpPr>
      <dsp:spPr>
        <a:xfrm>
          <a:off x="3755997" y="1358093"/>
          <a:ext cx="727279" cy="4848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2.1</a:t>
          </a:r>
        </a:p>
      </dsp:txBody>
      <dsp:txXfrm>
        <a:off x="3770198" y="1372294"/>
        <a:ext cx="698877" cy="456451"/>
      </dsp:txXfrm>
    </dsp:sp>
    <dsp:sp modelId="{B25E3B4F-E139-43AF-8811-A50D1AEB60BA}">
      <dsp:nvSpPr>
        <dsp:cNvPr id="0" name=""/>
        <dsp:cNvSpPr/>
      </dsp:nvSpPr>
      <dsp:spPr>
        <a:xfrm>
          <a:off x="4592369" y="1164152"/>
          <a:ext cx="472731" cy="193941"/>
        </a:xfrm>
        <a:custGeom>
          <a:avLst/>
          <a:gdLst/>
          <a:ahLst/>
          <a:cxnLst/>
          <a:rect l="0" t="0" r="0" b="0"/>
          <a:pathLst>
            <a:path>
              <a:moveTo>
                <a:pt x="0" y="0"/>
              </a:moveTo>
              <a:lnTo>
                <a:pt x="0" y="96970"/>
              </a:lnTo>
              <a:lnTo>
                <a:pt x="472731" y="96970"/>
              </a:lnTo>
              <a:lnTo>
                <a:pt x="472731" y="19394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EC3096-0550-444F-AC95-617192243137}">
      <dsp:nvSpPr>
        <dsp:cNvPr id="0" name=""/>
        <dsp:cNvSpPr/>
      </dsp:nvSpPr>
      <dsp:spPr>
        <a:xfrm>
          <a:off x="4701461" y="1358093"/>
          <a:ext cx="727279" cy="4848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2.2</a:t>
          </a:r>
        </a:p>
      </dsp:txBody>
      <dsp:txXfrm>
        <a:off x="4715662" y="1372294"/>
        <a:ext cx="698877" cy="45645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162A-D218-45BB-BF46-EB893897CD16}">
      <dsp:nvSpPr>
        <dsp:cNvPr id="0" name=""/>
        <dsp:cNvSpPr/>
      </dsp:nvSpPr>
      <dsp:spPr>
        <a:xfrm>
          <a:off x="2583793" y="719"/>
          <a:ext cx="1856132" cy="475753"/>
        </a:xfrm>
        <a:prstGeom prst="roundRect">
          <a:avLst>
            <a:gd name="adj" fmla="val 10000"/>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Complete, Not Full</a:t>
          </a:r>
        </a:p>
      </dsp:txBody>
      <dsp:txXfrm>
        <a:off x="2597727" y="14653"/>
        <a:ext cx="1828264" cy="447885"/>
      </dsp:txXfrm>
    </dsp:sp>
    <dsp:sp modelId="{F0B291BF-FE4A-42AC-8A6C-7706B04780EB}">
      <dsp:nvSpPr>
        <dsp:cNvPr id="0" name=""/>
        <dsp:cNvSpPr/>
      </dsp:nvSpPr>
      <dsp:spPr>
        <a:xfrm>
          <a:off x="2120279" y="476473"/>
          <a:ext cx="1391580" cy="190301"/>
        </a:xfrm>
        <a:custGeom>
          <a:avLst/>
          <a:gdLst/>
          <a:ahLst/>
          <a:cxnLst/>
          <a:rect l="0" t="0" r="0" b="0"/>
          <a:pathLst>
            <a:path>
              <a:moveTo>
                <a:pt x="1391580" y="0"/>
              </a:moveTo>
              <a:lnTo>
                <a:pt x="1391580" y="95150"/>
              </a:lnTo>
              <a:lnTo>
                <a:pt x="0" y="95150"/>
              </a:lnTo>
              <a:lnTo>
                <a:pt x="0" y="190301"/>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693EE9-2695-4745-BD2D-BD227DBD3A42}">
      <dsp:nvSpPr>
        <dsp:cNvPr id="0" name=""/>
        <dsp:cNvSpPr/>
      </dsp:nvSpPr>
      <dsp:spPr>
        <a:xfrm>
          <a:off x="1763464" y="666775"/>
          <a:ext cx="713630" cy="47575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a:t>
          </a:r>
        </a:p>
      </dsp:txBody>
      <dsp:txXfrm>
        <a:off x="1777398" y="680709"/>
        <a:ext cx="685762" cy="447885"/>
      </dsp:txXfrm>
    </dsp:sp>
    <dsp:sp modelId="{CACCA18F-8929-4CC3-BEF8-E8903F21B110}">
      <dsp:nvSpPr>
        <dsp:cNvPr id="0" name=""/>
        <dsp:cNvSpPr/>
      </dsp:nvSpPr>
      <dsp:spPr>
        <a:xfrm>
          <a:off x="1192559" y="1142529"/>
          <a:ext cx="927720" cy="190301"/>
        </a:xfrm>
        <a:custGeom>
          <a:avLst/>
          <a:gdLst/>
          <a:ahLst/>
          <a:cxnLst/>
          <a:rect l="0" t="0" r="0" b="0"/>
          <a:pathLst>
            <a:path>
              <a:moveTo>
                <a:pt x="927720" y="0"/>
              </a:moveTo>
              <a:lnTo>
                <a:pt x="927720" y="95150"/>
              </a:lnTo>
              <a:lnTo>
                <a:pt x="0" y="95150"/>
              </a:lnTo>
              <a:lnTo>
                <a:pt x="0" y="19030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191D8F-93D5-41DF-9FB9-BFFA16604363}">
      <dsp:nvSpPr>
        <dsp:cNvPr id="0" name=""/>
        <dsp:cNvSpPr/>
      </dsp:nvSpPr>
      <dsp:spPr>
        <a:xfrm>
          <a:off x="835744" y="1332830"/>
          <a:ext cx="713630" cy="4757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a:t>
          </a:r>
        </a:p>
      </dsp:txBody>
      <dsp:txXfrm>
        <a:off x="849678" y="1346764"/>
        <a:ext cx="685762" cy="447885"/>
      </dsp:txXfrm>
    </dsp:sp>
    <dsp:sp modelId="{0322C684-2FB2-4FA1-AF69-B86A52AD0941}">
      <dsp:nvSpPr>
        <dsp:cNvPr id="0" name=""/>
        <dsp:cNvSpPr/>
      </dsp:nvSpPr>
      <dsp:spPr>
        <a:xfrm>
          <a:off x="728699" y="1808584"/>
          <a:ext cx="463860" cy="190301"/>
        </a:xfrm>
        <a:custGeom>
          <a:avLst/>
          <a:gdLst/>
          <a:ahLst/>
          <a:cxnLst/>
          <a:rect l="0" t="0" r="0" b="0"/>
          <a:pathLst>
            <a:path>
              <a:moveTo>
                <a:pt x="463860" y="0"/>
              </a:moveTo>
              <a:lnTo>
                <a:pt x="463860" y="95150"/>
              </a:lnTo>
              <a:lnTo>
                <a:pt x="0" y="95150"/>
              </a:lnTo>
              <a:lnTo>
                <a:pt x="0" y="19030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F8A64E-829B-4553-99F4-6CE2D3F10C57}">
      <dsp:nvSpPr>
        <dsp:cNvPr id="0" name=""/>
        <dsp:cNvSpPr/>
      </dsp:nvSpPr>
      <dsp:spPr>
        <a:xfrm>
          <a:off x="371884" y="1998886"/>
          <a:ext cx="713630" cy="4757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1.1.1</a:t>
          </a:r>
        </a:p>
      </dsp:txBody>
      <dsp:txXfrm>
        <a:off x="385818" y="2012820"/>
        <a:ext cx="685762" cy="447885"/>
      </dsp:txXfrm>
    </dsp:sp>
    <dsp:sp modelId="{73E9CA52-5BF5-4093-BDD3-0F7C70D5CC2D}">
      <dsp:nvSpPr>
        <dsp:cNvPr id="0" name=""/>
        <dsp:cNvSpPr/>
      </dsp:nvSpPr>
      <dsp:spPr>
        <a:xfrm>
          <a:off x="1192559" y="1808584"/>
          <a:ext cx="463860" cy="190301"/>
        </a:xfrm>
        <a:custGeom>
          <a:avLst/>
          <a:gdLst/>
          <a:ahLst/>
          <a:cxnLst/>
          <a:rect l="0" t="0" r="0" b="0"/>
          <a:pathLst>
            <a:path>
              <a:moveTo>
                <a:pt x="0" y="0"/>
              </a:moveTo>
              <a:lnTo>
                <a:pt x="0" y="95150"/>
              </a:lnTo>
              <a:lnTo>
                <a:pt x="463860" y="95150"/>
              </a:lnTo>
              <a:lnTo>
                <a:pt x="463860" y="19030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A9D004-57D5-41F8-9D08-673BAC01CE18}">
      <dsp:nvSpPr>
        <dsp:cNvPr id="0" name=""/>
        <dsp:cNvSpPr/>
      </dsp:nvSpPr>
      <dsp:spPr>
        <a:xfrm>
          <a:off x="1299604" y="1998886"/>
          <a:ext cx="713630" cy="4757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1.1.2</a:t>
          </a:r>
        </a:p>
      </dsp:txBody>
      <dsp:txXfrm>
        <a:off x="1313538" y="2012820"/>
        <a:ext cx="685762" cy="447885"/>
      </dsp:txXfrm>
    </dsp:sp>
    <dsp:sp modelId="{27857633-8797-49F9-B30C-865041B34AFC}">
      <dsp:nvSpPr>
        <dsp:cNvPr id="0" name=""/>
        <dsp:cNvSpPr/>
      </dsp:nvSpPr>
      <dsp:spPr>
        <a:xfrm>
          <a:off x="2120279" y="1142529"/>
          <a:ext cx="927720" cy="190301"/>
        </a:xfrm>
        <a:custGeom>
          <a:avLst/>
          <a:gdLst/>
          <a:ahLst/>
          <a:cxnLst/>
          <a:rect l="0" t="0" r="0" b="0"/>
          <a:pathLst>
            <a:path>
              <a:moveTo>
                <a:pt x="0" y="0"/>
              </a:moveTo>
              <a:lnTo>
                <a:pt x="0" y="95150"/>
              </a:lnTo>
              <a:lnTo>
                <a:pt x="927720" y="95150"/>
              </a:lnTo>
              <a:lnTo>
                <a:pt x="927720" y="19030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7664BF-D8FF-4D4B-ABBE-A68B843C3E30}">
      <dsp:nvSpPr>
        <dsp:cNvPr id="0" name=""/>
        <dsp:cNvSpPr/>
      </dsp:nvSpPr>
      <dsp:spPr>
        <a:xfrm>
          <a:off x="2691184" y="1332830"/>
          <a:ext cx="713630" cy="4757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1.2</a:t>
          </a:r>
        </a:p>
      </dsp:txBody>
      <dsp:txXfrm>
        <a:off x="2705118" y="1346764"/>
        <a:ext cx="685762" cy="447885"/>
      </dsp:txXfrm>
    </dsp:sp>
    <dsp:sp modelId="{F041EB5C-BD70-47B7-8DAF-CA244E68991C}">
      <dsp:nvSpPr>
        <dsp:cNvPr id="0" name=""/>
        <dsp:cNvSpPr/>
      </dsp:nvSpPr>
      <dsp:spPr>
        <a:xfrm>
          <a:off x="2584139" y="1808584"/>
          <a:ext cx="463860" cy="190301"/>
        </a:xfrm>
        <a:custGeom>
          <a:avLst/>
          <a:gdLst/>
          <a:ahLst/>
          <a:cxnLst/>
          <a:rect l="0" t="0" r="0" b="0"/>
          <a:pathLst>
            <a:path>
              <a:moveTo>
                <a:pt x="463860" y="0"/>
              </a:moveTo>
              <a:lnTo>
                <a:pt x="463860" y="95150"/>
              </a:lnTo>
              <a:lnTo>
                <a:pt x="0" y="95150"/>
              </a:lnTo>
              <a:lnTo>
                <a:pt x="0" y="19030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174536-AA4A-4AF6-AA9C-05ACA3EFB995}">
      <dsp:nvSpPr>
        <dsp:cNvPr id="0" name=""/>
        <dsp:cNvSpPr/>
      </dsp:nvSpPr>
      <dsp:spPr>
        <a:xfrm>
          <a:off x="2227324" y="1998886"/>
          <a:ext cx="713630" cy="4757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1.2.1</a:t>
          </a:r>
        </a:p>
      </dsp:txBody>
      <dsp:txXfrm>
        <a:off x="2241258" y="2012820"/>
        <a:ext cx="685762" cy="447885"/>
      </dsp:txXfrm>
    </dsp:sp>
    <dsp:sp modelId="{9924F83C-B6B7-4928-9912-FE054EC2E69D}">
      <dsp:nvSpPr>
        <dsp:cNvPr id="0" name=""/>
        <dsp:cNvSpPr/>
      </dsp:nvSpPr>
      <dsp:spPr>
        <a:xfrm>
          <a:off x="3048000" y="1808584"/>
          <a:ext cx="463860" cy="190301"/>
        </a:xfrm>
        <a:custGeom>
          <a:avLst/>
          <a:gdLst/>
          <a:ahLst/>
          <a:cxnLst/>
          <a:rect l="0" t="0" r="0" b="0"/>
          <a:pathLst>
            <a:path>
              <a:moveTo>
                <a:pt x="0" y="0"/>
              </a:moveTo>
              <a:lnTo>
                <a:pt x="0" y="95150"/>
              </a:lnTo>
              <a:lnTo>
                <a:pt x="463860" y="95150"/>
              </a:lnTo>
              <a:lnTo>
                <a:pt x="463860" y="19030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383218-CAC0-480B-8C93-0C4C2643DB64}">
      <dsp:nvSpPr>
        <dsp:cNvPr id="0" name=""/>
        <dsp:cNvSpPr/>
      </dsp:nvSpPr>
      <dsp:spPr>
        <a:xfrm>
          <a:off x="3155044" y="1998886"/>
          <a:ext cx="713630" cy="4757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1.2.2</a:t>
          </a:r>
        </a:p>
      </dsp:txBody>
      <dsp:txXfrm>
        <a:off x="3168978" y="2012820"/>
        <a:ext cx="685762" cy="447885"/>
      </dsp:txXfrm>
    </dsp:sp>
    <dsp:sp modelId="{C2AD0EE9-5245-4A16-8814-B573A7E7083F}">
      <dsp:nvSpPr>
        <dsp:cNvPr id="0" name=""/>
        <dsp:cNvSpPr/>
      </dsp:nvSpPr>
      <dsp:spPr>
        <a:xfrm>
          <a:off x="3511860" y="476473"/>
          <a:ext cx="1391580" cy="190301"/>
        </a:xfrm>
        <a:custGeom>
          <a:avLst/>
          <a:gdLst/>
          <a:ahLst/>
          <a:cxnLst/>
          <a:rect l="0" t="0" r="0" b="0"/>
          <a:pathLst>
            <a:path>
              <a:moveTo>
                <a:pt x="0" y="0"/>
              </a:moveTo>
              <a:lnTo>
                <a:pt x="0" y="95150"/>
              </a:lnTo>
              <a:lnTo>
                <a:pt x="1391580" y="95150"/>
              </a:lnTo>
              <a:lnTo>
                <a:pt x="1391580" y="190301"/>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56920C-B706-4FCA-ACF7-32EB3A7C477F}">
      <dsp:nvSpPr>
        <dsp:cNvPr id="0" name=""/>
        <dsp:cNvSpPr/>
      </dsp:nvSpPr>
      <dsp:spPr>
        <a:xfrm>
          <a:off x="4546624" y="666775"/>
          <a:ext cx="713630" cy="47575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a:t>
          </a:r>
        </a:p>
      </dsp:txBody>
      <dsp:txXfrm>
        <a:off x="4560558" y="680709"/>
        <a:ext cx="685762" cy="447885"/>
      </dsp:txXfrm>
    </dsp:sp>
    <dsp:sp modelId="{5567742C-0492-42C9-9B81-2DF33A0FC56F}">
      <dsp:nvSpPr>
        <dsp:cNvPr id="0" name=""/>
        <dsp:cNvSpPr/>
      </dsp:nvSpPr>
      <dsp:spPr>
        <a:xfrm>
          <a:off x="4439580" y="1142529"/>
          <a:ext cx="463860" cy="190301"/>
        </a:xfrm>
        <a:custGeom>
          <a:avLst/>
          <a:gdLst/>
          <a:ahLst/>
          <a:cxnLst/>
          <a:rect l="0" t="0" r="0" b="0"/>
          <a:pathLst>
            <a:path>
              <a:moveTo>
                <a:pt x="463860" y="0"/>
              </a:moveTo>
              <a:lnTo>
                <a:pt x="463860" y="95150"/>
              </a:lnTo>
              <a:lnTo>
                <a:pt x="0" y="95150"/>
              </a:lnTo>
              <a:lnTo>
                <a:pt x="0" y="19030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14025F-20AF-4D44-BB06-11FCBAE53EDC}">
      <dsp:nvSpPr>
        <dsp:cNvPr id="0" name=""/>
        <dsp:cNvSpPr/>
      </dsp:nvSpPr>
      <dsp:spPr>
        <a:xfrm>
          <a:off x="4082764" y="1332830"/>
          <a:ext cx="713630" cy="4757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2.1</a:t>
          </a:r>
        </a:p>
      </dsp:txBody>
      <dsp:txXfrm>
        <a:off x="4096698" y="1346764"/>
        <a:ext cx="685762" cy="447885"/>
      </dsp:txXfrm>
    </dsp:sp>
    <dsp:sp modelId="{62F2E9A9-07B7-4740-AC9A-F7B9239F340B}">
      <dsp:nvSpPr>
        <dsp:cNvPr id="0" name=""/>
        <dsp:cNvSpPr/>
      </dsp:nvSpPr>
      <dsp:spPr>
        <a:xfrm>
          <a:off x="4393860" y="1808584"/>
          <a:ext cx="91440" cy="190301"/>
        </a:xfrm>
        <a:custGeom>
          <a:avLst/>
          <a:gdLst/>
          <a:ahLst/>
          <a:cxnLst/>
          <a:rect l="0" t="0" r="0" b="0"/>
          <a:pathLst>
            <a:path>
              <a:moveTo>
                <a:pt x="45720" y="0"/>
              </a:moveTo>
              <a:lnTo>
                <a:pt x="45720" y="190301"/>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CAB70C-318B-414B-B1D4-6DF88C97FE9A}">
      <dsp:nvSpPr>
        <dsp:cNvPr id="0" name=""/>
        <dsp:cNvSpPr/>
      </dsp:nvSpPr>
      <dsp:spPr>
        <a:xfrm>
          <a:off x="4082764" y="1998886"/>
          <a:ext cx="713630" cy="47575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2.1.1</a:t>
          </a:r>
        </a:p>
      </dsp:txBody>
      <dsp:txXfrm>
        <a:off x="4096698" y="2012820"/>
        <a:ext cx="685762" cy="447885"/>
      </dsp:txXfrm>
    </dsp:sp>
    <dsp:sp modelId="{01A1E293-6B1B-48F8-A282-7B659B726885}">
      <dsp:nvSpPr>
        <dsp:cNvPr id="0" name=""/>
        <dsp:cNvSpPr/>
      </dsp:nvSpPr>
      <dsp:spPr>
        <a:xfrm>
          <a:off x="4903440" y="1142529"/>
          <a:ext cx="463860" cy="190301"/>
        </a:xfrm>
        <a:custGeom>
          <a:avLst/>
          <a:gdLst/>
          <a:ahLst/>
          <a:cxnLst/>
          <a:rect l="0" t="0" r="0" b="0"/>
          <a:pathLst>
            <a:path>
              <a:moveTo>
                <a:pt x="0" y="0"/>
              </a:moveTo>
              <a:lnTo>
                <a:pt x="0" y="95150"/>
              </a:lnTo>
              <a:lnTo>
                <a:pt x="463860" y="95150"/>
              </a:lnTo>
              <a:lnTo>
                <a:pt x="463860" y="190301"/>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133C3B-58D2-45A2-A6B9-757B96A7835D}">
      <dsp:nvSpPr>
        <dsp:cNvPr id="0" name=""/>
        <dsp:cNvSpPr/>
      </dsp:nvSpPr>
      <dsp:spPr>
        <a:xfrm>
          <a:off x="5010484" y="1332830"/>
          <a:ext cx="713630" cy="47575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2.2</a:t>
          </a:r>
        </a:p>
      </dsp:txBody>
      <dsp:txXfrm>
        <a:off x="5024418" y="1346764"/>
        <a:ext cx="685762" cy="44788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162A-D218-45BB-BF46-EB893897CD16}">
      <dsp:nvSpPr>
        <dsp:cNvPr id="0" name=""/>
        <dsp:cNvSpPr/>
      </dsp:nvSpPr>
      <dsp:spPr>
        <a:xfrm>
          <a:off x="2426006" y="149"/>
          <a:ext cx="1800003" cy="456163"/>
        </a:xfrm>
        <a:prstGeom prst="roundRect">
          <a:avLst>
            <a:gd name="adj" fmla="val 10000"/>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Full, Not complete</a:t>
          </a:r>
        </a:p>
      </dsp:txBody>
      <dsp:txXfrm>
        <a:off x="2439367" y="13510"/>
        <a:ext cx="1773281" cy="429441"/>
      </dsp:txXfrm>
    </dsp:sp>
    <dsp:sp modelId="{F0B291BF-FE4A-42AC-8A6C-7706B04780EB}">
      <dsp:nvSpPr>
        <dsp:cNvPr id="0" name=""/>
        <dsp:cNvSpPr/>
      </dsp:nvSpPr>
      <dsp:spPr>
        <a:xfrm>
          <a:off x="2881248" y="456312"/>
          <a:ext cx="444759" cy="182465"/>
        </a:xfrm>
        <a:custGeom>
          <a:avLst/>
          <a:gdLst/>
          <a:ahLst/>
          <a:cxnLst/>
          <a:rect l="0" t="0" r="0" b="0"/>
          <a:pathLst>
            <a:path>
              <a:moveTo>
                <a:pt x="444759" y="0"/>
              </a:moveTo>
              <a:lnTo>
                <a:pt x="444759" y="91232"/>
              </a:lnTo>
              <a:lnTo>
                <a:pt x="0" y="91232"/>
              </a:lnTo>
              <a:lnTo>
                <a:pt x="0" y="182465"/>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693EE9-2695-4745-BD2D-BD227DBD3A42}">
      <dsp:nvSpPr>
        <dsp:cNvPr id="0" name=""/>
        <dsp:cNvSpPr/>
      </dsp:nvSpPr>
      <dsp:spPr>
        <a:xfrm>
          <a:off x="2539125" y="638778"/>
          <a:ext cx="684245" cy="45616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a:t>
          </a:r>
        </a:p>
      </dsp:txBody>
      <dsp:txXfrm>
        <a:off x="2552486" y="652139"/>
        <a:ext cx="657523" cy="429441"/>
      </dsp:txXfrm>
    </dsp:sp>
    <dsp:sp modelId="{60D17914-377C-4664-AF80-F2B03863439B}">
      <dsp:nvSpPr>
        <dsp:cNvPr id="0" name=""/>
        <dsp:cNvSpPr/>
      </dsp:nvSpPr>
      <dsp:spPr>
        <a:xfrm>
          <a:off x="2436488" y="1094941"/>
          <a:ext cx="444759" cy="182465"/>
        </a:xfrm>
        <a:custGeom>
          <a:avLst/>
          <a:gdLst/>
          <a:ahLst/>
          <a:cxnLst/>
          <a:rect l="0" t="0" r="0" b="0"/>
          <a:pathLst>
            <a:path>
              <a:moveTo>
                <a:pt x="444759" y="0"/>
              </a:moveTo>
              <a:lnTo>
                <a:pt x="444759" y="91232"/>
              </a:lnTo>
              <a:lnTo>
                <a:pt x="0" y="91232"/>
              </a:lnTo>
              <a:lnTo>
                <a:pt x="0" y="182465"/>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512629-9091-4289-A0CC-6C084ABB8213}">
      <dsp:nvSpPr>
        <dsp:cNvPr id="0" name=""/>
        <dsp:cNvSpPr/>
      </dsp:nvSpPr>
      <dsp:spPr>
        <a:xfrm>
          <a:off x="2094366" y="1277407"/>
          <a:ext cx="684245" cy="45616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a:t>
          </a:r>
        </a:p>
      </dsp:txBody>
      <dsp:txXfrm>
        <a:off x="2107727" y="1290768"/>
        <a:ext cx="657523" cy="429441"/>
      </dsp:txXfrm>
    </dsp:sp>
    <dsp:sp modelId="{CACCA18F-8929-4CC3-BEF8-E8903F21B110}">
      <dsp:nvSpPr>
        <dsp:cNvPr id="0" name=""/>
        <dsp:cNvSpPr/>
      </dsp:nvSpPr>
      <dsp:spPr>
        <a:xfrm>
          <a:off x="1991729" y="1733570"/>
          <a:ext cx="444759" cy="182465"/>
        </a:xfrm>
        <a:custGeom>
          <a:avLst/>
          <a:gdLst/>
          <a:ahLst/>
          <a:cxnLst/>
          <a:rect l="0" t="0" r="0" b="0"/>
          <a:pathLst>
            <a:path>
              <a:moveTo>
                <a:pt x="444759" y="0"/>
              </a:moveTo>
              <a:lnTo>
                <a:pt x="444759" y="91232"/>
              </a:lnTo>
              <a:lnTo>
                <a:pt x="0" y="91232"/>
              </a:lnTo>
              <a:lnTo>
                <a:pt x="0"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191D8F-93D5-41DF-9FB9-BFFA16604363}">
      <dsp:nvSpPr>
        <dsp:cNvPr id="0" name=""/>
        <dsp:cNvSpPr/>
      </dsp:nvSpPr>
      <dsp:spPr>
        <a:xfrm>
          <a:off x="1649606"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1.1.1</a:t>
          </a:r>
        </a:p>
      </dsp:txBody>
      <dsp:txXfrm>
        <a:off x="1662967" y="1929397"/>
        <a:ext cx="657523" cy="429441"/>
      </dsp:txXfrm>
    </dsp:sp>
    <dsp:sp modelId="{27857633-8797-49F9-B30C-865041B34AFC}">
      <dsp:nvSpPr>
        <dsp:cNvPr id="0" name=""/>
        <dsp:cNvSpPr/>
      </dsp:nvSpPr>
      <dsp:spPr>
        <a:xfrm>
          <a:off x="2436488" y="1733570"/>
          <a:ext cx="444759" cy="182465"/>
        </a:xfrm>
        <a:custGeom>
          <a:avLst/>
          <a:gdLst/>
          <a:ahLst/>
          <a:cxnLst/>
          <a:rect l="0" t="0" r="0" b="0"/>
          <a:pathLst>
            <a:path>
              <a:moveTo>
                <a:pt x="0" y="0"/>
              </a:moveTo>
              <a:lnTo>
                <a:pt x="0" y="91232"/>
              </a:lnTo>
              <a:lnTo>
                <a:pt x="444759" y="91232"/>
              </a:lnTo>
              <a:lnTo>
                <a:pt x="444759" y="182465"/>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7664BF-D8FF-4D4B-ABBE-A68B843C3E30}">
      <dsp:nvSpPr>
        <dsp:cNvPr id="0" name=""/>
        <dsp:cNvSpPr/>
      </dsp:nvSpPr>
      <dsp:spPr>
        <a:xfrm>
          <a:off x="2539125" y="1916036"/>
          <a:ext cx="684245" cy="456163"/>
        </a:xfrm>
        <a:prstGeom prst="roundRect">
          <a:avLst>
            <a:gd name="adj" fmla="val 10000"/>
          </a:avLst>
        </a:prstGeom>
        <a:solidFill>
          <a:schemeClr val="accent3">
            <a:tint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1.1.2</a:t>
          </a:r>
        </a:p>
      </dsp:txBody>
      <dsp:txXfrm>
        <a:off x="2552486" y="1929397"/>
        <a:ext cx="657523" cy="429441"/>
      </dsp:txXfrm>
    </dsp:sp>
    <dsp:sp modelId="{C2AD0EE9-5245-4A16-8814-B573A7E7083F}">
      <dsp:nvSpPr>
        <dsp:cNvPr id="0" name=""/>
        <dsp:cNvSpPr/>
      </dsp:nvSpPr>
      <dsp:spPr>
        <a:xfrm>
          <a:off x="2881248" y="1094941"/>
          <a:ext cx="444759" cy="182465"/>
        </a:xfrm>
        <a:custGeom>
          <a:avLst/>
          <a:gdLst/>
          <a:ahLst/>
          <a:cxnLst/>
          <a:rect l="0" t="0" r="0" b="0"/>
          <a:pathLst>
            <a:path>
              <a:moveTo>
                <a:pt x="0" y="0"/>
              </a:moveTo>
              <a:lnTo>
                <a:pt x="0" y="91232"/>
              </a:lnTo>
              <a:lnTo>
                <a:pt x="444759" y="91232"/>
              </a:lnTo>
              <a:lnTo>
                <a:pt x="444759" y="182465"/>
              </a:lnTo>
            </a:path>
          </a:pathLst>
        </a:custGeom>
        <a:noFill/>
        <a:ln w="12700" cap="flat" cmpd="sng" algn="ctr">
          <a:solidFill>
            <a:schemeClr val="accent3">
              <a:tint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456920C-B706-4FCA-ACF7-32EB3A7C477F}">
      <dsp:nvSpPr>
        <dsp:cNvPr id="0" name=""/>
        <dsp:cNvSpPr/>
      </dsp:nvSpPr>
      <dsp:spPr>
        <a:xfrm>
          <a:off x="2983885" y="1277407"/>
          <a:ext cx="684245" cy="456163"/>
        </a:xfrm>
        <a:prstGeom prst="roundRect">
          <a:avLst>
            <a:gd name="adj" fmla="val 10000"/>
          </a:avLst>
        </a:prstGeom>
        <a:solidFill>
          <a:schemeClr val="accent3">
            <a:tint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1.2</a:t>
          </a:r>
        </a:p>
      </dsp:txBody>
      <dsp:txXfrm>
        <a:off x="2997246" y="1290768"/>
        <a:ext cx="657523" cy="429441"/>
      </dsp:txXfrm>
    </dsp:sp>
    <dsp:sp modelId="{77E45A8D-9CBF-46BE-A011-C9C9EA6D9A95}">
      <dsp:nvSpPr>
        <dsp:cNvPr id="0" name=""/>
        <dsp:cNvSpPr/>
      </dsp:nvSpPr>
      <dsp:spPr>
        <a:xfrm>
          <a:off x="3326007" y="456312"/>
          <a:ext cx="444759" cy="182465"/>
        </a:xfrm>
        <a:custGeom>
          <a:avLst/>
          <a:gdLst/>
          <a:ahLst/>
          <a:cxnLst/>
          <a:rect l="0" t="0" r="0" b="0"/>
          <a:pathLst>
            <a:path>
              <a:moveTo>
                <a:pt x="0" y="0"/>
              </a:moveTo>
              <a:lnTo>
                <a:pt x="0" y="91232"/>
              </a:lnTo>
              <a:lnTo>
                <a:pt x="444759" y="91232"/>
              </a:lnTo>
              <a:lnTo>
                <a:pt x="444759" y="182465"/>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968655-0C96-4C85-B6CF-CB1BC9ED4471}">
      <dsp:nvSpPr>
        <dsp:cNvPr id="0" name=""/>
        <dsp:cNvSpPr/>
      </dsp:nvSpPr>
      <dsp:spPr>
        <a:xfrm>
          <a:off x="3428644" y="638778"/>
          <a:ext cx="684245" cy="456163"/>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2</a:t>
          </a:r>
        </a:p>
      </dsp:txBody>
      <dsp:txXfrm>
        <a:off x="3442005" y="652139"/>
        <a:ext cx="657523" cy="42944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21162A-D218-45BB-BF46-EB893897CD16}">
      <dsp:nvSpPr>
        <dsp:cNvPr id="0" name=""/>
        <dsp:cNvSpPr/>
      </dsp:nvSpPr>
      <dsp:spPr>
        <a:xfrm>
          <a:off x="990210" y="1645"/>
          <a:ext cx="3895195" cy="998395"/>
        </a:xfrm>
        <a:prstGeom prst="roundRect">
          <a:avLst>
            <a:gd name="adj" fmla="val 10000"/>
          </a:avLst>
        </a:prstGeom>
        <a:solidFill>
          <a:schemeClr val="accent3">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Not Full, Not Complete</a:t>
          </a:r>
        </a:p>
      </dsp:txBody>
      <dsp:txXfrm>
        <a:off x="1019452" y="30887"/>
        <a:ext cx="3836711" cy="939911"/>
      </dsp:txXfrm>
    </dsp:sp>
    <dsp:sp modelId="{1E0CA7C2-3741-46C1-BDB6-6FC5DC59B166}">
      <dsp:nvSpPr>
        <dsp:cNvPr id="0" name=""/>
        <dsp:cNvSpPr/>
      </dsp:nvSpPr>
      <dsp:spPr>
        <a:xfrm>
          <a:off x="2892088" y="1000040"/>
          <a:ext cx="91440" cy="399358"/>
        </a:xfrm>
        <a:custGeom>
          <a:avLst/>
          <a:gdLst/>
          <a:ahLst/>
          <a:cxnLst/>
          <a:rect l="0" t="0" r="0" b="0"/>
          <a:pathLst>
            <a:path>
              <a:moveTo>
                <a:pt x="45720" y="0"/>
              </a:moveTo>
              <a:lnTo>
                <a:pt x="45720" y="399358"/>
              </a:lnTo>
            </a:path>
          </a:pathLst>
        </a:custGeom>
        <a:noFill/>
        <a:ln w="12700" cap="flat" cmpd="sng" algn="ctr">
          <a:solidFill>
            <a:schemeClr val="accent3">
              <a:tint val="99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2F6662-8029-4814-AA6A-74DE37F8F33B}">
      <dsp:nvSpPr>
        <dsp:cNvPr id="0" name=""/>
        <dsp:cNvSpPr/>
      </dsp:nvSpPr>
      <dsp:spPr>
        <a:xfrm>
          <a:off x="2189011" y="1399399"/>
          <a:ext cx="1497593" cy="998395"/>
        </a:xfrm>
        <a:prstGeom prst="roundRect">
          <a:avLst>
            <a:gd name="adj" fmla="val 10000"/>
          </a:avLst>
        </a:prstGeom>
        <a:solidFill>
          <a:schemeClr val="accent3">
            <a:tint val="99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Can you make one?</a:t>
          </a:r>
        </a:p>
      </dsp:txBody>
      <dsp:txXfrm>
        <a:off x="2218253" y="1428641"/>
        <a:ext cx="1439109" cy="93991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CA5F22-07F0-4A7E-B72E-5AFD65F6DB71}">
      <dsp:nvSpPr>
        <dsp:cNvPr id="0" name=""/>
        <dsp:cNvSpPr/>
      </dsp:nvSpPr>
      <dsp:spPr>
        <a:xfrm>
          <a:off x="1835092" y="126186"/>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5019</a:t>
          </a:r>
        </a:p>
      </dsp:txBody>
      <dsp:txXfrm>
        <a:off x="1853442" y="144536"/>
        <a:ext cx="903074" cy="589816"/>
      </dsp:txXfrm>
    </dsp:sp>
    <dsp:sp modelId="{D1F98DF7-1D48-45FA-A919-9F90BEB2E636}">
      <dsp:nvSpPr>
        <dsp:cNvPr id="0" name=""/>
        <dsp:cNvSpPr/>
      </dsp:nvSpPr>
      <dsp:spPr>
        <a:xfrm>
          <a:off x="1083273" y="752702"/>
          <a:ext cx="1221706" cy="250606"/>
        </a:xfrm>
        <a:custGeom>
          <a:avLst/>
          <a:gdLst/>
          <a:ahLst/>
          <a:cxnLst/>
          <a:rect l="0" t="0" r="0" b="0"/>
          <a:pathLst>
            <a:path>
              <a:moveTo>
                <a:pt x="1221706" y="0"/>
              </a:moveTo>
              <a:lnTo>
                <a:pt x="1221706" y="125303"/>
              </a:lnTo>
              <a:lnTo>
                <a:pt x="0" y="125303"/>
              </a:lnTo>
              <a:lnTo>
                <a:pt x="0" y="250606"/>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E2E4C9-8FCA-4BEB-878C-C601778A1117}">
      <dsp:nvSpPr>
        <dsp:cNvPr id="0" name=""/>
        <dsp:cNvSpPr/>
      </dsp:nvSpPr>
      <dsp:spPr>
        <a:xfrm>
          <a:off x="613385" y="1003309"/>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4669</a:t>
          </a:r>
        </a:p>
      </dsp:txBody>
      <dsp:txXfrm>
        <a:off x="631735" y="1021659"/>
        <a:ext cx="903074" cy="589816"/>
      </dsp:txXfrm>
    </dsp:sp>
    <dsp:sp modelId="{9C5D0159-BA6D-453E-A02F-EDBB98977592}">
      <dsp:nvSpPr>
        <dsp:cNvPr id="0" name=""/>
        <dsp:cNvSpPr/>
      </dsp:nvSpPr>
      <dsp:spPr>
        <a:xfrm>
          <a:off x="472419" y="1629825"/>
          <a:ext cx="610853" cy="250606"/>
        </a:xfrm>
        <a:custGeom>
          <a:avLst/>
          <a:gdLst/>
          <a:ahLst/>
          <a:cxnLst/>
          <a:rect l="0" t="0" r="0" b="0"/>
          <a:pathLst>
            <a:path>
              <a:moveTo>
                <a:pt x="610853" y="0"/>
              </a:moveTo>
              <a:lnTo>
                <a:pt x="610853" y="125303"/>
              </a:lnTo>
              <a:lnTo>
                <a:pt x="0" y="125303"/>
              </a:lnTo>
              <a:lnTo>
                <a:pt x="0" y="25060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94EE04-DD41-47DB-8CB8-815B7EA1C252}">
      <dsp:nvSpPr>
        <dsp:cNvPr id="0" name=""/>
        <dsp:cNvSpPr/>
      </dsp:nvSpPr>
      <dsp:spPr>
        <a:xfrm>
          <a:off x="2532" y="1880432"/>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4930</a:t>
          </a:r>
        </a:p>
      </dsp:txBody>
      <dsp:txXfrm>
        <a:off x="20882" y="1898782"/>
        <a:ext cx="903074" cy="589816"/>
      </dsp:txXfrm>
    </dsp:sp>
    <dsp:sp modelId="{AAC03E44-59F1-479F-8875-93DBAF4C6792}">
      <dsp:nvSpPr>
        <dsp:cNvPr id="0" name=""/>
        <dsp:cNvSpPr/>
      </dsp:nvSpPr>
      <dsp:spPr>
        <a:xfrm>
          <a:off x="1083273" y="1629825"/>
          <a:ext cx="610853" cy="250606"/>
        </a:xfrm>
        <a:custGeom>
          <a:avLst/>
          <a:gdLst/>
          <a:ahLst/>
          <a:cxnLst/>
          <a:rect l="0" t="0" r="0" b="0"/>
          <a:pathLst>
            <a:path>
              <a:moveTo>
                <a:pt x="0" y="0"/>
              </a:moveTo>
              <a:lnTo>
                <a:pt x="0" y="125303"/>
              </a:lnTo>
              <a:lnTo>
                <a:pt x="610853" y="125303"/>
              </a:lnTo>
              <a:lnTo>
                <a:pt x="610853" y="25060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26C293-6747-4E04-9E85-534987BD2007}">
      <dsp:nvSpPr>
        <dsp:cNvPr id="0" name=""/>
        <dsp:cNvSpPr/>
      </dsp:nvSpPr>
      <dsp:spPr>
        <a:xfrm>
          <a:off x="1224239" y="1880432"/>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4901</a:t>
          </a:r>
        </a:p>
      </dsp:txBody>
      <dsp:txXfrm>
        <a:off x="1242589" y="1898782"/>
        <a:ext cx="903074" cy="589816"/>
      </dsp:txXfrm>
    </dsp:sp>
    <dsp:sp modelId="{0CC98026-1B67-4C01-B994-B95F573A55C0}">
      <dsp:nvSpPr>
        <dsp:cNvPr id="0" name=""/>
        <dsp:cNvSpPr/>
      </dsp:nvSpPr>
      <dsp:spPr>
        <a:xfrm>
          <a:off x="2304980" y="752702"/>
          <a:ext cx="1221706" cy="250606"/>
        </a:xfrm>
        <a:custGeom>
          <a:avLst/>
          <a:gdLst/>
          <a:ahLst/>
          <a:cxnLst/>
          <a:rect l="0" t="0" r="0" b="0"/>
          <a:pathLst>
            <a:path>
              <a:moveTo>
                <a:pt x="0" y="0"/>
              </a:moveTo>
              <a:lnTo>
                <a:pt x="0" y="125303"/>
              </a:lnTo>
              <a:lnTo>
                <a:pt x="1221706" y="125303"/>
              </a:lnTo>
              <a:lnTo>
                <a:pt x="1221706" y="250606"/>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9DDF9F-7EB6-4AD4-A09A-A31A96BA400C}">
      <dsp:nvSpPr>
        <dsp:cNvPr id="0" name=""/>
        <dsp:cNvSpPr/>
      </dsp:nvSpPr>
      <dsp:spPr>
        <a:xfrm>
          <a:off x="3056799" y="1003309"/>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5040</a:t>
          </a:r>
        </a:p>
      </dsp:txBody>
      <dsp:txXfrm>
        <a:off x="3075149" y="1021659"/>
        <a:ext cx="903074" cy="589816"/>
      </dsp:txXfrm>
    </dsp:sp>
    <dsp:sp modelId="{E0CBFD70-825A-43BE-8351-9AABF71770EE}">
      <dsp:nvSpPr>
        <dsp:cNvPr id="0" name=""/>
        <dsp:cNvSpPr/>
      </dsp:nvSpPr>
      <dsp:spPr>
        <a:xfrm>
          <a:off x="2915833" y="1629825"/>
          <a:ext cx="610853" cy="250606"/>
        </a:xfrm>
        <a:custGeom>
          <a:avLst/>
          <a:gdLst/>
          <a:ahLst/>
          <a:cxnLst/>
          <a:rect l="0" t="0" r="0" b="0"/>
          <a:pathLst>
            <a:path>
              <a:moveTo>
                <a:pt x="610853" y="0"/>
              </a:moveTo>
              <a:lnTo>
                <a:pt x="610853" y="125303"/>
              </a:lnTo>
              <a:lnTo>
                <a:pt x="0" y="125303"/>
              </a:lnTo>
              <a:lnTo>
                <a:pt x="0" y="25060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C63445-954D-49D2-B8D4-A035A3477DFB}">
      <dsp:nvSpPr>
        <dsp:cNvPr id="0" name=""/>
        <dsp:cNvSpPr/>
      </dsp:nvSpPr>
      <dsp:spPr>
        <a:xfrm>
          <a:off x="2445946" y="1880432"/>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4910</a:t>
          </a:r>
        </a:p>
      </dsp:txBody>
      <dsp:txXfrm>
        <a:off x="2464296" y="1898782"/>
        <a:ext cx="903074" cy="589816"/>
      </dsp:txXfrm>
    </dsp:sp>
    <dsp:sp modelId="{FB339859-F091-4EB2-94DA-B21E53AE8D93}">
      <dsp:nvSpPr>
        <dsp:cNvPr id="0" name=""/>
        <dsp:cNvSpPr/>
      </dsp:nvSpPr>
      <dsp:spPr>
        <a:xfrm>
          <a:off x="3526686" y="1629825"/>
          <a:ext cx="610853" cy="250606"/>
        </a:xfrm>
        <a:custGeom>
          <a:avLst/>
          <a:gdLst/>
          <a:ahLst/>
          <a:cxnLst/>
          <a:rect l="0" t="0" r="0" b="0"/>
          <a:pathLst>
            <a:path>
              <a:moveTo>
                <a:pt x="0" y="0"/>
              </a:moveTo>
              <a:lnTo>
                <a:pt x="0" y="125303"/>
              </a:lnTo>
              <a:lnTo>
                <a:pt x="610853" y="125303"/>
              </a:lnTo>
              <a:lnTo>
                <a:pt x="610853" y="25060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97E05D-EBF3-457C-8ACF-94336F789532}">
      <dsp:nvSpPr>
        <dsp:cNvPr id="0" name=""/>
        <dsp:cNvSpPr/>
      </dsp:nvSpPr>
      <dsp:spPr>
        <a:xfrm>
          <a:off x="3667653" y="1880432"/>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5144</a:t>
          </a:r>
        </a:p>
      </dsp:txBody>
      <dsp:txXfrm>
        <a:off x="3686003" y="1898782"/>
        <a:ext cx="903074" cy="58981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CA5F22-07F0-4A7E-B72E-5AFD65F6DB71}">
      <dsp:nvSpPr>
        <dsp:cNvPr id="0" name=""/>
        <dsp:cNvSpPr/>
      </dsp:nvSpPr>
      <dsp:spPr>
        <a:xfrm>
          <a:off x="1835092" y="126186"/>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5019</a:t>
          </a:r>
        </a:p>
      </dsp:txBody>
      <dsp:txXfrm>
        <a:off x="1853442" y="144536"/>
        <a:ext cx="903074" cy="589816"/>
      </dsp:txXfrm>
    </dsp:sp>
    <dsp:sp modelId="{D1F98DF7-1D48-45FA-A919-9F90BEB2E636}">
      <dsp:nvSpPr>
        <dsp:cNvPr id="0" name=""/>
        <dsp:cNvSpPr/>
      </dsp:nvSpPr>
      <dsp:spPr>
        <a:xfrm>
          <a:off x="1083273" y="752702"/>
          <a:ext cx="1221706" cy="250606"/>
        </a:xfrm>
        <a:custGeom>
          <a:avLst/>
          <a:gdLst/>
          <a:ahLst/>
          <a:cxnLst/>
          <a:rect l="0" t="0" r="0" b="0"/>
          <a:pathLst>
            <a:path>
              <a:moveTo>
                <a:pt x="1221706" y="0"/>
              </a:moveTo>
              <a:lnTo>
                <a:pt x="1221706" y="125303"/>
              </a:lnTo>
              <a:lnTo>
                <a:pt x="0" y="125303"/>
              </a:lnTo>
              <a:lnTo>
                <a:pt x="0" y="250606"/>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E2E4C9-8FCA-4BEB-878C-C601778A1117}">
      <dsp:nvSpPr>
        <dsp:cNvPr id="0" name=""/>
        <dsp:cNvSpPr/>
      </dsp:nvSpPr>
      <dsp:spPr>
        <a:xfrm>
          <a:off x="613385" y="1003309"/>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4669</a:t>
          </a:r>
        </a:p>
      </dsp:txBody>
      <dsp:txXfrm>
        <a:off x="631735" y="1021659"/>
        <a:ext cx="903074" cy="589816"/>
      </dsp:txXfrm>
    </dsp:sp>
    <dsp:sp modelId="{9C5D0159-BA6D-453E-A02F-EDBB98977592}">
      <dsp:nvSpPr>
        <dsp:cNvPr id="0" name=""/>
        <dsp:cNvSpPr/>
      </dsp:nvSpPr>
      <dsp:spPr>
        <a:xfrm>
          <a:off x="472419" y="1629825"/>
          <a:ext cx="610853" cy="250606"/>
        </a:xfrm>
        <a:custGeom>
          <a:avLst/>
          <a:gdLst/>
          <a:ahLst/>
          <a:cxnLst/>
          <a:rect l="0" t="0" r="0" b="0"/>
          <a:pathLst>
            <a:path>
              <a:moveTo>
                <a:pt x="610853" y="0"/>
              </a:moveTo>
              <a:lnTo>
                <a:pt x="610853" y="125303"/>
              </a:lnTo>
              <a:lnTo>
                <a:pt x="0" y="125303"/>
              </a:lnTo>
              <a:lnTo>
                <a:pt x="0" y="25060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94EE04-DD41-47DB-8CB8-815B7EA1C252}">
      <dsp:nvSpPr>
        <dsp:cNvPr id="0" name=""/>
        <dsp:cNvSpPr/>
      </dsp:nvSpPr>
      <dsp:spPr>
        <a:xfrm>
          <a:off x="2532" y="1880432"/>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4930</a:t>
          </a:r>
        </a:p>
      </dsp:txBody>
      <dsp:txXfrm>
        <a:off x="20882" y="1898782"/>
        <a:ext cx="903074" cy="589816"/>
      </dsp:txXfrm>
    </dsp:sp>
    <dsp:sp modelId="{AAC03E44-59F1-479F-8875-93DBAF4C6792}">
      <dsp:nvSpPr>
        <dsp:cNvPr id="0" name=""/>
        <dsp:cNvSpPr/>
      </dsp:nvSpPr>
      <dsp:spPr>
        <a:xfrm>
          <a:off x="1083273" y="1629825"/>
          <a:ext cx="610853" cy="250606"/>
        </a:xfrm>
        <a:custGeom>
          <a:avLst/>
          <a:gdLst/>
          <a:ahLst/>
          <a:cxnLst/>
          <a:rect l="0" t="0" r="0" b="0"/>
          <a:pathLst>
            <a:path>
              <a:moveTo>
                <a:pt x="0" y="0"/>
              </a:moveTo>
              <a:lnTo>
                <a:pt x="0" y="125303"/>
              </a:lnTo>
              <a:lnTo>
                <a:pt x="610853" y="125303"/>
              </a:lnTo>
              <a:lnTo>
                <a:pt x="610853" y="25060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26C293-6747-4E04-9E85-534987BD2007}">
      <dsp:nvSpPr>
        <dsp:cNvPr id="0" name=""/>
        <dsp:cNvSpPr/>
      </dsp:nvSpPr>
      <dsp:spPr>
        <a:xfrm>
          <a:off x="1224239" y="1880432"/>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4901</a:t>
          </a:r>
        </a:p>
      </dsp:txBody>
      <dsp:txXfrm>
        <a:off x="1242589" y="1898782"/>
        <a:ext cx="903074" cy="589816"/>
      </dsp:txXfrm>
    </dsp:sp>
    <dsp:sp modelId="{0CC98026-1B67-4C01-B994-B95F573A55C0}">
      <dsp:nvSpPr>
        <dsp:cNvPr id="0" name=""/>
        <dsp:cNvSpPr/>
      </dsp:nvSpPr>
      <dsp:spPr>
        <a:xfrm>
          <a:off x="2304980" y="752702"/>
          <a:ext cx="1221706" cy="250606"/>
        </a:xfrm>
        <a:custGeom>
          <a:avLst/>
          <a:gdLst/>
          <a:ahLst/>
          <a:cxnLst/>
          <a:rect l="0" t="0" r="0" b="0"/>
          <a:pathLst>
            <a:path>
              <a:moveTo>
                <a:pt x="0" y="0"/>
              </a:moveTo>
              <a:lnTo>
                <a:pt x="0" y="125303"/>
              </a:lnTo>
              <a:lnTo>
                <a:pt x="1221706" y="125303"/>
              </a:lnTo>
              <a:lnTo>
                <a:pt x="1221706" y="250606"/>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9DDF9F-7EB6-4AD4-A09A-A31A96BA400C}">
      <dsp:nvSpPr>
        <dsp:cNvPr id="0" name=""/>
        <dsp:cNvSpPr/>
      </dsp:nvSpPr>
      <dsp:spPr>
        <a:xfrm>
          <a:off x="3056799" y="1003309"/>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5040</a:t>
          </a:r>
        </a:p>
      </dsp:txBody>
      <dsp:txXfrm>
        <a:off x="3075149" y="1021659"/>
        <a:ext cx="903074" cy="589816"/>
      </dsp:txXfrm>
    </dsp:sp>
    <dsp:sp modelId="{E0CBFD70-825A-43BE-8351-9AABF71770EE}">
      <dsp:nvSpPr>
        <dsp:cNvPr id="0" name=""/>
        <dsp:cNvSpPr/>
      </dsp:nvSpPr>
      <dsp:spPr>
        <a:xfrm>
          <a:off x="2915833" y="1629825"/>
          <a:ext cx="610853" cy="250606"/>
        </a:xfrm>
        <a:custGeom>
          <a:avLst/>
          <a:gdLst/>
          <a:ahLst/>
          <a:cxnLst/>
          <a:rect l="0" t="0" r="0" b="0"/>
          <a:pathLst>
            <a:path>
              <a:moveTo>
                <a:pt x="610853" y="0"/>
              </a:moveTo>
              <a:lnTo>
                <a:pt x="610853" y="125303"/>
              </a:lnTo>
              <a:lnTo>
                <a:pt x="0" y="125303"/>
              </a:lnTo>
              <a:lnTo>
                <a:pt x="0" y="25060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C63445-954D-49D2-B8D4-A035A3477DFB}">
      <dsp:nvSpPr>
        <dsp:cNvPr id="0" name=""/>
        <dsp:cNvSpPr/>
      </dsp:nvSpPr>
      <dsp:spPr>
        <a:xfrm>
          <a:off x="2445946" y="1880432"/>
          <a:ext cx="939774" cy="62651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4910</a:t>
          </a:r>
        </a:p>
      </dsp:txBody>
      <dsp:txXfrm>
        <a:off x="2464296" y="1898782"/>
        <a:ext cx="903074" cy="589816"/>
      </dsp:txXfrm>
    </dsp:sp>
    <dsp:sp modelId="{FB339859-F091-4EB2-94DA-B21E53AE8D93}">
      <dsp:nvSpPr>
        <dsp:cNvPr id="0" name=""/>
        <dsp:cNvSpPr/>
      </dsp:nvSpPr>
      <dsp:spPr>
        <a:xfrm>
          <a:off x="3526686" y="1629825"/>
          <a:ext cx="610853" cy="250606"/>
        </a:xfrm>
        <a:custGeom>
          <a:avLst/>
          <a:gdLst/>
          <a:ahLst/>
          <a:cxnLst/>
          <a:rect l="0" t="0" r="0" b="0"/>
          <a:pathLst>
            <a:path>
              <a:moveTo>
                <a:pt x="0" y="0"/>
              </a:moveTo>
              <a:lnTo>
                <a:pt x="0" y="125303"/>
              </a:lnTo>
              <a:lnTo>
                <a:pt x="610853" y="125303"/>
              </a:lnTo>
              <a:lnTo>
                <a:pt x="610853" y="25060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97E05D-EBF3-457C-8ACF-94336F789532}">
      <dsp:nvSpPr>
        <dsp:cNvPr id="0" name=""/>
        <dsp:cNvSpPr/>
      </dsp:nvSpPr>
      <dsp:spPr>
        <a:xfrm>
          <a:off x="3667653" y="1880432"/>
          <a:ext cx="939774" cy="626516"/>
        </a:xfrm>
        <a:prstGeom prst="roundRect">
          <a:avLst>
            <a:gd name="adj" fmla="val 10000"/>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5144</a:t>
          </a:r>
        </a:p>
      </dsp:txBody>
      <dsp:txXfrm>
        <a:off x="3686003" y="1898782"/>
        <a:ext cx="903074" cy="58981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CA5F22-07F0-4A7E-B72E-5AFD65F6DB71}">
      <dsp:nvSpPr>
        <dsp:cNvPr id="0" name=""/>
        <dsp:cNvSpPr/>
      </dsp:nvSpPr>
      <dsp:spPr>
        <a:xfrm>
          <a:off x="1820684" y="1425"/>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5051</a:t>
          </a:r>
        </a:p>
      </dsp:txBody>
      <dsp:txXfrm>
        <a:off x="1834244" y="14985"/>
        <a:ext cx="667363" cy="435868"/>
      </dsp:txXfrm>
    </dsp:sp>
    <dsp:sp modelId="{35B69D88-D057-4B41-9DC3-956A15FD822C}">
      <dsp:nvSpPr>
        <dsp:cNvPr id="0" name=""/>
        <dsp:cNvSpPr/>
      </dsp:nvSpPr>
      <dsp:spPr>
        <a:xfrm>
          <a:off x="813683" y="464413"/>
          <a:ext cx="1354242" cy="185195"/>
        </a:xfrm>
        <a:custGeom>
          <a:avLst/>
          <a:gdLst/>
          <a:ahLst/>
          <a:cxnLst/>
          <a:rect l="0" t="0" r="0" b="0"/>
          <a:pathLst>
            <a:path>
              <a:moveTo>
                <a:pt x="1354242" y="0"/>
              </a:moveTo>
              <a:lnTo>
                <a:pt x="1354242" y="92597"/>
              </a:lnTo>
              <a:lnTo>
                <a:pt x="0" y="92597"/>
              </a:lnTo>
              <a:lnTo>
                <a:pt x="0" y="185195"/>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1758A3-7D0E-4BEB-A1E9-DE880B0C591F}">
      <dsp:nvSpPr>
        <dsp:cNvPr id="0" name=""/>
        <dsp:cNvSpPr/>
      </dsp:nvSpPr>
      <dsp:spPr>
        <a:xfrm>
          <a:off x="466442" y="649609"/>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4946</a:t>
          </a:r>
        </a:p>
      </dsp:txBody>
      <dsp:txXfrm>
        <a:off x="480002" y="663169"/>
        <a:ext cx="667363" cy="435868"/>
      </dsp:txXfrm>
    </dsp:sp>
    <dsp:sp modelId="{F2E1836F-EB49-4F51-9122-2C516A2D50ED}">
      <dsp:nvSpPr>
        <dsp:cNvPr id="0" name=""/>
        <dsp:cNvSpPr/>
      </dsp:nvSpPr>
      <dsp:spPr>
        <a:xfrm>
          <a:off x="362269" y="1112598"/>
          <a:ext cx="451414" cy="185195"/>
        </a:xfrm>
        <a:custGeom>
          <a:avLst/>
          <a:gdLst/>
          <a:ahLst/>
          <a:cxnLst/>
          <a:rect l="0" t="0" r="0" b="0"/>
          <a:pathLst>
            <a:path>
              <a:moveTo>
                <a:pt x="451414" y="0"/>
              </a:moveTo>
              <a:lnTo>
                <a:pt x="451414" y="92597"/>
              </a:lnTo>
              <a:lnTo>
                <a:pt x="0" y="92597"/>
              </a:lnTo>
              <a:lnTo>
                <a:pt x="0"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579D2-50FA-4DD3-B828-6A6AC27C8028}">
      <dsp:nvSpPr>
        <dsp:cNvPr id="0" name=""/>
        <dsp:cNvSpPr/>
      </dsp:nvSpPr>
      <dsp:spPr>
        <a:xfrm>
          <a:off x="15027" y="1297793"/>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4910</a:t>
          </a:r>
        </a:p>
      </dsp:txBody>
      <dsp:txXfrm>
        <a:off x="28587" y="1311353"/>
        <a:ext cx="667363" cy="435868"/>
      </dsp:txXfrm>
    </dsp:sp>
    <dsp:sp modelId="{F4201962-1B20-4292-8178-9C0220FD91B6}">
      <dsp:nvSpPr>
        <dsp:cNvPr id="0" name=""/>
        <dsp:cNvSpPr/>
      </dsp:nvSpPr>
      <dsp:spPr>
        <a:xfrm>
          <a:off x="813683" y="1112598"/>
          <a:ext cx="451414" cy="185195"/>
        </a:xfrm>
        <a:custGeom>
          <a:avLst/>
          <a:gdLst/>
          <a:ahLst/>
          <a:cxnLst/>
          <a:rect l="0" t="0" r="0" b="0"/>
          <a:pathLst>
            <a:path>
              <a:moveTo>
                <a:pt x="0" y="0"/>
              </a:moveTo>
              <a:lnTo>
                <a:pt x="0" y="92597"/>
              </a:lnTo>
              <a:lnTo>
                <a:pt x="451414" y="92597"/>
              </a:lnTo>
              <a:lnTo>
                <a:pt x="451414"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8E9F48-6D5C-4926-AD5F-33716BDEE766}">
      <dsp:nvSpPr>
        <dsp:cNvPr id="0" name=""/>
        <dsp:cNvSpPr/>
      </dsp:nvSpPr>
      <dsp:spPr>
        <a:xfrm>
          <a:off x="917856" y="1297793"/>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4967</a:t>
          </a:r>
        </a:p>
      </dsp:txBody>
      <dsp:txXfrm>
        <a:off x="931416" y="1311353"/>
        <a:ext cx="667363" cy="435868"/>
      </dsp:txXfrm>
    </dsp:sp>
    <dsp:sp modelId="{7444DC43-56D1-430A-9BF8-3314B5AB5FB5}">
      <dsp:nvSpPr>
        <dsp:cNvPr id="0" name=""/>
        <dsp:cNvSpPr/>
      </dsp:nvSpPr>
      <dsp:spPr>
        <a:xfrm>
          <a:off x="2167925" y="464413"/>
          <a:ext cx="1354242" cy="185195"/>
        </a:xfrm>
        <a:custGeom>
          <a:avLst/>
          <a:gdLst/>
          <a:ahLst/>
          <a:cxnLst/>
          <a:rect l="0" t="0" r="0" b="0"/>
          <a:pathLst>
            <a:path>
              <a:moveTo>
                <a:pt x="0" y="0"/>
              </a:moveTo>
              <a:lnTo>
                <a:pt x="0" y="92597"/>
              </a:lnTo>
              <a:lnTo>
                <a:pt x="1354242" y="92597"/>
              </a:lnTo>
              <a:lnTo>
                <a:pt x="1354242" y="185195"/>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B889C3-3AD2-4569-8039-004EBE75F227}">
      <dsp:nvSpPr>
        <dsp:cNvPr id="0" name=""/>
        <dsp:cNvSpPr/>
      </dsp:nvSpPr>
      <dsp:spPr>
        <a:xfrm>
          <a:off x="3174926" y="649609"/>
          <a:ext cx="694483" cy="462988"/>
        </a:xfrm>
        <a:prstGeom prst="roundRect">
          <a:avLst>
            <a:gd name="adj" fmla="val 10000"/>
          </a:avLst>
        </a:prstGeom>
        <a:solidFill>
          <a:srgbClr val="FF00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5139</a:t>
          </a:r>
        </a:p>
      </dsp:txBody>
      <dsp:txXfrm>
        <a:off x="3188486" y="663169"/>
        <a:ext cx="667363" cy="435868"/>
      </dsp:txXfrm>
    </dsp:sp>
    <dsp:sp modelId="{1641557C-2449-4270-A648-DDFC4D4D06CF}">
      <dsp:nvSpPr>
        <dsp:cNvPr id="0" name=""/>
        <dsp:cNvSpPr/>
      </dsp:nvSpPr>
      <dsp:spPr>
        <a:xfrm>
          <a:off x="2619340" y="1112598"/>
          <a:ext cx="902828" cy="185195"/>
        </a:xfrm>
        <a:custGeom>
          <a:avLst/>
          <a:gdLst/>
          <a:ahLst/>
          <a:cxnLst/>
          <a:rect l="0" t="0" r="0" b="0"/>
          <a:pathLst>
            <a:path>
              <a:moveTo>
                <a:pt x="902828" y="0"/>
              </a:moveTo>
              <a:lnTo>
                <a:pt x="902828" y="92597"/>
              </a:lnTo>
              <a:lnTo>
                <a:pt x="0" y="92597"/>
              </a:lnTo>
              <a:lnTo>
                <a:pt x="0"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CBD695-7B60-4261-BFDC-BED9D3C79DB9}">
      <dsp:nvSpPr>
        <dsp:cNvPr id="0" name=""/>
        <dsp:cNvSpPr/>
      </dsp:nvSpPr>
      <dsp:spPr>
        <a:xfrm>
          <a:off x="2272098" y="1297793"/>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5073</a:t>
          </a:r>
        </a:p>
      </dsp:txBody>
      <dsp:txXfrm>
        <a:off x="2285658" y="1311353"/>
        <a:ext cx="667363" cy="435868"/>
      </dsp:txXfrm>
    </dsp:sp>
    <dsp:sp modelId="{A570DECE-03F8-48FB-94BC-2B57B52D2776}">
      <dsp:nvSpPr>
        <dsp:cNvPr id="0" name=""/>
        <dsp:cNvSpPr/>
      </dsp:nvSpPr>
      <dsp:spPr>
        <a:xfrm>
          <a:off x="2167925" y="1760782"/>
          <a:ext cx="451414" cy="185195"/>
        </a:xfrm>
        <a:custGeom>
          <a:avLst/>
          <a:gdLst/>
          <a:ahLst/>
          <a:cxnLst/>
          <a:rect l="0" t="0" r="0" b="0"/>
          <a:pathLst>
            <a:path>
              <a:moveTo>
                <a:pt x="451414" y="0"/>
              </a:moveTo>
              <a:lnTo>
                <a:pt x="451414" y="92597"/>
              </a:lnTo>
              <a:lnTo>
                <a:pt x="0" y="92597"/>
              </a:lnTo>
              <a:lnTo>
                <a:pt x="0"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897ED6-ADC4-4B96-B561-A8941931A2AB}">
      <dsp:nvSpPr>
        <dsp:cNvPr id="0" name=""/>
        <dsp:cNvSpPr/>
      </dsp:nvSpPr>
      <dsp:spPr>
        <a:xfrm>
          <a:off x="1820684" y="1945978"/>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5044</a:t>
          </a:r>
        </a:p>
      </dsp:txBody>
      <dsp:txXfrm>
        <a:off x="1834244" y="1959538"/>
        <a:ext cx="667363" cy="435868"/>
      </dsp:txXfrm>
    </dsp:sp>
    <dsp:sp modelId="{CE62B8BC-8778-4500-881A-9341B66F15A4}">
      <dsp:nvSpPr>
        <dsp:cNvPr id="0" name=""/>
        <dsp:cNvSpPr/>
      </dsp:nvSpPr>
      <dsp:spPr>
        <a:xfrm>
          <a:off x="2619340" y="1760782"/>
          <a:ext cx="451414" cy="185195"/>
        </a:xfrm>
        <a:custGeom>
          <a:avLst/>
          <a:gdLst/>
          <a:ahLst/>
          <a:cxnLst/>
          <a:rect l="0" t="0" r="0" b="0"/>
          <a:pathLst>
            <a:path>
              <a:moveTo>
                <a:pt x="0" y="0"/>
              </a:moveTo>
              <a:lnTo>
                <a:pt x="0" y="92597"/>
              </a:lnTo>
              <a:lnTo>
                <a:pt x="451414" y="92597"/>
              </a:lnTo>
              <a:lnTo>
                <a:pt x="451414"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3D91DD-BE15-48D5-8F21-D9CB7D1C34DB}">
      <dsp:nvSpPr>
        <dsp:cNvPr id="0" name=""/>
        <dsp:cNvSpPr/>
      </dsp:nvSpPr>
      <dsp:spPr>
        <a:xfrm>
          <a:off x="2723512" y="1945978"/>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5120</a:t>
          </a:r>
        </a:p>
      </dsp:txBody>
      <dsp:txXfrm>
        <a:off x="2737072" y="1959538"/>
        <a:ext cx="667363" cy="435868"/>
      </dsp:txXfrm>
    </dsp:sp>
    <dsp:sp modelId="{9917DD8C-F9DD-408B-9916-DA575BA22986}">
      <dsp:nvSpPr>
        <dsp:cNvPr id="0" name=""/>
        <dsp:cNvSpPr/>
      </dsp:nvSpPr>
      <dsp:spPr>
        <a:xfrm>
          <a:off x="3522168" y="1112598"/>
          <a:ext cx="902828" cy="185195"/>
        </a:xfrm>
        <a:custGeom>
          <a:avLst/>
          <a:gdLst/>
          <a:ahLst/>
          <a:cxnLst/>
          <a:rect l="0" t="0" r="0" b="0"/>
          <a:pathLst>
            <a:path>
              <a:moveTo>
                <a:pt x="0" y="0"/>
              </a:moveTo>
              <a:lnTo>
                <a:pt x="0" y="92597"/>
              </a:lnTo>
              <a:lnTo>
                <a:pt x="902828" y="92597"/>
              </a:lnTo>
              <a:lnTo>
                <a:pt x="902828"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12F13D-6667-4079-8245-FDBE9960B210}">
      <dsp:nvSpPr>
        <dsp:cNvPr id="0" name=""/>
        <dsp:cNvSpPr/>
      </dsp:nvSpPr>
      <dsp:spPr>
        <a:xfrm>
          <a:off x="4077754" y="1297793"/>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5187</a:t>
          </a:r>
        </a:p>
      </dsp:txBody>
      <dsp:txXfrm>
        <a:off x="4091314" y="1311353"/>
        <a:ext cx="667363" cy="435868"/>
      </dsp:txXfrm>
    </dsp:sp>
    <dsp:sp modelId="{875927FC-1B2E-4DE1-A0BE-9B6DC034B74A}">
      <dsp:nvSpPr>
        <dsp:cNvPr id="0" name=""/>
        <dsp:cNvSpPr/>
      </dsp:nvSpPr>
      <dsp:spPr>
        <a:xfrm>
          <a:off x="3973582" y="1760782"/>
          <a:ext cx="451414" cy="185195"/>
        </a:xfrm>
        <a:custGeom>
          <a:avLst/>
          <a:gdLst/>
          <a:ahLst/>
          <a:cxnLst/>
          <a:rect l="0" t="0" r="0" b="0"/>
          <a:pathLst>
            <a:path>
              <a:moveTo>
                <a:pt x="451414" y="0"/>
              </a:moveTo>
              <a:lnTo>
                <a:pt x="451414" y="92597"/>
              </a:lnTo>
              <a:lnTo>
                <a:pt x="0" y="92597"/>
              </a:lnTo>
              <a:lnTo>
                <a:pt x="0"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45D56E-0DCC-4A18-A824-5FF7A64E8E94}">
      <dsp:nvSpPr>
        <dsp:cNvPr id="0" name=""/>
        <dsp:cNvSpPr/>
      </dsp:nvSpPr>
      <dsp:spPr>
        <a:xfrm>
          <a:off x="3626340" y="1945978"/>
          <a:ext cx="694483" cy="462988"/>
        </a:xfrm>
        <a:prstGeom prst="roundRect">
          <a:avLst>
            <a:gd name="adj" fmla="val 10000"/>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5144</a:t>
          </a:r>
        </a:p>
      </dsp:txBody>
      <dsp:txXfrm>
        <a:off x="3639900" y="1959538"/>
        <a:ext cx="667363" cy="435868"/>
      </dsp:txXfrm>
    </dsp:sp>
    <dsp:sp modelId="{D8517ABA-EC97-4F06-961A-FA18CE48B40E}">
      <dsp:nvSpPr>
        <dsp:cNvPr id="0" name=""/>
        <dsp:cNvSpPr/>
      </dsp:nvSpPr>
      <dsp:spPr>
        <a:xfrm>
          <a:off x="4424996" y="1760782"/>
          <a:ext cx="451414" cy="185195"/>
        </a:xfrm>
        <a:custGeom>
          <a:avLst/>
          <a:gdLst/>
          <a:ahLst/>
          <a:cxnLst/>
          <a:rect l="0" t="0" r="0" b="0"/>
          <a:pathLst>
            <a:path>
              <a:moveTo>
                <a:pt x="0" y="0"/>
              </a:moveTo>
              <a:lnTo>
                <a:pt x="0" y="92597"/>
              </a:lnTo>
              <a:lnTo>
                <a:pt x="451414" y="92597"/>
              </a:lnTo>
              <a:lnTo>
                <a:pt x="451414"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75F383-09B5-4D4C-B802-57DEFA188B7D}">
      <dsp:nvSpPr>
        <dsp:cNvPr id="0" name=""/>
        <dsp:cNvSpPr/>
      </dsp:nvSpPr>
      <dsp:spPr>
        <a:xfrm>
          <a:off x="4529168" y="1945978"/>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5190</a:t>
          </a:r>
        </a:p>
      </dsp:txBody>
      <dsp:txXfrm>
        <a:off x="4542728" y="1959538"/>
        <a:ext cx="667363" cy="43586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CA5F22-07F0-4A7E-B72E-5AFD65F6DB71}">
      <dsp:nvSpPr>
        <dsp:cNvPr id="0" name=""/>
        <dsp:cNvSpPr/>
      </dsp:nvSpPr>
      <dsp:spPr>
        <a:xfrm>
          <a:off x="1820684" y="1425"/>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5051</a:t>
          </a:r>
        </a:p>
      </dsp:txBody>
      <dsp:txXfrm>
        <a:off x="1834244" y="14985"/>
        <a:ext cx="667363" cy="435868"/>
      </dsp:txXfrm>
    </dsp:sp>
    <dsp:sp modelId="{35B69D88-D057-4B41-9DC3-956A15FD822C}">
      <dsp:nvSpPr>
        <dsp:cNvPr id="0" name=""/>
        <dsp:cNvSpPr/>
      </dsp:nvSpPr>
      <dsp:spPr>
        <a:xfrm>
          <a:off x="813683" y="464413"/>
          <a:ext cx="1354242" cy="185195"/>
        </a:xfrm>
        <a:custGeom>
          <a:avLst/>
          <a:gdLst/>
          <a:ahLst/>
          <a:cxnLst/>
          <a:rect l="0" t="0" r="0" b="0"/>
          <a:pathLst>
            <a:path>
              <a:moveTo>
                <a:pt x="1354242" y="0"/>
              </a:moveTo>
              <a:lnTo>
                <a:pt x="1354242" y="92597"/>
              </a:lnTo>
              <a:lnTo>
                <a:pt x="0" y="92597"/>
              </a:lnTo>
              <a:lnTo>
                <a:pt x="0" y="185195"/>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1758A3-7D0E-4BEB-A1E9-DE880B0C591F}">
      <dsp:nvSpPr>
        <dsp:cNvPr id="0" name=""/>
        <dsp:cNvSpPr/>
      </dsp:nvSpPr>
      <dsp:spPr>
        <a:xfrm>
          <a:off x="466442" y="649609"/>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4946</a:t>
          </a:r>
        </a:p>
      </dsp:txBody>
      <dsp:txXfrm>
        <a:off x="480002" y="663169"/>
        <a:ext cx="667363" cy="435868"/>
      </dsp:txXfrm>
    </dsp:sp>
    <dsp:sp modelId="{F2E1836F-EB49-4F51-9122-2C516A2D50ED}">
      <dsp:nvSpPr>
        <dsp:cNvPr id="0" name=""/>
        <dsp:cNvSpPr/>
      </dsp:nvSpPr>
      <dsp:spPr>
        <a:xfrm>
          <a:off x="362269" y="1112598"/>
          <a:ext cx="451414" cy="185195"/>
        </a:xfrm>
        <a:custGeom>
          <a:avLst/>
          <a:gdLst/>
          <a:ahLst/>
          <a:cxnLst/>
          <a:rect l="0" t="0" r="0" b="0"/>
          <a:pathLst>
            <a:path>
              <a:moveTo>
                <a:pt x="451414" y="0"/>
              </a:moveTo>
              <a:lnTo>
                <a:pt x="451414" y="92597"/>
              </a:lnTo>
              <a:lnTo>
                <a:pt x="0" y="92597"/>
              </a:lnTo>
              <a:lnTo>
                <a:pt x="0"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579D2-50FA-4DD3-B828-6A6AC27C8028}">
      <dsp:nvSpPr>
        <dsp:cNvPr id="0" name=""/>
        <dsp:cNvSpPr/>
      </dsp:nvSpPr>
      <dsp:spPr>
        <a:xfrm>
          <a:off x="15027" y="1297793"/>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4910</a:t>
          </a:r>
        </a:p>
      </dsp:txBody>
      <dsp:txXfrm>
        <a:off x="28587" y="1311353"/>
        <a:ext cx="667363" cy="435868"/>
      </dsp:txXfrm>
    </dsp:sp>
    <dsp:sp modelId="{F4201962-1B20-4292-8178-9C0220FD91B6}">
      <dsp:nvSpPr>
        <dsp:cNvPr id="0" name=""/>
        <dsp:cNvSpPr/>
      </dsp:nvSpPr>
      <dsp:spPr>
        <a:xfrm>
          <a:off x="813683" y="1112598"/>
          <a:ext cx="451414" cy="185195"/>
        </a:xfrm>
        <a:custGeom>
          <a:avLst/>
          <a:gdLst/>
          <a:ahLst/>
          <a:cxnLst/>
          <a:rect l="0" t="0" r="0" b="0"/>
          <a:pathLst>
            <a:path>
              <a:moveTo>
                <a:pt x="0" y="0"/>
              </a:moveTo>
              <a:lnTo>
                <a:pt x="0" y="92597"/>
              </a:lnTo>
              <a:lnTo>
                <a:pt x="451414" y="92597"/>
              </a:lnTo>
              <a:lnTo>
                <a:pt x="451414"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8E9F48-6D5C-4926-AD5F-33716BDEE766}">
      <dsp:nvSpPr>
        <dsp:cNvPr id="0" name=""/>
        <dsp:cNvSpPr/>
      </dsp:nvSpPr>
      <dsp:spPr>
        <a:xfrm>
          <a:off x="917856" y="1297793"/>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4967</a:t>
          </a:r>
        </a:p>
      </dsp:txBody>
      <dsp:txXfrm>
        <a:off x="931416" y="1311353"/>
        <a:ext cx="667363" cy="435868"/>
      </dsp:txXfrm>
    </dsp:sp>
    <dsp:sp modelId="{7444DC43-56D1-430A-9BF8-3314B5AB5FB5}">
      <dsp:nvSpPr>
        <dsp:cNvPr id="0" name=""/>
        <dsp:cNvSpPr/>
      </dsp:nvSpPr>
      <dsp:spPr>
        <a:xfrm>
          <a:off x="2167925" y="464413"/>
          <a:ext cx="1354242" cy="185195"/>
        </a:xfrm>
        <a:custGeom>
          <a:avLst/>
          <a:gdLst/>
          <a:ahLst/>
          <a:cxnLst/>
          <a:rect l="0" t="0" r="0" b="0"/>
          <a:pathLst>
            <a:path>
              <a:moveTo>
                <a:pt x="0" y="0"/>
              </a:moveTo>
              <a:lnTo>
                <a:pt x="0" y="92597"/>
              </a:lnTo>
              <a:lnTo>
                <a:pt x="1354242" y="92597"/>
              </a:lnTo>
              <a:lnTo>
                <a:pt x="1354242" y="185195"/>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B889C3-3AD2-4569-8039-004EBE75F227}">
      <dsp:nvSpPr>
        <dsp:cNvPr id="0" name=""/>
        <dsp:cNvSpPr/>
      </dsp:nvSpPr>
      <dsp:spPr>
        <a:xfrm>
          <a:off x="3174926" y="649609"/>
          <a:ext cx="694483" cy="462988"/>
        </a:xfrm>
        <a:prstGeom prst="roundRect">
          <a:avLst>
            <a:gd name="adj" fmla="val 10000"/>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5144</a:t>
          </a:r>
        </a:p>
      </dsp:txBody>
      <dsp:txXfrm>
        <a:off x="3188486" y="663169"/>
        <a:ext cx="667363" cy="435868"/>
      </dsp:txXfrm>
    </dsp:sp>
    <dsp:sp modelId="{1641557C-2449-4270-A648-DDFC4D4D06CF}">
      <dsp:nvSpPr>
        <dsp:cNvPr id="0" name=""/>
        <dsp:cNvSpPr/>
      </dsp:nvSpPr>
      <dsp:spPr>
        <a:xfrm>
          <a:off x="2619340" y="1112598"/>
          <a:ext cx="902828" cy="185195"/>
        </a:xfrm>
        <a:custGeom>
          <a:avLst/>
          <a:gdLst/>
          <a:ahLst/>
          <a:cxnLst/>
          <a:rect l="0" t="0" r="0" b="0"/>
          <a:pathLst>
            <a:path>
              <a:moveTo>
                <a:pt x="902828" y="0"/>
              </a:moveTo>
              <a:lnTo>
                <a:pt x="902828" y="92597"/>
              </a:lnTo>
              <a:lnTo>
                <a:pt x="0" y="92597"/>
              </a:lnTo>
              <a:lnTo>
                <a:pt x="0"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CBD695-7B60-4261-BFDC-BED9D3C79DB9}">
      <dsp:nvSpPr>
        <dsp:cNvPr id="0" name=""/>
        <dsp:cNvSpPr/>
      </dsp:nvSpPr>
      <dsp:spPr>
        <a:xfrm>
          <a:off x="2272098" y="1297793"/>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5073</a:t>
          </a:r>
        </a:p>
      </dsp:txBody>
      <dsp:txXfrm>
        <a:off x="2285658" y="1311353"/>
        <a:ext cx="667363" cy="435868"/>
      </dsp:txXfrm>
    </dsp:sp>
    <dsp:sp modelId="{A570DECE-03F8-48FB-94BC-2B57B52D2776}">
      <dsp:nvSpPr>
        <dsp:cNvPr id="0" name=""/>
        <dsp:cNvSpPr/>
      </dsp:nvSpPr>
      <dsp:spPr>
        <a:xfrm>
          <a:off x="2167925" y="1760782"/>
          <a:ext cx="451414" cy="185195"/>
        </a:xfrm>
        <a:custGeom>
          <a:avLst/>
          <a:gdLst/>
          <a:ahLst/>
          <a:cxnLst/>
          <a:rect l="0" t="0" r="0" b="0"/>
          <a:pathLst>
            <a:path>
              <a:moveTo>
                <a:pt x="451414" y="0"/>
              </a:moveTo>
              <a:lnTo>
                <a:pt x="451414" y="92597"/>
              </a:lnTo>
              <a:lnTo>
                <a:pt x="0" y="92597"/>
              </a:lnTo>
              <a:lnTo>
                <a:pt x="0"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897ED6-ADC4-4B96-B561-A8941931A2AB}">
      <dsp:nvSpPr>
        <dsp:cNvPr id="0" name=""/>
        <dsp:cNvSpPr/>
      </dsp:nvSpPr>
      <dsp:spPr>
        <a:xfrm>
          <a:off x="1820684" y="1945978"/>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5044</a:t>
          </a:r>
        </a:p>
      </dsp:txBody>
      <dsp:txXfrm>
        <a:off x="1834244" y="1959538"/>
        <a:ext cx="667363" cy="435868"/>
      </dsp:txXfrm>
    </dsp:sp>
    <dsp:sp modelId="{CE62B8BC-8778-4500-881A-9341B66F15A4}">
      <dsp:nvSpPr>
        <dsp:cNvPr id="0" name=""/>
        <dsp:cNvSpPr/>
      </dsp:nvSpPr>
      <dsp:spPr>
        <a:xfrm>
          <a:off x="2619340" y="1760782"/>
          <a:ext cx="451414" cy="185195"/>
        </a:xfrm>
        <a:custGeom>
          <a:avLst/>
          <a:gdLst/>
          <a:ahLst/>
          <a:cxnLst/>
          <a:rect l="0" t="0" r="0" b="0"/>
          <a:pathLst>
            <a:path>
              <a:moveTo>
                <a:pt x="0" y="0"/>
              </a:moveTo>
              <a:lnTo>
                <a:pt x="0" y="92597"/>
              </a:lnTo>
              <a:lnTo>
                <a:pt x="451414" y="92597"/>
              </a:lnTo>
              <a:lnTo>
                <a:pt x="451414"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3D91DD-BE15-48D5-8F21-D9CB7D1C34DB}">
      <dsp:nvSpPr>
        <dsp:cNvPr id="0" name=""/>
        <dsp:cNvSpPr/>
      </dsp:nvSpPr>
      <dsp:spPr>
        <a:xfrm>
          <a:off x="2723512" y="1945978"/>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5120</a:t>
          </a:r>
        </a:p>
      </dsp:txBody>
      <dsp:txXfrm>
        <a:off x="2737072" y="1959538"/>
        <a:ext cx="667363" cy="435868"/>
      </dsp:txXfrm>
    </dsp:sp>
    <dsp:sp modelId="{9917DD8C-F9DD-408B-9916-DA575BA22986}">
      <dsp:nvSpPr>
        <dsp:cNvPr id="0" name=""/>
        <dsp:cNvSpPr/>
      </dsp:nvSpPr>
      <dsp:spPr>
        <a:xfrm>
          <a:off x="3522168" y="1112598"/>
          <a:ext cx="902828" cy="185195"/>
        </a:xfrm>
        <a:custGeom>
          <a:avLst/>
          <a:gdLst/>
          <a:ahLst/>
          <a:cxnLst/>
          <a:rect l="0" t="0" r="0" b="0"/>
          <a:pathLst>
            <a:path>
              <a:moveTo>
                <a:pt x="0" y="0"/>
              </a:moveTo>
              <a:lnTo>
                <a:pt x="0" y="92597"/>
              </a:lnTo>
              <a:lnTo>
                <a:pt x="902828" y="92597"/>
              </a:lnTo>
              <a:lnTo>
                <a:pt x="902828"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12F13D-6667-4079-8245-FDBE9960B210}">
      <dsp:nvSpPr>
        <dsp:cNvPr id="0" name=""/>
        <dsp:cNvSpPr/>
      </dsp:nvSpPr>
      <dsp:spPr>
        <a:xfrm>
          <a:off x="4077754" y="1297793"/>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5187</a:t>
          </a:r>
        </a:p>
      </dsp:txBody>
      <dsp:txXfrm>
        <a:off x="4091314" y="1311353"/>
        <a:ext cx="667363" cy="435868"/>
      </dsp:txXfrm>
    </dsp:sp>
    <dsp:sp modelId="{875927FC-1B2E-4DE1-A0BE-9B6DC034B74A}">
      <dsp:nvSpPr>
        <dsp:cNvPr id="0" name=""/>
        <dsp:cNvSpPr/>
      </dsp:nvSpPr>
      <dsp:spPr>
        <a:xfrm>
          <a:off x="3973582" y="1760782"/>
          <a:ext cx="451414" cy="185195"/>
        </a:xfrm>
        <a:custGeom>
          <a:avLst/>
          <a:gdLst/>
          <a:ahLst/>
          <a:cxnLst/>
          <a:rect l="0" t="0" r="0" b="0"/>
          <a:pathLst>
            <a:path>
              <a:moveTo>
                <a:pt x="451414" y="0"/>
              </a:moveTo>
              <a:lnTo>
                <a:pt x="451414" y="92597"/>
              </a:lnTo>
              <a:lnTo>
                <a:pt x="0" y="92597"/>
              </a:lnTo>
              <a:lnTo>
                <a:pt x="0"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45D56E-0DCC-4A18-A824-5FF7A64E8E94}">
      <dsp:nvSpPr>
        <dsp:cNvPr id="0" name=""/>
        <dsp:cNvSpPr/>
      </dsp:nvSpPr>
      <dsp:spPr>
        <a:xfrm>
          <a:off x="3626340" y="1945978"/>
          <a:ext cx="694483" cy="462988"/>
        </a:xfrm>
        <a:prstGeom prst="roundRect">
          <a:avLst>
            <a:gd name="adj" fmla="val 10000"/>
          </a:avLst>
        </a:prstGeom>
        <a:solidFill>
          <a:srgbClr val="FF00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strike="sngStrike" kern="1200" dirty="0"/>
            <a:t>5139</a:t>
          </a:r>
        </a:p>
      </dsp:txBody>
      <dsp:txXfrm>
        <a:off x="3639900" y="1959538"/>
        <a:ext cx="667363" cy="435868"/>
      </dsp:txXfrm>
    </dsp:sp>
    <dsp:sp modelId="{D8517ABA-EC97-4F06-961A-FA18CE48B40E}">
      <dsp:nvSpPr>
        <dsp:cNvPr id="0" name=""/>
        <dsp:cNvSpPr/>
      </dsp:nvSpPr>
      <dsp:spPr>
        <a:xfrm>
          <a:off x="4424996" y="1760782"/>
          <a:ext cx="451414" cy="185195"/>
        </a:xfrm>
        <a:custGeom>
          <a:avLst/>
          <a:gdLst/>
          <a:ahLst/>
          <a:cxnLst/>
          <a:rect l="0" t="0" r="0" b="0"/>
          <a:pathLst>
            <a:path>
              <a:moveTo>
                <a:pt x="0" y="0"/>
              </a:moveTo>
              <a:lnTo>
                <a:pt x="0" y="92597"/>
              </a:lnTo>
              <a:lnTo>
                <a:pt x="451414" y="92597"/>
              </a:lnTo>
              <a:lnTo>
                <a:pt x="451414" y="185195"/>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75F383-09B5-4D4C-B802-57DEFA188B7D}">
      <dsp:nvSpPr>
        <dsp:cNvPr id="0" name=""/>
        <dsp:cNvSpPr/>
      </dsp:nvSpPr>
      <dsp:spPr>
        <a:xfrm>
          <a:off x="4529168" y="1945978"/>
          <a:ext cx="694483" cy="462988"/>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5190</a:t>
          </a:r>
        </a:p>
      </dsp:txBody>
      <dsp:txXfrm>
        <a:off x="4542728" y="1959538"/>
        <a:ext cx="667363" cy="43586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CA5F22-07F0-4A7E-B72E-5AFD65F6DB71}">
      <dsp:nvSpPr>
        <dsp:cNvPr id="0" name=""/>
        <dsp:cNvSpPr/>
      </dsp:nvSpPr>
      <dsp:spPr>
        <a:xfrm>
          <a:off x="2089125" y="8353"/>
          <a:ext cx="642684" cy="42845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5051</a:t>
          </a:r>
        </a:p>
      </dsp:txBody>
      <dsp:txXfrm>
        <a:off x="2101674" y="20902"/>
        <a:ext cx="617586" cy="403358"/>
      </dsp:txXfrm>
    </dsp:sp>
    <dsp:sp modelId="{35B69D88-D057-4B41-9DC3-956A15FD822C}">
      <dsp:nvSpPr>
        <dsp:cNvPr id="0" name=""/>
        <dsp:cNvSpPr/>
      </dsp:nvSpPr>
      <dsp:spPr>
        <a:xfrm>
          <a:off x="1157232" y="436809"/>
          <a:ext cx="1253235" cy="171382"/>
        </a:xfrm>
        <a:custGeom>
          <a:avLst/>
          <a:gdLst/>
          <a:ahLst/>
          <a:cxnLst/>
          <a:rect l="0" t="0" r="0" b="0"/>
          <a:pathLst>
            <a:path>
              <a:moveTo>
                <a:pt x="1253235" y="0"/>
              </a:moveTo>
              <a:lnTo>
                <a:pt x="1253235" y="85691"/>
              </a:lnTo>
              <a:lnTo>
                <a:pt x="0" y="85691"/>
              </a:lnTo>
              <a:lnTo>
                <a:pt x="0" y="171382"/>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1758A3-7D0E-4BEB-A1E9-DE880B0C591F}">
      <dsp:nvSpPr>
        <dsp:cNvPr id="0" name=""/>
        <dsp:cNvSpPr/>
      </dsp:nvSpPr>
      <dsp:spPr>
        <a:xfrm>
          <a:off x="835889" y="608192"/>
          <a:ext cx="642684" cy="42845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4946</a:t>
          </a:r>
        </a:p>
      </dsp:txBody>
      <dsp:txXfrm>
        <a:off x="848438" y="620741"/>
        <a:ext cx="617586" cy="403358"/>
      </dsp:txXfrm>
    </dsp:sp>
    <dsp:sp modelId="{F2E1836F-EB49-4F51-9122-2C516A2D50ED}">
      <dsp:nvSpPr>
        <dsp:cNvPr id="0" name=""/>
        <dsp:cNvSpPr/>
      </dsp:nvSpPr>
      <dsp:spPr>
        <a:xfrm>
          <a:off x="739487" y="1036648"/>
          <a:ext cx="417745" cy="171382"/>
        </a:xfrm>
        <a:custGeom>
          <a:avLst/>
          <a:gdLst/>
          <a:ahLst/>
          <a:cxnLst/>
          <a:rect l="0" t="0" r="0" b="0"/>
          <a:pathLst>
            <a:path>
              <a:moveTo>
                <a:pt x="417745" y="0"/>
              </a:moveTo>
              <a:lnTo>
                <a:pt x="417745" y="85691"/>
              </a:lnTo>
              <a:lnTo>
                <a:pt x="0" y="85691"/>
              </a:lnTo>
              <a:lnTo>
                <a:pt x="0" y="171382"/>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579D2-50FA-4DD3-B828-6A6AC27C8028}">
      <dsp:nvSpPr>
        <dsp:cNvPr id="0" name=""/>
        <dsp:cNvSpPr/>
      </dsp:nvSpPr>
      <dsp:spPr>
        <a:xfrm>
          <a:off x="418144" y="1208031"/>
          <a:ext cx="642684" cy="42845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4910</a:t>
          </a:r>
        </a:p>
      </dsp:txBody>
      <dsp:txXfrm>
        <a:off x="430693" y="1220580"/>
        <a:ext cx="617586" cy="403358"/>
      </dsp:txXfrm>
    </dsp:sp>
    <dsp:sp modelId="{35D53F5E-8E63-4B77-8658-4B5302B50EDE}">
      <dsp:nvSpPr>
        <dsp:cNvPr id="0" name=""/>
        <dsp:cNvSpPr/>
      </dsp:nvSpPr>
      <dsp:spPr>
        <a:xfrm>
          <a:off x="693767" y="1636487"/>
          <a:ext cx="91440" cy="171382"/>
        </a:xfrm>
        <a:custGeom>
          <a:avLst/>
          <a:gdLst/>
          <a:ahLst/>
          <a:cxnLst/>
          <a:rect l="0" t="0" r="0" b="0"/>
          <a:pathLst>
            <a:path>
              <a:moveTo>
                <a:pt x="45720" y="0"/>
              </a:moveTo>
              <a:lnTo>
                <a:pt x="45720" y="171382"/>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58CB42-64A9-47D5-A4BB-FFD634095F17}">
      <dsp:nvSpPr>
        <dsp:cNvPr id="0" name=""/>
        <dsp:cNvSpPr/>
      </dsp:nvSpPr>
      <dsp:spPr>
        <a:xfrm>
          <a:off x="418144" y="1807870"/>
          <a:ext cx="642684" cy="42845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3826</a:t>
          </a:r>
        </a:p>
      </dsp:txBody>
      <dsp:txXfrm>
        <a:off x="430693" y="1820419"/>
        <a:ext cx="617586" cy="403358"/>
      </dsp:txXfrm>
    </dsp:sp>
    <dsp:sp modelId="{B97D96CF-015F-4957-AF59-2A858717AD0C}">
      <dsp:nvSpPr>
        <dsp:cNvPr id="0" name=""/>
        <dsp:cNvSpPr/>
      </dsp:nvSpPr>
      <dsp:spPr>
        <a:xfrm>
          <a:off x="321742" y="2236326"/>
          <a:ext cx="417745" cy="171382"/>
        </a:xfrm>
        <a:custGeom>
          <a:avLst/>
          <a:gdLst/>
          <a:ahLst/>
          <a:cxnLst/>
          <a:rect l="0" t="0" r="0" b="0"/>
          <a:pathLst>
            <a:path>
              <a:moveTo>
                <a:pt x="417745" y="0"/>
              </a:moveTo>
              <a:lnTo>
                <a:pt x="417745" y="85691"/>
              </a:lnTo>
              <a:lnTo>
                <a:pt x="0" y="85691"/>
              </a:lnTo>
              <a:lnTo>
                <a:pt x="0" y="171382"/>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8C40A1-D561-43D8-BA03-F8EA8CD6F6C2}">
      <dsp:nvSpPr>
        <dsp:cNvPr id="0" name=""/>
        <dsp:cNvSpPr/>
      </dsp:nvSpPr>
      <dsp:spPr>
        <a:xfrm>
          <a:off x="399" y="2407709"/>
          <a:ext cx="642684" cy="42845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3045</a:t>
          </a:r>
        </a:p>
      </dsp:txBody>
      <dsp:txXfrm>
        <a:off x="12948" y="2420258"/>
        <a:ext cx="617586" cy="403358"/>
      </dsp:txXfrm>
    </dsp:sp>
    <dsp:sp modelId="{CFDC5C5B-3834-4302-AC0E-3B33A0E04C79}">
      <dsp:nvSpPr>
        <dsp:cNvPr id="0" name=""/>
        <dsp:cNvSpPr/>
      </dsp:nvSpPr>
      <dsp:spPr>
        <a:xfrm>
          <a:off x="739487" y="2236326"/>
          <a:ext cx="417745" cy="171382"/>
        </a:xfrm>
        <a:custGeom>
          <a:avLst/>
          <a:gdLst/>
          <a:ahLst/>
          <a:cxnLst/>
          <a:rect l="0" t="0" r="0" b="0"/>
          <a:pathLst>
            <a:path>
              <a:moveTo>
                <a:pt x="0" y="0"/>
              </a:moveTo>
              <a:lnTo>
                <a:pt x="0" y="85691"/>
              </a:lnTo>
              <a:lnTo>
                <a:pt x="417745" y="85691"/>
              </a:lnTo>
              <a:lnTo>
                <a:pt x="417745" y="171382"/>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141811-8CBE-4ACA-8CCF-7564CBF2D96D}">
      <dsp:nvSpPr>
        <dsp:cNvPr id="0" name=""/>
        <dsp:cNvSpPr/>
      </dsp:nvSpPr>
      <dsp:spPr>
        <a:xfrm>
          <a:off x="835889" y="2407709"/>
          <a:ext cx="642684" cy="428456"/>
        </a:xfrm>
        <a:prstGeom prst="roundRect">
          <a:avLst>
            <a:gd name="adj" fmla="val 10000"/>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4901</a:t>
          </a:r>
        </a:p>
      </dsp:txBody>
      <dsp:txXfrm>
        <a:off x="848438" y="2420258"/>
        <a:ext cx="617586" cy="403358"/>
      </dsp:txXfrm>
    </dsp:sp>
    <dsp:sp modelId="{F4201962-1B20-4292-8178-9C0220FD91B6}">
      <dsp:nvSpPr>
        <dsp:cNvPr id="0" name=""/>
        <dsp:cNvSpPr/>
      </dsp:nvSpPr>
      <dsp:spPr>
        <a:xfrm>
          <a:off x="1157232" y="1036648"/>
          <a:ext cx="417745" cy="171382"/>
        </a:xfrm>
        <a:custGeom>
          <a:avLst/>
          <a:gdLst/>
          <a:ahLst/>
          <a:cxnLst/>
          <a:rect l="0" t="0" r="0" b="0"/>
          <a:pathLst>
            <a:path>
              <a:moveTo>
                <a:pt x="0" y="0"/>
              </a:moveTo>
              <a:lnTo>
                <a:pt x="0" y="85691"/>
              </a:lnTo>
              <a:lnTo>
                <a:pt x="417745" y="85691"/>
              </a:lnTo>
              <a:lnTo>
                <a:pt x="417745" y="171382"/>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78E9F48-6D5C-4926-AD5F-33716BDEE766}">
      <dsp:nvSpPr>
        <dsp:cNvPr id="0" name=""/>
        <dsp:cNvSpPr/>
      </dsp:nvSpPr>
      <dsp:spPr>
        <a:xfrm>
          <a:off x="1253634" y="1208031"/>
          <a:ext cx="642684" cy="42845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4967</a:t>
          </a:r>
        </a:p>
      </dsp:txBody>
      <dsp:txXfrm>
        <a:off x="1266183" y="1220580"/>
        <a:ext cx="617586" cy="403358"/>
      </dsp:txXfrm>
    </dsp:sp>
    <dsp:sp modelId="{7444DC43-56D1-430A-9BF8-3314B5AB5FB5}">
      <dsp:nvSpPr>
        <dsp:cNvPr id="0" name=""/>
        <dsp:cNvSpPr/>
      </dsp:nvSpPr>
      <dsp:spPr>
        <a:xfrm>
          <a:off x="2410467" y="436809"/>
          <a:ext cx="1253235" cy="171382"/>
        </a:xfrm>
        <a:custGeom>
          <a:avLst/>
          <a:gdLst/>
          <a:ahLst/>
          <a:cxnLst/>
          <a:rect l="0" t="0" r="0" b="0"/>
          <a:pathLst>
            <a:path>
              <a:moveTo>
                <a:pt x="0" y="0"/>
              </a:moveTo>
              <a:lnTo>
                <a:pt x="0" y="85691"/>
              </a:lnTo>
              <a:lnTo>
                <a:pt x="1253235" y="85691"/>
              </a:lnTo>
              <a:lnTo>
                <a:pt x="1253235" y="171382"/>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B889C3-3AD2-4569-8039-004EBE75F227}">
      <dsp:nvSpPr>
        <dsp:cNvPr id="0" name=""/>
        <dsp:cNvSpPr/>
      </dsp:nvSpPr>
      <dsp:spPr>
        <a:xfrm>
          <a:off x="3342360" y="608192"/>
          <a:ext cx="642684" cy="42845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5139</a:t>
          </a:r>
        </a:p>
      </dsp:txBody>
      <dsp:txXfrm>
        <a:off x="3354909" y="620741"/>
        <a:ext cx="617586" cy="403358"/>
      </dsp:txXfrm>
    </dsp:sp>
    <dsp:sp modelId="{1641557C-2449-4270-A648-DDFC4D4D06CF}">
      <dsp:nvSpPr>
        <dsp:cNvPr id="0" name=""/>
        <dsp:cNvSpPr/>
      </dsp:nvSpPr>
      <dsp:spPr>
        <a:xfrm>
          <a:off x="2828212" y="1036648"/>
          <a:ext cx="835490" cy="171382"/>
        </a:xfrm>
        <a:custGeom>
          <a:avLst/>
          <a:gdLst/>
          <a:ahLst/>
          <a:cxnLst/>
          <a:rect l="0" t="0" r="0" b="0"/>
          <a:pathLst>
            <a:path>
              <a:moveTo>
                <a:pt x="835490" y="0"/>
              </a:moveTo>
              <a:lnTo>
                <a:pt x="835490" y="85691"/>
              </a:lnTo>
              <a:lnTo>
                <a:pt x="0" y="85691"/>
              </a:lnTo>
              <a:lnTo>
                <a:pt x="0" y="171382"/>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CBD695-7B60-4261-BFDC-BED9D3C79DB9}">
      <dsp:nvSpPr>
        <dsp:cNvPr id="0" name=""/>
        <dsp:cNvSpPr/>
      </dsp:nvSpPr>
      <dsp:spPr>
        <a:xfrm>
          <a:off x="2506870" y="1208031"/>
          <a:ext cx="642684" cy="42845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5073</a:t>
          </a:r>
        </a:p>
      </dsp:txBody>
      <dsp:txXfrm>
        <a:off x="2519419" y="1220580"/>
        <a:ext cx="617586" cy="403358"/>
      </dsp:txXfrm>
    </dsp:sp>
    <dsp:sp modelId="{A570DECE-03F8-48FB-94BC-2B57B52D2776}">
      <dsp:nvSpPr>
        <dsp:cNvPr id="0" name=""/>
        <dsp:cNvSpPr/>
      </dsp:nvSpPr>
      <dsp:spPr>
        <a:xfrm>
          <a:off x="2410467" y="1636487"/>
          <a:ext cx="417745" cy="171382"/>
        </a:xfrm>
        <a:custGeom>
          <a:avLst/>
          <a:gdLst/>
          <a:ahLst/>
          <a:cxnLst/>
          <a:rect l="0" t="0" r="0" b="0"/>
          <a:pathLst>
            <a:path>
              <a:moveTo>
                <a:pt x="417745" y="0"/>
              </a:moveTo>
              <a:lnTo>
                <a:pt x="417745" y="85691"/>
              </a:lnTo>
              <a:lnTo>
                <a:pt x="0" y="85691"/>
              </a:lnTo>
              <a:lnTo>
                <a:pt x="0" y="171382"/>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897ED6-ADC4-4B96-B561-A8941931A2AB}">
      <dsp:nvSpPr>
        <dsp:cNvPr id="0" name=""/>
        <dsp:cNvSpPr/>
      </dsp:nvSpPr>
      <dsp:spPr>
        <a:xfrm>
          <a:off x="2089125" y="1807870"/>
          <a:ext cx="642684" cy="42845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5044</a:t>
          </a:r>
        </a:p>
      </dsp:txBody>
      <dsp:txXfrm>
        <a:off x="2101674" y="1820419"/>
        <a:ext cx="617586" cy="403358"/>
      </dsp:txXfrm>
    </dsp:sp>
    <dsp:sp modelId="{CE62B8BC-8778-4500-881A-9341B66F15A4}">
      <dsp:nvSpPr>
        <dsp:cNvPr id="0" name=""/>
        <dsp:cNvSpPr/>
      </dsp:nvSpPr>
      <dsp:spPr>
        <a:xfrm>
          <a:off x="2828212" y="1636487"/>
          <a:ext cx="417745" cy="171382"/>
        </a:xfrm>
        <a:custGeom>
          <a:avLst/>
          <a:gdLst/>
          <a:ahLst/>
          <a:cxnLst/>
          <a:rect l="0" t="0" r="0" b="0"/>
          <a:pathLst>
            <a:path>
              <a:moveTo>
                <a:pt x="0" y="0"/>
              </a:moveTo>
              <a:lnTo>
                <a:pt x="0" y="85691"/>
              </a:lnTo>
              <a:lnTo>
                <a:pt x="417745" y="85691"/>
              </a:lnTo>
              <a:lnTo>
                <a:pt x="417745" y="171382"/>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3D91DD-BE15-48D5-8F21-D9CB7D1C34DB}">
      <dsp:nvSpPr>
        <dsp:cNvPr id="0" name=""/>
        <dsp:cNvSpPr/>
      </dsp:nvSpPr>
      <dsp:spPr>
        <a:xfrm>
          <a:off x="2924615" y="1807870"/>
          <a:ext cx="642684" cy="42845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5120</a:t>
          </a:r>
        </a:p>
      </dsp:txBody>
      <dsp:txXfrm>
        <a:off x="2937164" y="1820419"/>
        <a:ext cx="617586" cy="403358"/>
      </dsp:txXfrm>
    </dsp:sp>
    <dsp:sp modelId="{9917DD8C-F9DD-408B-9916-DA575BA22986}">
      <dsp:nvSpPr>
        <dsp:cNvPr id="0" name=""/>
        <dsp:cNvSpPr/>
      </dsp:nvSpPr>
      <dsp:spPr>
        <a:xfrm>
          <a:off x="3663702" y="1036648"/>
          <a:ext cx="835490" cy="171382"/>
        </a:xfrm>
        <a:custGeom>
          <a:avLst/>
          <a:gdLst/>
          <a:ahLst/>
          <a:cxnLst/>
          <a:rect l="0" t="0" r="0" b="0"/>
          <a:pathLst>
            <a:path>
              <a:moveTo>
                <a:pt x="0" y="0"/>
              </a:moveTo>
              <a:lnTo>
                <a:pt x="0" y="85691"/>
              </a:lnTo>
              <a:lnTo>
                <a:pt x="835490" y="85691"/>
              </a:lnTo>
              <a:lnTo>
                <a:pt x="835490" y="171382"/>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12F13D-6667-4079-8245-FDBE9960B210}">
      <dsp:nvSpPr>
        <dsp:cNvPr id="0" name=""/>
        <dsp:cNvSpPr/>
      </dsp:nvSpPr>
      <dsp:spPr>
        <a:xfrm>
          <a:off x="4177850" y="1208031"/>
          <a:ext cx="642684" cy="42845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5187</a:t>
          </a:r>
        </a:p>
      </dsp:txBody>
      <dsp:txXfrm>
        <a:off x="4190399" y="1220580"/>
        <a:ext cx="617586" cy="403358"/>
      </dsp:txXfrm>
    </dsp:sp>
    <dsp:sp modelId="{875927FC-1B2E-4DE1-A0BE-9B6DC034B74A}">
      <dsp:nvSpPr>
        <dsp:cNvPr id="0" name=""/>
        <dsp:cNvSpPr/>
      </dsp:nvSpPr>
      <dsp:spPr>
        <a:xfrm>
          <a:off x="4081447" y="1636487"/>
          <a:ext cx="417745" cy="171382"/>
        </a:xfrm>
        <a:custGeom>
          <a:avLst/>
          <a:gdLst/>
          <a:ahLst/>
          <a:cxnLst/>
          <a:rect l="0" t="0" r="0" b="0"/>
          <a:pathLst>
            <a:path>
              <a:moveTo>
                <a:pt x="417745" y="0"/>
              </a:moveTo>
              <a:lnTo>
                <a:pt x="417745" y="85691"/>
              </a:lnTo>
              <a:lnTo>
                <a:pt x="0" y="85691"/>
              </a:lnTo>
              <a:lnTo>
                <a:pt x="0" y="171382"/>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45D56E-0DCC-4A18-A824-5FF7A64E8E94}">
      <dsp:nvSpPr>
        <dsp:cNvPr id="0" name=""/>
        <dsp:cNvSpPr/>
      </dsp:nvSpPr>
      <dsp:spPr>
        <a:xfrm>
          <a:off x="3760105" y="1807870"/>
          <a:ext cx="642684" cy="428456"/>
        </a:xfrm>
        <a:prstGeom prst="roundRect">
          <a:avLst>
            <a:gd name="adj" fmla="val 10000"/>
          </a:avLst>
        </a:prstGeom>
        <a:solidFill>
          <a:srgbClr val="FFFF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5144</a:t>
          </a:r>
        </a:p>
      </dsp:txBody>
      <dsp:txXfrm>
        <a:off x="3772654" y="1820419"/>
        <a:ext cx="617586" cy="403358"/>
      </dsp:txXfrm>
    </dsp:sp>
    <dsp:sp modelId="{D8517ABA-EC97-4F06-961A-FA18CE48B40E}">
      <dsp:nvSpPr>
        <dsp:cNvPr id="0" name=""/>
        <dsp:cNvSpPr/>
      </dsp:nvSpPr>
      <dsp:spPr>
        <a:xfrm>
          <a:off x="4499192" y="1636487"/>
          <a:ext cx="417745" cy="171382"/>
        </a:xfrm>
        <a:custGeom>
          <a:avLst/>
          <a:gdLst/>
          <a:ahLst/>
          <a:cxnLst/>
          <a:rect l="0" t="0" r="0" b="0"/>
          <a:pathLst>
            <a:path>
              <a:moveTo>
                <a:pt x="0" y="0"/>
              </a:moveTo>
              <a:lnTo>
                <a:pt x="0" y="85691"/>
              </a:lnTo>
              <a:lnTo>
                <a:pt x="417745" y="85691"/>
              </a:lnTo>
              <a:lnTo>
                <a:pt x="417745" y="171382"/>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75F383-09B5-4D4C-B802-57DEFA188B7D}">
      <dsp:nvSpPr>
        <dsp:cNvPr id="0" name=""/>
        <dsp:cNvSpPr/>
      </dsp:nvSpPr>
      <dsp:spPr>
        <a:xfrm>
          <a:off x="4595595" y="1807870"/>
          <a:ext cx="642684" cy="428456"/>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5190</a:t>
          </a:r>
        </a:p>
      </dsp:txBody>
      <dsp:txXfrm>
        <a:off x="4608144" y="1820419"/>
        <a:ext cx="617586" cy="40335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13-Dec-23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13-Dec-23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Trees are non-sequential or non-linear because they are stored in multiple levels, and thus are called hierarchical </a:t>
            </a:r>
            <a:r>
              <a:rPr lang="en-US"/>
              <a:t>data structures</a:t>
            </a:r>
            <a:r>
              <a:rPr lang="en-US" dirty="0"/>
              <a:t>.</a:t>
            </a:r>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546985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2542172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Attribution: GeekForGeeks.com</a:t>
            </a:r>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942396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Potentially, because a dictionary does not contain every possible combination. E.g. no word starts with “</a:t>
            </a:r>
            <a:r>
              <a:rPr lang="en-US" dirty="0" err="1"/>
              <a:t>vx</a:t>
            </a:r>
            <a:r>
              <a:rPr lang="en-US" dirty="0"/>
              <a:t>”</a:t>
            </a:r>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607549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2415553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2125142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3526369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2991922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2056208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2602599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14524590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18348704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1442668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1493574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2770050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In summary, if the root is null, then the element is inserted at root. Otherwise, check for the next “left” space available in the tree hierarchy. If left is not available, then insert at right.</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3174569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In summary, if the root is null, then the element is inserted at root. Otherwise, use a Queue to enqueue left and right children, until the next place in the last level is found. This method creates a new level only when previous level is full.</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25196630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In summary, if the root is null, then the element is inserted at root. Otherwise, the elements of children are matched. New element is inserted on left side if it’s smaller, otherwise on right side. The “left” variable is a flag which tells whether to move to left side or right side in next iteration. This method also does not maintain completeness or fullness.</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40027542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2640260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In summary, this method can only be used to delete leaf nodes because deleting leaves do not have any side effects on the tree. The function recursively hunts for the matching element in both left and right branches simultaneously and set the leaf to null only when the data is matching and it has no further children.</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22</a:t>
            </a:fld>
            <a:endParaRPr lang="en-US" dirty="0"/>
          </a:p>
        </p:txBody>
      </p:sp>
    </p:spTree>
    <p:extLst>
      <p:ext uri="{BB962C8B-B14F-4D97-AF65-F5344CB8AC3E}">
        <p14:creationId xmlns:p14="http://schemas.microsoft.com/office/powerpoint/2010/main" val="13273204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The proper way to delete a node. The function first swaps the target node with the deepest rightmost node and then deletes the deepest rightmost node.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23</a:t>
            </a:fld>
            <a:endParaRPr lang="en-US" dirty="0"/>
          </a:p>
        </p:txBody>
      </p:sp>
    </p:spTree>
    <p:extLst>
      <p:ext uri="{BB962C8B-B14F-4D97-AF65-F5344CB8AC3E}">
        <p14:creationId xmlns:p14="http://schemas.microsoft.com/office/powerpoint/2010/main" val="25192572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Recall that the difference between Traversing and Search is that Search halts whenever the target element is found.</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24</a:t>
            </a:fld>
            <a:endParaRPr lang="en-US" dirty="0"/>
          </a:p>
        </p:txBody>
      </p:sp>
    </p:spTree>
    <p:extLst>
      <p:ext uri="{BB962C8B-B14F-4D97-AF65-F5344CB8AC3E}">
        <p14:creationId xmlns:p14="http://schemas.microsoft.com/office/powerpoint/2010/main" val="22417603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25</a:t>
            </a:fld>
            <a:endParaRPr lang="en-US" dirty="0"/>
          </a:p>
        </p:txBody>
      </p:sp>
    </p:spTree>
    <p:extLst>
      <p:ext uri="{BB962C8B-B14F-4D97-AF65-F5344CB8AC3E}">
        <p14:creationId xmlns:p14="http://schemas.microsoft.com/office/powerpoint/2010/main" val="26715100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26</a:t>
            </a:fld>
            <a:endParaRPr lang="en-US" dirty="0"/>
          </a:p>
        </p:txBody>
      </p:sp>
    </p:spTree>
    <p:extLst>
      <p:ext uri="{BB962C8B-B14F-4D97-AF65-F5344CB8AC3E}">
        <p14:creationId xmlns:p14="http://schemas.microsoft.com/office/powerpoint/2010/main" val="4580428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27</a:t>
            </a:fld>
            <a:endParaRPr lang="en-US" dirty="0"/>
          </a:p>
        </p:txBody>
      </p:sp>
    </p:spTree>
    <p:extLst>
      <p:ext uri="{BB962C8B-B14F-4D97-AF65-F5344CB8AC3E}">
        <p14:creationId xmlns:p14="http://schemas.microsoft.com/office/powerpoint/2010/main" val="6432074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28</a:t>
            </a:fld>
            <a:endParaRPr lang="en-US" dirty="0"/>
          </a:p>
        </p:txBody>
      </p:sp>
    </p:spTree>
    <p:extLst>
      <p:ext uri="{BB962C8B-B14F-4D97-AF65-F5344CB8AC3E}">
        <p14:creationId xmlns:p14="http://schemas.microsoft.com/office/powerpoint/2010/main" val="27495192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29</a:t>
            </a:fld>
            <a:endParaRPr lang="en-US" dirty="0"/>
          </a:p>
        </p:txBody>
      </p:sp>
    </p:spTree>
    <p:extLst>
      <p:ext uri="{BB962C8B-B14F-4D97-AF65-F5344CB8AC3E}">
        <p14:creationId xmlns:p14="http://schemas.microsoft.com/office/powerpoint/2010/main" val="8790346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30</a:t>
            </a:fld>
            <a:endParaRPr lang="en-US" dirty="0"/>
          </a:p>
        </p:txBody>
      </p:sp>
    </p:spTree>
    <p:extLst>
      <p:ext uri="{BB962C8B-B14F-4D97-AF65-F5344CB8AC3E}">
        <p14:creationId xmlns:p14="http://schemas.microsoft.com/office/powerpoint/2010/main" val="8230934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31</a:t>
            </a:fld>
            <a:endParaRPr lang="en-US" dirty="0"/>
          </a:p>
        </p:txBody>
      </p:sp>
    </p:spTree>
    <p:extLst>
      <p:ext uri="{BB962C8B-B14F-4D97-AF65-F5344CB8AC3E}">
        <p14:creationId xmlns:p14="http://schemas.microsoft.com/office/powerpoint/2010/main" val="3926863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32</a:t>
            </a:fld>
            <a:endParaRPr lang="en-US" dirty="0"/>
          </a:p>
        </p:txBody>
      </p:sp>
    </p:spTree>
    <p:extLst>
      <p:ext uri="{BB962C8B-B14F-4D97-AF65-F5344CB8AC3E}">
        <p14:creationId xmlns:p14="http://schemas.microsoft.com/office/powerpoint/2010/main" val="26648832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33</a:t>
            </a:fld>
            <a:endParaRPr lang="en-US" dirty="0"/>
          </a:p>
        </p:txBody>
      </p:sp>
    </p:spTree>
    <p:extLst>
      <p:ext uri="{BB962C8B-B14F-4D97-AF65-F5344CB8AC3E}">
        <p14:creationId xmlns:p14="http://schemas.microsoft.com/office/powerpoint/2010/main" val="32476214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34</a:t>
            </a:fld>
            <a:endParaRPr lang="en-US" dirty="0"/>
          </a:p>
        </p:txBody>
      </p:sp>
    </p:spTree>
    <p:extLst>
      <p:ext uri="{BB962C8B-B14F-4D97-AF65-F5344CB8AC3E}">
        <p14:creationId xmlns:p14="http://schemas.microsoft.com/office/powerpoint/2010/main" val="2102298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7.xml"/><Relationship Id="rId16" Type="http://schemas.openxmlformats.org/officeDocument/2006/relationships/diagramColors" Target="../diagrams/colors3.xml"/><Relationship Id="rId1" Type="http://schemas.openxmlformats.org/officeDocument/2006/relationships/slideLayout" Target="../slideLayouts/slideLayout1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5.xml"/><Relationship Id="rId13" Type="http://schemas.openxmlformats.org/officeDocument/2006/relationships/diagramData" Target="../diagrams/data6.xml"/><Relationship Id="rId18" Type="http://schemas.openxmlformats.org/officeDocument/2006/relationships/diagramData" Target="../diagrams/data7.xml"/><Relationship Id="rId3" Type="http://schemas.openxmlformats.org/officeDocument/2006/relationships/diagramData" Target="../diagrams/data4.xml"/><Relationship Id="rId21" Type="http://schemas.openxmlformats.org/officeDocument/2006/relationships/diagramColors" Target="../diagrams/colors7.xml"/><Relationship Id="rId7" Type="http://schemas.microsoft.com/office/2007/relationships/diagramDrawing" Target="../diagrams/drawing4.xml"/><Relationship Id="rId12" Type="http://schemas.microsoft.com/office/2007/relationships/diagramDrawing" Target="../diagrams/drawing5.xml"/><Relationship Id="rId17" Type="http://schemas.microsoft.com/office/2007/relationships/diagramDrawing" Target="../diagrams/drawing6.xml"/><Relationship Id="rId2" Type="http://schemas.openxmlformats.org/officeDocument/2006/relationships/notesSlide" Target="../notesSlides/notesSlide8.xml"/><Relationship Id="rId16" Type="http://schemas.openxmlformats.org/officeDocument/2006/relationships/diagramColors" Target="../diagrams/colors6.xml"/><Relationship Id="rId20" Type="http://schemas.openxmlformats.org/officeDocument/2006/relationships/diagramQuickStyle" Target="../diagrams/quickStyle7.xml"/><Relationship Id="rId1" Type="http://schemas.openxmlformats.org/officeDocument/2006/relationships/slideLayout" Target="../slideLayouts/slideLayout12.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5" Type="http://schemas.openxmlformats.org/officeDocument/2006/relationships/diagramQuickStyle" Target="../diagrams/quickStyle6.xml"/><Relationship Id="rId10" Type="http://schemas.openxmlformats.org/officeDocument/2006/relationships/diagramQuickStyle" Target="../diagrams/quickStyle5.xml"/><Relationship Id="rId19" Type="http://schemas.openxmlformats.org/officeDocument/2006/relationships/diagramLayout" Target="../diagrams/layout7.xml"/><Relationship Id="rId4" Type="http://schemas.openxmlformats.org/officeDocument/2006/relationships/diagramLayout" Target="../diagrams/layout4.xml"/><Relationship Id="rId9" Type="http://schemas.openxmlformats.org/officeDocument/2006/relationships/diagramLayout" Target="../diagrams/layout5.xml"/><Relationship Id="rId14" Type="http://schemas.openxmlformats.org/officeDocument/2006/relationships/diagramLayout" Target="../diagrams/layout6.xml"/><Relationship Id="rId22" Type="http://schemas.microsoft.com/office/2007/relationships/diagramDrawing" Target="../diagrams/drawing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diagramData" Target="../diagrams/data10.xml"/><Relationship Id="rId7" Type="http://schemas.microsoft.com/office/2007/relationships/diagramDrawing" Target="../diagrams/drawing10.xml"/><Relationship Id="rId12" Type="http://schemas.microsoft.com/office/2007/relationships/diagramDrawing" Target="../diagrams/drawing11.xml"/><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diagramColors" Target="../diagrams/colors10.xml"/><Relationship Id="rId11" Type="http://schemas.openxmlformats.org/officeDocument/2006/relationships/diagramColors" Target="../diagrams/colors11.xml"/><Relationship Id="rId5" Type="http://schemas.openxmlformats.org/officeDocument/2006/relationships/diagramQuickStyle" Target="../diagrams/quickStyle10.xml"/><Relationship Id="rId10" Type="http://schemas.openxmlformats.org/officeDocument/2006/relationships/diagramQuickStyle" Target="../diagrams/quickStyle11.xml"/><Relationship Id="rId4" Type="http://schemas.openxmlformats.org/officeDocument/2006/relationships/diagramLayout" Target="../diagrams/layout10.xml"/><Relationship Id="rId9" Type="http://schemas.openxmlformats.org/officeDocument/2006/relationships/diagramLayout" Target="../diagrams/layout11.xml"/></Relationships>
</file>

<file path=ppt/slides/_rels/slide31.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16.png"/><Relationship Id="rId7" Type="http://schemas.openxmlformats.org/officeDocument/2006/relationships/diagramColors" Target="../diagrams/colors12.xml"/><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8" Type="http://schemas.openxmlformats.org/officeDocument/2006/relationships/image" Target="../media/image22.png"/><Relationship Id="rId3" Type="http://schemas.microsoft.com/office/2007/relationships/hdphoto" Target="../media/hdphoto1.wdp"/><Relationship Id="rId7"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DATA STRUCTURES AND </a:t>
            </a:r>
            <a:r>
              <a:rPr lang="en-US" sz="5400" b="1"/>
              <a:t>ALGORITHMS (113215)</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114800" cy="4136198"/>
          </a:xfrm>
        </p:spPr>
        <p:txBody>
          <a:bodyPr/>
          <a:lstStyle/>
          <a:p>
            <a:r>
              <a:rPr lang="en-US" dirty="0"/>
              <a:t>Trees</a:t>
            </a:r>
          </a:p>
          <a:p>
            <a:r>
              <a:rPr lang="en-US" dirty="0"/>
              <a:t>Binary Trees</a:t>
            </a:r>
          </a:p>
          <a:p>
            <a:r>
              <a:rPr lang="en-US" dirty="0"/>
              <a:t>Memory Representation</a:t>
            </a:r>
          </a:p>
          <a:p>
            <a:r>
              <a:rPr lang="en-US" dirty="0"/>
              <a:t>Operations</a:t>
            </a:r>
          </a:p>
          <a:p>
            <a:r>
              <a:rPr lang="en-US" dirty="0"/>
              <a:t>Binary Search Tree</a:t>
            </a:r>
          </a:p>
          <a:p>
            <a:r>
              <a:rPr lang="en-US" dirty="0"/>
              <a:t>Complexity Analysis</a:t>
            </a:r>
          </a:p>
          <a:p>
            <a:r>
              <a:rPr lang="en-US" dirty="0"/>
              <a:t>In Real Life</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Trees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5020613"/>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 data structures, Tree is a non-sequential ADT. Just like Linked Lists, it is a collection of Nodes</a:t>
            </a:r>
          </a:p>
          <a:p>
            <a:pPr>
              <a:lnSpc>
                <a:spcPct val="120000"/>
              </a:lnSpc>
              <a:buFont typeface="Wingdings" panose="05000000000000000000" pitchFamily="2" charset="2"/>
              <a:buChar char="§"/>
            </a:pPr>
            <a:r>
              <a:rPr lang="en-US" sz="3200" dirty="0"/>
              <a:t>The starting node is called </a:t>
            </a:r>
            <a:r>
              <a:rPr lang="en-US" sz="3200" i="1" dirty="0"/>
              <a:t>Root</a:t>
            </a:r>
            <a:r>
              <a:rPr lang="en-US" sz="3200" dirty="0"/>
              <a:t> node, and it is connected to further nodes called </a:t>
            </a:r>
            <a:r>
              <a:rPr lang="en-US" sz="3200" i="1" dirty="0"/>
              <a:t>Child</a:t>
            </a:r>
            <a:r>
              <a:rPr lang="en-US" sz="3200" dirty="0"/>
              <a:t> nodes.</a:t>
            </a:r>
          </a:p>
          <a:p>
            <a:pPr>
              <a:lnSpc>
                <a:spcPct val="120000"/>
              </a:lnSpc>
              <a:buFont typeface="Wingdings" panose="05000000000000000000" pitchFamily="2" charset="2"/>
              <a:buChar char="§"/>
            </a:pPr>
            <a:r>
              <a:rPr lang="en-US" sz="3200" dirty="0"/>
              <a:t>Child nodes can also have further child nodes, but nodes with no children are called </a:t>
            </a:r>
            <a:r>
              <a:rPr lang="en-US" sz="3200" i="1" dirty="0"/>
              <a:t>Leaf</a:t>
            </a:r>
            <a:r>
              <a:rPr lang="en-US" sz="3200" dirty="0"/>
              <a:t> nodes.</a:t>
            </a:r>
          </a:p>
          <a:p>
            <a:pPr>
              <a:lnSpc>
                <a:spcPct val="120000"/>
              </a:lnSpc>
              <a:buFont typeface="Wingdings" panose="05000000000000000000" pitchFamily="2" charset="2"/>
              <a:buChar char="§"/>
            </a:pPr>
            <a:r>
              <a:rPr lang="en-US" sz="3200" dirty="0"/>
              <a:t>Nodes which share the same parent are called </a:t>
            </a:r>
            <a:r>
              <a:rPr lang="en-US" sz="3200" i="1" dirty="0"/>
              <a:t>Siblings</a:t>
            </a:r>
            <a:r>
              <a:rPr lang="en-US" sz="3200" dirty="0"/>
              <a:t>. Child of child node is called </a:t>
            </a:r>
            <a:r>
              <a:rPr lang="en-US" sz="3200" i="1" dirty="0"/>
              <a:t>Descendent,</a:t>
            </a:r>
            <a:r>
              <a:rPr lang="en-US" sz="3200" dirty="0"/>
              <a:t> and parent of parent node is called </a:t>
            </a:r>
            <a:r>
              <a:rPr lang="en-US" sz="3200" i="1" dirty="0"/>
              <a:t>Ancestor</a:t>
            </a:r>
            <a:r>
              <a:rPr lang="en-US" sz="3200" dirty="0"/>
              <a:t>.</a:t>
            </a:r>
          </a:p>
          <a:p>
            <a:pPr>
              <a:lnSpc>
                <a:spcPct val="120000"/>
              </a:lnSpc>
              <a:buFont typeface="Wingdings" panose="05000000000000000000" pitchFamily="2" charset="2"/>
              <a:buChar char="§"/>
            </a:pPr>
            <a:r>
              <a:rPr lang="en-US" sz="3200" i="1" dirty="0"/>
              <a:t>Depth</a:t>
            </a:r>
            <a:r>
              <a:rPr lang="en-US" sz="3200" dirty="0"/>
              <a:t> of a node is its distance from </a:t>
            </a:r>
            <a:r>
              <a:rPr lang="en-US" sz="3200" i="1" dirty="0"/>
              <a:t>Root</a:t>
            </a:r>
            <a:r>
              <a:rPr lang="en-US" sz="3200" dirty="0"/>
              <a:t> node while </a:t>
            </a:r>
            <a:r>
              <a:rPr lang="en-US" sz="3200" i="1" dirty="0"/>
              <a:t>Height</a:t>
            </a:r>
            <a:r>
              <a:rPr lang="en-US" sz="3200" dirty="0"/>
              <a:t> of the tree is distance from Root to Leaf nodes.</a:t>
            </a:r>
          </a:p>
          <a:p>
            <a:pPr>
              <a:lnSpc>
                <a:spcPct val="120000"/>
              </a:lnSpc>
              <a:buFont typeface="Wingdings" panose="05000000000000000000" pitchFamily="2" charset="2"/>
              <a:buChar char="§"/>
            </a:pPr>
            <a:r>
              <a:rPr lang="en-US" sz="3200" i="1" dirty="0"/>
              <a:t>Subtree</a:t>
            </a:r>
            <a:r>
              <a:rPr lang="en-US" sz="3200" dirty="0"/>
              <a:t> is any node along with its descendent nodes.</a:t>
            </a:r>
          </a:p>
        </p:txBody>
      </p:sp>
    </p:spTree>
    <p:extLst>
      <p:ext uri="{BB962C8B-B14F-4D97-AF65-F5344CB8AC3E}">
        <p14:creationId xmlns:p14="http://schemas.microsoft.com/office/powerpoint/2010/main" val="29650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Trees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5020613"/>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Trees have a variety of applications, like decision trees to dictionaries to version control repositories to games. But in a nutshell, they are used to:</a:t>
            </a:r>
          </a:p>
          <a:p>
            <a:pPr>
              <a:lnSpc>
                <a:spcPct val="120000"/>
              </a:lnSpc>
              <a:buFont typeface="Wingdings" panose="05000000000000000000" pitchFamily="2" charset="2"/>
              <a:buChar char="§"/>
            </a:pPr>
            <a:r>
              <a:rPr lang="en-US" sz="3200" dirty="0"/>
              <a:t>Maintain data in hierarchical structure.</a:t>
            </a:r>
          </a:p>
          <a:p>
            <a:pPr>
              <a:lnSpc>
                <a:spcPct val="120000"/>
              </a:lnSpc>
              <a:buFont typeface="Wingdings" panose="05000000000000000000" pitchFamily="2" charset="2"/>
              <a:buChar char="§"/>
            </a:pPr>
            <a:r>
              <a:rPr lang="en-US" sz="3200" dirty="0"/>
              <a:t>Making data search faster than linear time.</a:t>
            </a:r>
          </a:p>
          <a:p>
            <a:pPr>
              <a:lnSpc>
                <a:spcPct val="120000"/>
              </a:lnSpc>
              <a:buFont typeface="Wingdings" panose="05000000000000000000" pitchFamily="2" charset="2"/>
              <a:buChar char="§"/>
            </a:pPr>
            <a:r>
              <a:rPr lang="en-US" sz="3200" dirty="0"/>
              <a:t>Managing sorted data.</a:t>
            </a:r>
          </a:p>
        </p:txBody>
      </p:sp>
    </p:spTree>
    <p:extLst>
      <p:ext uri="{BB962C8B-B14F-4D97-AF65-F5344CB8AC3E}">
        <p14:creationId xmlns:p14="http://schemas.microsoft.com/office/powerpoint/2010/main" val="4146453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Trees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pic>
        <p:nvPicPr>
          <p:cNvPr id="1026" name="Picture 2" descr="Introduction to Tree - Data Structure and Algorithm Tutorials">
            <a:extLst>
              <a:ext uri="{FF2B5EF4-FFF2-40B4-BE49-F238E27FC236}">
                <a16:creationId xmlns:a16="http://schemas.microsoft.com/office/drawing/2014/main" id="{525C41CB-8F97-5980-250B-53F61AF7A4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9" t="12456" r="6389"/>
          <a:stretch/>
        </p:blipFill>
        <p:spPr bwMode="auto">
          <a:xfrm>
            <a:off x="916853" y="1594782"/>
            <a:ext cx="10358294" cy="4880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8247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Trees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866630"/>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Consider a dictionary of words. When searching for a word, we pick first letter and go to that section. E.g., to find “Teach”, we go to the chapter which starts with ‘T’.</a:t>
                </a:r>
              </a:p>
              <a:p>
                <a:pPr>
                  <a:lnSpc>
                    <a:spcPct val="120000"/>
                  </a:lnSpc>
                  <a:buFont typeface="Wingdings" panose="05000000000000000000" pitchFamily="2" charset="2"/>
                  <a:buChar char="§"/>
                </a:pPr>
                <a:r>
                  <a:rPr lang="en-US" sz="3200" dirty="0"/>
                  <a:t>There are thousands of words starting with ‘T’, so we search for the next letter ‘e’ and repeat this till we find “Teach”.</a:t>
                </a:r>
              </a:p>
              <a:p>
                <a:pPr>
                  <a:lnSpc>
                    <a:spcPct val="120000"/>
                  </a:lnSpc>
                  <a:buFont typeface="Wingdings" panose="05000000000000000000" pitchFamily="2" charset="2"/>
                  <a:buChar char="§"/>
                </a:pPr>
                <a:r>
                  <a:rPr lang="en-US" sz="3200" dirty="0"/>
                  <a:t>If we wanted to contain this dictionary in a data structure, then Tree would be most fitting in which the root node will have 26 children from a-z and each child will further have 26 children.</a:t>
                </a:r>
              </a:p>
              <a:p>
                <a:pPr>
                  <a:lnSpc>
                    <a:spcPct val="120000"/>
                  </a:lnSpc>
                  <a:buFont typeface="Wingdings" panose="05000000000000000000" pitchFamily="2" charset="2"/>
                  <a:buChar char="§"/>
                </a:pPr>
                <a:r>
                  <a:rPr lang="en-US" sz="3200" dirty="0"/>
                  <a:t>To construct every word, we begin from root node and travel down to leaf node letter by letter to reach our word.</a:t>
                </a:r>
              </a:p>
              <a:p>
                <a:pPr>
                  <a:lnSpc>
                    <a:spcPct val="120000"/>
                  </a:lnSpc>
                  <a:buFont typeface="Wingdings" panose="05000000000000000000" pitchFamily="2" charset="2"/>
                  <a:buChar char="§"/>
                </a:pPr>
                <a:r>
                  <a:rPr lang="en-US" sz="3200" dirty="0"/>
                  <a:t>This way, there will </a:t>
                </a:r>
                <a:r>
                  <a:rPr lang="en-US" sz="3200" u="sng" dirty="0"/>
                  <a:t>potentially</a:t>
                </a:r>
                <a:r>
                  <a:rPr lang="en-US" sz="3200" dirty="0"/>
                  <a:t> be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26</m:t>
                        </m:r>
                      </m:e>
                      <m:sup>
                        <m:r>
                          <a:rPr lang="en-US" sz="3200" b="0" i="1" smtClean="0">
                            <a:latin typeface="Cambria Math" panose="02040503050406030204" pitchFamily="18" charset="0"/>
                          </a:rPr>
                          <m:t>0</m:t>
                        </m:r>
                      </m:sup>
                    </m:sSup>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26</m:t>
                        </m:r>
                      </m:e>
                      <m:sup>
                        <m:r>
                          <a:rPr lang="en-US" sz="3200" b="0" i="1" smtClean="0">
                            <a:latin typeface="Cambria Math" panose="02040503050406030204" pitchFamily="18" charset="0"/>
                          </a:rPr>
                          <m:t>1</m:t>
                        </m:r>
                      </m:sup>
                    </m:sSup>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26</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26</m:t>
                        </m:r>
                      </m:e>
                      <m:sup>
                        <m:r>
                          <a:rPr lang="en-US" sz="3200" b="0" i="1" smtClean="0">
                            <a:latin typeface="Cambria Math" panose="02040503050406030204" pitchFamily="18" charset="0"/>
                          </a:rPr>
                          <m:t>h</m:t>
                        </m:r>
                      </m:sup>
                    </m:sSup>
                  </m:oMath>
                </a14:m>
                <a:r>
                  <a:rPr lang="en-US" sz="3200" dirty="0"/>
                  <a:t> nodes in the tree where </a:t>
                </a:r>
                <a14:m>
                  <m:oMath xmlns:m="http://schemas.openxmlformats.org/officeDocument/2006/math">
                    <m:r>
                      <a:rPr lang="en-US" sz="3200" b="0" i="1" smtClean="0">
                        <a:latin typeface="Cambria Math" panose="02040503050406030204" pitchFamily="18" charset="0"/>
                      </a:rPr>
                      <m:t>h</m:t>
                    </m:r>
                  </m:oMath>
                </a14:m>
                <a:r>
                  <a:rPr lang="en-US" sz="3200" dirty="0"/>
                  <a:t> is the height of the tree.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866630"/>
              </a:xfrm>
              <a:prstGeom prst="rect">
                <a:avLst/>
              </a:prstGeom>
              <a:blipFill>
                <a:blip r:embed="rId3"/>
                <a:stretch>
                  <a:fillRect l="-727" t="-876" r="-1297" b="-1502"/>
                </a:stretch>
              </a:blipFill>
            </p:spPr>
            <p:txBody>
              <a:bodyPr/>
              <a:lstStyle/>
              <a:p>
                <a:r>
                  <a:rPr lang="en-US">
                    <a:noFill/>
                  </a:rPr>
                  <a:t> </a:t>
                </a:r>
              </a:p>
            </p:txBody>
          </p:sp>
        </mc:Fallback>
      </mc:AlternateContent>
    </p:spTree>
    <p:extLst>
      <p:ext uri="{BB962C8B-B14F-4D97-AF65-F5344CB8AC3E}">
        <p14:creationId xmlns:p14="http://schemas.microsoft.com/office/powerpoint/2010/main" val="327181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Trees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As the name suggests, a binary tree is a tree in which each node has at most two children.</a:t>
                </a:r>
              </a:p>
              <a:p>
                <a:pPr>
                  <a:lnSpc>
                    <a:spcPct val="120000"/>
                  </a:lnSpc>
                  <a:buFont typeface="Wingdings" panose="05000000000000000000" pitchFamily="2" charset="2"/>
                  <a:buChar char="§"/>
                </a:pPr>
                <a:r>
                  <a:rPr lang="en-US" sz="3200" dirty="0"/>
                  <a:t>A “full” binary tree is the one in which each node has either 0 or exactly 2 children.</a:t>
                </a:r>
              </a:p>
              <a:p>
                <a:pPr>
                  <a:lnSpc>
                    <a:spcPct val="120000"/>
                  </a:lnSpc>
                  <a:buFont typeface="Wingdings" panose="05000000000000000000" pitchFamily="2" charset="2"/>
                  <a:buChar char="§"/>
                </a:pPr>
                <a:r>
                  <a:rPr lang="en-US" sz="3200" dirty="0"/>
                  <a:t>A “complete” binary tree is the one </a:t>
                </a:r>
                <a:r>
                  <a:rPr lang="en-US" sz="3200"/>
                  <a:t>in which </a:t>
                </a:r>
                <a:r>
                  <a:rPr lang="en-US" sz="3200" dirty="0"/>
                  <a:t>every level must be completely filled.</a:t>
                </a:r>
              </a:p>
              <a:p>
                <a:pPr>
                  <a:lnSpc>
                    <a:spcPct val="120000"/>
                  </a:lnSpc>
                  <a:buFont typeface="Wingdings" panose="05000000000000000000" pitchFamily="2" charset="2"/>
                  <a:buChar char="§"/>
                </a:pPr>
                <a:r>
                  <a:rPr lang="en-US" sz="3200" dirty="0"/>
                  <a:t>A “perfect” binary tree is a “full” binary tree in which all leaves are on same level.</a:t>
                </a:r>
              </a:p>
              <a:p>
                <a:pPr>
                  <a:lnSpc>
                    <a:spcPct val="120000"/>
                  </a:lnSpc>
                  <a:buFont typeface="Wingdings" panose="05000000000000000000" pitchFamily="2" charset="2"/>
                  <a:buChar char="§"/>
                </a:pPr>
                <a:r>
                  <a:rPr lang="en-US" sz="3200" dirty="0"/>
                  <a:t>Binary trees can be complete but not full, and full but not complete. But a perfect binary tree is always full and complete.</a:t>
                </a:r>
              </a:p>
              <a:p>
                <a:pPr>
                  <a:lnSpc>
                    <a:spcPct val="120000"/>
                  </a:lnSpc>
                  <a:buFont typeface="Wingdings" panose="05000000000000000000" pitchFamily="2" charset="2"/>
                  <a:buChar char="§"/>
                </a:pPr>
                <a:r>
                  <a:rPr lang="en-US" sz="3200" dirty="0"/>
                  <a:t>The number of potential nodes in each level is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𝑛</m:t>
                        </m:r>
                      </m:sup>
                    </m:sSup>
                  </m:oMath>
                </a14:m>
                <a:r>
                  <a:rPr lang="en-US" sz="3200" dirty="0"/>
                  <a:t> where </a:t>
                </a:r>
                <a14:m>
                  <m:oMath xmlns:m="http://schemas.openxmlformats.org/officeDocument/2006/math">
                    <m:r>
                      <a:rPr lang="en-US" sz="3200" b="0" i="1" smtClean="0">
                        <a:latin typeface="Cambria Math" panose="02040503050406030204" pitchFamily="18" charset="0"/>
                      </a:rPr>
                      <m:t>𝑛</m:t>
                    </m:r>
                  </m:oMath>
                </a14:m>
                <a:r>
                  <a:rPr lang="en-US" sz="3200" dirty="0"/>
                  <a:t> is the depth.</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830" t="-986" r="-1453" b="-1356"/>
                </a:stretch>
              </a:blipFill>
            </p:spPr>
            <p:txBody>
              <a:bodyPr/>
              <a:lstStyle/>
              <a:p>
                <a:r>
                  <a:rPr lang="en-US">
                    <a:noFill/>
                  </a:rPr>
                  <a:t> </a:t>
                </a:r>
              </a:p>
            </p:txBody>
          </p:sp>
        </mc:Fallback>
      </mc:AlternateContent>
    </p:spTree>
    <p:extLst>
      <p:ext uri="{BB962C8B-B14F-4D97-AF65-F5344CB8AC3E}">
        <p14:creationId xmlns:p14="http://schemas.microsoft.com/office/powerpoint/2010/main" val="4227475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Trees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Binary Trees enable to optimize search algorithms in ordered data down to </a:t>
                </a:r>
                <a14:m>
                  <m:oMath xmlns:m="http://schemas.openxmlformats.org/officeDocument/2006/math">
                    <m:r>
                      <a:rPr lang="en-US" sz="3200" i="1" dirty="0" smtClean="0">
                        <a:latin typeface="Cambria Math" panose="02040503050406030204" pitchFamily="18" charset="0"/>
                      </a:rPr>
                      <m:t>𝑂</m:t>
                    </m:r>
                    <m:r>
                      <a:rPr lang="en-US" sz="3200" i="1" dirty="0" smtClean="0">
                        <a:latin typeface="Cambria Math" panose="02040503050406030204" pitchFamily="18" charset="0"/>
                      </a:rPr>
                      <m:t>(</m:t>
                    </m:r>
                    <m:r>
                      <m:rPr>
                        <m:sty m:val="p"/>
                      </m:rPr>
                      <a:rPr lang="en-US" sz="3200" i="1" dirty="0" smtClean="0">
                        <a:latin typeface="Cambria Math" panose="02040503050406030204" pitchFamily="18" charset="0"/>
                      </a:rPr>
                      <m:t>log</m:t>
                    </m:r>
                    <m:r>
                      <a:rPr lang="en-US" sz="3200" b="0" i="1" dirty="0" smtClean="0">
                        <a:latin typeface="Cambria Math" panose="02040503050406030204" pitchFamily="18" charset="0"/>
                      </a:rPr>
                      <m:t>.</m:t>
                    </m:r>
                    <m:r>
                      <a:rPr lang="en-US" sz="3200" i="1" dirty="0" smtClean="0">
                        <a:latin typeface="Cambria Math" panose="02040503050406030204" pitchFamily="18" charset="0"/>
                      </a:rPr>
                      <m:t>𝑛</m:t>
                    </m:r>
                    <m:r>
                      <a:rPr lang="en-US" sz="3200" i="1" dirty="0" smtClean="0">
                        <a:latin typeface="Cambria Math" panose="02040503050406030204" pitchFamily="18" charset="0"/>
                      </a:rPr>
                      <m:t>)</m:t>
                    </m:r>
                  </m:oMath>
                </a14:m>
                <a:r>
                  <a:rPr lang="en-US" sz="3200" dirty="0"/>
                  <a:t> time complexity.</a:t>
                </a:r>
              </a:p>
              <a:p>
                <a:pPr>
                  <a:lnSpc>
                    <a:spcPct val="120000"/>
                  </a:lnSpc>
                  <a:buFont typeface="Wingdings" panose="05000000000000000000" pitchFamily="2" charset="2"/>
                  <a:buChar char="§"/>
                </a:pPr>
                <a:r>
                  <a:rPr lang="en-US" sz="3200" dirty="0"/>
                  <a:t>Since the Binary Search requires the data to be Sorted, Binary trees can be used to implement binary search tree sort and heap sort which also have logarithmic time complexity.</a:t>
                </a:r>
              </a:p>
              <a:p>
                <a:pPr>
                  <a:lnSpc>
                    <a:spcPct val="120000"/>
                  </a:lnSpc>
                  <a:buFont typeface="Wingdings" panose="05000000000000000000" pitchFamily="2" charset="2"/>
                  <a:buChar char="§"/>
                </a:pPr>
                <a:r>
                  <a:rPr lang="en-US" sz="3200" dirty="0"/>
                  <a:t>Binary trees are widely used in File Systems (e.g., Unix filing, Git) and DBMSs in which each node representing a record. This representation enables scaling the databases to billions of records.</a:t>
                </a:r>
              </a:p>
              <a:p>
                <a:pPr>
                  <a:lnSpc>
                    <a:spcPct val="120000"/>
                  </a:lnSpc>
                  <a:buFont typeface="Wingdings" panose="05000000000000000000" pitchFamily="2" charset="2"/>
                  <a:buChar char="§"/>
                </a:pPr>
                <a:r>
                  <a:rPr lang="en-US" sz="3200" dirty="0"/>
                  <a:t>Compression algorithms: Binary trees can be used to implement Huffman coding, a compression algorithm that assigns variable-length codes to characters based on their frequency of occurrence in the input data.</a:t>
                </a:r>
              </a:p>
              <a:p>
                <a:pPr>
                  <a:lnSpc>
                    <a:spcPct val="120000"/>
                  </a:lnSpc>
                  <a:buFont typeface="Wingdings" panose="05000000000000000000" pitchFamily="2" charset="2"/>
                  <a:buChar char="§"/>
                </a:pPr>
                <a:r>
                  <a:rPr lang="en-US" sz="3200" dirty="0"/>
                  <a:t>In Machine learning applications, Binary trees are used to implement decision trees for classification models.</a:t>
                </a:r>
              </a:p>
              <a:p>
                <a:pPr>
                  <a:lnSpc>
                    <a:spcPct val="120000"/>
                  </a:lnSpc>
                  <a:buFont typeface="Wingdings" panose="05000000000000000000" pitchFamily="2" charset="2"/>
                  <a:buChar char="§"/>
                </a:pPr>
                <a:r>
                  <a:rPr lang="en-US" sz="3200" dirty="0"/>
                  <a:t>In AI, Binary Trees can help the agent in searching for the best possible move by traversing the tree.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571" t="-740" r="-1038"/>
                </a:stretch>
              </a:blipFill>
            </p:spPr>
            <p:txBody>
              <a:bodyPr/>
              <a:lstStyle/>
              <a:p>
                <a:r>
                  <a:rPr lang="en-US">
                    <a:noFill/>
                  </a:rPr>
                  <a:t> </a:t>
                </a:r>
              </a:p>
            </p:txBody>
          </p:sp>
        </mc:Fallback>
      </mc:AlternateContent>
    </p:spTree>
    <p:extLst>
      <p:ext uri="{BB962C8B-B14F-4D97-AF65-F5344CB8AC3E}">
        <p14:creationId xmlns:p14="http://schemas.microsoft.com/office/powerpoint/2010/main" val="1824943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Trees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graphicFrame>
        <p:nvGraphicFramePr>
          <p:cNvPr id="4" name="Diagram 3">
            <a:extLst>
              <a:ext uri="{FF2B5EF4-FFF2-40B4-BE49-F238E27FC236}">
                <a16:creationId xmlns:a16="http://schemas.microsoft.com/office/drawing/2014/main" id="{FFE8BD40-D320-4522-3946-160CACA9F4F9}"/>
              </a:ext>
            </a:extLst>
          </p:cNvPr>
          <p:cNvGraphicFramePr/>
          <p:nvPr>
            <p:extLst>
              <p:ext uri="{D42A27DB-BD31-4B8C-83A1-F6EECF244321}">
                <p14:modId xmlns:p14="http://schemas.microsoft.com/office/powerpoint/2010/main" val="3119857106"/>
              </p:ext>
            </p:extLst>
          </p:nvPr>
        </p:nvGraphicFramePr>
        <p:xfrm>
          <a:off x="2083358" y="3953171"/>
          <a:ext cx="8025284" cy="25222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FFFF00A4-9075-E973-A571-B8131DAA72AC}"/>
              </a:ext>
            </a:extLst>
          </p:cNvPr>
          <p:cNvGraphicFramePr/>
          <p:nvPr>
            <p:extLst>
              <p:ext uri="{D42A27DB-BD31-4B8C-83A1-F6EECF244321}">
                <p14:modId xmlns:p14="http://schemas.microsoft.com/office/powerpoint/2010/main" val="2150328885"/>
              </p:ext>
            </p:extLst>
          </p:nvPr>
        </p:nvGraphicFramePr>
        <p:xfrm>
          <a:off x="6096000" y="1462665"/>
          <a:ext cx="6096000" cy="23994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6" name="Diagram 5">
            <a:extLst>
              <a:ext uri="{FF2B5EF4-FFF2-40B4-BE49-F238E27FC236}">
                <a16:creationId xmlns:a16="http://schemas.microsoft.com/office/drawing/2014/main" id="{1A3E496F-D647-61D5-36D6-14D37F844A26}"/>
              </a:ext>
            </a:extLst>
          </p:cNvPr>
          <p:cNvGraphicFramePr/>
          <p:nvPr>
            <p:extLst>
              <p:ext uri="{D42A27DB-BD31-4B8C-83A1-F6EECF244321}">
                <p14:modId xmlns:p14="http://schemas.microsoft.com/office/powerpoint/2010/main" val="3281059255"/>
              </p:ext>
            </p:extLst>
          </p:nvPr>
        </p:nvGraphicFramePr>
        <p:xfrm>
          <a:off x="220384" y="1462665"/>
          <a:ext cx="5875616" cy="237234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3204197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Graphic spid="6"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Trees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graphicFrame>
        <p:nvGraphicFramePr>
          <p:cNvPr id="4" name="Diagram 3">
            <a:extLst>
              <a:ext uri="{FF2B5EF4-FFF2-40B4-BE49-F238E27FC236}">
                <a16:creationId xmlns:a16="http://schemas.microsoft.com/office/drawing/2014/main" id="{FFE8BD40-D320-4522-3946-160CACA9F4F9}"/>
              </a:ext>
            </a:extLst>
          </p:cNvPr>
          <p:cNvGraphicFramePr/>
          <p:nvPr>
            <p:extLst>
              <p:ext uri="{D42A27DB-BD31-4B8C-83A1-F6EECF244321}">
                <p14:modId xmlns:p14="http://schemas.microsoft.com/office/powerpoint/2010/main" val="3148129439"/>
              </p:ext>
            </p:extLst>
          </p:nvPr>
        </p:nvGraphicFramePr>
        <p:xfrm>
          <a:off x="220384" y="1462665"/>
          <a:ext cx="5875616" cy="25222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FFFF00A4-9075-E973-A571-B8131DAA72AC}"/>
              </a:ext>
            </a:extLst>
          </p:cNvPr>
          <p:cNvGraphicFramePr/>
          <p:nvPr>
            <p:extLst>
              <p:ext uri="{D42A27DB-BD31-4B8C-83A1-F6EECF244321}">
                <p14:modId xmlns:p14="http://schemas.microsoft.com/office/powerpoint/2010/main" val="4121419274"/>
              </p:ext>
            </p:extLst>
          </p:nvPr>
        </p:nvGraphicFramePr>
        <p:xfrm>
          <a:off x="6096000" y="1462665"/>
          <a:ext cx="6096000" cy="247536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6" name="Diagram 5">
            <a:extLst>
              <a:ext uri="{FF2B5EF4-FFF2-40B4-BE49-F238E27FC236}">
                <a16:creationId xmlns:a16="http://schemas.microsoft.com/office/drawing/2014/main" id="{1A3E496F-D647-61D5-36D6-14D37F844A26}"/>
              </a:ext>
            </a:extLst>
          </p:cNvPr>
          <p:cNvGraphicFramePr/>
          <p:nvPr>
            <p:extLst>
              <p:ext uri="{D42A27DB-BD31-4B8C-83A1-F6EECF244321}">
                <p14:modId xmlns:p14="http://schemas.microsoft.com/office/powerpoint/2010/main" val="3110192595"/>
              </p:ext>
            </p:extLst>
          </p:nvPr>
        </p:nvGraphicFramePr>
        <p:xfrm>
          <a:off x="220384" y="4135638"/>
          <a:ext cx="5875616" cy="2372349"/>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3" name="Diagram 2">
            <a:extLst>
              <a:ext uri="{FF2B5EF4-FFF2-40B4-BE49-F238E27FC236}">
                <a16:creationId xmlns:a16="http://schemas.microsoft.com/office/drawing/2014/main" id="{4909DDD2-81B1-8AAA-00A7-8D82FD9785A1}"/>
              </a:ext>
            </a:extLst>
          </p:cNvPr>
          <p:cNvGraphicFramePr/>
          <p:nvPr>
            <p:extLst>
              <p:ext uri="{D42A27DB-BD31-4B8C-83A1-F6EECF244321}">
                <p14:modId xmlns:p14="http://schemas.microsoft.com/office/powerpoint/2010/main" val="759333029"/>
              </p:ext>
            </p:extLst>
          </p:nvPr>
        </p:nvGraphicFramePr>
        <p:xfrm>
          <a:off x="6086275" y="4108417"/>
          <a:ext cx="5875616" cy="2399440"/>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extLst>
      <p:ext uri="{BB962C8B-B14F-4D97-AF65-F5344CB8AC3E}">
        <p14:creationId xmlns:p14="http://schemas.microsoft.com/office/powerpoint/2010/main" val="1748941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Graphic spid="6" grpId="0">
        <p:bldAsOne/>
      </p:bldGraphic>
      <p:bldGraphic spid="3"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Memory Representation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 name="Content Placeholder 2">
            <a:extLst>
              <a:ext uri="{FF2B5EF4-FFF2-40B4-BE49-F238E27FC236}">
                <a16:creationId xmlns:a16="http://schemas.microsoft.com/office/drawing/2014/main" id="{8AE4DD50-2E6C-7D7B-FD82-48282E135630}"/>
              </a:ext>
            </a:extLst>
          </p:cNvPr>
          <p:cNvSpPr txBox="1">
            <a:spLocks/>
          </p:cNvSpPr>
          <p:nvPr/>
        </p:nvSpPr>
        <p:spPr>
          <a:xfrm>
            <a:off x="220384" y="1532586"/>
            <a:ext cx="5875615" cy="4942830"/>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Recall that in a Doubly Linked List, we have Nodes in which each node is stored at an address, and contains an element, pointer to next node and pointer to previous node.</a:t>
            </a:r>
          </a:p>
          <a:p>
            <a:pPr>
              <a:lnSpc>
                <a:spcPct val="120000"/>
              </a:lnSpc>
              <a:buFont typeface="Wingdings" panose="05000000000000000000" pitchFamily="2" charset="2"/>
              <a:buChar char="§"/>
            </a:pPr>
            <a:r>
              <a:rPr lang="en-US" sz="3400" dirty="0"/>
              <a:t>This Linked list node can be easily changed to be used as a Tree node by renaming “next” and “previous” with “left” and “right”.</a:t>
            </a:r>
          </a:p>
          <a:p>
            <a:pPr>
              <a:lnSpc>
                <a:spcPct val="120000"/>
              </a:lnSpc>
              <a:buFont typeface="Wingdings" panose="05000000000000000000" pitchFamily="2" charset="2"/>
              <a:buChar char="§"/>
            </a:pPr>
            <a:r>
              <a:rPr lang="en-US" sz="3400" dirty="0"/>
              <a:t>These Tree nodes can be configured in hierarchy to construct a binary tree.</a:t>
            </a:r>
          </a:p>
        </p:txBody>
      </p:sp>
      <p:grpSp>
        <p:nvGrpSpPr>
          <p:cNvPr id="64" name="Group 63">
            <a:extLst>
              <a:ext uri="{FF2B5EF4-FFF2-40B4-BE49-F238E27FC236}">
                <a16:creationId xmlns:a16="http://schemas.microsoft.com/office/drawing/2014/main" id="{52883265-5291-B947-70A7-8C809325F042}"/>
              </a:ext>
            </a:extLst>
          </p:cNvPr>
          <p:cNvGrpSpPr/>
          <p:nvPr/>
        </p:nvGrpSpPr>
        <p:grpSpPr>
          <a:xfrm>
            <a:off x="6180111" y="1812063"/>
            <a:ext cx="5791504" cy="4300673"/>
            <a:chOff x="6180111" y="1532586"/>
            <a:chExt cx="5791504" cy="4300673"/>
          </a:xfrm>
        </p:grpSpPr>
        <p:grpSp>
          <p:nvGrpSpPr>
            <p:cNvPr id="36" name="Group 35">
              <a:extLst>
                <a:ext uri="{FF2B5EF4-FFF2-40B4-BE49-F238E27FC236}">
                  <a16:creationId xmlns:a16="http://schemas.microsoft.com/office/drawing/2014/main" id="{C3826F6D-1F78-3FD6-2262-680594E98FDE}"/>
                </a:ext>
              </a:extLst>
            </p:cNvPr>
            <p:cNvGrpSpPr/>
            <p:nvPr/>
          </p:nvGrpSpPr>
          <p:grpSpPr>
            <a:xfrm>
              <a:off x="8592843" y="1532586"/>
              <a:ext cx="1930729" cy="1015663"/>
              <a:chOff x="2138853" y="5127577"/>
              <a:chExt cx="1608083" cy="1015663"/>
            </a:xfrm>
          </p:grpSpPr>
          <p:sp>
            <p:nvSpPr>
              <p:cNvPr id="32" name="TextBox 31">
                <a:extLst>
                  <a:ext uri="{FF2B5EF4-FFF2-40B4-BE49-F238E27FC236}">
                    <a16:creationId xmlns:a16="http://schemas.microsoft.com/office/drawing/2014/main" id="{A7C12AD0-68DB-1AAD-CAFE-440A066B98F8}"/>
                  </a:ext>
                </a:extLst>
              </p:cNvPr>
              <p:cNvSpPr txBox="1"/>
              <p:nvPr/>
            </p:nvSpPr>
            <p:spPr>
              <a:xfrm>
                <a:off x="2138853" y="5127577"/>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Root</a:t>
                </a:r>
              </a:p>
            </p:txBody>
          </p:sp>
          <p:sp>
            <p:nvSpPr>
              <p:cNvPr id="33" name="TextBox 32">
                <a:extLst>
                  <a:ext uri="{FF2B5EF4-FFF2-40B4-BE49-F238E27FC236}">
                    <a16:creationId xmlns:a16="http://schemas.microsoft.com/office/drawing/2014/main" id="{2717BD97-8F17-8892-6CF0-3C09CE04006D}"/>
                  </a:ext>
                </a:extLst>
              </p:cNvPr>
              <p:cNvSpPr txBox="1"/>
              <p:nvPr/>
            </p:nvSpPr>
            <p:spPr>
              <a:xfrm>
                <a:off x="2138854" y="5496909"/>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1080</a:t>
                </a:r>
              </a:p>
            </p:txBody>
          </p:sp>
          <p:sp>
            <p:nvSpPr>
              <p:cNvPr id="35" name="TextBox 34">
                <a:extLst>
                  <a:ext uri="{FF2B5EF4-FFF2-40B4-BE49-F238E27FC236}">
                    <a16:creationId xmlns:a16="http://schemas.microsoft.com/office/drawing/2014/main" id="{64EAC985-57A8-8C01-1B9A-FD77B48BA234}"/>
                  </a:ext>
                </a:extLst>
              </p:cNvPr>
              <p:cNvSpPr txBox="1"/>
              <p:nvPr/>
            </p:nvSpPr>
            <p:spPr>
              <a:xfrm>
                <a:off x="2942894" y="5496908"/>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1160</a:t>
                </a:r>
              </a:p>
            </p:txBody>
          </p:sp>
        </p:grpSp>
        <p:grpSp>
          <p:nvGrpSpPr>
            <p:cNvPr id="37" name="Group 36">
              <a:extLst>
                <a:ext uri="{FF2B5EF4-FFF2-40B4-BE49-F238E27FC236}">
                  <a16:creationId xmlns:a16="http://schemas.microsoft.com/office/drawing/2014/main" id="{DE46EB1F-E10E-4C4C-2D7A-31A577C78E84}"/>
                </a:ext>
              </a:extLst>
            </p:cNvPr>
            <p:cNvGrpSpPr/>
            <p:nvPr/>
          </p:nvGrpSpPr>
          <p:grpSpPr>
            <a:xfrm>
              <a:off x="7144796" y="3152693"/>
              <a:ext cx="1930729" cy="1015663"/>
              <a:chOff x="2138853" y="5127577"/>
              <a:chExt cx="1608083" cy="1015663"/>
            </a:xfrm>
          </p:grpSpPr>
          <p:sp>
            <p:nvSpPr>
              <p:cNvPr id="38" name="TextBox 37">
                <a:extLst>
                  <a:ext uri="{FF2B5EF4-FFF2-40B4-BE49-F238E27FC236}">
                    <a16:creationId xmlns:a16="http://schemas.microsoft.com/office/drawing/2014/main" id="{B3EDB723-0C02-DA56-B60B-9375AD8B1163}"/>
                  </a:ext>
                </a:extLst>
              </p:cNvPr>
              <p:cNvSpPr txBox="1"/>
              <p:nvPr/>
            </p:nvSpPr>
            <p:spPr>
              <a:xfrm>
                <a:off x="2138853" y="5127577"/>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Child</a:t>
                </a:r>
              </a:p>
            </p:txBody>
          </p:sp>
          <p:sp>
            <p:nvSpPr>
              <p:cNvPr id="39" name="TextBox 38">
                <a:extLst>
                  <a:ext uri="{FF2B5EF4-FFF2-40B4-BE49-F238E27FC236}">
                    <a16:creationId xmlns:a16="http://schemas.microsoft.com/office/drawing/2014/main" id="{68B28ABE-AE9C-A031-3A76-6177B4560D98}"/>
                  </a:ext>
                </a:extLst>
              </p:cNvPr>
              <p:cNvSpPr txBox="1"/>
              <p:nvPr/>
            </p:nvSpPr>
            <p:spPr>
              <a:xfrm>
                <a:off x="2138854" y="5496909"/>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1240</a:t>
                </a:r>
              </a:p>
            </p:txBody>
          </p:sp>
          <p:sp>
            <p:nvSpPr>
              <p:cNvPr id="40" name="TextBox 39">
                <a:extLst>
                  <a:ext uri="{FF2B5EF4-FFF2-40B4-BE49-F238E27FC236}">
                    <a16:creationId xmlns:a16="http://schemas.microsoft.com/office/drawing/2014/main" id="{04852180-6E33-8871-49BC-1D0A4F484D5D}"/>
                  </a:ext>
                </a:extLst>
              </p:cNvPr>
              <p:cNvSpPr txBox="1"/>
              <p:nvPr/>
            </p:nvSpPr>
            <p:spPr>
              <a:xfrm>
                <a:off x="2942894" y="5496908"/>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Null</a:t>
                </a:r>
              </a:p>
            </p:txBody>
          </p:sp>
        </p:grpSp>
        <p:grpSp>
          <p:nvGrpSpPr>
            <p:cNvPr id="41" name="Group 40">
              <a:extLst>
                <a:ext uri="{FF2B5EF4-FFF2-40B4-BE49-F238E27FC236}">
                  <a16:creationId xmlns:a16="http://schemas.microsoft.com/office/drawing/2014/main" id="{BDEFC100-BD8A-1F56-D7F6-93F817B7EF0F}"/>
                </a:ext>
              </a:extLst>
            </p:cNvPr>
            <p:cNvGrpSpPr/>
            <p:nvPr/>
          </p:nvGrpSpPr>
          <p:grpSpPr>
            <a:xfrm>
              <a:off x="10040886" y="3152693"/>
              <a:ext cx="1930729" cy="1015663"/>
              <a:chOff x="2138853" y="5127577"/>
              <a:chExt cx="1608083" cy="1015663"/>
            </a:xfrm>
          </p:grpSpPr>
          <p:sp>
            <p:nvSpPr>
              <p:cNvPr id="42" name="TextBox 41">
                <a:extLst>
                  <a:ext uri="{FF2B5EF4-FFF2-40B4-BE49-F238E27FC236}">
                    <a16:creationId xmlns:a16="http://schemas.microsoft.com/office/drawing/2014/main" id="{1551BD97-29CF-BC6C-43A0-0D3C9EFDDD21}"/>
                  </a:ext>
                </a:extLst>
              </p:cNvPr>
              <p:cNvSpPr txBox="1"/>
              <p:nvPr/>
            </p:nvSpPr>
            <p:spPr>
              <a:xfrm>
                <a:off x="2138853" y="5127577"/>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Child</a:t>
                </a:r>
              </a:p>
            </p:txBody>
          </p:sp>
          <p:sp>
            <p:nvSpPr>
              <p:cNvPr id="43" name="TextBox 42">
                <a:extLst>
                  <a:ext uri="{FF2B5EF4-FFF2-40B4-BE49-F238E27FC236}">
                    <a16:creationId xmlns:a16="http://schemas.microsoft.com/office/drawing/2014/main" id="{D9FC2C71-0278-0074-B2F7-0E34CA23D0E8}"/>
                  </a:ext>
                </a:extLst>
              </p:cNvPr>
              <p:cNvSpPr txBox="1"/>
              <p:nvPr/>
            </p:nvSpPr>
            <p:spPr>
              <a:xfrm>
                <a:off x="2138854" y="5496909"/>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Null</a:t>
                </a:r>
              </a:p>
            </p:txBody>
          </p:sp>
          <p:sp>
            <p:nvSpPr>
              <p:cNvPr id="44" name="TextBox 43">
                <a:extLst>
                  <a:ext uri="{FF2B5EF4-FFF2-40B4-BE49-F238E27FC236}">
                    <a16:creationId xmlns:a16="http://schemas.microsoft.com/office/drawing/2014/main" id="{8ACF11EE-2147-CC22-F750-B79E1E83BE9F}"/>
                  </a:ext>
                </a:extLst>
              </p:cNvPr>
              <p:cNvSpPr txBox="1"/>
              <p:nvPr/>
            </p:nvSpPr>
            <p:spPr>
              <a:xfrm>
                <a:off x="2942894" y="5496908"/>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Null</a:t>
                </a:r>
              </a:p>
            </p:txBody>
          </p:sp>
        </p:grpSp>
        <p:cxnSp>
          <p:nvCxnSpPr>
            <p:cNvPr id="52" name="Connector: Elbow 51">
              <a:extLst>
                <a:ext uri="{FF2B5EF4-FFF2-40B4-BE49-F238E27FC236}">
                  <a16:creationId xmlns:a16="http://schemas.microsoft.com/office/drawing/2014/main" id="{96CFC7E0-DE69-4AD2-3A3A-316A995C8EFA}"/>
                </a:ext>
              </a:extLst>
            </p:cNvPr>
            <p:cNvCxnSpPr>
              <a:cxnSpLocks/>
              <a:stCxn id="33" idx="2"/>
              <a:endCxn id="38" idx="0"/>
            </p:cNvCxnSpPr>
            <p:nvPr/>
          </p:nvCxnSpPr>
          <p:spPr>
            <a:xfrm rot="5400000">
              <a:off x="8290622" y="2367789"/>
              <a:ext cx="604444" cy="965365"/>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54" name="Connector: Elbow 53">
              <a:extLst>
                <a:ext uri="{FF2B5EF4-FFF2-40B4-BE49-F238E27FC236}">
                  <a16:creationId xmlns:a16="http://schemas.microsoft.com/office/drawing/2014/main" id="{8500C233-7C42-B950-0FF7-9AC722D5DD48}"/>
                </a:ext>
              </a:extLst>
            </p:cNvPr>
            <p:cNvCxnSpPr>
              <a:cxnSpLocks/>
              <a:stCxn id="35" idx="2"/>
              <a:endCxn id="42" idx="0"/>
            </p:cNvCxnSpPr>
            <p:nvPr/>
          </p:nvCxnSpPr>
          <p:spPr>
            <a:xfrm rot="16200000" flipH="1">
              <a:off x="10221348" y="2367789"/>
              <a:ext cx="604445" cy="965362"/>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grpSp>
          <p:nvGrpSpPr>
            <p:cNvPr id="61" name="Group 60">
              <a:extLst>
                <a:ext uri="{FF2B5EF4-FFF2-40B4-BE49-F238E27FC236}">
                  <a16:creationId xmlns:a16="http://schemas.microsoft.com/office/drawing/2014/main" id="{6493F25B-7DBE-1D7F-9311-A902A2F0DFDE}"/>
                </a:ext>
              </a:extLst>
            </p:cNvPr>
            <p:cNvGrpSpPr/>
            <p:nvPr/>
          </p:nvGrpSpPr>
          <p:grpSpPr>
            <a:xfrm>
              <a:off x="6180111" y="4817596"/>
              <a:ext cx="1930729" cy="1015663"/>
              <a:chOff x="8185449" y="4230044"/>
              <a:chExt cx="1930729" cy="1015663"/>
            </a:xfrm>
          </p:grpSpPr>
          <p:sp>
            <p:nvSpPr>
              <p:cNvPr id="58" name="TextBox 57">
                <a:extLst>
                  <a:ext uri="{FF2B5EF4-FFF2-40B4-BE49-F238E27FC236}">
                    <a16:creationId xmlns:a16="http://schemas.microsoft.com/office/drawing/2014/main" id="{3E863ED6-A36D-1853-A9FF-A45951B60ED2}"/>
                  </a:ext>
                </a:extLst>
              </p:cNvPr>
              <p:cNvSpPr txBox="1"/>
              <p:nvPr/>
            </p:nvSpPr>
            <p:spPr>
              <a:xfrm>
                <a:off x="8185449" y="4230044"/>
                <a:ext cx="1930729"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Leaf</a:t>
                </a:r>
              </a:p>
            </p:txBody>
          </p:sp>
          <p:sp>
            <p:nvSpPr>
              <p:cNvPr id="59" name="TextBox 58">
                <a:extLst>
                  <a:ext uri="{FF2B5EF4-FFF2-40B4-BE49-F238E27FC236}">
                    <a16:creationId xmlns:a16="http://schemas.microsoft.com/office/drawing/2014/main" id="{959ED74A-8C8C-5C5A-5074-65452550815D}"/>
                  </a:ext>
                </a:extLst>
              </p:cNvPr>
              <p:cNvSpPr txBox="1"/>
              <p:nvPr/>
            </p:nvSpPr>
            <p:spPr>
              <a:xfrm>
                <a:off x="8185450" y="4599376"/>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Null</a:t>
                </a:r>
              </a:p>
            </p:txBody>
          </p:sp>
          <p:sp>
            <p:nvSpPr>
              <p:cNvPr id="60" name="TextBox 59">
                <a:extLst>
                  <a:ext uri="{FF2B5EF4-FFF2-40B4-BE49-F238E27FC236}">
                    <a16:creationId xmlns:a16="http://schemas.microsoft.com/office/drawing/2014/main" id="{EE0A6C34-8BE4-1631-F72F-9D90769FC69C}"/>
                  </a:ext>
                </a:extLst>
              </p:cNvPr>
              <p:cNvSpPr txBox="1"/>
              <p:nvPr/>
            </p:nvSpPr>
            <p:spPr>
              <a:xfrm>
                <a:off x="9150813" y="4599375"/>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Null</a:t>
                </a:r>
              </a:p>
            </p:txBody>
          </p:sp>
        </p:grpSp>
        <p:cxnSp>
          <p:nvCxnSpPr>
            <p:cNvPr id="63" name="Connector: Elbow 62">
              <a:extLst>
                <a:ext uri="{FF2B5EF4-FFF2-40B4-BE49-F238E27FC236}">
                  <a16:creationId xmlns:a16="http://schemas.microsoft.com/office/drawing/2014/main" id="{C5C3CF5E-CB26-DE08-23BB-4C321A7873F6}"/>
                </a:ext>
              </a:extLst>
            </p:cNvPr>
            <p:cNvCxnSpPr>
              <a:stCxn id="39" idx="2"/>
              <a:endCxn id="58" idx="0"/>
            </p:cNvCxnSpPr>
            <p:nvPr/>
          </p:nvCxnSpPr>
          <p:spPr>
            <a:xfrm rot="5400000">
              <a:off x="7061858" y="4251975"/>
              <a:ext cx="649240" cy="482003"/>
            </a:xfrm>
            <a:prstGeom prst="bentConnector3">
              <a:avLst/>
            </a:prstGeom>
            <a:ln>
              <a:tailEnd type="triangl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134224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Memory Representation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grpSp>
        <p:nvGrpSpPr>
          <p:cNvPr id="46" name="Group 45">
            <a:extLst>
              <a:ext uri="{FF2B5EF4-FFF2-40B4-BE49-F238E27FC236}">
                <a16:creationId xmlns:a16="http://schemas.microsoft.com/office/drawing/2014/main" id="{DBA288E3-FE92-9137-94FF-CDBF3B36F64A}"/>
              </a:ext>
            </a:extLst>
          </p:cNvPr>
          <p:cNvGrpSpPr/>
          <p:nvPr/>
        </p:nvGrpSpPr>
        <p:grpSpPr>
          <a:xfrm>
            <a:off x="197792" y="1511409"/>
            <a:ext cx="11765608" cy="4964007"/>
            <a:chOff x="99080" y="1447416"/>
            <a:chExt cx="11765608" cy="5111878"/>
          </a:xfrm>
        </p:grpSpPr>
        <p:grpSp>
          <p:nvGrpSpPr>
            <p:cNvPr id="36" name="Group 35">
              <a:extLst>
                <a:ext uri="{FF2B5EF4-FFF2-40B4-BE49-F238E27FC236}">
                  <a16:creationId xmlns:a16="http://schemas.microsoft.com/office/drawing/2014/main" id="{C3826F6D-1F78-3FD6-2262-680594E98FDE}"/>
                </a:ext>
              </a:extLst>
            </p:cNvPr>
            <p:cNvGrpSpPr/>
            <p:nvPr/>
          </p:nvGrpSpPr>
          <p:grpSpPr>
            <a:xfrm>
              <a:off x="5589821" y="1447416"/>
              <a:ext cx="1930729" cy="1015663"/>
              <a:chOff x="2138853" y="5127577"/>
              <a:chExt cx="1608083" cy="1015663"/>
            </a:xfrm>
          </p:grpSpPr>
          <p:sp>
            <p:nvSpPr>
              <p:cNvPr id="32" name="TextBox 31">
                <a:extLst>
                  <a:ext uri="{FF2B5EF4-FFF2-40B4-BE49-F238E27FC236}">
                    <a16:creationId xmlns:a16="http://schemas.microsoft.com/office/drawing/2014/main" id="{A7C12AD0-68DB-1AAD-CAFE-440A066B98F8}"/>
                  </a:ext>
                </a:extLst>
              </p:cNvPr>
              <p:cNvSpPr txBox="1"/>
              <p:nvPr/>
            </p:nvSpPr>
            <p:spPr>
              <a:xfrm>
                <a:off x="2138853" y="5127577"/>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Jawad: 1000</a:t>
                </a:r>
              </a:p>
            </p:txBody>
          </p:sp>
          <p:sp>
            <p:nvSpPr>
              <p:cNvPr id="33" name="TextBox 32">
                <a:extLst>
                  <a:ext uri="{FF2B5EF4-FFF2-40B4-BE49-F238E27FC236}">
                    <a16:creationId xmlns:a16="http://schemas.microsoft.com/office/drawing/2014/main" id="{2717BD97-8F17-8892-6CF0-3C09CE04006D}"/>
                  </a:ext>
                </a:extLst>
              </p:cNvPr>
              <p:cNvSpPr txBox="1"/>
              <p:nvPr/>
            </p:nvSpPr>
            <p:spPr>
              <a:xfrm>
                <a:off x="2138854" y="5496909"/>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1080</a:t>
                </a:r>
              </a:p>
            </p:txBody>
          </p:sp>
          <p:sp>
            <p:nvSpPr>
              <p:cNvPr id="35" name="TextBox 34">
                <a:extLst>
                  <a:ext uri="{FF2B5EF4-FFF2-40B4-BE49-F238E27FC236}">
                    <a16:creationId xmlns:a16="http://schemas.microsoft.com/office/drawing/2014/main" id="{64EAC985-57A8-8C01-1B9A-FD77B48BA234}"/>
                  </a:ext>
                </a:extLst>
              </p:cNvPr>
              <p:cNvSpPr txBox="1"/>
              <p:nvPr/>
            </p:nvSpPr>
            <p:spPr>
              <a:xfrm>
                <a:off x="2942894" y="5496908"/>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1160</a:t>
                </a:r>
              </a:p>
            </p:txBody>
          </p:sp>
        </p:grpSp>
        <p:grpSp>
          <p:nvGrpSpPr>
            <p:cNvPr id="37" name="Group 36">
              <a:extLst>
                <a:ext uri="{FF2B5EF4-FFF2-40B4-BE49-F238E27FC236}">
                  <a16:creationId xmlns:a16="http://schemas.microsoft.com/office/drawing/2014/main" id="{DE46EB1F-E10E-4C4C-2D7A-31A577C78E84}"/>
                </a:ext>
              </a:extLst>
            </p:cNvPr>
            <p:cNvGrpSpPr/>
            <p:nvPr/>
          </p:nvGrpSpPr>
          <p:grpSpPr>
            <a:xfrm>
              <a:off x="2995175" y="2781548"/>
              <a:ext cx="1930729" cy="1015663"/>
              <a:chOff x="2138853" y="5127577"/>
              <a:chExt cx="1608083" cy="1015663"/>
            </a:xfrm>
          </p:grpSpPr>
          <p:sp>
            <p:nvSpPr>
              <p:cNvPr id="38" name="TextBox 37">
                <a:extLst>
                  <a:ext uri="{FF2B5EF4-FFF2-40B4-BE49-F238E27FC236}">
                    <a16:creationId xmlns:a16="http://schemas.microsoft.com/office/drawing/2014/main" id="{B3EDB723-0C02-DA56-B60B-9375AD8B1163}"/>
                  </a:ext>
                </a:extLst>
              </p:cNvPr>
              <p:cNvSpPr txBox="1"/>
              <p:nvPr/>
            </p:nvSpPr>
            <p:spPr>
              <a:xfrm>
                <a:off x="2138853" y="5127577"/>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 1080</a:t>
                </a:r>
              </a:p>
            </p:txBody>
          </p:sp>
          <p:sp>
            <p:nvSpPr>
              <p:cNvPr id="39" name="TextBox 38">
                <a:extLst>
                  <a:ext uri="{FF2B5EF4-FFF2-40B4-BE49-F238E27FC236}">
                    <a16:creationId xmlns:a16="http://schemas.microsoft.com/office/drawing/2014/main" id="{68B28ABE-AE9C-A031-3A76-6177B4560D98}"/>
                  </a:ext>
                </a:extLst>
              </p:cNvPr>
              <p:cNvSpPr txBox="1"/>
              <p:nvPr/>
            </p:nvSpPr>
            <p:spPr>
              <a:xfrm>
                <a:off x="2138854" y="5496909"/>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1240</a:t>
                </a:r>
              </a:p>
            </p:txBody>
          </p:sp>
          <p:sp>
            <p:nvSpPr>
              <p:cNvPr id="40" name="TextBox 39">
                <a:extLst>
                  <a:ext uri="{FF2B5EF4-FFF2-40B4-BE49-F238E27FC236}">
                    <a16:creationId xmlns:a16="http://schemas.microsoft.com/office/drawing/2014/main" id="{04852180-6E33-8871-49BC-1D0A4F484D5D}"/>
                  </a:ext>
                </a:extLst>
              </p:cNvPr>
              <p:cNvSpPr txBox="1"/>
              <p:nvPr/>
            </p:nvSpPr>
            <p:spPr>
              <a:xfrm>
                <a:off x="2942894" y="5496908"/>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1400</a:t>
                </a:r>
              </a:p>
            </p:txBody>
          </p:sp>
        </p:grpSp>
        <p:grpSp>
          <p:nvGrpSpPr>
            <p:cNvPr id="41" name="Group 40">
              <a:extLst>
                <a:ext uri="{FF2B5EF4-FFF2-40B4-BE49-F238E27FC236}">
                  <a16:creationId xmlns:a16="http://schemas.microsoft.com/office/drawing/2014/main" id="{BDEFC100-BD8A-1F56-D7F6-93F817B7EF0F}"/>
                </a:ext>
              </a:extLst>
            </p:cNvPr>
            <p:cNvGrpSpPr/>
            <p:nvPr/>
          </p:nvGrpSpPr>
          <p:grpSpPr>
            <a:xfrm>
              <a:off x="8485916" y="2767795"/>
              <a:ext cx="1930729" cy="1015663"/>
              <a:chOff x="2138853" y="5127577"/>
              <a:chExt cx="1608083" cy="1015663"/>
            </a:xfrm>
          </p:grpSpPr>
          <p:sp>
            <p:nvSpPr>
              <p:cNvPr id="42" name="TextBox 41">
                <a:extLst>
                  <a:ext uri="{FF2B5EF4-FFF2-40B4-BE49-F238E27FC236}">
                    <a16:creationId xmlns:a16="http://schemas.microsoft.com/office/drawing/2014/main" id="{1551BD97-29CF-BC6C-43A0-0D3C9EFDDD21}"/>
                  </a:ext>
                </a:extLst>
              </p:cNvPr>
              <p:cNvSpPr txBox="1"/>
              <p:nvPr/>
            </p:nvSpPr>
            <p:spPr>
              <a:xfrm>
                <a:off x="2138853" y="5127577"/>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Shahzaman</a:t>
                </a:r>
                <a:r>
                  <a:rPr lang="en-US" dirty="0"/>
                  <a:t>: 1160</a:t>
                </a:r>
              </a:p>
            </p:txBody>
          </p:sp>
          <p:sp>
            <p:nvSpPr>
              <p:cNvPr id="43" name="TextBox 42">
                <a:extLst>
                  <a:ext uri="{FF2B5EF4-FFF2-40B4-BE49-F238E27FC236}">
                    <a16:creationId xmlns:a16="http://schemas.microsoft.com/office/drawing/2014/main" id="{D9FC2C71-0278-0074-B2F7-0E34CA23D0E8}"/>
                  </a:ext>
                </a:extLst>
              </p:cNvPr>
              <p:cNvSpPr txBox="1"/>
              <p:nvPr/>
            </p:nvSpPr>
            <p:spPr>
              <a:xfrm>
                <a:off x="2138854" y="5496909"/>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1320</a:t>
                </a:r>
              </a:p>
            </p:txBody>
          </p:sp>
          <p:sp>
            <p:nvSpPr>
              <p:cNvPr id="44" name="TextBox 43">
                <a:extLst>
                  <a:ext uri="{FF2B5EF4-FFF2-40B4-BE49-F238E27FC236}">
                    <a16:creationId xmlns:a16="http://schemas.microsoft.com/office/drawing/2014/main" id="{8ACF11EE-2147-CC22-F750-B79E1E83BE9F}"/>
                  </a:ext>
                </a:extLst>
              </p:cNvPr>
              <p:cNvSpPr txBox="1"/>
              <p:nvPr/>
            </p:nvSpPr>
            <p:spPr>
              <a:xfrm>
                <a:off x="2942894" y="5496908"/>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1560</a:t>
                </a:r>
              </a:p>
            </p:txBody>
          </p:sp>
        </p:grpSp>
        <p:cxnSp>
          <p:nvCxnSpPr>
            <p:cNvPr id="52" name="Connector: Elbow 51">
              <a:extLst>
                <a:ext uri="{FF2B5EF4-FFF2-40B4-BE49-F238E27FC236}">
                  <a16:creationId xmlns:a16="http://schemas.microsoft.com/office/drawing/2014/main" id="{96CFC7E0-DE69-4AD2-3A3A-316A995C8EFA}"/>
                </a:ext>
              </a:extLst>
            </p:cNvPr>
            <p:cNvCxnSpPr>
              <a:cxnSpLocks/>
              <a:stCxn id="33" idx="2"/>
              <a:endCxn id="38" idx="0"/>
            </p:cNvCxnSpPr>
            <p:nvPr/>
          </p:nvCxnSpPr>
          <p:spPr>
            <a:xfrm rot="5400000">
              <a:off x="4857288" y="1566331"/>
              <a:ext cx="318469" cy="2111964"/>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54" name="Connector: Elbow 53">
              <a:extLst>
                <a:ext uri="{FF2B5EF4-FFF2-40B4-BE49-F238E27FC236}">
                  <a16:creationId xmlns:a16="http://schemas.microsoft.com/office/drawing/2014/main" id="{8500C233-7C42-B950-0FF7-9AC722D5DD48}"/>
                </a:ext>
              </a:extLst>
            </p:cNvPr>
            <p:cNvCxnSpPr>
              <a:cxnSpLocks/>
              <a:stCxn id="35" idx="2"/>
              <a:endCxn id="42" idx="0"/>
            </p:cNvCxnSpPr>
            <p:nvPr/>
          </p:nvCxnSpPr>
          <p:spPr>
            <a:xfrm rot="16200000" flipH="1">
              <a:off x="8092216" y="1408729"/>
              <a:ext cx="304717" cy="2413414"/>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grpSp>
          <p:nvGrpSpPr>
            <p:cNvPr id="61" name="Group 60">
              <a:extLst>
                <a:ext uri="{FF2B5EF4-FFF2-40B4-BE49-F238E27FC236}">
                  <a16:creationId xmlns:a16="http://schemas.microsoft.com/office/drawing/2014/main" id="{6493F25B-7DBE-1D7F-9311-A902A2F0DFDE}"/>
                </a:ext>
              </a:extLst>
            </p:cNvPr>
            <p:cNvGrpSpPr/>
            <p:nvPr/>
          </p:nvGrpSpPr>
          <p:grpSpPr>
            <a:xfrm>
              <a:off x="1547127" y="4158636"/>
              <a:ext cx="1930729" cy="1015663"/>
              <a:chOff x="8185449" y="4230044"/>
              <a:chExt cx="1930729" cy="1015663"/>
            </a:xfrm>
          </p:grpSpPr>
          <p:sp>
            <p:nvSpPr>
              <p:cNvPr id="58" name="TextBox 57">
                <a:extLst>
                  <a:ext uri="{FF2B5EF4-FFF2-40B4-BE49-F238E27FC236}">
                    <a16:creationId xmlns:a16="http://schemas.microsoft.com/office/drawing/2014/main" id="{3E863ED6-A36D-1853-A9FF-A45951B60ED2}"/>
                  </a:ext>
                </a:extLst>
              </p:cNvPr>
              <p:cNvSpPr txBox="1"/>
              <p:nvPr/>
            </p:nvSpPr>
            <p:spPr>
              <a:xfrm>
                <a:off x="8185449" y="4230044"/>
                <a:ext cx="1930729"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Ali: 1240</a:t>
                </a:r>
              </a:p>
            </p:txBody>
          </p:sp>
          <p:sp>
            <p:nvSpPr>
              <p:cNvPr id="59" name="TextBox 58">
                <a:extLst>
                  <a:ext uri="{FF2B5EF4-FFF2-40B4-BE49-F238E27FC236}">
                    <a16:creationId xmlns:a16="http://schemas.microsoft.com/office/drawing/2014/main" id="{959ED74A-8C8C-5C5A-5074-65452550815D}"/>
                  </a:ext>
                </a:extLst>
              </p:cNvPr>
              <p:cNvSpPr txBox="1"/>
              <p:nvPr/>
            </p:nvSpPr>
            <p:spPr>
              <a:xfrm>
                <a:off x="8185450" y="4599376"/>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1480</a:t>
                </a:r>
              </a:p>
            </p:txBody>
          </p:sp>
          <p:sp>
            <p:nvSpPr>
              <p:cNvPr id="60" name="TextBox 59">
                <a:extLst>
                  <a:ext uri="{FF2B5EF4-FFF2-40B4-BE49-F238E27FC236}">
                    <a16:creationId xmlns:a16="http://schemas.microsoft.com/office/drawing/2014/main" id="{EE0A6C34-8BE4-1631-F72F-9D90769FC69C}"/>
                  </a:ext>
                </a:extLst>
              </p:cNvPr>
              <p:cNvSpPr txBox="1"/>
              <p:nvPr/>
            </p:nvSpPr>
            <p:spPr>
              <a:xfrm>
                <a:off x="9150813" y="4599375"/>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Null</a:t>
                </a:r>
              </a:p>
            </p:txBody>
          </p:sp>
        </p:grpSp>
        <p:cxnSp>
          <p:nvCxnSpPr>
            <p:cNvPr id="63" name="Connector: Elbow 62">
              <a:extLst>
                <a:ext uri="{FF2B5EF4-FFF2-40B4-BE49-F238E27FC236}">
                  <a16:creationId xmlns:a16="http://schemas.microsoft.com/office/drawing/2014/main" id="{C5C3CF5E-CB26-DE08-23BB-4C321A7873F6}"/>
                </a:ext>
              </a:extLst>
            </p:cNvPr>
            <p:cNvCxnSpPr>
              <a:stCxn id="39" idx="2"/>
              <a:endCxn id="58" idx="0"/>
            </p:cNvCxnSpPr>
            <p:nvPr/>
          </p:nvCxnSpPr>
          <p:spPr>
            <a:xfrm rot="5400000">
              <a:off x="2814463" y="3495240"/>
              <a:ext cx="361425" cy="965366"/>
            </a:xfrm>
            <a:prstGeom prst="bentConnector3">
              <a:avLst/>
            </a:prstGeom>
            <a:ln>
              <a:tailEnd type="triangle"/>
            </a:ln>
          </p:spPr>
          <p:style>
            <a:lnRef idx="3">
              <a:schemeClr val="dk1"/>
            </a:lnRef>
            <a:fillRef idx="0">
              <a:schemeClr val="dk1"/>
            </a:fillRef>
            <a:effectRef idx="2">
              <a:schemeClr val="dk1"/>
            </a:effectRef>
            <a:fontRef idx="minor">
              <a:schemeClr val="tx1"/>
            </a:fontRef>
          </p:style>
        </p:cxnSp>
        <p:grpSp>
          <p:nvGrpSpPr>
            <p:cNvPr id="3" name="Group 2">
              <a:extLst>
                <a:ext uri="{FF2B5EF4-FFF2-40B4-BE49-F238E27FC236}">
                  <a16:creationId xmlns:a16="http://schemas.microsoft.com/office/drawing/2014/main" id="{957F95AD-89C8-C43F-5D2E-88DBAF79D262}"/>
                </a:ext>
              </a:extLst>
            </p:cNvPr>
            <p:cNvGrpSpPr/>
            <p:nvPr/>
          </p:nvGrpSpPr>
          <p:grpSpPr>
            <a:xfrm>
              <a:off x="4443216" y="4168368"/>
              <a:ext cx="1930729" cy="1015663"/>
              <a:chOff x="8185449" y="4230044"/>
              <a:chExt cx="1930729" cy="1015663"/>
            </a:xfrm>
          </p:grpSpPr>
          <p:sp>
            <p:nvSpPr>
              <p:cNvPr id="5" name="TextBox 4">
                <a:extLst>
                  <a:ext uri="{FF2B5EF4-FFF2-40B4-BE49-F238E27FC236}">
                    <a16:creationId xmlns:a16="http://schemas.microsoft.com/office/drawing/2014/main" id="{35F1A12B-6D68-2FE7-5052-2C57875FF4D0}"/>
                  </a:ext>
                </a:extLst>
              </p:cNvPr>
              <p:cNvSpPr txBox="1"/>
              <p:nvPr/>
            </p:nvSpPr>
            <p:spPr>
              <a:xfrm>
                <a:off x="8185449" y="4230044"/>
                <a:ext cx="1930729"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r>
                  <a:rPr lang="en-US" dirty="0"/>
                  <a:t>: 1400</a:t>
                </a:r>
              </a:p>
            </p:txBody>
          </p:sp>
          <p:sp>
            <p:nvSpPr>
              <p:cNvPr id="6" name="TextBox 5">
                <a:extLst>
                  <a:ext uri="{FF2B5EF4-FFF2-40B4-BE49-F238E27FC236}">
                    <a16:creationId xmlns:a16="http://schemas.microsoft.com/office/drawing/2014/main" id="{135D4479-D7E9-738C-9AFA-A06B975C12CF}"/>
                  </a:ext>
                </a:extLst>
              </p:cNvPr>
              <p:cNvSpPr txBox="1"/>
              <p:nvPr/>
            </p:nvSpPr>
            <p:spPr>
              <a:xfrm>
                <a:off x="8185450" y="4599376"/>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Null</a:t>
                </a:r>
              </a:p>
            </p:txBody>
          </p:sp>
          <p:sp>
            <p:nvSpPr>
              <p:cNvPr id="7" name="TextBox 6">
                <a:extLst>
                  <a:ext uri="{FF2B5EF4-FFF2-40B4-BE49-F238E27FC236}">
                    <a16:creationId xmlns:a16="http://schemas.microsoft.com/office/drawing/2014/main" id="{CE2C0861-9ACC-73BD-2028-CF888EB2B1A9}"/>
                  </a:ext>
                </a:extLst>
              </p:cNvPr>
              <p:cNvSpPr txBox="1"/>
              <p:nvPr/>
            </p:nvSpPr>
            <p:spPr>
              <a:xfrm>
                <a:off x="9150813" y="4599375"/>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Null</a:t>
                </a:r>
              </a:p>
            </p:txBody>
          </p:sp>
        </p:grpSp>
        <p:cxnSp>
          <p:nvCxnSpPr>
            <p:cNvPr id="9" name="Connector: Elbow 8">
              <a:extLst>
                <a:ext uri="{FF2B5EF4-FFF2-40B4-BE49-F238E27FC236}">
                  <a16:creationId xmlns:a16="http://schemas.microsoft.com/office/drawing/2014/main" id="{50F22A83-8790-E6D0-6E2F-50974502BC5C}"/>
                </a:ext>
              </a:extLst>
            </p:cNvPr>
            <p:cNvCxnSpPr>
              <a:stCxn id="40" idx="2"/>
              <a:endCxn id="5" idx="0"/>
            </p:cNvCxnSpPr>
            <p:nvPr/>
          </p:nvCxnSpPr>
          <p:spPr>
            <a:xfrm rot="16200000" flipH="1">
              <a:off x="4740322" y="3500109"/>
              <a:ext cx="371158" cy="965360"/>
            </a:xfrm>
            <a:prstGeom prst="bentConnector3">
              <a:avLst/>
            </a:prstGeom>
            <a:ln>
              <a:tailEnd type="triangle"/>
            </a:ln>
          </p:spPr>
          <p:style>
            <a:lnRef idx="3">
              <a:schemeClr val="dk1"/>
            </a:lnRef>
            <a:fillRef idx="0">
              <a:schemeClr val="dk1"/>
            </a:fillRef>
            <a:effectRef idx="2">
              <a:schemeClr val="dk1"/>
            </a:effectRef>
            <a:fontRef idx="minor">
              <a:schemeClr val="tx1"/>
            </a:fontRef>
          </p:style>
        </p:cxnSp>
        <p:grpSp>
          <p:nvGrpSpPr>
            <p:cNvPr id="10" name="Group 9">
              <a:extLst>
                <a:ext uri="{FF2B5EF4-FFF2-40B4-BE49-F238E27FC236}">
                  <a16:creationId xmlns:a16="http://schemas.microsoft.com/office/drawing/2014/main" id="{5489E25A-512D-8A6C-C392-B4AE0827F7F3}"/>
                </a:ext>
              </a:extLst>
            </p:cNvPr>
            <p:cNvGrpSpPr/>
            <p:nvPr/>
          </p:nvGrpSpPr>
          <p:grpSpPr>
            <a:xfrm>
              <a:off x="7037866" y="4161492"/>
              <a:ext cx="1930729" cy="1015663"/>
              <a:chOff x="8185449" y="4230044"/>
              <a:chExt cx="1930729" cy="1015663"/>
            </a:xfrm>
          </p:grpSpPr>
          <p:sp>
            <p:nvSpPr>
              <p:cNvPr id="11" name="TextBox 10">
                <a:extLst>
                  <a:ext uri="{FF2B5EF4-FFF2-40B4-BE49-F238E27FC236}">
                    <a16:creationId xmlns:a16="http://schemas.microsoft.com/office/drawing/2014/main" id="{233C9881-609A-CBC4-A2F8-E9DBEE3FB6A1}"/>
                  </a:ext>
                </a:extLst>
              </p:cNvPr>
              <p:cNvSpPr txBox="1"/>
              <p:nvPr/>
            </p:nvSpPr>
            <p:spPr>
              <a:xfrm>
                <a:off x="8185449" y="4230044"/>
                <a:ext cx="1930729"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B: 1320</a:t>
                </a:r>
              </a:p>
            </p:txBody>
          </p:sp>
          <p:sp>
            <p:nvSpPr>
              <p:cNvPr id="12" name="TextBox 11">
                <a:extLst>
                  <a:ext uri="{FF2B5EF4-FFF2-40B4-BE49-F238E27FC236}">
                    <a16:creationId xmlns:a16="http://schemas.microsoft.com/office/drawing/2014/main" id="{207DD1AE-6D9D-136E-D3A6-A300C78A7037}"/>
                  </a:ext>
                </a:extLst>
              </p:cNvPr>
              <p:cNvSpPr txBox="1"/>
              <p:nvPr/>
            </p:nvSpPr>
            <p:spPr>
              <a:xfrm>
                <a:off x="8185450" y="4599376"/>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Null</a:t>
                </a:r>
              </a:p>
            </p:txBody>
          </p:sp>
          <p:sp>
            <p:nvSpPr>
              <p:cNvPr id="13" name="TextBox 12">
                <a:extLst>
                  <a:ext uri="{FF2B5EF4-FFF2-40B4-BE49-F238E27FC236}">
                    <a16:creationId xmlns:a16="http://schemas.microsoft.com/office/drawing/2014/main" id="{287B3F1D-EA8A-3C88-7DB7-7FD3CD9CF493}"/>
                  </a:ext>
                </a:extLst>
              </p:cNvPr>
              <p:cNvSpPr txBox="1"/>
              <p:nvPr/>
            </p:nvSpPr>
            <p:spPr>
              <a:xfrm>
                <a:off x="9150813" y="4599375"/>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Null</a:t>
                </a:r>
              </a:p>
            </p:txBody>
          </p:sp>
        </p:grpSp>
        <p:grpSp>
          <p:nvGrpSpPr>
            <p:cNvPr id="14" name="Group 13">
              <a:extLst>
                <a:ext uri="{FF2B5EF4-FFF2-40B4-BE49-F238E27FC236}">
                  <a16:creationId xmlns:a16="http://schemas.microsoft.com/office/drawing/2014/main" id="{81D4E984-6C57-59F3-B358-5E6277C7DBAD}"/>
                </a:ext>
              </a:extLst>
            </p:cNvPr>
            <p:cNvGrpSpPr/>
            <p:nvPr/>
          </p:nvGrpSpPr>
          <p:grpSpPr>
            <a:xfrm>
              <a:off x="9933959" y="4158636"/>
              <a:ext cx="1930729" cy="1015663"/>
              <a:chOff x="8185449" y="4230044"/>
              <a:chExt cx="1930729" cy="1015663"/>
            </a:xfrm>
          </p:grpSpPr>
          <p:sp>
            <p:nvSpPr>
              <p:cNvPr id="15" name="TextBox 14">
                <a:extLst>
                  <a:ext uri="{FF2B5EF4-FFF2-40B4-BE49-F238E27FC236}">
                    <a16:creationId xmlns:a16="http://schemas.microsoft.com/office/drawing/2014/main" id="{5915728E-D379-7319-7D16-96150AFDF474}"/>
                  </a:ext>
                </a:extLst>
              </p:cNvPr>
              <p:cNvSpPr txBox="1"/>
              <p:nvPr/>
            </p:nvSpPr>
            <p:spPr>
              <a:xfrm>
                <a:off x="8185449" y="4230044"/>
                <a:ext cx="1930729"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Uzair: 1560</a:t>
                </a:r>
              </a:p>
            </p:txBody>
          </p:sp>
          <p:sp>
            <p:nvSpPr>
              <p:cNvPr id="16" name="TextBox 15">
                <a:extLst>
                  <a:ext uri="{FF2B5EF4-FFF2-40B4-BE49-F238E27FC236}">
                    <a16:creationId xmlns:a16="http://schemas.microsoft.com/office/drawing/2014/main" id="{ACF6B2DC-8839-5ADD-11E7-0CF888299159}"/>
                  </a:ext>
                </a:extLst>
              </p:cNvPr>
              <p:cNvSpPr txBox="1"/>
              <p:nvPr/>
            </p:nvSpPr>
            <p:spPr>
              <a:xfrm>
                <a:off x="8185450" y="4599376"/>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Null</a:t>
                </a:r>
              </a:p>
            </p:txBody>
          </p:sp>
          <p:sp>
            <p:nvSpPr>
              <p:cNvPr id="17" name="TextBox 16">
                <a:extLst>
                  <a:ext uri="{FF2B5EF4-FFF2-40B4-BE49-F238E27FC236}">
                    <a16:creationId xmlns:a16="http://schemas.microsoft.com/office/drawing/2014/main" id="{E47E7F11-14D4-9BC7-9951-6B8CE677E0D4}"/>
                  </a:ext>
                </a:extLst>
              </p:cNvPr>
              <p:cNvSpPr txBox="1"/>
              <p:nvPr/>
            </p:nvSpPr>
            <p:spPr>
              <a:xfrm>
                <a:off x="9150813" y="4599375"/>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Null</a:t>
                </a:r>
              </a:p>
            </p:txBody>
          </p:sp>
        </p:grpSp>
        <p:cxnSp>
          <p:nvCxnSpPr>
            <p:cNvPr id="21" name="Connector: Elbow 20">
              <a:extLst>
                <a:ext uri="{FF2B5EF4-FFF2-40B4-BE49-F238E27FC236}">
                  <a16:creationId xmlns:a16="http://schemas.microsoft.com/office/drawing/2014/main" id="{40BE1377-A83C-7567-7372-94948AF04262}"/>
                </a:ext>
              </a:extLst>
            </p:cNvPr>
            <p:cNvCxnSpPr>
              <a:stCxn id="43" idx="2"/>
              <a:endCxn id="11" idx="0"/>
            </p:cNvCxnSpPr>
            <p:nvPr/>
          </p:nvCxnSpPr>
          <p:spPr>
            <a:xfrm rot="5400000">
              <a:off x="8296898" y="3489791"/>
              <a:ext cx="378034" cy="965368"/>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23" name="Connector: Elbow 22">
              <a:extLst>
                <a:ext uri="{FF2B5EF4-FFF2-40B4-BE49-F238E27FC236}">
                  <a16:creationId xmlns:a16="http://schemas.microsoft.com/office/drawing/2014/main" id="{D75A8479-220C-315C-5E7A-01A836DAABDF}"/>
                </a:ext>
              </a:extLst>
            </p:cNvPr>
            <p:cNvCxnSpPr>
              <a:stCxn id="44" idx="2"/>
              <a:endCxn id="15" idx="0"/>
            </p:cNvCxnSpPr>
            <p:nvPr/>
          </p:nvCxnSpPr>
          <p:spPr>
            <a:xfrm rot="16200000" flipH="1">
              <a:off x="10229054" y="3488365"/>
              <a:ext cx="375179" cy="965362"/>
            </a:xfrm>
            <a:prstGeom prst="bentConnector3">
              <a:avLst/>
            </a:prstGeom>
            <a:ln>
              <a:tailEnd type="triangle"/>
            </a:ln>
          </p:spPr>
          <p:style>
            <a:lnRef idx="3">
              <a:schemeClr val="dk1"/>
            </a:lnRef>
            <a:fillRef idx="0">
              <a:schemeClr val="dk1"/>
            </a:fillRef>
            <a:effectRef idx="2">
              <a:schemeClr val="dk1"/>
            </a:effectRef>
            <a:fontRef idx="minor">
              <a:schemeClr val="tx1"/>
            </a:fontRef>
          </p:style>
        </p:cxnSp>
        <p:grpSp>
          <p:nvGrpSpPr>
            <p:cNvPr id="28" name="Group 27">
              <a:extLst>
                <a:ext uri="{FF2B5EF4-FFF2-40B4-BE49-F238E27FC236}">
                  <a16:creationId xmlns:a16="http://schemas.microsoft.com/office/drawing/2014/main" id="{77389651-32B8-768B-695E-522C519EE986}"/>
                </a:ext>
              </a:extLst>
            </p:cNvPr>
            <p:cNvGrpSpPr/>
            <p:nvPr/>
          </p:nvGrpSpPr>
          <p:grpSpPr>
            <a:xfrm>
              <a:off x="99080" y="5543631"/>
              <a:ext cx="1930729" cy="1015663"/>
              <a:chOff x="8185449" y="4230044"/>
              <a:chExt cx="1930729" cy="1015663"/>
            </a:xfrm>
          </p:grpSpPr>
          <p:sp>
            <p:nvSpPr>
              <p:cNvPr id="29" name="TextBox 28">
                <a:extLst>
                  <a:ext uri="{FF2B5EF4-FFF2-40B4-BE49-F238E27FC236}">
                    <a16:creationId xmlns:a16="http://schemas.microsoft.com/office/drawing/2014/main" id="{3619EF32-9416-719F-7F5E-888F8344A21E}"/>
                  </a:ext>
                </a:extLst>
              </p:cNvPr>
              <p:cNvSpPr txBox="1"/>
              <p:nvPr/>
            </p:nvSpPr>
            <p:spPr>
              <a:xfrm>
                <a:off x="8185449" y="4230044"/>
                <a:ext cx="1930729"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Aiman</a:t>
                </a:r>
                <a:r>
                  <a:rPr lang="en-US" dirty="0"/>
                  <a:t>: 1480</a:t>
                </a:r>
              </a:p>
            </p:txBody>
          </p:sp>
          <p:sp>
            <p:nvSpPr>
              <p:cNvPr id="30" name="TextBox 29">
                <a:extLst>
                  <a:ext uri="{FF2B5EF4-FFF2-40B4-BE49-F238E27FC236}">
                    <a16:creationId xmlns:a16="http://schemas.microsoft.com/office/drawing/2014/main" id="{402009D3-9A18-E1F2-95BF-5E3DE736986D}"/>
                  </a:ext>
                </a:extLst>
              </p:cNvPr>
              <p:cNvSpPr txBox="1"/>
              <p:nvPr/>
            </p:nvSpPr>
            <p:spPr>
              <a:xfrm>
                <a:off x="8185450" y="4599376"/>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Null</a:t>
                </a:r>
              </a:p>
            </p:txBody>
          </p:sp>
          <p:sp>
            <p:nvSpPr>
              <p:cNvPr id="31" name="TextBox 30">
                <a:extLst>
                  <a:ext uri="{FF2B5EF4-FFF2-40B4-BE49-F238E27FC236}">
                    <a16:creationId xmlns:a16="http://schemas.microsoft.com/office/drawing/2014/main" id="{30EA9F5E-AD45-5F93-89C1-30505855F736}"/>
                  </a:ext>
                </a:extLst>
              </p:cNvPr>
              <p:cNvSpPr txBox="1"/>
              <p:nvPr/>
            </p:nvSpPr>
            <p:spPr>
              <a:xfrm>
                <a:off x="9150813" y="4599375"/>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Null</a:t>
                </a:r>
              </a:p>
            </p:txBody>
          </p:sp>
        </p:grpSp>
        <p:cxnSp>
          <p:nvCxnSpPr>
            <p:cNvPr id="45" name="Connector: Elbow 44">
              <a:extLst>
                <a:ext uri="{FF2B5EF4-FFF2-40B4-BE49-F238E27FC236}">
                  <a16:creationId xmlns:a16="http://schemas.microsoft.com/office/drawing/2014/main" id="{E09B4625-68F5-F90A-8946-118DE3BCF6D9}"/>
                </a:ext>
              </a:extLst>
            </p:cNvPr>
            <p:cNvCxnSpPr>
              <a:stCxn id="59" idx="2"/>
              <a:endCxn id="29" idx="0"/>
            </p:cNvCxnSpPr>
            <p:nvPr/>
          </p:nvCxnSpPr>
          <p:spPr>
            <a:xfrm rot="5400000">
              <a:off x="1362462" y="4876283"/>
              <a:ext cx="369332" cy="965365"/>
            </a:xfrm>
            <a:prstGeom prst="bentConnector3">
              <a:avLst/>
            </a:prstGeom>
            <a:ln>
              <a:tailEnd type="triangle"/>
            </a:ln>
          </p:spPr>
          <p:style>
            <a:lnRef idx="3">
              <a:schemeClr val="dk1"/>
            </a:lnRef>
            <a:fillRef idx="0">
              <a:schemeClr val="dk1"/>
            </a:fillRef>
            <a:effectRef idx="2">
              <a:schemeClr val="dk1"/>
            </a:effectRef>
            <a:fontRef idx="minor">
              <a:schemeClr val="tx1"/>
            </a:fontRef>
          </p:style>
        </p:cxnSp>
      </p:grpSp>
      <p:sp>
        <p:nvSpPr>
          <p:cNvPr id="47" name="Rectangle 46">
            <a:extLst>
              <a:ext uri="{FF2B5EF4-FFF2-40B4-BE49-F238E27FC236}">
                <a16:creationId xmlns:a16="http://schemas.microsoft.com/office/drawing/2014/main" id="{0D817529-2E91-3ED4-9523-50CB6BAECA91}"/>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8" name="Content Placeholder 2">
            <a:extLst>
              <a:ext uri="{FF2B5EF4-FFF2-40B4-BE49-F238E27FC236}">
                <a16:creationId xmlns:a16="http://schemas.microsoft.com/office/drawing/2014/main" id="{5CCB59C5-4FE4-E8FF-2166-9538E771A899}"/>
              </a:ext>
            </a:extLst>
          </p:cNvPr>
          <p:cNvSpPr txBox="1">
            <a:spLocks/>
          </p:cNvSpPr>
          <p:nvPr/>
        </p:nvSpPr>
        <p:spPr>
          <a:xfrm>
            <a:off x="2611203" y="5346590"/>
            <a:ext cx="9383004" cy="1128825"/>
          </a:xfrm>
          <a:prstGeom prst="rect">
            <a:avLst/>
          </a:prstGeom>
        </p:spPr>
        <p:txBody>
          <a:bodyPr>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400" dirty="0"/>
              <a:t>In this tree, identify the type of binary tree; Root and Leaf nodes; Show how to get to “Omar B” from “Jawad”; Calculate the total size in bits for this tree for 64-bit addressing; Remove one node to turn it into a Perfect tree.</a:t>
            </a:r>
          </a:p>
        </p:txBody>
      </p:sp>
    </p:spTree>
    <p:extLst>
      <p:ext uri="{BB962C8B-B14F-4D97-AF65-F5344CB8AC3E}">
        <p14:creationId xmlns:p14="http://schemas.microsoft.com/office/powerpoint/2010/main" val="2204472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Operations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Before moving on to Pseudocodes, let’s first have a look at some common calculations.</a:t>
                </a:r>
              </a:p>
              <a:p>
                <a:pPr marL="514350" indent="-514350">
                  <a:lnSpc>
                    <a:spcPct val="120000"/>
                  </a:lnSpc>
                  <a:buFont typeface="+mj-lt"/>
                  <a:buAutoNum type="arabicPeriod"/>
                </a:pPr>
                <a:r>
                  <a:rPr lang="en-US" sz="3200" dirty="0"/>
                  <a:t>The number of nodes in each level of a binary tree is </a:t>
                </a:r>
                <a14:m>
                  <m:oMath xmlns:m="http://schemas.openxmlformats.org/officeDocument/2006/math">
                    <m:sSup>
                      <m:sSupPr>
                        <m:ctrlPr>
                          <a:rPr lang="en-US" sz="3200" i="1">
                            <a:latin typeface="Cambria Math" panose="02040503050406030204" pitchFamily="18" charset="0"/>
                          </a:rPr>
                        </m:ctrlPr>
                      </m:sSupPr>
                      <m:e>
                        <m:r>
                          <a:rPr lang="en-US" sz="3200" i="1">
                            <a:latin typeface="Cambria Math" panose="02040503050406030204" pitchFamily="18" charset="0"/>
                          </a:rPr>
                          <m:t>2</m:t>
                        </m:r>
                      </m:e>
                      <m:sup>
                        <m:r>
                          <a:rPr lang="en-US" sz="3200" i="1">
                            <a:latin typeface="Cambria Math" panose="02040503050406030204" pitchFamily="18" charset="0"/>
                          </a:rPr>
                          <m:t>𝑛</m:t>
                        </m:r>
                      </m:sup>
                    </m:sSup>
                  </m:oMath>
                </a14:m>
                <a:r>
                  <a:rPr lang="en-US" sz="3200" dirty="0"/>
                  <a:t>. But do note that if your root node is called Level 1 (instead of Level 0), then the formula will be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𝑛</m:t>
                        </m:r>
                        <m:r>
                          <a:rPr lang="en-US" sz="3200" b="0" i="1" smtClean="0">
                            <a:latin typeface="Cambria Math" panose="02040503050406030204" pitchFamily="18" charset="0"/>
                          </a:rPr>
                          <m:t>−1</m:t>
                        </m:r>
                      </m:sup>
                    </m:sSup>
                  </m:oMath>
                </a14:m>
                <a:r>
                  <a:rPr lang="en-US" sz="3200" dirty="0"/>
                  <a:t>.</a:t>
                </a:r>
              </a:p>
              <a:p>
                <a:pPr marL="514350" indent="-514350">
                  <a:lnSpc>
                    <a:spcPct val="120000"/>
                  </a:lnSpc>
                  <a:buFont typeface="+mj-lt"/>
                  <a:buAutoNum type="arabicPeriod"/>
                </a:pPr>
                <a:r>
                  <a:rPr lang="en-US" sz="3200" dirty="0"/>
                  <a:t>The number of maximum nodes in a tree is determined by its height. If height is </a:t>
                </a:r>
                <a14:m>
                  <m:oMath xmlns:m="http://schemas.openxmlformats.org/officeDocument/2006/math">
                    <m:r>
                      <a:rPr lang="en-US" sz="3200" i="1" dirty="0" smtClean="0">
                        <a:latin typeface="Cambria Math" panose="02040503050406030204" pitchFamily="18" charset="0"/>
                      </a:rPr>
                      <m:t>h</m:t>
                    </m:r>
                  </m:oMath>
                </a14:m>
                <a:r>
                  <a:rPr lang="en-US" sz="3200" dirty="0"/>
                  <a:t>, then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0</m:t>
                        </m:r>
                      </m:sup>
                    </m:sSup>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1</m:t>
                        </m:r>
                      </m:sup>
                    </m:sSup>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h</m:t>
                        </m:r>
                      </m:sup>
                    </m:sSup>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h</m:t>
                        </m:r>
                        <m:r>
                          <a:rPr lang="en-US" sz="3200" b="0" i="1" smtClean="0">
                            <a:latin typeface="Cambria Math" panose="02040503050406030204" pitchFamily="18" charset="0"/>
                          </a:rPr>
                          <m:t>+1</m:t>
                        </m:r>
                      </m:sup>
                    </m:sSup>
                    <m:r>
                      <a:rPr lang="en-US" sz="3200" b="0" i="1" smtClean="0">
                        <a:latin typeface="Cambria Math" panose="02040503050406030204" pitchFamily="18" charset="0"/>
                      </a:rPr>
                      <m:t>−1</m:t>
                    </m:r>
                  </m:oMath>
                </a14:m>
                <a:endParaRPr lang="en-US" sz="3200" dirty="0"/>
              </a:p>
              <a:p>
                <a:pPr marL="514350" indent="-514350">
                  <a:lnSpc>
                    <a:spcPct val="120000"/>
                  </a:lnSpc>
                  <a:buFont typeface="+mj-lt"/>
                  <a:buAutoNum type="arabicPeriod"/>
                </a:pPr>
                <a:r>
                  <a:rPr lang="en-US" sz="3200" dirty="0"/>
                  <a:t>For a binary tree of </a:t>
                </a:r>
                <a14:m>
                  <m:oMath xmlns:m="http://schemas.openxmlformats.org/officeDocument/2006/math">
                    <m:r>
                      <a:rPr lang="en-US" sz="3200" b="0" i="1" smtClean="0">
                        <a:latin typeface="Cambria Math" panose="02040503050406030204" pitchFamily="18" charset="0"/>
                      </a:rPr>
                      <m:t>𝑛</m:t>
                    </m:r>
                  </m:oMath>
                </a14:m>
                <a:r>
                  <a:rPr lang="en-US" sz="3200" dirty="0"/>
                  <a:t> nodes, the total number of leaf nodes </a:t>
                </a:r>
                <a14:m>
                  <m:oMath xmlns:m="http://schemas.openxmlformats.org/officeDocument/2006/math">
                    <m:r>
                      <a:rPr lang="en-US" sz="3200" b="0" i="1" smtClean="0">
                        <a:latin typeface="Cambria Math" panose="02040503050406030204" pitchFamily="18" charset="0"/>
                      </a:rPr>
                      <m:t>𝐿</m:t>
                    </m:r>
                  </m:oMath>
                </a14:m>
                <a:r>
                  <a:rPr lang="en-US" sz="3200" dirty="0"/>
                  <a:t> will be </a:t>
                </a:r>
                <a14:m>
                  <m:oMath xmlns:m="http://schemas.openxmlformats.org/officeDocument/2006/math">
                    <m:r>
                      <a:rPr lang="en-US" sz="3200" b="0" i="1" smtClean="0">
                        <a:latin typeface="Cambria Math" panose="02040503050406030204" pitchFamily="18" charset="0"/>
                      </a:rPr>
                      <m:t>𝐿</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𝑛</m:t>
                        </m:r>
                        <m:r>
                          <a:rPr lang="en-US" sz="3200" b="0" i="1" smtClean="0">
                            <a:latin typeface="Cambria Math" panose="02040503050406030204" pitchFamily="18" charset="0"/>
                          </a:rPr>
                          <m:t>+1</m:t>
                        </m:r>
                      </m:num>
                      <m:den>
                        <m:r>
                          <a:rPr lang="en-US" sz="3200" b="0" i="1" smtClean="0">
                            <a:latin typeface="Cambria Math" panose="02040503050406030204" pitchFamily="18" charset="0"/>
                          </a:rPr>
                          <m:t>2</m:t>
                        </m:r>
                      </m:den>
                    </m:f>
                  </m:oMath>
                </a14:m>
                <a:r>
                  <a:rPr lang="en-US" sz="3200" dirty="0"/>
                  <a:t>. For a trinary tree, it will be </a:t>
                </a:r>
                <a14:m>
                  <m:oMath xmlns:m="http://schemas.openxmlformats.org/officeDocument/2006/math">
                    <m:r>
                      <a:rPr lang="en-US" sz="3200" b="0" i="1" smtClean="0">
                        <a:latin typeface="Cambria Math" panose="02040503050406030204" pitchFamily="18" charset="0"/>
                      </a:rPr>
                      <m:t>𝐿</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2</m:t>
                        </m:r>
                        <m:r>
                          <a:rPr lang="en-US" sz="3200" b="0" i="1" smtClean="0">
                            <a:latin typeface="Cambria Math" panose="02040503050406030204" pitchFamily="18" charset="0"/>
                          </a:rPr>
                          <m:t>𝑛</m:t>
                        </m:r>
                        <m:r>
                          <a:rPr lang="en-US" sz="3200" b="0" i="1" smtClean="0">
                            <a:latin typeface="Cambria Math" panose="02040503050406030204" pitchFamily="18" charset="0"/>
                          </a:rPr>
                          <m:t>+1</m:t>
                        </m:r>
                      </m:num>
                      <m:den>
                        <m:r>
                          <a:rPr lang="en-US" sz="3200" b="0" i="1" smtClean="0">
                            <a:latin typeface="Cambria Math" panose="02040503050406030204" pitchFamily="18" charset="0"/>
                          </a:rPr>
                          <m:t>3</m:t>
                        </m:r>
                      </m:den>
                    </m:f>
                  </m:oMath>
                </a14:m>
                <a:r>
                  <a:rPr lang="en-US" sz="3200" dirty="0"/>
                  <a:t>.</a:t>
                </a:r>
              </a:p>
              <a:p>
                <a:pPr marL="514350" indent="-514350">
                  <a:lnSpc>
                    <a:spcPct val="120000"/>
                  </a:lnSpc>
                  <a:buFont typeface="+mj-lt"/>
                  <a:buAutoNum type="arabicPeriod"/>
                </a:pPr>
                <a:r>
                  <a:rPr lang="en-US" sz="3200" dirty="0"/>
                  <a:t>The number of possible arrangements in a binary tree is determined by Catalan number series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𝐶</m:t>
                        </m:r>
                      </m:e>
                      <m:sub>
                        <m:r>
                          <a:rPr lang="en-US" sz="3200" b="0" i="1" smtClean="0">
                            <a:latin typeface="Cambria Math" panose="02040503050406030204" pitchFamily="18" charset="0"/>
                          </a:rPr>
                          <m:t>𝑛</m:t>
                        </m:r>
                      </m:sub>
                    </m:sSub>
                    <m:r>
                      <a:rPr lang="en-US" sz="3200" b="0" i="1" smtClean="0">
                        <a:latin typeface="Cambria Math" panose="02040503050406030204" pitchFamily="18" charset="0"/>
                      </a:rPr>
                      <m:t>=</m:t>
                    </m:r>
                    <m:d>
                      <m:dPr>
                        <m:ctrlPr>
                          <a:rPr lang="en-US" sz="3200" i="1">
                            <a:latin typeface="Cambria Math" panose="02040503050406030204" pitchFamily="18" charset="0"/>
                          </a:rPr>
                        </m:ctrlPr>
                      </m:dPr>
                      <m:e>
                        <m:f>
                          <m:fPr>
                            <m:type m:val="noBar"/>
                            <m:ctrlPr>
                              <a:rPr lang="en-US" sz="3200" i="1">
                                <a:latin typeface="Cambria Math" panose="02040503050406030204" pitchFamily="18" charset="0"/>
                              </a:rPr>
                            </m:ctrlPr>
                          </m:fPr>
                          <m:num>
                            <m:r>
                              <a:rPr lang="en-US" sz="3200" i="1">
                                <a:latin typeface="Cambria Math" panose="02040503050406030204" pitchFamily="18" charset="0"/>
                              </a:rPr>
                              <m:t>2</m:t>
                            </m:r>
                            <m:r>
                              <a:rPr lang="en-US" sz="3200" i="1">
                                <a:latin typeface="Cambria Math" panose="02040503050406030204" pitchFamily="18" charset="0"/>
                              </a:rPr>
                              <m:t>𝑛</m:t>
                            </m:r>
                          </m:num>
                          <m:den>
                            <m:r>
                              <a:rPr lang="en-US" sz="3200" i="1">
                                <a:latin typeface="Cambria Math" panose="02040503050406030204" pitchFamily="18" charset="0"/>
                              </a:rPr>
                              <m:t>𝑛</m:t>
                            </m:r>
                          </m:den>
                        </m:f>
                      </m:e>
                    </m:d>
                    <m:r>
                      <a:rPr lang="en-US" sz="320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num>
                      <m:den>
                        <m:r>
                          <a:rPr lang="en-US" sz="3200" b="0" i="1" smtClean="0">
                            <a:latin typeface="Cambria Math" panose="02040503050406030204" pitchFamily="18" charset="0"/>
                          </a:rPr>
                          <m:t>𝑛</m:t>
                        </m:r>
                        <m:r>
                          <a:rPr lang="en-US" sz="3200" b="0" i="1" smtClean="0">
                            <a:latin typeface="Cambria Math" panose="02040503050406030204" pitchFamily="18" charset="0"/>
                          </a:rPr>
                          <m:t>+1</m:t>
                        </m:r>
                      </m:den>
                    </m:f>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(2</m:t>
                        </m:r>
                        <m:r>
                          <a:rPr lang="en-US" sz="3200" b="0" i="1" smtClean="0">
                            <a:latin typeface="Cambria Math" panose="02040503050406030204" pitchFamily="18" charset="0"/>
                          </a:rPr>
                          <m:t>𝑛</m:t>
                        </m:r>
                        <m:r>
                          <a:rPr lang="en-US" sz="3200" b="0" i="1" smtClean="0">
                            <a:latin typeface="Cambria Math" panose="02040503050406030204" pitchFamily="18" charset="0"/>
                          </a:rPr>
                          <m:t>)!</m:t>
                        </m:r>
                      </m:num>
                      <m:den>
                        <m:r>
                          <a:rPr lang="en-US" sz="3200" b="0" i="1" smtClean="0">
                            <a:latin typeface="Cambria Math" panose="02040503050406030204" pitchFamily="18" charset="0"/>
                          </a:rPr>
                          <m:t>𝑛</m:t>
                        </m:r>
                        <m:r>
                          <a:rPr lang="en-US" sz="3200" b="0" i="1" smtClean="0">
                            <a:latin typeface="Cambria Math" panose="02040503050406030204" pitchFamily="18" charset="0"/>
                          </a:rPr>
                          <m:t>!</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+1</m:t>
                            </m:r>
                          </m:e>
                        </m:d>
                        <m:r>
                          <a:rPr lang="en-US" sz="3200" b="0" i="1" smtClean="0">
                            <a:latin typeface="Cambria Math" panose="02040503050406030204" pitchFamily="18" charset="0"/>
                          </a:rPr>
                          <m:t>!</m:t>
                        </m:r>
                      </m:den>
                    </m:f>
                  </m:oMath>
                </a14:m>
                <a:r>
                  <a:rPr lang="en-US" sz="3200" dirty="0"/>
                  <a:t>. If you want to memorize it, the series for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=1 </m:t>
                    </m:r>
                    <m:r>
                      <a:rPr lang="en-US" sz="3200" b="0" i="1" smtClean="0">
                        <a:latin typeface="Cambria Math" panose="02040503050406030204" pitchFamily="18" charset="0"/>
                      </a:rPr>
                      <m:t>𝑡𝑜</m:t>
                    </m:r>
                    <m:r>
                      <a:rPr lang="en-US" sz="3200" b="0" i="1" smtClean="0">
                        <a:latin typeface="Cambria Math" panose="02040503050406030204" pitchFamily="18" charset="0"/>
                      </a:rPr>
                      <m:t> 8</m:t>
                    </m:r>
                  </m:oMath>
                </a14:m>
                <a:r>
                  <a:rPr lang="en-US" sz="3200" dirty="0"/>
                  <a:t> is: </a:t>
                </a:r>
                <a14:m>
                  <m:oMath xmlns:m="http://schemas.openxmlformats.org/officeDocument/2006/math">
                    <m:r>
                      <a:rPr lang="en-US" sz="3200" i="1" dirty="0" smtClean="0">
                        <a:latin typeface="Cambria Math" panose="02040503050406030204" pitchFamily="18" charset="0"/>
                      </a:rPr>
                      <m:t>1, 1, 2, 5, 14, 42, 132</m:t>
                    </m:r>
                    <m:r>
                      <a:rPr lang="en-US" sz="3200" b="0" i="1" dirty="0" smtClean="0">
                        <a:latin typeface="Cambria Math" panose="02040503050406030204" pitchFamily="18" charset="0"/>
                      </a:rPr>
                      <m:t>,429</m:t>
                    </m:r>
                  </m:oMath>
                </a14:m>
                <a:r>
                  <a:rPr lang="en-US" sz="3200" dirty="0"/>
                  <a:t>.</a:t>
                </a:r>
              </a:p>
              <a:p>
                <a:pPr marL="514350" indent="-514350">
                  <a:lnSpc>
                    <a:spcPct val="120000"/>
                  </a:lnSpc>
                  <a:buFont typeface="+mj-lt"/>
                  <a:buAutoNum type="arabicPeriod"/>
                </a:pPr>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675" t="-740"/>
                </a:stretch>
              </a:blipFill>
            </p:spPr>
            <p:txBody>
              <a:bodyPr/>
              <a:lstStyle/>
              <a:p>
                <a:r>
                  <a:rPr lang="en-US">
                    <a:noFill/>
                  </a:rPr>
                  <a:t> </a:t>
                </a:r>
              </a:p>
            </p:txBody>
          </p:sp>
        </mc:Fallback>
      </mc:AlternateContent>
    </p:spTree>
    <p:extLst>
      <p:ext uri="{BB962C8B-B14F-4D97-AF65-F5344CB8AC3E}">
        <p14:creationId xmlns:p14="http://schemas.microsoft.com/office/powerpoint/2010/main" val="567987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Operations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5875616" cy="4942830"/>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Traversal</a:t>
            </a:r>
          </a:p>
          <a:p>
            <a:pPr lvl="1">
              <a:lnSpc>
                <a:spcPct val="120000"/>
              </a:lnSpc>
              <a:buFont typeface="Wingdings" panose="05000000000000000000" pitchFamily="2" charset="2"/>
              <a:buChar char="§"/>
            </a:pPr>
            <a:r>
              <a:rPr lang="en-US" sz="3000" dirty="0"/>
              <a:t>In-order Traversing</a:t>
            </a:r>
          </a:p>
          <a:p>
            <a:pPr lvl="1">
              <a:lnSpc>
                <a:spcPct val="120000"/>
              </a:lnSpc>
              <a:buFont typeface="Wingdings" panose="05000000000000000000" pitchFamily="2" charset="2"/>
              <a:buChar char="§"/>
            </a:pPr>
            <a:r>
              <a:rPr lang="en-US" sz="3000" dirty="0"/>
              <a:t>Pre-order Traversing</a:t>
            </a:r>
          </a:p>
          <a:p>
            <a:pPr lvl="1">
              <a:lnSpc>
                <a:spcPct val="120000"/>
              </a:lnSpc>
              <a:buFont typeface="Wingdings" panose="05000000000000000000" pitchFamily="2" charset="2"/>
              <a:buChar char="§"/>
            </a:pPr>
            <a:r>
              <a:rPr lang="en-US" sz="3000" dirty="0"/>
              <a:t>Post-order Traversing</a:t>
            </a:r>
          </a:p>
          <a:p>
            <a:pPr>
              <a:lnSpc>
                <a:spcPct val="120000"/>
              </a:lnSpc>
              <a:buFont typeface="Wingdings" panose="05000000000000000000" pitchFamily="2" charset="2"/>
              <a:buChar char="§"/>
            </a:pPr>
            <a:r>
              <a:rPr lang="en-US" sz="3200" dirty="0"/>
              <a:t>Insertion</a:t>
            </a:r>
          </a:p>
          <a:p>
            <a:pPr lvl="1">
              <a:lnSpc>
                <a:spcPct val="120000"/>
              </a:lnSpc>
              <a:buFont typeface="Wingdings" panose="05000000000000000000" pitchFamily="2" charset="2"/>
              <a:buChar char="§"/>
            </a:pPr>
            <a:r>
              <a:rPr lang="en-US" sz="3000" dirty="0"/>
              <a:t>Efficient</a:t>
            </a:r>
          </a:p>
          <a:p>
            <a:pPr lvl="1">
              <a:lnSpc>
                <a:spcPct val="120000"/>
              </a:lnSpc>
              <a:buFont typeface="Wingdings" panose="05000000000000000000" pitchFamily="2" charset="2"/>
              <a:buChar char="§"/>
            </a:pPr>
            <a:r>
              <a:rPr lang="en-US" sz="3000" dirty="0"/>
              <a:t>Complete</a:t>
            </a:r>
          </a:p>
          <a:p>
            <a:pPr lvl="1">
              <a:lnSpc>
                <a:spcPct val="120000"/>
              </a:lnSpc>
              <a:buFont typeface="Wingdings" panose="05000000000000000000" pitchFamily="2" charset="2"/>
              <a:buChar char="§"/>
            </a:pPr>
            <a:r>
              <a:rPr lang="en-US" sz="3000" dirty="0"/>
              <a:t>Ordered</a:t>
            </a:r>
          </a:p>
          <a:p>
            <a:pPr>
              <a:lnSpc>
                <a:spcPct val="120000"/>
              </a:lnSpc>
              <a:buFont typeface="Wingdings" panose="05000000000000000000" pitchFamily="2" charset="2"/>
              <a:buChar char="§"/>
            </a:pPr>
            <a:r>
              <a:rPr lang="en-US" sz="3200" dirty="0"/>
              <a:t>Deletion</a:t>
            </a:r>
          </a:p>
          <a:p>
            <a:pPr lvl="1">
              <a:lnSpc>
                <a:spcPct val="120000"/>
              </a:lnSpc>
              <a:buFont typeface="Wingdings" panose="05000000000000000000" pitchFamily="2" charset="2"/>
              <a:buChar char="§"/>
            </a:pPr>
            <a:r>
              <a:rPr lang="en-US" sz="3000" dirty="0"/>
              <a:t>Leaf Node</a:t>
            </a:r>
          </a:p>
          <a:p>
            <a:pPr lvl="1">
              <a:lnSpc>
                <a:spcPct val="120000"/>
              </a:lnSpc>
              <a:buFont typeface="Wingdings" panose="05000000000000000000" pitchFamily="2" charset="2"/>
              <a:buChar char="§"/>
            </a:pPr>
            <a:r>
              <a:rPr lang="en-US" sz="3000" dirty="0"/>
              <a:t>Parent Node</a:t>
            </a:r>
          </a:p>
          <a:p>
            <a:pPr>
              <a:lnSpc>
                <a:spcPct val="120000"/>
              </a:lnSpc>
              <a:buFont typeface="Wingdings" panose="05000000000000000000" pitchFamily="2" charset="2"/>
              <a:buChar char="§"/>
            </a:pPr>
            <a:r>
              <a:rPr lang="en-US" sz="3200" dirty="0"/>
              <a:t>Depth First and Breath First Search</a:t>
            </a:r>
          </a:p>
        </p:txBody>
      </p:sp>
      <p:graphicFrame>
        <p:nvGraphicFramePr>
          <p:cNvPr id="4" name="Diagram 3">
            <a:extLst>
              <a:ext uri="{FF2B5EF4-FFF2-40B4-BE49-F238E27FC236}">
                <a16:creationId xmlns:a16="http://schemas.microsoft.com/office/drawing/2014/main" id="{37C2314D-78BF-3EAE-1E8D-AC99735859BD}"/>
              </a:ext>
            </a:extLst>
          </p:cNvPr>
          <p:cNvGraphicFramePr/>
          <p:nvPr>
            <p:extLst>
              <p:ext uri="{D42A27DB-BD31-4B8C-83A1-F6EECF244321}">
                <p14:modId xmlns:p14="http://schemas.microsoft.com/office/powerpoint/2010/main" val="1544969458"/>
              </p:ext>
            </p:extLst>
          </p:nvPr>
        </p:nvGraphicFramePr>
        <p:xfrm>
          <a:off x="6724720" y="1688125"/>
          <a:ext cx="4609960" cy="26331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Table 5">
            <a:extLst>
              <a:ext uri="{FF2B5EF4-FFF2-40B4-BE49-F238E27FC236}">
                <a16:creationId xmlns:a16="http://schemas.microsoft.com/office/drawing/2014/main" id="{4E63108D-B681-27EA-9A59-7B8616DF9919}"/>
              </a:ext>
            </a:extLst>
          </p:cNvPr>
          <p:cNvGraphicFramePr>
            <a:graphicFrameLocks noGrp="1"/>
          </p:cNvGraphicFramePr>
          <p:nvPr>
            <p:extLst>
              <p:ext uri="{D42A27DB-BD31-4B8C-83A1-F6EECF244321}">
                <p14:modId xmlns:p14="http://schemas.microsoft.com/office/powerpoint/2010/main" val="1914650894"/>
              </p:ext>
            </p:extLst>
          </p:nvPr>
        </p:nvGraphicFramePr>
        <p:xfrm>
          <a:off x="6096000" y="4536920"/>
          <a:ext cx="5867400" cy="1584960"/>
        </p:xfrm>
        <a:graphic>
          <a:graphicData uri="http://schemas.openxmlformats.org/drawingml/2006/table">
            <a:tbl>
              <a:tblPr firstRow="1" bandRow="1">
                <a:tableStyleId>{073A0DAA-6AF3-43AB-8588-CEC1D06C72B9}</a:tableStyleId>
              </a:tblPr>
              <a:tblGrid>
                <a:gridCol w="1309635">
                  <a:extLst>
                    <a:ext uri="{9D8B030D-6E8A-4147-A177-3AD203B41FA5}">
                      <a16:colId xmlns:a16="http://schemas.microsoft.com/office/drawing/2014/main" val="42375214"/>
                    </a:ext>
                  </a:extLst>
                </a:gridCol>
                <a:gridCol w="4557765">
                  <a:extLst>
                    <a:ext uri="{9D8B030D-6E8A-4147-A177-3AD203B41FA5}">
                      <a16:colId xmlns:a16="http://schemas.microsoft.com/office/drawing/2014/main" val="3544430437"/>
                    </a:ext>
                  </a:extLst>
                </a:gridCol>
              </a:tblGrid>
              <a:tr h="370840">
                <a:tc>
                  <a:txBody>
                    <a:bodyPr/>
                    <a:lstStyle/>
                    <a:p>
                      <a:r>
                        <a:rPr lang="en-US" sz="2000" dirty="0"/>
                        <a:t>Traversal</a:t>
                      </a:r>
                    </a:p>
                  </a:txBody>
                  <a:tcPr/>
                </a:tc>
                <a:tc>
                  <a:txBody>
                    <a:bodyPr/>
                    <a:lstStyle/>
                    <a:p>
                      <a:r>
                        <a:rPr lang="en-US" sz="2000" dirty="0"/>
                        <a:t>Output</a:t>
                      </a:r>
                    </a:p>
                  </a:txBody>
                  <a:tcPr/>
                </a:tc>
                <a:extLst>
                  <a:ext uri="{0D108BD9-81ED-4DB2-BD59-A6C34878D82A}">
                    <a16:rowId xmlns:a16="http://schemas.microsoft.com/office/drawing/2014/main" val="1331460473"/>
                  </a:ext>
                </a:extLst>
              </a:tr>
              <a:tr h="370840">
                <a:tc>
                  <a:txBody>
                    <a:bodyPr/>
                    <a:lstStyle/>
                    <a:p>
                      <a:r>
                        <a:rPr lang="en-US" sz="2000" dirty="0"/>
                        <a:t>In-order</a:t>
                      </a:r>
                    </a:p>
                  </a:txBody>
                  <a:tcPr/>
                </a:tc>
                <a:tc>
                  <a:txBody>
                    <a:bodyPr/>
                    <a:lstStyle/>
                    <a:p>
                      <a:r>
                        <a:rPr lang="en-US" sz="2000" dirty="0"/>
                        <a:t>4930, 4669, 4901, 5019, 4910, 5040, 5144</a:t>
                      </a:r>
                    </a:p>
                  </a:txBody>
                  <a:tcPr/>
                </a:tc>
                <a:extLst>
                  <a:ext uri="{0D108BD9-81ED-4DB2-BD59-A6C34878D82A}">
                    <a16:rowId xmlns:a16="http://schemas.microsoft.com/office/drawing/2014/main" val="4096378736"/>
                  </a:ext>
                </a:extLst>
              </a:tr>
              <a:tr h="370840">
                <a:tc>
                  <a:txBody>
                    <a:bodyPr/>
                    <a:lstStyle/>
                    <a:p>
                      <a:r>
                        <a:rPr lang="en-US" sz="2000" dirty="0"/>
                        <a:t>Pre-order</a:t>
                      </a:r>
                    </a:p>
                  </a:txBody>
                  <a:tcPr/>
                </a:tc>
                <a:tc>
                  <a:txBody>
                    <a:bodyPr/>
                    <a:lstStyle/>
                    <a:p>
                      <a:r>
                        <a:rPr lang="en-US" sz="2000" dirty="0"/>
                        <a:t>5019, 4669, 4930, 4901, 5040, 4910, 5144</a:t>
                      </a:r>
                    </a:p>
                  </a:txBody>
                  <a:tcPr/>
                </a:tc>
                <a:extLst>
                  <a:ext uri="{0D108BD9-81ED-4DB2-BD59-A6C34878D82A}">
                    <a16:rowId xmlns:a16="http://schemas.microsoft.com/office/drawing/2014/main" val="749570598"/>
                  </a:ext>
                </a:extLst>
              </a:tr>
              <a:tr h="370840">
                <a:tc>
                  <a:txBody>
                    <a:bodyPr/>
                    <a:lstStyle/>
                    <a:p>
                      <a:r>
                        <a:rPr lang="en-US" sz="2000" dirty="0"/>
                        <a:t>Post-order</a:t>
                      </a:r>
                    </a:p>
                  </a:txBody>
                  <a:tcPr/>
                </a:tc>
                <a:tc>
                  <a:txBody>
                    <a:bodyPr/>
                    <a:lstStyle/>
                    <a:p>
                      <a:r>
                        <a:rPr lang="en-US" sz="2000" dirty="0"/>
                        <a:t>4930, 4901, 4669, 4910, 5144, 5040, 5019</a:t>
                      </a:r>
                    </a:p>
                  </a:txBody>
                  <a:tcPr/>
                </a:tc>
                <a:extLst>
                  <a:ext uri="{0D108BD9-81ED-4DB2-BD59-A6C34878D82A}">
                    <a16:rowId xmlns:a16="http://schemas.microsoft.com/office/drawing/2014/main" val="595804803"/>
                  </a:ext>
                </a:extLst>
              </a:tr>
            </a:tbl>
          </a:graphicData>
        </a:graphic>
      </p:graphicFrame>
    </p:spTree>
    <p:extLst>
      <p:ext uri="{BB962C8B-B14F-4D97-AF65-F5344CB8AC3E}">
        <p14:creationId xmlns:p14="http://schemas.microsoft.com/office/powerpoint/2010/main" val="122500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Operations – Traversing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There are several ways to Traverse a tree:</a:t>
            </a:r>
          </a:p>
          <a:p>
            <a:pPr marL="514350" indent="-514350">
              <a:lnSpc>
                <a:spcPct val="120000"/>
              </a:lnSpc>
              <a:buFont typeface="+mj-lt"/>
              <a:buAutoNum type="arabicPeriod"/>
            </a:pPr>
            <a:r>
              <a:rPr lang="en-US" sz="3200" dirty="0"/>
              <a:t>In-order: First, the left child are visited, then parent, and then right child. This is used to traverse the tree in the same order as the nodes where inserted.</a:t>
            </a:r>
          </a:p>
          <a:p>
            <a:pPr marL="514350" indent="-514350">
              <a:lnSpc>
                <a:spcPct val="120000"/>
              </a:lnSpc>
              <a:buFont typeface="+mj-lt"/>
              <a:buAutoNum type="arabicPeriod"/>
            </a:pPr>
            <a:r>
              <a:rPr lang="en-US" sz="3200" dirty="0"/>
              <a:t>Pre-order: First, the parent is visited, then left child, then right child. This is mainly used to create a copy of tree.</a:t>
            </a:r>
          </a:p>
          <a:p>
            <a:pPr marL="514350" indent="-514350">
              <a:lnSpc>
                <a:spcPct val="120000"/>
              </a:lnSpc>
              <a:buFont typeface="+mj-lt"/>
              <a:buAutoNum type="arabicPeriod"/>
            </a:pPr>
            <a:r>
              <a:rPr lang="en-US" sz="3200" dirty="0"/>
              <a:t>Post-order: First, the left child is visited, then right child, then parent. This is mainly used to destroy/clear a tree.</a:t>
            </a:r>
          </a:p>
          <a:p>
            <a:pPr marL="514350" indent="-514350">
              <a:lnSpc>
                <a:spcPct val="120000"/>
              </a:lnSpc>
              <a:buFont typeface="+mj-lt"/>
              <a:buAutoNum type="arabicPeriod"/>
            </a:pPr>
            <a:r>
              <a:rPr lang="en-US" sz="3200" dirty="0"/>
              <a:t>Level-order: First, all nodes on level 1 are visited, then level 2, and so on. When a node is visited, it’s children are put in a queue. The node is then dequeued its children are enqueued in a repeated manner. This is used for Breadth first search.</a:t>
            </a:r>
          </a:p>
          <a:p>
            <a:pPr marL="514350" indent="-514350">
              <a:lnSpc>
                <a:spcPct val="120000"/>
              </a:lnSpc>
              <a:buFont typeface="+mj-lt"/>
              <a:buAutoNum type="arabicPeriod"/>
            </a:pPr>
            <a:r>
              <a:rPr lang="en-US" sz="3200" dirty="0"/>
              <a:t>Moreover, there are other traversal techniques like Boundary and Diagonal traversal.</a:t>
            </a:r>
          </a:p>
        </p:txBody>
      </p:sp>
    </p:spTree>
    <p:extLst>
      <p:ext uri="{BB962C8B-B14F-4D97-AF65-F5344CB8AC3E}">
        <p14:creationId xmlns:p14="http://schemas.microsoft.com/office/powerpoint/2010/main" val="4006579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Operations – Traversing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942829"/>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TRAVERSE_INORDER</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root), Traverses a binary tree and prints the elements in-order, where ‘root’ is the pointer to root node.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a:t>
                </a:r>
                <a:r>
                  <a:rPr lang="en-US" sz="2400" dirty="0">
                    <a:latin typeface="Cambria Math" panose="02040503050406030204" pitchFamily="18" charset="0"/>
                    <a:ea typeface="Cascadia Code" panose="020B0609020000020004" pitchFamily="49" charset="0"/>
                    <a:cs typeface="Cascadia Code" panose="020B0609020000020004" pitchFamily="49" charset="0"/>
                  </a:rPr>
                  <a:t>	(The first number in series is 0)</a:t>
                </a: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𝑇𝑅𝐴𝑉𝐸𝑅𝑆𝐸</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_</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𝐼𝑁𝑂𝑅𝐷𝐸𝑅</m:t>
                    </m:r>
                    <m:d>
                      <m:dPr>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𝑙𝑒𝑓𝑡</m:t>
                        </m:r>
                      </m:e>
                    </m:d>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i="1" dirty="0">
                        <a:latin typeface="Cambria Math" panose="02040503050406030204" pitchFamily="18" charset="0"/>
                        <a:ea typeface="Cascadia Code" panose="020B0609020000020004" pitchFamily="49" charset="0"/>
                        <a:cs typeface="Cascadia Code" panose="020B0609020000020004" pitchFamily="49" charset="0"/>
                      </a:rPr>
                      <m:t>𝑊𝑟𝑖𝑡𝑒</m:t>
                    </m:r>
                    <m:r>
                      <a:rPr lang="en-US" sz="2200" i="1" dirty="0">
                        <a:latin typeface="Cambria Math" panose="02040503050406030204" pitchFamily="18" charset="0"/>
                        <a:ea typeface="Cascadia Code" panose="020B0609020000020004" pitchFamily="49" charset="0"/>
                        <a:cs typeface="Cascadia Code" panose="020B0609020000020004" pitchFamily="49" charset="0"/>
                      </a:rPr>
                      <m:t> </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𝑇𝑅𝐴𝑉𝐸𝑅𝑆𝐸</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_</m:t>
                    </m:r>
                    <m:r>
                      <a:rPr lang="en-US" sz="2200" i="1">
                        <a:latin typeface="Cambria Math" panose="02040503050406030204" pitchFamily="18" charset="0"/>
                        <a:ea typeface="Cascadia Code" panose="020B0609020000020004" pitchFamily="49" charset="0"/>
                        <a:cs typeface="Cascadia Code" panose="020B0609020000020004" pitchFamily="49" charset="0"/>
                      </a:rPr>
                      <m:t>𝐼𝑁𝑂𝑅𝐷𝐸𝑅</m:t>
                    </m:r>
                    <m:d>
                      <m:dPr>
                        <m:ctrlPr>
                          <a:rPr lang="en-US" sz="2200" i="1">
                            <a:latin typeface="Cambria Math" panose="02040503050406030204" pitchFamily="18" charset="0"/>
                            <a:ea typeface="Cascadia Code" panose="020B0609020000020004" pitchFamily="49" charset="0"/>
                            <a:cs typeface="Cascadia Code" panose="020B0609020000020004" pitchFamily="49" charset="0"/>
                          </a:rPr>
                        </m:ctrlPr>
                      </m:dPr>
                      <m:e>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e>
                    </m:d>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TRAVERSE_PREORDER</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root), Traverses a binary tree and prints the elements in pre-order, where ‘root’ is the pointer to root node.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𝐼𝐹</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𝜙</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a:t>
                </a:r>
                <a:r>
                  <a:rPr lang="en-US" sz="2400" dirty="0">
                    <a:latin typeface="Cambria Math" panose="02040503050406030204" pitchFamily="18" charset="0"/>
                    <a:ea typeface="Cascadia Code" panose="020B0609020000020004" pitchFamily="49" charset="0"/>
                    <a:cs typeface="Cascadia Code" panose="020B0609020000020004" pitchFamily="49" charset="0"/>
                  </a:rPr>
                  <a:t>	(The first number in series is 0)</a:t>
                </a:r>
              </a:p>
              <a:p>
                <a:pPr marL="914400" lvl="1" indent="-457200">
                  <a:lnSpc>
                    <a:spcPct val="100000"/>
                  </a:lnSpc>
                  <a:buFont typeface="+mj-lt"/>
                  <a:buAutoNum type="alphaUcPeriod"/>
                </a:pPr>
                <a14:m>
                  <m:oMath xmlns:m="http://schemas.openxmlformats.org/officeDocument/2006/math">
                    <m:r>
                      <a:rPr lang="en-US" sz="2200" i="1" dirty="0">
                        <a:latin typeface="Cambria Math" panose="02040503050406030204" pitchFamily="18" charset="0"/>
                        <a:ea typeface="Cascadia Code" panose="020B0609020000020004" pitchFamily="49" charset="0"/>
                        <a:cs typeface="Cascadia Code" panose="020B0609020000020004" pitchFamily="49" charset="0"/>
                      </a:rPr>
                      <m:t>𝑊𝑟𝑖𝑡𝑒</m:t>
                    </m:r>
                    <m:r>
                      <a:rPr lang="en-US" sz="2200" i="1" dirty="0">
                        <a:latin typeface="Cambria Math" panose="02040503050406030204" pitchFamily="18" charset="0"/>
                        <a:ea typeface="Cascadia Code" panose="020B0609020000020004" pitchFamily="49" charset="0"/>
                        <a:cs typeface="Cascadia Code" panose="020B0609020000020004" pitchFamily="49" charset="0"/>
                      </a:rPr>
                      <m:t> </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𝑇𝑅𝐴𝑉𝐸𝑅𝑆𝐸</m:t>
                    </m:r>
                    <m:r>
                      <a:rPr lang="en-US" sz="2200" i="1">
                        <a:latin typeface="Cambria Math" panose="02040503050406030204" pitchFamily="18" charset="0"/>
                        <a:ea typeface="Cascadia Code" panose="020B0609020000020004" pitchFamily="49" charset="0"/>
                        <a:cs typeface="Cascadia Code" panose="020B0609020000020004" pitchFamily="49" charset="0"/>
                      </a:rPr>
                      <m:t>_</m:t>
                    </m:r>
                    <m:r>
                      <a:rPr lang="en-US" sz="2200" i="1">
                        <a:latin typeface="Cambria Math" panose="02040503050406030204" pitchFamily="18" charset="0"/>
                        <a:ea typeface="Cascadia Code" panose="020B0609020000020004" pitchFamily="49" charset="0"/>
                        <a:cs typeface="Cascadia Code" panose="020B0609020000020004" pitchFamily="49" charset="0"/>
                      </a:rPr>
                      <m:t>𝐼𝑁𝑂𝑅𝐷𝐸𝑅</m:t>
                    </m:r>
                    <m:d>
                      <m:dPr>
                        <m:ctrlPr>
                          <a:rPr lang="en-US" sz="2200" i="1">
                            <a:latin typeface="Cambria Math" panose="02040503050406030204" pitchFamily="18" charset="0"/>
                            <a:ea typeface="Cascadia Code" panose="020B0609020000020004" pitchFamily="49" charset="0"/>
                            <a:cs typeface="Cascadia Code" panose="020B0609020000020004" pitchFamily="49" charset="0"/>
                          </a:rPr>
                        </m:ctrlPr>
                      </m:dPr>
                      <m:e>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𝑙𝑒𝑓𝑡</m:t>
                        </m:r>
                      </m:e>
                    </m:d>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𝑇𝑅𝐴𝑉𝐸𝑅𝑆𝐸</m:t>
                    </m:r>
                    <m:r>
                      <a:rPr lang="en-US" sz="2200" i="1">
                        <a:latin typeface="Cambria Math" panose="02040503050406030204" pitchFamily="18" charset="0"/>
                        <a:ea typeface="Cascadia Code" panose="020B0609020000020004" pitchFamily="49" charset="0"/>
                        <a:cs typeface="Cascadia Code" panose="020B0609020000020004" pitchFamily="49" charset="0"/>
                      </a:rPr>
                      <m:t>_</m:t>
                    </m:r>
                    <m:r>
                      <a:rPr lang="en-US" sz="2200" i="1">
                        <a:latin typeface="Cambria Math" panose="02040503050406030204" pitchFamily="18" charset="0"/>
                        <a:ea typeface="Cascadia Code" panose="020B0609020000020004" pitchFamily="49" charset="0"/>
                        <a:cs typeface="Cascadia Code" panose="020B0609020000020004" pitchFamily="49" charset="0"/>
                      </a:rPr>
                      <m:t>𝐼𝑁𝑂𝑅𝐷𝐸𝑅</m:t>
                    </m:r>
                    <m:d>
                      <m:dPr>
                        <m:ctrlPr>
                          <a:rPr lang="en-US" sz="2200" i="1">
                            <a:latin typeface="Cambria Math" panose="02040503050406030204" pitchFamily="18" charset="0"/>
                            <a:ea typeface="Cascadia Code" panose="020B0609020000020004" pitchFamily="49" charset="0"/>
                            <a:cs typeface="Cascadia Code" panose="020B0609020000020004" pitchFamily="49" charset="0"/>
                          </a:rPr>
                        </m:ctrlPr>
                      </m:dPr>
                      <m:e>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𝑟𝑖𝑔h𝑡</m:t>
                        </m:r>
                      </m:e>
                    </m:d>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a:lnSpc>
                    <a:spcPct val="120000"/>
                  </a:lnSpc>
                  <a:buFont typeface="Wingdings" panose="05000000000000000000" pitchFamily="2" charset="2"/>
                  <a:buChar char="§"/>
                </a:pPr>
                <a:r>
                  <a:rPr lang="en-US" sz="2400" dirty="0"/>
                  <a:t>You should be able to easily figure out the Post-order Traversal Pseudocode.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942829"/>
              </a:xfrm>
              <a:prstGeom prst="rect">
                <a:avLst/>
              </a:prstGeom>
              <a:blipFill>
                <a:blip r:embed="rId3"/>
                <a:stretch>
                  <a:fillRect l="-675" t="-1480"/>
                </a:stretch>
              </a:blipFill>
            </p:spPr>
            <p:txBody>
              <a:bodyPr/>
              <a:lstStyle/>
              <a:p>
                <a:r>
                  <a:rPr lang="en-US">
                    <a:noFill/>
                  </a:rPr>
                  <a:t> </a:t>
                </a:r>
              </a:p>
            </p:txBody>
          </p:sp>
        </mc:Fallback>
      </mc:AlternateContent>
    </p:spTree>
    <p:extLst>
      <p:ext uri="{BB962C8B-B14F-4D97-AF65-F5344CB8AC3E}">
        <p14:creationId xmlns:p14="http://schemas.microsoft.com/office/powerpoint/2010/main" val="3330436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Operations – Insertion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Insertion operation in Binary trees can be of multiple types:</a:t>
            </a:r>
          </a:p>
          <a:p>
            <a:pPr lvl="1">
              <a:lnSpc>
                <a:spcPct val="120000"/>
              </a:lnSpc>
              <a:buFont typeface="Wingdings" panose="05000000000000000000" pitchFamily="2" charset="2"/>
              <a:buChar char="§"/>
            </a:pPr>
            <a:r>
              <a:rPr lang="en-US" sz="3000" dirty="0"/>
              <a:t>Efficient: finds the next available space and inserts the element without respecting the completeness. However, this method makes a Tree unbalanced.</a:t>
            </a:r>
          </a:p>
          <a:p>
            <a:pPr lvl="1">
              <a:lnSpc>
                <a:spcPct val="120000"/>
              </a:lnSpc>
              <a:buFont typeface="Wingdings" panose="05000000000000000000" pitchFamily="2" charset="2"/>
              <a:buChar char="§"/>
            </a:pPr>
            <a:r>
              <a:rPr lang="en-US" sz="3000" dirty="0"/>
              <a:t>Complete: finds the next available space and inserts the element, while making sure that the last level is complete before creating a new level.</a:t>
            </a:r>
          </a:p>
          <a:p>
            <a:pPr lvl="1">
              <a:lnSpc>
                <a:spcPct val="120000"/>
              </a:lnSpc>
              <a:buFont typeface="Wingdings" panose="05000000000000000000" pitchFamily="2" charset="2"/>
              <a:buChar char="§"/>
            </a:pPr>
            <a:r>
              <a:rPr lang="en-US" sz="3000" dirty="0"/>
              <a:t>Ordered: finds the most suitable place to insert an element in an ordered tree.</a:t>
            </a:r>
          </a:p>
        </p:txBody>
      </p:sp>
    </p:spTree>
    <p:extLst>
      <p:ext uri="{BB962C8B-B14F-4D97-AF65-F5344CB8AC3E}">
        <p14:creationId xmlns:p14="http://schemas.microsoft.com/office/powerpoint/2010/main" val="3719770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Operations – Insertion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942829"/>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INSERT_EFFICIENT</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root, element), Inserts an ‘element’ in a binary tree, where ‘root’ is the pointer to root node.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a:t>
                </a:r>
                <a:r>
                  <a:rPr lang="en-US" sz="2400" dirty="0">
                    <a:latin typeface="Cambria Math" panose="02040503050406030204" pitchFamily="18" charset="0"/>
                    <a:ea typeface="Cascadia Code" panose="020B0609020000020004" pitchFamily="49" charset="0"/>
                    <a:cs typeface="Cascadia Code" panose="020B0609020000020004" pitchFamily="49" charset="0"/>
                  </a:rPr>
                  <a:t>		(Check if the tree is currently null)</a:t>
                </a:r>
              </a:p>
              <a:p>
                <a:pPr marL="914400" lvl="1" indent="-457200">
                  <a:lnSpc>
                    <a:spcPct val="100000"/>
                  </a:lnSpc>
                  <a:buFont typeface="+mj-lt"/>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𝐶𝑅𝐸𝐴𝑇𝐸</m:t>
                    </m:r>
                    <m:r>
                      <a:rPr lang="en-US" sz="2200" i="1">
                        <a:latin typeface="Cambria Math" panose="02040503050406030204" pitchFamily="18" charset="0"/>
                        <a:ea typeface="Cascadia Code" panose="020B0609020000020004" pitchFamily="49" charset="0"/>
                        <a:cs typeface="Cascadia Code" panose="020B0609020000020004" pitchFamily="49" charset="0"/>
                      </a:rPr>
                      <m:t>_</m:t>
                    </m:r>
                    <m:r>
                      <a:rPr lang="en-US" sz="2200" i="1">
                        <a:latin typeface="Cambria Math" panose="02040503050406030204" pitchFamily="18" charset="0"/>
                        <a:ea typeface="Cascadia Code" panose="020B0609020000020004" pitchFamily="49" charset="0"/>
                        <a:cs typeface="Cascadia Code" panose="020B0609020000020004" pitchFamily="49" charset="0"/>
                      </a:rPr>
                      <m:t>𝑁𝑂𝐷𝐸</m:t>
                    </m:r>
                    <m:d>
                      <m:dPr>
                        <m:ctrlPr>
                          <a:rPr lang="en-US" sz="2200" i="1">
                            <a:latin typeface="Cambria Math" panose="02040503050406030204" pitchFamily="18" charset="0"/>
                            <a:ea typeface="Cascadia Code" panose="020B0609020000020004" pitchFamily="49" charset="0"/>
                            <a:cs typeface="Cascadia Code" panose="020B0609020000020004" pitchFamily="49" charset="0"/>
                          </a:rPr>
                        </m:ctrlPr>
                      </m:dPr>
                      <m:e>
                        <m:d>
                          <m:dPr>
                            <m:begChr m:val="|"/>
                            <m:endChr m:val="|"/>
                            <m:ctrlPr>
                              <a:rPr lang="en-US" sz="2200" i="1">
                                <a:latin typeface="Cambria Math" panose="02040503050406030204" pitchFamily="18" charset="0"/>
                                <a:cs typeface="Cascadia Code" panose="020B0609020000020004" pitchFamily="49" charset="0"/>
                              </a:rPr>
                            </m:ctrlPr>
                          </m:dPr>
                          <m:e>
                            <m:r>
                              <a:rPr lang="en-US" sz="2200" i="1">
                                <a:latin typeface="Cambria Math" panose="02040503050406030204" pitchFamily="18" charset="0"/>
                                <a:cs typeface="Cascadia Code" panose="020B0609020000020004" pitchFamily="49" charset="0"/>
                              </a:rPr>
                              <m:t>𝑒𝑙𝑒𝑚𝑒𝑛𝑡</m:t>
                            </m:r>
                          </m:e>
                        </m:d>
                      </m:e>
                    </m:d>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(Create a new tree node)</a:t>
                </a:r>
                <a:endParaRPr lang="en-US" sz="2200" i="1" dirty="0">
                  <a:latin typeface="Cambria Math" panose="02040503050406030204" pitchFamily="18"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r>
                  <a:rPr lang="en-US" sz="2000" dirty="0">
                    <a:latin typeface="Cambria Math" panose="02040503050406030204" pitchFamily="18" charset="0"/>
                    <a:ea typeface="Cascadia Code" panose="020B0609020000020004" pitchFamily="49" charset="0"/>
                    <a:cs typeface="Cascadia Code" panose="020B0609020000020004" pitchFamily="49" charset="0"/>
                  </a:rPr>
                  <a:t>	(Set the element)</a:t>
                </a:r>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𝜙</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000" dirty="0">
                    <a:latin typeface="Cambria Math" panose="02040503050406030204" pitchFamily="18" charset="0"/>
                    <a:ea typeface="Cascadia Code" panose="020B0609020000020004" pitchFamily="49" charset="0"/>
                    <a:cs typeface="Cascadia Code" panose="020B0609020000020004" pitchFamily="49" charset="0"/>
                  </a:rPr>
                  <a:t>		(Check left child of the node)</a:t>
                </a:r>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𝐶𝑅𝐸𝐴𝑇𝐸</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_</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𝑁𝑂𝐷𝐸</m:t>
                    </m:r>
                    <m:d>
                      <m:dPr>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d>
                          <m:dPr>
                            <m:begChr m:val="|"/>
                            <m:endChr m:val="|"/>
                            <m:ctrlPr>
                              <a:rPr lang="en-US" sz="2200" b="0" i="1" smtClean="0">
                                <a:latin typeface="Cambria Math" panose="02040503050406030204" pitchFamily="18" charset="0"/>
                                <a:cs typeface="Cascadia Code" panose="020B0609020000020004" pitchFamily="49" charset="0"/>
                              </a:rPr>
                            </m:ctrlPr>
                          </m:dPr>
                          <m:e>
                            <m:r>
                              <a:rPr lang="en-US" sz="2200" b="0" i="1" smtClean="0">
                                <a:latin typeface="Cambria Math" panose="02040503050406030204" pitchFamily="18" charset="0"/>
                                <a:cs typeface="Cascadia Code" panose="020B0609020000020004" pitchFamily="49" charset="0"/>
                              </a:rPr>
                              <m:t>𝑒𝑙𝑒𝑚𝑒𝑛𝑡</m:t>
                            </m:r>
                          </m:e>
                        </m:d>
                      </m:e>
                    </m:d>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Font typeface="Arial" panose="020B0604020202020204" pitchFamily="34" charset="0"/>
                  <a:buAutoNum type="romanLcPeriod"/>
                </a:pPr>
                <a14:m>
                  <m:oMath xmlns:m="http://schemas.openxmlformats.org/officeDocument/2006/math">
                    <m:r>
                      <a:rPr lang="en-US" sz="2200" i="1" dirty="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𝜙</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000" dirty="0">
                    <a:latin typeface="Cambria Math" panose="02040503050406030204" pitchFamily="18" charset="0"/>
                    <a:ea typeface="Cascadia Code" panose="020B0609020000020004" pitchFamily="49" charset="0"/>
                    <a:cs typeface="Cascadia Code" panose="020B0609020000020004" pitchFamily="49" charset="0"/>
                  </a:rPr>
                  <a:t>	(Check right child of the root node)</a:t>
                </a:r>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𝐶𝑅𝐸𝐴𝑇𝐸</m:t>
                    </m:r>
                    <m:r>
                      <a:rPr lang="en-US" sz="2200" i="1">
                        <a:latin typeface="Cambria Math" panose="02040503050406030204" pitchFamily="18" charset="0"/>
                        <a:ea typeface="Cascadia Code" panose="020B0609020000020004" pitchFamily="49" charset="0"/>
                        <a:cs typeface="Cascadia Code" panose="020B0609020000020004" pitchFamily="49" charset="0"/>
                      </a:rPr>
                      <m:t>_</m:t>
                    </m:r>
                    <m:r>
                      <a:rPr lang="en-US" sz="2200" i="1">
                        <a:latin typeface="Cambria Math" panose="02040503050406030204" pitchFamily="18" charset="0"/>
                        <a:ea typeface="Cascadia Code" panose="020B0609020000020004" pitchFamily="49" charset="0"/>
                        <a:cs typeface="Cascadia Code" panose="020B0609020000020004" pitchFamily="49" charset="0"/>
                      </a:rPr>
                      <m:t>𝑁𝑂𝐷𝐸</m:t>
                    </m:r>
                    <m:d>
                      <m:dPr>
                        <m:ctrlPr>
                          <a:rPr lang="en-US" sz="2200" i="1">
                            <a:latin typeface="Cambria Math" panose="02040503050406030204" pitchFamily="18" charset="0"/>
                            <a:ea typeface="Cascadia Code" panose="020B0609020000020004" pitchFamily="49" charset="0"/>
                            <a:cs typeface="Cascadia Code" panose="020B0609020000020004" pitchFamily="49" charset="0"/>
                          </a:rPr>
                        </m:ctrlPr>
                      </m:dPr>
                      <m:e>
                        <m:d>
                          <m:dPr>
                            <m:begChr m:val="|"/>
                            <m:endChr m:val="|"/>
                            <m:ctrlPr>
                              <a:rPr lang="en-US" sz="2200" i="1">
                                <a:latin typeface="Cambria Math" panose="02040503050406030204" pitchFamily="18" charset="0"/>
                                <a:cs typeface="Cascadia Code" panose="020B0609020000020004" pitchFamily="49" charset="0"/>
                              </a:rPr>
                            </m:ctrlPr>
                          </m:dPr>
                          <m:e>
                            <m:r>
                              <a:rPr lang="en-US" sz="2200" i="1">
                                <a:latin typeface="Cambria Math" panose="02040503050406030204" pitchFamily="18" charset="0"/>
                                <a:cs typeface="Cascadia Code" panose="020B0609020000020004" pitchFamily="49" charset="0"/>
                              </a:rPr>
                              <m:t>𝑒𝑙𝑒𝑚𝑒𝑛𝑡</m:t>
                            </m:r>
                          </m:e>
                        </m:d>
                      </m:e>
                    </m:d>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Font typeface="Arial" panose="020B0604020202020204" pitchFamily="34" charset="0"/>
                  <a:buAutoNum type="romanLcPeriod"/>
                </a:pPr>
                <a14:m>
                  <m:oMath xmlns:m="http://schemas.openxmlformats.org/officeDocument/2006/math">
                    <m:r>
                      <a:rPr lang="en-US" sz="2200" i="1" dirty="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𝐼𝑁𝑆𝐸𝑅𝑇</m:t>
                    </m:r>
                    <m:d>
                      <m:dPr>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e>
                    </m:d>
                  </m:oMath>
                </a14:m>
                <a:r>
                  <a:rPr lang="en-US" sz="2000" dirty="0">
                    <a:latin typeface="Cambria Math" panose="02040503050406030204" pitchFamily="18" charset="0"/>
                    <a:ea typeface="Cascadia Code" panose="020B0609020000020004" pitchFamily="49" charset="0"/>
                    <a:cs typeface="Cascadia Code" panose="020B0609020000020004" pitchFamily="49" charset="0"/>
                  </a:rPr>
                  <a:t>	(Recursive call on left child)</a:t>
                </a:r>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oMath>
                </a14:m>
                <a:endParaRPr lang="en-US" sz="2400" b="0" i="1"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942829"/>
              </a:xfrm>
              <a:prstGeom prst="rect">
                <a:avLst/>
              </a:prstGeom>
              <a:blipFill>
                <a:blip r:embed="rId3"/>
                <a:stretch>
                  <a:fillRect l="-675" t="-2096" b="-1356"/>
                </a:stretch>
              </a:blipFill>
            </p:spPr>
            <p:txBody>
              <a:bodyPr/>
              <a:lstStyle/>
              <a:p>
                <a:r>
                  <a:rPr lang="en-US">
                    <a:noFill/>
                  </a:rPr>
                  <a:t> </a:t>
                </a:r>
              </a:p>
            </p:txBody>
          </p:sp>
        </mc:Fallback>
      </mc:AlternateContent>
    </p:spTree>
    <p:extLst>
      <p:ext uri="{BB962C8B-B14F-4D97-AF65-F5344CB8AC3E}">
        <p14:creationId xmlns:p14="http://schemas.microsoft.com/office/powerpoint/2010/main" val="3540247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Operations – Insertion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14766" y="2276792"/>
                <a:ext cx="11743017" cy="4198624"/>
              </a:xfrm>
              <a:prstGeom prst="rect">
                <a:avLst/>
              </a:prstGeom>
            </p:spPr>
            <p:txBody>
              <a:bodyPr numCol="2">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AutoNum type="arabicPeriod"/>
                </a:pPr>
                <a14:m>
                  <m:oMath xmlns:m="http://schemas.openxmlformats.org/officeDocument/2006/math">
                    <m:r>
                      <a:rPr lang="en-US" sz="240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i="1" smtClean="0">
                        <a:latin typeface="Cambria Math" panose="02040503050406030204" pitchFamily="18" charset="0"/>
                        <a:ea typeface="Cascadia Code" panose="020B0609020000020004" pitchFamily="49" charset="0"/>
                        <a:cs typeface="Cascadia Code" panose="020B0609020000020004" pitchFamily="49" charset="0"/>
                      </a:rPr>
                      <m:t>𝜙</m:t>
                    </m:r>
                    <m:r>
                      <a:rPr lang="en-US" sz="240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a:t>
                </a:r>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𝐶𝑅𝐸𝐴𝑇𝐸</m:t>
                    </m:r>
                    <m:r>
                      <a:rPr lang="en-US" sz="2200" i="1">
                        <a:latin typeface="Cambria Math" panose="02040503050406030204" pitchFamily="18" charset="0"/>
                        <a:ea typeface="Cascadia Code" panose="020B0609020000020004" pitchFamily="49" charset="0"/>
                        <a:cs typeface="Cascadia Code" panose="020B0609020000020004" pitchFamily="49" charset="0"/>
                      </a:rPr>
                      <m:t>_</m:t>
                    </m:r>
                    <m:r>
                      <a:rPr lang="en-US" sz="2200" i="1">
                        <a:latin typeface="Cambria Math" panose="02040503050406030204" pitchFamily="18" charset="0"/>
                        <a:ea typeface="Cascadia Code" panose="020B0609020000020004" pitchFamily="49" charset="0"/>
                        <a:cs typeface="Cascadia Code" panose="020B0609020000020004" pitchFamily="49" charset="0"/>
                      </a:rPr>
                      <m:t>𝑁𝑂𝐷𝐸</m:t>
                    </m:r>
                    <m:d>
                      <m:dPr>
                        <m:ctrlPr>
                          <a:rPr lang="en-US" sz="2200" i="1">
                            <a:latin typeface="Cambria Math" panose="02040503050406030204" pitchFamily="18" charset="0"/>
                            <a:ea typeface="Cascadia Code" panose="020B0609020000020004" pitchFamily="49" charset="0"/>
                            <a:cs typeface="Cascadia Code" panose="020B0609020000020004" pitchFamily="49" charset="0"/>
                          </a:rPr>
                        </m:ctrlPr>
                      </m:dPr>
                      <m:e>
                        <m:d>
                          <m:dPr>
                            <m:begChr m:val="|"/>
                            <m:endChr m:val="|"/>
                            <m:ctrlPr>
                              <a:rPr lang="en-US" sz="2200" i="1">
                                <a:latin typeface="Cambria Math" panose="02040503050406030204" pitchFamily="18" charset="0"/>
                                <a:cs typeface="Cascadia Code" panose="020B0609020000020004" pitchFamily="49" charset="0"/>
                              </a:rPr>
                            </m:ctrlPr>
                          </m:dPr>
                          <m:e>
                            <m:r>
                              <a:rPr lang="en-US" sz="2200" i="1">
                                <a:latin typeface="Cambria Math" panose="02040503050406030204" pitchFamily="18" charset="0"/>
                                <a:cs typeface="Cascadia Code" panose="020B0609020000020004" pitchFamily="49" charset="0"/>
                              </a:rPr>
                              <m:t>𝑒𝑙𝑒𝑚𝑒𝑛𝑡</m:t>
                            </m:r>
                          </m:e>
                        </m:d>
                      </m:e>
                    </m:d>
                  </m:oMath>
                </a14:m>
                <a:endParaRPr lang="en-US" sz="2200" i="1" dirty="0">
                  <a:latin typeface="Cambria Math" panose="02040503050406030204" pitchFamily="18"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𝑄𝑈𝐸𝑈𝐸</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𝜙</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(Empty Queue)</a:t>
                </a:r>
              </a:p>
              <a:p>
                <a:pPr marL="914400" lvl="1" indent="-457200">
                  <a:lnSpc>
                    <a:spcPct val="100000"/>
                  </a:lnSpc>
                  <a:buFont typeface="Arial" panose="020B0604020202020204" pitchFamily="34" charset="0"/>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𝐸𝑁𝑄𝑈𝐸𝑈𝐸</m:t>
                    </m:r>
                    <m:d>
                      <m:dPr>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𝑟𝑜𝑜𝑡</m:t>
                        </m:r>
                      </m:e>
                    </m:d>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𝑓𝑟𝑜𝑛𝑡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𝐷𝐸𝑄𝑈𝐸𝑈𝐸</m:t>
                    </m:r>
                    <m:d>
                      <m:dPr>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e>
                    </m:d>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Font typeface="Arial" panose="020B0604020202020204" pitchFamily="34" charset="0"/>
                  <a:buAutoNum type="romanL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𝑓𝑟𝑜𝑛𝑡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000" b="0" i="1" dirty="0">
                  <a:latin typeface="Cambria Math" panose="02040503050406030204" pitchFamily="18" charset="0"/>
                  <a:ea typeface="Cascadia Code" panose="020B0609020000020004" pitchFamily="49" charset="0"/>
                  <a:cs typeface="Cascadia Code" panose="020B0609020000020004" pitchFamily="49" charset="0"/>
                </a:endParaRPr>
              </a:p>
              <a:p>
                <a:pPr marL="1828800" lvl="3" indent="-457200">
                  <a:lnSpc>
                    <a:spcPct val="100000"/>
                  </a:lnSpc>
                  <a:buFont typeface="Arial" panose="020B0604020202020204" pitchFamily="34" charset="0"/>
                  <a:buAutoNum type="romanLcPeriod"/>
                </a:pPr>
                <a14:m>
                  <m:oMath xmlns:m="http://schemas.openxmlformats.org/officeDocument/2006/math">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𝑓𝑟𝑜𝑛𝑡</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endParaRPr lang="en-US" sz="1800" b="0" i="1" dirty="0">
                  <a:latin typeface="Cambria Math" panose="02040503050406030204" pitchFamily="18" charset="0"/>
                  <a:ea typeface="Cascadia Code" panose="020B0609020000020004" pitchFamily="49" charset="0"/>
                  <a:cs typeface="Cascadia Code" panose="020B0609020000020004" pitchFamily="49" charset="0"/>
                </a:endParaRPr>
              </a:p>
              <a:p>
                <a:pPr marL="1828800" lvl="3" indent="-457200">
                  <a:lnSpc>
                    <a:spcPct val="100000"/>
                  </a:lnSpc>
                  <a:buFont typeface="Arial" panose="020B0604020202020204" pitchFamily="34" charset="0"/>
                  <a:buAutoNum type="romanLcPeriod"/>
                </a:pPr>
                <a14:m>
                  <m:oMath xmlns:m="http://schemas.openxmlformats.org/officeDocument/2006/math">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𝑟𝑜𝑜𝑡</m:t>
                    </m:r>
                  </m:oMath>
                </a14:m>
                <a:endParaRPr lang="en-US" sz="1800" b="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Font typeface="Arial" panose="020B0604020202020204" pitchFamily="34" charset="0"/>
                  <a:buAutoNum type="romanL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000" b="0" i="1" dirty="0">
                  <a:latin typeface="Cambria Math" panose="02040503050406030204" pitchFamily="18" charset="0"/>
                  <a:ea typeface="Cascadia Code" panose="020B0609020000020004" pitchFamily="49" charset="0"/>
                  <a:cs typeface="Cascadia Code" panose="020B0609020000020004" pitchFamily="49" charset="0"/>
                </a:endParaRPr>
              </a:p>
              <a:p>
                <a:pPr marL="1828800" lvl="3" indent="-457200">
                  <a:lnSpc>
                    <a:spcPct val="100000"/>
                  </a:lnSpc>
                  <a:buFont typeface="Arial" panose="020B0604020202020204" pitchFamily="34" charset="0"/>
                  <a:buAutoNum type="romanLcPeriod"/>
                </a:pPr>
                <a14:m>
                  <m:oMath xmlns:m="http://schemas.openxmlformats.org/officeDocument/2006/math">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𝐸𝑁𝑄𝑈𝐸𝑈𝐸</m:t>
                    </m:r>
                    <m:d>
                      <m:dPr>
                        <m:ctrlPr>
                          <a:rPr lang="en-US" sz="1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𝑓𝑟𝑜𝑛𝑡</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𝑙𝑒𝑓𝑡</m:t>
                        </m:r>
                      </m:e>
                    </m:d>
                  </m:oMath>
                </a14:m>
                <a:endParaRPr lang="en-US" sz="1800" b="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Font typeface="Arial" panose="020B0604020202020204" pitchFamily="34" charset="0"/>
                  <a:buAutoNum type="romanL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𝑓𝑟𝑜𝑛𝑡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000" b="0" i="1" dirty="0">
                  <a:latin typeface="Cambria Math" panose="02040503050406030204" pitchFamily="18" charset="0"/>
                  <a:ea typeface="Cascadia Code" panose="020B0609020000020004" pitchFamily="49" charset="0"/>
                  <a:cs typeface="Cascadia Code" panose="020B0609020000020004" pitchFamily="49" charset="0"/>
                </a:endParaRPr>
              </a:p>
              <a:p>
                <a:pPr marL="1828800" lvl="3" indent="-457200">
                  <a:lnSpc>
                    <a:spcPct val="100000"/>
                  </a:lnSpc>
                  <a:buFont typeface="Arial" panose="020B0604020202020204" pitchFamily="34" charset="0"/>
                  <a:buAutoNum type="romanLcPeriod"/>
                </a:pPr>
                <a14:m>
                  <m:oMath xmlns:m="http://schemas.openxmlformats.org/officeDocument/2006/math">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𝑓𝑟𝑜𝑛𝑡</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endParaRPr lang="en-US" sz="1800" b="0" i="1" dirty="0">
                  <a:latin typeface="Cambria Math" panose="02040503050406030204" pitchFamily="18" charset="0"/>
                  <a:ea typeface="Cascadia Code" panose="020B0609020000020004" pitchFamily="49" charset="0"/>
                  <a:cs typeface="Cascadia Code" panose="020B0609020000020004" pitchFamily="49" charset="0"/>
                </a:endParaRPr>
              </a:p>
              <a:p>
                <a:pPr marL="1828800" lvl="3" indent="-457200">
                  <a:lnSpc>
                    <a:spcPct val="100000"/>
                  </a:lnSpc>
                  <a:buFont typeface="Arial" panose="020B0604020202020204" pitchFamily="34" charset="0"/>
                  <a:buAutoNum type="romanLcPeriod"/>
                </a:pPr>
                <a14:m>
                  <m:oMath xmlns:m="http://schemas.openxmlformats.org/officeDocument/2006/math">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𝑟𝑜𝑜𝑡</m:t>
                    </m:r>
                  </m:oMath>
                </a14:m>
                <a:endParaRPr lang="en-US" sz="1800" b="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Font typeface="Arial" panose="020B0604020202020204" pitchFamily="34" charset="0"/>
                  <a:buAutoNum type="romanL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000" b="0" i="1" dirty="0">
                  <a:latin typeface="Cambria Math" panose="02040503050406030204" pitchFamily="18" charset="0"/>
                  <a:ea typeface="Cascadia Code" panose="020B0609020000020004" pitchFamily="49" charset="0"/>
                  <a:cs typeface="Cascadia Code" panose="020B0609020000020004" pitchFamily="49" charset="0"/>
                </a:endParaRPr>
              </a:p>
              <a:p>
                <a:pPr marL="1828800" lvl="3" indent="-457200">
                  <a:lnSpc>
                    <a:spcPct val="100000"/>
                  </a:lnSpc>
                  <a:buFont typeface="Arial" panose="020B0604020202020204" pitchFamily="34" charset="0"/>
                  <a:buAutoNum type="romanLcPeriod"/>
                </a:pPr>
                <a14:m>
                  <m:oMath xmlns:m="http://schemas.openxmlformats.org/officeDocument/2006/math">
                    <m:r>
                      <a:rPr lang="en-US" sz="1800" i="1">
                        <a:latin typeface="Cambria Math" panose="02040503050406030204" pitchFamily="18" charset="0"/>
                        <a:ea typeface="Cascadia Code" panose="020B0609020000020004" pitchFamily="49" charset="0"/>
                        <a:cs typeface="Cascadia Code" panose="020B0609020000020004" pitchFamily="49" charset="0"/>
                      </a:rPr>
                      <m:t>𝐸𝑁𝑄𝑈𝐸𝑈𝐸</m:t>
                    </m:r>
                    <m:d>
                      <m:dPr>
                        <m:ctrlPr>
                          <a:rPr lang="en-US" sz="1800" i="1">
                            <a:latin typeface="Cambria Math" panose="02040503050406030204" pitchFamily="18" charset="0"/>
                            <a:ea typeface="Cascadia Code" panose="020B0609020000020004" pitchFamily="49" charset="0"/>
                            <a:cs typeface="Cascadia Code" panose="020B0609020000020004" pitchFamily="49" charset="0"/>
                          </a:rPr>
                        </m:ctrlPr>
                      </m:dPr>
                      <m:e>
                        <m:r>
                          <a:rPr lang="en-US" sz="1800" i="1">
                            <a:latin typeface="Cambria Math" panose="02040503050406030204" pitchFamily="18" charset="0"/>
                            <a:ea typeface="Cascadia Code" panose="020B0609020000020004" pitchFamily="49" charset="0"/>
                            <a:cs typeface="Cascadia Code" panose="020B0609020000020004" pitchFamily="49" charset="0"/>
                          </a:rPr>
                          <m:t>𝐴</m:t>
                        </m:r>
                        <m:r>
                          <a:rPr lang="en-US" sz="1800" i="1">
                            <a:latin typeface="Cambria Math" panose="02040503050406030204" pitchFamily="18" charset="0"/>
                            <a:ea typeface="Cascadia Code" panose="020B0609020000020004" pitchFamily="49" charset="0"/>
                            <a:cs typeface="Cascadia Code" panose="020B0609020000020004" pitchFamily="49" charset="0"/>
                          </a:rPr>
                          <m:t>, </m:t>
                        </m:r>
                        <m:r>
                          <a:rPr lang="en-US" sz="1800" i="1">
                            <a:latin typeface="Cambria Math" panose="02040503050406030204" pitchFamily="18" charset="0"/>
                            <a:ea typeface="Cascadia Code" panose="020B0609020000020004" pitchFamily="49" charset="0"/>
                            <a:cs typeface="Cascadia Code" panose="020B0609020000020004" pitchFamily="49" charset="0"/>
                          </a:rPr>
                          <m:t>𝑓𝑟𝑜𝑛𝑡</m:t>
                        </m:r>
                        <m:r>
                          <a:rPr lang="en-US" sz="1800" i="1">
                            <a:latin typeface="Cambria Math" panose="02040503050406030204" pitchFamily="18" charset="0"/>
                            <a:ea typeface="Cascadia Code" panose="020B0609020000020004" pitchFamily="49" charset="0"/>
                            <a:cs typeface="Cascadia Code" panose="020B0609020000020004" pitchFamily="49" charset="0"/>
                          </a:rPr>
                          <m:t>→</m:t>
                        </m:r>
                        <m:r>
                          <a:rPr lang="en-US" sz="18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e>
                    </m:d>
                  </m:oMath>
                </a14:m>
                <a:endParaRPr lang="en-US" sz="18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14766" y="2276792"/>
                <a:ext cx="11743017" cy="4198624"/>
              </a:xfrm>
              <a:prstGeom prst="rect">
                <a:avLst/>
              </a:prstGeom>
              <a:blipFill>
                <a:blip r:embed="rId3"/>
                <a:stretch>
                  <a:fillRect l="-778" t="-1161"/>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36332C98-C5E5-CF55-0295-E21FCA3141F5}"/>
              </a:ext>
            </a:extLst>
          </p:cNvPr>
          <p:cNvSpPr txBox="1">
            <a:spLocks/>
          </p:cNvSpPr>
          <p:nvPr/>
        </p:nvSpPr>
        <p:spPr>
          <a:xfrm>
            <a:off x="214767" y="1511408"/>
            <a:ext cx="11743016" cy="765383"/>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INSERT_COMPLETE</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root, element), Inserts an ‘element’ in a binary tree ensuring completeness, where ‘root’ is the pointer to root node.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34909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Operations – Insertion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14766" y="2276792"/>
                <a:ext cx="11743017" cy="4198624"/>
              </a:xfrm>
              <a:prstGeom prst="rect">
                <a:avLst/>
              </a:prstGeom>
            </p:spPr>
            <p:txBody>
              <a:bodyPr numCol="2">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AutoNum type="arabicPeriod"/>
                </a:pPr>
                <a14:m>
                  <m:oMath xmlns:m="http://schemas.openxmlformats.org/officeDocument/2006/math">
                    <m:r>
                      <a:rPr lang="en-US" sz="240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i="1" smtClean="0">
                        <a:latin typeface="Cambria Math" panose="02040503050406030204" pitchFamily="18" charset="0"/>
                        <a:ea typeface="Cascadia Code" panose="020B0609020000020004" pitchFamily="49" charset="0"/>
                        <a:cs typeface="Cascadia Code" panose="020B0609020000020004" pitchFamily="49" charset="0"/>
                      </a:rPr>
                      <m:t>𝜙</m:t>
                    </m:r>
                    <m:r>
                      <a:rPr lang="en-US" sz="240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a:t>
                </a:r>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𝐶𝑅𝐸𝐴𝑇𝐸</m:t>
                    </m:r>
                    <m:r>
                      <a:rPr lang="en-US" sz="2200" i="1">
                        <a:latin typeface="Cambria Math" panose="02040503050406030204" pitchFamily="18" charset="0"/>
                        <a:ea typeface="Cascadia Code" panose="020B0609020000020004" pitchFamily="49" charset="0"/>
                        <a:cs typeface="Cascadia Code" panose="020B0609020000020004" pitchFamily="49" charset="0"/>
                      </a:rPr>
                      <m:t>_</m:t>
                    </m:r>
                    <m:r>
                      <a:rPr lang="en-US" sz="2200" i="1">
                        <a:latin typeface="Cambria Math" panose="02040503050406030204" pitchFamily="18" charset="0"/>
                        <a:ea typeface="Cascadia Code" panose="020B0609020000020004" pitchFamily="49" charset="0"/>
                        <a:cs typeface="Cascadia Code" panose="020B0609020000020004" pitchFamily="49" charset="0"/>
                      </a:rPr>
                      <m:t>𝑁𝑂𝐷𝐸</m:t>
                    </m:r>
                    <m:d>
                      <m:dPr>
                        <m:ctrlPr>
                          <a:rPr lang="en-US" sz="2200" i="1">
                            <a:latin typeface="Cambria Math" panose="02040503050406030204" pitchFamily="18" charset="0"/>
                            <a:ea typeface="Cascadia Code" panose="020B0609020000020004" pitchFamily="49" charset="0"/>
                            <a:cs typeface="Cascadia Code" panose="020B0609020000020004" pitchFamily="49" charset="0"/>
                          </a:rPr>
                        </m:ctrlPr>
                      </m:dPr>
                      <m:e>
                        <m:d>
                          <m:dPr>
                            <m:begChr m:val="|"/>
                            <m:endChr m:val="|"/>
                            <m:ctrlPr>
                              <a:rPr lang="en-US" sz="2200" i="1">
                                <a:latin typeface="Cambria Math" panose="02040503050406030204" pitchFamily="18" charset="0"/>
                                <a:cs typeface="Cascadia Code" panose="020B0609020000020004" pitchFamily="49" charset="0"/>
                              </a:rPr>
                            </m:ctrlPr>
                          </m:dPr>
                          <m:e>
                            <m:r>
                              <a:rPr lang="en-US" sz="2200" i="1">
                                <a:latin typeface="Cambria Math" panose="02040503050406030204" pitchFamily="18" charset="0"/>
                                <a:cs typeface="Cascadia Code" panose="020B0609020000020004" pitchFamily="49" charset="0"/>
                              </a:rPr>
                              <m:t>𝑒𝑙𝑒𝑚𝑒𝑛𝑡</m:t>
                            </m:r>
                          </m:e>
                        </m:d>
                      </m:e>
                    </m:d>
                  </m:oMath>
                </a14:m>
                <a:endParaRPr lang="en-US" sz="2200" i="1" dirty="0">
                  <a:latin typeface="Cambria Math" panose="02040503050406030204" pitchFamily="18"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endParaRPr lang="en-US" sz="20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200" i="1">
                        <a:latin typeface="Cambria Math" panose="02040503050406030204" pitchFamily="18" charset="0"/>
                        <a:ea typeface="Cascadia Code" panose="020B0609020000020004" pitchFamily="49" charset="0"/>
                        <a:cs typeface="Cascadia Code" panose="020B0609020000020004" pitchFamily="49" charset="0"/>
                      </a:rPr>
                      <m:t> </m:t>
                    </m:r>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𝑝𝑎𝑟𝑒𝑛𝑡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(Placeholder node)</a:t>
                </a:r>
              </a:p>
              <a:p>
                <a:pPr marL="457200" indent="-457200">
                  <a:lnSpc>
                    <a:spcPct val="100000"/>
                  </a:lnSpc>
                  <a:buFont typeface="Arial" panose="020B0604020202020204" pitchFamily="34" charset="0"/>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𝑟𝑜𝑜𝑡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(To iterate the tree)</a:t>
                </a:r>
              </a:p>
              <a:p>
                <a:pPr marL="457200" indent="-457200">
                  <a:lnSpc>
                    <a:spcPct val="100000"/>
                  </a:lnSpc>
                  <a:buFont typeface="Arial" panose="020B0604020202020204" pitchFamily="34" charset="0"/>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𝑓𝑎𝑙𝑠𝑒</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(Decides whether to insert on left child or right)</a:t>
                </a:r>
              </a:p>
              <a:p>
                <a:pPr marL="457200" indent="-457200">
                  <a:lnSpc>
                    <a:spcPct val="100000"/>
                  </a:lnSpc>
                  <a:buFont typeface="Arial" panose="020B0604020202020204" pitchFamily="34" charset="0"/>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𝑝𝑎𝑟𝑒𝑛𝑡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𝐼𝐹</m:t>
                    </m:r>
                    <m:r>
                      <a:rPr lang="en-US" sz="2200" i="1">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𝑝𝑎𝑟𝑒𝑛𝑡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i="1">
                        <a:latin typeface="Cambria Math" panose="02040503050406030204" pitchFamily="18" charset="0"/>
                        <a:ea typeface="Cascadia Code" panose="020B0609020000020004" pitchFamily="49" charset="0"/>
                        <a:cs typeface="Cascadia Code" panose="020B0609020000020004" pitchFamily="49" charset="0"/>
                      </a:rPr>
                      <m:t>&lt;</m:t>
                    </m:r>
                    <m:r>
                      <a:rPr lang="en-US" sz="2200" i="1">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i="1">
                        <a:latin typeface="Cambria Math" panose="02040503050406030204" pitchFamily="18" charset="0"/>
                        <a:ea typeface="Cascadia Code" panose="020B0609020000020004" pitchFamily="49" charset="0"/>
                        <a:cs typeface="Cascadia Code" panose="020B0609020000020004" pitchFamily="49" charset="0"/>
                      </a:rPr>
                      <m:t>, </m:t>
                    </m:r>
                    <m:r>
                      <a:rPr lang="en-US" sz="2200" i="1">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Font typeface="+mj-lt"/>
                  <a:buAutoNum type="romanL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𝑝𝑎𝑟𝑒𝑛𝑡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𝑙𝑒𝑓𝑡</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Font typeface="+mj-lt"/>
                  <a:buAutoNum type="romanL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𝑡𝑟𝑢𝑒</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71550" lvl="1" indent="-514350">
                  <a:lnSpc>
                    <a:spcPct val="100000"/>
                  </a:lnSpc>
                  <a:buFont typeface="+mj-lt"/>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Font typeface="+mj-lt"/>
                  <a:buAutoNum type="romanL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𝑝𝑎𝑟𝑒𝑛𝑡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𝑟𝑖𝑔h𝑡</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Font typeface="+mj-lt"/>
                  <a:buAutoNum type="romanL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𝑓𝑎𝑙𝑠𝑒</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𝑡𝑟𝑢𝑒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𝑝𝑎𝑟𝑒𝑛𝑡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i="1">
                        <a:latin typeface="Cambria Math" panose="02040503050406030204" pitchFamily="18" charset="0"/>
                        <a:ea typeface="Cascadia Code" panose="020B0609020000020004" pitchFamily="49" charset="0"/>
                        <a:cs typeface="Cascadia Code" panose="020B0609020000020004" pitchFamily="49" charset="0"/>
                      </a:rPr>
                      <m:t>𝐶𝑅𝐸𝐴𝑇𝐸</m:t>
                    </m:r>
                    <m:r>
                      <a:rPr lang="en-US" sz="2000" i="1">
                        <a:latin typeface="Cambria Math" panose="02040503050406030204" pitchFamily="18" charset="0"/>
                        <a:ea typeface="Cascadia Code" panose="020B0609020000020004" pitchFamily="49" charset="0"/>
                        <a:cs typeface="Cascadia Code" panose="020B0609020000020004" pitchFamily="49" charset="0"/>
                      </a:rPr>
                      <m:t>_</m:t>
                    </m:r>
                    <m:r>
                      <a:rPr lang="en-US" sz="2000" i="1">
                        <a:latin typeface="Cambria Math" panose="02040503050406030204" pitchFamily="18" charset="0"/>
                        <a:ea typeface="Cascadia Code" panose="020B0609020000020004" pitchFamily="49" charset="0"/>
                        <a:cs typeface="Cascadia Code" panose="020B0609020000020004" pitchFamily="49" charset="0"/>
                      </a:rPr>
                      <m:t>𝑁𝑂𝐷𝐸</m:t>
                    </m:r>
                    <m:d>
                      <m:dPr>
                        <m:ctrlPr>
                          <a:rPr lang="en-US" sz="2000" i="1">
                            <a:latin typeface="Cambria Math" panose="02040503050406030204" pitchFamily="18" charset="0"/>
                            <a:ea typeface="Cascadia Code" panose="020B0609020000020004" pitchFamily="49" charset="0"/>
                            <a:cs typeface="Cascadia Code" panose="020B0609020000020004" pitchFamily="49" charset="0"/>
                          </a:rPr>
                        </m:ctrlPr>
                      </m:dPr>
                      <m:e>
                        <m:d>
                          <m:dPr>
                            <m:begChr m:val="|"/>
                            <m:endChr m:val="|"/>
                            <m:ctrlPr>
                              <a:rPr lang="en-US" sz="2000" i="1">
                                <a:latin typeface="Cambria Math" panose="02040503050406030204" pitchFamily="18" charset="0"/>
                                <a:ea typeface="Cascadia Code" panose="020B0609020000020004" pitchFamily="49" charset="0"/>
                                <a:cs typeface="Cascadia Code" panose="020B0609020000020004" pitchFamily="49" charset="0"/>
                              </a:rPr>
                            </m:ctrlPr>
                          </m:dPr>
                          <m:e>
                            <m:r>
                              <a:rPr lang="en-US" sz="2000" i="1">
                                <a:latin typeface="Cambria Math" panose="02040503050406030204" pitchFamily="18" charset="0"/>
                                <a:ea typeface="Cascadia Code" panose="020B0609020000020004" pitchFamily="49" charset="0"/>
                                <a:cs typeface="Cascadia Code" panose="020B0609020000020004" pitchFamily="49" charset="0"/>
                              </a:rPr>
                              <m:t>𝑒𝑙𝑒𝑚𝑒𝑛𝑡</m:t>
                            </m:r>
                          </m:e>
                        </m:d>
                      </m:e>
                    </m:d>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i="1" dirty="0" smtClean="0">
                        <a:latin typeface="Cambria Math" panose="02040503050406030204" pitchFamily="18" charset="0"/>
                        <a:ea typeface="Cascadia Code" panose="020B0609020000020004" pitchFamily="49" charset="0"/>
                        <a:cs typeface="Cascadia Code" panose="020B0609020000020004" pitchFamily="49" charset="0"/>
                      </a:rPr>
                      <m:t>𝑝𝑎𝑟𝑒𝑛𝑡</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𝑝𝑎𝑟𝑒𝑛𝑡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000" i="1">
                        <a:latin typeface="Cambria Math" panose="02040503050406030204" pitchFamily="18" charset="0"/>
                        <a:ea typeface="Cascadia Code" panose="020B0609020000020004" pitchFamily="49" charset="0"/>
                        <a:cs typeface="Cascadia Code" panose="020B0609020000020004" pitchFamily="49" charset="0"/>
                      </a:rPr>
                      <m:t>𝐶𝑅𝐸𝐴𝑇𝐸</m:t>
                    </m:r>
                    <m:r>
                      <a:rPr lang="en-US" sz="2000" i="1">
                        <a:latin typeface="Cambria Math" panose="02040503050406030204" pitchFamily="18" charset="0"/>
                        <a:ea typeface="Cascadia Code" panose="020B0609020000020004" pitchFamily="49" charset="0"/>
                        <a:cs typeface="Cascadia Code" panose="020B0609020000020004" pitchFamily="49" charset="0"/>
                      </a:rPr>
                      <m:t>_</m:t>
                    </m:r>
                    <m:r>
                      <a:rPr lang="en-US" sz="2000" i="1">
                        <a:latin typeface="Cambria Math" panose="02040503050406030204" pitchFamily="18" charset="0"/>
                        <a:ea typeface="Cascadia Code" panose="020B0609020000020004" pitchFamily="49" charset="0"/>
                        <a:cs typeface="Cascadia Code" panose="020B0609020000020004" pitchFamily="49" charset="0"/>
                      </a:rPr>
                      <m:t>𝑁𝑂𝐷𝐸</m:t>
                    </m:r>
                    <m:d>
                      <m:dPr>
                        <m:ctrlPr>
                          <a:rPr lang="en-US" sz="2000" i="1">
                            <a:latin typeface="Cambria Math" panose="02040503050406030204" pitchFamily="18" charset="0"/>
                            <a:ea typeface="Cascadia Code" panose="020B0609020000020004" pitchFamily="49" charset="0"/>
                            <a:cs typeface="Cascadia Code" panose="020B0609020000020004" pitchFamily="49" charset="0"/>
                          </a:rPr>
                        </m:ctrlPr>
                      </m:dPr>
                      <m:e>
                        <m:d>
                          <m:dPr>
                            <m:begChr m:val="|"/>
                            <m:endChr m:val="|"/>
                            <m:ctrlPr>
                              <a:rPr lang="en-US" sz="2000" i="1">
                                <a:latin typeface="Cambria Math" panose="02040503050406030204" pitchFamily="18" charset="0"/>
                                <a:ea typeface="Cascadia Code" panose="020B0609020000020004" pitchFamily="49" charset="0"/>
                                <a:cs typeface="Cascadia Code" panose="020B0609020000020004" pitchFamily="49" charset="0"/>
                              </a:rPr>
                            </m:ctrlPr>
                          </m:dPr>
                          <m:e>
                            <m:r>
                              <a:rPr lang="en-US" sz="2000" i="1">
                                <a:latin typeface="Cambria Math" panose="02040503050406030204" pitchFamily="18" charset="0"/>
                                <a:ea typeface="Cascadia Code" panose="020B0609020000020004" pitchFamily="49" charset="0"/>
                                <a:cs typeface="Cascadia Code" panose="020B0609020000020004" pitchFamily="49" charset="0"/>
                              </a:rPr>
                              <m:t>𝑒𝑙𝑒𝑚𝑒𝑛𝑡</m:t>
                            </m:r>
                          </m:e>
                        </m:d>
                      </m:e>
                    </m:d>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i="1" dirty="0">
                        <a:latin typeface="Cambria Math" panose="02040503050406030204" pitchFamily="18" charset="0"/>
                        <a:ea typeface="Cascadia Code" panose="020B0609020000020004" pitchFamily="49" charset="0"/>
                        <a:cs typeface="Cascadia Code" panose="020B0609020000020004" pitchFamily="49" charset="0"/>
                      </a:rPr>
                      <m:t>𝑝𝑎𝑟𝑒𝑛𝑡</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r>
                      <a:rPr lang="en-US" sz="2200" b="0" i="1" dirty="0"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i="1" dirty="0">
                        <a:latin typeface="Cambria Math" panose="02040503050406030204" pitchFamily="18" charset="0"/>
                        <a:ea typeface="Cascadia Code" panose="020B0609020000020004" pitchFamily="49" charset="0"/>
                        <a:cs typeface="Cascadia Code" panose="020B0609020000020004" pitchFamily="49" charset="0"/>
                      </a:rPr>
                      <m:t>≔</m:t>
                    </m:r>
                    <m:r>
                      <a:rPr lang="en-US" sz="2200" i="1" dirty="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𝑟𝑜𝑜𝑡</m:t>
                    </m:r>
                  </m:oMath>
                </a14:m>
                <a:endParaRPr lang="en-US" sz="2400" i="1"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14766" y="2276792"/>
                <a:ext cx="11743017" cy="4198624"/>
              </a:xfrm>
              <a:prstGeom prst="rect">
                <a:avLst/>
              </a:prstGeom>
              <a:blipFill>
                <a:blip r:embed="rId3"/>
                <a:stretch>
                  <a:fillRect l="-623" t="-2467"/>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36332C98-C5E5-CF55-0295-E21FCA3141F5}"/>
              </a:ext>
            </a:extLst>
          </p:cNvPr>
          <p:cNvSpPr txBox="1">
            <a:spLocks/>
          </p:cNvSpPr>
          <p:nvPr/>
        </p:nvSpPr>
        <p:spPr>
          <a:xfrm>
            <a:off x="214767" y="1511408"/>
            <a:ext cx="11743016" cy="765383"/>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INSERT_ORDERED</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root, element), Inserts an ‘element’ in a binary tree in ordered form, where ‘root’ is the pointer to root node.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41781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grpSp>
        <p:nvGrpSpPr>
          <p:cNvPr id="46" name="Group 45">
            <a:extLst>
              <a:ext uri="{FF2B5EF4-FFF2-40B4-BE49-F238E27FC236}">
                <a16:creationId xmlns:a16="http://schemas.microsoft.com/office/drawing/2014/main" id="{DBA288E3-FE92-9137-94FF-CDBF3B36F64A}"/>
              </a:ext>
            </a:extLst>
          </p:cNvPr>
          <p:cNvGrpSpPr/>
          <p:nvPr/>
        </p:nvGrpSpPr>
        <p:grpSpPr>
          <a:xfrm>
            <a:off x="197792" y="1511409"/>
            <a:ext cx="11765608" cy="4964007"/>
            <a:chOff x="99080" y="1447416"/>
            <a:chExt cx="11765608" cy="5111878"/>
          </a:xfrm>
        </p:grpSpPr>
        <p:grpSp>
          <p:nvGrpSpPr>
            <p:cNvPr id="36" name="Group 35">
              <a:extLst>
                <a:ext uri="{FF2B5EF4-FFF2-40B4-BE49-F238E27FC236}">
                  <a16:creationId xmlns:a16="http://schemas.microsoft.com/office/drawing/2014/main" id="{C3826F6D-1F78-3FD6-2262-680594E98FDE}"/>
                </a:ext>
              </a:extLst>
            </p:cNvPr>
            <p:cNvGrpSpPr/>
            <p:nvPr/>
          </p:nvGrpSpPr>
          <p:grpSpPr>
            <a:xfrm>
              <a:off x="5589821" y="1447416"/>
              <a:ext cx="1930729" cy="1015663"/>
              <a:chOff x="2138853" y="5127577"/>
              <a:chExt cx="1608083" cy="1015663"/>
            </a:xfrm>
          </p:grpSpPr>
          <p:sp>
            <p:nvSpPr>
              <p:cNvPr id="32" name="TextBox 31">
                <a:extLst>
                  <a:ext uri="{FF2B5EF4-FFF2-40B4-BE49-F238E27FC236}">
                    <a16:creationId xmlns:a16="http://schemas.microsoft.com/office/drawing/2014/main" id="{A7C12AD0-68DB-1AAD-CAFE-440A066B98F8}"/>
                  </a:ext>
                </a:extLst>
              </p:cNvPr>
              <p:cNvSpPr txBox="1"/>
              <p:nvPr/>
            </p:nvSpPr>
            <p:spPr>
              <a:xfrm>
                <a:off x="2138853" y="5127577"/>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Jawad: 1000</a:t>
                </a:r>
              </a:p>
            </p:txBody>
          </p:sp>
          <p:sp>
            <p:nvSpPr>
              <p:cNvPr id="33" name="TextBox 32">
                <a:extLst>
                  <a:ext uri="{FF2B5EF4-FFF2-40B4-BE49-F238E27FC236}">
                    <a16:creationId xmlns:a16="http://schemas.microsoft.com/office/drawing/2014/main" id="{2717BD97-8F17-8892-6CF0-3C09CE04006D}"/>
                  </a:ext>
                </a:extLst>
              </p:cNvPr>
              <p:cNvSpPr txBox="1"/>
              <p:nvPr/>
            </p:nvSpPr>
            <p:spPr>
              <a:xfrm>
                <a:off x="2138854" y="5496909"/>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1080</a:t>
                </a:r>
              </a:p>
            </p:txBody>
          </p:sp>
          <p:sp>
            <p:nvSpPr>
              <p:cNvPr id="35" name="TextBox 34">
                <a:extLst>
                  <a:ext uri="{FF2B5EF4-FFF2-40B4-BE49-F238E27FC236}">
                    <a16:creationId xmlns:a16="http://schemas.microsoft.com/office/drawing/2014/main" id="{64EAC985-57A8-8C01-1B9A-FD77B48BA234}"/>
                  </a:ext>
                </a:extLst>
              </p:cNvPr>
              <p:cNvSpPr txBox="1"/>
              <p:nvPr/>
            </p:nvSpPr>
            <p:spPr>
              <a:xfrm>
                <a:off x="2942894" y="5496908"/>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1160</a:t>
                </a:r>
              </a:p>
            </p:txBody>
          </p:sp>
        </p:grpSp>
        <p:grpSp>
          <p:nvGrpSpPr>
            <p:cNvPr id="37" name="Group 36">
              <a:extLst>
                <a:ext uri="{FF2B5EF4-FFF2-40B4-BE49-F238E27FC236}">
                  <a16:creationId xmlns:a16="http://schemas.microsoft.com/office/drawing/2014/main" id="{DE46EB1F-E10E-4C4C-2D7A-31A577C78E84}"/>
                </a:ext>
              </a:extLst>
            </p:cNvPr>
            <p:cNvGrpSpPr/>
            <p:nvPr/>
          </p:nvGrpSpPr>
          <p:grpSpPr>
            <a:xfrm>
              <a:off x="2995175" y="2781548"/>
              <a:ext cx="1930729" cy="1015663"/>
              <a:chOff x="2138853" y="5127577"/>
              <a:chExt cx="1608083" cy="1015663"/>
            </a:xfrm>
          </p:grpSpPr>
          <p:sp>
            <p:nvSpPr>
              <p:cNvPr id="38" name="TextBox 37">
                <a:extLst>
                  <a:ext uri="{FF2B5EF4-FFF2-40B4-BE49-F238E27FC236}">
                    <a16:creationId xmlns:a16="http://schemas.microsoft.com/office/drawing/2014/main" id="{B3EDB723-0C02-DA56-B60B-9375AD8B1163}"/>
                  </a:ext>
                </a:extLst>
              </p:cNvPr>
              <p:cNvSpPr txBox="1"/>
              <p:nvPr/>
            </p:nvSpPr>
            <p:spPr>
              <a:xfrm>
                <a:off x="2138853" y="5127577"/>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Asra: 1080</a:t>
                </a:r>
              </a:p>
            </p:txBody>
          </p:sp>
          <p:sp>
            <p:nvSpPr>
              <p:cNvPr id="39" name="TextBox 38">
                <a:extLst>
                  <a:ext uri="{FF2B5EF4-FFF2-40B4-BE49-F238E27FC236}">
                    <a16:creationId xmlns:a16="http://schemas.microsoft.com/office/drawing/2014/main" id="{68B28ABE-AE9C-A031-3A76-6177B4560D98}"/>
                  </a:ext>
                </a:extLst>
              </p:cNvPr>
              <p:cNvSpPr txBox="1"/>
              <p:nvPr/>
            </p:nvSpPr>
            <p:spPr>
              <a:xfrm>
                <a:off x="2138854" y="5496909"/>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1240</a:t>
                </a:r>
              </a:p>
            </p:txBody>
          </p:sp>
          <p:sp>
            <p:nvSpPr>
              <p:cNvPr id="40" name="TextBox 39">
                <a:extLst>
                  <a:ext uri="{FF2B5EF4-FFF2-40B4-BE49-F238E27FC236}">
                    <a16:creationId xmlns:a16="http://schemas.microsoft.com/office/drawing/2014/main" id="{04852180-6E33-8871-49BC-1D0A4F484D5D}"/>
                  </a:ext>
                </a:extLst>
              </p:cNvPr>
              <p:cNvSpPr txBox="1"/>
              <p:nvPr/>
            </p:nvSpPr>
            <p:spPr>
              <a:xfrm>
                <a:off x="2942894" y="5496908"/>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1400</a:t>
                </a:r>
              </a:p>
            </p:txBody>
          </p:sp>
        </p:grpSp>
        <p:grpSp>
          <p:nvGrpSpPr>
            <p:cNvPr id="41" name="Group 40">
              <a:extLst>
                <a:ext uri="{FF2B5EF4-FFF2-40B4-BE49-F238E27FC236}">
                  <a16:creationId xmlns:a16="http://schemas.microsoft.com/office/drawing/2014/main" id="{BDEFC100-BD8A-1F56-D7F6-93F817B7EF0F}"/>
                </a:ext>
              </a:extLst>
            </p:cNvPr>
            <p:cNvGrpSpPr/>
            <p:nvPr/>
          </p:nvGrpSpPr>
          <p:grpSpPr>
            <a:xfrm>
              <a:off x="8485916" y="2767795"/>
              <a:ext cx="1930729" cy="1015663"/>
              <a:chOff x="2138853" y="5127577"/>
              <a:chExt cx="1608083" cy="1015663"/>
            </a:xfrm>
          </p:grpSpPr>
          <p:sp>
            <p:nvSpPr>
              <p:cNvPr id="42" name="TextBox 41">
                <a:extLst>
                  <a:ext uri="{FF2B5EF4-FFF2-40B4-BE49-F238E27FC236}">
                    <a16:creationId xmlns:a16="http://schemas.microsoft.com/office/drawing/2014/main" id="{1551BD97-29CF-BC6C-43A0-0D3C9EFDDD21}"/>
                  </a:ext>
                </a:extLst>
              </p:cNvPr>
              <p:cNvSpPr txBox="1"/>
              <p:nvPr/>
            </p:nvSpPr>
            <p:spPr>
              <a:xfrm>
                <a:off x="2138853" y="5127577"/>
                <a:ext cx="1608083"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Shahzaman</a:t>
                </a:r>
                <a:r>
                  <a:rPr lang="en-US" dirty="0"/>
                  <a:t>: 1160</a:t>
                </a:r>
              </a:p>
            </p:txBody>
          </p:sp>
          <p:sp>
            <p:nvSpPr>
              <p:cNvPr id="43" name="TextBox 42">
                <a:extLst>
                  <a:ext uri="{FF2B5EF4-FFF2-40B4-BE49-F238E27FC236}">
                    <a16:creationId xmlns:a16="http://schemas.microsoft.com/office/drawing/2014/main" id="{D9FC2C71-0278-0074-B2F7-0E34CA23D0E8}"/>
                  </a:ext>
                </a:extLst>
              </p:cNvPr>
              <p:cNvSpPr txBox="1"/>
              <p:nvPr/>
            </p:nvSpPr>
            <p:spPr>
              <a:xfrm>
                <a:off x="2138854" y="5496909"/>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1320</a:t>
                </a:r>
              </a:p>
            </p:txBody>
          </p:sp>
          <p:sp>
            <p:nvSpPr>
              <p:cNvPr id="44" name="TextBox 43">
                <a:extLst>
                  <a:ext uri="{FF2B5EF4-FFF2-40B4-BE49-F238E27FC236}">
                    <a16:creationId xmlns:a16="http://schemas.microsoft.com/office/drawing/2014/main" id="{8ACF11EE-2147-CC22-F750-B79E1E83BE9F}"/>
                  </a:ext>
                </a:extLst>
              </p:cNvPr>
              <p:cNvSpPr txBox="1"/>
              <p:nvPr/>
            </p:nvSpPr>
            <p:spPr>
              <a:xfrm>
                <a:off x="2942894" y="5496908"/>
                <a:ext cx="804040"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1560</a:t>
                </a:r>
              </a:p>
            </p:txBody>
          </p:sp>
        </p:grpSp>
        <p:cxnSp>
          <p:nvCxnSpPr>
            <p:cNvPr id="52" name="Connector: Elbow 51">
              <a:extLst>
                <a:ext uri="{FF2B5EF4-FFF2-40B4-BE49-F238E27FC236}">
                  <a16:creationId xmlns:a16="http://schemas.microsoft.com/office/drawing/2014/main" id="{96CFC7E0-DE69-4AD2-3A3A-316A995C8EFA}"/>
                </a:ext>
              </a:extLst>
            </p:cNvPr>
            <p:cNvCxnSpPr>
              <a:cxnSpLocks/>
              <a:stCxn id="33" idx="2"/>
              <a:endCxn id="38" idx="0"/>
            </p:cNvCxnSpPr>
            <p:nvPr/>
          </p:nvCxnSpPr>
          <p:spPr>
            <a:xfrm rot="5400000">
              <a:off x="4857288" y="1566331"/>
              <a:ext cx="318469" cy="2111964"/>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54" name="Connector: Elbow 53">
              <a:extLst>
                <a:ext uri="{FF2B5EF4-FFF2-40B4-BE49-F238E27FC236}">
                  <a16:creationId xmlns:a16="http://schemas.microsoft.com/office/drawing/2014/main" id="{8500C233-7C42-B950-0FF7-9AC722D5DD48}"/>
                </a:ext>
              </a:extLst>
            </p:cNvPr>
            <p:cNvCxnSpPr>
              <a:cxnSpLocks/>
              <a:stCxn id="35" idx="2"/>
              <a:endCxn id="42" idx="0"/>
            </p:cNvCxnSpPr>
            <p:nvPr/>
          </p:nvCxnSpPr>
          <p:spPr>
            <a:xfrm rot="16200000" flipH="1">
              <a:off x="8092216" y="1408729"/>
              <a:ext cx="304717" cy="2413414"/>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grpSp>
          <p:nvGrpSpPr>
            <p:cNvPr id="61" name="Group 60">
              <a:extLst>
                <a:ext uri="{FF2B5EF4-FFF2-40B4-BE49-F238E27FC236}">
                  <a16:creationId xmlns:a16="http://schemas.microsoft.com/office/drawing/2014/main" id="{6493F25B-7DBE-1D7F-9311-A902A2F0DFDE}"/>
                </a:ext>
              </a:extLst>
            </p:cNvPr>
            <p:cNvGrpSpPr/>
            <p:nvPr/>
          </p:nvGrpSpPr>
          <p:grpSpPr>
            <a:xfrm>
              <a:off x="1547127" y="4158636"/>
              <a:ext cx="1930729" cy="1015663"/>
              <a:chOff x="8185449" y="4230044"/>
              <a:chExt cx="1930729" cy="1015663"/>
            </a:xfrm>
          </p:grpSpPr>
          <p:sp>
            <p:nvSpPr>
              <p:cNvPr id="58" name="TextBox 57">
                <a:extLst>
                  <a:ext uri="{FF2B5EF4-FFF2-40B4-BE49-F238E27FC236}">
                    <a16:creationId xmlns:a16="http://schemas.microsoft.com/office/drawing/2014/main" id="{3E863ED6-A36D-1853-A9FF-A45951B60ED2}"/>
                  </a:ext>
                </a:extLst>
              </p:cNvPr>
              <p:cNvSpPr txBox="1"/>
              <p:nvPr/>
            </p:nvSpPr>
            <p:spPr>
              <a:xfrm>
                <a:off x="8185449" y="4230044"/>
                <a:ext cx="1930729"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Ali: 1240</a:t>
                </a:r>
              </a:p>
            </p:txBody>
          </p:sp>
          <p:sp>
            <p:nvSpPr>
              <p:cNvPr id="59" name="TextBox 58">
                <a:extLst>
                  <a:ext uri="{FF2B5EF4-FFF2-40B4-BE49-F238E27FC236}">
                    <a16:creationId xmlns:a16="http://schemas.microsoft.com/office/drawing/2014/main" id="{959ED74A-8C8C-5C5A-5074-65452550815D}"/>
                  </a:ext>
                </a:extLst>
              </p:cNvPr>
              <p:cNvSpPr txBox="1"/>
              <p:nvPr/>
            </p:nvSpPr>
            <p:spPr>
              <a:xfrm>
                <a:off x="8185450" y="4599376"/>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1480</a:t>
                </a:r>
              </a:p>
            </p:txBody>
          </p:sp>
          <p:sp>
            <p:nvSpPr>
              <p:cNvPr id="60" name="TextBox 59">
                <a:extLst>
                  <a:ext uri="{FF2B5EF4-FFF2-40B4-BE49-F238E27FC236}">
                    <a16:creationId xmlns:a16="http://schemas.microsoft.com/office/drawing/2014/main" id="{EE0A6C34-8BE4-1631-F72F-9D90769FC69C}"/>
                  </a:ext>
                </a:extLst>
              </p:cNvPr>
              <p:cNvSpPr txBox="1"/>
              <p:nvPr/>
            </p:nvSpPr>
            <p:spPr>
              <a:xfrm>
                <a:off x="9150813" y="4599375"/>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Null</a:t>
                </a:r>
              </a:p>
            </p:txBody>
          </p:sp>
        </p:grpSp>
        <p:cxnSp>
          <p:nvCxnSpPr>
            <p:cNvPr id="63" name="Connector: Elbow 62">
              <a:extLst>
                <a:ext uri="{FF2B5EF4-FFF2-40B4-BE49-F238E27FC236}">
                  <a16:creationId xmlns:a16="http://schemas.microsoft.com/office/drawing/2014/main" id="{C5C3CF5E-CB26-DE08-23BB-4C321A7873F6}"/>
                </a:ext>
              </a:extLst>
            </p:cNvPr>
            <p:cNvCxnSpPr>
              <a:stCxn id="39" idx="2"/>
              <a:endCxn id="58" idx="0"/>
            </p:cNvCxnSpPr>
            <p:nvPr/>
          </p:nvCxnSpPr>
          <p:spPr>
            <a:xfrm rot="5400000">
              <a:off x="2814463" y="3495240"/>
              <a:ext cx="361425" cy="965366"/>
            </a:xfrm>
            <a:prstGeom prst="bentConnector3">
              <a:avLst/>
            </a:prstGeom>
            <a:ln>
              <a:tailEnd type="triangle"/>
            </a:ln>
          </p:spPr>
          <p:style>
            <a:lnRef idx="3">
              <a:schemeClr val="dk1"/>
            </a:lnRef>
            <a:fillRef idx="0">
              <a:schemeClr val="dk1"/>
            </a:fillRef>
            <a:effectRef idx="2">
              <a:schemeClr val="dk1"/>
            </a:effectRef>
            <a:fontRef idx="minor">
              <a:schemeClr val="tx1"/>
            </a:fontRef>
          </p:style>
        </p:cxnSp>
        <p:grpSp>
          <p:nvGrpSpPr>
            <p:cNvPr id="3" name="Group 2">
              <a:extLst>
                <a:ext uri="{FF2B5EF4-FFF2-40B4-BE49-F238E27FC236}">
                  <a16:creationId xmlns:a16="http://schemas.microsoft.com/office/drawing/2014/main" id="{957F95AD-89C8-C43F-5D2E-88DBAF79D262}"/>
                </a:ext>
              </a:extLst>
            </p:cNvPr>
            <p:cNvGrpSpPr/>
            <p:nvPr/>
          </p:nvGrpSpPr>
          <p:grpSpPr>
            <a:xfrm>
              <a:off x="4443216" y="4168368"/>
              <a:ext cx="1930729" cy="1015663"/>
              <a:chOff x="8185449" y="4230044"/>
              <a:chExt cx="1930729" cy="1015663"/>
            </a:xfrm>
          </p:grpSpPr>
          <p:sp>
            <p:nvSpPr>
              <p:cNvPr id="5" name="TextBox 4">
                <a:extLst>
                  <a:ext uri="{FF2B5EF4-FFF2-40B4-BE49-F238E27FC236}">
                    <a16:creationId xmlns:a16="http://schemas.microsoft.com/office/drawing/2014/main" id="{35F1A12B-6D68-2FE7-5052-2C57875FF4D0}"/>
                  </a:ext>
                </a:extLst>
              </p:cNvPr>
              <p:cNvSpPr txBox="1"/>
              <p:nvPr/>
            </p:nvSpPr>
            <p:spPr>
              <a:xfrm>
                <a:off x="8185449" y="4230044"/>
                <a:ext cx="1930729"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Hafs</a:t>
                </a:r>
                <a:r>
                  <a:rPr lang="en-US" dirty="0"/>
                  <a:t>: 1400</a:t>
                </a:r>
              </a:p>
            </p:txBody>
          </p:sp>
          <p:sp>
            <p:nvSpPr>
              <p:cNvPr id="6" name="TextBox 5">
                <a:extLst>
                  <a:ext uri="{FF2B5EF4-FFF2-40B4-BE49-F238E27FC236}">
                    <a16:creationId xmlns:a16="http://schemas.microsoft.com/office/drawing/2014/main" id="{135D4479-D7E9-738C-9AFA-A06B975C12CF}"/>
                  </a:ext>
                </a:extLst>
              </p:cNvPr>
              <p:cNvSpPr txBox="1"/>
              <p:nvPr/>
            </p:nvSpPr>
            <p:spPr>
              <a:xfrm>
                <a:off x="8185450" y="4599376"/>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Null</a:t>
                </a:r>
              </a:p>
            </p:txBody>
          </p:sp>
          <p:sp>
            <p:nvSpPr>
              <p:cNvPr id="7" name="TextBox 6">
                <a:extLst>
                  <a:ext uri="{FF2B5EF4-FFF2-40B4-BE49-F238E27FC236}">
                    <a16:creationId xmlns:a16="http://schemas.microsoft.com/office/drawing/2014/main" id="{CE2C0861-9ACC-73BD-2028-CF888EB2B1A9}"/>
                  </a:ext>
                </a:extLst>
              </p:cNvPr>
              <p:cNvSpPr txBox="1"/>
              <p:nvPr/>
            </p:nvSpPr>
            <p:spPr>
              <a:xfrm>
                <a:off x="9150813" y="4599375"/>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Null</a:t>
                </a:r>
              </a:p>
            </p:txBody>
          </p:sp>
        </p:grpSp>
        <p:cxnSp>
          <p:nvCxnSpPr>
            <p:cNvPr id="9" name="Connector: Elbow 8">
              <a:extLst>
                <a:ext uri="{FF2B5EF4-FFF2-40B4-BE49-F238E27FC236}">
                  <a16:creationId xmlns:a16="http://schemas.microsoft.com/office/drawing/2014/main" id="{50F22A83-8790-E6D0-6E2F-50974502BC5C}"/>
                </a:ext>
              </a:extLst>
            </p:cNvPr>
            <p:cNvCxnSpPr>
              <a:stCxn id="40" idx="2"/>
              <a:endCxn id="5" idx="0"/>
            </p:cNvCxnSpPr>
            <p:nvPr/>
          </p:nvCxnSpPr>
          <p:spPr>
            <a:xfrm rot="16200000" flipH="1">
              <a:off x="4740322" y="3500109"/>
              <a:ext cx="371158" cy="965360"/>
            </a:xfrm>
            <a:prstGeom prst="bentConnector3">
              <a:avLst/>
            </a:prstGeom>
            <a:ln>
              <a:tailEnd type="triangle"/>
            </a:ln>
          </p:spPr>
          <p:style>
            <a:lnRef idx="3">
              <a:schemeClr val="dk1"/>
            </a:lnRef>
            <a:fillRef idx="0">
              <a:schemeClr val="dk1"/>
            </a:fillRef>
            <a:effectRef idx="2">
              <a:schemeClr val="dk1"/>
            </a:effectRef>
            <a:fontRef idx="minor">
              <a:schemeClr val="tx1"/>
            </a:fontRef>
          </p:style>
        </p:cxnSp>
        <p:grpSp>
          <p:nvGrpSpPr>
            <p:cNvPr id="10" name="Group 9">
              <a:extLst>
                <a:ext uri="{FF2B5EF4-FFF2-40B4-BE49-F238E27FC236}">
                  <a16:creationId xmlns:a16="http://schemas.microsoft.com/office/drawing/2014/main" id="{5489E25A-512D-8A6C-C392-B4AE0827F7F3}"/>
                </a:ext>
              </a:extLst>
            </p:cNvPr>
            <p:cNvGrpSpPr/>
            <p:nvPr/>
          </p:nvGrpSpPr>
          <p:grpSpPr>
            <a:xfrm>
              <a:off x="7037866" y="4161492"/>
              <a:ext cx="1930729" cy="1015663"/>
              <a:chOff x="8185449" y="4230044"/>
              <a:chExt cx="1930729" cy="1015663"/>
            </a:xfrm>
          </p:grpSpPr>
          <p:sp>
            <p:nvSpPr>
              <p:cNvPr id="11" name="TextBox 10">
                <a:extLst>
                  <a:ext uri="{FF2B5EF4-FFF2-40B4-BE49-F238E27FC236}">
                    <a16:creationId xmlns:a16="http://schemas.microsoft.com/office/drawing/2014/main" id="{233C9881-609A-CBC4-A2F8-E9DBEE3FB6A1}"/>
                  </a:ext>
                </a:extLst>
              </p:cNvPr>
              <p:cNvSpPr txBox="1"/>
              <p:nvPr/>
            </p:nvSpPr>
            <p:spPr>
              <a:xfrm>
                <a:off x="8185449" y="4230044"/>
                <a:ext cx="1930729"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Omar B: 1320</a:t>
                </a:r>
              </a:p>
            </p:txBody>
          </p:sp>
          <p:sp>
            <p:nvSpPr>
              <p:cNvPr id="12" name="TextBox 11">
                <a:extLst>
                  <a:ext uri="{FF2B5EF4-FFF2-40B4-BE49-F238E27FC236}">
                    <a16:creationId xmlns:a16="http://schemas.microsoft.com/office/drawing/2014/main" id="{207DD1AE-6D9D-136E-D3A6-A300C78A7037}"/>
                  </a:ext>
                </a:extLst>
              </p:cNvPr>
              <p:cNvSpPr txBox="1"/>
              <p:nvPr/>
            </p:nvSpPr>
            <p:spPr>
              <a:xfrm>
                <a:off x="8185450" y="4599376"/>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Null</a:t>
                </a:r>
              </a:p>
            </p:txBody>
          </p:sp>
          <p:sp>
            <p:nvSpPr>
              <p:cNvPr id="13" name="TextBox 12">
                <a:extLst>
                  <a:ext uri="{FF2B5EF4-FFF2-40B4-BE49-F238E27FC236}">
                    <a16:creationId xmlns:a16="http://schemas.microsoft.com/office/drawing/2014/main" id="{287B3F1D-EA8A-3C88-7DB7-7FD3CD9CF493}"/>
                  </a:ext>
                </a:extLst>
              </p:cNvPr>
              <p:cNvSpPr txBox="1"/>
              <p:nvPr/>
            </p:nvSpPr>
            <p:spPr>
              <a:xfrm>
                <a:off x="9150813" y="4599375"/>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Null</a:t>
                </a:r>
              </a:p>
            </p:txBody>
          </p:sp>
        </p:grpSp>
        <p:grpSp>
          <p:nvGrpSpPr>
            <p:cNvPr id="14" name="Group 13">
              <a:extLst>
                <a:ext uri="{FF2B5EF4-FFF2-40B4-BE49-F238E27FC236}">
                  <a16:creationId xmlns:a16="http://schemas.microsoft.com/office/drawing/2014/main" id="{81D4E984-6C57-59F3-B358-5E6277C7DBAD}"/>
                </a:ext>
              </a:extLst>
            </p:cNvPr>
            <p:cNvGrpSpPr/>
            <p:nvPr/>
          </p:nvGrpSpPr>
          <p:grpSpPr>
            <a:xfrm>
              <a:off x="9933959" y="4158636"/>
              <a:ext cx="1930729" cy="1015663"/>
              <a:chOff x="8185449" y="4230044"/>
              <a:chExt cx="1930729" cy="1015663"/>
            </a:xfrm>
          </p:grpSpPr>
          <p:sp>
            <p:nvSpPr>
              <p:cNvPr id="15" name="TextBox 14">
                <a:extLst>
                  <a:ext uri="{FF2B5EF4-FFF2-40B4-BE49-F238E27FC236}">
                    <a16:creationId xmlns:a16="http://schemas.microsoft.com/office/drawing/2014/main" id="{5915728E-D379-7319-7D16-96150AFDF474}"/>
                  </a:ext>
                </a:extLst>
              </p:cNvPr>
              <p:cNvSpPr txBox="1"/>
              <p:nvPr/>
            </p:nvSpPr>
            <p:spPr>
              <a:xfrm>
                <a:off x="8185449" y="4230044"/>
                <a:ext cx="1930729"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a:t>Uzair: 1560</a:t>
                </a:r>
              </a:p>
            </p:txBody>
          </p:sp>
          <p:sp>
            <p:nvSpPr>
              <p:cNvPr id="16" name="TextBox 15">
                <a:extLst>
                  <a:ext uri="{FF2B5EF4-FFF2-40B4-BE49-F238E27FC236}">
                    <a16:creationId xmlns:a16="http://schemas.microsoft.com/office/drawing/2014/main" id="{ACF6B2DC-8839-5ADD-11E7-0CF888299159}"/>
                  </a:ext>
                </a:extLst>
              </p:cNvPr>
              <p:cNvSpPr txBox="1"/>
              <p:nvPr/>
            </p:nvSpPr>
            <p:spPr>
              <a:xfrm>
                <a:off x="8185450" y="4599376"/>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Null</a:t>
                </a:r>
              </a:p>
            </p:txBody>
          </p:sp>
          <p:sp>
            <p:nvSpPr>
              <p:cNvPr id="17" name="TextBox 16">
                <a:extLst>
                  <a:ext uri="{FF2B5EF4-FFF2-40B4-BE49-F238E27FC236}">
                    <a16:creationId xmlns:a16="http://schemas.microsoft.com/office/drawing/2014/main" id="{E47E7F11-14D4-9BC7-9951-6B8CE677E0D4}"/>
                  </a:ext>
                </a:extLst>
              </p:cNvPr>
              <p:cNvSpPr txBox="1"/>
              <p:nvPr/>
            </p:nvSpPr>
            <p:spPr>
              <a:xfrm>
                <a:off x="9150813" y="4599375"/>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Null</a:t>
                </a:r>
              </a:p>
            </p:txBody>
          </p:sp>
        </p:grpSp>
        <p:cxnSp>
          <p:nvCxnSpPr>
            <p:cNvPr id="21" name="Connector: Elbow 20">
              <a:extLst>
                <a:ext uri="{FF2B5EF4-FFF2-40B4-BE49-F238E27FC236}">
                  <a16:creationId xmlns:a16="http://schemas.microsoft.com/office/drawing/2014/main" id="{40BE1377-A83C-7567-7372-94948AF04262}"/>
                </a:ext>
              </a:extLst>
            </p:cNvPr>
            <p:cNvCxnSpPr>
              <a:stCxn id="43" idx="2"/>
              <a:endCxn id="11" idx="0"/>
            </p:cNvCxnSpPr>
            <p:nvPr/>
          </p:nvCxnSpPr>
          <p:spPr>
            <a:xfrm rot="5400000">
              <a:off x="8296898" y="3489791"/>
              <a:ext cx="378034" cy="965368"/>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23" name="Connector: Elbow 22">
              <a:extLst>
                <a:ext uri="{FF2B5EF4-FFF2-40B4-BE49-F238E27FC236}">
                  <a16:creationId xmlns:a16="http://schemas.microsoft.com/office/drawing/2014/main" id="{D75A8479-220C-315C-5E7A-01A836DAABDF}"/>
                </a:ext>
              </a:extLst>
            </p:cNvPr>
            <p:cNvCxnSpPr>
              <a:stCxn id="44" idx="2"/>
              <a:endCxn id="15" idx="0"/>
            </p:cNvCxnSpPr>
            <p:nvPr/>
          </p:nvCxnSpPr>
          <p:spPr>
            <a:xfrm rot="16200000" flipH="1">
              <a:off x="10229054" y="3488365"/>
              <a:ext cx="375179" cy="965362"/>
            </a:xfrm>
            <a:prstGeom prst="bentConnector3">
              <a:avLst/>
            </a:prstGeom>
            <a:ln>
              <a:tailEnd type="triangle"/>
            </a:ln>
          </p:spPr>
          <p:style>
            <a:lnRef idx="3">
              <a:schemeClr val="dk1"/>
            </a:lnRef>
            <a:fillRef idx="0">
              <a:schemeClr val="dk1"/>
            </a:fillRef>
            <a:effectRef idx="2">
              <a:schemeClr val="dk1"/>
            </a:effectRef>
            <a:fontRef idx="minor">
              <a:schemeClr val="tx1"/>
            </a:fontRef>
          </p:style>
        </p:cxnSp>
        <p:grpSp>
          <p:nvGrpSpPr>
            <p:cNvPr id="28" name="Group 27">
              <a:extLst>
                <a:ext uri="{FF2B5EF4-FFF2-40B4-BE49-F238E27FC236}">
                  <a16:creationId xmlns:a16="http://schemas.microsoft.com/office/drawing/2014/main" id="{77389651-32B8-768B-695E-522C519EE986}"/>
                </a:ext>
              </a:extLst>
            </p:cNvPr>
            <p:cNvGrpSpPr/>
            <p:nvPr/>
          </p:nvGrpSpPr>
          <p:grpSpPr>
            <a:xfrm>
              <a:off x="99080" y="5543631"/>
              <a:ext cx="1930729" cy="1015663"/>
              <a:chOff x="8185449" y="4230044"/>
              <a:chExt cx="1930729" cy="1015663"/>
            </a:xfrm>
          </p:grpSpPr>
          <p:sp>
            <p:nvSpPr>
              <p:cNvPr id="29" name="TextBox 28">
                <a:extLst>
                  <a:ext uri="{FF2B5EF4-FFF2-40B4-BE49-F238E27FC236}">
                    <a16:creationId xmlns:a16="http://schemas.microsoft.com/office/drawing/2014/main" id="{3619EF32-9416-719F-7F5E-888F8344A21E}"/>
                  </a:ext>
                </a:extLst>
              </p:cNvPr>
              <p:cNvSpPr txBox="1"/>
              <p:nvPr/>
            </p:nvSpPr>
            <p:spPr>
              <a:xfrm>
                <a:off x="8185449" y="4230044"/>
                <a:ext cx="1930729"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pPr algn="ctr"/>
                <a:r>
                  <a:rPr lang="en-US" dirty="0" err="1"/>
                  <a:t>Aiman</a:t>
                </a:r>
                <a:r>
                  <a:rPr lang="en-US" dirty="0"/>
                  <a:t>: 1480</a:t>
                </a:r>
              </a:p>
            </p:txBody>
          </p:sp>
          <p:sp>
            <p:nvSpPr>
              <p:cNvPr id="30" name="TextBox 29">
                <a:extLst>
                  <a:ext uri="{FF2B5EF4-FFF2-40B4-BE49-F238E27FC236}">
                    <a16:creationId xmlns:a16="http://schemas.microsoft.com/office/drawing/2014/main" id="{402009D3-9A18-E1F2-95BF-5E3DE736986D}"/>
                  </a:ext>
                </a:extLst>
              </p:cNvPr>
              <p:cNvSpPr txBox="1"/>
              <p:nvPr/>
            </p:nvSpPr>
            <p:spPr>
              <a:xfrm>
                <a:off x="8185450" y="4599376"/>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Left: Null</a:t>
                </a:r>
              </a:p>
            </p:txBody>
          </p:sp>
          <p:sp>
            <p:nvSpPr>
              <p:cNvPr id="31" name="TextBox 30">
                <a:extLst>
                  <a:ext uri="{FF2B5EF4-FFF2-40B4-BE49-F238E27FC236}">
                    <a16:creationId xmlns:a16="http://schemas.microsoft.com/office/drawing/2014/main" id="{30EA9F5E-AD45-5F93-89C1-30505855F736}"/>
                  </a:ext>
                </a:extLst>
              </p:cNvPr>
              <p:cNvSpPr txBox="1"/>
              <p:nvPr/>
            </p:nvSpPr>
            <p:spPr>
              <a:xfrm>
                <a:off x="9150813" y="4599375"/>
                <a:ext cx="965363" cy="6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dirty="0"/>
                  <a:t>Right: Null</a:t>
                </a:r>
              </a:p>
            </p:txBody>
          </p:sp>
        </p:grpSp>
        <p:cxnSp>
          <p:nvCxnSpPr>
            <p:cNvPr id="45" name="Connector: Elbow 44">
              <a:extLst>
                <a:ext uri="{FF2B5EF4-FFF2-40B4-BE49-F238E27FC236}">
                  <a16:creationId xmlns:a16="http://schemas.microsoft.com/office/drawing/2014/main" id="{E09B4625-68F5-F90A-8946-118DE3BCF6D9}"/>
                </a:ext>
              </a:extLst>
            </p:cNvPr>
            <p:cNvCxnSpPr>
              <a:stCxn id="59" idx="2"/>
              <a:endCxn id="29" idx="0"/>
            </p:cNvCxnSpPr>
            <p:nvPr/>
          </p:nvCxnSpPr>
          <p:spPr>
            <a:xfrm rot="5400000">
              <a:off x="1362462" y="4876283"/>
              <a:ext cx="369332" cy="965365"/>
            </a:xfrm>
            <a:prstGeom prst="bentConnector3">
              <a:avLst/>
            </a:prstGeom>
            <a:ln>
              <a:tailEnd type="triangle"/>
            </a:ln>
          </p:spPr>
          <p:style>
            <a:lnRef idx="3">
              <a:schemeClr val="dk1"/>
            </a:lnRef>
            <a:fillRef idx="0">
              <a:schemeClr val="dk1"/>
            </a:fillRef>
            <a:effectRef idx="2">
              <a:schemeClr val="dk1"/>
            </a:effectRef>
            <a:fontRef idx="minor">
              <a:schemeClr val="tx1"/>
            </a:fontRef>
          </p:style>
        </p:cxnSp>
      </p:grpSp>
      <p:sp>
        <p:nvSpPr>
          <p:cNvPr id="47" name="Rectangle 46">
            <a:extLst>
              <a:ext uri="{FF2B5EF4-FFF2-40B4-BE49-F238E27FC236}">
                <a16:creationId xmlns:a16="http://schemas.microsoft.com/office/drawing/2014/main" id="{0D817529-2E91-3ED4-9523-50CB6BAECA91}"/>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48" name="Content Placeholder 2">
            <a:extLst>
              <a:ext uri="{FF2B5EF4-FFF2-40B4-BE49-F238E27FC236}">
                <a16:creationId xmlns:a16="http://schemas.microsoft.com/office/drawing/2014/main" id="{5CCB59C5-4FE4-E8FF-2166-9538E771A899}"/>
              </a:ext>
            </a:extLst>
          </p:cNvPr>
          <p:cNvSpPr txBox="1">
            <a:spLocks/>
          </p:cNvSpPr>
          <p:nvPr/>
        </p:nvSpPr>
        <p:spPr>
          <a:xfrm>
            <a:off x="2611203" y="5346590"/>
            <a:ext cx="9383004" cy="1128825"/>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400" dirty="0"/>
              <a:t>Insert a new node “Omar K” while keeping the Tree complete, then dry run for In-order, Pre-order and Post-order traversal and write the output.</a:t>
            </a:r>
          </a:p>
        </p:txBody>
      </p:sp>
    </p:spTree>
    <p:extLst>
      <p:ext uri="{BB962C8B-B14F-4D97-AF65-F5344CB8AC3E}">
        <p14:creationId xmlns:p14="http://schemas.microsoft.com/office/powerpoint/2010/main" val="3012749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Operations – Deletion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14766" y="2276792"/>
                <a:ext cx="11743017" cy="4198624"/>
              </a:xfrm>
              <a:prstGeom prst="rect">
                <a:avLst/>
              </a:prstGeom>
            </p:spPr>
            <p:txBody>
              <a:bodyPr numCol="2">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𝑙𝑒𝑓𝑡</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𝐼𝐹</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i="1">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𝜙</m:t>
                    </m:r>
                    <m:r>
                      <a:rPr lang="en-US" sz="2200" i="1">
                        <a:latin typeface="Cambria Math" panose="02040503050406030204" pitchFamily="18" charset="0"/>
                        <a:ea typeface="Cascadia Code" panose="020B0609020000020004" pitchFamily="49" charset="0"/>
                        <a:cs typeface="Cascadia Code" panose="020B0609020000020004" pitchFamily="49" charset="0"/>
                      </a:rPr>
                      <m:t> </m:t>
                    </m:r>
                    <m:r>
                      <a:rPr lang="en-US" sz="2200" i="1">
                        <a:latin typeface="Cambria Math" panose="02040503050406030204" pitchFamily="18" charset="0"/>
                        <a:ea typeface="Cascadia Code" panose="020B0609020000020004" pitchFamily="49" charset="0"/>
                        <a:cs typeface="Cascadia Code" panose="020B0609020000020004" pitchFamily="49" charset="0"/>
                      </a:rPr>
                      <m:t>𝐴𝑁𝐷</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i="1">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Font typeface="Arial" panose="020B0604020202020204" pitchFamily="34" charset="0"/>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200" b="0" i="1"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𝐷𝐸𝐿𝐸𝑇𝐸</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_</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𝐿𝐸𝐴𝐹</m:t>
                    </m:r>
                    <m:d>
                      <m:dPr>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e>
                    </m:d>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𝐼𝐹</m:t>
                    </m:r>
                    <m:r>
                      <a:rPr lang="en-US" sz="2200" i="1">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200" i="1">
                        <a:latin typeface="Cambria Math" panose="02040503050406030204" pitchFamily="18" charset="0"/>
                        <a:ea typeface="Cascadia Code" panose="020B0609020000020004" pitchFamily="49" charset="0"/>
                        <a:cs typeface="Cascadia Code" panose="020B0609020000020004" pitchFamily="49" charset="0"/>
                      </a:rPr>
                      <m:t>, </m:t>
                    </m:r>
                    <m:r>
                      <a:rPr lang="en-US" sz="2200" i="1">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𝐼𝐹</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i="1">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𝜙</m:t>
                    </m:r>
                    <m:r>
                      <a:rPr lang="en-US" sz="2200" i="1">
                        <a:latin typeface="Cambria Math" panose="02040503050406030204" pitchFamily="18" charset="0"/>
                        <a:ea typeface="Cascadia Code" panose="020B0609020000020004" pitchFamily="49" charset="0"/>
                        <a:cs typeface="Cascadia Code" panose="020B0609020000020004" pitchFamily="49" charset="0"/>
                      </a:rPr>
                      <m:t> </m:t>
                    </m:r>
                    <m:r>
                      <a:rPr lang="en-US" sz="2200" i="1">
                        <a:latin typeface="Cambria Math" panose="02040503050406030204" pitchFamily="18" charset="0"/>
                        <a:ea typeface="Cascadia Code" panose="020B0609020000020004" pitchFamily="49" charset="0"/>
                        <a:cs typeface="Cascadia Code" panose="020B0609020000020004" pitchFamily="49" charset="0"/>
                      </a:rPr>
                      <m:t>𝐴𝑁𝐷</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i="1">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1371600" lvl="2" indent="-457200">
                  <a:lnSpc>
                    <a:spcPct val="100000"/>
                  </a:lnSpc>
                  <a:buFont typeface="Arial" panose="020B0604020202020204" pitchFamily="34" charset="0"/>
                  <a:buAutoNum type="romanL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i="1">
                        <a:latin typeface="Cambria Math" panose="02040503050406030204" pitchFamily="18" charset="0"/>
                        <a:ea typeface="Cascadia Code" panose="020B0609020000020004" pitchFamily="49" charset="0"/>
                        <a:cs typeface="Cascadia Code" panose="020B0609020000020004" pitchFamily="49" charset="0"/>
                      </a:rPr>
                      <m:t>≔</m:t>
                    </m:r>
                    <m:r>
                      <a:rPr lang="en-US" sz="2200" i="1">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Arial" panose="020B0604020202020204" pitchFamily="34" charset="0"/>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i="1">
                        <a:latin typeface="Cambria Math" panose="02040503050406030204" pitchFamily="18" charset="0"/>
                        <a:ea typeface="Cascadia Code" panose="020B0609020000020004" pitchFamily="49" charset="0"/>
                        <a:cs typeface="Cascadia Code" panose="020B0609020000020004" pitchFamily="49" charset="0"/>
                      </a:rPr>
                      <m:t>𝐷𝐸𝐿𝐸𝑇𝐸</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_</m:t>
                    </m:r>
                    <m:r>
                      <a:rPr lang="en-US" sz="2200" i="1">
                        <a:latin typeface="Cambria Math" panose="02040503050406030204" pitchFamily="18" charset="0"/>
                        <a:ea typeface="Cascadia Code" panose="020B0609020000020004" pitchFamily="49" charset="0"/>
                        <a:cs typeface="Cascadia Code" panose="020B0609020000020004" pitchFamily="49" charset="0"/>
                      </a:rPr>
                      <m:t>𝐿𝐸𝐴𝐹</m:t>
                    </m:r>
                    <m:d>
                      <m:dPr>
                        <m:ctrlPr>
                          <a:rPr lang="en-US" sz="2200" i="1">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200" i="1">
                            <a:latin typeface="Cambria Math" panose="02040503050406030204" pitchFamily="18" charset="0"/>
                            <a:ea typeface="Cascadia Code" panose="020B0609020000020004" pitchFamily="49" charset="0"/>
                            <a:cs typeface="Cascadia Code" panose="020B0609020000020004" pitchFamily="49" charset="0"/>
                          </a:rPr>
                          <m:t>, </m:t>
                        </m:r>
                        <m:r>
                          <a:rPr lang="en-US" sz="2200" i="1">
                            <a:latin typeface="Cambria Math" panose="02040503050406030204" pitchFamily="18" charset="0"/>
                            <a:ea typeface="Cascadia Code" panose="020B0609020000020004" pitchFamily="49" charset="0"/>
                            <a:cs typeface="Cascadia Code" panose="020B0609020000020004" pitchFamily="49" charset="0"/>
                          </a:rPr>
                          <m:t>𝑒𝑙𝑒𝑚𝑒𝑛𝑡</m:t>
                        </m:r>
                      </m:e>
                    </m:d>
                  </m:oMath>
                </a14:m>
                <a:endParaRPr lang="en-US" sz="2200" i="1"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14766" y="2276792"/>
                <a:ext cx="11743017" cy="4198624"/>
              </a:xfrm>
              <a:prstGeom prst="rect">
                <a:avLst/>
              </a:prstGeom>
              <a:blipFill>
                <a:blip r:embed="rId3"/>
                <a:stretch>
                  <a:fillRect l="-778" t="-871"/>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36332C98-C5E5-CF55-0295-E21FCA3141F5}"/>
              </a:ext>
            </a:extLst>
          </p:cNvPr>
          <p:cNvSpPr txBox="1">
            <a:spLocks/>
          </p:cNvSpPr>
          <p:nvPr/>
        </p:nvSpPr>
        <p:spPr>
          <a:xfrm>
            <a:off x="214767" y="1511408"/>
            <a:ext cx="11743016" cy="765383"/>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DELETE_LEAF</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root, element), deletes a Leaf node from a binary tree by matching element; ‘root’ is the pointer to root node.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116740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Operations – Deletion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14766" y="2276792"/>
                <a:ext cx="11743017" cy="4198624"/>
              </a:xfrm>
              <a:prstGeom prst="rect">
                <a:avLst/>
              </a:prstGeom>
            </p:spPr>
            <p:txBody>
              <a:bodyPr numCol="2">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oMath>
                </a14:m>
                <a:endParaRPr lang="en-US" sz="20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𝐼𝐹</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𝐴𝑁𝐷</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𝐴𝑁𝐷</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0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mj-lt"/>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𝑄𝑈𝐸𝑈𝐸</m:t>
                    </m:r>
                    <m:d>
                      <m:dPr>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𝜙</m:t>
                        </m:r>
                      </m:e>
                    </m:d>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mj-lt"/>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𝐸𝑁𝑄𝑈𝐸𝑈𝐸</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mj-lt"/>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𝑡𝑎𝑟𝑔𝑒𝑡</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mj-lt"/>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𝐷𝐸𝑄𝑈𝐸𝑈𝐸</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0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000" b="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𝑡𝑎𝑟𝑔𝑒𝑡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𝑛𝑜𝑑𝑒</m:t>
                    </m:r>
                  </m:oMath>
                </a14:m>
                <a:endParaRPr lang="en-US" sz="20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𝜙</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000" b="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𝐸𝑁𝑄𝑈𝐸𝑈𝐸</m:t>
                    </m:r>
                    <m:d>
                      <m:dPr>
                        <m:ctrlPr>
                          <a:rPr lang="en-US" sz="20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𝑙𝑒𝑓𝑡</m:t>
                        </m:r>
                      </m:e>
                    </m:d>
                  </m:oMath>
                </a14:m>
                <a:endParaRPr lang="en-US" sz="20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000" i="1" dirty="0">
                        <a:latin typeface="Cambria Math" panose="02040503050406030204" pitchFamily="18" charset="0"/>
                        <a:ea typeface="Cascadia Code" panose="020B0609020000020004" pitchFamily="49" charset="0"/>
                        <a:cs typeface="Cascadia Code" panose="020B0609020000020004" pitchFamily="49" charset="0"/>
                      </a:rPr>
                      <m:t>𝐼𝐹</m:t>
                    </m:r>
                    <m:r>
                      <a:rPr lang="en-US" sz="2000" i="1" dirty="0">
                        <a:latin typeface="Cambria Math" panose="02040503050406030204" pitchFamily="18" charset="0"/>
                        <a:ea typeface="Cascadia Code" panose="020B0609020000020004" pitchFamily="49" charset="0"/>
                        <a:cs typeface="Cascadia Code" panose="020B0609020000020004" pitchFamily="49" charset="0"/>
                      </a:rPr>
                      <m:t> </m:t>
                    </m:r>
                    <m:r>
                      <a:rPr lang="en-US" sz="2000" i="1" dirty="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000" i="1" dirty="0">
                        <a:latin typeface="Cambria Math" panose="02040503050406030204" pitchFamily="18" charset="0"/>
                        <a:ea typeface="Cascadia Code" panose="020B0609020000020004" pitchFamily="49" charset="0"/>
                        <a:cs typeface="Cascadia Code" panose="020B0609020000020004" pitchFamily="49" charset="0"/>
                      </a:rPr>
                      <m:t>→</m:t>
                    </m:r>
                    <m:r>
                      <a:rPr lang="en-US" sz="2000" b="0" i="1" dirty="0"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000" i="1" dirty="0">
                        <a:latin typeface="Cambria Math" panose="02040503050406030204" pitchFamily="18" charset="0"/>
                        <a:ea typeface="Cascadia Code" panose="020B0609020000020004" pitchFamily="49" charset="0"/>
                        <a:cs typeface="Cascadia Code" panose="020B0609020000020004" pitchFamily="49" charset="0"/>
                      </a:rPr>
                      <m:t>≠</m:t>
                    </m:r>
                    <m:r>
                      <a:rPr lang="en-US" sz="2000" i="1" dirty="0">
                        <a:latin typeface="Cambria Math" panose="02040503050406030204" pitchFamily="18" charset="0"/>
                        <a:ea typeface="Cascadia Code" panose="020B0609020000020004" pitchFamily="49" charset="0"/>
                        <a:cs typeface="Cascadia Code" panose="020B0609020000020004" pitchFamily="49" charset="0"/>
                      </a:rPr>
                      <m:t>𝜙</m:t>
                    </m:r>
                    <m:r>
                      <a:rPr lang="en-US" sz="2000" i="1" dirty="0">
                        <a:latin typeface="Cambria Math" panose="02040503050406030204" pitchFamily="18" charset="0"/>
                        <a:ea typeface="Cascadia Code" panose="020B0609020000020004" pitchFamily="49" charset="0"/>
                        <a:cs typeface="Cascadia Code" panose="020B0609020000020004" pitchFamily="49" charset="0"/>
                      </a:rPr>
                      <m:t>, </m:t>
                    </m:r>
                    <m:r>
                      <a:rPr lang="en-US" sz="2000" i="1" dirty="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00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000" i="1">
                        <a:latin typeface="Cambria Math" panose="02040503050406030204" pitchFamily="18" charset="0"/>
                        <a:ea typeface="Cascadia Code" panose="020B0609020000020004" pitchFamily="49" charset="0"/>
                        <a:cs typeface="Cascadia Code" panose="020B0609020000020004" pitchFamily="49" charset="0"/>
                      </a:rPr>
                      <m:t>𝐸𝑁𝑄𝑈𝐸𝑈𝐸</m:t>
                    </m:r>
                    <m:d>
                      <m:dPr>
                        <m:ctrlPr>
                          <a:rPr lang="en-US" sz="2000" i="1">
                            <a:latin typeface="Cambria Math" panose="02040503050406030204" pitchFamily="18" charset="0"/>
                            <a:ea typeface="Cascadia Code" panose="020B0609020000020004" pitchFamily="49" charset="0"/>
                            <a:cs typeface="Cascadia Code" panose="020B0609020000020004" pitchFamily="49" charset="0"/>
                          </a:rPr>
                        </m:ctrlPr>
                      </m:dPr>
                      <m:e>
                        <m:r>
                          <a:rPr lang="en-US" sz="2000" i="1">
                            <a:latin typeface="Cambria Math" panose="02040503050406030204" pitchFamily="18" charset="0"/>
                            <a:ea typeface="Cascadia Code" panose="020B0609020000020004" pitchFamily="49" charset="0"/>
                            <a:cs typeface="Cascadia Code" panose="020B0609020000020004" pitchFamily="49" charset="0"/>
                          </a:rPr>
                          <m:t>𝐴</m:t>
                        </m:r>
                        <m:r>
                          <a:rPr lang="en-US" sz="2000" i="1">
                            <a:latin typeface="Cambria Math" panose="02040503050406030204" pitchFamily="18" charset="0"/>
                            <a:ea typeface="Cascadia Code" panose="020B0609020000020004" pitchFamily="49" charset="0"/>
                            <a:cs typeface="Cascadia Code" panose="020B0609020000020004" pitchFamily="49" charset="0"/>
                          </a:rPr>
                          <m:t>,</m:t>
                        </m:r>
                        <m:r>
                          <a:rPr lang="en-US" sz="2000" i="1">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000" i="1">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e>
                    </m:d>
                  </m:oMath>
                </a14:m>
                <a:endParaRPr lang="en-US" sz="2000" dirty="0">
                  <a:latin typeface="Cambria Math" panose="02040503050406030204" pitchFamily="18" charset="0"/>
                  <a:ea typeface="Cascadia Code" panose="020B0609020000020004" pitchFamily="49" charset="0"/>
                  <a:cs typeface="Cascadia Code" panose="020B0609020000020004" pitchFamily="49" charset="0"/>
                </a:endParaRPr>
              </a:p>
              <a:p>
                <a:pPr marL="971550" lvl="1" indent="-514350">
                  <a:lnSpc>
                    <a:spcPct val="100000"/>
                  </a:lnSpc>
                  <a:buFont typeface="+mj-lt"/>
                  <a:buAutoNum type="alphaU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𝑡𝑎𝑟𝑔𝑒𝑡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000" b="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𝑡𝑒𝑚𝑝</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endParaRPr lang="en-US" sz="2000" b="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𝐷𝐸𝐿𝐸𝑇𝐸</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_</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𝐿𝐸𝐴𝐹</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𝑡𝑒𝑚𝑝</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00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𝑡𝑎𝑟𝑔𝑒𝑡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𝑡𝑒𝑚𝑝</m:t>
                    </m:r>
                  </m:oMath>
                </a14:m>
                <a:endParaRPr lang="en-US" sz="20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oMath>
                </a14:m>
                <a:endParaRPr lang="en-US" sz="2200"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14766" y="2276792"/>
                <a:ext cx="11743017" cy="4198624"/>
              </a:xfrm>
              <a:prstGeom prst="rect">
                <a:avLst/>
              </a:prstGeom>
              <a:blipFill>
                <a:blip r:embed="rId3"/>
                <a:stretch>
                  <a:fillRect l="-623" t="-1597" b="-581"/>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36332C98-C5E5-CF55-0295-E21FCA3141F5}"/>
              </a:ext>
            </a:extLst>
          </p:cNvPr>
          <p:cNvSpPr txBox="1">
            <a:spLocks/>
          </p:cNvSpPr>
          <p:nvPr/>
        </p:nvSpPr>
        <p:spPr>
          <a:xfrm>
            <a:off x="214767" y="1511408"/>
            <a:ext cx="11743016" cy="765383"/>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DELETE</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root, element), deletes a node from a binary tree by matching element and ensuring completeness; ‘root’ is the pointer to root node.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96083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Operations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5875616" cy="4942830"/>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There are mainly 2 types of Searches:</a:t>
            </a:r>
          </a:p>
          <a:p>
            <a:pPr>
              <a:lnSpc>
                <a:spcPct val="120000"/>
              </a:lnSpc>
              <a:buFont typeface="Wingdings" panose="05000000000000000000" pitchFamily="2" charset="2"/>
              <a:buChar char="§"/>
            </a:pPr>
            <a:r>
              <a:rPr lang="en-US" sz="3000" dirty="0"/>
              <a:t>Depth First Search or DFS: this is nothing new, In-order, Pre-order and Post-order are all 3 modes of DFS.</a:t>
            </a:r>
          </a:p>
          <a:p>
            <a:pPr>
              <a:lnSpc>
                <a:spcPct val="120000"/>
              </a:lnSpc>
              <a:buFont typeface="Wingdings" panose="05000000000000000000" pitchFamily="2" charset="2"/>
              <a:buChar char="§"/>
            </a:pPr>
            <a:r>
              <a:rPr lang="en-US" sz="3000" dirty="0"/>
              <a:t>Breadth First Search or BFS: it is also called Level-order because during the traversal (or search) the nodes are visited level-by-level. Therefore, the root node is the first one to be visited, then all of its children, then all grandchildren.</a:t>
            </a:r>
          </a:p>
          <a:p>
            <a:pPr>
              <a:lnSpc>
                <a:spcPct val="120000"/>
              </a:lnSpc>
              <a:buFont typeface="Wingdings" panose="05000000000000000000" pitchFamily="2" charset="2"/>
              <a:buChar char="§"/>
            </a:pPr>
            <a:endParaRPr lang="en-US" sz="3000" dirty="0"/>
          </a:p>
        </p:txBody>
      </p:sp>
      <p:graphicFrame>
        <p:nvGraphicFramePr>
          <p:cNvPr id="4" name="Diagram 3">
            <a:extLst>
              <a:ext uri="{FF2B5EF4-FFF2-40B4-BE49-F238E27FC236}">
                <a16:creationId xmlns:a16="http://schemas.microsoft.com/office/drawing/2014/main" id="{822CF490-F88C-60D9-0DE8-D97C8DC9AF44}"/>
              </a:ext>
            </a:extLst>
          </p:cNvPr>
          <p:cNvGraphicFramePr/>
          <p:nvPr>
            <p:extLst>
              <p:ext uri="{D42A27DB-BD31-4B8C-83A1-F6EECF244321}">
                <p14:modId xmlns:p14="http://schemas.microsoft.com/office/powerpoint/2010/main" val="2078015497"/>
              </p:ext>
            </p:extLst>
          </p:nvPr>
        </p:nvGraphicFramePr>
        <p:xfrm>
          <a:off x="6724720" y="1688125"/>
          <a:ext cx="4609960" cy="26331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Table 5">
            <a:extLst>
              <a:ext uri="{FF2B5EF4-FFF2-40B4-BE49-F238E27FC236}">
                <a16:creationId xmlns:a16="http://schemas.microsoft.com/office/drawing/2014/main" id="{532FF9AB-B8AF-572F-B7C7-44058A578943}"/>
              </a:ext>
            </a:extLst>
          </p:cNvPr>
          <p:cNvGraphicFramePr>
            <a:graphicFrameLocks noGrp="1"/>
          </p:cNvGraphicFramePr>
          <p:nvPr>
            <p:extLst>
              <p:ext uri="{D42A27DB-BD31-4B8C-83A1-F6EECF244321}">
                <p14:modId xmlns:p14="http://schemas.microsoft.com/office/powerpoint/2010/main" val="1792758625"/>
              </p:ext>
            </p:extLst>
          </p:nvPr>
        </p:nvGraphicFramePr>
        <p:xfrm>
          <a:off x="6104216" y="5040990"/>
          <a:ext cx="5867400" cy="1188720"/>
        </p:xfrm>
        <a:graphic>
          <a:graphicData uri="http://schemas.openxmlformats.org/drawingml/2006/table">
            <a:tbl>
              <a:tblPr firstRow="1" bandRow="1">
                <a:tableStyleId>{073A0DAA-6AF3-43AB-8588-CEC1D06C72B9}</a:tableStyleId>
              </a:tblPr>
              <a:tblGrid>
                <a:gridCol w="1309635">
                  <a:extLst>
                    <a:ext uri="{9D8B030D-6E8A-4147-A177-3AD203B41FA5}">
                      <a16:colId xmlns:a16="http://schemas.microsoft.com/office/drawing/2014/main" val="42375214"/>
                    </a:ext>
                  </a:extLst>
                </a:gridCol>
                <a:gridCol w="4557765">
                  <a:extLst>
                    <a:ext uri="{9D8B030D-6E8A-4147-A177-3AD203B41FA5}">
                      <a16:colId xmlns:a16="http://schemas.microsoft.com/office/drawing/2014/main" val="3544430437"/>
                    </a:ext>
                  </a:extLst>
                </a:gridCol>
              </a:tblGrid>
              <a:tr h="370840">
                <a:tc>
                  <a:txBody>
                    <a:bodyPr/>
                    <a:lstStyle/>
                    <a:p>
                      <a:r>
                        <a:rPr lang="en-US" sz="2000" dirty="0"/>
                        <a:t>Search</a:t>
                      </a:r>
                    </a:p>
                  </a:txBody>
                  <a:tcPr/>
                </a:tc>
                <a:tc>
                  <a:txBody>
                    <a:bodyPr/>
                    <a:lstStyle/>
                    <a:p>
                      <a:r>
                        <a:rPr lang="en-US" sz="2000" dirty="0"/>
                        <a:t>Order of Visiting Nodes if target is 5144</a:t>
                      </a:r>
                    </a:p>
                  </a:txBody>
                  <a:tcPr/>
                </a:tc>
                <a:extLst>
                  <a:ext uri="{0D108BD9-81ED-4DB2-BD59-A6C34878D82A}">
                    <a16:rowId xmlns:a16="http://schemas.microsoft.com/office/drawing/2014/main" val="1331460473"/>
                  </a:ext>
                </a:extLst>
              </a:tr>
              <a:tr h="370840">
                <a:tc>
                  <a:txBody>
                    <a:bodyPr/>
                    <a:lstStyle/>
                    <a:p>
                      <a:r>
                        <a:rPr lang="en-US" sz="2000" dirty="0"/>
                        <a:t>DFS</a:t>
                      </a:r>
                    </a:p>
                  </a:txBody>
                  <a:tcPr/>
                </a:tc>
                <a:tc>
                  <a:txBody>
                    <a:bodyPr/>
                    <a:lstStyle/>
                    <a:p>
                      <a:r>
                        <a:rPr lang="en-US" sz="2000" dirty="0"/>
                        <a:t>5019, 4669, 4930, 4901, 5040, 4910, 5144</a:t>
                      </a:r>
                    </a:p>
                  </a:txBody>
                  <a:tcPr/>
                </a:tc>
                <a:extLst>
                  <a:ext uri="{0D108BD9-81ED-4DB2-BD59-A6C34878D82A}">
                    <a16:rowId xmlns:a16="http://schemas.microsoft.com/office/drawing/2014/main" val="4096378736"/>
                  </a:ext>
                </a:extLst>
              </a:tr>
              <a:tr h="370840">
                <a:tc>
                  <a:txBody>
                    <a:bodyPr/>
                    <a:lstStyle/>
                    <a:p>
                      <a:r>
                        <a:rPr lang="en-US" sz="2000" dirty="0"/>
                        <a:t>BFS</a:t>
                      </a:r>
                    </a:p>
                  </a:txBody>
                  <a:tcPr/>
                </a:tc>
                <a:tc>
                  <a:txBody>
                    <a:bodyPr/>
                    <a:lstStyle/>
                    <a:p>
                      <a:r>
                        <a:rPr lang="en-US" sz="2000" dirty="0"/>
                        <a:t>5019, 4669, 5040, 4930, 4901, 4910, 5144</a:t>
                      </a:r>
                    </a:p>
                  </a:txBody>
                  <a:tcPr/>
                </a:tc>
                <a:extLst>
                  <a:ext uri="{0D108BD9-81ED-4DB2-BD59-A6C34878D82A}">
                    <a16:rowId xmlns:a16="http://schemas.microsoft.com/office/drawing/2014/main" val="2350062226"/>
                  </a:ext>
                </a:extLst>
              </a:tr>
            </a:tbl>
          </a:graphicData>
        </a:graphic>
      </p:graphicFrame>
    </p:spTree>
    <p:extLst>
      <p:ext uri="{BB962C8B-B14F-4D97-AF65-F5344CB8AC3E}">
        <p14:creationId xmlns:p14="http://schemas.microsoft.com/office/powerpoint/2010/main" val="197070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Operations – DFS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14766" y="2276792"/>
                <a:ext cx="11743017" cy="4198624"/>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b="0" dirty="0">
                    <a:latin typeface="Cambria Math" panose="02040503050406030204" pitchFamily="18" charset="0"/>
                    <a:ea typeface="Cascadia Code" panose="020B0609020000020004" pitchFamily="49" charset="0"/>
                    <a:cs typeface="Cascadia Code" panose="020B0609020000020004" pitchFamily="49" charset="0"/>
                  </a:rPr>
                  <a:t>	(Return null if root is null)</a:t>
                </a:r>
              </a:p>
              <a:p>
                <a:pPr marL="914400" lvl="1" indent="-457200">
                  <a:lnSpc>
                    <a:spcPct val="100000"/>
                  </a:lnSpc>
                  <a:buFont typeface="+mj-lt"/>
                  <a:buAutoNum type="alphaU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𝐼𝐹</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(Return root if it matches the element)</a:t>
                </a:r>
              </a:p>
              <a:p>
                <a:pPr marL="914400" lvl="1" indent="-457200">
                  <a:lnSpc>
                    <a:spcPct val="100000"/>
                  </a:lnSpc>
                  <a:buFont typeface="+mj-lt"/>
                  <a:buAutoNum type="alphaU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mj-lt"/>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𝐷𝐹𝑆</m:t>
                    </m:r>
                    <m:d>
                      <m:dPr>
                        <m:ctrlPr>
                          <a:rPr lang="en-US" sz="24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e>
                    </m:d>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(Search in left child recursively)</a:t>
                </a:r>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𝐷𝐹𝑆</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(Search in right child recursively)</a:t>
                </a: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14766" y="2276792"/>
                <a:ext cx="11743017" cy="4198624"/>
              </a:xfrm>
              <a:prstGeom prst="rect">
                <a:avLst/>
              </a:prstGeom>
              <a:blipFill>
                <a:blip r:embed="rId3"/>
                <a:stretch>
                  <a:fillRect l="-778" t="-1161"/>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36332C98-C5E5-CF55-0295-E21FCA3141F5}"/>
              </a:ext>
            </a:extLst>
          </p:cNvPr>
          <p:cNvSpPr txBox="1">
            <a:spLocks/>
          </p:cNvSpPr>
          <p:nvPr/>
        </p:nvSpPr>
        <p:spPr>
          <a:xfrm>
            <a:off x="214767" y="1511408"/>
            <a:ext cx="11743016" cy="765383"/>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cs typeface="Cascadia Code" panose="020B0609020000020004" pitchFamily="49" charset="0"/>
              </a:rPr>
              <a:t>DFS(</a:t>
            </a:r>
            <a:r>
              <a:rPr lang="en-US" sz="2400" dirty="0">
                <a:latin typeface="Cascadia Code" panose="020B0609020000020004" pitchFamily="49" charset="0"/>
                <a:ea typeface="Cascadia Code" panose="020B0609020000020004" pitchFamily="49" charset="0"/>
                <a:cs typeface="Cascadia Code" panose="020B0609020000020004" pitchFamily="49" charset="0"/>
              </a:rPr>
              <a:t>root, element), Searches for the node which matches the ‘element’; ‘root’ is the pointer to root node.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872441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Operations – BFS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14766" y="2276792"/>
                <a:ext cx="11743017" cy="4198624"/>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b="0" dirty="0">
                    <a:latin typeface="Cambria Math" panose="02040503050406030204" pitchFamily="18" charset="0"/>
                    <a:ea typeface="Cascadia Code" panose="020B0609020000020004" pitchFamily="49" charset="0"/>
                    <a:cs typeface="Cascadia Code" panose="020B0609020000020004" pitchFamily="49" charset="0"/>
                  </a:rPr>
                  <a:t>	(Return null if root is null)</a:t>
                </a:r>
              </a:p>
              <a:p>
                <a:pPr marL="914400" lvl="1" indent="-457200">
                  <a:lnSpc>
                    <a:spcPct val="100000"/>
                  </a:lnSpc>
                  <a:buFont typeface="+mj-lt"/>
                  <a:buAutoNum type="alphaU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𝑄𝑈𝐸𝑈𝐸</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𝜙</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(Initialize an empty Queue)</a:t>
                </a: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𝐸𝑁𝑄𝑈𝐸𝑈𝐸</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(Insert root node to start the iterations)</a:t>
                </a: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(Repeat until the Queue is empty)</a:t>
                </a:r>
              </a:p>
              <a:p>
                <a:pPr marL="914400" lvl="1" indent="-457200">
                  <a:lnSpc>
                    <a:spcPct val="100000"/>
                  </a:lnSpc>
                  <a:buFont typeface="+mj-lt"/>
                  <a:buAutoNum type="alphaU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𝐷𝐸𝑄𝑈𝐸𝑈𝐸</m:t>
                    </m:r>
                    <m:d>
                      <m:dPr>
                        <m:ctrlPr>
                          <a:rPr lang="en-US" sz="24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e>
                    </m:d>
                  </m:oMath>
                </a14:m>
                <a:endParaRPr lang="en-US" sz="2400" b="0" i="1"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(Return the node if the element matches)</a:t>
                </a:r>
              </a:p>
              <a:p>
                <a:pPr marL="1428750" lvl="2" indent="-514350">
                  <a:lnSpc>
                    <a:spcPct val="100000"/>
                  </a:lnSpc>
                  <a:buFont typeface="+mj-lt"/>
                  <a:buAutoNum type="romanL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𝑛𝑜𝑑𝑒</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𝐼𝐹</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𝜙</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(Enqueue left child if it exists)</a:t>
                </a:r>
              </a:p>
              <a:p>
                <a:pPr marL="1428750" lvl="2" indent="-514350">
                  <a:lnSpc>
                    <a:spcPct val="100000"/>
                  </a:lnSpc>
                  <a:buFont typeface="+mj-lt"/>
                  <a:buAutoNum type="romanL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𝐸𝑁𝑄𝑈𝐸𝑈𝐸</m:t>
                    </m:r>
                    <m:d>
                      <m:dPr>
                        <m:ctrlPr>
                          <a:rPr lang="en-US" sz="2400" i="1">
                            <a:latin typeface="Cambria Math" panose="02040503050406030204" pitchFamily="18" charset="0"/>
                            <a:ea typeface="Cascadia Code" panose="020B0609020000020004" pitchFamily="49" charset="0"/>
                            <a:cs typeface="Cascadia Code" panose="020B0609020000020004" pitchFamily="49" charset="0"/>
                          </a:rPr>
                        </m:ctrlPr>
                      </m:dPr>
                      <m:e>
                        <m:r>
                          <a:rPr lang="en-US" sz="2400" i="1">
                            <a:latin typeface="Cambria Math" panose="02040503050406030204" pitchFamily="18" charset="0"/>
                            <a:ea typeface="Cascadia Code" panose="020B0609020000020004" pitchFamily="49" charset="0"/>
                            <a:cs typeface="Cascadia Code" panose="020B0609020000020004" pitchFamily="49" charset="0"/>
                          </a:rPr>
                          <m:t>𝐴</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𝑙𝑒𝑓𝑡</m:t>
                        </m:r>
                      </m:e>
                    </m:d>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𝐼𝐹</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𝜙</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(Enqueue right child if it exists)</a:t>
                </a:r>
              </a:p>
              <a:p>
                <a:pPr marL="1428750" lvl="2" indent="-514350">
                  <a:lnSpc>
                    <a:spcPct val="100000"/>
                  </a:lnSpc>
                  <a:buFont typeface="+mj-lt"/>
                  <a:buAutoNum type="romanL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𝐸𝑁𝑄𝑈𝐸𝑈𝐸</m:t>
                    </m:r>
                    <m:d>
                      <m:dPr>
                        <m:ctrlPr>
                          <a:rPr lang="en-US" sz="2400" i="1">
                            <a:latin typeface="Cambria Math" panose="02040503050406030204" pitchFamily="18" charset="0"/>
                            <a:ea typeface="Cascadia Code" panose="020B0609020000020004" pitchFamily="49" charset="0"/>
                            <a:cs typeface="Cascadia Code" panose="020B0609020000020004" pitchFamily="49" charset="0"/>
                          </a:rPr>
                        </m:ctrlPr>
                      </m:dPr>
                      <m:e>
                        <m:r>
                          <a:rPr lang="en-US" sz="2400" i="1">
                            <a:latin typeface="Cambria Math" panose="02040503050406030204" pitchFamily="18" charset="0"/>
                            <a:ea typeface="Cascadia Code" panose="020B0609020000020004" pitchFamily="49" charset="0"/>
                            <a:cs typeface="Cascadia Code" panose="020B0609020000020004" pitchFamily="49" charset="0"/>
                          </a:rPr>
                          <m:t>𝐴</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𝑛𝑜𝑑𝑒</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e>
                    </m:d>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14766" y="2276792"/>
                <a:ext cx="11743017" cy="4198624"/>
              </a:xfrm>
              <a:prstGeom prst="rect">
                <a:avLst/>
              </a:prstGeom>
              <a:blipFill>
                <a:blip r:embed="rId3"/>
                <a:stretch>
                  <a:fillRect l="-467" t="-2177" b="-581"/>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36332C98-C5E5-CF55-0295-E21FCA3141F5}"/>
              </a:ext>
            </a:extLst>
          </p:cNvPr>
          <p:cNvSpPr txBox="1">
            <a:spLocks/>
          </p:cNvSpPr>
          <p:nvPr/>
        </p:nvSpPr>
        <p:spPr>
          <a:xfrm>
            <a:off x="214767" y="1511408"/>
            <a:ext cx="11743016" cy="765383"/>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cs typeface="Cascadia Code" panose="020B0609020000020004" pitchFamily="49" charset="0"/>
              </a:rPr>
              <a:t>BFS(</a:t>
            </a:r>
            <a:r>
              <a:rPr lang="en-US" sz="2400" dirty="0">
                <a:latin typeface="Cascadia Code" panose="020B0609020000020004" pitchFamily="49" charset="0"/>
                <a:ea typeface="Cascadia Code" panose="020B0609020000020004" pitchFamily="49" charset="0"/>
                <a:cs typeface="Cascadia Code" panose="020B0609020000020004" pitchFamily="49" charset="0"/>
              </a:rPr>
              <a:t>root, element), Searches for the node which matches the ‘element’; ‘root’ is the pointer to root node.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80343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 Tree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Binary Search Tree is a Binary Tree which follows two additional rules:</a:t>
            </a:r>
          </a:p>
          <a:p>
            <a:pPr lvl="1">
              <a:lnSpc>
                <a:spcPct val="120000"/>
              </a:lnSpc>
              <a:buFont typeface="Wingdings" panose="05000000000000000000" pitchFamily="2" charset="2"/>
              <a:buChar char="§"/>
            </a:pPr>
            <a:r>
              <a:rPr lang="en-US" sz="2800" dirty="0"/>
              <a:t>The elements in the left sub-tree are less than their parent and the elements in the right sub-tree are greater than or equal to their parent.</a:t>
            </a:r>
          </a:p>
          <a:p>
            <a:pPr lvl="1">
              <a:lnSpc>
                <a:spcPct val="120000"/>
              </a:lnSpc>
              <a:buFont typeface="Wingdings" panose="05000000000000000000" pitchFamily="2" charset="2"/>
              <a:buChar char="§"/>
            </a:pPr>
            <a:r>
              <a:rPr lang="en-US" sz="2800" dirty="0"/>
              <a:t>Duplicate nodes are either not allowed or inserted on the right subtree.</a:t>
            </a:r>
          </a:p>
          <a:p>
            <a:pPr>
              <a:lnSpc>
                <a:spcPct val="120000"/>
              </a:lnSpc>
              <a:buFont typeface="Wingdings" panose="05000000000000000000" pitchFamily="2" charset="2"/>
              <a:buChar char="§"/>
            </a:pPr>
            <a:r>
              <a:rPr lang="en-US" sz="3000" dirty="0"/>
              <a:t>The ordered placement of nodes allows fast Search, Insert and Delete operations.</a:t>
            </a:r>
          </a:p>
          <a:p>
            <a:pPr>
              <a:lnSpc>
                <a:spcPct val="120000"/>
              </a:lnSpc>
              <a:buFont typeface="Wingdings" panose="05000000000000000000" pitchFamily="2" charset="2"/>
              <a:buChar char="§"/>
            </a:pPr>
            <a:r>
              <a:rPr lang="en-US" sz="3000" dirty="0"/>
              <a:t>The INSERT operation is </a:t>
            </a:r>
            <a:r>
              <a:rPr lang="en-US" sz="3000" u="sng" dirty="0"/>
              <a:t>exactly</a:t>
            </a:r>
            <a:r>
              <a:rPr lang="en-US" sz="3000" dirty="0"/>
              <a:t> same as INSERT_ORDERED in Binary trees.</a:t>
            </a:r>
          </a:p>
          <a:p>
            <a:pPr>
              <a:lnSpc>
                <a:spcPct val="120000"/>
              </a:lnSpc>
              <a:buFont typeface="Wingdings" panose="05000000000000000000" pitchFamily="2" charset="2"/>
              <a:buChar char="§"/>
            </a:pPr>
            <a:r>
              <a:rPr lang="en-US" sz="3000" dirty="0"/>
              <a:t>SEARCH operation is quite similar, except that it is much faster because we can navigate to the root quickly based on the element’s value.</a:t>
            </a:r>
          </a:p>
          <a:p>
            <a:pPr>
              <a:lnSpc>
                <a:spcPct val="120000"/>
              </a:lnSpc>
              <a:buFont typeface="Wingdings" panose="05000000000000000000" pitchFamily="2" charset="2"/>
              <a:buChar char="§"/>
            </a:pPr>
            <a:r>
              <a:rPr lang="en-US" sz="3000" dirty="0"/>
              <a:t>DELETE operation is relatively different, because when an element is removed, the rearrangement of child nodes must follow the ordering of elements.</a:t>
            </a:r>
          </a:p>
        </p:txBody>
      </p:sp>
    </p:spTree>
    <p:extLst>
      <p:ext uri="{BB962C8B-B14F-4D97-AF65-F5344CB8AC3E}">
        <p14:creationId xmlns:p14="http://schemas.microsoft.com/office/powerpoint/2010/main" val="4074301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 Tree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14766" y="2276792"/>
            <a:ext cx="11743017" cy="4198624"/>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2400" i="1" dirty="0">
                <a:ea typeface="Cascadia Code" panose="020B0609020000020004" pitchFamily="49" charset="0"/>
                <a:cs typeface="Cascadia Code" panose="020B0609020000020004" pitchFamily="49" charset="0"/>
              </a:rPr>
              <a:t>See Pseudocode for INSERT_ORDERED operation in Binary Trees.</a:t>
            </a:r>
            <a:endParaRPr lang="en-US" sz="2400" b="0" i="1" dirty="0">
              <a:latin typeface="Cambria Math" panose="02040503050406030204" pitchFamily="18" charset="0"/>
              <a:ea typeface="Cascadia Code" panose="020B0609020000020004" pitchFamily="49" charset="0"/>
              <a:cs typeface="Cascadia Code" panose="020B0609020000020004" pitchFamily="49" charset="0"/>
            </a:endParaRPr>
          </a:p>
        </p:txBody>
      </p:sp>
      <p:sp>
        <p:nvSpPr>
          <p:cNvPr id="6" name="Content Placeholder 2">
            <a:extLst>
              <a:ext uri="{FF2B5EF4-FFF2-40B4-BE49-F238E27FC236}">
                <a16:creationId xmlns:a16="http://schemas.microsoft.com/office/drawing/2014/main" id="{36332C98-C5E5-CF55-0295-E21FCA3141F5}"/>
              </a:ext>
            </a:extLst>
          </p:cNvPr>
          <p:cNvSpPr txBox="1">
            <a:spLocks/>
          </p:cNvSpPr>
          <p:nvPr/>
        </p:nvSpPr>
        <p:spPr>
          <a:xfrm>
            <a:off x="214767" y="1511408"/>
            <a:ext cx="11743016" cy="765383"/>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cs typeface="Cascadia Code" panose="020B0609020000020004" pitchFamily="49" charset="0"/>
              </a:rPr>
              <a:t>INSERT(</a:t>
            </a:r>
            <a:r>
              <a:rPr lang="en-US" sz="2400" dirty="0">
                <a:latin typeface="Cascadia Code" panose="020B0609020000020004" pitchFamily="49" charset="0"/>
                <a:ea typeface="Cascadia Code" panose="020B0609020000020004" pitchFamily="49" charset="0"/>
                <a:cs typeface="Cascadia Code" panose="020B0609020000020004" pitchFamily="49" charset="0"/>
              </a:rPr>
              <a:t>root, element), Inserts the ‘element’ in ordered binary tree; ‘root’ is the pointer to root node.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145452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 Tree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14766" y="2276792"/>
                <a:ext cx="11743017" cy="4198624"/>
              </a:xfrm>
              <a:prstGeom prst="rect">
                <a:avLst/>
              </a:prstGeom>
            </p:spPr>
            <p:txBody>
              <a:bodyPr numCol="1">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b="0" dirty="0">
                    <a:latin typeface="Cambria Math" panose="02040503050406030204" pitchFamily="18" charset="0"/>
                    <a:ea typeface="Cascadia Code" panose="020B0609020000020004" pitchFamily="49" charset="0"/>
                    <a:cs typeface="Cascadia Code" panose="020B0609020000020004" pitchFamily="49" charset="0"/>
                  </a:rPr>
                  <a:t>	(Return null if root is null)</a:t>
                </a:r>
              </a:p>
              <a:p>
                <a:pPr marL="914400" lvl="1" indent="-457200">
                  <a:lnSpc>
                    <a:spcPct val="100000"/>
                  </a:lnSpc>
                  <a:buFont typeface="+mj-lt"/>
                  <a:buAutoNum type="alphaU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(Return root if it matches the element)</a:t>
                </a:r>
              </a:p>
              <a:p>
                <a:pPr marL="914400" lvl="1" indent="-457200">
                  <a:lnSpc>
                    <a:spcPct val="100000"/>
                  </a:lnSpc>
                  <a:buFont typeface="+mj-lt"/>
                  <a:buAutoNum type="alphaUcPeriod"/>
                </a:pPr>
                <a14:m>
                  <m:oMath xmlns:m="http://schemas.openxmlformats.org/officeDocument/2006/math">
                    <m:r>
                      <a:rPr lang="en-US" sz="2400" i="1">
                        <a:latin typeface="Cambria Math" panose="02040503050406030204" pitchFamily="18" charset="0"/>
                        <a:ea typeface="Cascadia Code" panose="020B0609020000020004" pitchFamily="49" charset="0"/>
                        <a:cs typeface="Cascadia Code" panose="020B0609020000020004" pitchFamily="49" charset="0"/>
                      </a:rPr>
                      <m:t>𝐼𝐹</m:t>
                    </m:r>
                    <m:r>
                      <a:rPr lang="en-US" sz="2400" i="1">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i="1">
                        <a:latin typeface="Cambria Math" panose="02040503050406030204" pitchFamily="18" charset="0"/>
                        <a:ea typeface="Cascadia Code" panose="020B0609020000020004" pitchFamily="49" charset="0"/>
                        <a:cs typeface="Cascadia Code" panose="020B0609020000020004" pitchFamily="49" charset="0"/>
                      </a:rPr>
                      <m:t>→</m:t>
                    </m:r>
                    <m:r>
                      <a:rPr lang="en-US" sz="2400" i="1">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i="1">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𝑟𝑜𝑜𝑡</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&lt;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𝑒𝑙𝑒𝑚𝑒𝑛𝑡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𝑙𝑒𝑓𝑡</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400" b="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𝑟𝑜𝑜𝑡</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𝜙</m:t>
                    </m:r>
                  </m:oMath>
                </a14:m>
                <a:endParaRPr lang="en-US" sz="2400"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14766" y="2276792"/>
                <a:ext cx="11743017" cy="4198624"/>
              </a:xfrm>
              <a:prstGeom prst="rect">
                <a:avLst/>
              </a:prstGeom>
              <a:blipFill>
                <a:blip r:embed="rId3"/>
                <a:stretch>
                  <a:fillRect l="-778" t="-2032" b="-435"/>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36332C98-C5E5-CF55-0295-E21FCA3141F5}"/>
              </a:ext>
            </a:extLst>
          </p:cNvPr>
          <p:cNvSpPr txBox="1">
            <a:spLocks/>
          </p:cNvSpPr>
          <p:nvPr/>
        </p:nvSpPr>
        <p:spPr>
          <a:xfrm>
            <a:off x="214767" y="1511408"/>
            <a:ext cx="11743016" cy="765383"/>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cs typeface="Cascadia Code" panose="020B0609020000020004" pitchFamily="49" charset="0"/>
              </a:rPr>
              <a:t>SEARCH(</a:t>
            </a:r>
            <a:r>
              <a:rPr lang="en-US" sz="2400" dirty="0">
                <a:latin typeface="Cascadia Code" panose="020B0609020000020004" pitchFamily="49" charset="0"/>
                <a:ea typeface="Cascadia Code" panose="020B0609020000020004" pitchFamily="49" charset="0"/>
                <a:cs typeface="Cascadia Code" panose="020B0609020000020004" pitchFamily="49" charset="0"/>
              </a:rPr>
              <a:t>root, element), Searches for the node which matches the ‘element’; ‘root’ is the pointer to root node.</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89095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 Tree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6512552" cy="4942830"/>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DELETE operation can be understood in 3 cases:</a:t>
            </a:r>
          </a:p>
          <a:p>
            <a:pPr marL="514350" indent="-514350">
              <a:lnSpc>
                <a:spcPct val="120000"/>
              </a:lnSpc>
              <a:buFont typeface="+mj-lt"/>
              <a:buAutoNum type="arabicPeriod"/>
            </a:pPr>
            <a:r>
              <a:rPr lang="en-US" sz="3000" dirty="0"/>
              <a:t>Deleting Leaf node: this is exactly same as DELETE_LEAF operation of Binary Trees.</a:t>
            </a:r>
          </a:p>
          <a:p>
            <a:pPr marL="514350" indent="-514350">
              <a:lnSpc>
                <a:spcPct val="120000"/>
              </a:lnSpc>
              <a:buFont typeface="+mj-lt"/>
              <a:buAutoNum type="arabicPeriod"/>
            </a:pPr>
            <a:r>
              <a:rPr lang="en-US" sz="3000" dirty="0"/>
              <a:t>Deleting a node with single child: SWAP the node with its child and set the node null.</a:t>
            </a:r>
          </a:p>
          <a:p>
            <a:pPr marL="514350" indent="-514350">
              <a:lnSpc>
                <a:spcPct val="120000"/>
              </a:lnSpc>
              <a:buFont typeface="+mj-lt"/>
              <a:buAutoNum type="arabicPeriod"/>
            </a:pPr>
            <a:r>
              <a:rPr lang="en-US" sz="3000" dirty="0"/>
              <a:t>Deleting a node with multiple children: replace with a successor and set the node null. </a:t>
            </a:r>
            <a:r>
              <a:rPr lang="en-US" sz="2800" dirty="0"/>
              <a:t>This node should be the leftmost leaf node in the subtree.</a:t>
            </a:r>
          </a:p>
          <a:p>
            <a:pPr marL="514350" indent="-514350">
              <a:lnSpc>
                <a:spcPct val="120000"/>
              </a:lnSpc>
              <a:buFont typeface="+mj-lt"/>
              <a:buAutoNum type="arabicPeriod"/>
            </a:pPr>
            <a:r>
              <a:rPr lang="en-US" sz="2800" dirty="0"/>
              <a:t>In the given example, 5139 is being deleted by replacing with its successor node 5144. We can find the successor using In-order traversal.</a:t>
            </a:r>
          </a:p>
        </p:txBody>
      </p:sp>
      <p:graphicFrame>
        <p:nvGraphicFramePr>
          <p:cNvPr id="4" name="Diagram 3">
            <a:extLst>
              <a:ext uri="{FF2B5EF4-FFF2-40B4-BE49-F238E27FC236}">
                <a16:creationId xmlns:a16="http://schemas.microsoft.com/office/drawing/2014/main" id="{4975F542-6330-34F5-DB66-0BEADE72EEEA}"/>
              </a:ext>
            </a:extLst>
          </p:cNvPr>
          <p:cNvGraphicFramePr/>
          <p:nvPr>
            <p:extLst>
              <p:ext uri="{D42A27DB-BD31-4B8C-83A1-F6EECF244321}">
                <p14:modId xmlns:p14="http://schemas.microsoft.com/office/powerpoint/2010/main" val="3924675197"/>
              </p:ext>
            </p:extLst>
          </p:nvPr>
        </p:nvGraphicFramePr>
        <p:xfrm>
          <a:off x="6732936" y="1568755"/>
          <a:ext cx="5238680" cy="24103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2E5679A3-062E-8609-DBC1-95FB2587A5B0}"/>
              </a:ext>
            </a:extLst>
          </p:cNvPr>
          <p:cNvGraphicFramePr/>
          <p:nvPr>
            <p:extLst>
              <p:ext uri="{D42A27DB-BD31-4B8C-83A1-F6EECF244321}">
                <p14:modId xmlns:p14="http://schemas.microsoft.com/office/powerpoint/2010/main" val="1496317336"/>
              </p:ext>
            </p:extLst>
          </p:nvPr>
        </p:nvGraphicFramePr>
        <p:xfrm>
          <a:off x="6732936" y="4061212"/>
          <a:ext cx="5238680" cy="241039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03108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6512552" cy="4942830"/>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In the given tree, the program will traverse in the following way to find the node with element 5144:</a:t>
                </a:r>
              </a:p>
              <a:p>
                <a:pPr marL="971550" lvl="1" indent="-514350">
                  <a:lnSpc>
                    <a:spcPct val="120000"/>
                  </a:lnSpc>
                  <a:buFont typeface="+mj-lt"/>
                  <a:buAutoNum type="arabicPeriod"/>
                </a:pPr>
                <a14:m>
                  <m:oMath xmlns:m="http://schemas.openxmlformats.org/officeDocument/2006/math">
                    <m:r>
                      <a:rPr lang="en-US" sz="2800" i="1" dirty="0" smtClean="0">
                        <a:latin typeface="Cambria Math" panose="02040503050406030204" pitchFamily="18" charset="0"/>
                      </a:rPr>
                      <m:t>5</m:t>
                    </m:r>
                    <m:r>
                      <a:rPr lang="en-US" sz="2800" b="0" i="1" dirty="0" smtClean="0">
                        <a:latin typeface="Cambria Math" panose="02040503050406030204" pitchFamily="18" charset="0"/>
                      </a:rPr>
                      <m:t>144&gt;5051;</m:t>
                    </m:r>
                    <m:r>
                      <a:rPr lang="en-US" sz="2800" b="0" i="1" dirty="0" smtClean="0">
                        <a:latin typeface="Cambria Math" panose="02040503050406030204" pitchFamily="18" charset="0"/>
                      </a:rPr>
                      <m:t>𝐺𝑜</m:t>
                    </m:r>
                    <m:r>
                      <a:rPr lang="en-US" sz="2800" b="0" i="1" dirty="0" smtClean="0">
                        <a:latin typeface="Cambria Math" panose="02040503050406030204" pitchFamily="18" charset="0"/>
                      </a:rPr>
                      <m:t> </m:t>
                    </m:r>
                    <m:r>
                      <a:rPr lang="en-US" sz="2800" b="0" i="1" dirty="0" smtClean="0">
                        <a:latin typeface="Cambria Math" panose="02040503050406030204" pitchFamily="18" charset="0"/>
                      </a:rPr>
                      <m:t>𝑟𝑖𝑔h𝑡</m:t>
                    </m:r>
                  </m:oMath>
                </a14:m>
                <a:endParaRPr lang="en-US" sz="2800" b="0" dirty="0"/>
              </a:p>
              <a:p>
                <a:pPr marL="971550" lvl="1" indent="-514350">
                  <a:lnSpc>
                    <a:spcPct val="120000"/>
                  </a:lnSpc>
                  <a:buFont typeface="+mj-lt"/>
                  <a:buAutoNum type="arabicPeriod"/>
                </a:pPr>
                <a14:m>
                  <m:oMath xmlns:m="http://schemas.openxmlformats.org/officeDocument/2006/math">
                    <m:r>
                      <a:rPr lang="en-US" sz="2800" b="0" i="1" smtClean="0">
                        <a:latin typeface="Cambria Math" panose="02040503050406030204" pitchFamily="18" charset="0"/>
                      </a:rPr>
                      <m:t>5144&gt;5139;</m:t>
                    </m:r>
                    <m:r>
                      <a:rPr lang="en-US" sz="2800" b="0" i="1" smtClean="0">
                        <a:latin typeface="Cambria Math" panose="02040503050406030204" pitchFamily="18" charset="0"/>
                      </a:rPr>
                      <m:t>𝐺𝑜</m:t>
                    </m:r>
                    <m:r>
                      <a:rPr lang="en-US" sz="2800" b="0" i="1" smtClean="0">
                        <a:latin typeface="Cambria Math" panose="02040503050406030204" pitchFamily="18" charset="0"/>
                      </a:rPr>
                      <m:t> </m:t>
                    </m:r>
                    <m:r>
                      <a:rPr lang="en-US" sz="2800" b="0" i="1" smtClean="0">
                        <a:latin typeface="Cambria Math" panose="02040503050406030204" pitchFamily="18" charset="0"/>
                      </a:rPr>
                      <m:t>𝑟𝑖𝑔h𝑡</m:t>
                    </m:r>
                  </m:oMath>
                </a14:m>
                <a:endParaRPr lang="en-US" sz="2800" b="0" dirty="0"/>
              </a:p>
              <a:p>
                <a:pPr marL="971550" lvl="1" indent="-514350">
                  <a:lnSpc>
                    <a:spcPct val="120000"/>
                  </a:lnSpc>
                  <a:buFont typeface="+mj-lt"/>
                  <a:buAutoNum type="arabicPeriod"/>
                </a:pPr>
                <a14:m>
                  <m:oMath xmlns:m="http://schemas.openxmlformats.org/officeDocument/2006/math">
                    <m:r>
                      <a:rPr lang="en-US" sz="2800" b="0" i="1" smtClean="0">
                        <a:latin typeface="Cambria Math" panose="02040503050406030204" pitchFamily="18" charset="0"/>
                      </a:rPr>
                      <m:t>5144&lt;5187;</m:t>
                    </m:r>
                    <m:r>
                      <a:rPr lang="en-US" sz="2800" b="0" i="1" smtClean="0">
                        <a:latin typeface="Cambria Math" panose="02040503050406030204" pitchFamily="18" charset="0"/>
                      </a:rPr>
                      <m:t>𝐺𝑜</m:t>
                    </m:r>
                    <m:r>
                      <a:rPr lang="en-US" sz="2800" b="0" i="1" smtClean="0">
                        <a:latin typeface="Cambria Math" panose="02040503050406030204" pitchFamily="18" charset="0"/>
                      </a:rPr>
                      <m:t> </m:t>
                    </m:r>
                    <m:r>
                      <a:rPr lang="en-US" sz="2800" b="0" i="1" smtClean="0">
                        <a:latin typeface="Cambria Math" panose="02040503050406030204" pitchFamily="18" charset="0"/>
                      </a:rPr>
                      <m:t>𝑙𝑒𝑓𝑡</m:t>
                    </m:r>
                  </m:oMath>
                </a14:m>
                <a:endParaRPr lang="en-US" sz="2800" b="0" dirty="0"/>
              </a:p>
              <a:p>
                <a:pPr marL="971550" lvl="1" indent="-514350">
                  <a:lnSpc>
                    <a:spcPct val="120000"/>
                  </a:lnSpc>
                  <a:buFont typeface="+mj-lt"/>
                  <a:buAutoNum type="arabicPeriod"/>
                </a:pPr>
                <a14:m>
                  <m:oMath xmlns:m="http://schemas.openxmlformats.org/officeDocument/2006/math">
                    <m:r>
                      <a:rPr lang="en-US" sz="2800" b="0" i="1" smtClean="0">
                        <a:latin typeface="Cambria Math" panose="02040503050406030204" pitchFamily="18" charset="0"/>
                      </a:rPr>
                      <m:t>5144 </m:t>
                    </m:r>
                    <m:r>
                      <a:rPr lang="en-US" sz="2800" b="0" i="1" smtClean="0">
                        <a:latin typeface="Cambria Math" panose="02040503050406030204" pitchFamily="18" charset="0"/>
                      </a:rPr>
                      <m:t>𝐹𝑜𝑢𝑛𝑑</m:t>
                    </m:r>
                    <m:r>
                      <a:rPr lang="en-US" sz="2800" b="0" i="1" smtClean="0">
                        <a:latin typeface="Cambria Math" panose="02040503050406030204" pitchFamily="18" charset="0"/>
                      </a:rPr>
                      <m:t>!</m:t>
                    </m:r>
                  </m:oMath>
                </a14:m>
                <a:endParaRPr lang="en-US" sz="2800" dirty="0"/>
              </a:p>
              <a:p>
                <a:pPr>
                  <a:lnSpc>
                    <a:spcPct val="120000"/>
                  </a:lnSpc>
                  <a:buFont typeface="Wingdings" panose="05000000000000000000" pitchFamily="2" charset="2"/>
                  <a:buChar char="§"/>
                </a:pPr>
                <a:r>
                  <a:rPr lang="en-US" sz="3000" dirty="0"/>
                  <a:t>Each time, we see the search space reducing to half, i.e., </a:t>
                </a: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𝑛</m:t>
                        </m:r>
                      </m:num>
                      <m:den>
                        <m:r>
                          <a:rPr lang="en-US" sz="3000" b="0" i="1" smtClean="0">
                            <a:latin typeface="Cambria Math" panose="02040503050406030204" pitchFamily="18" charset="0"/>
                          </a:rPr>
                          <m:t>2</m:t>
                        </m:r>
                      </m:den>
                    </m:f>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𝑛</m:t>
                        </m:r>
                      </m:num>
                      <m:den>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2</m:t>
                            </m:r>
                          </m:e>
                          <m:sup>
                            <m:r>
                              <a:rPr lang="en-US" sz="3000" b="0" i="1" smtClean="0">
                                <a:latin typeface="Cambria Math" panose="02040503050406030204" pitchFamily="18" charset="0"/>
                              </a:rPr>
                              <m:t>2</m:t>
                            </m:r>
                          </m:sup>
                        </m:sSup>
                      </m:den>
                    </m:f>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𝑛</m:t>
                        </m:r>
                      </m:num>
                      <m:den>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2</m:t>
                            </m:r>
                          </m:e>
                          <m:sup>
                            <m:r>
                              <a:rPr lang="en-US" sz="3000" b="0" i="1" smtClean="0">
                                <a:latin typeface="Cambria Math" panose="02040503050406030204" pitchFamily="18" charset="0"/>
                              </a:rPr>
                              <m:t>3</m:t>
                            </m:r>
                          </m:sup>
                        </m:sSup>
                      </m:den>
                    </m:f>
                    <m:r>
                      <a:rPr lang="en-US" sz="3000" b="0" i="1" smtClean="0">
                        <a:latin typeface="Cambria Math" panose="02040503050406030204" pitchFamily="18" charset="0"/>
                      </a:rPr>
                      <m:t>,…</m:t>
                    </m:r>
                  </m:oMath>
                </a14:m>
                <a:r>
                  <a:rPr lang="en-US" sz="3000" dirty="0"/>
                  <a:t> meaning with each iteration </a:t>
                </a:r>
                <a14:m>
                  <m:oMath xmlns:m="http://schemas.openxmlformats.org/officeDocument/2006/math">
                    <m:r>
                      <a:rPr lang="en-US" sz="3000" b="0" i="1" smtClean="0">
                        <a:latin typeface="Cambria Math" panose="02040503050406030204" pitchFamily="18" charset="0"/>
                      </a:rPr>
                      <m:t>𝑖</m:t>
                    </m:r>
                  </m:oMath>
                </a14:m>
                <a:r>
                  <a:rPr lang="en-US" sz="3000" dirty="0"/>
                  <a:t>, the search space </a:t>
                </a:r>
                <a:r>
                  <a:rPr lang="en-US" sz="3000" u="sng" dirty="0"/>
                  <a:t>reduces exponentially</a:t>
                </a:r>
                <a:r>
                  <a:rPr lang="en-US" sz="3000" dirty="0"/>
                  <a:t>, meaning </a:t>
                </a:r>
                <a14:m>
                  <m:oMath xmlns:m="http://schemas.openxmlformats.org/officeDocument/2006/math">
                    <m:r>
                      <a:rPr lang="en-US" sz="3000" b="0" i="1" smtClean="0">
                        <a:latin typeface="Cambria Math" panose="02040503050406030204" pitchFamily="18" charset="0"/>
                      </a:rPr>
                      <m:t>𝑂</m:t>
                    </m:r>
                    <m:r>
                      <a:rPr lang="en-US" sz="3000" b="0" i="1" smtClean="0">
                        <a:latin typeface="Cambria Math" panose="02040503050406030204" pitchFamily="18" charset="0"/>
                      </a:rPr>
                      <m:t>(</m:t>
                    </m:r>
                    <m:func>
                      <m:funcPr>
                        <m:ctrlPr>
                          <a:rPr lang="en-US" sz="3000" b="0" i="1" smtClean="0">
                            <a:latin typeface="Cambria Math" panose="02040503050406030204" pitchFamily="18" charset="0"/>
                          </a:rPr>
                        </m:ctrlPr>
                      </m:funcPr>
                      <m:fName>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log</m:t>
                            </m:r>
                          </m:e>
                          <m:sub>
                            <m:r>
                              <a:rPr lang="en-US" sz="3000" b="0" i="1" smtClean="0">
                                <a:latin typeface="Cambria Math" panose="02040503050406030204" pitchFamily="18" charset="0"/>
                              </a:rPr>
                              <m:t>2</m:t>
                            </m:r>
                          </m:sub>
                        </m:sSub>
                      </m:fName>
                      <m:e>
                        <m:r>
                          <a:rPr lang="en-US" sz="3000" b="0" i="1" smtClean="0">
                            <a:latin typeface="Cambria Math" panose="02040503050406030204" pitchFamily="18" charset="0"/>
                          </a:rPr>
                          <m:t>𝑛</m:t>
                        </m:r>
                        <m:r>
                          <a:rPr lang="en-US" sz="3000" b="0" i="1" smtClean="0">
                            <a:latin typeface="Cambria Math" panose="02040503050406030204" pitchFamily="18" charset="0"/>
                          </a:rPr>
                          <m:t>)</m:t>
                        </m:r>
                      </m:e>
                    </m:func>
                  </m:oMath>
                </a14:m>
                <a:r>
                  <a:rPr lang="en-US" sz="30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6512552" cy="4942830"/>
              </a:xfrm>
              <a:prstGeom prst="rect">
                <a:avLst/>
              </a:prstGeom>
              <a:blipFill>
                <a:blip r:embed="rId3"/>
                <a:stretch>
                  <a:fillRect l="-1404" t="-986" r="-1966" b="-1233"/>
                </a:stretch>
              </a:blipFill>
            </p:spPr>
            <p:txBody>
              <a:bodyPr/>
              <a:lstStyle/>
              <a:p>
                <a:r>
                  <a:rPr lang="en-US">
                    <a:noFill/>
                  </a:rPr>
                  <a:t> </a:t>
                </a:r>
              </a:p>
            </p:txBody>
          </p:sp>
        </mc:Fallback>
      </mc:AlternateContent>
      <p:graphicFrame>
        <p:nvGraphicFramePr>
          <p:cNvPr id="4" name="Diagram 3">
            <a:extLst>
              <a:ext uri="{FF2B5EF4-FFF2-40B4-BE49-F238E27FC236}">
                <a16:creationId xmlns:a16="http://schemas.microsoft.com/office/drawing/2014/main" id="{AC17A590-A8F8-8507-5E73-C92CE9404A95}"/>
              </a:ext>
            </a:extLst>
          </p:cNvPr>
          <p:cNvGraphicFramePr/>
          <p:nvPr>
            <p:extLst>
              <p:ext uri="{D42A27DB-BD31-4B8C-83A1-F6EECF244321}">
                <p14:modId xmlns:p14="http://schemas.microsoft.com/office/powerpoint/2010/main" val="869655149"/>
              </p:ext>
            </p:extLst>
          </p:nvPr>
        </p:nvGraphicFramePr>
        <p:xfrm>
          <a:off x="6732936" y="1568754"/>
          <a:ext cx="5238680" cy="284451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5" name="Table 5">
            <a:extLst>
              <a:ext uri="{FF2B5EF4-FFF2-40B4-BE49-F238E27FC236}">
                <a16:creationId xmlns:a16="http://schemas.microsoft.com/office/drawing/2014/main" id="{873C07D1-207F-8BDF-B278-6AEF7C9BDFED}"/>
              </a:ext>
            </a:extLst>
          </p:cNvPr>
          <p:cNvGraphicFramePr>
            <a:graphicFrameLocks noGrp="1"/>
          </p:cNvGraphicFramePr>
          <p:nvPr>
            <p:extLst>
              <p:ext uri="{D42A27DB-BD31-4B8C-83A1-F6EECF244321}">
                <p14:modId xmlns:p14="http://schemas.microsoft.com/office/powerpoint/2010/main" val="1341930238"/>
              </p:ext>
            </p:extLst>
          </p:nvPr>
        </p:nvGraphicFramePr>
        <p:xfrm>
          <a:off x="6732936" y="4502498"/>
          <a:ext cx="5238680" cy="1981200"/>
        </p:xfrm>
        <a:graphic>
          <a:graphicData uri="http://schemas.openxmlformats.org/drawingml/2006/table">
            <a:tbl>
              <a:tblPr firstRow="1" bandRow="1">
                <a:tableStyleId>{073A0DAA-6AF3-43AB-8588-CEC1D06C72B9}</a:tableStyleId>
              </a:tblPr>
              <a:tblGrid>
                <a:gridCol w="1169301">
                  <a:extLst>
                    <a:ext uri="{9D8B030D-6E8A-4147-A177-3AD203B41FA5}">
                      <a16:colId xmlns:a16="http://schemas.microsoft.com/office/drawing/2014/main" val="42375214"/>
                    </a:ext>
                  </a:extLst>
                </a:gridCol>
                <a:gridCol w="4069379">
                  <a:extLst>
                    <a:ext uri="{9D8B030D-6E8A-4147-A177-3AD203B41FA5}">
                      <a16:colId xmlns:a16="http://schemas.microsoft.com/office/drawing/2014/main" val="3544430437"/>
                    </a:ext>
                  </a:extLst>
                </a:gridCol>
              </a:tblGrid>
              <a:tr h="370840">
                <a:tc>
                  <a:txBody>
                    <a:bodyPr/>
                    <a:lstStyle/>
                    <a:p>
                      <a:r>
                        <a:rPr lang="en-US" sz="2000" dirty="0"/>
                        <a:t>Iteration</a:t>
                      </a:r>
                    </a:p>
                  </a:txBody>
                  <a:tcPr/>
                </a:tc>
                <a:tc>
                  <a:txBody>
                    <a:bodyPr/>
                    <a:lstStyle/>
                    <a:p>
                      <a:r>
                        <a:rPr lang="en-US" sz="2000" dirty="0"/>
                        <a:t>Search space</a:t>
                      </a:r>
                    </a:p>
                  </a:txBody>
                  <a:tcPr/>
                </a:tc>
                <a:extLst>
                  <a:ext uri="{0D108BD9-81ED-4DB2-BD59-A6C34878D82A}">
                    <a16:rowId xmlns:a16="http://schemas.microsoft.com/office/drawing/2014/main" val="1331460473"/>
                  </a:ext>
                </a:extLst>
              </a:tr>
              <a:tr h="370840">
                <a:tc>
                  <a:txBody>
                    <a:bodyPr/>
                    <a:lstStyle/>
                    <a:p>
                      <a:r>
                        <a:rPr lang="en-US" sz="2000" dirty="0"/>
                        <a:t>1</a:t>
                      </a:r>
                    </a:p>
                  </a:txBody>
                  <a:tcPr/>
                </a:tc>
                <a:tc>
                  <a:txBody>
                    <a:bodyPr/>
                    <a:lstStyle/>
                    <a:p>
                      <a:r>
                        <a:rPr lang="en-US" sz="2000" dirty="0"/>
                        <a:t>14 nodes</a:t>
                      </a:r>
                    </a:p>
                  </a:txBody>
                  <a:tcPr/>
                </a:tc>
                <a:extLst>
                  <a:ext uri="{0D108BD9-81ED-4DB2-BD59-A6C34878D82A}">
                    <a16:rowId xmlns:a16="http://schemas.microsoft.com/office/drawing/2014/main" val="4096378736"/>
                  </a:ext>
                </a:extLst>
              </a:tr>
              <a:tr h="370840">
                <a:tc>
                  <a:txBody>
                    <a:bodyPr/>
                    <a:lstStyle/>
                    <a:p>
                      <a:r>
                        <a:rPr lang="en-US" sz="2000" dirty="0"/>
                        <a:t>2</a:t>
                      </a:r>
                    </a:p>
                  </a:txBody>
                  <a:tcPr/>
                </a:tc>
                <a:tc>
                  <a:txBody>
                    <a:bodyPr/>
                    <a:lstStyle/>
                    <a:p>
                      <a:r>
                        <a:rPr lang="en-US" sz="2000" dirty="0"/>
                        <a:t>7 nodes</a:t>
                      </a:r>
                    </a:p>
                  </a:txBody>
                  <a:tcPr/>
                </a:tc>
                <a:extLst>
                  <a:ext uri="{0D108BD9-81ED-4DB2-BD59-A6C34878D82A}">
                    <a16:rowId xmlns:a16="http://schemas.microsoft.com/office/drawing/2014/main" val="2350062226"/>
                  </a:ext>
                </a:extLst>
              </a:tr>
              <a:tr h="370840">
                <a:tc>
                  <a:txBody>
                    <a:bodyPr/>
                    <a:lstStyle/>
                    <a:p>
                      <a:r>
                        <a:rPr lang="en-US" sz="2000" dirty="0"/>
                        <a:t>3</a:t>
                      </a:r>
                    </a:p>
                  </a:txBody>
                  <a:tcPr/>
                </a:tc>
                <a:tc>
                  <a:txBody>
                    <a:bodyPr/>
                    <a:lstStyle/>
                    <a:p>
                      <a:r>
                        <a:rPr lang="en-US" sz="2000" dirty="0"/>
                        <a:t>3 nodes</a:t>
                      </a:r>
                    </a:p>
                  </a:txBody>
                  <a:tcPr/>
                </a:tc>
                <a:extLst>
                  <a:ext uri="{0D108BD9-81ED-4DB2-BD59-A6C34878D82A}">
                    <a16:rowId xmlns:a16="http://schemas.microsoft.com/office/drawing/2014/main" val="2378228002"/>
                  </a:ext>
                </a:extLst>
              </a:tr>
              <a:tr h="370840">
                <a:tc>
                  <a:txBody>
                    <a:bodyPr/>
                    <a:lstStyle/>
                    <a:p>
                      <a:r>
                        <a:rPr lang="en-US" sz="2000" dirty="0"/>
                        <a:t>4</a:t>
                      </a:r>
                    </a:p>
                  </a:txBody>
                  <a:tcPr/>
                </a:tc>
                <a:tc>
                  <a:txBody>
                    <a:bodyPr/>
                    <a:lstStyle/>
                    <a:p>
                      <a:r>
                        <a:rPr lang="en-US" sz="2000" dirty="0"/>
                        <a:t>1 node</a:t>
                      </a:r>
                    </a:p>
                  </a:txBody>
                  <a:tcPr/>
                </a:tc>
                <a:extLst>
                  <a:ext uri="{0D108BD9-81ED-4DB2-BD59-A6C34878D82A}">
                    <a16:rowId xmlns:a16="http://schemas.microsoft.com/office/drawing/2014/main" val="110846718"/>
                  </a:ext>
                </a:extLst>
              </a:tr>
            </a:tbl>
          </a:graphicData>
        </a:graphic>
      </p:graphicFrame>
    </p:spTree>
    <p:extLst>
      <p:ext uri="{BB962C8B-B14F-4D97-AF65-F5344CB8AC3E}">
        <p14:creationId xmlns:p14="http://schemas.microsoft.com/office/powerpoint/2010/main" val="2516135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Binary Search Tree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If we look closely, then it took </a:t>
                </a:r>
                <a14:m>
                  <m:oMath xmlns:m="http://schemas.openxmlformats.org/officeDocument/2006/math">
                    <m:r>
                      <a:rPr lang="en-US" sz="3000" b="0" i="1" smtClean="0">
                        <a:latin typeface="Cambria Math" panose="02040503050406030204" pitchFamily="18" charset="0"/>
                      </a:rPr>
                      <m:t>h</m:t>
                    </m:r>
                  </m:oMath>
                </a14:m>
                <a:r>
                  <a:rPr lang="en-US" sz="3000" dirty="0"/>
                  <a:t> iterations to reach the desired node, where </a:t>
                </a:r>
                <a14:m>
                  <m:oMath xmlns:m="http://schemas.openxmlformats.org/officeDocument/2006/math">
                    <m:r>
                      <a:rPr lang="en-US" sz="3000" b="0" i="1" smtClean="0">
                        <a:latin typeface="Cambria Math" panose="02040503050406030204" pitchFamily="18" charset="0"/>
                      </a:rPr>
                      <m:t>h</m:t>
                    </m:r>
                  </m:oMath>
                </a14:m>
                <a:r>
                  <a:rPr lang="en-US" sz="3000" dirty="0"/>
                  <a:t> is the height of the tree.</a:t>
                </a:r>
              </a:p>
              <a:p>
                <a:pPr>
                  <a:lnSpc>
                    <a:spcPct val="120000"/>
                  </a:lnSpc>
                  <a:buFont typeface="Wingdings" panose="05000000000000000000" pitchFamily="2" charset="2"/>
                  <a:buChar char="§"/>
                </a:pPr>
                <a:r>
                  <a:rPr lang="en-US" sz="3000" dirty="0"/>
                  <a:t>It’s important to note that in case of Binary Search Tree, the elements are inserted in any order.</a:t>
                </a:r>
              </a:p>
              <a:p>
                <a:pPr>
                  <a:lnSpc>
                    <a:spcPct val="120000"/>
                  </a:lnSpc>
                  <a:buFont typeface="Wingdings" panose="05000000000000000000" pitchFamily="2" charset="2"/>
                  <a:buChar char="§"/>
                </a:pPr>
                <a:r>
                  <a:rPr lang="en-US" sz="3000" dirty="0"/>
                  <a:t>If the elements are inserted in ascending or descending order, then the height will be the number of total nodes, which will result in </a:t>
                </a:r>
                <a14:m>
                  <m:oMath xmlns:m="http://schemas.openxmlformats.org/officeDocument/2006/math">
                    <m:r>
                      <a:rPr lang="en-US" sz="3000" b="0" i="1" smtClean="0">
                        <a:latin typeface="Cambria Math" panose="02040503050406030204" pitchFamily="18" charset="0"/>
                      </a:rPr>
                      <m:t>𝑂</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e>
                    </m:d>
                  </m:oMath>
                </a14:m>
                <a:r>
                  <a:rPr lang="en-US" sz="3000" dirty="0"/>
                  <a:t> complexity.</a:t>
                </a:r>
              </a:p>
              <a:p>
                <a:pPr>
                  <a:lnSpc>
                    <a:spcPct val="120000"/>
                  </a:lnSpc>
                  <a:buFont typeface="Wingdings" panose="05000000000000000000" pitchFamily="2" charset="2"/>
                  <a:buChar char="§"/>
                </a:pPr>
                <a:r>
                  <a:rPr lang="en-US" sz="3000" dirty="0"/>
                  <a:t>So, the BST is fastest if it is complete.</a:t>
                </a:r>
              </a:p>
              <a:p>
                <a:pPr>
                  <a:lnSpc>
                    <a:spcPct val="120000"/>
                  </a:lnSpc>
                  <a:buFont typeface="Wingdings" panose="05000000000000000000" pitchFamily="2" charset="2"/>
                  <a:buChar char="§"/>
                </a:pPr>
                <a:r>
                  <a:rPr lang="en-US" sz="3000" dirty="0"/>
                  <a:t>REMEMBER! BST is a Data Structure, not to be confused with Binary Search, which is </a:t>
                </a:r>
                <a:r>
                  <a:rPr lang="en-US" sz="3000"/>
                  <a:t>an algorithm.</a:t>
                </a:r>
                <a:endParaRPr lang="en-US" sz="30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6"/>
                <a:ext cx="11743016" cy="4942830"/>
              </a:xfrm>
              <a:prstGeom prst="rect">
                <a:avLst/>
              </a:prstGeom>
              <a:blipFill>
                <a:blip r:embed="rId3"/>
                <a:stretch>
                  <a:fillRect l="-882" t="-740" r="-830" b="-617"/>
                </a:stretch>
              </a:blipFill>
            </p:spPr>
            <p:txBody>
              <a:bodyPr/>
              <a:lstStyle/>
              <a:p>
                <a:r>
                  <a:rPr lang="en-US">
                    <a:noFill/>
                  </a:rPr>
                  <a:t> </a:t>
                </a:r>
              </a:p>
            </p:txBody>
          </p:sp>
        </mc:Fallback>
      </mc:AlternateContent>
    </p:spTree>
    <p:extLst>
      <p:ext uri="{BB962C8B-B14F-4D97-AF65-F5344CB8AC3E}">
        <p14:creationId xmlns:p14="http://schemas.microsoft.com/office/powerpoint/2010/main" val="1147802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 Real Life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BST can be used to maintain a large dataset with millions of nodes without compromising the performance of Insert and Search.</a:t>
            </a:r>
          </a:p>
          <a:p>
            <a:pPr>
              <a:lnSpc>
                <a:spcPct val="120000"/>
              </a:lnSpc>
              <a:buFont typeface="Wingdings" panose="05000000000000000000" pitchFamily="2" charset="2"/>
              <a:buChar char="§"/>
            </a:pPr>
            <a:r>
              <a:rPr lang="en-US" sz="3000" dirty="0"/>
              <a:t>A modified version of BST, called Self-balancing BST keeps the tree in complete form. These BSTs are the most efficient.</a:t>
            </a:r>
          </a:p>
          <a:p>
            <a:pPr>
              <a:lnSpc>
                <a:spcPct val="120000"/>
              </a:lnSpc>
              <a:buFont typeface="Wingdings" panose="05000000000000000000" pitchFamily="2" charset="2"/>
              <a:buChar char="§"/>
            </a:pPr>
            <a:r>
              <a:rPr lang="en-US" sz="3000" dirty="0"/>
              <a:t>Database indexing widely uses BST to make the Data Querying much faster.</a:t>
            </a:r>
          </a:p>
          <a:p>
            <a:pPr>
              <a:lnSpc>
                <a:spcPct val="120000"/>
              </a:lnSpc>
              <a:buFont typeface="Wingdings" panose="05000000000000000000" pitchFamily="2" charset="2"/>
              <a:buChar char="§"/>
            </a:pPr>
            <a:r>
              <a:rPr lang="en-US" sz="3000" dirty="0"/>
              <a:t>Binary Heaps, which are used to implement Priority Queues are a specialized form of BSTs.</a:t>
            </a:r>
          </a:p>
          <a:p>
            <a:pPr>
              <a:lnSpc>
                <a:spcPct val="120000"/>
              </a:lnSpc>
              <a:buFont typeface="Wingdings" panose="05000000000000000000" pitchFamily="2" charset="2"/>
              <a:buChar char="§"/>
            </a:pPr>
            <a:r>
              <a:rPr lang="en-US" sz="3000" dirty="0"/>
              <a:t>Compiles use BSTs to store the list of symbols and functions in memory for rapid recalling.</a:t>
            </a:r>
          </a:p>
        </p:txBody>
      </p:sp>
    </p:spTree>
    <p:extLst>
      <p:ext uri="{BB962C8B-B14F-4D97-AF65-F5344CB8AC3E}">
        <p14:creationId xmlns:p14="http://schemas.microsoft.com/office/powerpoint/2010/main" val="3433581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DIY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4942830"/>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Following the source code of Binary Trees and Slides from this presentation, implement a complete BST from scratch, providing the following operations:</a:t>
            </a:r>
          </a:p>
          <a:p>
            <a:pPr lvl="1">
              <a:lnSpc>
                <a:spcPct val="120000"/>
              </a:lnSpc>
              <a:buFont typeface="Wingdings" panose="05000000000000000000" pitchFamily="2" charset="2"/>
              <a:buChar char="§"/>
            </a:pPr>
            <a:r>
              <a:rPr lang="en-US" sz="2800" dirty="0"/>
              <a:t>INSERT</a:t>
            </a:r>
          </a:p>
          <a:p>
            <a:pPr lvl="1">
              <a:lnSpc>
                <a:spcPct val="120000"/>
              </a:lnSpc>
              <a:buFont typeface="Wingdings" panose="05000000000000000000" pitchFamily="2" charset="2"/>
              <a:buChar char="§"/>
            </a:pPr>
            <a:r>
              <a:rPr lang="en-US" sz="2800" dirty="0"/>
              <a:t>SEARCH</a:t>
            </a:r>
          </a:p>
          <a:p>
            <a:pPr lvl="1">
              <a:lnSpc>
                <a:spcPct val="120000"/>
              </a:lnSpc>
              <a:buFont typeface="Wingdings" panose="05000000000000000000" pitchFamily="2" charset="2"/>
              <a:buChar char="§"/>
            </a:pPr>
            <a:r>
              <a:rPr lang="en-US" sz="2800" dirty="0"/>
              <a:t>DELETE (all </a:t>
            </a:r>
            <a:r>
              <a:rPr lang="en-US" sz="2800"/>
              <a:t>3 cases)</a:t>
            </a:r>
            <a:endParaRPr lang="en-US" sz="2800" dirty="0"/>
          </a:p>
          <a:p>
            <a:pPr lvl="1">
              <a:lnSpc>
                <a:spcPct val="120000"/>
              </a:lnSpc>
              <a:buFont typeface="Wingdings" panose="05000000000000000000" pitchFamily="2" charset="2"/>
              <a:buChar char="§"/>
            </a:pPr>
            <a:endParaRPr lang="en-US" sz="2800" dirty="0"/>
          </a:p>
        </p:txBody>
      </p:sp>
    </p:spTree>
    <p:extLst>
      <p:ext uri="{BB962C8B-B14F-4D97-AF65-F5344CB8AC3E}">
        <p14:creationId xmlns:p14="http://schemas.microsoft.com/office/powerpoint/2010/main" val="2598245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2.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Tech presentation</Template>
  <TotalTime>6129</TotalTime>
  <Words>4066</Words>
  <Application>Microsoft Office PowerPoint</Application>
  <PresentationFormat>Widescreen</PresentationFormat>
  <Paragraphs>562</Paragraphs>
  <Slides>35</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Calibri Light</vt:lpstr>
      <vt:lpstr>Cambria Math</vt:lpstr>
      <vt:lpstr>Cascadia Code</vt:lpstr>
      <vt:lpstr>Wingdings</vt:lpstr>
      <vt:lpstr>Office Theme</vt:lpstr>
      <vt:lpstr>DATA STRUCTURES AND ALGORITHMS (113215)</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230</cp:revision>
  <dcterms:created xsi:type="dcterms:W3CDTF">2022-11-22T20:08:03Z</dcterms:created>
  <dcterms:modified xsi:type="dcterms:W3CDTF">2023-12-13T11:37:56Z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