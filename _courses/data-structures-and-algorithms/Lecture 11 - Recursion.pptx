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7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8"/>
  </p:notesMasterIdLst>
  <p:handoutMasterIdLst>
    <p:handoutMasterId r:id="rId29"/>
  </p:handoutMasterIdLst>
  <p:sldIdLst>
    <p:sldId id="2503" r:id="rId5"/>
    <p:sldId id="2462" r:id="rId6"/>
    <p:sldId id="2557" r:id="rId7"/>
    <p:sldId id="2558" r:id="rId8"/>
    <p:sldId id="2559" r:id="rId9"/>
    <p:sldId id="2560" r:id="rId10"/>
    <p:sldId id="2561" r:id="rId11"/>
    <p:sldId id="2562" r:id="rId12"/>
    <p:sldId id="2563" r:id="rId13"/>
    <p:sldId id="2564" r:id="rId14"/>
    <p:sldId id="2566" r:id="rId15"/>
    <p:sldId id="2568" r:id="rId16"/>
    <p:sldId id="2565" r:id="rId17"/>
    <p:sldId id="2569" r:id="rId18"/>
    <p:sldId id="2570" r:id="rId19"/>
    <p:sldId id="2571" r:id="rId20"/>
    <p:sldId id="2572" r:id="rId21"/>
    <p:sldId id="2573" r:id="rId22"/>
    <p:sldId id="2574" r:id="rId23"/>
    <p:sldId id="2575" r:id="rId24"/>
    <p:sldId id="2576" r:id="rId25"/>
    <p:sldId id="2577" r:id="rId26"/>
    <p:sldId id="2436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23B"/>
    <a:srgbClr val="898989"/>
    <a:srgbClr val="2F3342"/>
    <a:srgbClr val="A53F5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68DFF7-75EA-425C-B744-BCB0C5DAAF5B}" v="13544" dt="2023-08-22T05:24:27.3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45" autoAdjust="0"/>
    <p:restoredTop sz="92288" autoAdjust="0"/>
  </p:normalViewPr>
  <p:slideViewPr>
    <p:cSldViewPr snapToGrid="0">
      <p:cViewPr varScale="1">
        <p:scale>
          <a:sx n="76" d="100"/>
          <a:sy n="76" d="100"/>
        </p:scale>
        <p:origin x="202" y="58"/>
      </p:cViewPr>
      <p:guideLst>
        <p:guide orient="horz" pos="1992"/>
        <p:guide pos="3840"/>
        <p:guide orient="horz" pos="1416"/>
      </p:guideLst>
    </p:cSldViewPr>
  </p:slideViewPr>
  <p:outlineViewPr>
    <p:cViewPr>
      <p:scale>
        <a:sx n="33" d="100"/>
        <a:sy n="33" d="100"/>
      </p:scale>
      <p:origin x="0" y="-51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8722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37B963A1-BBDE-46C5-80F9-50AE1D86A8AA}"/>
    <pc:docChg chg="undo redo custSel addSld delSld modSld">
      <pc:chgData name="Owais Ahmed" userId="6abc7d4556b3b071" providerId="LiveId" clId="{37B963A1-BBDE-46C5-80F9-50AE1D86A8AA}" dt="2023-07-31T10:38:14.595" v="1196" actId="47"/>
      <pc:docMkLst>
        <pc:docMk/>
      </pc:docMkLst>
      <pc:sldChg chg="addSp modSp">
        <pc:chgData name="Owais Ahmed" userId="6abc7d4556b3b071" providerId="LiveId" clId="{37B963A1-BBDE-46C5-80F9-50AE1D86A8AA}" dt="2023-07-31T09:44:01.953" v="1034" actId="14100"/>
        <pc:sldMkLst>
          <pc:docMk/>
          <pc:sldMk cId="641030253" sldId="2479"/>
        </pc:sldMkLst>
        <pc:picChg chg="add mod">
          <ac:chgData name="Owais Ahmed" userId="6abc7d4556b3b071" providerId="LiveId" clId="{37B963A1-BBDE-46C5-80F9-50AE1D86A8AA}" dt="2023-07-31T09:44:01.953" v="1034" actId="14100"/>
          <ac:picMkLst>
            <pc:docMk/>
            <pc:sldMk cId="641030253" sldId="2479"/>
            <ac:picMk id="1026" creationId="{CFAF1355-DBB8-B5EE-C2A4-C2452A1CA5CA}"/>
          </ac:picMkLst>
        </pc:picChg>
      </pc:sldChg>
      <pc:sldChg chg="modSp del">
        <pc:chgData name="Owais Ahmed" userId="6abc7d4556b3b071" providerId="LiveId" clId="{37B963A1-BBDE-46C5-80F9-50AE1D86A8AA}" dt="2023-07-31T09:17:14.576" v="748" actId="47"/>
        <pc:sldMkLst>
          <pc:docMk/>
          <pc:sldMk cId="3876657833" sldId="2504"/>
        </pc:sldMkLst>
        <pc:spChg chg="mod">
          <ac:chgData name="Owais Ahmed" userId="6abc7d4556b3b071" providerId="LiveId" clId="{37B963A1-BBDE-46C5-80F9-50AE1D86A8AA}" dt="2023-07-31T07:54:21.860" v="8" actId="20577"/>
          <ac:spMkLst>
            <pc:docMk/>
            <pc:sldMk cId="3876657833" sldId="2504"/>
            <ac:spMk id="3" creationId="{4A1C0383-58FE-E486-295E-B33B8683B938}"/>
          </ac:spMkLst>
        </pc:spChg>
      </pc:sldChg>
      <pc:sldChg chg="modSp mod modAnim">
        <pc:chgData name="Owais Ahmed" userId="6abc7d4556b3b071" providerId="LiveId" clId="{37B963A1-BBDE-46C5-80F9-50AE1D86A8AA}" dt="2023-07-31T10:37:44.414" v="1189" actId="20577"/>
        <pc:sldMkLst>
          <pc:docMk/>
          <pc:sldMk cId="3265271046" sldId="2505"/>
        </pc:sldMkLst>
        <pc:spChg chg="mod">
          <ac:chgData name="Owais Ahmed" userId="6abc7d4556b3b071" providerId="LiveId" clId="{37B963A1-BBDE-46C5-80F9-50AE1D86A8AA}" dt="2023-07-31T10:37:44.414" v="1189" actId="20577"/>
          <ac:spMkLst>
            <pc:docMk/>
            <pc:sldMk cId="3265271046" sldId="2505"/>
            <ac:spMk id="3" creationId="{4A1C0383-58FE-E486-295E-B33B8683B938}"/>
          </ac:spMkLst>
        </pc:spChg>
        <pc:spChg chg="mod">
          <ac:chgData name="Owais Ahmed" userId="6abc7d4556b3b071" providerId="LiveId" clId="{37B963A1-BBDE-46C5-80F9-50AE1D86A8AA}" dt="2023-07-31T09:22:53.971" v="972" actId="20577"/>
          <ac:spMkLst>
            <pc:docMk/>
            <pc:sldMk cId="3265271046" sldId="2505"/>
            <ac:spMk id="215" creationId="{00000000-0000-0000-0000-000000000000}"/>
          </ac:spMkLst>
        </pc:spChg>
      </pc:sldChg>
      <pc:sldChg chg="del">
        <pc:chgData name="Owais Ahmed" userId="6abc7d4556b3b071" providerId="LiveId" clId="{37B963A1-BBDE-46C5-80F9-50AE1D86A8AA}" dt="2023-07-31T09:21:45.459" v="783" actId="47"/>
        <pc:sldMkLst>
          <pc:docMk/>
          <pc:sldMk cId="1739639881" sldId="2506"/>
        </pc:sldMkLst>
      </pc:sldChg>
      <pc:sldChg chg="del">
        <pc:chgData name="Owais Ahmed" userId="6abc7d4556b3b071" providerId="LiveId" clId="{37B963A1-BBDE-46C5-80F9-50AE1D86A8AA}" dt="2023-07-31T10:38:06.068" v="1190" actId="47"/>
        <pc:sldMkLst>
          <pc:docMk/>
          <pc:sldMk cId="1552213775" sldId="2508"/>
        </pc:sldMkLst>
      </pc:sldChg>
      <pc:sldChg chg="del">
        <pc:chgData name="Owais Ahmed" userId="6abc7d4556b3b071" providerId="LiveId" clId="{37B963A1-BBDE-46C5-80F9-50AE1D86A8AA}" dt="2023-07-31T10:38:06.999" v="1191" actId="47"/>
        <pc:sldMkLst>
          <pc:docMk/>
          <pc:sldMk cId="3768378318" sldId="2509"/>
        </pc:sldMkLst>
      </pc:sldChg>
      <pc:sldChg chg="del">
        <pc:chgData name="Owais Ahmed" userId="6abc7d4556b3b071" providerId="LiveId" clId="{37B963A1-BBDE-46C5-80F9-50AE1D86A8AA}" dt="2023-07-31T10:38:11.466" v="1192" actId="47"/>
        <pc:sldMkLst>
          <pc:docMk/>
          <pc:sldMk cId="64818802" sldId="2511"/>
        </pc:sldMkLst>
      </pc:sldChg>
      <pc:sldChg chg="del">
        <pc:chgData name="Owais Ahmed" userId="6abc7d4556b3b071" providerId="LiveId" clId="{37B963A1-BBDE-46C5-80F9-50AE1D86A8AA}" dt="2023-07-31T10:38:12.003" v="1193" actId="47"/>
        <pc:sldMkLst>
          <pc:docMk/>
          <pc:sldMk cId="2129317129" sldId="2512"/>
        </pc:sldMkLst>
      </pc:sldChg>
      <pc:sldChg chg="del">
        <pc:chgData name="Owais Ahmed" userId="6abc7d4556b3b071" providerId="LiveId" clId="{37B963A1-BBDE-46C5-80F9-50AE1D86A8AA}" dt="2023-07-31T10:38:13.201" v="1194" actId="47"/>
        <pc:sldMkLst>
          <pc:docMk/>
          <pc:sldMk cId="2427359866" sldId="2513"/>
        </pc:sldMkLst>
      </pc:sldChg>
      <pc:sldChg chg="del">
        <pc:chgData name="Owais Ahmed" userId="6abc7d4556b3b071" providerId="LiveId" clId="{37B963A1-BBDE-46C5-80F9-50AE1D86A8AA}" dt="2023-07-31T10:38:13.688" v="1195" actId="47"/>
        <pc:sldMkLst>
          <pc:docMk/>
          <pc:sldMk cId="3068889018" sldId="2514"/>
        </pc:sldMkLst>
      </pc:sldChg>
      <pc:sldChg chg="del">
        <pc:chgData name="Owais Ahmed" userId="6abc7d4556b3b071" providerId="LiveId" clId="{37B963A1-BBDE-46C5-80F9-50AE1D86A8AA}" dt="2023-07-31T10:38:14.595" v="1196" actId="47"/>
        <pc:sldMkLst>
          <pc:docMk/>
          <pc:sldMk cId="1205181684" sldId="2515"/>
        </pc:sldMkLst>
      </pc:sldChg>
      <pc:sldChg chg="addSp delSp modSp add mod delAnim modAnim modNotesTx">
        <pc:chgData name="Owais Ahmed" userId="6abc7d4556b3b071" providerId="LiveId" clId="{37B963A1-BBDE-46C5-80F9-50AE1D86A8AA}" dt="2023-07-31T09:22:46.783" v="967" actId="403"/>
        <pc:sldMkLst>
          <pc:docMk/>
          <pc:sldMk cId="2990752692" sldId="2547"/>
        </pc:sldMkLst>
        <pc:spChg chg="mod topLvl">
          <ac:chgData name="Owais Ahmed" userId="6abc7d4556b3b071" providerId="LiveId" clId="{37B963A1-BBDE-46C5-80F9-50AE1D86A8AA}" dt="2023-07-31T09:20:36.919" v="776" actId="164"/>
          <ac:spMkLst>
            <pc:docMk/>
            <pc:sldMk cId="2990752692" sldId="2547"/>
            <ac:spMk id="15" creationId="{DC6F760B-B39C-5030-E5E4-86E3BAA89B86}"/>
          </ac:spMkLst>
        </pc:spChg>
        <pc:spChg chg="mod">
          <ac:chgData name="Owais Ahmed" userId="6abc7d4556b3b071" providerId="LiveId" clId="{37B963A1-BBDE-46C5-80F9-50AE1D86A8AA}" dt="2023-07-31T08:55:07.954" v="87" actId="165"/>
          <ac:spMkLst>
            <pc:docMk/>
            <pc:sldMk cId="2990752692" sldId="2547"/>
            <ac:spMk id="16" creationId="{4D64877C-85F6-9B39-1678-973D20FB4164}"/>
          </ac:spMkLst>
        </pc:spChg>
        <pc:spChg chg="mod">
          <ac:chgData name="Owais Ahmed" userId="6abc7d4556b3b071" providerId="LiveId" clId="{37B963A1-BBDE-46C5-80F9-50AE1D86A8AA}" dt="2023-07-31T08:55:07.954" v="87" actId="165"/>
          <ac:spMkLst>
            <pc:docMk/>
            <pc:sldMk cId="2990752692" sldId="2547"/>
            <ac:spMk id="17" creationId="{44C1438B-BC38-00D5-EEB2-1F3CC04A3BC5}"/>
          </ac:spMkLst>
        </pc:spChg>
        <pc:spChg chg="mod">
          <ac:chgData name="Owais Ahmed" userId="6abc7d4556b3b071" providerId="LiveId" clId="{37B963A1-BBDE-46C5-80F9-50AE1D86A8AA}" dt="2023-07-31T08:55:07.954" v="87" actId="165"/>
          <ac:spMkLst>
            <pc:docMk/>
            <pc:sldMk cId="2990752692" sldId="2547"/>
            <ac:spMk id="18" creationId="{80ECA507-EC6B-37A3-DBE4-A82F10397D42}"/>
          </ac:spMkLst>
        </pc:spChg>
        <pc:spChg chg="mod">
          <ac:chgData name="Owais Ahmed" userId="6abc7d4556b3b071" providerId="LiveId" clId="{37B963A1-BBDE-46C5-80F9-50AE1D86A8AA}" dt="2023-07-31T08:55:07.954" v="87" actId="165"/>
          <ac:spMkLst>
            <pc:docMk/>
            <pc:sldMk cId="2990752692" sldId="2547"/>
            <ac:spMk id="19" creationId="{209A12DE-3FC7-4C93-C10F-E3E7B487CB04}"/>
          </ac:spMkLst>
        </pc:spChg>
        <pc:spChg chg="mod">
          <ac:chgData name="Owais Ahmed" userId="6abc7d4556b3b071" providerId="LiveId" clId="{37B963A1-BBDE-46C5-80F9-50AE1D86A8AA}" dt="2023-07-31T08:55:07.954" v="87" actId="165"/>
          <ac:spMkLst>
            <pc:docMk/>
            <pc:sldMk cId="2990752692" sldId="2547"/>
            <ac:spMk id="20" creationId="{E628DB0C-884C-523B-770A-FE29A86777A0}"/>
          </ac:spMkLst>
        </pc:spChg>
        <pc:spChg chg="mod">
          <ac:chgData name="Owais Ahmed" userId="6abc7d4556b3b071" providerId="LiveId" clId="{37B963A1-BBDE-46C5-80F9-50AE1D86A8AA}" dt="2023-07-31T08:55:07.954" v="87" actId="165"/>
          <ac:spMkLst>
            <pc:docMk/>
            <pc:sldMk cId="2990752692" sldId="2547"/>
            <ac:spMk id="21" creationId="{984C53CB-E500-546B-DAE2-8AF058E1456A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22" creationId="{9BE88246-7287-BC44-53EF-4449075DC5BE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23" creationId="{FF497BF7-184D-AE69-79FD-2DE9102160C2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24" creationId="{F37097D9-0CF3-F099-EF6F-82A85882EA07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25" creationId="{7ACC3884-9A28-F258-79A5-B99975786539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26" creationId="{41974825-FD22-6AE1-DD38-EEB7C995FD26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27" creationId="{FF99B84C-AD39-025D-1AD7-398BA21321E2}"/>
          </ac:spMkLst>
        </pc:spChg>
        <pc:spChg chg="add mod">
          <ac:chgData name="Owais Ahmed" userId="6abc7d4556b3b071" providerId="LiveId" clId="{37B963A1-BBDE-46C5-80F9-50AE1D86A8AA}" dt="2023-07-31T09:09:14.811" v="334" actId="20577"/>
          <ac:spMkLst>
            <pc:docMk/>
            <pc:sldMk cId="2990752692" sldId="2547"/>
            <ac:spMk id="28" creationId="{3CF5A4AF-4C9B-6C47-774C-B86A9D88CB45}"/>
          </ac:spMkLst>
        </pc:spChg>
        <pc:spChg chg="mod topLvl">
          <ac:chgData name="Owais Ahmed" userId="6abc7d4556b3b071" providerId="LiveId" clId="{37B963A1-BBDE-46C5-80F9-50AE1D86A8AA}" dt="2023-07-31T09:20:49.945" v="777" actId="164"/>
          <ac:spMkLst>
            <pc:docMk/>
            <pc:sldMk cId="2990752692" sldId="2547"/>
            <ac:spMk id="41" creationId="{65A13C73-0C8F-27B4-E786-64718770BEAE}"/>
          </ac:spMkLst>
        </pc:spChg>
        <pc:spChg chg="mod">
          <ac:chgData name="Owais Ahmed" userId="6abc7d4556b3b071" providerId="LiveId" clId="{37B963A1-BBDE-46C5-80F9-50AE1D86A8AA}" dt="2023-07-31T08:57:10.217" v="124" actId="165"/>
          <ac:spMkLst>
            <pc:docMk/>
            <pc:sldMk cId="2990752692" sldId="2547"/>
            <ac:spMk id="42" creationId="{FAD223D6-B000-D11B-4311-9D22E58DD05B}"/>
          </ac:spMkLst>
        </pc:spChg>
        <pc:spChg chg="mod">
          <ac:chgData name="Owais Ahmed" userId="6abc7d4556b3b071" providerId="LiveId" clId="{37B963A1-BBDE-46C5-80F9-50AE1D86A8AA}" dt="2023-07-31T08:57:10.217" v="124" actId="165"/>
          <ac:spMkLst>
            <pc:docMk/>
            <pc:sldMk cId="2990752692" sldId="2547"/>
            <ac:spMk id="43" creationId="{737E9D41-5F4D-5970-E45A-7E773F4A9236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44" creationId="{816F4A88-298B-8E58-D5D2-A2A5E8D99466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45" creationId="{0EA41C65-4FF2-E3EF-7074-CED8002578F8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46" creationId="{3C04EA08-2F73-6132-D0D5-677D1950D5B1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47" creationId="{BDA10306-57CB-4BA0-9EC3-A496E294E950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48" creationId="{C1100074-A548-2509-ED52-EB7C38593BC1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49" creationId="{CAD70082-5D12-C389-1250-2B501F7083E0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50" creationId="{0AE7C3E5-5A63-B98D-5393-99A5BD716A10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51" creationId="{BFDE44AD-225D-0228-1B4F-AD622A3F3DAC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52" creationId="{17B4C07E-F879-E532-325D-6FF08D8505F5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53" creationId="{DBACB512-33CF-F8B0-F274-8E68DEEA6F61}"/>
          </ac:spMkLst>
        </pc:spChg>
        <pc:spChg chg="add mod topLvl">
          <ac:chgData name="Owais Ahmed" userId="6abc7d4556b3b071" providerId="LiveId" clId="{37B963A1-BBDE-46C5-80F9-50AE1D86A8AA}" dt="2023-07-31T09:20:36.919" v="776" actId="164"/>
          <ac:spMkLst>
            <pc:docMk/>
            <pc:sldMk cId="2990752692" sldId="2547"/>
            <ac:spMk id="54" creationId="{99338666-DEB8-F6EC-51E5-745FCFA2E885}"/>
          </ac:spMkLst>
        </pc:spChg>
        <pc:spChg chg="add mod topLvl">
          <ac:chgData name="Owais Ahmed" userId="6abc7d4556b3b071" providerId="LiveId" clId="{37B963A1-BBDE-46C5-80F9-50AE1D86A8AA}" dt="2023-07-31T09:20:49.945" v="777" actId="164"/>
          <ac:spMkLst>
            <pc:docMk/>
            <pc:sldMk cId="2990752692" sldId="2547"/>
            <ac:spMk id="55" creationId="{30288481-E2CE-CAE2-718C-4835D8DD75DC}"/>
          </ac:spMkLst>
        </pc:spChg>
        <pc:spChg chg="add mod">
          <ac:chgData name="Owais Ahmed" userId="6abc7d4556b3b071" providerId="LiveId" clId="{37B963A1-BBDE-46C5-80F9-50AE1D86A8AA}" dt="2023-07-31T09:22:46.783" v="967" actId="403"/>
          <ac:spMkLst>
            <pc:docMk/>
            <pc:sldMk cId="2990752692" sldId="2547"/>
            <ac:spMk id="59" creationId="{AEBA77B2-6B0E-289B-7846-D44A6069D647}"/>
          </ac:spMkLst>
        </pc:spChg>
        <pc:spChg chg="add mod">
          <ac:chgData name="Owais Ahmed" userId="6abc7d4556b3b071" providerId="LiveId" clId="{37B963A1-BBDE-46C5-80F9-50AE1D86A8AA}" dt="2023-07-31T09:22:46.783" v="967" actId="403"/>
          <ac:spMkLst>
            <pc:docMk/>
            <pc:sldMk cId="2990752692" sldId="2547"/>
            <ac:spMk id="60" creationId="{EFC90799-BF57-EE8B-DF49-5414F3CF27C9}"/>
          </ac:spMkLst>
        </pc:spChg>
        <pc:spChg chg="add mod">
          <ac:chgData name="Owais Ahmed" userId="6abc7d4556b3b071" providerId="LiveId" clId="{37B963A1-BBDE-46C5-80F9-50AE1D86A8AA}" dt="2023-07-31T09:22:46.783" v="967" actId="403"/>
          <ac:spMkLst>
            <pc:docMk/>
            <pc:sldMk cId="2990752692" sldId="2547"/>
            <ac:spMk id="61" creationId="{88132603-AC6B-83B7-25E0-6DF149BFC222}"/>
          </ac:spMkLst>
        </pc:spChg>
        <pc:spChg chg="add del mod">
          <ac:chgData name="Owais Ahmed" userId="6abc7d4556b3b071" providerId="LiveId" clId="{37B963A1-BBDE-46C5-80F9-50AE1D86A8AA}" dt="2023-07-31T09:12:52.925" v="650" actId="478"/>
          <ac:spMkLst>
            <pc:docMk/>
            <pc:sldMk cId="2990752692" sldId="2547"/>
            <ac:spMk id="62" creationId="{160F6A0F-14C0-D289-3FA8-8B642113998A}"/>
          </ac:spMkLst>
        </pc:spChg>
        <pc:spChg chg="add mod">
          <ac:chgData name="Owais Ahmed" userId="6abc7d4556b3b071" providerId="LiveId" clId="{37B963A1-BBDE-46C5-80F9-50AE1D86A8AA}" dt="2023-07-31T09:11:03.076" v="428"/>
          <ac:spMkLst>
            <pc:docMk/>
            <pc:sldMk cId="2990752692" sldId="2547"/>
            <ac:spMk id="63" creationId="{17FDEC2C-8828-23D7-6FE5-B3BA1A6B574A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74" creationId="{054B95CB-9A51-3048-2AAA-192413CAEA37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75" creationId="{AFE9CA9E-E9CD-B864-B428-15F9F133750B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76" creationId="{51288A97-1F21-E43E-415E-B6D252BC28BB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77" creationId="{7498511B-4AAA-3BA2-C7F2-62B8E45AE402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78" creationId="{237D90D8-4CC0-D47B-4942-0F53F202BA1E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79" creationId="{4016E780-3ABC-EE2C-C6F6-D87FB4ECC018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80" creationId="{15E31881-E118-5136-F65C-C5B20360AB1F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81" creationId="{5FDBC11E-AE4C-3A31-FE83-8475CA853C44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82" creationId="{DB2AC896-002B-3199-5EF5-7B030B2C49DD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83" creationId="{56A86C1C-8240-E041-F883-9D23A4696CBE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84" creationId="{4E3590E7-5AFF-1105-07E2-B3D2C3CDFDCD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85" creationId="{8E1A532B-218C-2D90-CA75-17A455384A69}"/>
          </ac:spMkLst>
        </pc:spChg>
        <pc:spChg chg="add del mod">
          <ac:chgData name="Owais Ahmed" userId="6abc7d4556b3b071" providerId="LiveId" clId="{37B963A1-BBDE-46C5-80F9-50AE1D86A8AA}" dt="2023-07-31T09:14:18.628" v="661"/>
          <ac:spMkLst>
            <pc:docMk/>
            <pc:sldMk cId="2990752692" sldId="2547"/>
            <ac:spMk id="86" creationId="{524622F4-397C-F654-14E9-70C0987CC37C}"/>
          </ac:spMkLst>
        </pc:spChg>
        <pc:spChg chg="mod topLvl">
          <ac:chgData name="Owais Ahmed" userId="6abc7d4556b3b071" providerId="LiveId" clId="{37B963A1-BBDE-46C5-80F9-50AE1D86A8AA}" dt="2023-07-31T09:21:01.400" v="778" actId="164"/>
          <ac:spMkLst>
            <pc:docMk/>
            <pc:sldMk cId="2990752692" sldId="2547"/>
            <ac:spMk id="98" creationId="{41A8297C-ABA5-9274-136D-4E111480AD79}"/>
          </ac:spMkLst>
        </pc:spChg>
        <pc:spChg chg="mod topLvl">
          <ac:chgData name="Owais Ahmed" userId="6abc7d4556b3b071" providerId="LiveId" clId="{37B963A1-BBDE-46C5-80F9-50AE1D86A8AA}" dt="2023-07-31T09:21:01.400" v="778" actId="164"/>
          <ac:spMkLst>
            <pc:docMk/>
            <pc:sldMk cId="2990752692" sldId="2547"/>
            <ac:spMk id="99" creationId="{9584D462-E423-388D-2266-47477C49C31C}"/>
          </ac:spMkLst>
        </pc:spChg>
        <pc:spChg chg="del mod">
          <ac:chgData name="Owais Ahmed" userId="6abc7d4556b3b071" providerId="LiveId" clId="{37B963A1-BBDE-46C5-80F9-50AE1D86A8AA}" dt="2023-07-31T09:15:11.007" v="723" actId="478"/>
          <ac:spMkLst>
            <pc:docMk/>
            <pc:sldMk cId="2990752692" sldId="2547"/>
            <ac:spMk id="100" creationId="{79F34ECD-37F8-E73F-69C3-A735E6B1FA95}"/>
          </ac:spMkLst>
        </pc:spChg>
        <pc:spChg chg="del mod">
          <ac:chgData name="Owais Ahmed" userId="6abc7d4556b3b071" providerId="LiveId" clId="{37B963A1-BBDE-46C5-80F9-50AE1D86A8AA}" dt="2023-07-31T09:15:13.387" v="724" actId="478"/>
          <ac:spMkLst>
            <pc:docMk/>
            <pc:sldMk cId="2990752692" sldId="2547"/>
            <ac:spMk id="101" creationId="{51A59373-AAE3-3C8A-1697-4A1D330D8960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102" creationId="{0BCCD3B4-01D0-57D5-D52B-40832A8C8689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103" creationId="{C6C495E4-99CE-CB65-1420-9DB3F247FAAC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104" creationId="{E11B8839-4A1F-FB0D-AA32-3C5372CE22A1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105" creationId="{64083CC9-ED12-5FC8-A52B-538E0A11B194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106" creationId="{D75BF01A-643E-8360-A035-6FA5364E8697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107" creationId="{1C2C9ECC-518F-6D02-D63E-8AB8D76A5873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108" creationId="{9F7DFCFF-A102-C552-2CF8-FE071673ABA4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109" creationId="{26FD8ED5-0C54-2EFE-D452-97FE056785F4}"/>
          </ac:spMkLst>
        </pc:spChg>
        <pc:spChg chg="add mod">
          <ac:chgData name="Owais Ahmed" userId="6abc7d4556b3b071" providerId="LiveId" clId="{37B963A1-BBDE-46C5-80F9-50AE1D86A8AA}" dt="2023-07-31T09:22:46.783" v="967" actId="403"/>
          <ac:spMkLst>
            <pc:docMk/>
            <pc:sldMk cId="2990752692" sldId="2547"/>
            <ac:spMk id="110" creationId="{994AD577-6239-2F68-872C-AA6C8C208077}"/>
          </ac:spMkLst>
        </pc:spChg>
        <pc:spChg chg="mod">
          <ac:chgData name="Owais Ahmed" userId="6abc7d4556b3b071" providerId="LiveId" clId="{37B963A1-BBDE-46C5-80F9-50AE1D86A8AA}" dt="2023-07-31T08:53:08.545" v="50" actId="165"/>
          <ac:spMkLst>
            <pc:docMk/>
            <pc:sldMk cId="2990752692" sldId="2547"/>
            <ac:spMk id="208" creationId="{A8900986-A791-5508-527D-C578EE5A78C8}"/>
          </ac:spMkLst>
        </pc:spChg>
        <pc:spChg chg="mod">
          <ac:chgData name="Owais Ahmed" userId="6abc7d4556b3b071" providerId="LiveId" clId="{37B963A1-BBDE-46C5-80F9-50AE1D86A8AA}" dt="2023-07-31T09:07:57.614" v="302" actId="20577"/>
          <ac:spMkLst>
            <pc:docMk/>
            <pc:sldMk cId="2990752692" sldId="2547"/>
            <ac:spMk id="209" creationId="{AAA43F44-647B-CB8D-BCAC-E299685A40F4}"/>
          </ac:spMkLst>
        </pc:spChg>
        <pc:spChg chg="mod">
          <ac:chgData name="Owais Ahmed" userId="6abc7d4556b3b071" providerId="LiveId" clId="{37B963A1-BBDE-46C5-80F9-50AE1D86A8AA}" dt="2023-07-31T08:53:08.545" v="50" actId="165"/>
          <ac:spMkLst>
            <pc:docMk/>
            <pc:sldMk cId="2990752692" sldId="2547"/>
            <ac:spMk id="211" creationId="{52539592-0EE2-2D23-2ABA-F7517973BB8B}"/>
          </ac:spMkLst>
        </pc:spChg>
        <pc:spChg chg="mod">
          <ac:chgData name="Owais Ahmed" userId="6abc7d4556b3b071" providerId="LiveId" clId="{37B963A1-BBDE-46C5-80F9-50AE1D86A8AA}" dt="2023-07-31T08:53:08.545" v="50" actId="165"/>
          <ac:spMkLst>
            <pc:docMk/>
            <pc:sldMk cId="2990752692" sldId="2547"/>
            <ac:spMk id="212" creationId="{DD1F2B0A-F119-5E75-2FFB-9356CD556EC2}"/>
          </ac:spMkLst>
        </pc:spChg>
        <pc:spChg chg="mod">
          <ac:chgData name="Owais Ahmed" userId="6abc7d4556b3b071" providerId="LiveId" clId="{37B963A1-BBDE-46C5-80F9-50AE1D86A8AA}" dt="2023-07-31T09:21:51.886" v="801" actId="20577"/>
          <ac:spMkLst>
            <pc:docMk/>
            <pc:sldMk cId="2990752692" sldId="2547"/>
            <ac:spMk id="215" creationId="{00000000-0000-0000-0000-000000000000}"/>
          </ac:spMkLst>
        </pc:spChg>
        <pc:spChg chg="mod">
          <ac:chgData name="Owais Ahmed" userId="6abc7d4556b3b071" providerId="LiveId" clId="{37B963A1-BBDE-46C5-80F9-50AE1D86A8AA}" dt="2023-07-31T08:53:08.545" v="50" actId="165"/>
          <ac:spMkLst>
            <pc:docMk/>
            <pc:sldMk cId="2990752692" sldId="2547"/>
            <ac:spMk id="218" creationId="{BBD9C430-4629-F148-2C37-17C2EDE09C33}"/>
          </ac:spMkLst>
        </pc:spChg>
        <pc:spChg chg="mod">
          <ac:chgData name="Owais Ahmed" userId="6abc7d4556b3b071" providerId="LiveId" clId="{37B963A1-BBDE-46C5-80F9-50AE1D86A8AA}" dt="2023-07-31T08:53:08.545" v="50" actId="165"/>
          <ac:spMkLst>
            <pc:docMk/>
            <pc:sldMk cId="2990752692" sldId="2547"/>
            <ac:spMk id="219" creationId="{53460AF4-0032-6555-57DC-BA2EEEAA131D}"/>
          </ac:spMkLst>
        </pc:spChg>
        <pc:spChg chg="mod">
          <ac:chgData name="Owais Ahmed" userId="6abc7d4556b3b071" providerId="LiveId" clId="{37B963A1-BBDE-46C5-80F9-50AE1D86A8AA}" dt="2023-07-31T08:53:08.545" v="50" actId="165"/>
          <ac:spMkLst>
            <pc:docMk/>
            <pc:sldMk cId="2990752692" sldId="2547"/>
            <ac:spMk id="222" creationId="{48C0295F-C14C-A447-3B45-BF5524FF2B06}"/>
          </ac:spMkLst>
        </pc:spChg>
        <pc:spChg chg="mod">
          <ac:chgData name="Owais Ahmed" userId="6abc7d4556b3b071" providerId="LiveId" clId="{37B963A1-BBDE-46C5-80F9-50AE1D86A8AA}" dt="2023-07-31T08:53:08.545" v="50" actId="165"/>
          <ac:spMkLst>
            <pc:docMk/>
            <pc:sldMk cId="2990752692" sldId="2547"/>
            <ac:spMk id="223" creationId="{22BB3F06-A225-A578-EDD8-E0F56E540DC4}"/>
          </ac:spMkLst>
        </pc:spChg>
        <pc:spChg chg="del">
          <ac:chgData name="Owais Ahmed" userId="6abc7d4556b3b071" providerId="LiveId" clId="{37B963A1-BBDE-46C5-80F9-50AE1D86A8AA}" dt="2023-07-31T08:52:59.720" v="47" actId="478"/>
          <ac:spMkLst>
            <pc:docMk/>
            <pc:sldMk cId="2990752692" sldId="2547"/>
            <ac:spMk id="226" creationId="{B8468FD2-3C33-1896-5CFD-8300B56B7B2C}"/>
          </ac:spMkLst>
        </pc:spChg>
        <pc:spChg chg="del">
          <ac:chgData name="Owais Ahmed" userId="6abc7d4556b3b071" providerId="LiveId" clId="{37B963A1-BBDE-46C5-80F9-50AE1D86A8AA}" dt="2023-07-31T08:53:01.734" v="48" actId="478"/>
          <ac:spMkLst>
            <pc:docMk/>
            <pc:sldMk cId="2990752692" sldId="2547"/>
            <ac:spMk id="227" creationId="{46DB5FFD-5E7C-35A5-6E4A-0E828F199716}"/>
          </ac:spMkLst>
        </pc:spChg>
        <pc:spChg chg="del">
          <ac:chgData name="Owais Ahmed" userId="6abc7d4556b3b071" providerId="LiveId" clId="{37B963A1-BBDE-46C5-80F9-50AE1D86A8AA}" dt="2023-07-31T08:52:58.331" v="46" actId="478"/>
          <ac:spMkLst>
            <pc:docMk/>
            <pc:sldMk cId="2990752692" sldId="2547"/>
            <ac:spMk id="230" creationId="{C8C215B8-9C7C-9FC3-9055-9E8E1FA346BD}"/>
          </ac:spMkLst>
        </pc:spChg>
        <pc:spChg chg="del">
          <ac:chgData name="Owais Ahmed" userId="6abc7d4556b3b071" providerId="LiveId" clId="{37B963A1-BBDE-46C5-80F9-50AE1D86A8AA}" dt="2023-07-31T08:52:56.848" v="45" actId="478"/>
          <ac:spMkLst>
            <pc:docMk/>
            <pc:sldMk cId="2990752692" sldId="2547"/>
            <ac:spMk id="231" creationId="{8F173504-B851-0ABC-91A8-3CE2CF41B0FB}"/>
          </ac:spMkLst>
        </pc:spChg>
        <pc:spChg chg="mod topLvl">
          <ac:chgData name="Owais Ahmed" userId="6abc7d4556b3b071" providerId="LiveId" clId="{37B963A1-BBDE-46C5-80F9-50AE1D86A8AA}" dt="2023-07-31T09:09:16.961" v="335" actId="20577"/>
          <ac:spMkLst>
            <pc:docMk/>
            <pc:sldMk cId="2990752692" sldId="2547"/>
            <ac:spMk id="233" creationId="{238000E0-F9ED-18FE-FC50-1877EC95625B}"/>
          </ac:spMkLst>
        </pc:spChg>
        <pc:spChg chg="del">
          <ac:chgData name="Owais Ahmed" userId="6abc7d4556b3b071" providerId="LiveId" clId="{37B963A1-BBDE-46C5-80F9-50AE1D86A8AA}" dt="2023-07-31T07:55:32.504" v="38" actId="478"/>
          <ac:spMkLst>
            <pc:docMk/>
            <pc:sldMk cId="2990752692" sldId="2547"/>
            <ac:spMk id="314" creationId="{9BB302EC-15E9-A29A-0919-1062103F1032}"/>
          </ac:spMkLst>
        </pc:spChg>
        <pc:grpChg chg="add del mod">
          <ac:chgData name="Owais Ahmed" userId="6abc7d4556b3b071" providerId="LiveId" clId="{37B963A1-BBDE-46C5-80F9-50AE1D86A8AA}" dt="2023-07-31T08:55:07.954" v="87" actId="165"/>
          <ac:grpSpMkLst>
            <pc:docMk/>
            <pc:sldMk cId="2990752692" sldId="2547"/>
            <ac:grpSpMk id="3" creationId="{7B2A10F0-8013-1FA7-5EC5-6D21EAB73F33}"/>
          </ac:grpSpMkLst>
        </pc:grpChg>
        <pc:grpChg chg="mod topLvl">
          <ac:chgData name="Owais Ahmed" userId="6abc7d4556b3b071" providerId="LiveId" clId="{37B963A1-BBDE-46C5-80F9-50AE1D86A8AA}" dt="2023-07-31T09:20:36.919" v="776" actId="164"/>
          <ac:grpSpMkLst>
            <pc:docMk/>
            <pc:sldMk cId="2990752692" sldId="2547"/>
            <ac:grpSpMk id="4" creationId="{E81A933C-98F7-2A42-C896-F07B92C7F05C}"/>
          </ac:grpSpMkLst>
        </pc:grpChg>
        <pc:grpChg chg="mod topLvl">
          <ac:chgData name="Owais Ahmed" userId="6abc7d4556b3b071" providerId="LiveId" clId="{37B963A1-BBDE-46C5-80F9-50AE1D86A8AA}" dt="2023-07-31T09:20:36.919" v="776" actId="164"/>
          <ac:grpSpMkLst>
            <pc:docMk/>
            <pc:sldMk cId="2990752692" sldId="2547"/>
            <ac:grpSpMk id="5" creationId="{3D923357-38A9-ECD1-2C03-EF2C54EF7CF6}"/>
          </ac:grpSpMkLst>
        </pc:grpChg>
        <pc:grpChg chg="mod topLvl">
          <ac:chgData name="Owais Ahmed" userId="6abc7d4556b3b071" providerId="LiveId" clId="{37B963A1-BBDE-46C5-80F9-50AE1D86A8AA}" dt="2023-07-31T09:20:36.919" v="776" actId="164"/>
          <ac:grpSpMkLst>
            <pc:docMk/>
            <pc:sldMk cId="2990752692" sldId="2547"/>
            <ac:grpSpMk id="7" creationId="{BD9B4F33-48C8-2F48-4A5A-81E40EEE4F40}"/>
          </ac:grpSpMkLst>
        </pc:grpChg>
        <pc:grpChg chg="del mod topLvl">
          <ac:chgData name="Owais Ahmed" userId="6abc7d4556b3b071" providerId="LiveId" clId="{37B963A1-BBDE-46C5-80F9-50AE1D86A8AA}" dt="2023-07-31T08:55:11.083" v="88" actId="478"/>
          <ac:grpSpMkLst>
            <pc:docMk/>
            <pc:sldMk cId="2990752692" sldId="2547"/>
            <ac:grpSpMk id="9" creationId="{2303C201-652E-D5F7-79E3-C352D4056B3F}"/>
          </ac:grpSpMkLst>
        </pc:grpChg>
        <pc:grpChg chg="del mod topLvl">
          <ac:chgData name="Owais Ahmed" userId="6abc7d4556b3b071" providerId="LiveId" clId="{37B963A1-BBDE-46C5-80F9-50AE1D86A8AA}" dt="2023-07-31T08:55:11.083" v="88" actId="478"/>
          <ac:grpSpMkLst>
            <pc:docMk/>
            <pc:sldMk cId="2990752692" sldId="2547"/>
            <ac:grpSpMk id="11" creationId="{44AB4ABF-D347-0C21-5F3F-E2038D6AD90B}"/>
          </ac:grpSpMkLst>
        </pc:grpChg>
        <pc:grpChg chg="del mod topLvl">
          <ac:chgData name="Owais Ahmed" userId="6abc7d4556b3b071" providerId="LiveId" clId="{37B963A1-BBDE-46C5-80F9-50AE1D86A8AA}" dt="2023-07-31T08:55:11.083" v="88" actId="478"/>
          <ac:grpSpMkLst>
            <pc:docMk/>
            <pc:sldMk cId="2990752692" sldId="2547"/>
            <ac:grpSpMk id="13" creationId="{CDC90592-69D5-6B24-8E90-DF3117DF3743}"/>
          </ac:grpSpMkLst>
        </pc:grpChg>
        <pc:grpChg chg="add del mod">
          <ac:chgData name="Owais Ahmed" userId="6abc7d4556b3b071" providerId="LiveId" clId="{37B963A1-BBDE-46C5-80F9-50AE1D86A8AA}" dt="2023-07-31T08:57:10.217" v="124" actId="165"/>
          <ac:grpSpMkLst>
            <pc:docMk/>
            <pc:sldMk cId="2990752692" sldId="2547"/>
            <ac:grpSpMk id="29" creationId="{E687D9E2-5EB0-2E3F-311A-F7A39D039B9F}"/>
          </ac:grpSpMkLst>
        </pc:grpChg>
        <pc:grpChg chg="mod topLvl">
          <ac:chgData name="Owais Ahmed" userId="6abc7d4556b3b071" providerId="LiveId" clId="{37B963A1-BBDE-46C5-80F9-50AE1D86A8AA}" dt="2023-07-31T09:20:49.945" v="777" actId="164"/>
          <ac:grpSpMkLst>
            <pc:docMk/>
            <pc:sldMk cId="2990752692" sldId="2547"/>
            <ac:grpSpMk id="30" creationId="{1D1F280D-4E06-5BE3-C9D1-D42E8F14FEB0}"/>
          </ac:grpSpMkLst>
        </pc:grpChg>
        <pc:grpChg chg="mod topLvl">
          <ac:chgData name="Owais Ahmed" userId="6abc7d4556b3b071" providerId="LiveId" clId="{37B963A1-BBDE-46C5-80F9-50AE1D86A8AA}" dt="2023-07-31T09:20:49.945" v="777" actId="164"/>
          <ac:grpSpMkLst>
            <pc:docMk/>
            <pc:sldMk cId="2990752692" sldId="2547"/>
            <ac:grpSpMk id="31" creationId="{0233585E-248E-BAC7-5D76-4B87DEE9DA98}"/>
          </ac:grpSpMkLst>
        </pc:grpChg>
        <pc:grpChg chg="mod topLvl">
          <ac:chgData name="Owais Ahmed" userId="6abc7d4556b3b071" providerId="LiveId" clId="{37B963A1-BBDE-46C5-80F9-50AE1D86A8AA}" dt="2023-07-31T09:20:49.945" v="777" actId="164"/>
          <ac:grpSpMkLst>
            <pc:docMk/>
            <pc:sldMk cId="2990752692" sldId="2547"/>
            <ac:grpSpMk id="33" creationId="{9702CA21-43CF-1017-90F3-A36C21792BA9}"/>
          </ac:grpSpMkLst>
        </pc:grpChg>
        <pc:grpChg chg="mod topLvl">
          <ac:chgData name="Owais Ahmed" userId="6abc7d4556b3b071" providerId="LiveId" clId="{37B963A1-BBDE-46C5-80F9-50AE1D86A8AA}" dt="2023-07-31T09:20:49.945" v="777" actId="164"/>
          <ac:grpSpMkLst>
            <pc:docMk/>
            <pc:sldMk cId="2990752692" sldId="2547"/>
            <ac:grpSpMk id="35" creationId="{C9B4A097-0158-D77D-0DDE-C2F613EF2D1E}"/>
          </ac:grpSpMkLst>
        </pc:grpChg>
        <pc:grpChg chg="mod topLvl">
          <ac:chgData name="Owais Ahmed" userId="6abc7d4556b3b071" providerId="LiveId" clId="{37B963A1-BBDE-46C5-80F9-50AE1D86A8AA}" dt="2023-07-31T09:20:49.945" v="777" actId="164"/>
          <ac:grpSpMkLst>
            <pc:docMk/>
            <pc:sldMk cId="2990752692" sldId="2547"/>
            <ac:grpSpMk id="37" creationId="{239BCE71-8669-F2F3-D266-D06E27C0DB39}"/>
          </ac:grpSpMkLst>
        </pc:grpChg>
        <pc:grpChg chg="del mod topLvl">
          <ac:chgData name="Owais Ahmed" userId="6abc7d4556b3b071" providerId="LiveId" clId="{37B963A1-BBDE-46C5-80F9-50AE1D86A8AA}" dt="2023-07-31T08:57:31.506" v="126" actId="478"/>
          <ac:grpSpMkLst>
            <pc:docMk/>
            <pc:sldMk cId="2990752692" sldId="2547"/>
            <ac:grpSpMk id="39" creationId="{9A416855-C33C-B3AA-4742-F4742B90FBEB}"/>
          </ac:grpSpMkLst>
        </pc:grpChg>
        <pc:grpChg chg="add mod">
          <ac:chgData name="Owais Ahmed" userId="6abc7d4556b3b071" providerId="LiveId" clId="{37B963A1-BBDE-46C5-80F9-50AE1D86A8AA}" dt="2023-07-31T09:15:31.968" v="729" actId="1035"/>
          <ac:grpSpMkLst>
            <pc:docMk/>
            <pc:sldMk cId="2990752692" sldId="2547"/>
            <ac:grpSpMk id="56" creationId="{F0203D04-1462-550A-C604-80EB19F75610}"/>
          </ac:grpSpMkLst>
        </pc:grpChg>
        <pc:grpChg chg="add del mod">
          <ac:chgData name="Owais Ahmed" userId="6abc7d4556b3b071" providerId="LiveId" clId="{37B963A1-BBDE-46C5-80F9-50AE1D86A8AA}" dt="2023-07-31T09:18:02.201" v="750" actId="165"/>
          <ac:grpSpMkLst>
            <pc:docMk/>
            <pc:sldMk cId="2990752692" sldId="2547"/>
            <ac:grpSpMk id="57" creationId="{E161C98F-0F3A-F658-890D-36F7602741E0}"/>
          </ac:grpSpMkLst>
        </pc:grpChg>
        <pc:grpChg chg="add del mod">
          <ac:chgData name="Owais Ahmed" userId="6abc7d4556b3b071" providerId="LiveId" clId="{37B963A1-BBDE-46C5-80F9-50AE1D86A8AA}" dt="2023-07-31T09:18:02.201" v="750" actId="165"/>
          <ac:grpSpMkLst>
            <pc:docMk/>
            <pc:sldMk cId="2990752692" sldId="2547"/>
            <ac:grpSpMk id="58" creationId="{66600042-499A-3156-095D-6E3612ED8532}"/>
          </ac:grpSpMkLst>
        </pc:grpChg>
        <pc:grpChg chg="add del mod">
          <ac:chgData name="Owais Ahmed" userId="6abc7d4556b3b071" providerId="LiveId" clId="{37B963A1-BBDE-46C5-80F9-50AE1D86A8AA}" dt="2023-07-31T09:14:18.628" v="661"/>
          <ac:grpSpMkLst>
            <pc:docMk/>
            <pc:sldMk cId="2990752692" sldId="2547"/>
            <ac:grpSpMk id="64" creationId="{69EE64DF-AFD7-4E95-CCC5-DAA3494E77A9}"/>
          </ac:grpSpMkLst>
        </pc:grpChg>
        <pc:grpChg chg="mod">
          <ac:chgData name="Owais Ahmed" userId="6abc7d4556b3b071" providerId="LiveId" clId="{37B963A1-BBDE-46C5-80F9-50AE1D86A8AA}" dt="2023-07-31T09:14:12.764" v="658"/>
          <ac:grpSpMkLst>
            <pc:docMk/>
            <pc:sldMk cId="2990752692" sldId="2547"/>
            <ac:grpSpMk id="65" creationId="{439C76F0-44DD-2226-495F-AFB5F6DAAFB4}"/>
          </ac:grpSpMkLst>
        </pc:grpChg>
        <pc:grpChg chg="mod">
          <ac:chgData name="Owais Ahmed" userId="6abc7d4556b3b071" providerId="LiveId" clId="{37B963A1-BBDE-46C5-80F9-50AE1D86A8AA}" dt="2023-07-31T09:14:12.764" v="658"/>
          <ac:grpSpMkLst>
            <pc:docMk/>
            <pc:sldMk cId="2990752692" sldId="2547"/>
            <ac:grpSpMk id="66" creationId="{2A9398AE-4FA7-EB88-0852-CBB19D6252A7}"/>
          </ac:grpSpMkLst>
        </pc:grpChg>
        <pc:grpChg chg="mod">
          <ac:chgData name="Owais Ahmed" userId="6abc7d4556b3b071" providerId="LiveId" clId="{37B963A1-BBDE-46C5-80F9-50AE1D86A8AA}" dt="2023-07-31T09:14:12.764" v="658"/>
          <ac:grpSpMkLst>
            <pc:docMk/>
            <pc:sldMk cId="2990752692" sldId="2547"/>
            <ac:grpSpMk id="68" creationId="{494BFB47-F586-DC26-85FA-17FCDEDA3598}"/>
          </ac:grpSpMkLst>
        </pc:grpChg>
        <pc:grpChg chg="mod">
          <ac:chgData name="Owais Ahmed" userId="6abc7d4556b3b071" providerId="LiveId" clId="{37B963A1-BBDE-46C5-80F9-50AE1D86A8AA}" dt="2023-07-31T09:14:12.764" v="658"/>
          <ac:grpSpMkLst>
            <pc:docMk/>
            <pc:sldMk cId="2990752692" sldId="2547"/>
            <ac:grpSpMk id="70" creationId="{2BB74D27-4A19-0DE7-6F0D-B17A737F65B6}"/>
          </ac:grpSpMkLst>
        </pc:grpChg>
        <pc:grpChg chg="mod">
          <ac:chgData name="Owais Ahmed" userId="6abc7d4556b3b071" providerId="LiveId" clId="{37B963A1-BBDE-46C5-80F9-50AE1D86A8AA}" dt="2023-07-31T09:14:12.764" v="658"/>
          <ac:grpSpMkLst>
            <pc:docMk/>
            <pc:sldMk cId="2990752692" sldId="2547"/>
            <ac:grpSpMk id="72" creationId="{EB9DA357-E0A1-484E-7B15-150AA36EFA3C}"/>
          </ac:grpSpMkLst>
        </pc:grpChg>
        <pc:grpChg chg="add del mod">
          <ac:chgData name="Owais Ahmed" userId="6abc7d4556b3b071" providerId="LiveId" clId="{37B963A1-BBDE-46C5-80F9-50AE1D86A8AA}" dt="2023-07-31T09:18:02.201" v="750" actId="165"/>
          <ac:grpSpMkLst>
            <pc:docMk/>
            <pc:sldMk cId="2990752692" sldId="2547"/>
            <ac:grpSpMk id="87" creationId="{D557FDCA-E63D-23AF-5847-10AFCEFA140B}"/>
          </ac:grpSpMkLst>
        </pc:grpChg>
        <pc:grpChg chg="mod topLvl">
          <ac:chgData name="Owais Ahmed" userId="6abc7d4556b3b071" providerId="LiveId" clId="{37B963A1-BBDE-46C5-80F9-50AE1D86A8AA}" dt="2023-07-31T09:21:01.400" v="778" actId="164"/>
          <ac:grpSpMkLst>
            <pc:docMk/>
            <pc:sldMk cId="2990752692" sldId="2547"/>
            <ac:grpSpMk id="88" creationId="{F8D6FFE5-C5C3-1988-B75C-506B64E10FDB}"/>
          </ac:grpSpMkLst>
        </pc:grpChg>
        <pc:grpChg chg="mod topLvl">
          <ac:chgData name="Owais Ahmed" userId="6abc7d4556b3b071" providerId="LiveId" clId="{37B963A1-BBDE-46C5-80F9-50AE1D86A8AA}" dt="2023-07-31T09:21:01.400" v="778" actId="164"/>
          <ac:grpSpMkLst>
            <pc:docMk/>
            <pc:sldMk cId="2990752692" sldId="2547"/>
            <ac:grpSpMk id="90" creationId="{3CA238CB-86B5-3A15-14A5-AE5579A24DDF}"/>
          </ac:grpSpMkLst>
        </pc:grpChg>
        <pc:grpChg chg="mod topLvl">
          <ac:chgData name="Owais Ahmed" userId="6abc7d4556b3b071" providerId="LiveId" clId="{37B963A1-BBDE-46C5-80F9-50AE1D86A8AA}" dt="2023-07-31T09:21:01.400" v="778" actId="164"/>
          <ac:grpSpMkLst>
            <pc:docMk/>
            <pc:sldMk cId="2990752692" sldId="2547"/>
            <ac:grpSpMk id="92" creationId="{6572C053-9668-1A92-2938-C3A7DAD851D3}"/>
          </ac:grpSpMkLst>
        </pc:grpChg>
        <pc:grpChg chg="mod topLvl">
          <ac:chgData name="Owais Ahmed" userId="6abc7d4556b3b071" providerId="LiveId" clId="{37B963A1-BBDE-46C5-80F9-50AE1D86A8AA}" dt="2023-07-31T09:21:01.400" v="778" actId="164"/>
          <ac:grpSpMkLst>
            <pc:docMk/>
            <pc:sldMk cId="2990752692" sldId="2547"/>
            <ac:grpSpMk id="94" creationId="{622BCBB7-F767-DD0C-E6DA-8E1101ACC27B}"/>
          </ac:grpSpMkLst>
        </pc:grpChg>
        <pc:grpChg chg="del mod">
          <ac:chgData name="Owais Ahmed" userId="6abc7d4556b3b071" providerId="LiveId" clId="{37B963A1-BBDE-46C5-80F9-50AE1D86A8AA}" dt="2023-07-31T09:15:11.007" v="723" actId="478"/>
          <ac:grpSpMkLst>
            <pc:docMk/>
            <pc:sldMk cId="2990752692" sldId="2547"/>
            <ac:grpSpMk id="96" creationId="{647BF5A4-D7A8-C47F-66DC-7FFBC6B607BE}"/>
          </ac:grpSpMkLst>
        </pc:grpChg>
        <pc:grpChg chg="mod topLvl">
          <ac:chgData name="Owais Ahmed" userId="6abc7d4556b3b071" providerId="LiveId" clId="{37B963A1-BBDE-46C5-80F9-50AE1D86A8AA}" dt="2023-07-31T09:00:49.777" v="187" actId="164"/>
          <ac:grpSpMkLst>
            <pc:docMk/>
            <pc:sldMk cId="2990752692" sldId="2547"/>
            <ac:grpSpMk id="207" creationId="{C0B042EC-7478-2A14-BCB2-0494F9D92BB2}"/>
          </ac:grpSpMkLst>
        </pc:grpChg>
        <pc:grpChg chg="del mod topLvl">
          <ac:chgData name="Owais Ahmed" userId="6abc7d4556b3b071" providerId="LiveId" clId="{37B963A1-BBDE-46C5-80F9-50AE1D86A8AA}" dt="2023-07-31T08:53:14.069" v="51" actId="478"/>
          <ac:grpSpMkLst>
            <pc:docMk/>
            <pc:sldMk cId="2990752692" sldId="2547"/>
            <ac:grpSpMk id="210" creationId="{2AF9402C-3845-9A8A-08E4-70C036A829E9}"/>
          </ac:grpSpMkLst>
        </pc:grpChg>
        <pc:grpChg chg="del mod topLvl">
          <ac:chgData name="Owais Ahmed" userId="6abc7d4556b3b071" providerId="LiveId" clId="{37B963A1-BBDE-46C5-80F9-50AE1D86A8AA}" dt="2023-07-31T08:53:14.069" v="51" actId="478"/>
          <ac:grpSpMkLst>
            <pc:docMk/>
            <pc:sldMk cId="2990752692" sldId="2547"/>
            <ac:grpSpMk id="217" creationId="{A475E6F9-CC33-4780-D862-A00EC1943F55}"/>
          </ac:grpSpMkLst>
        </pc:grpChg>
        <pc:grpChg chg="del mod topLvl">
          <ac:chgData name="Owais Ahmed" userId="6abc7d4556b3b071" providerId="LiveId" clId="{37B963A1-BBDE-46C5-80F9-50AE1D86A8AA}" dt="2023-07-31T08:53:14.069" v="51" actId="478"/>
          <ac:grpSpMkLst>
            <pc:docMk/>
            <pc:sldMk cId="2990752692" sldId="2547"/>
            <ac:grpSpMk id="221" creationId="{4AFD0DB0-9313-65B2-322F-8AE0874C9735}"/>
          </ac:grpSpMkLst>
        </pc:grpChg>
        <pc:grpChg chg="del">
          <ac:chgData name="Owais Ahmed" userId="6abc7d4556b3b071" providerId="LiveId" clId="{37B963A1-BBDE-46C5-80F9-50AE1D86A8AA}" dt="2023-07-31T08:52:59.720" v="47" actId="478"/>
          <ac:grpSpMkLst>
            <pc:docMk/>
            <pc:sldMk cId="2990752692" sldId="2547"/>
            <ac:grpSpMk id="225" creationId="{5048507D-83AB-39B2-C47B-7E684012F553}"/>
          </ac:grpSpMkLst>
        </pc:grpChg>
        <pc:grpChg chg="del">
          <ac:chgData name="Owais Ahmed" userId="6abc7d4556b3b071" providerId="LiveId" clId="{37B963A1-BBDE-46C5-80F9-50AE1D86A8AA}" dt="2023-07-31T08:52:56.848" v="45" actId="478"/>
          <ac:grpSpMkLst>
            <pc:docMk/>
            <pc:sldMk cId="2990752692" sldId="2547"/>
            <ac:grpSpMk id="229" creationId="{C8C75C70-766E-FBB9-4F22-B03E115A61EB}"/>
          </ac:grpSpMkLst>
        </pc:grpChg>
        <pc:grpChg chg="del mod">
          <ac:chgData name="Owais Ahmed" userId="6abc7d4556b3b071" providerId="LiveId" clId="{37B963A1-BBDE-46C5-80F9-50AE1D86A8AA}" dt="2023-07-31T08:53:08.545" v="50" actId="165"/>
          <ac:grpSpMkLst>
            <pc:docMk/>
            <pc:sldMk cId="2990752692" sldId="2547"/>
            <ac:grpSpMk id="319" creationId="{67144A40-1597-F420-76A1-2F7010E10A74}"/>
          </ac:grpSpMkLst>
        </pc:grpChg>
        <pc:grpChg chg="del">
          <ac:chgData name="Owais Ahmed" userId="6abc7d4556b3b071" providerId="LiveId" clId="{37B963A1-BBDE-46C5-80F9-50AE1D86A8AA}" dt="2023-07-31T07:55:25.191" v="35" actId="478"/>
          <ac:grpSpMkLst>
            <pc:docMk/>
            <pc:sldMk cId="2990752692" sldId="2547"/>
            <ac:grpSpMk id="1024" creationId="{70252386-2C39-B244-D784-76582291C3AB}"/>
          </ac:grpSpMkLst>
        </pc:grpChg>
        <pc:grpChg chg="del">
          <ac:chgData name="Owais Ahmed" userId="6abc7d4556b3b071" providerId="LiveId" clId="{37B963A1-BBDE-46C5-80F9-50AE1D86A8AA}" dt="2023-07-31T07:55:28.815" v="36" actId="478"/>
          <ac:grpSpMkLst>
            <pc:docMk/>
            <pc:sldMk cId="2990752692" sldId="2547"/>
            <ac:grpSpMk id="1027" creationId="{352CBB22-3FE7-2C43-D131-BD504C128AF8}"/>
          </ac:grpSpMkLst>
        </pc:grpChg>
        <pc:grpChg chg="del">
          <ac:chgData name="Owais Ahmed" userId="6abc7d4556b3b071" providerId="LiveId" clId="{37B963A1-BBDE-46C5-80F9-50AE1D86A8AA}" dt="2023-07-31T07:55:29.545" v="37" actId="478"/>
          <ac:grpSpMkLst>
            <pc:docMk/>
            <pc:sldMk cId="2990752692" sldId="2547"/>
            <ac:grpSpMk id="1028" creationId="{477BDD31-A06A-7586-5D52-AE394391CF98}"/>
          </ac:grpSpMkLst>
        </pc:grpChg>
        <pc:grpChg chg="add mod">
          <ac:chgData name="Owais Ahmed" userId="6abc7d4556b3b071" providerId="LiveId" clId="{37B963A1-BBDE-46C5-80F9-50AE1D86A8AA}" dt="2023-07-31T09:20:36.919" v="776" actId="164"/>
          <ac:grpSpMkLst>
            <pc:docMk/>
            <pc:sldMk cId="2990752692" sldId="2547"/>
            <ac:grpSpMk id="1030" creationId="{7F6AC300-8B21-F6BC-872C-CE2FAB97D072}"/>
          </ac:grpSpMkLst>
        </pc:grpChg>
        <pc:grpChg chg="add mod">
          <ac:chgData name="Owais Ahmed" userId="6abc7d4556b3b071" providerId="LiveId" clId="{37B963A1-BBDE-46C5-80F9-50AE1D86A8AA}" dt="2023-07-31T09:20:49.945" v="777" actId="164"/>
          <ac:grpSpMkLst>
            <pc:docMk/>
            <pc:sldMk cId="2990752692" sldId="2547"/>
            <ac:grpSpMk id="1031" creationId="{A657890D-3A39-789E-CA49-4B807C5A96E3}"/>
          </ac:grpSpMkLst>
        </pc:grpChg>
        <pc:grpChg chg="add mod">
          <ac:chgData name="Owais Ahmed" userId="6abc7d4556b3b071" providerId="LiveId" clId="{37B963A1-BBDE-46C5-80F9-50AE1D86A8AA}" dt="2023-07-31T09:21:01.400" v="778" actId="164"/>
          <ac:grpSpMkLst>
            <pc:docMk/>
            <pc:sldMk cId="2990752692" sldId="2547"/>
            <ac:grpSpMk id="1032" creationId="{DE109485-B462-A804-D635-0468C685F9A6}"/>
          </ac:grpSpMkLst>
        </pc:grpChg>
        <pc:cxnChg chg="del mod topLvl">
          <ac:chgData name="Owais Ahmed" userId="6abc7d4556b3b071" providerId="LiveId" clId="{37B963A1-BBDE-46C5-80F9-50AE1D86A8AA}" dt="2023-07-31T09:18:08.681" v="752" actId="478"/>
          <ac:cxnSpMkLst>
            <pc:docMk/>
            <pc:sldMk cId="2990752692" sldId="2547"/>
            <ac:cxnSpMk id="6" creationId="{F5BE4AA2-3B87-6746-4854-9C02D88B2A88}"/>
          </ac:cxnSpMkLst>
        </pc:cxnChg>
        <pc:cxnChg chg="del mod topLvl">
          <ac:chgData name="Owais Ahmed" userId="6abc7d4556b3b071" providerId="LiveId" clId="{37B963A1-BBDE-46C5-80F9-50AE1D86A8AA}" dt="2023-07-31T09:18:09.613" v="753" actId="478"/>
          <ac:cxnSpMkLst>
            <pc:docMk/>
            <pc:sldMk cId="2990752692" sldId="2547"/>
            <ac:cxnSpMk id="8" creationId="{FD1F7B2C-654C-69F3-9A64-12FD5F538EA6}"/>
          </ac:cxnSpMkLst>
        </pc:cxnChg>
        <pc:cxnChg chg="del mod topLvl">
          <ac:chgData name="Owais Ahmed" userId="6abc7d4556b3b071" providerId="LiveId" clId="{37B963A1-BBDE-46C5-80F9-50AE1D86A8AA}" dt="2023-07-31T08:55:11.083" v="88" actId="478"/>
          <ac:cxnSpMkLst>
            <pc:docMk/>
            <pc:sldMk cId="2990752692" sldId="2547"/>
            <ac:cxnSpMk id="10" creationId="{7B6ED8F4-51FE-CD18-AD1A-883DDCF3262A}"/>
          </ac:cxnSpMkLst>
        </pc:cxnChg>
        <pc:cxnChg chg="del mod topLvl">
          <ac:chgData name="Owais Ahmed" userId="6abc7d4556b3b071" providerId="LiveId" clId="{37B963A1-BBDE-46C5-80F9-50AE1D86A8AA}" dt="2023-07-31T08:55:11.083" v="88" actId="478"/>
          <ac:cxnSpMkLst>
            <pc:docMk/>
            <pc:sldMk cId="2990752692" sldId="2547"/>
            <ac:cxnSpMk id="12" creationId="{01DB1ED1-BCD3-F3D1-EC73-46CF6C6F9D52}"/>
          </ac:cxnSpMkLst>
        </pc:cxnChg>
        <pc:cxnChg chg="del mod topLvl">
          <ac:chgData name="Owais Ahmed" userId="6abc7d4556b3b071" providerId="LiveId" clId="{37B963A1-BBDE-46C5-80F9-50AE1D86A8AA}" dt="2023-07-31T08:55:11.083" v="88" actId="478"/>
          <ac:cxnSpMkLst>
            <pc:docMk/>
            <pc:sldMk cId="2990752692" sldId="2547"/>
            <ac:cxnSpMk id="14" creationId="{ECEA1649-DC11-4FCF-725A-2CD4DC62C23B}"/>
          </ac:cxnSpMkLst>
        </pc:cxnChg>
        <pc:cxnChg chg="del mod topLvl">
          <ac:chgData name="Owais Ahmed" userId="6abc7d4556b3b071" providerId="LiveId" clId="{37B963A1-BBDE-46C5-80F9-50AE1D86A8AA}" dt="2023-07-31T09:18:08.028" v="751" actId="478"/>
          <ac:cxnSpMkLst>
            <pc:docMk/>
            <pc:sldMk cId="2990752692" sldId="2547"/>
            <ac:cxnSpMk id="32" creationId="{975FF23F-69FF-9A2C-3D0A-8D9B9B79E92B}"/>
          </ac:cxnSpMkLst>
        </pc:cxnChg>
        <pc:cxnChg chg="del mod topLvl">
          <ac:chgData name="Owais Ahmed" userId="6abc7d4556b3b071" providerId="LiveId" clId="{37B963A1-BBDE-46C5-80F9-50AE1D86A8AA}" dt="2023-07-31T09:18:10.375" v="754" actId="478"/>
          <ac:cxnSpMkLst>
            <pc:docMk/>
            <pc:sldMk cId="2990752692" sldId="2547"/>
            <ac:cxnSpMk id="34" creationId="{1FF619DC-5DEB-17C2-F6AB-F5E47A2D03A8}"/>
          </ac:cxnSpMkLst>
        </pc:cxnChg>
        <pc:cxnChg chg="del mod topLvl">
          <ac:chgData name="Owais Ahmed" userId="6abc7d4556b3b071" providerId="LiveId" clId="{37B963A1-BBDE-46C5-80F9-50AE1D86A8AA}" dt="2023-07-31T09:18:11.075" v="755" actId="478"/>
          <ac:cxnSpMkLst>
            <pc:docMk/>
            <pc:sldMk cId="2990752692" sldId="2547"/>
            <ac:cxnSpMk id="36" creationId="{A0886EEC-0F49-627C-404C-1F65651C3759}"/>
          </ac:cxnSpMkLst>
        </pc:cxnChg>
        <pc:cxnChg chg="del mod topLvl">
          <ac:chgData name="Owais Ahmed" userId="6abc7d4556b3b071" providerId="LiveId" clId="{37B963A1-BBDE-46C5-80F9-50AE1D86A8AA}" dt="2023-07-31T09:18:11.888" v="756" actId="478"/>
          <ac:cxnSpMkLst>
            <pc:docMk/>
            <pc:sldMk cId="2990752692" sldId="2547"/>
            <ac:cxnSpMk id="38" creationId="{3C0DE5EB-5BCB-91CB-27D3-A97D8D9E2003}"/>
          </ac:cxnSpMkLst>
        </pc:cxnChg>
        <pc:cxnChg chg="del mod topLvl">
          <ac:chgData name="Owais Ahmed" userId="6abc7d4556b3b071" providerId="LiveId" clId="{37B963A1-BBDE-46C5-80F9-50AE1D86A8AA}" dt="2023-07-31T08:57:31.506" v="126" actId="478"/>
          <ac:cxnSpMkLst>
            <pc:docMk/>
            <pc:sldMk cId="2990752692" sldId="2547"/>
            <ac:cxnSpMk id="40" creationId="{68D93A2C-013F-59C4-2F7D-E302670FD9ED}"/>
          </ac:cxnSpMkLst>
        </pc:cxnChg>
        <pc:cxnChg chg="mod">
          <ac:chgData name="Owais Ahmed" userId="6abc7d4556b3b071" providerId="LiveId" clId="{37B963A1-BBDE-46C5-80F9-50AE1D86A8AA}" dt="2023-07-31T09:14:12.764" v="658"/>
          <ac:cxnSpMkLst>
            <pc:docMk/>
            <pc:sldMk cId="2990752692" sldId="2547"/>
            <ac:cxnSpMk id="67" creationId="{EE4DEF9E-97FB-0AE3-8870-CBDA22FA38B2}"/>
          </ac:cxnSpMkLst>
        </pc:cxnChg>
        <pc:cxnChg chg="mod">
          <ac:chgData name="Owais Ahmed" userId="6abc7d4556b3b071" providerId="LiveId" clId="{37B963A1-BBDE-46C5-80F9-50AE1D86A8AA}" dt="2023-07-31T09:14:12.764" v="658"/>
          <ac:cxnSpMkLst>
            <pc:docMk/>
            <pc:sldMk cId="2990752692" sldId="2547"/>
            <ac:cxnSpMk id="69" creationId="{DA1A13DB-12BC-8167-C5F3-7A43CCA521C3}"/>
          </ac:cxnSpMkLst>
        </pc:cxnChg>
        <pc:cxnChg chg="mod">
          <ac:chgData name="Owais Ahmed" userId="6abc7d4556b3b071" providerId="LiveId" clId="{37B963A1-BBDE-46C5-80F9-50AE1D86A8AA}" dt="2023-07-31T09:14:12.764" v="658"/>
          <ac:cxnSpMkLst>
            <pc:docMk/>
            <pc:sldMk cId="2990752692" sldId="2547"/>
            <ac:cxnSpMk id="71" creationId="{01A6A5A2-6B00-68BC-9A90-0F680F5268CD}"/>
          </ac:cxnSpMkLst>
        </pc:cxnChg>
        <pc:cxnChg chg="mod">
          <ac:chgData name="Owais Ahmed" userId="6abc7d4556b3b071" providerId="LiveId" clId="{37B963A1-BBDE-46C5-80F9-50AE1D86A8AA}" dt="2023-07-31T09:14:12.764" v="658"/>
          <ac:cxnSpMkLst>
            <pc:docMk/>
            <pc:sldMk cId="2990752692" sldId="2547"/>
            <ac:cxnSpMk id="73" creationId="{430219A4-8AC9-CA8E-DA84-A7121E578DEC}"/>
          </ac:cxnSpMkLst>
        </pc:cxnChg>
        <pc:cxnChg chg="add del mod topLvl">
          <ac:chgData name="Owais Ahmed" userId="6abc7d4556b3b071" providerId="LiveId" clId="{37B963A1-BBDE-46C5-80F9-50AE1D86A8AA}" dt="2023-07-31T09:19:02.016" v="771" actId="478"/>
          <ac:cxnSpMkLst>
            <pc:docMk/>
            <pc:sldMk cId="2990752692" sldId="2547"/>
            <ac:cxnSpMk id="91" creationId="{CC9D26DB-184B-946C-59FA-CD1CC56D8D2B}"/>
          </ac:cxnSpMkLst>
        </pc:cxnChg>
        <pc:cxnChg chg="del mod topLvl">
          <ac:chgData name="Owais Ahmed" userId="6abc7d4556b3b071" providerId="LiveId" clId="{37B963A1-BBDE-46C5-80F9-50AE1D86A8AA}" dt="2023-07-31T09:18:13.798" v="758" actId="478"/>
          <ac:cxnSpMkLst>
            <pc:docMk/>
            <pc:sldMk cId="2990752692" sldId="2547"/>
            <ac:cxnSpMk id="93" creationId="{5E937128-413A-5EAB-0C40-6758539C45A2}"/>
          </ac:cxnSpMkLst>
        </pc:cxnChg>
        <pc:cxnChg chg="del mod topLvl">
          <ac:chgData name="Owais Ahmed" userId="6abc7d4556b3b071" providerId="LiveId" clId="{37B963A1-BBDE-46C5-80F9-50AE1D86A8AA}" dt="2023-07-31T09:18:12.634" v="757" actId="478"/>
          <ac:cxnSpMkLst>
            <pc:docMk/>
            <pc:sldMk cId="2990752692" sldId="2547"/>
            <ac:cxnSpMk id="95" creationId="{DC53BF8B-D6B8-D42C-BCF8-FAE02D2211AF}"/>
          </ac:cxnSpMkLst>
        </pc:cxnChg>
        <pc:cxnChg chg="del mod">
          <ac:chgData name="Owais Ahmed" userId="6abc7d4556b3b071" providerId="LiveId" clId="{37B963A1-BBDE-46C5-80F9-50AE1D86A8AA}" dt="2023-07-31T09:15:15.851" v="725" actId="478"/>
          <ac:cxnSpMkLst>
            <pc:docMk/>
            <pc:sldMk cId="2990752692" sldId="2547"/>
            <ac:cxnSpMk id="97" creationId="{08429E82-AF16-E636-859E-002B35691C73}"/>
          </ac:cxnSpMkLst>
        </pc:cxnChg>
        <pc:cxnChg chg="add del mod">
          <ac:chgData name="Owais Ahmed" userId="6abc7d4556b3b071" providerId="LiveId" clId="{37B963A1-BBDE-46C5-80F9-50AE1D86A8AA}" dt="2023-07-31T09:18:22.926" v="762" actId="11529"/>
          <ac:cxnSpMkLst>
            <pc:docMk/>
            <pc:sldMk cId="2990752692" sldId="2547"/>
            <ac:cxnSpMk id="112" creationId="{2F11B00F-D0CE-CEC1-F2D3-518F4A1C0C86}"/>
          </ac:cxnSpMkLst>
        </pc:cxnChg>
        <pc:cxnChg chg="add mod">
          <ac:chgData name="Owais Ahmed" userId="6abc7d4556b3b071" providerId="LiveId" clId="{37B963A1-BBDE-46C5-80F9-50AE1D86A8AA}" dt="2023-07-31T09:20:36.919" v="776" actId="164"/>
          <ac:cxnSpMkLst>
            <pc:docMk/>
            <pc:sldMk cId="2990752692" sldId="2547"/>
            <ac:cxnSpMk id="114" creationId="{EAB36859-E5BD-DACB-F008-D53C1FB52938}"/>
          </ac:cxnSpMkLst>
        </pc:cxnChg>
        <pc:cxnChg chg="add mod">
          <ac:chgData name="Owais Ahmed" userId="6abc7d4556b3b071" providerId="LiveId" clId="{37B963A1-BBDE-46C5-80F9-50AE1D86A8AA}" dt="2023-07-31T09:20:36.919" v="776" actId="164"/>
          <ac:cxnSpMkLst>
            <pc:docMk/>
            <pc:sldMk cId="2990752692" sldId="2547"/>
            <ac:cxnSpMk id="116" creationId="{D77FC880-6C95-361E-00A0-59E24EBDA4E4}"/>
          </ac:cxnSpMkLst>
        </pc:cxnChg>
        <pc:cxnChg chg="add mod">
          <ac:chgData name="Owais Ahmed" userId="6abc7d4556b3b071" providerId="LiveId" clId="{37B963A1-BBDE-46C5-80F9-50AE1D86A8AA}" dt="2023-07-31T09:20:49.945" v="777" actId="164"/>
          <ac:cxnSpMkLst>
            <pc:docMk/>
            <pc:sldMk cId="2990752692" sldId="2547"/>
            <ac:cxnSpMk id="118" creationId="{B16C2EF2-AE8D-275C-5323-4D2014DE077E}"/>
          </ac:cxnSpMkLst>
        </pc:cxnChg>
        <pc:cxnChg chg="add mod">
          <ac:chgData name="Owais Ahmed" userId="6abc7d4556b3b071" providerId="LiveId" clId="{37B963A1-BBDE-46C5-80F9-50AE1D86A8AA}" dt="2023-07-31T09:20:49.945" v="777" actId="164"/>
          <ac:cxnSpMkLst>
            <pc:docMk/>
            <pc:sldMk cId="2990752692" sldId="2547"/>
            <ac:cxnSpMk id="120" creationId="{4A79240C-A032-EB17-41E0-52386AB60888}"/>
          </ac:cxnSpMkLst>
        </pc:cxnChg>
        <pc:cxnChg chg="add mod">
          <ac:chgData name="Owais Ahmed" userId="6abc7d4556b3b071" providerId="LiveId" clId="{37B963A1-BBDE-46C5-80F9-50AE1D86A8AA}" dt="2023-07-31T09:20:49.945" v="777" actId="164"/>
          <ac:cxnSpMkLst>
            <pc:docMk/>
            <pc:sldMk cId="2990752692" sldId="2547"/>
            <ac:cxnSpMk id="122" creationId="{4AFB9E76-0EA7-153B-7E1E-05A0E4C97456}"/>
          </ac:cxnSpMkLst>
        </pc:cxnChg>
        <pc:cxnChg chg="add mod">
          <ac:chgData name="Owais Ahmed" userId="6abc7d4556b3b071" providerId="LiveId" clId="{37B963A1-BBDE-46C5-80F9-50AE1D86A8AA}" dt="2023-07-31T09:20:49.945" v="777" actId="164"/>
          <ac:cxnSpMkLst>
            <pc:docMk/>
            <pc:sldMk cId="2990752692" sldId="2547"/>
            <ac:cxnSpMk id="124" creationId="{4CC2FB86-E07E-4B09-2A94-5C61DF69A735}"/>
          </ac:cxnSpMkLst>
        </pc:cxnChg>
        <pc:cxnChg chg="add mod">
          <ac:chgData name="Owais Ahmed" userId="6abc7d4556b3b071" providerId="LiveId" clId="{37B963A1-BBDE-46C5-80F9-50AE1D86A8AA}" dt="2023-07-31T09:21:01.400" v="778" actId="164"/>
          <ac:cxnSpMkLst>
            <pc:docMk/>
            <pc:sldMk cId="2990752692" sldId="2547"/>
            <ac:cxnSpMk id="126" creationId="{8363E0F2-10CE-03C0-6C14-BE8802F9921A}"/>
          </ac:cxnSpMkLst>
        </pc:cxnChg>
        <pc:cxnChg chg="del mod topLvl">
          <ac:chgData name="Owais Ahmed" userId="6abc7d4556b3b071" providerId="LiveId" clId="{37B963A1-BBDE-46C5-80F9-50AE1D86A8AA}" dt="2023-07-31T08:53:14.069" v="51" actId="478"/>
          <ac:cxnSpMkLst>
            <pc:docMk/>
            <pc:sldMk cId="2990752692" sldId="2547"/>
            <ac:cxnSpMk id="213" creationId="{20DC458F-65D1-43A6-AD4D-D629C78B59E7}"/>
          </ac:cxnSpMkLst>
        </pc:cxnChg>
        <pc:cxnChg chg="del mod topLvl">
          <ac:chgData name="Owais Ahmed" userId="6abc7d4556b3b071" providerId="LiveId" clId="{37B963A1-BBDE-46C5-80F9-50AE1D86A8AA}" dt="2023-07-31T08:53:14.069" v="51" actId="478"/>
          <ac:cxnSpMkLst>
            <pc:docMk/>
            <pc:sldMk cId="2990752692" sldId="2547"/>
            <ac:cxnSpMk id="220" creationId="{28F6F686-00F5-6015-997C-1C4CF1E4068B}"/>
          </ac:cxnSpMkLst>
        </pc:cxnChg>
        <pc:cxnChg chg="del mod topLvl">
          <ac:chgData name="Owais Ahmed" userId="6abc7d4556b3b071" providerId="LiveId" clId="{37B963A1-BBDE-46C5-80F9-50AE1D86A8AA}" dt="2023-07-31T08:53:14.069" v="51" actId="478"/>
          <ac:cxnSpMkLst>
            <pc:docMk/>
            <pc:sldMk cId="2990752692" sldId="2547"/>
            <ac:cxnSpMk id="224" creationId="{4012E97B-BC47-B062-6D50-EAE8D79C698D}"/>
          </ac:cxnSpMkLst>
        </pc:cxnChg>
        <pc:cxnChg chg="del mod topLvl">
          <ac:chgData name="Owais Ahmed" userId="6abc7d4556b3b071" providerId="LiveId" clId="{37B963A1-BBDE-46C5-80F9-50AE1D86A8AA}" dt="2023-07-31T08:53:14.069" v="51" actId="478"/>
          <ac:cxnSpMkLst>
            <pc:docMk/>
            <pc:sldMk cId="2990752692" sldId="2547"/>
            <ac:cxnSpMk id="228" creationId="{69E4D838-7DB3-6200-DAB9-4580B505DEEA}"/>
          </ac:cxnSpMkLst>
        </pc:cxnChg>
        <pc:cxnChg chg="del mod">
          <ac:chgData name="Owais Ahmed" userId="6abc7d4556b3b071" providerId="LiveId" clId="{37B963A1-BBDE-46C5-80F9-50AE1D86A8AA}" dt="2023-07-31T08:53:03.880" v="49" actId="478"/>
          <ac:cxnSpMkLst>
            <pc:docMk/>
            <pc:sldMk cId="2990752692" sldId="2547"/>
            <ac:cxnSpMk id="232" creationId="{F3EE973A-C53F-79CD-35AE-8E27B1A37F1D}"/>
          </ac:cxnSpMkLst>
        </pc:cxnChg>
        <pc:cxnChg chg="mod">
          <ac:chgData name="Owais Ahmed" userId="6abc7d4556b3b071" providerId="LiveId" clId="{37B963A1-BBDE-46C5-80F9-50AE1D86A8AA}" dt="2023-07-31T07:55:25.191" v="35" actId="478"/>
          <ac:cxnSpMkLst>
            <pc:docMk/>
            <pc:sldMk cId="2990752692" sldId="2547"/>
            <ac:cxnSpMk id="240" creationId="{B7098FFA-5991-5B86-5313-DBB8E6ACD2D1}"/>
          </ac:cxnSpMkLst>
        </pc:cxnChg>
        <pc:cxnChg chg="mod">
          <ac:chgData name="Owais Ahmed" userId="6abc7d4556b3b071" providerId="LiveId" clId="{37B963A1-BBDE-46C5-80F9-50AE1D86A8AA}" dt="2023-07-31T07:55:25.191" v="35" actId="478"/>
          <ac:cxnSpMkLst>
            <pc:docMk/>
            <pc:sldMk cId="2990752692" sldId="2547"/>
            <ac:cxnSpMk id="244" creationId="{26C9C688-E9A1-AD73-B7ED-FA9001838654}"/>
          </ac:cxnSpMkLst>
        </pc:cxnChg>
        <pc:cxnChg chg="mod">
          <ac:chgData name="Owais Ahmed" userId="6abc7d4556b3b071" providerId="LiveId" clId="{37B963A1-BBDE-46C5-80F9-50AE1D86A8AA}" dt="2023-07-31T07:55:25.191" v="35" actId="478"/>
          <ac:cxnSpMkLst>
            <pc:docMk/>
            <pc:sldMk cId="2990752692" sldId="2547"/>
            <ac:cxnSpMk id="248" creationId="{322F526B-D2BC-E613-65D0-FE89D4620B7A}"/>
          </ac:cxnSpMkLst>
        </pc:cxnChg>
        <pc:cxnChg chg="mod">
          <ac:chgData name="Owais Ahmed" userId="6abc7d4556b3b071" providerId="LiveId" clId="{37B963A1-BBDE-46C5-80F9-50AE1D86A8AA}" dt="2023-07-31T07:55:25.191" v="35" actId="478"/>
          <ac:cxnSpMkLst>
            <pc:docMk/>
            <pc:sldMk cId="2990752692" sldId="2547"/>
            <ac:cxnSpMk id="252" creationId="{4F1485D7-04A2-E361-5995-72B9663EF71A}"/>
          </ac:cxnSpMkLst>
        </pc:cxnChg>
        <pc:cxnChg chg="mod">
          <ac:chgData name="Owais Ahmed" userId="6abc7d4556b3b071" providerId="LiveId" clId="{37B963A1-BBDE-46C5-80F9-50AE1D86A8AA}" dt="2023-07-31T07:55:25.191" v="35" actId="478"/>
          <ac:cxnSpMkLst>
            <pc:docMk/>
            <pc:sldMk cId="2990752692" sldId="2547"/>
            <ac:cxnSpMk id="256" creationId="{8D34D431-6C53-42A2-C0D9-E20C69418F24}"/>
          </ac:cxnSpMkLst>
        </pc:cxnChg>
        <pc:cxnChg chg="mod">
          <ac:chgData name="Owais Ahmed" userId="6abc7d4556b3b071" providerId="LiveId" clId="{37B963A1-BBDE-46C5-80F9-50AE1D86A8AA}" dt="2023-07-31T07:55:25.191" v="35" actId="478"/>
          <ac:cxnSpMkLst>
            <pc:docMk/>
            <pc:sldMk cId="2990752692" sldId="2547"/>
            <ac:cxnSpMk id="261" creationId="{DC6C7DE2-69DF-BFDD-C2EF-8B3E01A3CCEB}"/>
          </ac:cxnSpMkLst>
        </pc:cxnChg>
        <pc:cxnChg chg="mod">
          <ac:chgData name="Owais Ahmed" userId="6abc7d4556b3b071" providerId="LiveId" clId="{37B963A1-BBDE-46C5-80F9-50AE1D86A8AA}" dt="2023-07-31T07:55:28.815" v="36" actId="478"/>
          <ac:cxnSpMkLst>
            <pc:docMk/>
            <pc:sldMk cId="2990752692" sldId="2547"/>
            <ac:cxnSpMk id="268" creationId="{E7F052F5-7CBD-2F05-E655-773FA1456244}"/>
          </ac:cxnSpMkLst>
        </pc:cxnChg>
        <pc:cxnChg chg="mod">
          <ac:chgData name="Owais Ahmed" userId="6abc7d4556b3b071" providerId="LiveId" clId="{37B963A1-BBDE-46C5-80F9-50AE1D86A8AA}" dt="2023-07-31T07:55:28.815" v="36" actId="478"/>
          <ac:cxnSpMkLst>
            <pc:docMk/>
            <pc:sldMk cId="2990752692" sldId="2547"/>
            <ac:cxnSpMk id="280" creationId="{D6B5FB28-E472-E3AC-6D4F-7D7D5F911674}"/>
          </ac:cxnSpMkLst>
        </pc:cxnChg>
        <pc:cxnChg chg="mod">
          <ac:chgData name="Owais Ahmed" userId="6abc7d4556b3b071" providerId="LiveId" clId="{37B963A1-BBDE-46C5-80F9-50AE1D86A8AA}" dt="2023-07-31T07:55:28.815" v="36" actId="478"/>
          <ac:cxnSpMkLst>
            <pc:docMk/>
            <pc:sldMk cId="2990752692" sldId="2547"/>
            <ac:cxnSpMk id="284" creationId="{233DEFD1-9501-6CAE-9C63-3AE11A33EC76}"/>
          </ac:cxnSpMkLst>
        </pc:cxnChg>
        <pc:cxnChg chg="mod">
          <ac:chgData name="Owais Ahmed" userId="6abc7d4556b3b071" providerId="LiveId" clId="{37B963A1-BBDE-46C5-80F9-50AE1D86A8AA}" dt="2023-07-31T07:55:28.815" v="36" actId="478"/>
          <ac:cxnSpMkLst>
            <pc:docMk/>
            <pc:sldMk cId="2990752692" sldId="2547"/>
            <ac:cxnSpMk id="288" creationId="{F11FB287-BC39-190A-43B9-A5B34B82B977}"/>
          </ac:cxnSpMkLst>
        </pc:cxnChg>
        <pc:cxnChg chg="add mod">
          <ac:chgData name="Owais Ahmed" userId="6abc7d4556b3b071" providerId="LiveId" clId="{37B963A1-BBDE-46C5-80F9-50AE1D86A8AA}" dt="2023-07-31T09:21:01.400" v="778" actId="164"/>
          <ac:cxnSpMkLst>
            <pc:docMk/>
            <pc:sldMk cId="2990752692" sldId="2547"/>
            <ac:cxnSpMk id="1025" creationId="{33E52E20-8B3F-3C42-7176-F4BE107E4E5C}"/>
          </ac:cxnSpMkLst>
        </pc:cxnChg>
        <pc:cxnChg chg="add mod">
          <ac:chgData name="Owais Ahmed" userId="6abc7d4556b3b071" providerId="LiveId" clId="{37B963A1-BBDE-46C5-80F9-50AE1D86A8AA}" dt="2023-07-31T09:21:01.400" v="778" actId="164"/>
          <ac:cxnSpMkLst>
            <pc:docMk/>
            <pc:sldMk cId="2990752692" sldId="2547"/>
            <ac:cxnSpMk id="1029" creationId="{F17F1DB9-9026-97D8-7854-3DD4E9D477CF}"/>
          </ac:cxnSpMkLst>
        </pc:cxnChg>
      </pc:sldChg>
      <pc:sldChg chg="add del">
        <pc:chgData name="Owais Ahmed" userId="6abc7d4556b3b071" providerId="LiveId" clId="{37B963A1-BBDE-46C5-80F9-50AE1D86A8AA}" dt="2023-07-31T09:17:48.628" v="749" actId="47"/>
        <pc:sldMkLst>
          <pc:docMk/>
          <pc:sldMk cId="1225631326" sldId="2548"/>
        </pc:sldMkLst>
      </pc:sldChg>
    </pc:docChg>
  </pc:docChgLst>
  <pc:docChgLst>
    <pc:chgData name="Owais Ahmed" userId="6abc7d4556b3b071" providerId="LiveId" clId="{4CD71B15-CCD9-4CBF-BC84-B4C52C1D305A}"/>
    <pc:docChg chg="addSld delSld modSld sldOrd">
      <pc:chgData name="Owais Ahmed" userId="6abc7d4556b3b071" providerId="LiveId" clId="{4CD71B15-CCD9-4CBF-BC84-B4C52C1D305A}" dt="2023-07-30T18:54:53.214" v="647" actId="47"/>
      <pc:docMkLst>
        <pc:docMk/>
      </pc:docMkLst>
      <pc:sldChg chg="modSp add del mod ord modAnim">
        <pc:chgData name="Owais Ahmed" userId="6abc7d4556b3b071" providerId="LiveId" clId="{4CD71B15-CCD9-4CBF-BC84-B4C52C1D305A}" dt="2023-07-30T18:54:53.214" v="647" actId="47"/>
        <pc:sldMkLst>
          <pc:docMk/>
          <pc:sldMk cId="4041671842" sldId="2516"/>
        </pc:sldMkLst>
        <pc:spChg chg="mod">
          <ac:chgData name="Owais Ahmed" userId="6abc7d4556b3b071" providerId="LiveId" clId="{4CD71B15-CCD9-4CBF-BC84-B4C52C1D305A}" dt="2023-07-30T18:54:43.518" v="646" actId="20577"/>
          <ac:spMkLst>
            <pc:docMk/>
            <pc:sldMk cId="4041671842" sldId="2516"/>
            <ac:spMk id="3" creationId="{4A1C0383-58FE-E486-295E-B33B8683B938}"/>
          </ac:spMkLst>
        </pc:spChg>
        <pc:spChg chg="mod">
          <ac:chgData name="Owais Ahmed" userId="6abc7d4556b3b071" providerId="LiveId" clId="{4CD71B15-CCD9-4CBF-BC84-B4C52C1D305A}" dt="2023-07-30T17:45:07.195" v="18" actId="20577"/>
          <ac:spMkLst>
            <pc:docMk/>
            <pc:sldMk cId="4041671842" sldId="2516"/>
            <ac:spMk id="215" creationId="{00000000-0000-0000-0000-000000000000}"/>
          </ac:spMkLst>
        </pc:spChg>
      </pc:sldChg>
    </pc:docChg>
  </pc:docChgLst>
  <pc:docChgLst>
    <pc:chgData name="Owais Ahmed" userId="6abc7d4556b3b071" providerId="LiveId" clId="{C968DFF7-75EA-425C-B744-BCB0C5DAAF5B}"/>
    <pc:docChg chg="undo custSel addSld delSld modSld sldOrd">
      <pc:chgData name="Owais Ahmed" userId="6abc7d4556b3b071" providerId="LiveId" clId="{C968DFF7-75EA-425C-B744-BCB0C5DAAF5B}" dt="2023-08-22T05:24:27.373" v="14616" actId="20577"/>
      <pc:docMkLst>
        <pc:docMk/>
      </pc:docMkLst>
      <pc:sldChg chg="modSp mod">
        <pc:chgData name="Owais Ahmed" userId="6abc7d4556b3b071" providerId="LiveId" clId="{C968DFF7-75EA-425C-B744-BCB0C5DAAF5B}" dt="2023-08-17T09:37:48.385" v="12743" actId="20577"/>
        <pc:sldMkLst>
          <pc:docMk/>
          <pc:sldMk cId="1649098948" sldId="2462"/>
        </pc:sldMkLst>
        <pc:spChg chg="mod">
          <ac:chgData name="Owais Ahmed" userId="6abc7d4556b3b071" providerId="LiveId" clId="{C968DFF7-75EA-425C-B744-BCB0C5DAAF5B}" dt="2023-08-17T09:37:48.385" v="12743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">
        <pc:chgData name="Owais Ahmed" userId="6abc7d4556b3b071" providerId="LiveId" clId="{C968DFF7-75EA-425C-B744-BCB0C5DAAF5B}" dt="2023-08-10T07:32:45.723" v="812" actId="20577"/>
        <pc:sldMkLst>
          <pc:docMk/>
          <pc:sldMk cId="296501705" sldId="2557"/>
        </pc:sldMkLst>
        <pc:spChg chg="mod">
          <ac:chgData name="Owais Ahmed" userId="6abc7d4556b3b071" providerId="LiveId" clId="{C968DFF7-75EA-425C-B744-BCB0C5DAAF5B}" dt="2023-08-10T07:32:45.723" v="812" actId="20577"/>
          <ac:spMkLst>
            <pc:docMk/>
            <pc:sldMk cId="296501705" sldId="2557"/>
            <ac:spMk id="3" creationId="{4A1C0383-58FE-E486-295E-B33B8683B938}"/>
          </ac:spMkLst>
        </pc:spChg>
        <pc:spChg chg="mod">
          <ac:chgData name="Owais Ahmed" userId="6abc7d4556b3b071" providerId="LiveId" clId="{C968DFF7-75EA-425C-B744-BCB0C5DAAF5B}" dt="2023-08-10T07:12:31.050" v="57" actId="20577"/>
          <ac:spMkLst>
            <pc:docMk/>
            <pc:sldMk cId="296501705" sldId="2557"/>
            <ac:spMk id="215" creationId="{00000000-0000-0000-0000-000000000000}"/>
          </ac:spMkLst>
        </pc:spChg>
      </pc:sldChg>
      <pc:sldChg chg="del">
        <pc:chgData name="Owais Ahmed" userId="6abc7d4556b3b071" providerId="LiveId" clId="{C968DFF7-75EA-425C-B744-BCB0C5DAAF5B}" dt="2023-08-10T07:32:53.252" v="813" actId="47"/>
        <pc:sldMkLst>
          <pc:docMk/>
          <pc:sldMk cId="53512322" sldId="2558"/>
        </pc:sldMkLst>
      </pc:sldChg>
      <pc:sldChg chg="modSp add mod modAnim">
        <pc:chgData name="Owais Ahmed" userId="6abc7d4556b3b071" providerId="LiveId" clId="{C968DFF7-75EA-425C-B744-BCB0C5DAAF5B}" dt="2023-08-12T09:10:33.738" v="9777" actId="20577"/>
        <pc:sldMkLst>
          <pc:docMk/>
          <pc:sldMk cId="434899577" sldId="2558"/>
        </pc:sldMkLst>
        <pc:spChg chg="mod">
          <ac:chgData name="Owais Ahmed" userId="6abc7d4556b3b071" providerId="LiveId" clId="{C968DFF7-75EA-425C-B744-BCB0C5DAAF5B}" dt="2023-08-12T09:10:33.738" v="9777" actId="20577"/>
          <ac:spMkLst>
            <pc:docMk/>
            <pc:sldMk cId="434899577" sldId="2558"/>
            <ac:spMk id="3" creationId="{4A1C0383-58FE-E486-295E-B33B8683B938}"/>
          </ac:spMkLst>
        </pc:spChg>
        <pc:spChg chg="mod">
          <ac:chgData name="Owais Ahmed" userId="6abc7d4556b3b071" providerId="LiveId" clId="{C968DFF7-75EA-425C-B744-BCB0C5DAAF5B}" dt="2023-08-12T04:27:59.021" v="1912" actId="20577"/>
          <ac:spMkLst>
            <pc:docMk/>
            <pc:sldMk cId="434899577" sldId="2558"/>
            <ac:spMk id="215" creationId="{00000000-0000-0000-0000-000000000000}"/>
          </ac:spMkLst>
        </pc:spChg>
      </pc:sldChg>
      <pc:sldChg chg="del">
        <pc:chgData name="Owais Ahmed" userId="6abc7d4556b3b071" providerId="LiveId" clId="{C968DFF7-75EA-425C-B744-BCB0C5DAAF5B}" dt="2023-08-10T07:32:53.252" v="813" actId="47"/>
        <pc:sldMkLst>
          <pc:docMk/>
          <pc:sldMk cId="1566808580" sldId="2559"/>
        </pc:sldMkLst>
      </pc:sldChg>
      <pc:sldChg chg="modSp add mod modAnim">
        <pc:chgData name="Owais Ahmed" userId="6abc7d4556b3b071" providerId="LiveId" clId="{C968DFF7-75EA-425C-B744-BCB0C5DAAF5B}" dt="2023-08-12T09:11:03.452" v="9792" actId="403"/>
        <pc:sldMkLst>
          <pc:docMk/>
          <pc:sldMk cId="3699905756" sldId="2559"/>
        </pc:sldMkLst>
        <pc:spChg chg="mod">
          <ac:chgData name="Owais Ahmed" userId="6abc7d4556b3b071" providerId="LiveId" clId="{C968DFF7-75EA-425C-B744-BCB0C5DAAF5B}" dt="2023-08-12T09:11:03.452" v="9792" actId="403"/>
          <ac:spMkLst>
            <pc:docMk/>
            <pc:sldMk cId="3699905756" sldId="2559"/>
            <ac:spMk id="3" creationId="{4A1C0383-58FE-E486-295E-B33B8683B938}"/>
          </ac:spMkLst>
        </pc:spChg>
        <pc:spChg chg="mod">
          <ac:chgData name="Owais Ahmed" userId="6abc7d4556b3b071" providerId="LiveId" clId="{C968DFF7-75EA-425C-B744-BCB0C5DAAF5B}" dt="2023-08-12T06:36:06.543" v="4752"/>
          <ac:spMkLst>
            <pc:docMk/>
            <pc:sldMk cId="3699905756" sldId="2559"/>
            <ac:spMk id="215" creationId="{00000000-0000-0000-0000-000000000000}"/>
          </ac:spMkLst>
        </pc:spChg>
      </pc:sldChg>
      <pc:sldChg chg="addSp modSp add mod modAnim">
        <pc:chgData name="Owais Ahmed" userId="6abc7d4556b3b071" providerId="LiveId" clId="{C968DFF7-75EA-425C-B744-BCB0C5DAAF5B}" dt="2023-08-12T09:11:28.593" v="9798" actId="20577"/>
        <pc:sldMkLst>
          <pc:docMk/>
          <pc:sldMk cId="2653031371" sldId="2560"/>
        </pc:sldMkLst>
        <pc:spChg chg="mod">
          <ac:chgData name="Owais Ahmed" userId="6abc7d4556b3b071" providerId="LiveId" clId="{C968DFF7-75EA-425C-B744-BCB0C5DAAF5B}" dt="2023-08-12T06:35:10.722" v="4732" actId="20577"/>
          <ac:spMkLst>
            <pc:docMk/>
            <pc:sldMk cId="2653031371" sldId="2560"/>
            <ac:spMk id="3" creationId="{4A1C0383-58FE-E486-295E-B33B8683B938}"/>
          </ac:spMkLst>
        </pc:spChg>
        <pc:spChg chg="add mod">
          <ac:chgData name="Owais Ahmed" userId="6abc7d4556b3b071" providerId="LiveId" clId="{C968DFF7-75EA-425C-B744-BCB0C5DAAF5B}" dt="2023-08-12T09:11:28.593" v="9798" actId="20577"/>
          <ac:spMkLst>
            <pc:docMk/>
            <pc:sldMk cId="2653031371" sldId="2560"/>
            <ac:spMk id="4" creationId="{B7B67BB1-5AC3-71FA-0F19-C2981501A864}"/>
          </ac:spMkLst>
        </pc:spChg>
        <pc:spChg chg="mod">
          <ac:chgData name="Owais Ahmed" userId="6abc7d4556b3b071" providerId="LiveId" clId="{C968DFF7-75EA-425C-B744-BCB0C5DAAF5B}" dt="2023-08-12T06:36:09.588" v="4753"/>
          <ac:spMkLst>
            <pc:docMk/>
            <pc:sldMk cId="2653031371" sldId="2560"/>
            <ac:spMk id="215" creationId="{00000000-0000-0000-0000-000000000000}"/>
          </ac:spMkLst>
        </pc:spChg>
      </pc:sldChg>
      <pc:sldChg chg="del">
        <pc:chgData name="Owais Ahmed" userId="6abc7d4556b3b071" providerId="LiveId" clId="{C968DFF7-75EA-425C-B744-BCB0C5DAAF5B}" dt="2023-08-10T07:32:53.252" v="813" actId="47"/>
        <pc:sldMkLst>
          <pc:docMk/>
          <pc:sldMk cId="3737636412" sldId="2560"/>
        </pc:sldMkLst>
      </pc:sldChg>
      <pc:sldChg chg="modSp add mod modAnim">
        <pc:chgData name="Owais Ahmed" userId="6abc7d4556b3b071" providerId="LiveId" clId="{C968DFF7-75EA-425C-B744-BCB0C5DAAF5B}" dt="2023-08-12T06:36:12.503" v="4754"/>
        <pc:sldMkLst>
          <pc:docMk/>
          <pc:sldMk cId="224988690" sldId="2561"/>
        </pc:sldMkLst>
        <pc:spChg chg="mod">
          <ac:chgData name="Owais Ahmed" userId="6abc7d4556b3b071" providerId="LiveId" clId="{C968DFF7-75EA-425C-B744-BCB0C5DAAF5B}" dt="2023-08-12T06:35:37.622" v="4734" actId="20577"/>
          <ac:spMkLst>
            <pc:docMk/>
            <pc:sldMk cId="224988690" sldId="2561"/>
            <ac:spMk id="3" creationId="{4A1C0383-58FE-E486-295E-B33B8683B938}"/>
          </ac:spMkLst>
        </pc:spChg>
        <pc:spChg chg="mod">
          <ac:chgData name="Owais Ahmed" userId="6abc7d4556b3b071" providerId="LiveId" clId="{C968DFF7-75EA-425C-B744-BCB0C5DAAF5B}" dt="2023-08-12T06:09:00.084" v="4657" actId="20577"/>
          <ac:spMkLst>
            <pc:docMk/>
            <pc:sldMk cId="224988690" sldId="2561"/>
            <ac:spMk id="4" creationId="{B7B67BB1-5AC3-71FA-0F19-C2981501A864}"/>
          </ac:spMkLst>
        </pc:spChg>
        <pc:spChg chg="mod">
          <ac:chgData name="Owais Ahmed" userId="6abc7d4556b3b071" providerId="LiveId" clId="{C968DFF7-75EA-425C-B744-BCB0C5DAAF5B}" dt="2023-08-12T06:36:12.503" v="4754"/>
          <ac:spMkLst>
            <pc:docMk/>
            <pc:sldMk cId="224988690" sldId="2561"/>
            <ac:spMk id="215" creationId="{00000000-0000-0000-0000-000000000000}"/>
          </ac:spMkLst>
        </pc:spChg>
      </pc:sldChg>
      <pc:sldChg chg="del">
        <pc:chgData name="Owais Ahmed" userId="6abc7d4556b3b071" providerId="LiveId" clId="{C968DFF7-75EA-425C-B744-BCB0C5DAAF5B}" dt="2023-08-10T07:32:53.252" v="813" actId="47"/>
        <pc:sldMkLst>
          <pc:docMk/>
          <pc:sldMk cId="1476977656" sldId="2561"/>
        </pc:sldMkLst>
      </pc:sldChg>
      <pc:sldChg chg="del">
        <pc:chgData name="Owais Ahmed" userId="6abc7d4556b3b071" providerId="LiveId" clId="{C968DFF7-75EA-425C-B744-BCB0C5DAAF5B}" dt="2023-08-10T07:32:53.252" v="813" actId="47"/>
        <pc:sldMkLst>
          <pc:docMk/>
          <pc:sldMk cId="1305422422" sldId="2562"/>
        </pc:sldMkLst>
      </pc:sldChg>
      <pc:sldChg chg="modSp add mod ord modAnim">
        <pc:chgData name="Owais Ahmed" userId="6abc7d4556b3b071" providerId="LiveId" clId="{C968DFF7-75EA-425C-B744-BCB0C5DAAF5B}" dt="2023-08-12T09:11:47.294" v="9808" actId="20577"/>
        <pc:sldMkLst>
          <pc:docMk/>
          <pc:sldMk cId="3132273384" sldId="2562"/>
        </pc:sldMkLst>
        <pc:spChg chg="mod">
          <ac:chgData name="Owais Ahmed" userId="6abc7d4556b3b071" providerId="LiveId" clId="{C968DFF7-75EA-425C-B744-BCB0C5DAAF5B}" dt="2023-08-12T09:11:47.294" v="9808" actId="20577"/>
          <ac:spMkLst>
            <pc:docMk/>
            <pc:sldMk cId="3132273384" sldId="2562"/>
            <ac:spMk id="3" creationId="{4A1C0383-58FE-E486-295E-B33B8683B938}"/>
          </ac:spMkLst>
        </pc:spChg>
        <pc:spChg chg="mod">
          <ac:chgData name="Owais Ahmed" userId="6abc7d4556b3b071" providerId="LiveId" clId="{C968DFF7-75EA-425C-B744-BCB0C5DAAF5B}" dt="2023-08-12T06:36:56.583" v="4776" actId="20577"/>
          <ac:spMkLst>
            <pc:docMk/>
            <pc:sldMk cId="3132273384" sldId="2562"/>
            <ac:spMk id="215" creationId="{00000000-0000-0000-0000-000000000000}"/>
          </ac:spMkLst>
        </pc:spChg>
      </pc:sldChg>
      <pc:sldChg chg="add del">
        <pc:chgData name="Owais Ahmed" userId="6abc7d4556b3b071" providerId="LiveId" clId="{C968DFF7-75EA-425C-B744-BCB0C5DAAF5B}" dt="2023-08-12T07:06:03.737" v="5850" actId="2890"/>
        <pc:sldMkLst>
          <pc:docMk/>
          <pc:sldMk cId="1002625637" sldId="2563"/>
        </pc:sldMkLst>
      </pc:sldChg>
      <pc:sldChg chg="delSp modSp add mod ord delAnim modAnim">
        <pc:chgData name="Owais Ahmed" userId="6abc7d4556b3b071" providerId="LiveId" clId="{C968DFF7-75EA-425C-B744-BCB0C5DAAF5B}" dt="2023-08-12T07:11:02.119" v="6177" actId="20577"/>
        <pc:sldMkLst>
          <pc:docMk/>
          <pc:sldMk cId="3330436801" sldId="2563"/>
        </pc:sldMkLst>
        <pc:spChg chg="mod">
          <ac:chgData name="Owais Ahmed" userId="6abc7d4556b3b071" providerId="LiveId" clId="{C968DFF7-75EA-425C-B744-BCB0C5DAAF5B}" dt="2023-08-12T07:11:02.119" v="6177" actId="20577"/>
          <ac:spMkLst>
            <pc:docMk/>
            <pc:sldMk cId="3330436801" sldId="2563"/>
            <ac:spMk id="3" creationId="{4A1C0383-58FE-E486-295E-B33B8683B938}"/>
          </ac:spMkLst>
        </pc:spChg>
        <pc:spChg chg="del">
          <ac:chgData name="Owais Ahmed" userId="6abc7d4556b3b071" providerId="LiveId" clId="{C968DFF7-75EA-425C-B744-BCB0C5DAAF5B}" dt="2023-08-12T07:08:41.884" v="6053" actId="478"/>
          <ac:spMkLst>
            <pc:docMk/>
            <pc:sldMk cId="3330436801" sldId="2563"/>
            <ac:spMk id="4" creationId="{B7B67BB1-5AC3-71FA-0F19-C2981501A864}"/>
          </ac:spMkLst>
        </pc:spChg>
        <pc:spChg chg="mod">
          <ac:chgData name="Owais Ahmed" userId="6abc7d4556b3b071" providerId="LiveId" clId="{C968DFF7-75EA-425C-B744-BCB0C5DAAF5B}" dt="2023-08-12T07:06:11.255" v="5854"/>
          <ac:spMkLst>
            <pc:docMk/>
            <pc:sldMk cId="3330436801" sldId="2563"/>
            <ac:spMk id="215" creationId="{00000000-0000-0000-0000-000000000000}"/>
          </ac:spMkLst>
        </pc:spChg>
      </pc:sldChg>
      <pc:sldChg chg="del">
        <pc:chgData name="Owais Ahmed" userId="6abc7d4556b3b071" providerId="LiveId" clId="{C968DFF7-75EA-425C-B744-BCB0C5DAAF5B}" dt="2023-08-10T07:32:53.252" v="813" actId="47"/>
        <pc:sldMkLst>
          <pc:docMk/>
          <pc:sldMk cId="4071666753" sldId="2563"/>
        </pc:sldMkLst>
      </pc:sldChg>
      <pc:sldChg chg="addSp modSp add mod ord modAnim">
        <pc:chgData name="Owais Ahmed" userId="6abc7d4556b3b071" providerId="LiveId" clId="{C968DFF7-75EA-425C-B744-BCB0C5DAAF5B}" dt="2023-08-12T07:24:48.262" v="6978"/>
        <pc:sldMkLst>
          <pc:docMk/>
          <pc:sldMk cId="1325755899" sldId="2564"/>
        </pc:sldMkLst>
        <pc:spChg chg="mod">
          <ac:chgData name="Owais Ahmed" userId="6abc7d4556b3b071" providerId="LiveId" clId="{C968DFF7-75EA-425C-B744-BCB0C5DAAF5B}" dt="2023-08-12T07:23:57.929" v="6972" actId="27636"/>
          <ac:spMkLst>
            <pc:docMk/>
            <pc:sldMk cId="1325755899" sldId="2564"/>
            <ac:spMk id="3" creationId="{4A1C0383-58FE-E486-295E-B33B8683B938}"/>
          </ac:spMkLst>
        </pc:spChg>
        <pc:graphicFrameChg chg="add mod modGraphic">
          <ac:chgData name="Owais Ahmed" userId="6abc7d4556b3b071" providerId="LiveId" clId="{C968DFF7-75EA-425C-B744-BCB0C5DAAF5B}" dt="2023-08-12T07:22:24.582" v="6820" actId="20577"/>
          <ac:graphicFrameMkLst>
            <pc:docMk/>
            <pc:sldMk cId="1325755899" sldId="2564"/>
            <ac:graphicFrameMk id="4" creationId="{470FE530-96B6-F32D-DB03-8A3AD4A9FC11}"/>
          </ac:graphicFrameMkLst>
        </pc:graphicFrameChg>
      </pc:sldChg>
      <pc:sldChg chg="del">
        <pc:chgData name="Owais Ahmed" userId="6abc7d4556b3b071" providerId="LiveId" clId="{C968DFF7-75EA-425C-B744-BCB0C5DAAF5B}" dt="2023-08-10T07:32:53.252" v="813" actId="47"/>
        <pc:sldMkLst>
          <pc:docMk/>
          <pc:sldMk cId="2526141006" sldId="2564"/>
        </pc:sldMkLst>
      </pc:sldChg>
      <pc:sldChg chg="modSp add mod ord modAnim">
        <pc:chgData name="Owais Ahmed" userId="6abc7d4556b3b071" providerId="LiveId" clId="{C968DFF7-75EA-425C-B744-BCB0C5DAAF5B}" dt="2023-08-12T09:14:41.906" v="10182" actId="20577"/>
        <pc:sldMkLst>
          <pc:docMk/>
          <pc:sldMk cId="2136095335" sldId="2565"/>
        </pc:sldMkLst>
        <pc:spChg chg="mod">
          <ac:chgData name="Owais Ahmed" userId="6abc7d4556b3b071" providerId="LiveId" clId="{C968DFF7-75EA-425C-B744-BCB0C5DAAF5B}" dt="2023-08-12T09:14:41.906" v="10182" actId="20577"/>
          <ac:spMkLst>
            <pc:docMk/>
            <pc:sldMk cId="2136095335" sldId="2565"/>
            <ac:spMk id="3" creationId="{4A1C0383-58FE-E486-295E-B33B8683B938}"/>
          </ac:spMkLst>
        </pc:spChg>
      </pc:sldChg>
      <pc:sldChg chg="del">
        <pc:chgData name="Owais Ahmed" userId="6abc7d4556b3b071" providerId="LiveId" clId="{C968DFF7-75EA-425C-B744-BCB0C5DAAF5B}" dt="2023-08-10T07:32:53.252" v="813" actId="47"/>
        <pc:sldMkLst>
          <pc:docMk/>
          <pc:sldMk cId="2724244378" sldId="2565"/>
        </pc:sldMkLst>
      </pc:sldChg>
      <pc:sldChg chg="modSp add mod modAnim">
        <pc:chgData name="Owais Ahmed" userId="6abc7d4556b3b071" providerId="LiveId" clId="{C968DFF7-75EA-425C-B744-BCB0C5DAAF5B}" dt="2023-08-22T05:24:27.373" v="14616" actId="20577"/>
        <pc:sldMkLst>
          <pc:docMk/>
          <pc:sldMk cId="786819306" sldId="2566"/>
        </pc:sldMkLst>
        <pc:spChg chg="mod">
          <ac:chgData name="Owais Ahmed" userId="6abc7d4556b3b071" providerId="LiveId" clId="{C968DFF7-75EA-425C-B744-BCB0C5DAAF5B}" dt="2023-08-22T05:24:27.373" v="14616" actId="20577"/>
          <ac:spMkLst>
            <pc:docMk/>
            <pc:sldMk cId="786819306" sldId="2566"/>
            <ac:spMk id="3" creationId="{4A1C0383-58FE-E486-295E-B33B8683B938}"/>
          </ac:spMkLst>
        </pc:spChg>
        <pc:spChg chg="mod">
          <ac:chgData name="Owais Ahmed" userId="6abc7d4556b3b071" providerId="LiveId" clId="{C968DFF7-75EA-425C-B744-BCB0C5DAAF5B}" dt="2023-08-12T07:46:30.069" v="7642"/>
          <ac:spMkLst>
            <pc:docMk/>
            <pc:sldMk cId="786819306" sldId="2566"/>
            <ac:spMk id="215" creationId="{00000000-0000-0000-0000-000000000000}"/>
          </ac:spMkLst>
        </pc:spChg>
        <pc:graphicFrameChg chg="mod">
          <ac:chgData name="Owais Ahmed" userId="6abc7d4556b3b071" providerId="LiveId" clId="{C968DFF7-75EA-425C-B744-BCB0C5DAAF5B}" dt="2023-08-12T08:59:04.793" v="9284" actId="14100"/>
          <ac:graphicFrameMkLst>
            <pc:docMk/>
            <pc:sldMk cId="786819306" sldId="2566"/>
            <ac:graphicFrameMk id="4" creationId="{470FE530-96B6-F32D-DB03-8A3AD4A9FC11}"/>
          </ac:graphicFrameMkLst>
        </pc:graphicFrameChg>
      </pc:sldChg>
      <pc:sldChg chg="del">
        <pc:chgData name="Owais Ahmed" userId="6abc7d4556b3b071" providerId="LiveId" clId="{C968DFF7-75EA-425C-B744-BCB0C5DAAF5B}" dt="2023-08-10T07:32:53.252" v="813" actId="47"/>
        <pc:sldMkLst>
          <pc:docMk/>
          <pc:sldMk cId="1651103511" sldId="2566"/>
        </pc:sldMkLst>
      </pc:sldChg>
      <pc:sldChg chg="addSp delSp modSp add del mod delAnim modAnim">
        <pc:chgData name="Owais Ahmed" userId="6abc7d4556b3b071" providerId="LiveId" clId="{C968DFF7-75EA-425C-B744-BCB0C5DAAF5B}" dt="2023-08-12T09:14:27.406" v="10159" actId="47"/>
        <pc:sldMkLst>
          <pc:docMk/>
          <pc:sldMk cId="3245370810" sldId="2567"/>
        </pc:sldMkLst>
        <pc:spChg chg="del mod">
          <ac:chgData name="Owais Ahmed" userId="6abc7d4556b3b071" providerId="LiveId" clId="{C968DFF7-75EA-425C-B744-BCB0C5DAAF5B}" dt="2023-08-12T08:20:05.309" v="8839" actId="478"/>
          <ac:spMkLst>
            <pc:docMk/>
            <pc:sldMk cId="3245370810" sldId="2567"/>
            <ac:spMk id="3" creationId="{4A1C0383-58FE-E486-295E-B33B8683B938}"/>
          </ac:spMkLst>
        </pc:spChg>
        <pc:graphicFrameChg chg="del">
          <ac:chgData name="Owais Ahmed" userId="6abc7d4556b3b071" providerId="LiveId" clId="{C968DFF7-75EA-425C-B744-BCB0C5DAAF5B}" dt="2023-08-12T08:08:55.843" v="8402" actId="478"/>
          <ac:graphicFrameMkLst>
            <pc:docMk/>
            <pc:sldMk cId="3245370810" sldId="2567"/>
            <ac:graphicFrameMk id="4" creationId="{470FE530-96B6-F32D-DB03-8A3AD4A9FC11}"/>
          </ac:graphicFrameMkLst>
        </pc:graphicFrameChg>
        <pc:graphicFrameChg chg="add mod modGraphic">
          <ac:chgData name="Owais Ahmed" userId="6abc7d4556b3b071" providerId="LiveId" clId="{C968DFF7-75EA-425C-B744-BCB0C5DAAF5B}" dt="2023-08-12T08:35:22.659" v="8994" actId="20577"/>
          <ac:graphicFrameMkLst>
            <pc:docMk/>
            <pc:sldMk cId="3245370810" sldId="2567"/>
            <ac:graphicFrameMk id="5" creationId="{36965A2B-CEE7-7D30-D082-EC333F06B3C1}"/>
          </ac:graphicFrameMkLst>
        </pc:graphicFrameChg>
      </pc:sldChg>
      <pc:sldChg chg="addSp delSp modSp add mod ord delAnim modAnim">
        <pc:chgData name="Owais Ahmed" userId="6abc7d4556b3b071" providerId="LiveId" clId="{C968DFF7-75EA-425C-B744-BCB0C5DAAF5B}" dt="2023-08-22T05:20:01.020" v="14599" actId="20577"/>
        <pc:sldMkLst>
          <pc:docMk/>
          <pc:sldMk cId="1120982729" sldId="2568"/>
        </pc:sldMkLst>
        <pc:spChg chg="mod">
          <ac:chgData name="Owais Ahmed" userId="6abc7d4556b3b071" providerId="LiveId" clId="{C968DFF7-75EA-425C-B744-BCB0C5DAAF5B}" dt="2023-08-22T05:20:01.020" v="14599" actId="20577"/>
          <ac:spMkLst>
            <pc:docMk/>
            <pc:sldMk cId="1120982729" sldId="2568"/>
            <ac:spMk id="3" creationId="{4A1C0383-58FE-E486-295E-B33B8683B938}"/>
          </ac:spMkLst>
        </pc:spChg>
        <pc:graphicFrameChg chg="del">
          <ac:chgData name="Owais Ahmed" userId="6abc7d4556b3b071" providerId="LiveId" clId="{C968DFF7-75EA-425C-B744-BCB0C5DAAF5B}" dt="2023-08-12T09:00:31.696" v="9379" actId="478"/>
          <ac:graphicFrameMkLst>
            <pc:docMk/>
            <pc:sldMk cId="1120982729" sldId="2568"/>
            <ac:graphicFrameMk id="4" creationId="{470FE530-96B6-F32D-DB03-8A3AD4A9FC11}"/>
          </ac:graphicFrameMkLst>
        </pc:graphicFrameChg>
        <pc:graphicFrameChg chg="add mod modGraphic">
          <ac:chgData name="Owais Ahmed" userId="6abc7d4556b3b071" providerId="LiveId" clId="{C968DFF7-75EA-425C-B744-BCB0C5DAAF5B}" dt="2023-08-22T05:19:14.829" v="14584" actId="20577"/>
          <ac:graphicFrameMkLst>
            <pc:docMk/>
            <pc:sldMk cId="1120982729" sldId="2568"/>
            <ac:graphicFrameMk id="5" creationId="{BFA60DA0-D07A-C618-2EA1-A0FF7834D862}"/>
          </ac:graphicFrameMkLst>
        </pc:graphicFrameChg>
      </pc:sldChg>
      <pc:sldChg chg="addSp modSp add mod modAnim">
        <pc:chgData name="Owais Ahmed" userId="6abc7d4556b3b071" providerId="LiveId" clId="{C968DFF7-75EA-425C-B744-BCB0C5DAAF5B}" dt="2023-08-12T09:45:33.135" v="10763"/>
        <pc:sldMkLst>
          <pc:docMk/>
          <pc:sldMk cId="3259772413" sldId="2569"/>
        </pc:sldMkLst>
        <pc:spChg chg="mod">
          <ac:chgData name="Owais Ahmed" userId="6abc7d4556b3b071" providerId="LiveId" clId="{C968DFF7-75EA-425C-B744-BCB0C5DAAF5B}" dt="2023-08-12T09:44:03.586" v="10762" actId="20577"/>
          <ac:spMkLst>
            <pc:docMk/>
            <pc:sldMk cId="3259772413" sldId="2569"/>
            <ac:spMk id="3" creationId="{4A1C0383-58FE-E486-295E-B33B8683B938}"/>
          </ac:spMkLst>
        </pc:spChg>
        <pc:spChg chg="mod">
          <ac:chgData name="Owais Ahmed" userId="6abc7d4556b3b071" providerId="LiveId" clId="{C968DFF7-75EA-425C-B744-BCB0C5DAAF5B}" dt="2023-08-12T09:34:38.280" v="10372" actId="20577"/>
          <ac:spMkLst>
            <pc:docMk/>
            <pc:sldMk cId="3259772413" sldId="2569"/>
            <ac:spMk id="215" creationId="{00000000-0000-0000-0000-000000000000}"/>
          </ac:spMkLst>
        </pc:spChg>
        <pc:picChg chg="add mod">
          <ac:chgData name="Owais Ahmed" userId="6abc7d4556b3b071" providerId="LiveId" clId="{C968DFF7-75EA-425C-B744-BCB0C5DAAF5B}" dt="2023-08-12T09:40:39.156" v="10383" actId="1076"/>
          <ac:picMkLst>
            <pc:docMk/>
            <pc:sldMk cId="3259772413" sldId="2569"/>
            <ac:picMk id="1026" creationId="{42AF2C7F-91B5-0078-348B-344199808F7C}"/>
          </ac:picMkLst>
        </pc:picChg>
      </pc:sldChg>
      <pc:sldChg chg="modSp add mod ord modAnim">
        <pc:chgData name="Owais Ahmed" userId="6abc7d4556b3b071" providerId="LiveId" clId="{C968DFF7-75EA-425C-B744-BCB0C5DAAF5B}" dt="2023-08-15T09:51:48.117" v="11063" actId="14"/>
        <pc:sldMkLst>
          <pc:docMk/>
          <pc:sldMk cId="345547534" sldId="2570"/>
        </pc:sldMkLst>
        <pc:spChg chg="mod">
          <ac:chgData name="Owais Ahmed" userId="6abc7d4556b3b071" providerId="LiveId" clId="{C968DFF7-75EA-425C-B744-BCB0C5DAAF5B}" dt="2023-08-15T09:51:48.117" v="11063" actId="14"/>
          <ac:spMkLst>
            <pc:docMk/>
            <pc:sldMk cId="345547534" sldId="2570"/>
            <ac:spMk id="3" creationId="{4A1C0383-58FE-E486-295E-B33B8683B938}"/>
          </ac:spMkLst>
        </pc:spChg>
        <pc:spChg chg="mod">
          <ac:chgData name="Owais Ahmed" userId="6abc7d4556b3b071" providerId="LiveId" clId="{C968DFF7-75EA-425C-B744-BCB0C5DAAF5B}" dt="2023-08-15T09:44:34.348" v="10767"/>
          <ac:spMkLst>
            <pc:docMk/>
            <pc:sldMk cId="345547534" sldId="2570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C968DFF7-75EA-425C-B744-BCB0C5DAAF5B}" dt="2023-08-15T10:00:46.572" v="11700" actId="20577"/>
        <pc:sldMkLst>
          <pc:docMk/>
          <pc:sldMk cId="2705189823" sldId="2571"/>
        </pc:sldMkLst>
        <pc:spChg chg="mod">
          <ac:chgData name="Owais Ahmed" userId="6abc7d4556b3b071" providerId="LiveId" clId="{C968DFF7-75EA-425C-B744-BCB0C5DAAF5B}" dt="2023-08-15T10:00:46.572" v="11700" actId="20577"/>
          <ac:spMkLst>
            <pc:docMk/>
            <pc:sldMk cId="2705189823" sldId="2571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C968DFF7-75EA-425C-B744-BCB0C5DAAF5B}" dt="2023-08-15T10:05:01.351" v="11970" actId="20577"/>
        <pc:sldMkLst>
          <pc:docMk/>
          <pc:sldMk cId="195981011" sldId="2572"/>
        </pc:sldMkLst>
        <pc:spChg chg="mod">
          <ac:chgData name="Owais Ahmed" userId="6abc7d4556b3b071" providerId="LiveId" clId="{C968DFF7-75EA-425C-B744-BCB0C5DAAF5B}" dt="2023-08-15T10:05:01.351" v="11970" actId="20577"/>
          <ac:spMkLst>
            <pc:docMk/>
            <pc:sldMk cId="195981011" sldId="2572"/>
            <ac:spMk id="3" creationId="{4A1C0383-58FE-E486-295E-B33B8683B938}"/>
          </ac:spMkLst>
        </pc:spChg>
      </pc:sldChg>
      <pc:sldChg chg="addSp modSp add mod modAnim">
        <pc:chgData name="Owais Ahmed" userId="6abc7d4556b3b071" providerId="LiveId" clId="{C968DFF7-75EA-425C-B744-BCB0C5DAAF5B}" dt="2023-08-15T10:13:04.845" v="12283" actId="20577"/>
        <pc:sldMkLst>
          <pc:docMk/>
          <pc:sldMk cId="3050182891" sldId="2573"/>
        </pc:sldMkLst>
        <pc:spChg chg="mod">
          <ac:chgData name="Owais Ahmed" userId="6abc7d4556b3b071" providerId="LiveId" clId="{C968DFF7-75EA-425C-B744-BCB0C5DAAF5B}" dt="2023-08-15T10:13:04.845" v="12283" actId="20577"/>
          <ac:spMkLst>
            <pc:docMk/>
            <pc:sldMk cId="3050182891" sldId="2573"/>
            <ac:spMk id="3" creationId="{4A1C0383-58FE-E486-295E-B33B8683B938}"/>
          </ac:spMkLst>
        </pc:spChg>
        <pc:graphicFrameChg chg="add mod">
          <ac:chgData name="Owais Ahmed" userId="6abc7d4556b3b071" providerId="LiveId" clId="{C968DFF7-75EA-425C-B744-BCB0C5DAAF5B}" dt="2023-08-15T10:11:55.153" v="12136" actId="20577"/>
          <ac:graphicFrameMkLst>
            <pc:docMk/>
            <pc:sldMk cId="3050182891" sldId="2573"/>
            <ac:graphicFrameMk id="4" creationId="{C81BC664-E37E-13F8-234B-D249AAD10D5C}"/>
          </ac:graphicFrameMkLst>
        </pc:graphicFrameChg>
      </pc:sldChg>
      <pc:sldChg chg="modSp add mod modAnim">
        <pc:chgData name="Owais Ahmed" userId="6abc7d4556b3b071" providerId="LiveId" clId="{C968DFF7-75EA-425C-B744-BCB0C5DAAF5B}" dt="2023-08-15T10:17:13.250" v="12496" actId="20577"/>
        <pc:sldMkLst>
          <pc:docMk/>
          <pc:sldMk cId="1651692435" sldId="2574"/>
        </pc:sldMkLst>
        <pc:spChg chg="mod">
          <ac:chgData name="Owais Ahmed" userId="6abc7d4556b3b071" providerId="LiveId" clId="{C968DFF7-75EA-425C-B744-BCB0C5DAAF5B}" dt="2023-08-15T10:17:13.250" v="12496" actId="20577"/>
          <ac:spMkLst>
            <pc:docMk/>
            <pc:sldMk cId="1651692435" sldId="2574"/>
            <ac:spMk id="3" creationId="{4A1C0383-58FE-E486-295E-B33B8683B938}"/>
          </ac:spMkLst>
        </pc:spChg>
        <pc:graphicFrameChg chg="mod">
          <ac:chgData name="Owais Ahmed" userId="6abc7d4556b3b071" providerId="LiveId" clId="{C968DFF7-75EA-425C-B744-BCB0C5DAAF5B}" dt="2023-08-15T10:16:56.236" v="12441" actId="14100"/>
          <ac:graphicFrameMkLst>
            <pc:docMk/>
            <pc:sldMk cId="1651692435" sldId="2574"/>
            <ac:graphicFrameMk id="4" creationId="{C81BC664-E37E-13F8-234B-D249AAD10D5C}"/>
          </ac:graphicFrameMkLst>
        </pc:graphicFrameChg>
      </pc:sldChg>
      <pc:sldChg chg="modSp add ord modAnim">
        <pc:chgData name="Owais Ahmed" userId="6abc7d4556b3b071" providerId="LiveId" clId="{C968DFF7-75EA-425C-B744-BCB0C5DAAF5B}" dt="2023-08-15T10:32:26.894" v="12723" actId="20577"/>
        <pc:sldMkLst>
          <pc:docMk/>
          <pc:sldMk cId="1638662693" sldId="2575"/>
        </pc:sldMkLst>
        <pc:spChg chg="mod">
          <ac:chgData name="Owais Ahmed" userId="6abc7d4556b3b071" providerId="LiveId" clId="{C968DFF7-75EA-425C-B744-BCB0C5DAAF5B}" dt="2023-08-15T10:32:26.894" v="12723" actId="20577"/>
          <ac:spMkLst>
            <pc:docMk/>
            <pc:sldMk cId="1638662693" sldId="2575"/>
            <ac:spMk id="3" creationId="{4A1C0383-58FE-E486-295E-B33B8683B938}"/>
          </ac:spMkLst>
        </pc:spChg>
      </pc:sldChg>
      <pc:sldChg chg="modSp add mod ord modAnim">
        <pc:chgData name="Owais Ahmed" userId="6abc7d4556b3b071" providerId="LiveId" clId="{C968DFF7-75EA-425C-B744-BCB0C5DAAF5B}" dt="2023-08-17T09:45:10.401" v="13371" actId="20577"/>
        <pc:sldMkLst>
          <pc:docMk/>
          <pc:sldMk cId="3849819283" sldId="2576"/>
        </pc:sldMkLst>
        <pc:spChg chg="mod">
          <ac:chgData name="Owais Ahmed" userId="6abc7d4556b3b071" providerId="LiveId" clId="{C968DFF7-75EA-425C-B744-BCB0C5DAAF5B}" dt="2023-08-17T09:45:10.401" v="13371" actId="20577"/>
          <ac:spMkLst>
            <pc:docMk/>
            <pc:sldMk cId="3849819283" sldId="2576"/>
            <ac:spMk id="3" creationId="{4A1C0383-58FE-E486-295E-B33B8683B938}"/>
          </ac:spMkLst>
        </pc:spChg>
        <pc:spChg chg="mod">
          <ac:chgData name="Owais Ahmed" userId="6abc7d4556b3b071" providerId="LiveId" clId="{C968DFF7-75EA-425C-B744-BCB0C5DAAF5B}" dt="2023-08-17T09:38:10.288" v="12765" actId="20577"/>
          <ac:spMkLst>
            <pc:docMk/>
            <pc:sldMk cId="3849819283" sldId="2576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C968DFF7-75EA-425C-B744-BCB0C5DAAF5B}" dt="2023-08-17T10:37:47.631" v="14482" actId="20577"/>
        <pc:sldMkLst>
          <pc:docMk/>
          <pc:sldMk cId="2362627110" sldId="2577"/>
        </pc:sldMkLst>
        <pc:spChg chg="mod">
          <ac:chgData name="Owais Ahmed" userId="6abc7d4556b3b071" providerId="LiveId" clId="{C968DFF7-75EA-425C-B744-BCB0C5DAAF5B}" dt="2023-08-17T10:37:10.830" v="14373" actId="20577"/>
          <ac:spMkLst>
            <pc:docMk/>
            <pc:sldMk cId="2362627110" sldId="2577"/>
            <ac:spMk id="3" creationId="{4A1C0383-58FE-E486-295E-B33B8683B938}"/>
          </ac:spMkLst>
        </pc:spChg>
      </pc:sldChg>
      <pc:sldChg chg="modSp add del mod ord modAnim">
        <pc:chgData name="Owais Ahmed" userId="6abc7d4556b3b071" providerId="LiveId" clId="{C968DFF7-75EA-425C-B744-BCB0C5DAAF5B}" dt="2023-08-17T10:52:29.991" v="14501" actId="47"/>
        <pc:sldMkLst>
          <pc:docMk/>
          <pc:sldMk cId="4012157935" sldId="2578"/>
        </pc:sldMkLst>
        <pc:spChg chg="mod">
          <ac:chgData name="Owais Ahmed" userId="6abc7d4556b3b071" providerId="LiveId" clId="{C968DFF7-75EA-425C-B744-BCB0C5DAAF5B}" dt="2023-08-17T10:38:24.602" v="14500" actId="20577"/>
          <ac:spMkLst>
            <pc:docMk/>
            <pc:sldMk cId="4012157935" sldId="2578"/>
            <ac:spMk id="3" creationId="{4A1C0383-58FE-E486-295E-B33B8683B938}"/>
          </ac:spMkLst>
        </pc:spChg>
        <pc:spChg chg="mod">
          <ac:chgData name="Owais Ahmed" userId="6abc7d4556b3b071" providerId="LiveId" clId="{C968DFF7-75EA-425C-B744-BCB0C5DAAF5B}" dt="2023-08-17T10:38:20.557" v="14497" actId="20577"/>
          <ac:spMkLst>
            <pc:docMk/>
            <pc:sldMk cId="4012157935" sldId="2578"/>
            <ac:spMk id="215" creationId="{00000000-0000-0000-0000-000000000000}"/>
          </ac:spMkLst>
        </pc:spChg>
      </pc:sldChg>
    </pc:docChg>
  </pc:docChgLst>
  <pc:docChgLst>
    <pc:chgData name="Owais Ahmed" userId="6abc7d4556b3b071" providerId="LiveId" clId="{FC71800D-6C77-4311-91CC-2C226E46ADC8}"/>
    <pc:docChg chg="undo custSel addSld delSld modSld">
      <pc:chgData name="Owais Ahmed" userId="6abc7d4556b3b071" providerId="LiveId" clId="{FC71800D-6C77-4311-91CC-2C226E46ADC8}" dt="2023-08-04T14:26:40.459" v="1001" actId="20577"/>
      <pc:docMkLst>
        <pc:docMk/>
      </pc:docMkLst>
      <pc:sldChg chg="modSp">
        <pc:chgData name="Owais Ahmed" userId="6abc7d4556b3b071" providerId="LiveId" clId="{FC71800D-6C77-4311-91CC-2C226E46ADC8}" dt="2023-08-04T14:20:09.761" v="145" actId="20577"/>
        <pc:sldMkLst>
          <pc:docMk/>
          <pc:sldMk cId="3909667495" sldId="2558"/>
        </pc:sldMkLst>
        <pc:spChg chg="mod">
          <ac:chgData name="Owais Ahmed" userId="6abc7d4556b3b071" providerId="LiveId" clId="{FC71800D-6C77-4311-91CC-2C226E46ADC8}" dt="2023-08-04T14:20:09.761" v="145" actId="20577"/>
          <ac:spMkLst>
            <pc:docMk/>
            <pc:sldMk cId="3909667495" sldId="2558"/>
            <ac:spMk id="3" creationId="{4A1C0383-58FE-E486-295E-B33B8683B938}"/>
          </ac:spMkLst>
        </pc:spChg>
      </pc:sldChg>
      <pc:sldChg chg="modSp add del mod modAnim">
        <pc:chgData name="Owais Ahmed" userId="6abc7d4556b3b071" providerId="LiveId" clId="{FC71800D-6C77-4311-91CC-2C226E46ADC8}" dt="2023-08-04T14:18:33.439" v="28" actId="47"/>
        <pc:sldMkLst>
          <pc:docMk/>
          <pc:sldMk cId="1343035549" sldId="2561"/>
        </pc:sldMkLst>
        <pc:spChg chg="mod">
          <ac:chgData name="Owais Ahmed" userId="6abc7d4556b3b071" providerId="LiveId" clId="{FC71800D-6C77-4311-91CC-2C226E46ADC8}" dt="2023-08-04T14:18:12.783" v="26" actId="20577"/>
          <ac:spMkLst>
            <pc:docMk/>
            <pc:sldMk cId="1343035549" sldId="2561"/>
            <ac:spMk id="3" creationId="{4A1C0383-58FE-E486-295E-B33B8683B938}"/>
          </ac:spMkLst>
        </pc:spChg>
        <pc:spChg chg="mod">
          <ac:chgData name="Owais Ahmed" userId="6abc7d4556b3b071" providerId="LiveId" clId="{FC71800D-6C77-4311-91CC-2C226E46ADC8}" dt="2023-08-04T14:17:25.517" v="2" actId="20577"/>
          <ac:spMkLst>
            <pc:docMk/>
            <pc:sldMk cId="1343035549" sldId="2561"/>
            <ac:spMk id="215" creationId="{00000000-0000-0000-0000-000000000000}"/>
          </ac:spMkLst>
        </pc:spChg>
      </pc:sldChg>
      <pc:sldChg chg="modSp add mod addAnim delAnim modAnim">
        <pc:chgData name="Owais Ahmed" userId="6abc7d4556b3b071" providerId="LiveId" clId="{FC71800D-6C77-4311-91CC-2C226E46ADC8}" dt="2023-08-04T14:23:09.607" v="525" actId="14100"/>
        <pc:sldMkLst>
          <pc:docMk/>
          <pc:sldMk cId="1835063850" sldId="2562"/>
        </pc:sldMkLst>
        <pc:spChg chg="mod">
          <ac:chgData name="Owais Ahmed" userId="6abc7d4556b3b071" providerId="LiveId" clId="{FC71800D-6C77-4311-91CC-2C226E46ADC8}" dt="2023-08-04T14:23:09.607" v="525" actId="14100"/>
          <ac:spMkLst>
            <pc:docMk/>
            <pc:sldMk cId="1835063850" sldId="2562"/>
            <ac:spMk id="3" creationId="{4A1C0383-58FE-E486-295E-B33B8683B938}"/>
          </ac:spMkLst>
        </pc:spChg>
        <pc:spChg chg="mod">
          <ac:chgData name="Owais Ahmed" userId="6abc7d4556b3b071" providerId="LiveId" clId="{FC71800D-6C77-4311-91CC-2C226E46ADC8}" dt="2023-08-04T14:18:37.746" v="29" actId="20577"/>
          <ac:spMkLst>
            <pc:docMk/>
            <pc:sldMk cId="1835063850" sldId="2562"/>
            <ac:spMk id="215" creationId="{00000000-0000-0000-0000-000000000000}"/>
          </ac:spMkLst>
        </pc:spChg>
        <pc:graphicFrameChg chg="mod modGraphic">
          <ac:chgData name="Owais Ahmed" userId="6abc7d4556b3b071" providerId="LiveId" clId="{FC71800D-6C77-4311-91CC-2C226E46ADC8}" dt="2023-08-04T14:19:42.253" v="124"/>
          <ac:graphicFrameMkLst>
            <pc:docMk/>
            <pc:sldMk cId="1835063850" sldId="2562"/>
            <ac:graphicFrameMk id="5" creationId="{C244DA9B-A3BA-1738-3D3E-32FF339EF18B}"/>
          </ac:graphicFrameMkLst>
        </pc:graphicFrameChg>
      </pc:sldChg>
      <pc:sldChg chg="modSp add mod modAnim">
        <pc:chgData name="Owais Ahmed" userId="6abc7d4556b3b071" providerId="LiveId" clId="{FC71800D-6C77-4311-91CC-2C226E46ADC8}" dt="2023-08-04T14:26:40.459" v="1001" actId="20577"/>
        <pc:sldMkLst>
          <pc:docMk/>
          <pc:sldMk cId="150925741" sldId="2563"/>
        </pc:sldMkLst>
        <pc:spChg chg="mod">
          <ac:chgData name="Owais Ahmed" userId="6abc7d4556b3b071" providerId="LiveId" clId="{FC71800D-6C77-4311-91CC-2C226E46ADC8}" dt="2023-08-04T14:26:40.459" v="1001" actId="20577"/>
          <ac:spMkLst>
            <pc:docMk/>
            <pc:sldMk cId="150925741" sldId="2563"/>
            <ac:spMk id="3" creationId="{4A1C0383-58FE-E486-295E-B33B8683B938}"/>
          </ac:spMkLst>
        </pc:spChg>
      </pc:sldChg>
    </pc:docChg>
  </pc:docChgLst>
  <pc:docChgLst>
    <pc:chgData name="Owais Ahmed" userId="6abc7d4556b3b071" providerId="LiveId" clId="{3F06DB97-3AEE-4F7C-A79E-A7936B34F82A}"/>
    <pc:docChg chg="undo redo custSel addSld delSld modSld">
      <pc:chgData name="Owais Ahmed" userId="6abc7d4556b3b071" providerId="LiveId" clId="{3F06DB97-3AEE-4F7C-A79E-A7936B34F82A}" dt="2023-07-31T19:00:13.581" v="6207" actId="20577"/>
      <pc:docMkLst>
        <pc:docMk/>
      </pc:docMkLst>
      <pc:sldChg chg="modSp mod">
        <pc:chgData name="Owais Ahmed" userId="6abc7d4556b3b071" providerId="LiveId" clId="{3F06DB97-3AEE-4F7C-A79E-A7936B34F82A}" dt="2023-07-31T16:16:19.681" v="795" actId="5793"/>
        <pc:sldMkLst>
          <pc:docMk/>
          <pc:sldMk cId="1649098948" sldId="2462"/>
        </pc:sldMkLst>
        <pc:spChg chg="mod">
          <ac:chgData name="Owais Ahmed" userId="6abc7d4556b3b071" providerId="LiveId" clId="{3F06DB97-3AEE-4F7C-A79E-A7936B34F82A}" dt="2023-07-31T16:16:19.681" v="795" actId="5793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">
        <pc:chgData name="Owais Ahmed" userId="6abc7d4556b3b071" providerId="LiveId" clId="{3F06DB97-3AEE-4F7C-A79E-A7936B34F82A}" dt="2023-07-30T19:38:46.332" v="178" actId="20577"/>
        <pc:sldMkLst>
          <pc:docMk/>
          <pc:sldMk cId="641030253" sldId="2479"/>
        </pc:sldMkLst>
        <pc:spChg chg="mod">
          <ac:chgData name="Owais Ahmed" userId="6abc7d4556b3b071" providerId="LiveId" clId="{3F06DB97-3AEE-4F7C-A79E-A7936B34F82A}" dt="2023-07-30T19:38:46.332" v="178" actId="20577"/>
          <ac:spMkLst>
            <pc:docMk/>
            <pc:sldMk cId="641030253" sldId="2479"/>
            <ac:spMk id="3" creationId="{4A1C0383-58FE-E486-295E-B33B8683B938}"/>
          </ac:spMkLst>
        </pc:spChg>
        <pc:spChg chg="mod">
          <ac:chgData name="Owais Ahmed" userId="6abc7d4556b3b071" providerId="LiveId" clId="{3F06DB97-3AEE-4F7C-A79E-A7936B34F82A}" dt="2023-07-30T19:21:54.092" v="17" actId="20577"/>
          <ac:spMkLst>
            <pc:docMk/>
            <pc:sldMk cId="641030253" sldId="2479"/>
            <ac:spMk id="215" creationId="{00000000-0000-0000-0000-000000000000}"/>
          </ac:spMkLst>
        </pc:spChg>
      </pc:sldChg>
      <pc:sldChg chg="modSp">
        <pc:chgData name="Owais Ahmed" userId="6abc7d4556b3b071" providerId="LiveId" clId="{3F06DB97-3AEE-4F7C-A79E-A7936B34F82A}" dt="2023-07-31T15:38:54.378" v="198" actId="20577"/>
        <pc:sldMkLst>
          <pc:docMk/>
          <pc:sldMk cId="3265271046" sldId="2505"/>
        </pc:sldMkLst>
        <pc:spChg chg="mod">
          <ac:chgData name="Owais Ahmed" userId="6abc7d4556b3b071" providerId="LiveId" clId="{3F06DB97-3AEE-4F7C-A79E-A7936B34F82A}" dt="2023-07-31T15:38:54.378" v="198" actId="20577"/>
          <ac:spMkLst>
            <pc:docMk/>
            <pc:sldMk cId="3265271046" sldId="2505"/>
            <ac:spMk id="3" creationId="{4A1C0383-58FE-E486-295E-B33B8683B938}"/>
          </ac:spMkLst>
        </pc:spChg>
      </pc:sldChg>
      <pc:sldChg chg="addSp delSp modSp mod delAnim modAnim">
        <pc:chgData name="Owais Ahmed" userId="6abc7d4556b3b071" providerId="LiveId" clId="{3F06DB97-3AEE-4F7C-A79E-A7936B34F82A}" dt="2023-07-31T17:09:11.997" v="3624"/>
        <pc:sldMkLst>
          <pc:docMk/>
          <pc:sldMk cId="2519732872" sldId="2507"/>
        </pc:sldMkLst>
        <pc:spChg chg="mod">
          <ac:chgData name="Owais Ahmed" userId="6abc7d4556b3b071" providerId="LiveId" clId="{3F06DB97-3AEE-4F7C-A79E-A7936B34F82A}" dt="2023-07-31T17:08:40.341" v="3621" actId="20577"/>
          <ac:spMkLst>
            <pc:docMk/>
            <pc:sldMk cId="2519732872" sldId="2507"/>
            <ac:spMk id="3" creationId="{4A1C0383-58FE-E486-295E-B33B8683B938}"/>
          </ac:spMkLst>
        </pc:spChg>
        <pc:spChg chg="del mod">
          <ac:chgData name="Owais Ahmed" userId="6abc7d4556b3b071" providerId="LiveId" clId="{3F06DB97-3AEE-4F7C-A79E-A7936B34F82A}" dt="2023-07-31T16:29:51.326" v="1053" actId="478"/>
          <ac:spMkLst>
            <pc:docMk/>
            <pc:sldMk cId="2519732872" sldId="2507"/>
            <ac:spMk id="8" creationId="{9AB7C1F2-3EB6-DA77-8B3B-65D08B858839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9" creationId="{E5AC993B-76BA-F654-B56B-E5FD7D83FAF7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12" creationId="{B38BB637-7CE6-23B3-1F98-7FAB61174179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13" creationId="{A8ED9DCF-25D0-6588-1E53-441A5CD14DC1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14" creationId="{11CD3E41-253F-795A-3CCF-97593D9A7ACC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15" creationId="{F2303079-B932-8839-CD10-B5F3170D384B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16" creationId="{1C1AEA30-0846-62E5-0652-1F8AE3A06456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17" creationId="{F0BBF5CA-3758-1B1E-4267-01BF15F77BE6}"/>
          </ac:spMkLst>
        </pc:spChg>
        <pc:spChg chg="del mod">
          <ac:chgData name="Owais Ahmed" userId="6abc7d4556b3b071" providerId="LiveId" clId="{3F06DB97-3AEE-4F7C-A79E-A7936B34F82A}" dt="2023-07-31T16:29:53.650" v="1054" actId="478"/>
          <ac:spMkLst>
            <pc:docMk/>
            <pc:sldMk cId="2519732872" sldId="2507"/>
            <ac:spMk id="24" creationId="{EE6B6A39-DD51-7E27-3292-E8C6CB7A286A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25" creationId="{E31EADB7-0E35-1933-E64C-CB81CADFB1A4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0" creationId="{55F1B4C1-5F1C-1B07-F368-C151A0BBFF7A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1" creationId="{F254E49C-FE38-2D8C-0E6D-9575BE825750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2" creationId="{CFC3003E-0DDC-BA36-176E-6D671706AE32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3" creationId="{58685C0D-12DC-8D8F-7618-4C26C7A95BB5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4" creationId="{C7ACFDE5-7047-0E56-1E2E-2B50C10B3BDF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5" creationId="{430EAD92-DB0F-51D7-9F31-BB20A328DD24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6" creationId="{340488C2-8C52-D84F-6549-4DB3CC6C4A58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7" creationId="{E243D26A-1F6B-B25D-D0AC-3EAC4D85DE10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8" creationId="{4FDF2889-A194-E22E-19A0-60E13AF736B0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9" creationId="{4D8B0B4A-4260-651D-E759-251A0C2B486A}"/>
          </ac:spMkLst>
        </pc:spChg>
        <pc:spChg chg="del mod">
          <ac:chgData name="Owais Ahmed" userId="6abc7d4556b3b071" providerId="LiveId" clId="{3F06DB97-3AEE-4F7C-A79E-A7936B34F82A}" dt="2023-07-31T16:32:06.488" v="1060" actId="478"/>
          <ac:spMkLst>
            <pc:docMk/>
            <pc:sldMk cId="2519732872" sldId="2507"/>
            <ac:spMk id="52" creationId="{6077A936-757D-6859-1D2D-D9238CDB7452}"/>
          </ac:spMkLst>
        </pc:spChg>
        <pc:spChg chg="del mod">
          <ac:chgData name="Owais Ahmed" userId="6abc7d4556b3b071" providerId="LiveId" clId="{3F06DB97-3AEE-4F7C-A79E-A7936B34F82A}" dt="2023-07-31T16:32:04.946" v="1059" actId="478"/>
          <ac:spMkLst>
            <pc:docMk/>
            <pc:sldMk cId="2519732872" sldId="2507"/>
            <ac:spMk id="53" creationId="{CD128CA7-C9B2-0E48-AB2C-83361F37D11B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54" creationId="{A9669151-6E8A-28A2-BD3B-E871949F5695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55" creationId="{274A505B-739B-D7E1-C42B-16B9225A1472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56" creationId="{B7736C27-97DD-0668-D0F7-FD527C00D85B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57" creationId="{6E3CA4F5-A864-65C5-419B-4EDB79314AE4}"/>
          </ac:spMkLst>
        </pc:spChg>
        <pc:spChg chg="mod">
          <ac:chgData name="Owais Ahmed" userId="6abc7d4556b3b071" providerId="LiveId" clId="{3F06DB97-3AEE-4F7C-A79E-A7936B34F82A}" dt="2023-07-31T16:33:38.959" v="1093" actId="20577"/>
          <ac:spMkLst>
            <pc:docMk/>
            <pc:sldMk cId="2519732872" sldId="2507"/>
            <ac:spMk id="58" creationId="{5C3FA14E-BC4B-E3B3-8F00-764331AD752D}"/>
          </ac:spMkLst>
        </pc:spChg>
        <pc:spChg chg="mod">
          <ac:chgData name="Owais Ahmed" userId="6abc7d4556b3b071" providerId="LiveId" clId="{3F06DB97-3AEE-4F7C-A79E-A7936B34F82A}" dt="2023-07-31T16:33:12.874" v="1083" actId="20577"/>
          <ac:spMkLst>
            <pc:docMk/>
            <pc:sldMk cId="2519732872" sldId="2507"/>
            <ac:spMk id="59" creationId="{BC8B03B0-63FE-2C51-A23A-8B052B3D6B98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60" creationId="{2C743A88-FD48-DE9B-D2AB-391728C36AAA}"/>
          </ac:spMkLst>
        </pc:spChg>
        <pc:spChg chg="mod">
          <ac:chgData name="Owais Ahmed" userId="6abc7d4556b3b071" providerId="LiveId" clId="{3F06DB97-3AEE-4F7C-A79E-A7936B34F82A}" dt="2023-07-31T16:33:11.410" v="1082" actId="20577"/>
          <ac:spMkLst>
            <pc:docMk/>
            <pc:sldMk cId="2519732872" sldId="2507"/>
            <ac:spMk id="61" creationId="{9D7738F3-A3F6-3E4E-9227-7EC57AA10E6B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62" creationId="{2F7AE3C0-48E2-ACA4-7769-51DCF905B7F9}"/>
          </ac:spMkLst>
        </pc:spChg>
        <pc:spChg chg="mod">
          <ac:chgData name="Owais Ahmed" userId="6abc7d4556b3b071" providerId="LiveId" clId="{3F06DB97-3AEE-4F7C-A79E-A7936B34F82A}" dt="2023-07-31T16:33:04.210" v="1081" actId="20577"/>
          <ac:spMkLst>
            <pc:docMk/>
            <pc:sldMk cId="2519732872" sldId="2507"/>
            <ac:spMk id="63" creationId="{B5E2493F-C156-319A-5047-19EAC0C27B96}"/>
          </ac:spMkLst>
        </pc:spChg>
        <pc:spChg chg="del mod">
          <ac:chgData name="Owais Ahmed" userId="6abc7d4556b3b071" providerId="LiveId" clId="{3F06DB97-3AEE-4F7C-A79E-A7936B34F82A}" dt="2023-07-31T16:32:10.846" v="1063" actId="478"/>
          <ac:spMkLst>
            <pc:docMk/>
            <pc:sldMk cId="2519732872" sldId="2507"/>
            <ac:spMk id="76" creationId="{0C59E90F-ED03-8781-F34D-F5E49ECAD588}"/>
          </ac:spMkLst>
        </pc:spChg>
        <pc:spChg chg="del mod">
          <ac:chgData name="Owais Ahmed" userId="6abc7d4556b3b071" providerId="LiveId" clId="{3F06DB97-3AEE-4F7C-A79E-A7936B34F82A}" dt="2023-07-31T16:32:12.191" v="1064" actId="478"/>
          <ac:spMkLst>
            <pc:docMk/>
            <pc:sldMk cId="2519732872" sldId="2507"/>
            <ac:spMk id="77" creationId="{42AC8510-A1DF-03B2-F7FF-0B165A4771B9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78" creationId="{42A95E86-0E84-988A-6224-97D58A1AAB0F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79" creationId="{20304F60-9C85-B029-FB74-618C6A042A84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80" creationId="{6FBCDDE6-3EAB-0185-D616-ABE065D45C92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81" creationId="{D475062B-BA9F-0445-E94B-58131CEBA346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82" creationId="{D00C45F0-9257-F070-6329-9B7E6898FA6C}"/>
          </ac:spMkLst>
        </pc:spChg>
        <pc:spChg chg="mod">
          <ac:chgData name="Owais Ahmed" userId="6abc7d4556b3b071" providerId="LiveId" clId="{3F06DB97-3AEE-4F7C-A79E-A7936B34F82A}" dt="2023-07-31T16:33:22.026" v="1086" actId="20577"/>
          <ac:spMkLst>
            <pc:docMk/>
            <pc:sldMk cId="2519732872" sldId="2507"/>
            <ac:spMk id="83" creationId="{2E659818-3944-211E-B668-2B0785B7DCB6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84" creationId="{C3DD49EF-0F53-CFBA-F1C1-D0B1D2537EC8}"/>
          </ac:spMkLst>
        </pc:spChg>
        <pc:spChg chg="mod">
          <ac:chgData name="Owais Ahmed" userId="6abc7d4556b3b071" providerId="LiveId" clId="{3F06DB97-3AEE-4F7C-A79E-A7936B34F82A}" dt="2023-07-31T16:33:20.201" v="1085" actId="20577"/>
          <ac:spMkLst>
            <pc:docMk/>
            <pc:sldMk cId="2519732872" sldId="2507"/>
            <ac:spMk id="85" creationId="{1731F7BA-7AB6-493D-5273-13C3588DF720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86" creationId="{DD9A93E7-3B94-449C-E38F-C1C3F66D3A9C}"/>
          </ac:spMkLst>
        </pc:spChg>
        <pc:spChg chg="mod">
          <ac:chgData name="Owais Ahmed" userId="6abc7d4556b3b071" providerId="LiveId" clId="{3F06DB97-3AEE-4F7C-A79E-A7936B34F82A}" dt="2023-07-31T16:33:17.386" v="1084" actId="20577"/>
          <ac:spMkLst>
            <pc:docMk/>
            <pc:sldMk cId="2519732872" sldId="2507"/>
            <ac:spMk id="87" creationId="{DA497E0B-E98C-45AC-3C1D-414C2356B7BF}"/>
          </ac:spMkLst>
        </pc:spChg>
        <pc:spChg chg="add del mod">
          <ac:chgData name="Owais Ahmed" userId="6abc7d4556b3b071" providerId="LiveId" clId="{3F06DB97-3AEE-4F7C-A79E-A7936B34F82A}" dt="2023-07-31T16:32:25.012" v="1069"/>
          <ac:spMkLst>
            <pc:docMk/>
            <pc:sldMk cId="2519732872" sldId="2507"/>
            <ac:spMk id="88" creationId="{0507528A-FDE3-DD22-2160-43169E09145D}"/>
          </ac:spMkLst>
        </pc:spChg>
        <pc:spChg chg="add del mod">
          <ac:chgData name="Owais Ahmed" userId="6abc7d4556b3b071" providerId="LiveId" clId="{3F06DB97-3AEE-4F7C-A79E-A7936B34F82A}" dt="2023-07-31T16:32:57.757" v="1080" actId="478"/>
          <ac:spMkLst>
            <pc:docMk/>
            <pc:sldMk cId="2519732872" sldId="2507"/>
            <ac:spMk id="90" creationId="{B770DB89-4D9F-9A67-405A-E3B0FDC781BB}"/>
          </ac:spMkLst>
        </pc:spChg>
        <pc:spChg chg="del mod">
          <ac:chgData name="Owais Ahmed" userId="6abc7d4556b3b071" providerId="LiveId" clId="{3F06DB97-3AEE-4F7C-A79E-A7936B34F82A}" dt="2023-07-31T16:33:54.928" v="1098" actId="478"/>
          <ac:spMkLst>
            <pc:docMk/>
            <pc:sldMk cId="2519732872" sldId="2507"/>
            <ac:spMk id="93" creationId="{7B3F0C0F-E0A3-39A7-DF3B-9FCC9115854C}"/>
          </ac:spMkLst>
        </pc:spChg>
        <pc:spChg chg="mod">
          <ac:chgData name="Owais Ahmed" userId="6abc7d4556b3b071" providerId="LiveId" clId="{3F06DB97-3AEE-4F7C-A79E-A7936B34F82A}" dt="2023-07-31T16:41:37.608" v="1754" actId="1076"/>
          <ac:spMkLst>
            <pc:docMk/>
            <pc:sldMk cId="2519732872" sldId="2507"/>
            <ac:spMk id="94" creationId="{7C3C9CB2-114E-D07B-25BB-DF7B18E03EC1}"/>
          </ac:spMkLst>
        </pc:spChg>
        <pc:spChg chg="mod">
          <ac:chgData name="Owais Ahmed" userId="6abc7d4556b3b071" providerId="LiveId" clId="{3F06DB97-3AEE-4F7C-A79E-A7936B34F82A}" dt="2023-07-31T16:33:50.265" v="1096"/>
          <ac:spMkLst>
            <pc:docMk/>
            <pc:sldMk cId="2519732872" sldId="2507"/>
            <ac:spMk id="95" creationId="{E8017A49-474D-FF4D-8BE3-EDA29CB73762}"/>
          </ac:spMkLst>
        </pc:spChg>
        <pc:spChg chg="mod">
          <ac:chgData name="Owais Ahmed" userId="6abc7d4556b3b071" providerId="LiveId" clId="{3F06DB97-3AEE-4F7C-A79E-A7936B34F82A}" dt="2023-07-31T16:33:56.998" v="1099" actId="20577"/>
          <ac:spMkLst>
            <pc:docMk/>
            <pc:sldMk cId="2519732872" sldId="2507"/>
            <ac:spMk id="96" creationId="{BFC68987-1291-80DB-C814-55C51ADCA72F}"/>
          </ac:spMkLst>
        </pc:spChg>
        <pc:spChg chg="del mod">
          <ac:chgData name="Owais Ahmed" userId="6abc7d4556b3b071" providerId="LiveId" clId="{3F06DB97-3AEE-4F7C-A79E-A7936B34F82A}" dt="2023-07-31T16:34:26.431" v="1105" actId="478"/>
          <ac:spMkLst>
            <pc:docMk/>
            <pc:sldMk cId="2519732872" sldId="2507"/>
            <ac:spMk id="101" creationId="{1A33F4FE-CD88-9D70-2DA7-2B530BC06AE7}"/>
          </ac:spMkLst>
        </pc:spChg>
        <pc:spChg chg="mod">
          <ac:chgData name="Owais Ahmed" userId="6abc7d4556b3b071" providerId="LiveId" clId="{3F06DB97-3AEE-4F7C-A79E-A7936B34F82A}" dt="2023-07-31T16:41:41.641" v="1755" actId="1076"/>
          <ac:spMkLst>
            <pc:docMk/>
            <pc:sldMk cId="2519732872" sldId="2507"/>
            <ac:spMk id="102" creationId="{23801FBC-8A21-DAA2-95F5-A8E7D6FBF151}"/>
          </ac:spMkLst>
        </pc:spChg>
        <pc:spChg chg="mod">
          <ac:chgData name="Owais Ahmed" userId="6abc7d4556b3b071" providerId="LiveId" clId="{3F06DB97-3AEE-4F7C-A79E-A7936B34F82A}" dt="2023-07-31T16:40:44.048" v="1738" actId="1076"/>
          <ac:spMkLst>
            <pc:docMk/>
            <pc:sldMk cId="2519732872" sldId="2507"/>
            <ac:spMk id="105" creationId="{99BDCAF8-DC93-D572-DA16-2806C9F7C9AA}"/>
          </ac:spMkLst>
        </pc:spChg>
        <pc:spChg chg="mod">
          <ac:chgData name="Owais Ahmed" userId="6abc7d4556b3b071" providerId="LiveId" clId="{3F06DB97-3AEE-4F7C-A79E-A7936B34F82A}" dt="2023-07-31T16:40:44.048" v="1738" actId="1076"/>
          <ac:spMkLst>
            <pc:docMk/>
            <pc:sldMk cId="2519732872" sldId="2507"/>
            <ac:spMk id="106" creationId="{B546095E-991E-3289-F2C0-8A1D76A45A21}"/>
          </ac:spMkLst>
        </pc:spChg>
        <pc:spChg chg="mod">
          <ac:chgData name="Owais Ahmed" userId="6abc7d4556b3b071" providerId="LiveId" clId="{3F06DB97-3AEE-4F7C-A79E-A7936B34F82A}" dt="2023-07-31T16:40:38.471" v="1737" actId="1076"/>
          <ac:spMkLst>
            <pc:docMk/>
            <pc:sldMk cId="2519732872" sldId="2507"/>
            <ac:spMk id="107" creationId="{6B2686BC-A613-FF11-6A9D-EB36234DC16C}"/>
          </ac:spMkLst>
        </pc:spChg>
        <pc:spChg chg="mod">
          <ac:chgData name="Owais Ahmed" userId="6abc7d4556b3b071" providerId="LiveId" clId="{3F06DB97-3AEE-4F7C-A79E-A7936B34F82A}" dt="2023-07-31T16:40:38.471" v="1737" actId="1076"/>
          <ac:spMkLst>
            <pc:docMk/>
            <pc:sldMk cId="2519732872" sldId="2507"/>
            <ac:spMk id="108" creationId="{53D4C431-E0BC-789B-88D3-F5D796F20A12}"/>
          </ac:spMkLst>
        </pc:spChg>
        <pc:spChg chg="mod">
          <ac:chgData name="Owais Ahmed" userId="6abc7d4556b3b071" providerId="LiveId" clId="{3F06DB97-3AEE-4F7C-A79E-A7936B34F82A}" dt="2023-07-31T16:34:21.405" v="1103"/>
          <ac:spMkLst>
            <pc:docMk/>
            <pc:sldMk cId="2519732872" sldId="2507"/>
            <ac:spMk id="109" creationId="{3F6084E0-54E9-C827-0F8B-8E96A7C761DD}"/>
          </ac:spMkLst>
        </pc:spChg>
        <pc:spChg chg="mod">
          <ac:chgData name="Owais Ahmed" userId="6abc7d4556b3b071" providerId="LiveId" clId="{3F06DB97-3AEE-4F7C-A79E-A7936B34F82A}" dt="2023-07-31T16:34:36.087" v="1107" actId="20577"/>
          <ac:spMkLst>
            <pc:docMk/>
            <pc:sldMk cId="2519732872" sldId="2507"/>
            <ac:spMk id="110" creationId="{AB36B28D-39A8-55B6-60B3-85B767EC94FB}"/>
          </ac:spMkLst>
        </pc:spChg>
        <pc:spChg chg="mod">
          <ac:chgData name="Owais Ahmed" userId="6abc7d4556b3b071" providerId="LiveId" clId="{3F06DB97-3AEE-4F7C-A79E-A7936B34F82A}" dt="2023-07-31T16:16:36.036" v="802" actId="20577"/>
          <ac:spMkLst>
            <pc:docMk/>
            <pc:sldMk cId="2519732872" sldId="2507"/>
            <ac:spMk id="215" creationId="{00000000-0000-0000-0000-000000000000}"/>
          </ac:spMkLst>
        </pc:spChg>
        <pc:grpChg chg="add del mod">
          <ac:chgData name="Owais Ahmed" userId="6abc7d4556b3b071" providerId="LiveId" clId="{3F06DB97-3AEE-4F7C-A79E-A7936B34F82A}" dt="2023-07-31T16:31:46.557" v="1056" actId="478"/>
          <ac:grpSpMkLst>
            <pc:docMk/>
            <pc:sldMk cId="2519732872" sldId="2507"/>
            <ac:grpSpMk id="4" creationId="{80F3902B-AF10-7FCA-CA0F-D4E0AF6EE360}"/>
          </ac:grpSpMkLst>
        </pc:grpChg>
        <pc:grpChg chg="mod">
          <ac:chgData name="Owais Ahmed" userId="6abc7d4556b3b071" providerId="LiveId" clId="{3F06DB97-3AEE-4F7C-A79E-A7936B34F82A}" dt="2023-07-31T16:29:42.328" v="1051"/>
          <ac:grpSpMkLst>
            <pc:docMk/>
            <pc:sldMk cId="2519732872" sldId="2507"/>
            <ac:grpSpMk id="5" creationId="{3F3D1300-3848-78A6-5668-2B59EE7A1466}"/>
          </ac:grpSpMkLst>
        </pc:grpChg>
        <pc:grpChg chg="mod">
          <ac:chgData name="Owais Ahmed" userId="6abc7d4556b3b071" providerId="LiveId" clId="{3F06DB97-3AEE-4F7C-A79E-A7936B34F82A}" dt="2023-07-31T16:29:42.328" v="1051"/>
          <ac:grpSpMkLst>
            <pc:docMk/>
            <pc:sldMk cId="2519732872" sldId="2507"/>
            <ac:grpSpMk id="6" creationId="{19EA61CA-9134-94BB-7685-316986734FE7}"/>
          </ac:grpSpMkLst>
        </pc:grpChg>
        <pc:grpChg chg="mod">
          <ac:chgData name="Owais Ahmed" userId="6abc7d4556b3b071" providerId="LiveId" clId="{3F06DB97-3AEE-4F7C-A79E-A7936B34F82A}" dt="2023-07-31T16:29:42.328" v="1051"/>
          <ac:grpSpMkLst>
            <pc:docMk/>
            <pc:sldMk cId="2519732872" sldId="2507"/>
            <ac:grpSpMk id="7" creationId="{779F887A-C94F-8AE2-F652-C4F7D2ADBBE6}"/>
          </ac:grpSpMkLst>
        </pc:grpChg>
        <pc:grpChg chg="add del mod">
          <ac:chgData name="Owais Ahmed" userId="6abc7d4556b3b071" providerId="LiveId" clId="{3F06DB97-3AEE-4F7C-A79E-A7936B34F82A}" dt="2023-07-31T16:31:44.295" v="1055" actId="478"/>
          <ac:grpSpMkLst>
            <pc:docMk/>
            <pc:sldMk cId="2519732872" sldId="2507"/>
            <ac:grpSpMk id="18" creationId="{9DD2EB6D-4DA7-D7C5-CCA9-7628998FA6F1}"/>
          </ac:grpSpMkLst>
        </pc:grpChg>
        <pc:grpChg chg="mod">
          <ac:chgData name="Owais Ahmed" userId="6abc7d4556b3b071" providerId="LiveId" clId="{3F06DB97-3AEE-4F7C-A79E-A7936B34F82A}" dt="2023-07-31T16:29:42.328" v="1051"/>
          <ac:grpSpMkLst>
            <pc:docMk/>
            <pc:sldMk cId="2519732872" sldId="2507"/>
            <ac:grpSpMk id="19" creationId="{9ED71EAC-7C08-D9FB-8AF7-9E13D169337B}"/>
          </ac:grpSpMkLst>
        </pc:grpChg>
        <pc:grpChg chg="mod">
          <ac:chgData name="Owais Ahmed" userId="6abc7d4556b3b071" providerId="LiveId" clId="{3F06DB97-3AEE-4F7C-A79E-A7936B34F82A}" dt="2023-07-31T16:29:42.328" v="1051"/>
          <ac:grpSpMkLst>
            <pc:docMk/>
            <pc:sldMk cId="2519732872" sldId="2507"/>
            <ac:grpSpMk id="20" creationId="{DB06F88D-3D2B-14D5-C41A-BA8EF4666F8C}"/>
          </ac:grpSpMkLst>
        </pc:grpChg>
        <pc:grpChg chg="mod">
          <ac:chgData name="Owais Ahmed" userId="6abc7d4556b3b071" providerId="LiveId" clId="{3F06DB97-3AEE-4F7C-A79E-A7936B34F82A}" dt="2023-07-31T16:29:42.328" v="1051"/>
          <ac:grpSpMkLst>
            <pc:docMk/>
            <pc:sldMk cId="2519732872" sldId="2507"/>
            <ac:grpSpMk id="21" creationId="{84A4729D-5E34-25D7-FE29-E0CED4C21267}"/>
          </ac:grpSpMkLst>
        </pc:grpChg>
        <pc:grpChg chg="mod">
          <ac:chgData name="Owais Ahmed" userId="6abc7d4556b3b071" providerId="LiveId" clId="{3F06DB97-3AEE-4F7C-A79E-A7936B34F82A}" dt="2023-07-31T16:29:42.328" v="1051"/>
          <ac:grpSpMkLst>
            <pc:docMk/>
            <pc:sldMk cId="2519732872" sldId="2507"/>
            <ac:grpSpMk id="22" creationId="{7F6781FD-1CC8-A5C5-5E12-09D372E42475}"/>
          </ac:grpSpMkLst>
        </pc:grpChg>
        <pc:grpChg chg="mod">
          <ac:chgData name="Owais Ahmed" userId="6abc7d4556b3b071" providerId="LiveId" clId="{3F06DB97-3AEE-4F7C-A79E-A7936B34F82A}" dt="2023-07-31T16:29:42.328" v="1051"/>
          <ac:grpSpMkLst>
            <pc:docMk/>
            <pc:sldMk cId="2519732872" sldId="2507"/>
            <ac:grpSpMk id="23" creationId="{79E1F9C7-FC90-902A-7FDA-7FD9680B5538}"/>
          </ac:grpSpMkLst>
        </pc:grpChg>
        <pc:grpChg chg="add del mod">
          <ac:chgData name="Owais Ahmed" userId="6abc7d4556b3b071" providerId="LiveId" clId="{3F06DB97-3AEE-4F7C-A79E-A7936B34F82A}" dt="2023-07-31T16:33:42.728" v="1094" actId="478"/>
          <ac:grpSpMkLst>
            <pc:docMk/>
            <pc:sldMk cId="2519732872" sldId="2507"/>
            <ac:grpSpMk id="40" creationId="{376FE4AC-EADF-0572-2228-C142CF1889CD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41" creationId="{293FFF2F-8276-E554-CD30-253F44FE8F4B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42" creationId="{A9DB336F-B4E8-9FCE-BE96-448A570AD834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44" creationId="{FAC5B053-0BA1-26DD-4E5D-213B9C8056D2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46" creationId="{2841E817-017F-3A09-E5BD-E019E36D9862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48" creationId="{BF3428B0-CAD5-2955-03CB-8C5B8DE1D43C}"/>
          </ac:grpSpMkLst>
        </pc:grpChg>
        <pc:grpChg chg="del mod">
          <ac:chgData name="Owais Ahmed" userId="6abc7d4556b3b071" providerId="LiveId" clId="{3F06DB97-3AEE-4F7C-A79E-A7936B34F82A}" dt="2023-07-31T16:32:04.946" v="1059" actId="478"/>
          <ac:grpSpMkLst>
            <pc:docMk/>
            <pc:sldMk cId="2519732872" sldId="2507"/>
            <ac:grpSpMk id="50" creationId="{88C149BB-9451-A728-EF78-5232FC7D6D59}"/>
          </ac:grpSpMkLst>
        </pc:grpChg>
        <pc:grpChg chg="add del mod">
          <ac:chgData name="Owais Ahmed" userId="6abc7d4556b3b071" providerId="LiveId" clId="{3F06DB97-3AEE-4F7C-A79E-A7936B34F82A}" dt="2023-07-31T16:33:43.420" v="1095" actId="478"/>
          <ac:grpSpMkLst>
            <pc:docMk/>
            <pc:sldMk cId="2519732872" sldId="2507"/>
            <ac:grpSpMk id="64" creationId="{4CEC23E2-DE3E-BE27-A2B3-3B9B30CE8EF1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65" creationId="{DAA3F6B3-C7A7-9891-E19F-F97BD9BBDFCF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66" creationId="{6079BA3E-9580-6AE9-627E-4A2B118616BC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68" creationId="{3C881F13-1D2A-E47F-727A-8F2471B606E3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70" creationId="{A5CF5B66-02DF-175F-45A9-4816A6813283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72" creationId="{7B65A48A-3AC1-F611-FEE6-6146746FB1CD}"/>
          </ac:grpSpMkLst>
        </pc:grpChg>
        <pc:grpChg chg="del mod">
          <ac:chgData name="Owais Ahmed" userId="6abc7d4556b3b071" providerId="LiveId" clId="{3F06DB97-3AEE-4F7C-A79E-A7936B34F82A}" dt="2023-07-31T16:32:10.846" v="1063" actId="478"/>
          <ac:grpSpMkLst>
            <pc:docMk/>
            <pc:sldMk cId="2519732872" sldId="2507"/>
            <ac:grpSpMk id="74" creationId="{DFC86F24-E9C8-CFDB-7559-5A4382609785}"/>
          </ac:grpSpMkLst>
        </pc:grpChg>
        <pc:grpChg chg="add mod">
          <ac:chgData name="Owais Ahmed" userId="6abc7d4556b3b071" providerId="LiveId" clId="{3F06DB97-3AEE-4F7C-A79E-A7936B34F82A}" dt="2023-07-31T16:59:04.211" v="2981" actId="1076"/>
          <ac:grpSpMkLst>
            <pc:docMk/>
            <pc:sldMk cId="2519732872" sldId="2507"/>
            <ac:grpSpMk id="91" creationId="{8AFDD5EB-D614-C03D-504E-9A8E747F8716}"/>
          </ac:grpSpMkLst>
        </pc:grpChg>
        <pc:grpChg chg="mod">
          <ac:chgData name="Owais Ahmed" userId="6abc7d4556b3b071" providerId="LiveId" clId="{3F06DB97-3AEE-4F7C-A79E-A7936B34F82A}" dt="2023-07-31T16:33:50.265" v="1096"/>
          <ac:grpSpMkLst>
            <pc:docMk/>
            <pc:sldMk cId="2519732872" sldId="2507"/>
            <ac:grpSpMk id="92" creationId="{6284FF4B-3FD2-6925-02BF-7428100ED55A}"/>
          </ac:grpSpMkLst>
        </pc:grpChg>
        <pc:grpChg chg="add mod">
          <ac:chgData name="Owais Ahmed" userId="6abc7d4556b3b071" providerId="LiveId" clId="{3F06DB97-3AEE-4F7C-A79E-A7936B34F82A}" dt="2023-07-31T16:59:04.211" v="2981" actId="1076"/>
          <ac:grpSpMkLst>
            <pc:docMk/>
            <pc:sldMk cId="2519732872" sldId="2507"/>
            <ac:grpSpMk id="97" creationId="{CFF475BE-EFBC-0DBA-F90F-67FFD315D42E}"/>
          </ac:grpSpMkLst>
        </pc:grpChg>
        <pc:grpChg chg="mod">
          <ac:chgData name="Owais Ahmed" userId="6abc7d4556b3b071" providerId="LiveId" clId="{3F06DB97-3AEE-4F7C-A79E-A7936B34F82A}" dt="2023-07-31T16:34:21.405" v="1103"/>
          <ac:grpSpMkLst>
            <pc:docMk/>
            <pc:sldMk cId="2519732872" sldId="2507"/>
            <ac:grpSpMk id="98" creationId="{A0382DBE-F9FC-2531-34AD-F3E7EACF5F1E}"/>
          </ac:grpSpMkLst>
        </pc:grpChg>
        <pc:grpChg chg="mod">
          <ac:chgData name="Owais Ahmed" userId="6abc7d4556b3b071" providerId="LiveId" clId="{3F06DB97-3AEE-4F7C-A79E-A7936B34F82A}" dt="2023-07-31T16:34:21.405" v="1103"/>
          <ac:grpSpMkLst>
            <pc:docMk/>
            <pc:sldMk cId="2519732872" sldId="2507"/>
            <ac:grpSpMk id="99" creationId="{68C80BCA-12DB-C5D9-6600-C4CDDB76037E}"/>
          </ac:grpSpMkLst>
        </pc:grpChg>
        <pc:grpChg chg="mod">
          <ac:chgData name="Owais Ahmed" userId="6abc7d4556b3b071" providerId="LiveId" clId="{3F06DB97-3AEE-4F7C-A79E-A7936B34F82A}" dt="2023-07-31T16:34:21.405" v="1103"/>
          <ac:grpSpMkLst>
            <pc:docMk/>
            <pc:sldMk cId="2519732872" sldId="2507"/>
            <ac:grpSpMk id="100" creationId="{FA821C4E-B9F1-21C3-458F-B7B324C1F817}"/>
          </ac:grpSpMkLst>
        </pc:grpChg>
        <pc:cxnChg chg="mod">
          <ac:chgData name="Owais Ahmed" userId="6abc7d4556b3b071" providerId="LiveId" clId="{3F06DB97-3AEE-4F7C-A79E-A7936B34F82A}" dt="2023-07-31T16:31:46.557" v="1056" actId="478"/>
          <ac:cxnSpMkLst>
            <pc:docMk/>
            <pc:sldMk cId="2519732872" sldId="2507"/>
            <ac:cxnSpMk id="10" creationId="{82C773A4-2145-BBAE-7D13-74D9B4DA679C}"/>
          </ac:cxnSpMkLst>
        </pc:cxnChg>
        <pc:cxnChg chg="mod">
          <ac:chgData name="Owais Ahmed" userId="6abc7d4556b3b071" providerId="LiveId" clId="{3F06DB97-3AEE-4F7C-A79E-A7936B34F82A}" dt="2023-07-31T16:31:46.557" v="1056" actId="478"/>
          <ac:cxnSpMkLst>
            <pc:docMk/>
            <pc:sldMk cId="2519732872" sldId="2507"/>
            <ac:cxnSpMk id="11" creationId="{E158892D-4518-2120-75D3-EAA4B3FA9C4B}"/>
          </ac:cxnSpMkLst>
        </pc:cxnChg>
        <pc:cxnChg chg="mod">
          <ac:chgData name="Owais Ahmed" userId="6abc7d4556b3b071" providerId="LiveId" clId="{3F06DB97-3AEE-4F7C-A79E-A7936B34F82A}" dt="2023-07-31T16:31:44.295" v="1055" actId="478"/>
          <ac:cxnSpMkLst>
            <pc:docMk/>
            <pc:sldMk cId="2519732872" sldId="2507"/>
            <ac:cxnSpMk id="26" creationId="{D604D966-75E3-BA16-5391-46157D72CEF1}"/>
          </ac:cxnSpMkLst>
        </pc:cxnChg>
        <pc:cxnChg chg="mod">
          <ac:chgData name="Owais Ahmed" userId="6abc7d4556b3b071" providerId="LiveId" clId="{3F06DB97-3AEE-4F7C-A79E-A7936B34F82A}" dt="2023-07-31T16:31:44.295" v="1055" actId="478"/>
          <ac:cxnSpMkLst>
            <pc:docMk/>
            <pc:sldMk cId="2519732872" sldId="2507"/>
            <ac:cxnSpMk id="27" creationId="{87DC377B-B1EC-39E4-187F-DE027449FC73}"/>
          </ac:cxnSpMkLst>
        </pc:cxnChg>
        <pc:cxnChg chg="mod">
          <ac:chgData name="Owais Ahmed" userId="6abc7d4556b3b071" providerId="LiveId" clId="{3F06DB97-3AEE-4F7C-A79E-A7936B34F82A}" dt="2023-07-31T16:31:44.295" v="1055" actId="478"/>
          <ac:cxnSpMkLst>
            <pc:docMk/>
            <pc:sldMk cId="2519732872" sldId="2507"/>
            <ac:cxnSpMk id="28" creationId="{7A4CD16F-78B6-E2F4-B942-4A8409730B1A}"/>
          </ac:cxnSpMkLst>
        </pc:cxnChg>
        <pc:cxnChg chg="mod">
          <ac:chgData name="Owais Ahmed" userId="6abc7d4556b3b071" providerId="LiveId" clId="{3F06DB97-3AEE-4F7C-A79E-A7936B34F82A}" dt="2023-07-31T16:31:44.295" v="1055" actId="478"/>
          <ac:cxnSpMkLst>
            <pc:docMk/>
            <pc:sldMk cId="2519732872" sldId="2507"/>
            <ac:cxnSpMk id="29" creationId="{CF5EE089-4F06-0D67-00EF-2AFD6D2247C9}"/>
          </ac:cxnSpMkLst>
        </pc:cxnChg>
        <pc:cxnChg chg="mod">
          <ac:chgData name="Owais Ahmed" userId="6abc7d4556b3b071" providerId="LiveId" clId="{3F06DB97-3AEE-4F7C-A79E-A7936B34F82A}" dt="2023-07-31T16:33:42.728" v="1094" actId="478"/>
          <ac:cxnSpMkLst>
            <pc:docMk/>
            <pc:sldMk cId="2519732872" sldId="2507"/>
            <ac:cxnSpMk id="43" creationId="{271BE7A5-87C0-0263-6C7A-CF56C294762A}"/>
          </ac:cxnSpMkLst>
        </pc:cxnChg>
        <pc:cxnChg chg="mod">
          <ac:chgData name="Owais Ahmed" userId="6abc7d4556b3b071" providerId="LiveId" clId="{3F06DB97-3AEE-4F7C-A79E-A7936B34F82A}" dt="2023-07-31T16:33:42.728" v="1094" actId="478"/>
          <ac:cxnSpMkLst>
            <pc:docMk/>
            <pc:sldMk cId="2519732872" sldId="2507"/>
            <ac:cxnSpMk id="45" creationId="{9E51842E-B100-F9C8-2F0B-CA8DE7F2119C}"/>
          </ac:cxnSpMkLst>
        </pc:cxnChg>
        <pc:cxnChg chg="mod">
          <ac:chgData name="Owais Ahmed" userId="6abc7d4556b3b071" providerId="LiveId" clId="{3F06DB97-3AEE-4F7C-A79E-A7936B34F82A}" dt="2023-07-31T16:33:42.728" v="1094" actId="478"/>
          <ac:cxnSpMkLst>
            <pc:docMk/>
            <pc:sldMk cId="2519732872" sldId="2507"/>
            <ac:cxnSpMk id="47" creationId="{4FF0A792-689B-64FC-F43D-981553CAC588}"/>
          </ac:cxnSpMkLst>
        </pc:cxnChg>
        <pc:cxnChg chg="mod">
          <ac:chgData name="Owais Ahmed" userId="6abc7d4556b3b071" providerId="LiveId" clId="{3F06DB97-3AEE-4F7C-A79E-A7936B34F82A}" dt="2023-07-31T16:33:42.728" v="1094" actId="478"/>
          <ac:cxnSpMkLst>
            <pc:docMk/>
            <pc:sldMk cId="2519732872" sldId="2507"/>
            <ac:cxnSpMk id="49" creationId="{43D59970-F861-42DC-F682-D3402F4CE406}"/>
          </ac:cxnSpMkLst>
        </pc:cxnChg>
        <pc:cxnChg chg="del mod">
          <ac:chgData name="Owais Ahmed" userId="6abc7d4556b3b071" providerId="LiveId" clId="{3F06DB97-3AEE-4F7C-A79E-A7936B34F82A}" dt="2023-07-31T16:32:08.052" v="1061" actId="478"/>
          <ac:cxnSpMkLst>
            <pc:docMk/>
            <pc:sldMk cId="2519732872" sldId="2507"/>
            <ac:cxnSpMk id="51" creationId="{BFD349A0-1174-E2E5-7063-F4401045FBFE}"/>
          </ac:cxnSpMkLst>
        </pc:cxnChg>
        <pc:cxnChg chg="mod">
          <ac:chgData name="Owais Ahmed" userId="6abc7d4556b3b071" providerId="LiveId" clId="{3F06DB97-3AEE-4F7C-A79E-A7936B34F82A}" dt="2023-07-31T16:33:43.420" v="1095" actId="478"/>
          <ac:cxnSpMkLst>
            <pc:docMk/>
            <pc:sldMk cId="2519732872" sldId="2507"/>
            <ac:cxnSpMk id="67" creationId="{A33C4EA7-42EE-2F09-4A3D-599460D7B8B2}"/>
          </ac:cxnSpMkLst>
        </pc:cxnChg>
        <pc:cxnChg chg="mod">
          <ac:chgData name="Owais Ahmed" userId="6abc7d4556b3b071" providerId="LiveId" clId="{3F06DB97-3AEE-4F7C-A79E-A7936B34F82A}" dt="2023-07-31T16:33:43.420" v="1095" actId="478"/>
          <ac:cxnSpMkLst>
            <pc:docMk/>
            <pc:sldMk cId="2519732872" sldId="2507"/>
            <ac:cxnSpMk id="69" creationId="{E282191E-48CC-08E0-615B-14E8942C86B0}"/>
          </ac:cxnSpMkLst>
        </pc:cxnChg>
        <pc:cxnChg chg="mod">
          <ac:chgData name="Owais Ahmed" userId="6abc7d4556b3b071" providerId="LiveId" clId="{3F06DB97-3AEE-4F7C-A79E-A7936B34F82A}" dt="2023-07-31T16:33:43.420" v="1095" actId="478"/>
          <ac:cxnSpMkLst>
            <pc:docMk/>
            <pc:sldMk cId="2519732872" sldId="2507"/>
            <ac:cxnSpMk id="71" creationId="{06512AD5-E4B2-3F64-0989-A24A6F47325E}"/>
          </ac:cxnSpMkLst>
        </pc:cxnChg>
        <pc:cxnChg chg="mod">
          <ac:chgData name="Owais Ahmed" userId="6abc7d4556b3b071" providerId="LiveId" clId="{3F06DB97-3AEE-4F7C-A79E-A7936B34F82A}" dt="2023-07-31T16:33:43.420" v="1095" actId="478"/>
          <ac:cxnSpMkLst>
            <pc:docMk/>
            <pc:sldMk cId="2519732872" sldId="2507"/>
            <ac:cxnSpMk id="73" creationId="{83DF7B69-FDE0-99D5-CFC4-0CD360949A96}"/>
          </ac:cxnSpMkLst>
        </pc:cxnChg>
        <pc:cxnChg chg="del mod">
          <ac:chgData name="Owais Ahmed" userId="6abc7d4556b3b071" providerId="LiveId" clId="{3F06DB97-3AEE-4F7C-A79E-A7936B34F82A}" dt="2023-07-31T16:32:09.642" v="1062" actId="478"/>
          <ac:cxnSpMkLst>
            <pc:docMk/>
            <pc:sldMk cId="2519732872" sldId="2507"/>
            <ac:cxnSpMk id="75" creationId="{F9B0DB8F-B931-2CAA-D911-CE6A0EDE56A1}"/>
          </ac:cxnSpMkLst>
        </pc:cxnChg>
        <pc:cxnChg chg="del mod">
          <ac:chgData name="Owais Ahmed" userId="6abc7d4556b3b071" providerId="LiveId" clId="{3F06DB97-3AEE-4F7C-A79E-A7936B34F82A}" dt="2023-07-31T16:40:28.648" v="1735" actId="478"/>
          <ac:cxnSpMkLst>
            <pc:docMk/>
            <pc:sldMk cId="2519732872" sldId="2507"/>
            <ac:cxnSpMk id="103" creationId="{8A3868D9-9A18-E432-AB97-47DD5DCA5EFA}"/>
          </ac:cxnSpMkLst>
        </pc:cxnChg>
        <pc:cxnChg chg="del mod">
          <ac:chgData name="Owais Ahmed" userId="6abc7d4556b3b071" providerId="LiveId" clId="{3F06DB97-3AEE-4F7C-A79E-A7936B34F82A}" dt="2023-07-31T16:40:30.175" v="1736" actId="478"/>
          <ac:cxnSpMkLst>
            <pc:docMk/>
            <pc:sldMk cId="2519732872" sldId="2507"/>
            <ac:cxnSpMk id="104" creationId="{EFBC33C1-E8E0-32F2-2105-7E20EE54AB7F}"/>
          </ac:cxnSpMkLst>
        </pc:cxnChg>
        <pc:cxnChg chg="add del mod">
          <ac:chgData name="Owais Ahmed" userId="6abc7d4556b3b071" providerId="LiveId" clId="{3F06DB97-3AEE-4F7C-A79E-A7936B34F82A}" dt="2023-07-31T16:41:28.470" v="1753" actId="11529"/>
          <ac:cxnSpMkLst>
            <pc:docMk/>
            <pc:sldMk cId="2519732872" sldId="2507"/>
            <ac:cxnSpMk id="114" creationId="{06295CDD-B5A7-6846-9ACC-FE5D23722D43}"/>
          </ac:cxnSpMkLst>
        </pc:cxnChg>
        <pc:cxnChg chg="add mod">
          <ac:chgData name="Owais Ahmed" userId="6abc7d4556b3b071" providerId="LiveId" clId="{3F06DB97-3AEE-4F7C-A79E-A7936B34F82A}" dt="2023-07-31T16:59:04.211" v="2981" actId="1076"/>
          <ac:cxnSpMkLst>
            <pc:docMk/>
            <pc:sldMk cId="2519732872" sldId="2507"/>
            <ac:cxnSpMk id="116" creationId="{D83E971B-0F3D-4E00-B4A4-C9E6CBDBA5FB}"/>
          </ac:cxnSpMkLst>
        </pc:cxnChg>
        <pc:cxnChg chg="add mod">
          <ac:chgData name="Owais Ahmed" userId="6abc7d4556b3b071" providerId="LiveId" clId="{3F06DB97-3AEE-4F7C-A79E-A7936B34F82A}" dt="2023-07-31T16:59:04.211" v="2981" actId="1076"/>
          <ac:cxnSpMkLst>
            <pc:docMk/>
            <pc:sldMk cId="2519732872" sldId="2507"/>
            <ac:cxnSpMk id="118" creationId="{E218D9EB-E58D-166C-8764-794115FE12E4}"/>
          </ac:cxnSpMkLst>
        </pc:cxnChg>
      </pc:sldChg>
      <pc:sldChg chg="modSp del">
        <pc:chgData name="Owais Ahmed" userId="6abc7d4556b3b071" providerId="LiveId" clId="{3F06DB97-3AEE-4F7C-A79E-A7936B34F82A}" dt="2023-07-31T16:29:32.429" v="1049" actId="47"/>
        <pc:sldMkLst>
          <pc:docMk/>
          <pc:sldMk cId="2596096578" sldId="2510"/>
        </pc:sldMkLst>
        <pc:spChg chg="mod">
          <ac:chgData name="Owais Ahmed" userId="6abc7d4556b3b071" providerId="LiveId" clId="{3F06DB97-3AEE-4F7C-A79E-A7936B34F82A}" dt="2023-07-31T16:29:23.140" v="1048" actId="948"/>
          <ac:spMkLst>
            <pc:docMk/>
            <pc:sldMk cId="2596096578" sldId="2510"/>
            <ac:spMk id="3" creationId="{4A1C0383-58FE-E486-295E-B33B8683B938}"/>
          </ac:spMkLst>
        </pc:spChg>
      </pc:sldChg>
      <pc:sldChg chg="delSp modSp add mod modAnim">
        <pc:chgData name="Owais Ahmed" userId="6abc7d4556b3b071" providerId="LiveId" clId="{3F06DB97-3AEE-4F7C-A79E-A7936B34F82A}" dt="2023-07-31T18:29:50.706" v="6096" actId="20577"/>
        <pc:sldMkLst>
          <pc:docMk/>
          <pc:sldMk cId="64818802" sldId="2511"/>
        </pc:sldMkLst>
        <pc:spChg chg="mod">
          <ac:chgData name="Owais Ahmed" userId="6abc7d4556b3b071" providerId="LiveId" clId="{3F06DB97-3AEE-4F7C-A79E-A7936B34F82A}" dt="2023-07-31T18:29:50.706" v="6096" actId="20577"/>
          <ac:spMkLst>
            <pc:docMk/>
            <pc:sldMk cId="64818802" sldId="2511"/>
            <ac:spMk id="3" creationId="{4A1C0383-58FE-E486-295E-B33B8683B938}"/>
          </ac:spMkLst>
        </pc:spChg>
        <pc:picChg chg="del">
          <ac:chgData name="Owais Ahmed" userId="6abc7d4556b3b071" providerId="LiveId" clId="{3F06DB97-3AEE-4F7C-A79E-A7936B34F82A}" dt="2023-07-31T18:25:06.604" v="5477" actId="478"/>
          <ac:picMkLst>
            <pc:docMk/>
            <pc:sldMk cId="64818802" sldId="2511"/>
            <ac:picMk id="1026" creationId="{46F87B91-E9D1-F266-4E5C-9787E7840B14}"/>
          </ac:picMkLst>
        </pc:picChg>
      </pc:sldChg>
      <pc:sldChg chg="modSp add modAnim">
        <pc:chgData name="Owais Ahmed" userId="6abc7d4556b3b071" providerId="LiveId" clId="{3F06DB97-3AEE-4F7C-A79E-A7936B34F82A}" dt="2023-07-31T15:42:45.823" v="481" actId="20577"/>
        <pc:sldMkLst>
          <pc:docMk/>
          <pc:sldMk cId="3485698213" sldId="2548"/>
        </pc:sldMkLst>
        <pc:spChg chg="mod">
          <ac:chgData name="Owais Ahmed" userId="6abc7d4556b3b071" providerId="LiveId" clId="{3F06DB97-3AEE-4F7C-A79E-A7936B34F82A}" dt="2023-07-31T15:42:45.823" v="481" actId="20577"/>
          <ac:spMkLst>
            <pc:docMk/>
            <pc:sldMk cId="3485698213" sldId="2548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3F06DB97-3AEE-4F7C-A79E-A7936B34F82A}" dt="2023-07-31T18:24:31.740" v="5475" actId="20577"/>
        <pc:sldMkLst>
          <pc:docMk/>
          <pc:sldMk cId="3738101922" sldId="2549"/>
        </pc:sldMkLst>
        <pc:spChg chg="mod">
          <ac:chgData name="Owais Ahmed" userId="6abc7d4556b3b071" providerId="LiveId" clId="{3F06DB97-3AEE-4F7C-A79E-A7936B34F82A}" dt="2023-07-31T18:24:31.740" v="5475" actId="20577"/>
          <ac:spMkLst>
            <pc:docMk/>
            <pc:sldMk cId="3738101922" sldId="2549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3F06DB97-3AEE-4F7C-A79E-A7936B34F82A}" dt="2023-07-31T16:22:17.974" v="936" actId="20577"/>
        <pc:sldMkLst>
          <pc:docMk/>
          <pc:sldMk cId="821949743" sldId="2550"/>
        </pc:sldMkLst>
        <pc:spChg chg="mod">
          <ac:chgData name="Owais Ahmed" userId="6abc7d4556b3b071" providerId="LiveId" clId="{3F06DB97-3AEE-4F7C-A79E-A7936B34F82A}" dt="2023-07-31T16:22:17.974" v="936" actId="20577"/>
          <ac:spMkLst>
            <pc:docMk/>
            <pc:sldMk cId="821949743" sldId="2550"/>
            <ac:spMk id="3" creationId="{4A1C0383-58FE-E486-295E-B33B8683B938}"/>
          </ac:spMkLst>
        </pc:spChg>
      </pc:sldChg>
      <pc:sldChg chg="addSp delSp modSp add del mod modAnim">
        <pc:chgData name="Owais Ahmed" userId="6abc7d4556b3b071" providerId="LiveId" clId="{3F06DB97-3AEE-4F7C-A79E-A7936B34F82A}" dt="2023-07-31T16:58:42.242" v="2979" actId="47"/>
        <pc:sldMkLst>
          <pc:docMk/>
          <pc:sldMk cId="1777299149" sldId="2551"/>
        </pc:sldMkLst>
        <pc:spChg chg="mod">
          <ac:chgData name="Owais Ahmed" userId="6abc7d4556b3b071" providerId="LiveId" clId="{3F06DB97-3AEE-4F7C-A79E-A7936B34F82A}" dt="2023-07-31T16:57:56.131" v="2917" actId="27636"/>
          <ac:spMkLst>
            <pc:docMk/>
            <pc:sldMk cId="1777299149" sldId="2551"/>
            <ac:spMk id="3" creationId="{4A1C0383-58FE-E486-295E-B33B8683B938}"/>
          </ac:spMkLst>
        </pc:spChg>
        <pc:spChg chg="add del mod">
          <ac:chgData name="Owais Ahmed" userId="6abc7d4556b3b071" providerId="LiveId" clId="{3F06DB97-3AEE-4F7C-A79E-A7936B34F82A}" dt="2023-07-31T16:48:00.018" v="2143" actId="478"/>
          <ac:spMkLst>
            <pc:docMk/>
            <pc:sldMk cId="1777299149" sldId="2551"/>
            <ac:spMk id="4" creationId="{089080C3-2B25-ABB4-F99B-442D3BFE6A50}"/>
          </ac:spMkLst>
        </pc:spChg>
        <pc:spChg chg="add mod topLvl">
          <ac:chgData name="Owais Ahmed" userId="6abc7d4556b3b071" providerId="LiveId" clId="{3F06DB97-3AEE-4F7C-A79E-A7936B34F82A}" dt="2023-07-31T16:52:16.971" v="2467" actId="164"/>
          <ac:spMkLst>
            <pc:docMk/>
            <pc:sldMk cId="1777299149" sldId="2551"/>
            <ac:spMk id="6" creationId="{C2DAB1C7-1E85-9A11-AF4F-BA89CE87BA18}"/>
          </ac:spMkLst>
        </pc:spChg>
        <pc:spChg chg="del mod topLvl">
          <ac:chgData name="Owais Ahmed" userId="6abc7d4556b3b071" providerId="LiveId" clId="{3F06DB97-3AEE-4F7C-A79E-A7936B34F82A}" dt="2023-07-31T16:48:00.018" v="2143" actId="478"/>
          <ac:spMkLst>
            <pc:docMk/>
            <pc:sldMk cId="1777299149" sldId="2551"/>
            <ac:spMk id="94" creationId="{7C3C9CB2-114E-D07B-25BB-DF7B18E03EC1}"/>
          </ac:spMkLst>
        </pc:spChg>
        <pc:spChg chg="mod">
          <ac:chgData name="Owais Ahmed" userId="6abc7d4556b3b071" providerId="LiveId" clId="{3F06DB97-3AEE-4F7C-A79E-A7936B34F82A}" dt="2023-07-31T16:47:42.991" v="2141" actId="165"/>
          <ac:spMkLst>
            <pc:docMk/>
            <pc:sldMk cId="1777299149" sldId="2551"/>
            <ac:spMk id="95" creationId="{E8017A49-474D-FF4D-8BE3-EDA29CB73762}"/>
          </ac:spMkLst>
        </pc:spChg>
        <pc:spChg chg="mod">
          <ac:chgData name="Owais Ahmed" userId="6abc7d4556b3b071" providerId="LiveId" clId="{3F06DB97-3AEE-4F7C-A79E-A7936B34F82A}" dt="2023-07-31T16:47:42.991" v="2141" actId="165"/>
          <ac:spMkLst>
            <pc:docMk/>
            <pc:sldMk cId="1777299149" sldId="2551"/>
            <ac:spMk id="96" creationId="{BFC68987-1291-80DB-C814-55C51ADCA72F}"/>
          </ac:spMkLst>
        </pc:spChg>
        <pc:spChg chg="mod topLvl">
          <ac:chgData name="Owais Ahmed" userId="6abc7d4556b3b071" providerId="LiveId" clId="{3F06DB97-3AEE-4F7C-A79E-A7936B34F82A}" dt="2023-07-31T16:52:16.971" v="2467" actId="164"/>
          <ac:spMkLst>
            <pc:docMk/>
            <pc:sldMk cId="1777299149" sldId="2551"/>
            <ac:spMk id="102" creationId="{23801FBC-8A21-DAA2-95F5-A8E7D6FBF151}"/>
          </ac:spMkLst>
        </pc:spChg>
        <pc:spChg chg="mod">
          <ac:chgData name="Owais Ahmed" userId="6abc7d4556b3b071" providerId="LiveId" clId="{3F06DB97-3AEE-4F7C-A79E-A7936B34F82A}" dt="2023-07-31T16:52:02.546" v="2465" actId="165"/>
          <ac:spMkLst>
            <pc:docMk/>
            <pc:sldMk cId="1777299149" sldId="2551"/>
            <ac:spMk id="105" creationId="{99BDCAF8-DC93-D572-DA16-2806C9F7C9AA}"/>
          </ac:spMkLst>
        </pc:spChg>
        <pc:spChg chg="mod">
          <ac:chgData name="Owais Ahmed" userId="6abc7d4556b3b071" providerId="LiveId" clId="{3F06DB97-3AEE-4F7C-A79E-A7936B34F82A}" dt="2023-07-31T16:52:02.546" v="2465" actId="165"/>
          <ac:spMkLst>
            <pc:docMk/>
            <pc:sldMk cId="1777299149" sldId="2551"/>
            <ac:spMk id="106" creationId="{B546095E-991E-3289-F2C0-8A1D76A45A21}"/>
          </ac:spMkLst>
        </pc:spChg>
        <pc:spChg chg="mod">
          <ac:chgData name="Owais Ahmed" userId="6abc7d4556b3b071" providerId="LiveId" clId="{3F06DB97-3AEE-4F7C-A79E-A7936B34F82A}" dt="2023-07-31T16:52:02.546" v="2465" actId="165"/>
          <ac:spMkLst>
            <pc:docMk/>
            <pc:sldMk cId="1777299149" sldId="2551"/>
            <ac:spMk id="107" creationId="{6B2686BC-A613-FF11-6A9D-EB36234DC16C}"/>
          </ac:spMkLst>
        </pc:spChg>
        <pc:spChg chg="mod">
          <ac:chgData name="Owais Ahmed" userId="6abc7d4556b3b071" providerId="LiveId" clId="{3F06DB97-3AEE-4F7C-A79E-A7936B34F82A}" dt="2023-07-31T16:52:02.546" v="2465" actId="165"/>
          <ac:spMkLst>
            <pc:docMk/>
            <pc:sldMk cId="1777299149" sldId="2551"/>
            <ac:spMk id="108" creationId="{53D4C431-E0BC-789B-88D3-F5D796F20A12}"/>
          </ac:spMkLst>
        </pc:spChg>
        <pc:spChg chg="mod">
          <ac:chgData name="Owais Ahmed" userId="6abc7d4556b3b071" providerId="LiveId" clId="{3F06DB97-3AEE-4F7C-A79E-A7936B34F82A}" dt="2023-07-31T16:52:02.546" v="2465" actId="165"/>
          <ac:spMkLst>
            <pc:docMk/>
            <pc:sldMk cId="1777299149" sldId="2551"/>
            <ac:spMk id="109" creationId="{3F6084E0-54E9-C827-0F8B-8E96A7C761DD}"/>
          </ac:spMkLst>
        </pc:spChg>
        <pc:spChg chg="mod">
          <ac:chgData name="Owais Ahmed" userId="6abc7d4556b3b071" providerId="LiveId" clId="{3F06DB97-3AEE-4F7C-A79E-A7936B34F82A}" dt="2023-07-31T16:52:02.546" v="2465" actId="165"/>
          <ac:spMkLst>
            <pc:docMk/>
            <pc:sldMk cId="1777299149" sldId="2551"/>
            <ac:spMk id="110" creationId="{AB36B28D-39A8-55B6-60B3-85B767EC94FB}"/>
          </ac:spMkLst>
        </pc:spChg>
        <pc:grpChg chg="add del mod">
          <ac:chgData name="Owais Ahmed" userId="6abc7d4556b3b071" providerId="LiveId" clId="{3F06DB97-3AEE-4F7C-A79E-A7936B34F82A}" dt="2023-07-31T16:52:02.546" v="2465" actId="165"/>
          <ac:grpSpMkLst>
            <pc:docMk/>
            <pc:sldMk cId="1777299149" sldId="2551"/>
            <ac:grpSpMk id="12" creationId="{B62B7723-6235-0D18-D946-5560E7FF3427}"/>
          </ac:grpSpMkLst>
        </pc:grpChg>
        <pc:grpChg chg="add mod">
          <ac:chgData name="Owais Ahmed" userId="6abc7d4556b3b071" providerId="LiveId" clId="{3F06DB97-3AEE-4F7C-A79E-A7936B34F82A}" dt="2023-07-31T16:52:59.545" v="2475" actId="1037"/>
          <ac:grpSpMkLst>
            <pc:docMk/>
            <pc:sldMk cId="1777299149" sldId="2551"/>
            <ac:grpSpMk id="14" creationId="{6D373018-1D02-897E-145C-1A033D391303}"/>
          </ac:grpSpMkLst>
        </pc:grpChg>
        <pc:grpChg chg="del mod">
          <ac:chgData name="Owais Ahmed" userId="6abc7d4556b3b071" providerId="LiveId" clId="{3F06DB97-3AEE-4F7C-A79E-A7936B34F82A}" dt="2023-07-31T16:47:42.991" v="2141" actId="165"/>
          <ac:grpSpMkLst>
            <pc:docMk/>
            <pc:sldMk cId="1777299149" sldId="2551"/>
            <ac:grpSpMk id="91" creationId="{8AFDD5EB-D614-C03D-504E-9A8E747F8716}"/>
          </ac:grpSpMkLst>
        </pc:grpChg>
        <pc:grpChg chg="del mod topLvl">
          <ac:chgData name="Owais Ahmed" userId="6abc7d4556b3b071" providerId="LiveId" clId="{3F06DB97-3AEE-4F7C-A79E-A7936B34F82A}" dt="2023-07-31T16:48:00.018" v="2143" actId="478"/>
          <ac:grpSpMkLst>
            <pc:docMk/>
            <pc:sldMk cId="1777299149" sldId="2551"/>
            <ac:grpSpMk id="92" creationId="{6284FF4B-3FD2-6925-02BF-7428100ED55A}"/>
          </ac:grpSpMkLst>
        </pc:grpChg>
        <pc:grpChg chg="del">
          <ac:chgData name="Owais Ahmed" userId="6abc7d4556b3b071" providerId="LiveId" clId="{3F06DB97-3AEE-4F7C-A79E-A7936B34F82A}" dt="2023-07-31T16:48:02.702" v="2144" actId="165"/>
          <ac:grpSpMkLst>
            <pc:docMk/>
            <pc:sldMk cId="1777299149" sldId="2551"/>
            <ac:grpSpMk id="97" creationId="{CFF475BE-EFBC-0DBA-F90F-67FFD315D42E}"/>
          </ac:grpSpMkLst>
        </pc:grpChg>
        <pc:grpChg chg="mod topLvl">
          <ac:chgData name="Owais Ahmed" userId="6abc7d4556b3b071" providerId="LiveId" clId="{3F06DB97-3AEE-4F7C-A79E-A7936B34F82A}" dt="2023-07-31T16:52:16.971" v="2467" actId="164"/>
          <ac:grpSpMkLst>
            <pc:docMk/>
            <pc:sldMk cId="1777299149" sldId="2551"/>
            <ac:grpSpMk id="98" creationId="{A0382DBE-F9FC-2531-34AD-F3E7EACF5F1E}"/>
          </ac:grpSpMkLst>
        </pc:grpChg>
        <pc:grpChg chg="mod topLvl">
          <ac:chgData name="Owais Ahmed" userId="6abc7d4556b3b071" providerId="LiveId" clId="{3F06DB97-3AEE-4F7C-A79E-A7936B34F82A}" dt="2023-07-31T16:52:16.971" v="2467" actId="164"/>
          <ac:grpSpMkLst>
            <pc:docMk/>
            <pc:sldMk cId="1777299149" sldId="2551"/>
            <ac:grpSpMk id="99" creationId="{68C80BCA-12DB-C5D9-6600-C4CDDB76037E}"/>
          </ac:grpSpMkLst>
        </pc:grpChg>
        <pc:grpChg chg="mod topLvl">
          <ac:chgData name="Owais Ahmed" userId="6abc7d4556b3b071" providerId="LiveId" clId="{3F06DB97-3AEE-4F7C-A79E-A7936B34F82A}" dt="2023-07-31T16:52:16.971" v="2467" actId="164"/>
          <ac:grpSpMkLst>
            <pc:docMk/>
            <pc:sldMk cId="1777299149" sldId="2551"/>
            <ac:grpSpMk id="100" creationId="{FA821C4E-B9F1-21C3-458F-B7B324C1F817}"/>
          </ac:grpSpMkLst>
        </pc:grpChg>
        <pc:cxnChg chg="add mod topLvl">
          <ac:chgData name="Owais Ahmed" userId="6abc7d4556b3b071" providerId="LiveId" clId="{3F06DB97-3AEE-4F7C-A79E-A7936B34F82A}" dt="2023-07-31T16:52:16.971" v="2467" actId="164"/>
          <ac:cxnSpMkLst>
            <pc:docMk/>
            <pc:sldMk cId="1777299149" sldId="2551"/>
            <ac:cxnSpMk id="7" creationId="{657C45F0-67F1-A7FA-02BD-786D3D970CCC}"/>
          </ac:cxnSpMkLst>
        </pc:cxnChg>
        <pc:cxnChg chg="del mod">
          <ac:chgData name="Owais Ahmed" userId="6abc7d4556b3b071" providerId="LiveId" clId="{3F06DB97-3AEE-4F7C-A79E-A7936B34F82A}" dt="2023-07-31T16:48:00.018" v="2143" actId="478"/>
          <ac:cxnSpMkLst>
            <pc:docMk/>
            <pc:sldMk cId="1777299149" sldId="2551"/>
            <ac:cxnSpMk id="116" creationId="{D83E971B-0F3D-4E00-B4A4-C9E6CBDBA5FB}"/>
          </ac:cxnSpMkLst>
        </pc:cxnChg>
        <pc:cxnChg chg="mod topLvl">
          <ac:chgData name="Owais Ahmed" userId="6abc7d4556b3b071" providerId="LiveId" clId="{3F06DB97-3AEE-4F7C-A79E-A7936B34F82A}" dt="2023-07-31T16:52:16.971" v="2467" actId="164"/>
          <ac:cxnSpMkLst>
            <pc:docMk/>
            <pc:sldMk cId="1777299149" sldId="2551"/>
            <ac:cxnSpMk id="118" creationId="{E218D9EB-E58D-166C-8764-794115FE12E4}"/>
          </ac:cxnSpMkLst>
        </pc:cxnChg>
      </pc:sldChg>
      <pc:sldChg chg="modSp add mod modAnim">
        <pc:chgData name="Owais Ahmed" userId="6abc7d4556b3b071" providerId="LiveId" clId="{3F06DB97-3AEE-4F7C-A79E-A7936B34F82A}" dt="2023-07-31T17:09:26.976" v="3626"/>
        <pc:sldMkLst>
          <pc:docMk/>
          <pc:sldMk cId="2619033452" sldId="2552"/>
        </pc:sldMkLst>
        <pc:spChg chg="mod">
          <ac:chgData name="Owais Ahmed" userId="6abc7d4556b3b071" providerId="LiveId" clId="{3F06DB97-3AEE-4F7C-A79E-A7936B34F82A}" dt="2023-07-31T16:58:25.230" v="2977" actId="27636"/>
          <ac:spMkLst>
            <pc:docMk/>
            <pc:sldMk cId="2619033452" sldId="2552"/>
            <ac:spMk id="3" creationId="{4A1C0383-58FE-E486-295E-B33B8683B938}"/>
          </ac:spMkLst>
        </pc:spChg>
        <pc:grpChg chg="mod">
          <ac:chgData name="Owais Ahmed" userId="6abc7d4556b3b071" providerId="LiveId" clId="{3F06DB97-3AEE-4F7C-A79E-A7936B34F82A}" dt="2023-07-31T16:58:30.908" v="2978" actId="1076"/>
          <ac:grpSpMkLst>
            <pc:docMk/>
            <pc:sldMk cId="2619033452" sldId="2552"/>
            <ac:grpSpMk id="14" creationId="{6D373018-1D02-897E-145C-1A033D391303}"/>
          </ac:grpSpMkLst>
        </pc:grpChg>
      </pc:sldChg>
      <pc:sldChg chg="addSp delSp modSp add mod modAnim">
        <pc:chgData name="Owais Ahmed" userId="6abc7d4556b3b071" providerId="LiveId" clId="{3F06DB97-3AEE-4F7C-A79E-A7936B34F82A}" dt="2023-07-31T17:24:54.053" v="3852" actId="20577"/>
        <pc:sldMkLst>
          <pc:docMk/>
          <pc:sldMk cId="2942372078" sldId="2553"/>
        </pc:sldMkLst>
        <pc:spChg chg="mod">
          <ac:chgData name="Owais Ahmed" userId="6abc7d4556b3b071" providerId="LiveId" clId="{3F06DB97-3AEE-4F7C-A79E-A7936B34F82A}" dt="2023-07-31T17:24:54.053" v="3852" actId="20577"/>
          <ac:spMkLst>
            <pc:docMk/>
            <pc:sldMk cId="2942372078" sldId="2553"/>
            <ac:spMk id="3" creationId="{4A1C0383-58FE-E486-295E-B33B8683B938}"/>
          </ac:spMkLst>
        </pc:spChg>
        <pc:spChg chg="add del mod">
          <ac:chgData name="Owais Ahmed" userId="6abc7d4556b3b071" providerId="LiveId" clId="{3F06DB97-3AEE-4F7C-A79E-A7936B34F82A}" dt="2023-07-31T17:10:12.481" v="3636"/>
          <ac:spMkLst>
            <pc:docMk/>
            <pc:sldMk cId="2942372078" sldId="2553"/>
            <ac:spMk id="4" creationId="{4125800C-749F-5C35-1E17-34384FF8CA58}"/>
          </ac:spMkLst>
        </pc:spChg>
        <pc:spChg chg="add del mod">
          <ac:chgData name="Owais Ahmed" userId="6abc7d4556b3b071" providerId="LiveId" clId="{3F06DB97-3AEE-4F7C-A79E-A7936B34F82A}" dt="2023-07-31T17:10:12.481" v="3636"/>
          <ac:spMkLst>
            <pc:docMk/>
            <pc:sldMk cId="2942372078" sldId="2553"/>
            <ac:spMk id="5" creationId="{9FB6687A-C0B4-CC0D-A706-7D5C7B98D716}"/>
          </ac:spMkLst>
        </pc:spChg>
        <pc:spChg chg="mod topLvl">
          <ac:chgData name="Owais Ahmed" userId="6abc7d4556b3b071" providerId="LiveId" clId="{3F06DB97-3AEE-4F7C-A79E-A7936B34F82A}" dt="2023-07-31T17:19:41.868" v="3672" actId="164"/>
          <ac:spMkLst>
            <pc:docMk/>
            <pc:sldMk cId="2942372078" sldId="2553"/>
            <ac:spMk id="6" creationId="{C2DAB1C7-1E85-9A11-AF4F-BA89CE87BA18}"/>
          </ac:spMkLst>
        </pc:spChg>
        <pc:spChg chg="mod">
          <ac:chgData name="Owais Ahmed" userId="6abc7d4556b3b071" providerId="LiveId" clId="{3F06DB97-3AEE-4F7C-A79E-A7936B34F82A}" dt="2023-07-31T17:11:07.485" v="3644"/>
          <ac:spMkLst>
            <pc:docMk/>
            <pc:sldMk cId="2942372078" sldId="2553"/>
            <ac:spMk id="9" creationId="{6EFD39D5-1A6E-731C-EF8E-E8CA08E68C57}"/>
          </ac:spMkLst>
        </pc:spChg>
        <pc:spChg chg="mod">
          <ac:chgData name="Owais Ahmed" userId="6abc7d4556b3b071" providerId="LiveId" clId="{3F06DB97-3AEE-4F7C-A79E-A7936B34F82A}" dt="2023-07-31T17:11:09.492" v="3645" actId="20577"/>
          <ac:spMkLst>
            <pc:docMk/>
            <pc:sldMk cId="2942372078" sldId="2553"/>
            <ac:spMk id="10" creationId="{44E0EE0A-A1B3-D78F-82B1-2D6F97E4122B}"/>
          </ac:spMkLst>
        </pc:spChg>
        <pc:spChg chg="mod">
          <ac:chgData name="Owais Ahmed" userId="6abc7d4556b3b071" providerId="LiveId" clId="{3F06DB97-3AEE-4F7C-A79E-A7936B34F82A}" dt="2023-07-31T17:20:06.335" v="3676" actId="164"/>
          <ac:spMkLst>
            <pc:docMk/>
            <pc:sldMk cId="2942372078" sldId="2553"/>
            <ac:spMk id="18" creationId="{B55210BC-8CD4-0B1D-89E2-BC2BDCC8A125}"/>
          </ac:spMkLst>
        </pc:spChg>
        <pc:spChg chg="mod">
          <ac:chgData name="Owais Ahmed" userId="6abc7d4556b3b071" providerId="LiveId" clId="{3F06DB97-3AEE-4F7C-A79E-A7936B34F82A}" dt="2023-07-31T17:20:06.335" v="3676" actId="164"/>
          <ac:spMkLst>
            <pc:docMk/>
            <pc:sldMk cId="2942372078" sldId="2553"/>
            <ac:spMk id="19" creationId="{C4ECDF7F-D26F-A833-0D20-91948EAF7C2A}"/>
          </ac:spMkLst>
        </pc:spChg>
        <pc:spChg chg="mod">
          <ac:chgData name="Owais Ahmed" userId="6abc7d4556b3b071" providerId="LiveId" clId="{3F06DB97-3AEE-4F7C-A79E-A7936B34F82A}" dt="2023-07-31T17:20:06.335" v="3676" actId="164"/>
          <ac:spMkLst>
            <pc:docMk/>
            <pc:sldMk cId="2942372078" sldId="2553"/>
            <ac:spMk id="21" creationId="{0EDD981D-31F6-DFF1-3179-509A63BF25C7}"/>
          </ac:spMkLst>
        </pc:spChg>
        <pc:spChg chg="del mod">
          <ac:chgData name="Owais Ahmed" userId="6abc7d4556b3b071" providerId="LiveId" clId="{3F06DB97-3AEE-4F7C-A79E-A7936B34F82A}" dt="2023-07-31T17:20:48.524" v="3680" actId="478"/>
          <ac:spMkLst>
            <pc:docMk/>
            <pc:sldMk cId="2942372078" sldId="2553"/>
            <ac:spMk id="22" creationId="{6A4308EC-A091-15BA-1B2B-499227EB2506}"/>
          </ac:spMkLst>
        </pc:spChg>
        <pc:spChg chg="mod">
          <ac:chgData name="Owais Ahmed" userId="6abc7d4556b3b071" providerId="LiveId" clId="{3F06DB97-3AEE-4F7C-A79E-A7936B34F82A}" dt="2023-07-31T17:20:06.335" v="3676" actId="164"/>
          <ac:spMkLst>
            <pc:docMk/>
            <pc:sldMk cId="2942372078" sldId="2553"/>
            <ac:spMk id="24" creationId="{381108F9-26C0-205B-CB81-70D8BD560394}"/>
          </ac:spMkLst>
        </pc:spChg>
        <pc:spChg chg="mod">
          <ac:chgData name="Owais Ahmed" userId="6abc7d4556b3b071" providerId="LiveId" clId="{3F06DB97-3AEE-4F7C-A79E-A7936B34F82A}" dt="2023-07-31T17:20:06.335" v="3676" actId="164"/>
          <ac:spMkLst>
            <pc:docMk/>
            <pc:sldMk cId="2942372078" sldId="2553"/>
            <ac:spMk id="25" creationId="{7F679E1B-6251-E108-0D61-EDF94E7E22A9}"/>
          </ac:spMkLst>
        </pc:spChg>
        <pc:spChg chg="add mod">
          <ac:chgData name="Owais Ahmed" userId="6abc7d4556b3b071" providerId="LiveId" clId="{3F06DB97-3AEE-4F7C-A79E-A7936B34F82A}" dt="2023-07-31T17:20:11.445" v="3677" actId="164"/>
          <ac:spMkLst>
            <pc:docMk/>
            <pc:sldMk cId="2942372078" sldId="2553"/>
            <ac:spMk id="26" creationId="{C3E6AD68-46F0-B484-B3C4-AED030A36BB6}"/>
          </ac:spMkLst>
        </pc:spChg>
        <pc:spChg chg="add mod">
          <ac:chgData name="Owais Ahmed" userId="6abc7d4556b3b071" providerId="LiveId" clId="{3F06DB97-3AEE-4F7C-A79E-A7936B34F82A}" dt="2023-07-31T17:20:11.445" v="3677" actId="164"/>
          <ac:spMkLst>
            <pc:docMk/>
            <pc:sldMk cId="2942372078" sldId="2553"/>
            <ac:spMk id="27" creationId="{CFAF22A7-D2A1-D61F-03EC-31F283A31C0A}"/>
          </ac:spMkLst>
        </pc:spChg>
        <pc:spChg chg="mod">
          <ac:chgData name="Owais Ahmed" userId="6abc7d4556b3b071" providerId="LiveId" clId="{3F06DB97-3AEE-4F7C-A79E-A7936B34F82A}" dt="2023-07-31T17:20:06.335" v="3676" actId="164"/>
          <ac:spMkLst>
            <pc:docMk/>
            <pc:sldMk cId="2942372078" sldId="2553"/>
            <ac:spMk id="30" creationId="{6D32612D-C7EC-3E18-D550-E17D32150FE8}"/>
          </ac:spMkLst>
        </pc:spChg>
        <pc:spChg chg="mod">
          <ac:chgData name="Owais Ahmed" userId="6abc7d4556b3b071" providerId="LiveId" clId="{3F06DB97-3AEE-4F7C-A79E-A7936B34F82A}" dt="2023-07-31T17:20:06.335" v="3676" actId="164"/>
          <ac:spMkLst>
            <pc:docMk/>
            <pc:sldMk cId="2942372078" sldId="2553"/>
            <ac:spMk id="31" creationId="{6ADCB6F9-796A-6F07-8C51-E82BAEB801F9}"/>
          </ac:spMkLst>
        </pc:spChg>
        <pc:spChg chg="add del mod topLvl">
          <ac:chgData name="Owais Ahmed" userId="6abc7d4556b3b071" providerId="LiveId" clId="{3F06DB97-3AEE-4F7C-A79E-A7936B34F82A}" dt="2023-07-31T17:19:41.868" v="3672" actId="164"/>
          <ac:spMkLst>
            <pc:docMk/>
            <pc:sldMk cId="2942372078" sldId="2553"/>
            <ac:spMk id="102" creationId="{23801FBC-8A21-DAA2-95F5-A8E7D6FBF151}"/>
          </ac:spMkLst>
        </pc:spChg>
        <pc:spChg chg="mod">
          <ac:chgData name="Owais Ahmed" userId="6abc7d4556b3b071" providerId="LiveId" clId="{3F06DB97-3AEE-4F7C-A79E-A7936B34F82A}" dt="2023-07-31T17:10:15.960" v="3637" actId="165"/>
          <ac:spMkLst>
            <pc:docMk/>
            <pc:sldMk cId="2942372078" sldId="2553"/>
            <ac:spMk id="105" creationId="{99BDCAF8-DC93-D572-DA16-2806C9F7C9AA}"/>
          </ac:spMkLst>
        </pc:spChg>
        <pc:spChg chg="mod">
          <ac:chgData name="Owais Ahmed" userId="6abc7d4556b3b071" providerId="LiveId" clId="{3F06DB97-3AEE-4F7C-A79E-A7936B34F82A}" dt="2023-07-31T17:10:15.960" v="3637" actId="165"/>
          <ac:spMkLst>
            <pc:docMk/>
            <pc:sldMk cId="2942372078" sldId="2553"/>
            <ac:spMk id="106" creationId="{B546095E-991E-3289-F2C0-8A1D76A45A21}"/>
          </ac:spMkLst>
        </pc:spChg>
        <pc:spChg chg="mod">
          <ac:chgData name="Owais Ahmed" userId="6abc7d4556b3b071" providerId="LiveId" clId="{3F06DB97-3AEE-4F7C-A79E-A7936B34F82A}" dt="2023-07-31T17:10:15.960" v="3637" actId="165"/>
          <ac:spMkLst>
            <pc:docMk/>
            <pc:sldMk cId="2942372078" sldId="2553"/>
            <ac:spMk id="107" creationId="{6B2686BC-A613-FF11-6A9D-EB36234DC16C}"/>
          </ac:spMkLst>
        </pc:spChg>
        <pc:spChg chg="mod">
          <ac:chgData name="Owais Ahmed" userId="6abc7d4556b3b071" providerId="LiveId" clId="{3F06DB97-3AEE-4F7C-A79E-A7936B34F82A}" dt="2023-07-31T17:10:15.960" v="3637" actId="165"/>
          <ac:spMkLst>
            <pc:docMk/>
            <pc:sldMk cId="2942372078" sldId="2553"/>
            <ac:spMk id="108" creationId="{53D4C431-E0BC-789B-88D3-F5D796F20A12}"/>
          </ac:spMkLst>
        </pc:spChg>
        <pc:spChg chg="mod">
          <ac:chgData name="Owais Ahmed" userId="6abc7d4556b3b071" providerId="LiveId" clId="{3F06DB97-3AEE-4F7C-A79E-A7936B34F82A}" dt="2023-07-31T17:10:15.960" v="3637" actId="165"/>
          <ac:spMkLst>
            <pc:docMk/>
            <pc:sldMk cId="2942372078" sldId="2553"/>
            <ac:spMk id="109" creationId="{3F6084E0-54E9-C827-0F8B-8E96A7C761DD}"/>
          </ac:spMkLst>
        </pc:spChg>
        <pc:spChg chg="mod">
          <ac:chgData name="Owais Ahmed" userId="6abc7d4556b3b071" providerId="LiveId" clId="{3F06DB97-3AEE-4F7C-A79E-A7936B34F82A}" dt="2023-07-31T17:10:15.960" v="3637" actId="165"/>
          <ac:spMkLst>
            <pc:docMk/>
            <pc:sldMk cId="2942372078" sldId="2553"/>
            <ac:spMk id="110" creationId="{AB36B28D-39A8-55B6-60B3-85B767EC94FB}"/>
          </ac:spMkLst>
        </pc:spChg>
        <pc:grpChg chg="add mod">
          <ac:chgData name="Owais Ahmed" userId="6abc7d4556b3b071" providerId="LiveId" clId="{3F06DB97-3AEE-4F7C-A79E-A7936B34F82A}" dt="2023-07-31T17:19:41.868" v="3672" actId="164"/>
          <ac:grpSpMkLst>
            <pc:docMk/>
            <pc:sldMk cId="2942372078" sldId="2553"/>
            <ac:grpSpMk id="8" creationId="{C8918E3B-5B82-5C66-6245-963A8C240349}"/>
          </ac:grpSpMkLst>
        </pc:grpChg>
        <pc:grpChg chg="add del mod">
          <ac:chgData name="Owais Ahmed" userId="6abc7d4556b3b071" providerId="LiveId" clId="{3F06DB97-3AEE-4F7C-A79E-A7936B34F82A}" dt="2023-07-31T17:10:15.960" v="3637" actId="165"/>
          <ac:grpSpMkLst>
            <pc:docMk/>
            <pc:sldMk cId="2942372078" sldId="2553"/>
            <ac:grpSpMk id="14" creationId="{6D373018-1D02-897E-145C-1A033D391303}"/>
          </ac:grpSpMkLst>
        </pc:grpChg>
        <pc:grpChg chg="add mod">
          <ac:chgData name="Owais Ahmed" userId="6abc7d4556b3b071" providerId="LiveId" clId="{3F06DB97-3AEE-4F7C-A79E-A7936B34F82A}" dt="2023-07-31T17:20:11.445" v="3677" actId="164"/>
          <ac:grpSpMkLst>
            <pc:docMk/>
            <pc:sldMk cId="2942372078" sldId="2553"/>
            <ac:grpSpMk id="17" creationId="{DF91BE5D-4A90-7453-5A7C-869D410BD796}"/>
          </ac:grpSpMkLst>
        </pc:grpChg>
        <pc:grpChg chg="add del mod">
          <ac:chgData name="Owais Ahmed" userId="6abc7d4556b3b071" providerId="LiveId" clId="{3F06DB97-3AEE-4F7C-A79E-A7936B34F82A}" dt="2023-07-31T17:20:48.524" v="3680" actId="478"/>
          <ac:grpSpMkLst>
            <pc:docMk/>
            <pc:sldMk cId="2942372078" sldId="2553"/>
            <ac:grpSpMk id="20" creationId="{645A562A-E40D-D4F4-6F54-4C865E43ED02}"/>
          </ac:grpSpMkLst>
        </pc:grpChg>
        <pc:grpChg chg="add mod">
          <ac:chgData name="Owais Ahmed" userId="6abc7d4556b3b071" providerId="LiveId" clId="{3F06DB97-3AEE-4F7C-A79E-A7936B34F82A}" dt="2023-07-31T17:20:11.445" v="3677" actId="164"/>
          <ac:grpSpMkLst>
            <pc:docMk/>
            <pc:sldMk cId="2942372078" sldId="2553"/>
            <ac:grpSpMk id="23" creationId="{36250A50-760D-1FA0-A8EA-65D27405BDC9}"/>
          </ac:grpSpMkLst>
        </pc:grpChg>
        <pc:grpChg chg="add mod">
          <ac:chgData name="Owais Ahmed" userId="6abc7d4556b3b071" providerId="LiveId" clId="{3F06DB97-3AEE-4F7C-A79E-A7936B34F82A}" dt="2023-07-31T17:20:11.445" v="3677" actId="164"/>
          <ac:grpSpMkLst>
            <pc:docMk/>
            <pc:sldMk cId="2942372078" sldId="2553"/>
            <ac:grpSpMk id="29" creationId="{34AAF957-E0E0-C211-D98D-A222794E545F}"/>
          </ac:grpSpMkLst>
        </pc:grpChg>
        <pc:grpChg chg="add del mod">
          <ac:chgData name="Owais Ahmed" userId="6abc7d4556b3b071" providerId="LiveId" clId="{3F06DB97-3AEE-4F7C-A79E-A7936B34F82A}" dt="2023-07-31T17:20:50.802" v="3682" actId="478"/>
          <ac:grpSpMkLst>
            <pc:docMk/>
            <pc:sldMk cId="2942372078" sldId="2553"/>
            <ac:grpSpMk id="34" creationId="{AD73DCB8-173C-413D-F76C-212E811DAAF1}"/>
          </ac:grpSpMkLst>
        </pc:grpChg>
        <pc:grpChg chg="add mod">
          <ac:chgData name="Owais Ahmed" userId="6abc7d4556b3b071" providerId="LiveId" clId="{3F06DB97-3AEE-4F7C-A79E-A7936B34F82A}" dt="2023-07-31T17:20:06.335" v="3676" actId="164"/>
          <ac:grpSpMkLst>
            <pc:docMk/>
            <pc:sldMk cId="2942372078" sldId="2553"/>
            <ac:grpSpMk id="35" creationId="{6267D449-530A-C077-2809-C44B4BD17796}"/>
          </ac:grpSpMkLst>
        </pc:grpChg>
        <pc:grpChg chg="add del mod">
          <ac:chgData name="Owais Ahmed" userId="6abc7d4556b3b071" providerId="LiveId" clId="{3F06DB97-3AEE-4F7C-A79E-A7936B34F82A}" dt="2023-07-31T17:20:49.634" v="3681" actId="478"/>
          <ac:grpSpMkLst>
            <pc:docMk/>
            <pc:sldMk cId="2942372078" sldId="2553"/>
            <ac:grpSpMk id="36" creationId="{7AB201C6-2D82-4ED0-9104-F7FFA453EED6}"/>
          </ac:grpSpMkLst>
        </pc:grpChg>
        <pc:grpChg chg="mod topLvl">
          <ac:chgData name="Owais Ahmed" userId="6abc7d4556b3b071" providerId="LiveId" clId="{3F06DB97-3AEE-4F7C-A79E-A7936B34F82A}" dt="2023-07-31T17:19:41.868" v="3672" actId="164"/>
          <ac:grpSpMkLst>
            <pc:docMk/>
            <pc:sldMk cId="2942372078" sldId="2553"/>
            <ac:grpSpMk id="98" creationId="{A0382DBE-F9FC-2531-34AD-F3E7EACF5F1E}"/>
          </ac:grpSpMkLst>
        </pc:grpChg>
        <pc:grpChg chg="mod topLvl">
          <ac:chgData name="Owais Ahmed" userId="6abc7d4556b3b071" providerId="LiveId" clId="{3F06DB97-3AEE-4F7C-A79E-A7936B34F82A}" dt="2023-07-31T17:19:41.868" v="3672" actId="164"/>
          <ac:grpSpMkLst>
            <pc:docMk/>
            <pc:sldMk cId="2942372078" sldId="2553"/>
            <ac:grpSpMk id="99" creationId="{68C80BCA-12DB-C5D9-6600-C4CDDB76037E}"/>
          </ac:grpSpMkLst>
        </pc:grpChg>
        <pc:grpChg chg="mod topLvl">
          <ac:chgData name="Owais Ahmed" userId="6abc7d4556b3b071" providerId="LiveId" clId="{3F06DB97-3AEE-4F7C-A79E-A7936B34F82A}" dt="2023-07-31T17:19:41.868" v="3672" actId="164"/>
          <ac:grpSpMkLst>
            <pc:docMk/>
            <pc:sldMk cId="2942372078" sldId="2553"/>
            <ac:grpSpMk id="100" creationId="{FA821C4E-B9F1-21C3-458F-B7B324C1F817}"/>
          </ac:grpSpMkLst>
        </pc:grpChg>
        <pc:cxnChg chg="mod topLvl">
          <ac:chgData name="Owais Ahmed" userId="6abc7d4556b3b071" providerId="LiveId" clId="{3F06DB97-3AEE-4F7C-A79E-A7936B34F82A}" dt="2023-07-31T17:20:50.802" v="3682" actId="478"/>
          <ac:cxnSpMkLst>
            <pc:docMk/>
            <pc:sldMk cId="2942372078" sldId="2553"/>
            <ac:cxnSpMk id="7" creationId="{657C45F0-67F1-A7FA-02BD-786D3D970CCC}"/>
          </ac:cxnSpMkLst>
        </pc:cxnChg>
        <pc:cxnChg chg="add mod">
          <ac:chgData name="Owais Ahmed" userId="6abc7d4556b3b071" providerId="LiveId" clId="{3F06DB97-3AEE-4F7C-A79E-A7936B34F82A}" dt="2023-07-31T17:20:50.802" v="3682" actId="478"/>
          <ac:cxnSpMkLst>
            <pc:docMk/>
            <pc:sldMk cId="2942372078" sldId="2553"/>
            <ac:cxnSpMk id="11" creationId="{607ECEBC-A1CA-3D16-2BF7-4B5EB584B7D5}"/>
          </ac:cxnSpMkLst>
        </pc:cxnChg>
        <pc:cxnChg chg="add del mod">
          <ac:chgData name="Owais Ahmed" userId="6abc7d4556b3b071" providerId="LiveId" clId="{3F06DB97-3AEE-4F7C-A79E-A7936B34F82A}" dt="2023-07-31T17:18:59.132" v="3668" actId="478"/>
          <ac:cxnSpMkLst>
            <pc:docMk/>
            <pc:sldMk cId="2942372078" sldId="2553"/>
            <ac:cxnSpMk id="28" creationId="{1F647D90-CF61-EE95-5710-6DF2CA5E7A4B}"/>
          </ac:cxnSpMkLst>
        </pc:cxnChg>
        <pc:cxnChg chg="add mod">
          <ac:chgData name="Owais Ahmed" userId="6abc7d4556b3b071" providerId="LiveId" clId="{3F06DB97-3AEE-4F7C-A79E-A7936B34F82A}" dt="2023-07-31T17:20:49.634" v="3681" actId="478"/>
          <ac:cxnSpMkLst>
            <pc:docMk/>
            <pc:sldMk cId="2942372078" sldId="2553"/>
            <ac:cxnSpMk id="32" creationId="{D70EC980-4E28-A408-E33F-C1B2B14A6591}"/>
          </ac:cxnSpMkLst>
        </pc:cxnChg>
        <pc:cxnChg chg="del mod">
          <ac:chgData name="Owais Ahmed" userId="6abc7d4556b3b071" providerId="LiveId" clId="{3F06DB97-3AEE-4F7C-A79E-A7936B34F82A}" dt="2023-07-31T17:09:54.845" v="3627" actId="478"/>
          <ac:cxnSpMkLst>
            <pc:docMk/>
            <pc:sldMk cId="2942372078" sldId="2553"/>
            <ac:cxnSpMk id="118" creationId="{E218D9EB-E58D-166C-8764-794115FE12E4}"/>
          </ac:cxnSpMkLst>
        </pc:cxnChg>
      </pc:sldChg>
      <pc:sldChg chg="addSp delSp modSp add mod delAnim modAnim">
        <pc:chgData name="Owais Ahmed" userId="6abc7d4556b3b071" providerId="LiveId" clId="{3F06DB97-3AEE-4F7C-A79E-A7936B34F82A}" dt="2023-07-31T17:33:09.243" v="4119"/>
        <pc:sldMkLst>
          <pc:docMk/>
          <pc:sldMk cId="2825207532" sldId="2554"/>
        </pc:sldMkLst>
        <pc:spChg chg="del">
          <ac:chgData name="Owais Ahmed" userId="6abc7d4556b3b071" providerId="LiveId" clId="{3F06DB97-3AEE-4F7C-A79E-A7936B34F82A}" dt="2023-07-31T17:20:42.520" v="3679" actId="478"/>
          <ac:spMkLst>
            <pc:docMk/>
            <pc:sldMk cId="2825207532" sldId="2554"/>
            <ac:spMk id="3" creationId="{4A1C0383-58FE-E486-295E-B33B8683B938}"/>
          </ac:spMkLst>
        </pc:spChg>
        <pc:spChg chg="mod topLvl">
          <ac:chgData name="Owais Ahmed" userId="6abc7d4556b3b071" providerId="LiveId" clId="{3F06DB97-3AEE-4F7C-A79E-A7936B34F82A}" dt="2023-07-31T17:26:37.322" v="3870"/>
          <ac:spMkLst>
            <pc:docMk/>
            <pc:sldMk cId="2825207532" sldId="2554"/>
            <ac:spMk id="5" creationId="{A7E680FD-D0E4-8260-DA90-A45204BCDDDB}"/>
          </ac:spMkLst>
        </pc:spChg>
        <pc:spChg chg="mod topLvl">
          <ac:chgData name="Owais Ahmed" userId="6abc7d4556b3b071" providerId="LiveId" clId="{3F06DB97-3AEE-4F7C-A79E-A7936B34F82A}" dt="2023-07-31T17:26:55.086" v="3874" actId="20577"/>
          <ac:spMkLst>
            <pc:docMk/>
            <pc:sldMk cId="2825207532" sldId="2554"/>
            <ac:spMk id="12" creationId="{14375345-CB2C-C090-8F3F-7127034BAC95}"/>
          </ac:spMkLst>
        </pc:spChg>
        <pc:spChg chg="mod">
          <ac:chgData name="Owais Ahmed" userId="6abc7d4556b3b071" providerId="LiveId" clId="{3F06DB97-3AEE-4F7C-A79E-A7936B34F82A}" dt="2023-07-31T17:23:06.190" v="3701" actId="6549"/>
          <ac:spMkLst>
            <pc:docMk/>
            <pc:sldMk cId="2825207532" sldId="2554"/>
            <ac:spMk id="15" creationId="{9D62E291-01A8-771B-16ED-457613EE1A8E}"/>
          </ac:spMkLst>
        </pc:spChg>
        <pc:spChg chg="mod">
          <ac:chgData name="Owais Ahmed" userId="6abc7d4556b3b071" providerId="LiveId" clId="{3F06DB97-3AEE-4F7C-A79E-A7936B34F82A}" dt="2023-07-31T17:22:44.711" v="3699"/>
          <ac:spMkLst>
            <pc:docMk/>
            <pc:sldMk cId="2825207532" sldId="2554"/>
            <ac:spMk id="16" creationId="{8F5396F0-85F0-121C-6470-1880B2F7FA65}"/>
          </ac:spMkLst>
        </pc:spChg>
        <pc:spChg chg="mod topLvl">
          <ac:chgData name="Owais Ahmed" userId="6abc7d4556b3b071" providerId="LiveId" clId="{3F06DB97-3AEE-4F7C-A79E-A7936B34F82A}" dt="2023-07-31T17:22:40.444" v="3698" actId="164"/>
          <ac:spMkLst>
            <pc:docMk/>
            <pc:sldMk cId="2825207532" sldId="2554"/>
            <ac:spMk id="18" creationId="{B55210BC-8CD4-0B1D-89E2-BC2BDCC8A125}"/>
          </ac:spMkLst>
        </pc:spChg>
        <pc:spChg chg="mod topLvl">
          <ac:chgData name="Owais Ahmed" userId="6abc7d4556b3b071" providerId="LiveId" clId="{3F06DB97-3AEE-4F7C-A79E-A7936B34F82A}" dt="2023-07-31T17:22:40.444" v="3698" actId="164"/>
          <ac:spMkLst>
            <pc:docMk/>
            <pc:sldMk cId="2825207532" sldId="2554"/>
            <ac:spMk id="19" creationId="{C4ECDF7F-D26F-A833-0D20-91948EAF7C2A}"/>
          </ac:spMkLst>
        </pc:spChg>
        <pc:spChg chg="mod topLvl">
          <ac:chgData name="Owais Ahmed" userId="6abc7d4556b3b071" providerId="LiveId" clId="{3F06DB97-3AEE-4F7C-A79E-A7936B34F82A}" dt="2023-07-31T17:22:40.444" v="3698" actId="164"/>
          <ac:spMkLst>
            <pc:docMk/>
            <pc:sldMk cId="2825207532" sldId="2554"/>
            <ac:spMk id="21" creationId="{0EDD981D-31F6-DFF1-3179-509A63BF25C7}"/>
          </ac:spMkLst>
        </pc:spChg>
        <pc:spChg chg="mod topLvl">
          <ac:chgData name="Owais Ahmed" userId="6abc7d4556b3b071" providerId="LiveId" clId="{3F06DB97-3AEE-4F7C-A79E-A7936B34F82A}" dt="2023-07-31T17:22:40.444" v="3698" actId="164"/>
          <ac:spMkLst>
            <pc:docMk/>
            <pc:sldMk cId="2825207532" sldId="2554"/>
            <ac:spMk id="22" creationId="{6A4308EC-A091-15BA-1B2B-499227EB2506}"/>
          </ac:spMkLst>
        </pc:spChg>
        <pc:spChg chg="mod topLvl">
          <ac:chgData name="Owais Ahmed" userId="6abc7d4556b3b071" providerId="LiveId" clId="{3F06DB97-3AEE-4F7C-A79E-A7936B34F82A}" dt="2023-07-31T17:22:40.444" v="3698" actId="164"/>
          <ac:spMkLst>
            <pc:docMk/>
            <pc:sldMk cId="2825207532" sldId="2554"/>
            <ac:spMk id="24" creationId="{381108F9-26C0-205B-CB81-70D8BD560394}"/>
          </ac:spMkLst>
        </pc:spChg>
        <pc:spChg chg="mod topLvl">
          <ac:chgData name="Owais Ahmed" userId="6abc7d4556b3b071" providerId="LiveId" clId="{3F06DB97-3AEE-4F7C-A79E-A7936B34F82A}" dt="2023-07-31T17:22:40.444" v="3698" actId="164"/>
          <ac:spMkLst>
            <pc:docMk/>
            <pc:sldMk cId="2825207532" sldId="2554"/>
            <ac:spMk id="25" creationId="{7F679E1B-6251-E108-0D61-EDF94E7E22A9}"/>
          </ac:spMkLst>
        </pc:spChg>
        <pc:spChg chg="mod topLvl">
          <ac:chgData name="Owais Ahmed" userId="6abc7d4556b3b071" providerId="LiveId" clId="{3F06DB97-3AEE-4F7C-A79E-A7936B34F82A}" dt="2023-07-31T17:22:40.444" v="3698" actId="164"/>
          <ac:spMkLst>
            <pc:docMk/>
            <pc:sldMk cId="2825207532" sldId="2554"/>
            <ac:spMk id="26" creationId="{C3E6AD68-46F0-B484-B3C4-AED030A36BB6}"/>
          </ac:spMkLst>
        </pc:spChg>
        <pc:spChg chg="mod topLvl">
          <ac:chgData name="Owais Ahmed" userId="6abc7d4556b3b071" providerId="LiveId" clId="{3F06DB97-3AEE-4F7C-A79E-A7936B34F82A}" dt="2023-07-31T17:22:40.444" v="3698" actId="164"/>
          <ac:spMkLst>
            <pc:docMk/>
            <pc:sldMk cId="2825207532" sldId="2554"/>
            <ac:spMk id="27" creationId="{CFAF22A7-D2A1-D61F-03EC-31F283A31C0A}"/>
          </ac:spMkLst>
        </pc:spChg>
        <pc:spChg chg="mod">
          <ac:chgData name="Owais Ahmed" userId="6abc7d4556b3b071" providerId="LiveId" clId="{3F06DB97-3AEE-4F7C-A79E-A7936B34F82A}" dt="2023-07-31T17:25:02.316" v="3853" actId="6549"/>
          <ac:spMkLst>
            <pc:docMk/>
            <pc:sldMk cId="2825207532" sldId="2554"/>
            <ac:spMk id="28" creationId="{7A46CAE8-8A97-0FC8-63B3-A33CFE089100}"/>
          </ac:spMkLst>
        </pc:spChg>
        <pc:spChg chg="mod">
          <ac:chgData name="Owais Ahmed" userId="6abc7d4556b3b071" providerId="LiveId" clId="{3F06DB97-3AEE-4F7C-A79E-A7936B34F82A}" dt="2023-07-31T17:21:54.469" v="3693" actId="165"/>
          <ac:spMkLst>
            <pc:docMk/>
            <pc:sldMk cId="2825207532" sldId="2554"/>
            <ac:spMk id="30" creationId="{6D32612D-C7EC-3E18-D550-E17D32150FE8}"/>
          </ac:spMkLst>
        </pc:spChg>
        <pc:spChg chg="mod">
          <ac:chgData name="Owais Ahmed" userId="6abc7d4556b3b071" providerId="LiveId" clId="{3F06DB97-3AEE-4F7C-A79E-A7936B34F82A}" dt="2023-07-31T17:21:54.469" v="3693" actId="165"/>
          <ac:spMkLst>
            <pc:docMk/>
            <pc:sldMk cId="2825207532" sldId="2554"/>
            <ac:spMk id="31" creationId="{6ADCB6F9-796A-6F07-8C51-E82BAEB801F9}"/>
          </ac:spMkLst>
        </pc:spChg>
        <pc:spChg chg="mod">
          <ac:chgData name="Owais Ahmed" userId="6abc7d4556b3b071" providerId="LiveId" clId="{3F06DB97-3AEE-4F7C-A79E-A7936B34F82A}" dt="2023-07-31T17:22:44.711" v="3699"/>
          <ac:spMkLst>
            <pc:docMk/>
            <pc:sldMk cId="2825207532" sldId="2554"/>
            <ac:spMk id="33" creationId="{BB3D294E-7E36-A812-7001-1E0A8DCEBF54}"/>
          </ac:spMkLst>
        </pc:spChg>
        <pc:spChg chg="mod">
          <ac:chgData name="Owais Ahmed" userId="6abc7d4556b3b071" providerId="LiveId" clId="{3F06DB97-3AEE-4F7C-A79E-A7936B34F82A}" dt="2023-07-31T17:22:44.711" v="3699"/>
          <ac:spMkLst>
            <pc:docMk/>
            <pc:sldMk cId="2825207532" sldId="2554"/>
            <ac:spMk id="35" creationId="{861C5037-77BC-B340-9CCE-BBC47170DBAC}"/>
          </ac:spMkLst>
        </pc:spChg>
        <pc:spChg chg="mod">
          <ac:chgData name="Owais Ahmed" userId="6abc7d4556b3b071" providerId="LiveId" clId="{3F06DB97-3AEE-4F7C-A79E-A7936B34F82A}" dt="2023-07-31T17:22:44.711" v="3699"/>
          <ac:spMkLst>
            <pc:docMk/>
            <pc:sldMk cId="2825207532" sldId="2554"/>
            <ac:spMk id="37" creationId="{9D808123-AD8C-4415-F0CA-FB968A780E93}"/>
          </ac:spMkLst>
        </pc:spChg>
        <pc:spChg chg="mod">
          <ac:chgData name="Owais Ahmed" userId="6abc7d4556b3b071" providerId="LiveId" clId="{3F06DB97-3AEE-4F7C-A79E-A7936B34F82A}" dt="2023-07-31T17:22:44.711" v="3699"/>
          <ac:spMkLst>
            <pc:docMk/>
            <pc:sldMk cId="2825207532" sldId="2554"/>
            <ac:spMk id="38" creationId="{3CCC21C1-A11B-E6DE-7150-6A40FDBAD999}"/>
          </ac:spMkLst>
        </pc:spChg>
        <pc:spChg chg="mod">
          <ac:chgData name="Owais Ahmed" userId="6abc7d4556b3b071" providerId="LiveId" clId="{3F06DB97-3AEE-4F7C-A79E-A7936B34F82A}" dt="2023-07-31T17:25:17.091" v="3854" actId="1076"/>
          <ac:spMkLst>
            <pc:docMk/>
            <pc:sldMk cId="2825207532" sldId="2554"/>
            <ac:spMk id="39" creationId="{E5DD74A2-D9BF-1EBC-F6F0-24AB1D85BF92}"/>
          </ac:spMkLst>
        </pc:spChg>
        <pc:spChg chg="mod">
          <ac:chgData name="Owais Ahmed" userId="6abc7d4556b3b071" providerId="LiveId" clId="{3F06DB97-3AEE-4F7C-A79E-A7936B34F82A}" dt="2023-07-31T17:26:38.175" v="3871"/>
          <ac:spMkLst>
            <pc:docMk/>
            <pc:sldMk cId="2825207532" sldId="2554"/>
            <ac:spMk id="40" creationId="{673CC4C9-6366-80C0-4269-0734F52A6503}"/>
          </ac:spMkLst>
        </pc:spChg>
        <pc:spChg chg="mod">
          <ac:chgData name="Owais Ahmed" userId="6abc7d4556b3b071" providerId="LiveId" clId="{3F06DB97-3AEE-4F7C-A79E-A7936B34F82A}" dt="2023-07-31T17:26:56.695" v="3875" actId="20577"/>
          <ac:spMkLst>
            <pc:docMk/>
            <pc:sldMk cId="2825207532" sldId="2554"/>
            <ac:spMk id="41" creationId="{05A5125C-D4D4-FDAD-9D75-D929640B095E}"/>
          </ac:spMkLst>
        </pc:spChg>
        <pc:spChg chg="mod">
          <ac:chgData name="Owais Ahmed" userId="6abc7d4556b3b071" providerId="LiveId" clId="{3F06DB97-3AEE-4F7C-A79E-A7936B34F82A}" dt="2023-07-31T17:26:25.253" v="3867"/>
          <ac:spMkLst>
            <pc:docMk/>
            <pc:sldMk cId="2825207532" sldId="2554"/>
            <ac:spMk id="43" creationId="{2D767220-4206-ABD3-A1C3-8FE3C63C707E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44" creationId="{B7372231-3BD5-1AD6-8F70-FB8240378604}"/>
          </ac:spMkLst>
        </pc:spChg>
        <pc:spChg chg="mod">
          <ac:chgData name="Owais Ahmed" userId="6abc7d4556b3b071" providerId="LiveId" clId="{3F06DB97-3AEE-4F7C-A79E-A7936B34F82A}" dt="2023-07-31T17:26:40.507" v="3872"/>
          <ac:spMkLst>
            <pc:docMk/>
            <pc:sldMk cId="2825207532" sldId="2554"/>
            <ac:spMk id="45" creationId="{0AAEB2F6-CC29-0381-B00A-CBE71D31A77C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46" creationId="{FE9EFDF4-C13A-BA0F-FAA6-E85D855C6D4F}"/>
          </ac:spMkLst>
        </pc:spChg>
        <pc:spChg chg="mod">
          <ac:chgData name="Owais Ahmed" userId="6abc7d4556b3b071" providerId="LiveId" clId="{3F06DB97-3AEE-4F7C-A79E-A7936B34F82A}" dt="2023-07-31T17:26:22.220" v="3864" actId="21"/>
          <ac:spMkLst>
            <pc:docMk/>
            <pc:sldMk cId="2825207532" sldId="2554"/>
            <ac:spMk id="47" creationId="{DA34900F-A6DF-D67C-70C4-CAEBCB7AA3E9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48" creationId="{6EB90A3F-FC6E-DDF9-CD8B-A233611C8556}"/>
          </ac:spMkLst>
        </pc:spChg>
        <pc:spChg chg="mod">
          <ac:chgData name="Owais Ahmed" userId="6abc7d4556b3b071" providerId="LiveId" clId="{3F06DB97-3AEE-4F7C-A79E-A7936B34F82A}" dt="2023-07-31T17:27:16.418" v="3878" actId="1076"/>
          <ac:spMkLst>
            <pc:docMk/>
            <pc:sldMk cId="2825207532" sldId="2554"/>
            <ac:spMk id="49" creationId="{B3B5DB6C-DAE4-CD71-8672-DAF2CABA0FBF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50" creationId="{62ED77BA-3CBE-6880-FB54-9D7793E8B435}"/>
          </ac:spMkLst>
        </pc:spChg>
        <pc:spChg chg="mod">
          <ac:chgData name="Owais Ahmed" userId="6abc7d4556b3b071" providerId="LiveId" clId="{3F06DB97-3AEE-4F7C-A79E-A7936B34F82A}" dt="2023-07-31T17:26:29.079" v="3868" actId="21"/>
          <ac:spMkLst>
            <pc:docMk/>
            <pc:sldMk cId="2825207532" sldId="2554"/>
            <ac:spMk id="51" creationId="{2359C8FF-C504-1DB5-7995-0214E32502D4}"/>
          </ac:spMkLst>
        </pc:spChg>
        <pc:spChg chg="mod">
          <ac:chgData name="Owais Ahmed" userId="6abc7d4556b3b071" providerId="LiveId" clId="{3F06DB97-3AEE-4F7C-A79E-A7936B34F82A}" dt="2023-07-31T17:26:57.740" v="3876" actId="20577"/>
          <ac:spMkLst>
            <pc:docMk/>
            <pc:sldMk cId="2825207532" sldId="2554"/>
            <ac:spMk id="52" creationId="{8601F0A8-EB1D-CA2D-55EA-4DC800A0EE4B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54" creationId="{3A7CAAE0-7EFD-30D3-EB1E-99761A88A84C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55" creationId="{724B8B2C-5132-2810-D7F3-1A7A4CD23462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56" creationId="{55B99CA7-5366-205A-E60F-FCD89434C4E7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57" creationId="{3091033D-89B1-B3EE-958D-28E9A2246AA5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58" creationId="{E006DDDE-2533-91FD-8806-1913F799CC78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59" creationId="{2BFA2AD2-7873-BC0D-F611-E4DBD169AF9C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60" creationId="{05DCC750-9442-85F2-F153-6EFC09550A80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61" creationId="{CA70657B-D13B-61DD-8E56-CD9F8FF69E12}"/>
          </ac:spMkLst>
        </pc:spChg>
        <pc:spChg chg="mod">
          <ac:chgData name="Owais Ahmed" userId="6abc7d4556b3b071" providerId="LiveId" clId="{3F06DB97-3AEE-4F7C-A79E-A7936B34F82A}" dt="2023-07-31T17:26:42.176" v="3873"/>
          <ac:spMkLst>
            <pc:docMk/>
            <pc:sldMk cId="2825207532" sldId="2554"/>
            <ac:spMk id="62" creationId="{8A76D13C-4D21-6E17-E324-C592C616AEF6}"/>
          </ac:spMkLst>
        </pc:spChg>
        <pc:spChg chg="mod">
          <ac:chgData name="Owais Ahmed" userId="6abc7d4556b3b071" providerId="LiveId" clId="{3F06DB97-3AEE-4F7C-A79E-A7936B34F82A}" dt="2023-07-31T17:26:58.916" v="3877" actId="20577"/>
          <ac:spMkLst>
            <pc:docMk/>
            <pc:sldMk cId="2825207532" sldId="2554"/>
            <ac:spMk id="63" creationId="{5F09522A-8983-C22F-8796-E1AD8233D10E}"/>
          </ac:spMkLst>
        </pc:spChg>
        <pc:spChg chg="add del">
          <ac:chgData name="Owais Ahmed" userId="6abc7d4556b3b071" providerId="LiveId" clId="{3F06DB97-3AEE-4F7C-A79E-A7936B34F82A}" dt="2023-07-31T17:26:24.117" v="3866" actId="22"/>
          <ac:spMkLst>
            <pc:docMk/>
            <pc:sldMk cId="2825207532" sldId="2554"/>
            <ac:spMk id="65" creationId="{D6D6FA50-3D82-04CA-4964-3E1681EC8495}"/>
          </ac:spMkLst>
        </pc:spChg>
        <pc:spChg chg="mod">
          <ac:chgData name="Owais Ahmed" userId="6abc7d4556b3b071" providerId="LiveId" clId="{3F06DB97-3AEE-4F7C-A79E-A7936B34F82A}" dt="2023-07-31T17:27:40.607" v="3880"/>
          <ac:spMkLst>
            <pc:docMk/>
            <pc:sldMk cId="2825207532" sldId="2554"/>
            <ac:spMk id="67" creationId="{E64A3044-BFD1-B0CA-9757-EAC75D0932EA}"/>
          </ac:spMkLst>
        </pc:spChg>
        <pc:spChg chg="mod">
          <ac:chgData name="Owais Ahmed" userId="6abc7d4556b3b071" providerId="LiveId" clId="{3F06DB97-3AEE-4F7C-A79E-A7936B34F82A}" dt="2023-07-31T17:27:40.607" v="3880"/>
          <ac:spMkLst>
            <pc:docMk/>
            <pc:sldMk cId="2825207532" sldId="2554"/>
            <ac:spMk id="68" creationId="{C2316821-45BB-9A62-5BE4-BFCE2E091D3E}"/>
          </ac:spMkLst>
        </pc:spChg>
        <pc:spChg chg="mod">
          <ac:chgData name="Owais Ahmed" userId="6abc7d4556b3b071" providerId="LiveId" clId="{3F06DB97-3AEE-4F7C-A79E-A7936B34F82A}" dt="2023-07-31T17:27:40.607" v="3880"/>
          <ac:spMkLst>
            <pc:docMk/>
            <pc:sldMk cId="2825207532" sldId="2554"/>
            <ac:spMk id="69" creationId="{3486CDB8-4A0A-97E7-3BBB-75CF75161EDC}"/>
          </ac:spMkLst>
        </pc:spChg>
        <pc:spChg chg="mod">
          <ac:chgData name="Owais Ahmed" userId="6abc7d4556b3b071" providerId="LiveId" clId="{3F06DB97-3AEE-4F7C-A79E-A7936B34F82A}" dt="2023-07-31T17:27:40.607" v="3880"/>
          <ac:spMkLst>
            <pc:docMk/>
            <pc:sldMk cId="2825207532" sldId="2554"/>
            <ac:spMk id="70" creationId="{0C6FD250-B917-6155-6E9A-40F64B846CCA}"/>
          </ac:spMkLst>
        </pc:spChg>
        <pc:spChg chg="mod">
          <ac:chgData name="Owais Ahmed" userId="6abc7d4556b3b071" providerId="LiveId" clId="{3F06DB97-3AEE-4F7C-A79E-A7936B34F82A}" dt="2023-07-31T17:28:10.995" v="3891" actId="20577"/>
          <ac:spMkLst>
            <pc:docMk/>
            <pc:sldMk cId="2825207532" sldId="2554"/>
            <ac:spMk id="71" creationId="{EE4F9ECD-E95F-E303-F2E4-CFA66B3F2CF9}"/>
          </ac:spMkLst>
        </pc:spChg>
        <pc:spChg chg="mod">
          <ac:chgData name="Owais Ahmed" userId="6abc7d4556b3b071" providerId="LiveId" clId="{3F06DB97-3AEE-4F7C-A79E-A7936B34F82A}" dt="2023-07-31T17:27:40.607" v="3880"/>
          <ac:spMkLst>
            <pc:docMk/>
            <pc:sldMk cId="2825207532" sldId="2554"/>
            <ac:spMk id="72" creationId="{C2F7FE57-4DDC-BECF-4B16-EA06ADF7847B}"/>
          </ac:spMkLst>
        </pc:spChg>
        <pc:spChg chg="mod">
          <ac:chgData name="Owais Ahmed" userId="6abc7d4556b3b071" providerId="LiveId" clId="{3F06DB97-3AEE-4F7C-A79E-A7936B34F82A}" dt="2023-07-31T17:28:03.242" v="3882" actId="1076"/>
          <ac:spMkLst>
            <pc:docMk/>
            <pc:sldMk cId="2825207532" sldId="2554"/>
            <ac:spMk id="73" creationId="{E31DDB8C-6510-4D6A-204D-6139F0F8EA1B}"/>
          </ac:spMkLst>
        </pc:spChg>
        <pc:spChg chg="mod">
          <ac:chgData name="Owais Ahmed" userId="6abc7d4556b3b071" providerId="LiveId" clId="{3F06DB97-3AEE-4F7C-A79E-A7936B34F82A}" dt="2023-07-31T17:27:40.607" v="3880"/>
          <ac:spMkLst>
            <pc:docMk/>
            <pc:sldMk cId="2825207532" sldId="2554"/>
            <ac:spMk id="74" creationId="{54DE3D10-9D99-CD2A-5312-F0D3582108FE}"/>
          </ac:spMkLst>
        </pc:spChg>
        <pc:spChg chg="mod">
          <ac:chgData name="Owais Ahmed" userId="6abc7d4556b3b071" providerId="LiveId" clId="{3F06DB97-3AEE-4F7C-A79E-A7936B34F82A}" dt="2023-07-31T17:27:40.607" v="3880"/>
          <ac:spMkLst>
            <pc:docMk/>
            <pc:sldMk cId="2825207532" sldId="2554"/>
            <ac:spMk id="75" creationId="{77D5961E-9810-B1B5-BD0B-A5FDB34B6726}"/>
          </ac:spMkLst>
        </pc:spChg>
        <pc:spChg chg="mod">
          <ac:chgData name="Owais Ahmed" userId="6abc7d4556b3b071" providerId="LiveId" clId="{3F06DB97-3AEE-4F7C-A79E-A7936B34F82A}" dt="2023-07-31T17:27:40.607" v="3880"/>
          <ac:spMkLst>
            <pc:docMk/>
            <pc:sldMk cId="2825207532" sldId="2554"/>
            <ac:spMk id="76" creationId="{AAB9F71D-35DC-2242-D53D-87B8DE1529DA}"/>
          </ac:spMkLst>
        </pc:spChg>
        <pc:spChg chg="add mod">
          <ac:chgData name="Owais Ahmed" userId="6abc7d4556b3b071" providerId="LiveId" clId="{3F06DB97-3AEE-4F7C-A79E-A7936B34F82A}" dt="2023-07-31T17:32:42.404" v="4112" actId="164"/>
          <ac:spMkLst>
            <pc:docMk/>
            <pc:sldMk cId="2825207532" sldId="2554"/>
            <ac:spMk id="77" creationId="{0F91D4EB-AB25-E435-0FBB-09A1E9A881AD}"/>
          </ac:spMkLst>
        </pc:spChg>
        <pc:spChg chg="add mod">
          <ac:chgData name="Owais Ahmed" userId="6abc7d4556b3b071" providerId="LiveId" clId="{3F06DB97-3AEE-4F7C-A79E-A7936B34F82A}" dt="2023-07-31T17:32:46.266" v="4113" actId="164"/>
          <ac:spMkLst>
            <pc:docMk/>
            <pc:sldMk cId="2825207532" sldId="2554"/>
            <ac:spMk id="78" creationId="{804F467B-93F3-12EE-F084-26455E228FFC}"/>
          </ac:spMkLst>
        </pc:spChg>
        <pc:spChg chg="add mod">
          <ac:chgData name="Owais Ahmed" userId="6abc7d4556b3b071" providerId="LiveId" clId="{3F06DB97-3AEE-4F7C-A79E-A7936B34F82A}" dt="2023-07-31T17:32:50.491" v="4114" actId="164"/>
          <ac:spMkLst>
            <pc:docMk/>
            <pc:sldMk cId="2825207532" sldId="2554"/>
            <ac:spMk id="79" creationId="{3C2387C9-F771-506F-9E2E-CCBEEF4BA503}"/>
          </ac:spMkLst>
        </pc:spChg>
        <pc:spChg chg="add mod">
          <ac:chgData name="Owais Ahmed" userId="6abc7d4556b3b071" providerId="LiveId" clId="{3F06DB97-3AEE-4F7C-A79E-A7936B34F82A}" dt="2023-07-31T17:32:54.946" v="4115" actId="164"/>
          <ac:spMkLst>
            <pc:docMk/>
            <pc:sldMk cId="2825207532" sldId="2554"/>
            <ac:spMk id="80" creationId="{5C587C7D-B09D-9D8F-89CC-50A0DEDA1FBF}"/>
          </ac:spMkLst>
        </pc:spChg>
        <pc:grpChg chg="add del mod">
          <ac:chgData name="Owais Ahmed" userId="6abc7d4556b3b071" providerId="LiveId" clId="{3F06DB97-3AEE-4F7C-A79E-A7936B34F82A}" dt="2023-07-31T17:22:34.245" v="3697" actId="165"/>
          <ac:grpSpMkLst>
            <pc:docMk/>
            <pc:sldMk cId="2825207532" sldId="2554"/>
            <ac:grpSpMk id="4" creationId="{6AB9D502-BD4B-886A-20B9-727281934883}"/>
          </ac:grpSpMkLst>
        </pc:grpChg>
        <pc:grpChg chg="add mod">
          <ac:chgData name="Owais Ahmed" userId="6abc7d4556b3b071" providerId="LiveId" clId="{3F06DB97-3AEE-4F7C-A79E-A7936B34F82A}" dt="2023-07-31T17:32:42.404" v="4112" actId="164"/>
          <ac:grpSpMkLst>
            <pc:docMk/>
            <pc:sldMk cId="2825207532" sldId="2554"/>
            <ac:grpSpMk id="13" creationId="{0F418315-9F02-C6E4-D682-54610C2951EA}"/>
          </ac:grpSpMkLst>
        </pc:grpChg>
        <pc:grpChg chg="add mod">
          <ac:chgData name="Owais Ahmed" userId="6abc7d4556b3b071" providerId="LiveId" clId="{3F06DB97-3AEE-4F7C-A79E-A7936B34F82A}" dt="2023-07-31T17:32:46.266" v="4113" actId="164"/>
          <ac:grpSpMkLst>
            <pc:docMk/>
            <pc:sldMk cId="2825207532" sldId="2554"/>
            <ac:grpSpMk id="14" creationId="{F63CEC76-2FDC-23B7-4BA5-D600BFCE0D28}"/>
          </ac:grpSpMkLst>
        </pc:grpChg>
        <pc:grpChg chg="del mod topLvl">
          <ac:chgData name="Owais Ahmed" userId="6abc7d4556b3b071" providerId="LiveId" clId="{3F06DB97-3AEE-4F7C-A79E-A7936B34F82A}" dt="2023-07-31T17:22:34.245" v="3697" actId="165"/>
          <ac:grpSpMkLst>
            <pc:docMk/>
            <pc:sldMk cId="2825207532" sldId="2554"/>
            <ac:grpSpMk id="17" creationId="{DF91BE5D-4A90-7453-5A7C-869D410BD796}"/>
          </ac:grpSpMkLst>
        </pc:grpChg>
        <pc:grpChg chg="del mod topLvl">
          <ac:chgData name="Owais Ahmed" userId="6abc7d4556b3b071" providerId="LiveId" clId="{3F06DB97-3AEE-4F7C-A79E-A7936B34F82A}" dt="2023-07-31T17:22:34.245" v="3697" actId="165"/>
          <ac:grpSpMkLst>
            <pc:docMk/>
            <pc:sldMk cId="2825207532" sldId="2554"/>
            <ac:grpSpMk id="20" creationId="{645A562A-E40D-D4F4-6F54-4C865E43ED02}"/>
          </ac:grpSpMkLst>
        </pc:grpChg>
        <pc:grpChg chg="del mod topLvl">
          <ac:chgData name="Owais Ahmed" userId="6abc7d4556b3b071" providerId="LiveId" clId="{3F06DB97-3AEE-4F7C-A79E-A7936B34F82A}" dt="2023-07-31T17:22:34.245" v="3697" actId="165"/>
          <ac:grpSpMkLst>
            <pc:docMk/>
            <pc:sldMk cId="2825207532" sldId="2554"/>
            <ac:grpSpMk id="23" creationId="{36250A50-760D-1FA0-A8EA-65D27405BDC9}"/>
          </ac:grpSpMkLst>
        </pc:grpChg>
        <pc:grpChg chg="del mod topLvl">
          <ac:chgData name="Owais Ahmed" userId="6abc7d4556b3b071" providerId="LiveId" clId="{3F06DB97-3AEE-4F7C-A79E-A7936B34F82A}" dt="2023-07-31T17:22:09.548" v="3694" actId="478"/>
          <ac:grpSpMkLst>
            <pc:docMk/>
            <pc:sldMk cId="2825207532" sldId="2554"/>
            <ac:grpSpMk id="29" creationId="{34AAF957-E0E0-C211-D98D-A222794E545F}"/>
          </ac:grpSpMkLst>
        </pc:grpChg>
        <pc:grpChg chg="del">
          <ac:chgData name="Owais Ahmed" userId="6abc7d4556b3b071" providerId="LiveId" clId="{3F06DB97-3AEE-4F7C-A79E-A7936B34F82A}" dt="2023-07-31T17:20:58.116" v="3683" actId="478"/>
          <ac:grpSpMkLst>
            <pc:docMk/>
            <pc:sldMk cId="2825207532" sldId="2554"/>
            <ac:grpSpMk id="34" creationId="{AD73DCB8-173C-413D-F76C-212E811DAAF1}"/>
          </ac:grpSpMkLst>
        </pc:grpChg>
        <pc:grpChg chg="del mod">
          <ac:chgData name="Owais Ahmed" userId="6abc7d4556b3b071" providerId="LiveId" clId="{3F06DB97-3AEE-4F7C-A79E-A7936B34F82A}" dt="2023-07-31T17:21:54.469" v="3693" actId="165"/>
          <ac:grpSpMkLst>
            <pc:docMk/>
            <pc:sldMk cId="2825207532" sldId="2554"/>
            <ac:grpSpMk id="36" creationId="{7AB201C6-2D82-4ED0-9104-F7FFA453EED6}"/>
          </ac:grpSpMkLst>
        </pc:grpChg>
        <pc:grpChg chg="add mod">
          <ac:chgData name="Owais Ahmed" userId="6abc7d4556b3b071" providerId="LiveId" clId="{3F06DB97-3AEE-4F7C-A79E-A7936B34F82A}" dt="2023-07-31T17:32:50.491" v="4114" actId="164"/>
          <ac:grpSpMkLst>
            <pc:docMk/>
            <pc:sldMk cId="2825207532" sldId="2554"/>
            <ac:grpSpMk id="42" creationId="{B53A9A78-5032-4C91-F36D-FC661EA4E330}"/>
          </ac:grpSpMkLst>
        </pc:grpChg>
        <pc:grpChg chg="add del mod">
          <ac:chgData name="Owais Ahmed" userId="6abc7d4556b3b071" providerId="LiveId" clId="{3F06DB97-3AEE-4F7C-A79E-A7936B34F82A}" dt="2023-07-31T17:27:37.167" v="3879" actId="478"/>
          <ac:grpSpMkLst>
            <pc:docMk/>
            <pc:sldMk cId="2825207532" sldId="2554"/>
            <ac:grpSpMk id="53" creationId="{1751A494-2636-C533-F4A9-D65D0EEB52D6}"/>
          </ac:grpSpMkLst>
        </pc:grpChg>
        <pc:grpChg chg="add mod">
          <ac:chgData name="Owais Ahmed" userId="6abc7d4556b3b071" providerId="LiveId" clId="{3F06DB97-3AEE-4F7C-A79E-A7936B34F82A}" dt="2023-07-31T17:32:54.946" v="4115" actId="164"/>
          <ac:grpSpMkLst>
            <pc:docMk/>
            <pc:sldMk cId="2825207532" sldId="2554"/>
            <ac:grpSpMk id="66" creationId="{AFE328ED-CF99-6348-B56A-27B46BEAFE28}"/>
          </ac:grpSpMkLst>
        </pc:grpChg>
        <pc:grpChg chg="add mod">
          <ac:chgData name="Owais Ahmed" userId="6abc7d4556b3b071" providerId="LiveId" clId="{3F06DB97-3AEE-4F7C-A79E-A7936B34F82A}" dt="2023-07-31T17:32:42.404" v="4112" actId="164"/>
          <ac:grpSpMkLst>
            <pc:docMk/>
            <pc:sldMk cId="2825207532" sldId="2554"/>
            <ac:grpSpMk id="81" creationId="{F263E04B-9D9C-CD25-BFC6-DB08A2ABB0D1}"/>
          </ac:grpSpMkLst>
        </pc:grpChg>
        <pc:grpChg chg="add mod">
          <ac:chgData name="Owais Ahmed" userId="6abc7d4556b3b071" providerId="LiveId" clId="{3F06DB97-3AEE-4F7C-A79E-A7936B34F82A}" dt="2023-07-31T17:32:46.266" v="4113" actId="164"/>
          <ac:grpSpMkLst>
            <pc:docMk/>
            <pc:sldMk cId="2825207532" sldId="2554"/>
            <ac:grpSpMk id="82" creationId="{F54C775F-C841-881E-2224-C24567C33621}"/>
          </ac:grpSpMkLst>
        </pc:grpChg>
        <pc:grpChg chg="add mod">
          <ac:chgData name="Owais Ahmed" userId="6abc7d4556b3b071" providerId="LiveId" clId="{3F06DB97-3AEE-4F7C-A79E-A7936B34F82A}" dt="2023-07-31T17:32:50.491" v="4114" actId="164"/>
          <ac:grpSpMkLst>
            <pc:docMk/>
            <pc:sldMk cId="2825207532" sldId="2554"/>
            <ac:grpSpMk id="83" creationId="{926BD650-D5E7-6961-F0E9-27F6B7E05DCF}"/>
          </ac:grpSpMkLst>
        </pc:grpChg>
        <pc:grpChg chg="add mod">
          <ac:chgData name="Owais Ahmed" userId="6abc7d4556b3b071" providerId="LiveId" clId="{3F06DB97-3AEE-4F7C-A79E-A7936B34F82A}" dt="2023-07-31T17:32:54.946" v="4115" actId="164"/>
          <ac:grpSpMkLst>
            <pc:docMk/>
            <pc:sldMk cId="2825207532" sldId="2554"/>
            <ac:grpSpMk id="84" creationId="{51E1D58F-B8D7-B598-0421-CCDBA5F774FA}"/>
          </ac:grpSpMkLst>
        </pc:grpChg>
        <pc:cxnChg chg="mod">
          <ac:chgData name="Owais Ahmed" userId="6abc7d4556b3b071" providerId="LiveId" clId="{3F06DB97-3AEE-4F7C-A79E-A7936B34F82A}" dt="2023-07-31T17:20:58.116" v="3683" actId="478"/>
          <ac:cxnSpMkLst>
            <pc:docMk/>
            <pc:sldMk cId="2825207532" sldId="2554"/>
            <ac:cxnSpMk id="7" creationId="{657C45F0-67F1-A7FA-02BD-786D3D970CCC}"/>
          </ac:cxnSpMkLst>
        </pc:cxnChg>
        <pc:cxnChg chg="mod">
          <ac:chgData name="Owais Ahmed" userId="6abc7d4556b3b071" providerId="LiveId" clId="{3F06DB97-3AEE-4F7C-A79E-A7936B34F82A}" dt="2023-07-31T17:20:58.116" v="3683" actId="478"/>
          <ac:cxnSpMkLst>
            <pc:docMk/>
            <pc:sldMk cId="2825207532" sldId="2554"/>
            <ac:cxnSpMk id="11" creationId="{607ECEBC-A1CA-3D16-2BF7-4B5EB584B7D5}"/>
          </ac:cxnSpMkLst>
        </pc:cxnChg>
        <pc:cxnChg chg="del mod">
          <ac:chgData name="Owais Ahmed" userId="6abc7d4556b3b071" providerId="LiveId" clId="{3F06DB97-3AEE-4F7C-A79E-A7936B34F82A}" dt="2023-07-31T17:21:08.219" v="3689" actId="478"/>
          <ac:cxnSpMkLst>
            <pc:docMk/>
            <pc:sldMk cId="2825207532" sldId="2554"/>
            <ac:cxnSpMk id="32" creationId="{D70EC980-4E28-A408-E33F-C1B2B14A6591}"/>
          </ac:cxnSpMkLst>
        </pc:cxnChg>
      </pc:sldChg>
      <pc:sldChg chg="addSp delSp modSp add mod modAnim">
        <pc:chgData name="Owais Ahmed" userId="6abc7d4556b3b071" providerId="LiveId" clId="{3F06DB97-3AEE-4F7C-A79E-A7936B34F82A}" dt="2023-07-31T17:43:37.145" v="4669"/>
        <pc:sldMkLst>
          <pc:docMk/>
          <pc:sldMk cId="624121127" sldId="2555"/>
        </pc:sldMkLst>
        <pc:spChg chg="mod">
          <ac:chgData name="Owais Ahmed" userId="6abc7d4556b3b071" providerId="LiveId" clId="{3F06DB97-3AEE-4F7C-A79E-A7936B34F82A}" dt="2023-07-31T17:40:57.155" v="4626" actId="27636"/>
          <ac:spMkLst>
            <pc:docMk/>
            <pc:sldMk cId="624121127" sldId="2555"/>
            <ac:spMk id="3" creationId="{4A1C0383-58FE-E486-295E-B33B8683B938}"/>
          </ac:spMkLst>
        </pc:spChg>
        <pc:spChg chg="add mod">
          <ac:chgData name="Owais Ahmed" userId="6abc7d4556b3b071" providerId="LiveId" clId="{3F06DB97-3AEE-4F7C-A79E-A7936B34F82A}" dt="2023-07-31T17:43:30.760" v="4668" actId="164"/>
          <ac:spMkLst>
            <pc:docMk/>
            <pc:sldMk cId="624121127" sldId="2555"/>
            <ac:spMk id="5" creationId="{B363AC71-9ED9-E66C-37A9-2D00263E3FF0}"/>
          </ac:spMkLst>
        </pc:spChg>
        <pc:spChg chg="del mod topLvl">
          <ac:chgData name="Owais Ahmed" userId="6abc7d4556b3b071" providerId="LiveId" clId="{3F06DB97-3AEE-4F7C-A79E-A7936B34F82A}" dt="2023-07-31T17:40:12.948" v="4614" actId="478"/>
          <ac:spMkLst>
            <pc:docMk/>
            <pc:sldMk cId="624121127" sldId="2555"/>
            <ac:spMk id="6" creationId="{C2DAB1C7-1E85-9A11-AF4F-BA89CE87BA18}"/>
          </ac:spMkLst>
        </pc:spChg>
        <pc:spChg chg="mod topLvl">
          <ac:chgData name="Owais Ahmed" userId="6abc7d4556b3b071" providerId="LiveId" clId="{3F06DB97-3AEE-4F7C-A79E-A7936B34F82A}" dt="2023-07-31T17:43:30.760" v="4668" actId="164"/>
          <ac:spMkLst>
            <pc:docMk/>
            <pc:sldMk cId="624121127" sldId="2555"/>
            <ac:spMk id="102" creationId="{23801FBC-8A21-DAA2-95F5-A8E7D6FBF151}"/>
          </ac:spMkLst>
        </pc:spChg>
        <pc:spChg chg="mod">
          <ac:chgData name="Owais Ahmed" userId="6abc7d4556b3b071" providerId="LiveId" clId="{3F06DB97-3AEE-4F7C-A79E-A7936B34F82A}" dt="2023-07-31T17:40:00.602" v="4608" actId="165"/>
          <ac:spMkLst>
            <pc:docMk/>
            <pc:sldMk cId="624121127" sldId="2555"/>
            <ac:spMk id="105" creationId="{99BDCAF8-DC93-D572-DA16-2806C9F7C9AA}"/>
          </ac:spMkLst>
        </pc:spChg>
        <pc:spChg chg="mod">
          <ac:chgData name="Owais Ahmed" userId="6abc7d4556b3b071" providerId="LiveId" clId="{3F06DB97-3AEE-4F7C-A79E-A7936B34F82A}" dt="2023-07-31T17:40:00.602" v="4608" actId="165"/>
          <ac:spMkLst>
            <pc:docMk/>
            <pc:sldMk cId="624121127" sldId="2555"/>
            <ac:spMk id="106" creationId="{B546095E-991E-3289-F2C0-8A1D76A45A21}"/>
          </ac:spMkLst>
        </pc:spChg>
        <pc:spChg chg="mod">
          <ac:chgData name="Owais Ahmed" userId="6abc7d4556b3b071" providerId="LiveId" clId="{3F06DB97-3AEE-4F7C-A79E-A7936B34F82A}" dt="2023-07-31T17:40:00.602" v="4608" actId="165"/>
          <ac:spMkLst>
            <pc:docMk/>
            <pc:sldMk cId="624121127" sldId="2555"/>
            <ac:spMk id="107" creationId="{6B2686BC-A613-FF11-6A9D-EB36234DC16C}"/>
          </ac:spMkLst>
        </pc:spChg>
        <pc:spChg chg="mod">
          <ac:chgData name="Owais Ahmed" userId="6abc7d4556b3b071" providerId="LiveId" clId="{3F06DB97-3AEE-4F7C-A79E-A7936B34F82A}" dt="2023-07-31T17:40:00.602" v="4608" actId="165"/>
          <ac:spMkLst>
            <pc:docMk/>
            <pc:sldMk cId="624121127" sldId="2555"/>
            <ac:spMk id="108" creationId="{53D4C431-E0BC-789B-88D3-F5D796F20A12}"/>
          </ac:spMkLst>
        </pc:spChg>
        <pc:spChg chg="mod">
          <ac:chgData name="Owais Ahmed" userId="6abc7d4556b3b071" providerId="LiveId" clId="{3F06DB97-3AEE-4F7C-A79E-A7936B34F82A}" dt="2023-07-31T17:40:00.602" v="4608" actId="165"/>
          <ac:spMkLst>
            <pc:docMk/>
            <pc:sldMk cId="624121127" sldId="2555"/>
            <ac:spMk id="109" creationId="{3F6084E0-54E9-C827-0F8B-8E96A7C761DD}"/>
          </ac:spMkLst>
        </pc:spChg>
        <pc:spChg chg="mod">
          <ac:chgData name="Owais Ahmed" userId="6abc7d4556b3b071" providerId="LiveId" clId="{3F06DB97-3AEE-4F7C-A79E-A7936B34F82A}" dt="2023-07-31T17:40:00.602" v="4608" actId="165"/>
          <ac:spMkLst>
            <pc:docMk/>
            <pc:sldMk cId="624121127" sldId="2555"/>
            <ac:spMk id="110" creationId="{AB36B28D-39A8-55B6-60B3-85B767EC94FB}"/>
          </ac:spMkLst>
        </pc:spChg>
        <pc:grpChg chg="add mod">
          <ac:chgData name="Owais Ahmed" userId="6abc7d4556b3b071" providerId="LiveId" clId="{3F06DB97-3AEE-4F7C-A79E-A7936B34F82A}" dt="2023-07-31T17:43:30.760" v="4668" actId="164"/>
          <ac:grpSpMkLst>
            <pc:docMk/>
            <pc:sldMk cId="624121127" sldId="2555"/>
            <ac:grpSpMk id="13" creationId="{4C6AAE8F-5E6F-EA60-244D-FFB6278715AD}"/>
          </ac:grpSpMkLst>
        </pc:grpChg>
        <pc:grpChg chg="del mod">
          <ac:chgData name="Owais Ahmed" userId="6abc7d4556b3b071" providerId="LiveId" clId="{3F06DB97-3AEE-4F7C-A79E-A7936B34F82A}" dt="2023-07-31T17:40:00.602" v="4608" actId="165"/>
          <ac:grpSpMkLst>
            <pc:docMk/>
            <pc:sldMk cId="624121127" sldId="2555"/>
            <ac:grpSpMk id="14" creationId="{6D373018-1D02-897E-145C-1A033D391303}"/>
          </ac:grpSpMkLst>
        </pc:grpChg>
        <pc:grpChg chg="del mod topLvl">
          <ac:chgData name="Owais Ahmed" userId="6abc7d4556b3b071" providerId="LiveId" clId="{3F06DB97-3AEE-4F7C-A79E-A7936B34F82A}" dt="2023-07-31T17:40:06.341" v="4611" actId="478"/>
          <ac:grpSpMkLst>
            <pc:docMk/>
            <pc:sldMk cId="624121127" sldId="2555"/>
            <ac:grpSpMk id="98" creationId="{A0382DBE-F9FC-2531-34AD-F3E7EACF5F1E}"/>
          </ac:grpSpMkLst>
        </pc:grpChg>
        <pc:grpChg chg="del mod topLvl">
          <ac:chgData name="Owais Ahmed" userId="6abc7d4556b3b071" providerId="LiveId" clId="{3F06DB97-3AEE-4F7C-A79E-A7936B34F82A}" dt="2023-07-31T17:40:05.415" v="4610" actId="478"/>
          <ac:grpSpMkLst>
            <pc:docMk/>
            <pc:sldMk cId="624121127" sldId="2555"/>
            <ac:grpSpMk id="99" creationId="{68C80BCA-12DB-C5D9-6600-C4CDDB76037E}"/>
          </ac:grpSpMkLst>
        </pc:grpChg>
        <pc:grpChg chg="del mod topLvl">
          <ac:chgData name="Owais Ahmed" userId="6abc7d4556b3b071" providerId="LiveId" clId="{3F06DB97-3AEE-4F7C-A79E-A7936B34F82A}" dt="2023-07-31T17:40:04.550" v="4609" actId="478"/>
          <ac:grpSpMkLst>
            <pc:docMk/>
            <pc:sldMk cId="624121127" sldId="2555"/>
            <ac:grpSpMk id="100" creationId="{FA821C4E-B9F1-21C3-458F-B7B324C1F817}"/>
          </ac:grpSpMkLst>
        </pc:grpChg>
        <pc:graphicFrameChg chg="add mod modGraphic">
          <ac:chgData name="Owais Ahmed" userId="6abc7d4556b3b071" providerId="LiveId" clId="{3F06DB97-3AEE-4F7C-A79E-A7936B34F82A}" dt="2023-07-31T17:43:30.760" v="4668" actId="164"/>
          <ac:graphicFrameMkLst>
            <pc:docMk/>
            <pc:sldMk cId="624121127" sldId="2555"/>
            <ac:graphicFrameMk id="4" creationId="{7F589E16-899F-75A2-8538-EFFBE216C9C1}"/>
          </ac:graphicFrameMkLst>
        </pc:graphicFrameChg>
        <pc:cxnChg chg="del mod topLvl">
          <ac:chgData name="Owais Ahmed" userId="6abc7d4556b3b071" providerId="LiveId" clId="{3F06DB97-3AEE-4F7C-A79E-A7936B34F82A}" dt="2023-07-31T17:40:10.841" v="4612" actId="478"/>
          <ac:cxnSpMkLst>
            <pc:docMk/>
            <pc:sldMk cId="624121127" sldId="2555"/>
            <ac:cxnSpMk id="7" creationId="{657C45F0-67F1-A7FA-02BD-786D3D970CCC}"/>
          </ac:cxnSpMkLst>
        </pc:cxnChg>
        <pc:cxnChg chg="add del mod">
          <ac:chgData name="Owais Ahmed" userId="6abc7d4556b3b071" providerId="LiveId" clId="{3F06DB97-3AEE-4F7C-A79E-A7936B34F82A}" dt="2023-07-31T17:42:44.742" v="4656" actId="478"/>
          <ac:cxnSpMkLst>
            <pc:docMk/>
            <pc:sldMk cId="624121127" sldId="2555"/>
            <ac:cxnSpMk id="9" creationId="{7C16B72A-508D-524C-2E88-876A803CCFAC}"/>
          </ac:cxnSpMkLst>
        </pc:cxnChg>
        <pc:cxnChg chg="add del">
          <ac:chgData name="Owais Ahmed" userId="6abc7d4556b3b071" providerId="LiveId" clId="{3F06DB97-3AEE-4F7C-A79E-A7936B34F82A}" dt="2023-07-31T17:42:31.945" v="4652" actId="478"/>
          <ac:cxnSpMkLst>
            <pc:docMk/>
            <pc:sldMk cId="624121127" sldId="2555"/>
            <ac:cxnSpMk id="12" creationId="{9E42FA83-69BA-3448-F9D6-36A92ACF2085}"/>
          </ac:cxnSpMkLst>
        </pc:cxnChg>
        <pc:cxnChg chg="del mod topLvl">
          <ac:chgData name="Owais Ahmed" userId="6abc7d4556b3b071" providerId="LiveId" clId="{3F06DB97-3AEE-4F7C-A79E-A7936B34F82A}" dt="2023-07-31T17:40:45.902" v="4621" actId="478"/>
          <ac:cxnSpMkLst>
            <pc:docMk/>
            <pc:sldMk cId="624121127" sldId="2555"/>
            <ac:cxnSpMk id="118" creationId="{E218D9EB-E58D-166C-8764-794115FE12E4}"/>
          </ac:cxnSpMkLst>
        </pc:cxnChg>
      </pc:sldChg>
      <pc:sldChg chg="delSp modSp add mod delAnim modAnim">
        <pc:chgData name="Owais Ahmed" userId="6abc7d4556b3b071" providerId="LiveId" clId="{3F06DB97-3AEE-4F7C-A79E-A7936B34F82A}" dt="2023-07-31T18:22:29.974" v="5359" actId="20577"/>
        <pc:sldMkLst>
          <pc:docMk/>
          <pc:sldMk cId="2558064682" sldId="2556"/>
        </pc:sldMkLst>
        <pc:spChg chg="mod">
          <ac:chgData name="Owais Ahmed" userId="6abc7d4556b3b071" providerId="LiveId" clId="{3F06DB97-3AEE-4F7C-A79E-A7936B34F82A}" dt="2023-07-31T18:22:29.974" v="5359" actId="20577"/>
          <ac:spMkLst>
            <pc:docMk/>
            <pc:sldMk cId="2558064682" sldId="2556"/>
            <ac:spMk id="3" creationId="{4A1C0383-58FE-E486-295E-B33B8683B938}"/>
          </ac:spMkLst>
        </pc:spChg>
        <pc:spChg chg="mod">
          <ac:chgData name="Owais Ahmed" userId="6abc7d4556b3b071" providerId="LiveId" clId="{3F06DB97-3AEE-4F7C-A79E-A7936B34F82A}" dt="2023-07-31T17:44:23.559" v="4681" actId="20577"/>
          <ac:spMkLst>
            <pc:docMk/>
            <pc:sldMk cId="2558064682" sldId="2556"/>
            <ac:spMk id="215" creationId="{00000000-0000-0000-0000-000000000000}"/>
          </ac:spMkLst>
        </pc:spChg>
        <pc:grpChg chg="del">
          <ac:chgData name="Owais Ahmed" userId="6abc7d4556b3b071" providerId="LiveId" clId="{3F06DB97-3AEE-4F7C-A79E-A7936B34F82A}" dt="2023-07-31T18:00:34.463" v="4815" actId="478"/>
          <ac:grpSpMkLst>
            <pc:docMk/>
            <pc:sldMk cId="2558064682" sldId="2556"/>
            <ac:grpSpMk id="14" creationId="{6D373018-1D02-897E-145C-1A033D391303}"/>
          </ac:grpSpMkLst>
        </pc:grpChg>
        <pc:cxnChg chg="mod">
          <ac:chgData name="Owais Ahmed" userId="6abc7d4556b3b071" providerId="LiveId" clId="{3F06DB97-3AEE-4F7C-A79E-A7936B34F82A}" dt="2023-07-31T18:00:34.463" v="4815" actId="478"/>
          <ac:cxnSpMkLst>
            <pc:docMk/>
            <pc:sldMk cId="2558064682" sldId="2556"/>
            <ac:cxnSpMk id="7" creationId="{657C45F0-67F1-A7FA-02BD-786D3D970CCC}"/>
          </ac:cxnSpMkLst>
        </pc:cxnChg>
        <pc:cxnChg chg="mod">
          <ac:chgData name="Owais Ahmed" userId="6abc7d4556b3b071" providerId="LiveId" clId="{3F06DB97-3AEE-4F7C-A79E-A7936B34F82A}" dt="2023-07-31T18:00:34.463" v="4815" actId="478"/>
          <ac:cxnSpMkLst>
            <pc:docMk/>
            <pc:sldMk cId="2558064682" sldId="2556"/>
            <ac:cxnSpMk id="118" creationId="{E218D9EB-E58D-166C-8764-794115FE12E4}"/>
          </ac:cxnSpMkLst>
        </pc:cxnChg>
      </pc:sldChg>
      <pc:sldChg chg="modSp add mod modAnim">
        <pc:chgData name="Owais Ahmed" userId="6abc7d4556b3b071" providerId="LiveId" clId="{3F06DB97-3AEE-4F7C-A79E-A7936B34F82A}" dt="2023-07-31T19:00:13.581" v="6207" actId="20577"/>
        <pc:sldMkLst>
          <pc:docMk/>
          <pc:sldMk cId="296501705" sldId="2557"/>
        </pc:sldMkLst>
        <pc:spChg chg="mod">
          <ac:chgData name="Owais Ahmed" userId="6abc7d4556b3b071" providerId="LiveId" clId="{3F06DB97-3AEE-4F7C-A79E-A7936B34F82A}" dt="2023-07-31T19:00:13.581" v="6207" actId="20577"/>
          <ac:spMkLst>
            <pc:docMk/>
            <pc:sldMk cId="296501705" sldId="2557"/>
            <ac:spMk id="3" creationId="{4A1C0383-58FE-E486-295E-B33B8683B938}"/>
          </ac:spMkLst>
        </pc:spChg>
      </pc:sldChg>
    </pc:docChg>
  </pc:docChgLst>
  <pc:docChgLst>
    <pc:chgData name="Owais Ahmed" userId="6abc7d4556b3b071" providerId="LiveId" clId="{8CBEAB62-A728-450D-B4C0-9368924550F8}"/>
    <pc:docChg chg="undo redo custSel addSld delSld modSld sldOrd">
      <pc:chgData name="Owais Ahmed" userId="6abc7d4556b3b071" providerId="LiveId" clId="{8CBEAB62-A728-450D-B4C0-9368924550F8}" dt="2023-08-07T07:34:47.032" v="13823" actId="20577"/>
      <pc:docMkLst>
        <pc:docMk/>
      </pc:docMkLst>
      <pc:sldChg chg="modSp mod">
        <pc:chgData name="Owais Ahmed" userId="6abc7d4556b3b071" providerId="LiveId" clId="{8CBEAB62-A728-450D-B4C0-9368924550F8}" dt="2023-08-07T05:38:45.243" v="9660" actId="20577"/>
        <pc:sldMkLst>
          <pc:docMk/>
          <pc:sldMk cId="1649098948" sldId="2462"/>
        </pc:sldMkLst>
        <pc:spChg chg="mod">
          <ac:chgData name="Owais Ahmed" userId="6abc7d4556b3b071" providerId="LiveId" clId="{8CBEAB62-A728-450D-B4C0-9368924550F8}" dt="2023-08-07T05:38:45.243" v="9660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del">
        <pc:chgData name="Owais Ahmed" userId="6abc7d4556b3b071" providerId="LiveId" clId="{8CBEAB62-A728-450D-B4C0-9368924550F8}" dt="2023-08-03T10:08:48.107" v="0" actId="47"/>
        <pc:sldMkLst>
          <pc:docMk/>
          <pc:sldMk cId="641030253" sldId="2479"/>
        </pc:sldMkLst>
      </pc:sldChg>
      <pc:sldChg chg="del">
        <pc:chgData name="Owais Ahmed" userId="6abc7d4556b3b071" providerId="LiveId" clId="{8CBEAB62-A728-450D-B4C0-9368924550F8}" dt="2023-08-03T10:08:49.896" v="2" actId="47"/>
        <pc:sldMkLst>
          <pc:docMk/>
          <pc:sldMk cId="3265271046" sldId="2505"/>
        </pc:sldMkLst>
      </pc:sldChg>
      <pc:sldChg chg="del">
        <pc:chgData name="Owais Ahmed" userId="6abc7d4556b3b071" providerId="LiveId" clId="{8CBEAB62-A728-450D-B4C0-9368924550F8}" dt="2023-08-03T10:08:54.099" v="5" actId="47"/>
        <pc:sldMkLst>
          <pc:docMk/>
          <pc:sldMk cId="2519732872" sldId="2507"/>
        </pc:sldMkLst>
      </pc:sldChg>
      <pc:sldChg chg="del">
        <pc:chgData name="Owais Ahmed" userId="6abc7d4556b3b071" providerId="LiveId" clId="{8CBEAB62-A728-450D-B4C0-9368924550F8}" dt="2023-08-03T10:08:58.705" v="11" actId="47"/>
        <pc:sldMkLst>
          <pc:docMk/>
          <pc:sldMk cId="64818802" sldId="2511"/>
        </pc:sldMkLst>
      </pc:sldChg>
      <pc:sldChg chg="del">
        <pc:chgData name="Owais Ahmed" userId="6abc7d4556b3b071" providerId="LiveId" clId="{8CBEAB62-A728-450D-B4C0-9368924550F8}" dt="2023-08-03T10:08:48.871" v="1" actId="47"/>
        <pc:sldMkLst>
          <pc:docMk/>
          <pc:sldMk cId="2990752692" sldId="2547"/>
        </pc:sldMkLst>
      </pc:sldChg>
      <pc:sldChg chg="del">
        <pc:chgData name="Owais Ahmed" userId="6abc7d4556b3b071" providerId="LiveId" clId="{8CBEAB62-A728-450D-B4C0-9368924550F8}" dt="2023-08-03T10:08:51.118" v="3" actId="47"/>
        <pc:sldMkLst>
          <pc:docMk/>
          <pc:sldMk cId="3485698213" sldId="2548"/>
        </pc:sldMkLst>
      </pc:sldChg>
      <pc:sldChg chg="del">
        <pc:chgData name="Owais Ahmed" userId="6abc7d4556b3b071" providerId="LiveId" clId="{8CBEAB62-A728-450D-B4C0-9368924550F8}" dt="2023-08-03T10:08:58.442" v="10" actId="47"/>
        <pc:sldMkLst>
          <pc:docMk/>
          <pc:sldMk cId="3738101922" sldId="2549"/>
        </pc:sldMkLst>
      </pc:sldChg>
      <pc:sldChg chg="del">
        <pc:chgData name="Owais Ahmed" userId="6abc7d4556b3b071" providerId="LiveId" clId="{8CBEAB62-A728-450D-B4C0-9368924550F8}" dt="2023-08-03T10:08:51.709" v="4" actId="47"/>
        <pc:sldMkLst>
          <pc:docMk/>
          <pc:sldMk cId="821949743" sldId="2550"/>
        </pc:sldMkLst>
      </pc:sldChg>
      <pc:sldChg chg="del">
        <pc:chgData name="Owais Ahmed" userId="6abc7d4556b3b071" providerId="LiveId" clId="{8CBEAB62-A728-450D-B4C0-9368924550F8}" dt="2023-08-03T10:08:54.738" v="6" actId="47"/>
        <pc:sldMkLst>
          <pc:docMk/>
          <pc:sldMk cId="2619033452" sldId="2552"/>
        </pc:sldMkLst>
      </pc:sldChg>
      <pc:sldChg chg="del">
        <pc:chgData name="Owais Ahmed" userId="6abc7d4556b3b071" providerId="LiveId" clId="{8CBEAB62-A728-450D-B4C0-9368924550F8}" dt="2023-08-03T10:09:01.546" v="12" actId="47"/>
        <pc:sldMkLst>
          <pc:docMk/>
          <pc:sldMk cId="2942372078" sldId="2553"/>
        </pc:sldMkLst>
      </pc:sldChg>
      <pc:sldChg chg="del">
        <pc:chgData name="Owais Ahmed" userId="6abc7d4556b3b071" providerId="LiveId" clId="{8CBEAB62-A728-450D-B4C0-9368924550F8}" dt="2023-08-03T10:08:56.553" v="7" actId="47"/>
        <pc:sldMkLst>
          <pc:docMk/>
          <pc:sldMk cId="2825207532" sldId="2554"/>
        </pc:sldMkLst>
      </pc:sldChg>
      <pc:sldChg chg="del">
        <pc:chgData name="Owais Ahmed" userId="6abc7d4556b3b071" providerId="LiveId" clId="{8CBEAB62-A728-450D-B4C0-9368924550F8}" dt="2023-08-03T10:08:57.053" v="8" actId="47"/>
        <pc:sldMkLst>
          <pc:docMk/>
          <pc:sldMk cId="624121127" sldId="2555"/>
        </pc:sldMkLst>
      </pc:sldChg>
      <pc:sldChg chg="del">
        <pc:chgData name="Owais Ahmed" userId="6abc7d4556b3b071" providerId="LiveId" clId="{8CBEAB62-A728-450D-B4C0-9368924550F8}" dt="2023-08-03T10:08:57.362" v="9" actId="47"/>
        <pc:sldMkLst>
          <pc:docMk/>
          <pc:sldMk cId="2558064682" sldId="2556"/>
        </pc:sldMkLst>
      </pc:sldChg>
      <pc:sldChg chg="modSp mod modAnim">
        <pc:chgData name="Owais Ahmed" userId="6abc7d4556b3b071" providerId="LiveId" clId="{8CBEAB62-A728-450D-B4C0-9368924550F8}" dt="2023-08-03T10:14:28.598" v="650" actId="20577"/>
        <pc:sldMkLst>
          <pc:docMk/>
          <pc:sldMk cId="296501705" sldId="2557"/>
        </pc:sldMkLst>
        <pc:spChg chg="mod">
          <ac:chgData name="Owais Ahmed" userId="6abc7d4556b3b071" providerId="LiveId" clId="{8CBEAB62-A728-450D-B4C0-9368924550F8}" dt="2023-08-03T10:14:28.598" v="650" actId="20577"/>
          <ac:spMkLst>
            <pc:docMk/>
            <pc:sldMk cId="296501705" sldId="2557"/>
            <ac:spMk id="3" creationId="{4A1C0383-58FE-E486-295E-B33B8683B938}"/>
          </ac:spMkLst>
        </pc:spChg>
        <pc:spChg chg="mod">
          <ac:chgData name="Owais Ahmed" userId="6abc7d4556b3b071" providerId="LiveId" clId="{8CBEAB62-A728-450D-B4C0-9368924550F8}" dt="2023-08-03T10:10:23.107" v="133" actId="20577"/>
          <ac:spMkLst>
            <pc:docMk/>
            <pc:sldMk cId="296501705" sldId="2557"/>
            <ac:spMk id="215" creationId="{00000000-0000-0000-0000-000000000000}"/>
          </ac:spMkLst>
        </pc:spChg>
      </pc:sldChg>
      <pc:sldChg chg="addSp delSp modSp add mod modAnim">
        <pc:chgData name="Owais Ahmed" userId="6abc7d4556b3b071" providerId="LiveId" clId="{8CBEAB62-A728-450D-B4C0-9368924550F8}" dt="2023-08-03T10:23:19.045" v="1515" actId="20577"/>
        <pc:sldMkLst>
          <pc:docMk/>
          <pc:sldMk cId="3909667495" sldId="2558"/>
        </pc:sldMkLst>
        <pc:spChg chg="mod">
          <ac:chgData name="Owais Ahmed" userId="6abc7d4556b3b071" providerId="LiveId" clId="{8CBEAB62-A728-450D-B4C0-9368924550F8}" dt="2023-08-03T10:23:19.045" v="1515" actId="20577"/>
          <ac:spMkLst>
            <pc:docMk/>
            <pc:sldMk cId="3909667495" sldId="2558"/>
            <ac:spMk id="3" creationId="{4A1C0383-58FE-E486-295E-B33B8683B938}"/>
          </ac:spMkLst>
        </pc:spChg>
        <pc:spChg chg="mod">
          <ac:chgData name="Owais Ahmed" userId="6abc7d4556b3b071" providerId="LiveId" clId="{8CBEAB62-A728-450D-B4C0-9368924550F8}" dt="2023-08-03T10:14:53.205" v="670" actId="20577"/>
          <ac:spMkLst>
            <pc:docMk/>
            <pc:sldMk cId="3909667495" sldId="2558"/>
            <ac:spMk id="215" creationId="{00000000-0000-0000-0000-000000000000}"/>
          </ac:spMkLst>
        </pc:spChg>
        <pc:graphicFrameChg chg="add del mod modGraphic">
          <ac:chgData name="Owais Ahmed" userId="6abc7d4556b3b071" providerId="LiveId" clId="{8CBEAB62-A728-450D-B4C0-9368924550F8}" dt="2023-08-03T10:16:24.880" v="714"/>
          <ac:graphicFrameMkLst>
            <pc:docMk/>
            <pc:sldMk cId="3909667495" sldId="2558"/>
            <ac:graphicFrameMk id="4" creationId="{BE0AA433-9378-AF9E-782E-620452E3190F}"/>
          </ac:graphicFrameMkLst>
        </pc:graphicFrameChg>
        <pc:graphicFrameChg chg="add mod modGraphic">
          <ac:chgData name="Owais Ahmed" userId="6abc7d4556b3b071" providerId="LiveId" clId="{8CBEAB62-A728-450D-B4C0-9368924550F8}" dt="2023-08-03T10:20:03.477" v="1049" actId="20577"/>
          <ac:graphicFrameMkLst>
            <pc:docMk/>
            <pc:sldMk cId="3909667495" sldId="2558"/>
            <ac:graphicFrameMk id="5" creationId="{C244DA9B-A3BA-1738-3D3E-32FF339EF18B}"/>
          </ac:graphicFrameMkLst>
        </pc:graphicFrameChg>
      </pc:sldChg>
      <pc:sldChg chg="delSp modSp add mod delAnim modAnim">
        <pc:chgData name="Owais Ahmed" userId="6abc7d4556b3b071" providerId="LiveId" clId="{8CBEAB62-A728-450D-B4C0-9368924550F8}" dt="2023-08-03T10:30:36.991" v="1910" actId="20577"/>
        <pc:sldMkLst>
          <pc:docMk/>
          <pc:sldMk cId="3856755703" sldId="2559"/>
        </pc:sldMkLst>
        <pc:spChg chg="mod">
          <ac:chgData name="Owais Ahmed" userId="6abc7d4556b3b071" providerId="LiveId" clId="{8CBEAB62-A728-450D-B4C0-9368924550F8}" dt="2023-08-03T10:30:36.991" v="1910" actId="20577"/>
          <ac:spMkLst>
            <pc:docMk/>
            <pc:sldMk cId="3856755703" sldId="2559"/>
            <ac:spMk id="3" creationId="{4A1C0383-58FE-E486-295E-B33B8683B938}"/>
          </ac:spMkLst>
        </pc:spChg>
        <pc:spChg chg="mod">
          <ac:chgData name="Owais Ahmed" userId="6abc7d4556b3b071" providerId="LiveId" clId="{8CBEAB62-A728-450D-B4C0-9368924550F8}" dt="2023-08-03T10:27:31.609" v="1654" actId="20577"/>
          <ac:spMkLst>
            <pc:docMk/>
            <pc:sldMk cId="3856755703" sldId="2559"/>
            <ac:spMk id="215" creationId="{00000000-0000-0000-0000-000000000000}"/>
          </ac:spMkLst>
        </pc:spChg>
        <pc:graphicFrameChg chg="del">
          <ac:chgData name="Owais Ahmed" userId="6abc7d4556b3b071" providerId="LiveId" clId="{8CBEAB62-A728-450D-B4C0-9368924550F8}" dt="2023-08-03T10:23:56.017" v="1543" actId="478"/>
          <ac:graphicFrameMkLst>
            <pc:docMk/>
            <pc:sldMk cId="3856755703" sldId="2559"/>
            <ac:graphicFrameMk id="5" creationId="{C244DA9B-A3BA-1738-3D3E-32FF339EF18B}"/>
          </ac:graphicFrameMkLst>
        </pc:graphicFrameChg>
      </pc:sldChg>
      <pc:sldChg chg="delSp modSp add mod delAnim modAnim">
        <pc:chgData name="Owais Ahmed" userId="6abc7d4556b3b071" providerId="LiveId" clId="{8CBEAB62-A728-450D-B4C0-9368924550F8}" dt="2023-08-03T10:32:58.944" v="2352" actId="20577"/>
        <pc:sldMkLst>
          <pc:docMk/>
          <pc:sldMk cId="3846338403" sldId="2560"/>
        </pc:sldMkLst>
        <pc:spChg chg="mod">
          <ac:chgData name="Owais Ahmed" userId="6abc7d4556b3b071" providerId="LiveId" clId="{8CBEAB62-A728-450D-B4C0-9368924550F8}" dt="2023-08-03T10:32:58.944" v="2352" actId="20577"/>
          <ac:spMkLst>
            <pc:docMk/>
            <pc:sldMk cId="3846338403" sldId="2560"/>
            <ac:spMk id="3" creationId="{4A1C0383-58FE-E486-295E-B33B8683B938}"/>
          </ac:spMkLst>
        </pc:spChg>
        <pc:graphicFrameChg chg="del">
          <ac:chgData name="Owais Ahmed" userId="6abc7d4556b3b071" providerId="LiveId" clId="{8CBEAB62-A728-450D-B4C0-9368924550F8}" dt="2023-08-03T10:27:58.711" v="1656" actId="478"/>
          <ac:graphicFrameMkLst>
            <pc:docMk/>
            <pc:sldMk cId="3846338403" sldId="2560"/>
            <ac:graphicFrameMk id="5" creationId="{C244DA9B-A3BA-1738-3D3E-32FF339EF18B}"/>
          </ac:graphicFrameMkLst>
        </pc:graphicFrameChg>
      </pc:sldChg>
      <pc:sldChg chg="addSp modSp mod modAnim">
        <pc:chgData name="Owais Ahmed" userId="6abc7d4556b3b071" providerId="LiveId" clId="{8CBEAB62-A728-450D-B4C0-9368924550F8}" dt="2023-08-05T09:03:13.436" v="3610" actId="13926"/>
        <pc:sldMkLst>
          <pc:docMk/>
          <pc:sldMk cId="150925741" sldId="2563"/>
        </pc:sldMkLst>
        <pc:spChg chg="mod">
          <ac:chgData name="Owais Ahmed" userId="6abc7d4556b3b071" providerId="LiveId" clId="{8CBEAB62-A728-450D-B4C0-9368924550F8}" dt="2023-08-05T08:28:34.610" v="3322" actId="20577"/>
          <ac:spMkLst>
            <pc:docMk/>
            <pc:sldMk cId="150925741" sldId="2563"/>
            <ac:spMk id="3" creationId="{4A1C0383-58FE-E486-295E-B33B8683B938}"/>
          </ac:spMkLst>
        </pc:spChg>
        <pc:graphicFrameChg chg="add mod modGraphic">
          <ac:chgData name="Owais Ahmed" userId="6abc7d4556b3b071" providerId="LiveId" clId="{8CBEAB62-A728-450D-B4C0-9368924550F8}" dt="2023-08-05T09:03:13.436" v="3610" actId="13926"/>
          <ac:graphicFrameMkLst>
            <pc:docMk/>
            <pc:sldMk cId="150925741" sldId="2563"/>
            <ac:graphicFrameMk id="4" creationId="{DE8A4CD6-FF35-8C96-FE48-73CE2E1F1C2C}"/>
          </ac:graphicFrameMkLst>
        </pc:graphicFrameChg>
        <pc:graphicFrameChg chg="mod modGraphic">
          <ac:chgData name="Owais Ahmed" userId="6abc7d4556b3b071" providerId="LiveId" clId="{8CBEAB62-A728-450D-B4C0-9368924550F8}" dt="2023-08-05T04:53:32.312" v="2388" actId="1076"/>
          <ac:graphicFrameMkLst>
            <pc:docMk/>
            <pc:sldMk cId="150925741" sldId="2563"/>
            <ac:graphicFrameMk id="5" creationId="{C244DA9B-A3BA-1738-3D3E-32FF339EF18B}"/>
          </ac:graphicFrameMkLst>
        </pc:graphicFrameChg>
      </pc:sldChg>
      <pc:sldChg chg="delSp modSp add mod delAnim modAnim">
        <pc:chgData name="Owais Ahmed" userId="6abc7d4556b3b071" providerId="LiveId" clId="{8CBEAB62-A728-450D-B4C0-9368924550F8}" dt="2023-08-05T08:59:22.071" v="3553" actId="14100"/>
        <pc:sldMkLst>
          <pc:docMk/>
          <pc:sldMk cId="3164841762" sldId="2564"/>
        </pc:sldMkLst>
        <pc:spChg chg="mod">
          <ac:chgData name="Owais Ahmed" userId="6abc7d4556b3b071" providerId="LiveId" clId="{8CBEAB62-A728-450D-B4C0-9368924550F8}" dt="2023-08-05T08:59:22.071" v="3553" actId="14100"/>
          <ac:spMkLst>
            <pc:docMk/>
            <pc:sldMk cId="3164841762" sldId="2564"/>
            <ac:spMk id="3" creationId="{4A1C0383-58FE-E486-295E-B33B8683B938}"/>
          </ac:spMkLst>
        </pc:spChg>
        <pc:graphicFrameChg chg="del">
          <ac:chgData name="Owais Ahmed" userId="6abc7d4556b3b071" providerId="LiveId" clId="{8CBEAB62-A728-450D-B4C0-9368924550F8}" dt="2023-08-05T07:45:06.498" v="2880" actId="478"/>
          <ac:graphicFrameMkLst>
            <pc:docMk/>
            <pc:sldMk cId="3164841762" sldId="2564"/>
            <ac:graphicFrameMk id="4" creationId="{DE8A4CD6-FF35-8C96-FE48-73CE2E1F1C2C}"/>
          </ac:graphicFrameMkLst>
        </pc:graphicFrameChg>
        <pc:graphicFrameChg chg="del">
          <ac:chgData name="Owais Ahmed" userId="6abc7d4556b3b071" providerId="LiveId" clId="{8CBEAB62-A728-450D-B4C0-9368924550F8}" dt="2023-08-05T07:45:08.070" v="2881" actId="478"/>
          <ac:graphicFrameMkLst>
            <pc:docMk/>
            <pc:sldMk cId="3164841762" sldId="2564"/>
            <ac:graphicFrameMk id="5" creationId="{C244DA9B-A3BA-1738-3D3E-32FF339EF18B}"/>
          </ac:graphicFrameMkLst>
        </pc:graphicFrameChg>
      </pc:sldChg>
      <pc:sldChg chg="addSp modSp add mod modAnim">
        <pc:chgData name="Owais Ahmed" userId="6abc7d4556b3b071" providerId="LiveId" clId="{8CBEAB62-A728-450D-B4C0-9368924550F8}" dt="2023-08-07T05:01:57.294" v="8002" actId="14734"/>
        <pc:sldMkLst>
          <pc:docMk/>
          <pc:sldMk cId="4253636147" sldId="2565"/>
        </pc:sldMkLst>
        <pc:spChg chg="mod">
          <ac:chgData name="Owais Ahmed" userId="6abc7d4556b3b071" providerId="LiveId" clId="{8CBEAB62-A728-450D-B4C0-9368924550F8}" dt="2023-08-05T09:14:44.195" v="4442" actId="20577"/>
          <ac:spMkLst>
            <pc:docMk/>
            <pc:sldMk cId="4253636147" sldId="2565"/>
            <ac:spMk id="3" creationId="{4A1C0383-58FE-E486-295E-B33B8683B938}"/>
          </ac:spMkLst>
        </pc:spChg>
        <pc:graphicFrameChg chg="add mod modGraphic">
          <ac:chgData name="Owais Ahmed" userId="6abc7d4556b3b071" providerId="LiveId" clId="{8CBEAB62-A728-450D-B4C0-9368924550F8}" dt="2023-08-05T09:11:11.405" v="4126" actId="1076"/>
          <ac:graphicFrameMkLst>
            <pc:docMk/>
            <pc:sldMk cId="4253636147" sldId="2565"/>
            <ac:graphicFrameMk id="4" creationId="{25FA11BA-519C-B8E9-CDB3-AA9CD3B98FEF}"/>
          </ac:graphicFrameMkLst>
        </pc:graphicFrameChg>
        <pc:graphicFrameChg chg="add mod modGraphic">
          <ac:chgData name="Owais Ahmed" userId="6abc7d4556b3b071" providerId="LiveId" clId="{8CBEAB62-A728-450D-B4C0-9368924550F8}" dt="2023-08-05T09:11:06.877" v="4125" actId="1076"/>
          <ac:graphicFrameMkLst>
            <pc:docMk/>
            <pc:sldMk cId="4253636147" sldId="2565"/>
            <ac:graphicFrameMk id="5" creationId="{15E67BFA-3F71-083A-67AB-20A715EDDA93}"/>
          </ac:graphicFrameMkLst>
        </pc:graphicFrameChg>
        <pc:graphicFrameChg chg="add mod modGraphic">
          <ac:chgData name="Owais Ahmed" userId="6abc7d4556b3b071" providerId="LiveId" clId="{8CBEAB62-A728-450D-B4C0-9368924550F8}" dt="2023-08-07T05:01:57.294" v="8002" actId="14734"/>
          <ac:graphicFrameMkLst>
            <pc:docMk/>
            <pc:sldMk cId="4253636147" sldId="2565"/>
            <ac:graphicFrameMk id="6" creationId="{A72532E0-504C-C01E-B6E3-3694F19349C0}"/>
          </ac:graphicFrameMkLst>
        </pc:graphicFrameChg>
        <pc:graphicFrameChg chg="add mod modGraphic">
          <ac:chgData name="Owais Ahmed" userId="6abc7d4556b3b071" providerId="LiveId" clId="{8CBEAB62-A728-450D-B4C0-9368924550F8}" dt="2023-08-05T09:06:59.310" v="3828" actId="1076"/>
          <ac:graphicFrameMkLst>
            <pc:docMk/>
            <pc:sldMk cId="4253636147" sldId="2565"/>
            <ac:graphicFrameMk id="7" creationId="{66AA3F57-762F-68A5-0A34-CD66595BB821}"/>
          </ac:graphicFrameMkLst>
        </pc:graphicFrameChg>
        <pc:graphicFrameChg chg="add mod modGraphic">
          <ac:chgData name="Owais Ahmed" userId="6abc7d4556b3b071" providerId="LiveId" clId="{8CBEAB62-A728-450D-B4C0-9368924550F8}" dt="2023-08-05T09:06:59.310" v="3828" actId="1076"/>
          <ac:graphicFrameMkLst>
            <pc:docMk/>
            <pc:sldMk cId="4253636147" sldId="2565"/>
            <ac:graphicFrameMk id="8" creationId="{ECBF95C7-FB59-5ADC-4F88-3702DC89CB47}"/>
          </ac:graphicFrameMkLst>
        </pc:graphicFrameChg>
      </pc:sldChg>
      <pc:sldChg chg="delSp modSp add mod ord delAnim modAnim">
        <pc:chgData name="Owais Ahmed" userId="6abc7d4556b3b071" providerId="LiveId" clId="{8CBEAB62-A728-450D-B4C0-9368924550F8}" dt="2023-08-05T09:43:07.618" v="5690" actId="20577"/>
        <pc:sldMkLst>
          <pc:docMk/>
          <pc:sldMk cId="2684752333" sldId="2566"/>
        </pc:sldMkLst>
        <pc:spChg chg="mod">
          <ac:chgData name="Owais Ahmed" userId="6abc7d4556b3b071" providerId="LiveId" clId="{8CBEAB62-A728-450D-B4C0-9368924550F8}" dt="2023-08-05T09:43:07.618" v="5690" actId="20577"/>
          <ac:spMkLst>
            <pc:docMk/>
            <pc:sldMk cId="2684752333" sldId="2566"/>
            <ac:spMk id="3" creationId="{4A1C0383-58FE-E486-295E-B33B8683B938}"/>
          </ac:spMkLst>
        </pc:spChg>
        <pc:spChg chg="mod">
          <ac:chgData name="Owais Ahmed" userId="6abc7d4556b3b071" providerId="LiveId" clId="{8CBEAB62-A728-450D-B4C0-9368924550F8}" dt="2023-08-05T09:13:42.819" v="4352" actId="20577"/>
          <ac:spMkLst>
            <pc:docMk/>
            <pc:sldMk cId="2684752333" sldId="2566"/>
            <ac:spMk id="215" creationId="{00000000-0000-0000-0000-000000000000}"/>
          </ac:spMkLst>
        </pc:spChg>
        <pc:graphicFrameChg chg="del modGraphic">
          <ac:chgData name="Owais Ahmed" userId="6abc7d4556b3b071" providerId="LiveId" clId="{8CBEAB62-A728-450D-B4C0-9368924550F8}" dt="2023-08-05T09:13:47.360" v="4355" actId="478"/>
          <ac:graphicFrameMkLst>
            <pc:docMk/>
            <pc:sldMk cId="2684752333" sldId="2566"/>
            <ac:graphicFrameMk id="4" creationId="{DE8A4CD6-FF35-8C96-FE48-73CE2E1F1C2C}"/>
          </ac:graphicFrameMkLst>
        </pc:graphicFrameChg>
        <pc:graphicFrameChg chg="del">
          <ac:chgData name="Owais Ahmed" userId="6abc7d4556b3b071" providerId="LiveId" clId="{8CBEAB62-A728-450D-B4C0-9368924550F8}" dt="2023-08-05T09:13:45.246" v="4353" actId="478"/>
          <ac:graphicFrameMkLst>
            <pc:docMk/>
            <pc:sldMk cId="2684752333" sldId="2566"/>
            <ac:graphicFrameMk id="5" creationId="{C244DA9B-A3BA-1738-3D3E-32FF339EF18B}"/>
          </ac:graphicFrameMkLst>
        </pc:graphicFrameChg>
      </pc:sldChg>
      <pc:sldChg chg="addSp modSp add mod modAnim">
        <pc:chgData name="Owais Ahmed" userId="6abc7d4556b3b071" providerId="LiveId" clId="{8CBEAB62-A728-450D-B4C0-9368924550F8}" dt="2023-08-05T09:40:07.234" v="5654" actId="120"/>
        <pc:sldMkLst>
          <pc:docMk/>
          <pc:sldMk cId="138900574" sldId="2567"/>
        </pc:sldMkLst>
        <pc:spChg chg="mod">
          <ac:chgData name="Owais Ahmed" userId="6abc7d4556b3b071" providerId="LiveId" clId="{8CBEAB62-A728-450D-B4C0-9368924550F8}" dt="2023-08-05T09:40:05.036" v="5653" actId="120"/>
          <ac:spMkLst>
            <pc:docMk/>
            <pc:sldMk cId="138900574" sldId="2567"/>
            <ac:spMk id="3" creationId="{4A1C0383-58FE-E486-295E-B33B8683B938}"/>
          </ac:spMkLst>
        </pc:spChg>
        <pc:spChg chg="add mod">
          <ac:chgData name="Owais Ahmed" userId="6abc7d4556b3b071" providerId="LiveId" clId="{8CBEAB62-A728-450D-B4C0-9368924550F8}" dt="2023-08-05T09:40:07.234" v="5654" actId="120"/>
          <ac:spMkLst>
            <pc:docMk/>
            <pc:sldMk cId="138900574" sldId="2567"/>
            <ac:spMk id="4" creationId="{8D6224BA-2D09-E23F-7F3D-886C357CD0A9}"/>
          </ac:spMkLst>
        </pc:spChg>
        <pc:spChg chg="add mod">
          <ac:chgData name="Owais Ahmed" userId="6abc7d4556b3b071" providerId="LiveId" clId="{8CBEAB62-A728-450D-B4C0-9368924550F8}" dt="2023-08-05T09:39:12.371" v="5642" actId="20577"/>
          <ac:spMkLst>
            <pc:docMk/>
            <pc:sldMk cId="138900574" sldId="2567"/>
            <ac:spMk id="5" creationId="{D8A133B4-136A-66C5-A226-B4498C790255}"/>
          </ac:spMkLst>
        </pc:spChg>
      </pc:sldChg>
      <pc:sldChg chg="addSp delSp modSp add mod ord delAnim modAnim">
        <pc:chgData name="Owais Ahmed" userId="6abc7d4556b3b071" providerId="LiveId" clId="{8CBEAB62-A728-450D-B4C0-9368924550F8}" dt="2023-08-05T09:53:52.921" v="6349" actId="20577"/>
        <pc:sldMkLst>
          <pc:docMk/>
          <pc:sldMk cId="1329531230" sldId="2568"/>
        </pc:sldMkLst>
        <pc:spChg chg="mod">
          <ac:chgData name="Owais Ahmed" userId="6abc7d4556b3b071" providerId="LiveId" clId="{8CBEAB62-A728-450D-B4C0-9368924550F8}" dt="2023-08-05T09:53:52.921" v="6349" actId="20577"/>
          <ac:spMkLst>
            <pc:docMk/>
            <pc:sldMk cId="1329531230" sldId="2568"/>
            <ac:spMk id="3" creationId="{4A1C0383-58FE-E486-295E-B33B8683B938}"/>
          </ac:spMkLst>
        </pc:spChg>
        <pc:graphicFrameChg chg="add del mod">
          <ac:chgData name="Owais Ahmed" userId="6abc7d4556b3b071" providerId="LiveId" clId="{8CBEAB62-A728-450D-B4C0-9368924550F8}" dt="2023-08-05T09:44:04.472" v="5708" actId="478"/>
          <ac:graphicFrameMkLst>
            <pc:docMk/>
            <pc:sldMk cId="1329531230" sldId="2568"/>
            <ac:graphicFrameMk id="4" creationId="{CC68BD49-AE07-8B56-BDD7-30FFF47EAA86}"/>
          </ac:graphicFrameMkLst>
        </pc:graphicFrameChg>
      </pc:sldChg>
      <pc:sldChg chg="modSp add mod ord addAnim delAnim modAnim modNotesTx">
        <pc:chgData name="Owais Ahmed" userId="6abc7d4556b3b071" providerId="LiveId" clId="{8CBEAB62-A728-450D-B4C0-9368924550F8}" dt="2023-08-07T05:06:50.015" v="8280" actId="20577"/>
        <pc:sldMkLst>
          <pc:docMk/>
          <pc:sldMk cId="213204764" sldId="2569"/>
        </pc:sldMkLst>
        <pc:spChg chg="mod">
          <ac:chgData name="Owais Ahmed" userId="6abc7d4556b3b071" providerId="LiveId" clId="{8CBEAB62-A728-450D-B4C0-9368924550F8}" dt="2023-08-07T05:06:50.015" v="8280" actId="20577"/>
          <ac:spMkLst>
            <pc:docMk/>
            <pc:sldMk cId="213204764" sldId="2569"/>
            <ac:spMk id="3" creationId="{4A1C0383-58FE-E486-295E-B33B8683B938}"/>
          </ac:spMkLst>
        </pc:spChg>
      </pc:sldChg>
      <pc:sldChg chg="add del">
        <pc:chgData name="Owais Ahmed" userId="6abc7d4556b3b071" providerId="LiveId" clId="{8CBEAB62-A728-450D-B4C0-9368924550F8}" dt="2023-08-07T05:00:03.094" v="7877" actId="2890"/>
        <pc:sldMkLst>
          <pc:docMk/>
          <pc:sldMk cId="590678646" sldId="2570"/>
        </pc:sldMkLst>
      </pc:sldChg>
      <pc:sldChg chg="modSp add mod ord modAnim">
        <pc:chgData name="Owais Ahmed" userId="6abc7d4556b3b071" providerId="LiveId" clId="{8CBEAB62-A728-450D-B4C0-9368924550F8}" dt="2023-08-07T06:03:08.934" v="10384" actId="20577"/>
        <pc:sldMkLst>
          <pc:docMk/>
          <pc:sldMk cId="3970414602" sldId="2570"/>
        </pc:sldMkLst>
        <pc:spChg chg="mod">
          <ac:chgData name="Owais Ahmed" userId="6abc7d4556b3b071" providerId="LiveId" clId="{8CBEAB62-A728-450D-B4C0-9368924550F8}" dt="2023-08-07T06:03:08.934" v="10384" actId="20577"/>
          <ac:spMkLst>
            <pc:docMk/>
            <pc:sldMk cId="3970414602" sldId="2570"/>
            <ac:spMk id="3" creationId="{4A1C0383-58FE-E486-295E-B33B8683B938}"/>
          </ac:spMkLst>
        </pc:spChg>
      </pc:sldChg>
      <pc:sldChg chg="addSp modSp add mod ord modAnim">
        <pc:chgData name="Owais Ahmed" userId="6abc7d4556b3b071" providerId="LiveId" clId="{8CBEAB62-A728-450D-B4C0-9368924550F8}" dt="2023-08-07T06:02:45.761" v="10378" actId="20577"/>
        <pc:sldMkLst>
          <pc:docMk/>
          <pc:sldMk cId="1201433262" sldId="2571"/>
        </pc:sldMkLst>
        <pc:spChg chg="mod">
          <ac:chgData name="Owais Ahmed" userId="6abc7d4556b3b071" providerId="LiveId" clId="{8CBEAB62-A728-450D-B4C0-9368924550F8}" dt="2023-08-07T06:02:45.761" v="10378" actId="20577"/>
          <ac:spMkLst>
            <pc:docMk/>
            <pc:sldMk cId="1201433262" sldId="2571"/>
            <ac:spMk id="3" creationId="{4A1C0383-58FE-E486-295E-B33B8683B938}"/>
          </ac:spMkLst>
        </pc:spChg>
        <pc:spChg chg="mod">
          <ac:chgData name="Owais Ahmed" userId="6abc7d4556b3b071" providerId="LiveId" clId="{8CBEAB62-A728-450D-B4C0-9368924550F8}" dt="2023-08-07T05:12:33.727" v="8787" actId="20577"/>
          <ac:spMkLst>
            <pc:docMk/>
            <pc:sldMk cId="1201433262" sldId="2571"/>
            <ac:spMk id="215" creationId="{00000000-0000-0000-0000-000000000000}"/>
          </ac:spMkLst>
        </pc:spChg>
        <pc:graphicFrameChg chg="add mod modGraphic">
          <ac:chgData name="Owais Ahmed" userId="6abc7d4556b3b071" providerId="LiveId" clId="{8CBEAB62-A728-450D-B4C0-9368924550F8}" dt="2023-08-07T05:33:19.320" v="8987" actId="1076"/>
          <ac:graphicFrameMkLst>
            <pc:docMk/>
            <pc:sldMk cId="1201433262" sldId="2571"/>
            <ac:graphicFrameMk id="4" creationId="{34918803-EC30-5A49-49FD-1A59C4328C53}"/>
          </ac:graphicFrameMkLst>
        </pc:graphicFrameChg>
      </pc:sldChg>
      <pc:sldChg chg="delSp modSp add del mod modAnim">
        <pc:chgData name="Owais Ahmed" userId="6abc7d4556b3b071" providerId="LiveId" clId="{8CBEAB62-A728-450D-B4C0-9368924550F8}" dt="2023-08-07T06:01:39.402" v="10337" actId="47"/>
        <pc:sldMkLst>
          <pc:docMk/>
          <pc:sldMk cId="3209427558" sldId="2572"/>
        </pc:sldMkLst>
        <pc:spChg chg="mod">
          <ac:chgData name="Owais Ahmed" userId="6abc7d4556b3b071" providerId="LiveId" clId="{8CBEAB62-A728-450D-B4C0-9368924550F8}" dt="2023-08-07T06:00:43.311" v="10313" actId="20577"/>
          <ac:spMkLst>
            <pc:docMk/>
            <pc:sldMk cId="3209427558" sldId="2572"/>
            <ac:spMk id="3" creationId="{4A1C0383-58FE-E486-295E-B33B8683B938}"/>
          </ac:spMkLst>
        </pc:spChg>
        <pc:graphicFrameChg chg="del">
          <ac:chgData name="Owais Ahmed" userId="6abc7d4556b3b071" providerId="LiveId" clId="{8CBEAB62-A728-450D-B4C0-9368924550F8}" dt="2023-08-07T05:35:58.764" v="9438" actId="478"/>
          <ac:graphicFrameMkLst>
            <pc:docMk/>
            <pc:sldMk cId="3209427558" sldId="2572"/>
            <ac:graphicFrameMk id="4" creationId="{34918803-EC30-5A49-49FD-1A59C4328C53}"/>
          </ac:graphicFrameMkLst>
        </pc:graphicFrameChg>
      </pc:sldChg>
      <pc:sldChg chg="modSp add mod ord modAnim">
        <pc:chgData name="Owais Ahmed" userId="6abc7d4556b3b071" providerId="LiveId" clId="{8CBEAB62-A728-450D-B4C0-9368924550F8}" dt="2023-08-07T06:07:14.440" v="10621" actId="20577"/>
        <pc:sldMkLst>
          <pc:docMk/>
          <pc:sldMk cId="2285914733" sldId="2573"/>
        </pc:sldMkLst>
        <pc:spChg chg="mod">
          <ac:chgData name="Owais Ahmed" userId="6abc7d4556b3b071" providerId="LiveId" clId="{8CBEAB62-A728-450D-B4C0-9368924550F8}" dt="2023-08-07T06:07:14.440" v="10621" actId="20577"/>
          <ac:spMkLst>
            <pc:docMk/>
            <pc:sldMk cId="2285914733" sldId="2573"/>
            <ac:spMk id="3" creationId="{4A1C0383-58FE-E486-295E-B33B8683B938}"/>
          </ac:spMkLst>
        </pc:spChg>
        <pc:spChg chg="mod">
          <ac:chgData name="Owais Ahmed" userId="6abc7d4556b3b071" providerId="LiveId" clId="{8CBEAB62-A728-450D-B4C0-9368924550F8}" dt="2023-08-07T05:39:00.297" v="9677" actId="20577"/>
          <ac:spMkLst>
            <pc:docMk/>
            <pc:sldMk cId="2285914733" sldId="2573"/>
            <ac:spMk id="215" creationId="{00000000-0000-0000-0000-000000000000}"/>
          </ac:spMkLst>
        </pc:spChg>
      </pc:sldChg>
      <pc:sldChg chg="modSp add mod ord addAnim delAnim modAnim">
        <pc:chgData name="Owais Ahmed" userId="6abc7d4556b3b071" providerId="LiveId" clId="{8CBEAB62-A728-450D-B4C0-9368924550F8}" dt="2023-08-07T07:34:47.032" v="13823" actId="20577"/>
        <pc:sldMkLst>
          <pc:docMk/>
          <pc:sldMk cId="1728240852" sldId="2574"/>
        </pc:sldMkLst>
        <pc:spChg chg="mod">
          <ac:chgData name="Owais Ahmed" userId="6abc7d4556b3b071" providerId="LiveId" clId="{8CBEAB62-A728-450D-B4C0-9368924550F8}" dt="2023-08-07T07:34:47.032" v="13823" actId="20577"/>
          <ac:spMkLst>
            <pc:docMk/>
            <pc:sldMk cId="1728240852" sldId="2574"/>
            <ac:spMk id="3" creationId="{4A1C0383-58FE-E486-295E-B33B8683B938}"/>
          </ac:spMkLst>
        </pc:spChg>
        <pc:spChg chg="mod">
          <ac:chgData name="Owais Ahmed" userId="6abc7d4556b3b071" providerId="LiveId" clId="{8CBEAB62-A728-450D-B4C0-9368924550F8}" dt="2023-08-07T06:03:30.120" v="10418" actId="20577"/>
          <ac:spMkLst>
            <pc:docMk/>
            <pc:sldMk cId="1728240852" sldId="2574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8CBEAB62-A728-450D-B4C0-9368924550F8}" dt="2023-08-07T07:06:18.484" v="13104" actId="20577"/>
        <pc:sldMkLst>
          <pc:docMk/>
          <pc:sldMk cId="3271818871" sldId="2575"/>
        </pc:sldMkLst>
        <pc:spChg chg="mod">
          <ac:chgData name="Owais Ahmed" userId="6abc7d4556b3b071" providerId="LiveId" clId="{8CBEAB62-A728-450D-B4C0-9368924550F8}" dt="2023-08-07T07:06:18.484" v="13104" actId="20577"/>
          <ac:spMkLst>
            <pc:docMk/>
            <pc:sldMk cId="3271818871" sldId="2575"/>
            <ac:spMk id="3" creationId="{4A1C0383-58FE-E486-295E-B33B8683B938}"/>
          </ac:spMkLst>
        </pc:spChg>
      </pc:sldChg>
      <pc:sldChg chg="addSp modSp add mod modAnim">
        <pc:chgData name="Owais Ahmed" userId="6abc7d4556b3b071" providerId="LiveId" clId="{8CBEAB62-A728-450D-B4C0-9368924550F8}" dt="2023-08-07T07:18:50.265" v="13589" actId="20577"/>
        <pc:sldMkLst>
          <pc:docMk/>
          <pc:sldMk cId="1747158155" sldId="2576"/>
        </pc:sldMkLst>
        <pc:spChg chg="mod">
          <ac:chgData name="Owais Ahmed" userId="6abc7d4556b3b071" providerId="LiveId" clId="{8CBEAB62-A728-450D-B4C0-9368924550F8}" dt="2023-08-07T07:18:50.265" v="13589" actId="20577"/>
          <ac:spMkLst>
            <pc:docMk/>
            <pc:sldMk cId="1747158155" sldId="2576"/>
            <ac:spMk id="3" creationId="{4A1C0383-58FE-E486-295E-B33B8683B938}"/>
          </ac:spMkLst>
        </pc:spChg>
        <pc:graphicFrameChg chg="add mod modGraphic">
          <ac:chgData name="Owais Ahmed" userId="6abc7d4556b3b071" providerId="LiveId" clId="{8CBEAB62-A728-450D-B4C0-9368924550F8}" dt="2023-08-07T07:18:07.551" v="13587" actId="20577"/>
          <ac:graphicFrameMkLst>
            <pc:docMk/>
            <pc:sldMk cId="1747158155" sldId="2576"/>
            <ac:graphicFrameMk id="4" creationId="{E8DC0AA7-B0F5-5582-4340-3D37A53CCE2F}"/>
          </ac:graphicFrameMkLst>
        </pc:graphicFrameChg>
      </pc:sldChg>
    </pc:docChg>
  </pc:docChgLst>
  <pc:docChgLst>
    <pc:chgData name="Owais Ahmed" userId="6abc7d4556b3b071" providerId="LiveId" clId="{0577D98B-C5DD-421E-AB63-1BC2B2B46ADA}"/>
    <pc:docChg chg="undo custSel addSld delSld modSld sldOrd">
      <pc:chgData name="Owais Ahmed" userId="6abc7d4556b3b071" providerId="LiveId" clId="{0577D98B-C5DD-421E-AB63-1BC2B2B46ADA}" dt="2023-08-08T06:57:58.019" v="8482" actId="20577"/>
      <pc:docMkLst>
        <pc:docMk/>
      </pc:docMkLst>
      <pc:sldChg chg="modSp mod">
        <pc:chgData name="Owais Ahmed" userId="6abc7d4556b3b071" providerId="LiveId" clId="{0577D98B-C5DD-421E-AB63-1BC2B2B46ADA}" dt="2023-08-08T06:57:58.019" v="8482" actId="20577"/>
        <pc:sldMkLst>
          <pc:docMk/>
          <pc:sldMk cId="1649098948" sldId="2462"/>
        </pc:sldMkLst>
        <pc:spChg chg="mod">
          <ac:chgData name="Owais Ahmed" userId="6abc7d4556b3b071" providerId="LiveId" clId="{0577D98B-C5DD-421E-AB63-1BC2B2B46ADA}" dt="2023-08-08T06:57:58.019" v="8482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">
        <pc:chgData name="Owais Ahmed" userId="6abc7d4556b3b071" providerId="LiveId" clId="{0577D98B-C5DD-421E-AB63-1BC2B2B46ADA}" dt="2023-08-08T04:53:48.719" v="1544" actId="20577"/>
        <pc:sldMkLst>
          <pc:docMk/>
          <pc:sldMk cId="296501705" sldId="2557"/>
        </pc:sldMkLst>
        <pc:spChg chg="mod">
          <ac:chgData name="Owais Ahmed" userId="6abc7d4556b3b071" providerId="LiveId" clId="{0577D98B-C5DD-421E-AB63-1BC2B2B46ADA}" dt="2023-08-08T04:53:48.719" v="1544" actId="20577"/>
          <ac:spMkLst>
            <pc:docMk/>
            <pc:sldMk cId="296501705" sldId="2557"/>
            <ac:spMk id="3" creationId="{4A1C0383-58FE-E486-295E-B33B8683B938}"/>
          </ac:spMkLst>
        </pc:spChg>
        <pc:spChg chg="mod">
          <ac:chgData name="Owais Ahmed" userId="6abc7d4556b3b071" providerId="LiveId" clId="{0577D98B-C5DD-421E-AB63-1BC2B2B46ADA}" dt="2023-08-08T04:30:12.140" v="248" actId="20577"/>
          <ac:spMkLst>
            <pc:docMk/>
            <pc:sldMk cId="296501705" sldId="2557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0577D98B-C5DD-421E-AB63-1BC2B2B46ADA}" dt="2023-08-08T06:09:17.859" v="5437" actId="20577"/>
        <pc:sldMkLst>
          <pc:docMk/>
          <pc:sldMk cId="53512322" sldId="2558"/>
        </pc:sldMkLst>
        <pc:spChg chg="mod">
          <ac:chgData name="Owais Ahmed" userId="6abc7d4556b3b071" providerId="LiveId" clId="{0577D98B-C5DD-421E-AB63-1BC2B2B46ADA}" dt="2023-08-08T06:09:17.859" v="5437" actId="20577"/>
          <ac:spMkLst>
            <pc:docMk/>
            <pc:sldMk cId="53512322" sldId="2558"/>
            <ac:spMk id="3" creationId="{4A1C0383-58FE-E486-295E-B33B8683B938}"/>
          </ac:spMkLst>
        </pc:spChg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3909667495" sldId="2558"/>
        </pc:sldMkLst>
      </pc:sldChg>
      <pc:sldChg chg="addSp modSp add mod ord modAnim modNotesTx">
        <pc:chgData name="Owais Ahmed" userId="6abc7d4556b3b071" providerId="LiveId" clId="{0577D98B-C5DD-421E-AB63-1BC2B2B46ADA}" dt="2023-08-08T06:04:48.445" v="5079"/>
        <pc:sldMkLst>
          <pc:docMk/>
          <pc:sldMk cId="1566808580" sldId="2559"/>
        </pc:sldMkLst>
        <pc:spChg chg="mod">
          <ac:chgData name="Owais Ahmed" userId="6abc7d4556b3b071" providerId="LiveId" clId="{0577D98B-C5DD-421E-AB63-1BC2B2B46ADA}" dt="2023-08-08T05:48:34.035" v="4439" actId="20577"/>
          <ac:spMkLst>
            <pc:docMk/>
            <pc:sldMk cId="1566808580" sldId="2559"/>
            <ac:spMk id="3" creationId="{4A1C0383-58FE-E486-295E-B33B8683B938}"/>
          </ac:spMkLst>
        </pc:spChg>
        <pc:graphicFrameChg chg="add mod modGraphic">
          <ac:chgData name="Owais Ahmed" userId="6abc7d4556b3b071" providerId="LiveId" clId="{0577D98B-C5DD-421E-AB63-1BC2B2B46ADA}" dt="2023-08-08T05:28:00.811" v="3618" actId="404"/>
          <ac:graphicFrameMkLst>
            <pc:docMk/>
            <pc:sldMk cId="1566808580" sldId="2559"/>
            <ac:graphicFrameMk id="4" creationId="{3BD80CFA-71B3-B1D4-C38D-511EF67DF039}"/>
          </ac:graphicFrameMkLst>
        </pc:graphicFrameChg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3856755703" sldId="2559"/>
        </pc:sldMkLst>
      </pc:sldChg>
      <pc:sldChg chg="modSp add mod ord modAnim">
        <pc:chgData name="Owais Ahmed" userId="6abc7d4556b3b071" providerId="LiveId" clId="{0577D98B-C5DD-421E-AB63-1BC2B2B46ADA}" dt="2023-08-08T06:09:13.417" v="5433" actId="20577"/>
        <pc:sldMkLst>
          <pc:docMk/>
          <pc:sldMk cId="3737636412" sldId="2560"/>
        </pc:sldMkLst>
        <pc:spChg chg="mod">
          <ac:chgData name="Owais Ahmed" userId="6abc7d4556b3b071" providerId="LiveId" clId="{0577D98B-C5DD-421E-AB63-1BC2B2B46ADA}" dt="2023-08-08T06:09:13.417" v="5433" actId="20577"/>
          <ac:spMkLst>
            <pc:docMk/>
            <pc:sldMk cId="3737636412" sldId="2560"/>
            <ac:spMk id="3" creationId="{4A1C0383-58FE-E486-295E-B33B8683B938}"/>
          </ac:spMkLst>
        </pc:spChg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3846338403" sldId="2560"/>
        </pc:sldMkLst>
      </pc:sldChg>
      <pc:sldChg chg="modSp add mod modAnim">
        <pc:chgData name="Owais Ahmed" userId="6abc7d4556b3b071" providerId="LiveId" clId="{0577D98B-C5DD-421E-AB63-1BC2B2B46ADA}" dt="2023-08-08T06:28:01.622" v="6269" actId="20577"/>
        <pc:sldMkLst>
          <pc:docMk/>
          <pc:sldMk cId="1476977656" sldId="2561"/>
        </pc:sldMkLst>
        <pc:spChg chg="mod">
          <ac:chgData name="Owais Ahmed" userId="6abc7d4556b3b071" providerId="LiveId" clId="{0577D98B-C5DD-421E-AB63-1BC2B2B46ADA}" dt="2023-08-08T06:28:01.622" v="6269" actId="20577"/>
          <ac:spMkLst>
            <pc:docMk/>
            <pc:sldMk cId="1476977656" sldId="2561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0577D98B-C5DD-421E-AB63-1BC2B2B46ADA}" dt="2023-08-08T06:19:08.356" v="5786" actId="27636"/>
        <pc:sldMkLst>
          <pc:docMk/>
          <pc:sldMk cId="1305422422" sldId="2562"/>
        </pc:sldMkLst>
        <pc:spChg chg="mod">
          <ac:chgData name="Owais Ahmed" userId="6abc7d4556b3b071" providerId="LiveId" clId="{0577D98B-C5DD-421E-AB63-1BC2B2B46ADA}" dt="2023-08-08T06:19:08.356" v="5786" actId="27636"/>
          <ac:spMkLst>
            <pc:docMk/>
            <pc:sldMk cId="1305422422" sldId="2562"/>
            <ac:spMk id="3" creationId="{4A1C0383-58FE-E486-295E-B33B8683B938}"/>
          </ac:spMkLst>
        </pc:spChg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1835063850" sldId="2562"/>
        </pc:sldMkLst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150925741" sldId="2563"/>
        </pc:sldMkLst>
      </pc:sldChg>
      <pc:sldChg chg="modSp add mod modAnim">
        <pc:chgData name="Owais Ahmed" userId="6abc7d4556b3b071" providerId="LiveId" clId="{0577D98B-C5DD-421E-AB63-1BC2B2B46ADA}" dt="2023-08-08T06:51:56.531" v="8086" actId="20577"/>
        <pc:sldMkLst>
          <pc:docMk/>
          <pc:sldMk cId="4071666753" sldId="2563"/>
        </pc:sldMkLst>
        <pc:spChg chg="mod">
          <ac:chgData name="Owais Ahmed" userId="6abc7d4556b3b071" providerId="LiveId" clId="{0577D98B-C5DD-421E-AB63-1BC2B2B46ADA}" dt="2023-08-08T06:51:54.049" v="8085" actId="20577"/>
          <ac:spMkLst>
            <pc:docMk/>
            <pc:sldMk cId="4071666753" sldId="2563"/>
            <ac:spMk id="3" creationId="{4A1C0383-58FE-E486-295E-B33B8683B938}"/>
          </ac:spMkLst>
        </pc:spChg>
        <pc:spChg chg="mod">
          <ac:chgData name="Owais Ahmed" userId="6abc7d4556b3b071" providerId="LiveId" clId="{0577D98B-C5DD-421E-AB63-1BC2B2B46ADA}" dt="2023-08-08T06:42:29.550" v="7538" actId="20577"/>
          <ac:spMkLst>
            <pc:docMk/>
            <pc:sldMk cId="4071666753" sldId="2563"/>
            <ac:spMk id="215" creationId="{00000000-0000-0000-0000-000000000000}"/>
          </ac:spMkLst>
        </pc:spChg>
      </pc:sldChg>
      <pc:sldChg chg="modSp add ord modAnim">
        <pc:chgData name="Owais Ahmed" userId="6abc7d4556b3b071" providerId="LiveId" clId="{0577D98B-C5DD-421E-AB63-1BC2B2B46ADA}" dt="2023-08-08T06:42:16.212" v="7530"/>
        <pc:sldMkLst>
          <pc:docMk/>
          <pc:sldMk cId="2526141006" sldId="2564"/>
        </pc:sldMkLst>
        <pc:spChg chg="mod">
          <ac:chgData name="Owais Ahmed" userId="6abc7d4556b3b071" providerId="LiveId" clId="{0577D98B-C5DD-421E-AB63-1BC2B2B46ADA}" dt="2023-08-08T06:41:39.010" v="7528" actId="20577"/>
          <ac:spMkLst>
            <pc:docMk/>
            <pc:sldMk cId="2526141006" sldId="2564"/>
            <ac:spMk id="3" creationId="{4A1C0383-58FE-E486-295E-B33B8683B938}"/>
          </ac:spMkLst>
        </pc:spChg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3164841762" sldId="2564"/>
        </pc:sldMkLst>
      </pc:sldChg>
      <pc:sldChg chg="modSp add mod modAnim">
        <pc:chgData name="Owais Ahmed" userId="6abc7d4556b3b071" providerId="LiveId" clId="{0577D98B-C5DD-421E-AB63-1BC2B2B46ADA}" dt="2023-08-08T06:57:21.686" v="8443" actId="20577"/>
        <pc:sldMkLst>
          <pc:docMk/>
          <pc:sldMk cId="2724244378" sldId="2565"/>
        </pc:sldMkLst>
        <pc:spChg chg="mod">
          <ac:chgData name="Owais Ahmed" userId="6abc7d4556b3b071" providerId="LiveId" clId="{0577D98B-C5DD-421E-AB63-1BC2B2B46ADA}" dt="2023-08-08T06:57:21.686" v="8443" actId="20577"/>
          <ac:spMkLst>
            <pc:docMk/>
            <pc:sldMk cId="2724244378" sldId="2565"/>
            <ac:spMk id="3" creationId="{4A1C0383-58FE-E486-295E-B33B8683B938}"/>
          </ac:spMkLst>
        </pc:spChg>
        <pc:spChg chg="mod">
          <ac:chgData name="Owais Ahmed" userId="6abc7d4556b3b071" providerId="LiveId" clId="{0577D98B-C5DD-421E-AB63-1BC2B2B46ADA}" dt="2023-08-08T06:52:04.193" v="8093" actId="20577"/>
          <ac:spMkLst>
            <pc:docMk/>
            <pc:sldMk cId="2724244378" sldId="2565"/>
            <ac:spMk id="215" creationId="{00000000-0000-0000-0000-000000000000}"/>
          </ac:spMkLst>
        </pc:spChg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4253636147" sldId="2565"/>
        </pc:sldMkLst>
      </pc:sldChg>
      <pc:sldChg chg="add">
        <pc:chgData name="Owais Ahmed" userId="6abc7d4556b3b071" providerId="LiveId" clId="{0577D98B-C5DD-421E-AB63-1BC2B2B46ADA}" dt="2023-08-08T06:57:46.412" v="8444" actId="2890"/>
        <pc:sldMkLst>
          <pc:docMk/>
          <pc:sldMk cId="1651103511" sldId="2566"/>
        </pc:sldMkLst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2684752333" sldId="2566"/>
        </pc:sldMkLst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138900574" sldId="2567"/>
        </pc:sldMkLst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1329531230" sldId="2568"/>
        </pc:sldMkLst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213204764" sldId="2569"/>
        </pc:sldMkLst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3970414602" sldId="2570"/>
        </pc:sldMkLst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1201433262" sldId="2571"/>
        </pc:sldMkLst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2285914733" sldId="2573"/>
        </pc:sldMkLst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1728240852" sldId="2574"/>
        </pc:sldMkLst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3271818871" sldId="2575"/>
        </pc:sldMkLst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1747158155" sldId="2576"/>
        </pc:sldMkLst>
      </pc:sldChg>
    </pc:docChg>
  </pc:docChgLst>
  <pc:docChgLst>
    <pc:chgData name="Owais Ahmed" userId="6abc7d4556b3b071" providerId="LiveId" clId="{B7D18388-F2A5-4D8F-B434-DA7A35785E08}"/>
    <pc:docChg chg="undo custSel addSld modSld">
      <pc:chgData name="Owais Ahmed" userId="6abc7d4556b3b071" providerId="LiveId" clId="{B7D18388-F2A5-4D8F-B434-DA7A35785E08}" dt="2023-07-30T17:43:21.164" v="3816" actId="20577"/>
      <pc:docMkLst>
        <pc:docMk/>
      </pc:docMkLst>
      <pc:sldChg chg="modSp add mod modAnim">
        <pc:chgData name="Owais Ahmed" userId="6abc7d4556b3b071" providerId="LiveId" clId="{B7D18388-F2A5-4D8F-B434-DA7A35785E08}" dt="2023-07-30T16:46:09.985" v="670" actId="20577"/>
        <pc:sldMkLst>
          <pc:docMk/>
          <pc:sldMk cId="2596096578" sldId="2510"/>
        </pc:sldMkLst>
        <pc:spChg chg="mod">
          <ac:chgData name="Owais Ahmed" userId="6abc7d4556b3b071" providerId="LiveId" clId="{B7D18388-F2A5-4D8F-B434-DA7A35785E08}" dt="2023-07-30T16:46:09.985" v="670" actId="20577"/>
          <ac:spMkLst>
            <pc:docMk/>
            <pc:sldMk cId="2596096578" sldId="2510"/>
            <ac:spMk id="3" creationId="{4A1C0383-58FE-E486-295E-B33B8683B938}"/>
          </ac:spMkLst>
        </pc:spChg>
        <pc:spChg chg="mod">
          <ac:chgData name="Owais Ahmed" userId="6abc7d4556b3b071" providerId="LiveId" clId="{B7D18388-F2A5-4D8F-B434-DA7A35785E08}" dt="2023-07-30T16:38:19.128" v="12" actId="20577"/>
          <ac:spMkLst>
            <pc:docMk/>
            <pc:sldMk cId="2596096578" sldId="2510"/>
            <ac:spMk id="215" creationId="{00000000-0000-0000-0000-000000000000}"/>
          </ac:spMkLst>
        </pc:spChg>
      </pc:sldChg>
      <pc:sldChg chg="modSp add modAnim">
        <pc:chgData name="Owais Ahmed" userId="6abc7d4556b3b071" providerId="LiveId" clId="{B7D18388-F2A5-4D8F-B434-DA7A35785E08}" dt="2023-07-30T16:55:58.525" v="1900" actId="5793"/>
        <pc:sldMkLst>
          <pc:docMk/>
          <pc:sldMk cId="64818802" sldId="2511"/>
        </pc:sldMkLst>
        <pc:spChg chg="mod">
          <ac:chgData name="Owais Ahmed" userId="6abc7d4556b3b071" providerId="LiveId" clId="{B7D18388-F2A5-4D8F-B434-DA7A35785E08}" dt="2023-07-30T16:55:58.525" v="1900" actId="5793"/>
          <ac:spMkLst>
            <pc:docMk/>
            <pc:sldMk cId="64818802" sldId="2511"/>
            <ac:spMk id="3" creationId="{4A1C0383-58FE-E486-295E-B33B8683B938}"/>
          </ac:spMkLst>
        </pc:spChg>
      </pc:sldChg>
      <pc:sldChg chg="modSp add modAnim">
        <pc:chgData name="Owais Ahmed" userId="6abc7d4556b3b071" providerId="LiveId" clId="{B7D18388-F2A5-4D8F-B434-DA7A35785E08}" dt="2023-07-30T17:40:18.058" v="3462" actId="20577"/>
        <pc:sldMkLst>
          <pc:docMk/>
          <pc:sldMk cId="2129317129" sldId="2512"/>
        </pc:sldMkLst>
        <pc:spChg chg="mod">
          <ac:chgData name="Owais Ahmed" userId="6abc7d4556b3b071" providerId="LiveId" clId="{B7D18388-F2A5-4D8F-B434-DA7A35785E08}" dt="2023-07-30T17:40:18.058" v="3462" actId="20577"/>
          <ac:spMkLst>
            <pc:docMk/>
            <pc:sldMk cId="2129317129" sldId="2512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B7D18388-F2A5-4D8F-B434-DA7A35785E08}" dt="2023-07-30T17:24:08.783" v="3449" actId="27636"/>
        <pc:sldMkLst>
          <pc:docMk/>
          <pc:sldMk cId="2427359866" sldId="2513"/>
        </pc:sldMkLst>
        <pc:spChg chg="mod">
          <ac:chgData name="Owais Ahmed" userId="6abc7d4556b3b071" providerId="LiveId" clId="{B7D18388-F2A5-4D8F-B434-DA7A35785E08}" dt="2023-07-30T17:24:08.783" v="3449" actId="27636"/>
          <ac:spMkLst>
            <pc:docMk/>
            <pc:sldMk cId="2427359866" sldId="2513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B7D18388-F2A5-4D8F-B434-DA7A35785E08}" dt="2023-07-30T17:39:55.405" v="3451" actId="27636"/>
        <pc:sldMkLst>
          <pc:docMk/>
          <pc:sldMk cId="3068889018" sldId="2514"/>
        </pc:sldMkLst>
        <pc:spChg chg="mod">
          <ac:chgData name="Owais Ahmed" userId="6abc7d4556b3b071" providerId="LiveId" clId="{B7D18388-F2A5-4D8F-B434-DA7A35785E08}" dt="2023-07-30T17:39:55.405" v="3451" actId="27636"/>
          <ac:spMkLst>
            <pc:docMk/>
            <pc:sldMk cId="3068889018" sldId="2514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B7D18388-F2A5-4D8F-B434-DA7A35785E08}" dt="2023-07-30T17:43:21.164" v="3816" actId="20577"/>
        <pc:sldMkLst>
          <pc:docMk/>
          <pc:sldMk cId="1205181684" sldId="2515"/>
        </pc:sldMkLst>
        <pc:spChg chg="mod">
          <ac:chgData name="Owais Ahmed" userId="6abc7d4556b3b071" providerId="LiveId" clId="{B7D18388-F2A5-4D8F-B434-DA7A35785E08}" dt="2023-07-30T17:43:21.164" v="3816" actId="20577"/>
          <ac:spMkLst>
            <pc:docMk/>
            <pc:sldMk cId="1205181684" sldId="2515"/>
            <ac:spMk id="3" creationId="{4A1C0383-58FE-E486-295E-B33B8683B938}"/>
          </ac:spMkLst>
        </pc:spChg>
        <pc:spChg chg="mod">
          <ac:chgData name="Owais Ahmed" userId="6abc7d4556b3b071" providerId="LiveId" clId="{B7D18388-F2A5-4D8F-B434-DA7A35785E08}" dt="2023-07-30T17:41:00.269" v="3471" actId="20577"/>
          <ac:spMkLst>
            <pc:docMk/>
            <pc:sldMk cId="1205181684" sldId="2515"/>
            <ac:spMk id="215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A6E01B0-7475-4C7A-923E-08C6E240DA8F}" type="doc">
      <dgm:prSet loTypeId="urn:microsoft.com/office/officeart/2005/8/layout/hierarchy6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166E3FCA-3D41-42F3-9AE7-E1C078B45A7E}">
      <dgm:prSet phldrT="[Text]"/>
      <dgm:spPr/>
      <dgm:t>
        <a:bodyPr/>
        <a:lstStyle/>
        <a:p>
          <a:r>
            <a:rPr lang="en-US" dirty="0"/>
            <a:t>Fib(4)</a:t>
          </a:r>
        </a:p>
      </dgm:t>
    </dgm:pt>
    <dgm:pt modelId="{01EC8E7C-A651-4CC7-B3B1-26A56EFFE992}" type="parTrans" cxnId="{E42478AC-05BC-42CB-BB8D-7893C598C221}">
      <dgm:prSet/>
      <dgm:spPr/>
      <dgm:t>
        <a:bodyPr/>
        <a:lstStyle/>
        <a:p>
          <a:endParaRPr lang="en-US"/>
        </a:p>
      </dgm:t>
    </dgm:pt>
    <dgm:pt modelId="{7676B177-6687-4476-B2A8-BD00CA4FC2D1}" type="sibTrans" cxnId="{E42478AC-05BC-42CB-BB8D-7893C598C221}">
      <dgm:prSet/>
      <dgm:spPr/>
      <dgm:t>
        <a:bodyPr/>
        <a:lstStyle/>
        <a:p>
          <a:endParaRPr lang="en-US"/>
        </a:p>
      </dgm:t>
    </dgm:pt>
    <dgm:pt modelId="{EFCF4B24-FEAD-4630-B8D3-E15BA2B49252}">
      <dgm:prSet phldrT="[Text]"/>
      <dgm:spPr/>
      <dgm:t>
        <a:bodyPr/>
        <a:lstStyle/>
        <a:p>
          <a:r>
            <a:rPr lang="en-US" dirty="0"/>
            <a:t>Fib(3)</a:t>
          </a:r>
        </a:p>
      </dgm:t>
    </dgm:pt>
    <dgm:pt modelId="{A269067F-3627-4F60-B6E1-BFBD9068CB4F}" type="parTrans" cxnId="{E5A6FD29-01A1-4D8E-BAAA-E0B850325D1E}">
      <dgm:prSet/>
      <dgm:spPr/>
      <dgm:t>
        <a:bodyPr/>
        <a:lstStyle/>
        <a:p>
          <a:endParaRPr lang="en-US"/>
        </a:p>
      </dgm:t>
    </dgm:pt>
    <dgm:pt modelId="{1C1D24FA-9479-4A8B-A1FC-93FC5444C980}" type="sibTrans" cxnId="{E5A6FD29-01A1-4D8E-BAAA-E0B850325D1E}">
      <dgm:prSet/>
      <dgm:spPr/>
      <dgm:t>
        <a:bodyPr/>
        <a:lstStyle/>
        <a:p>
          <a:endParaRPr lang="en-US"/>
        </a:p>
      </dgm:t>
    </dgm:pt>
    <dgm:pt modelId="{7ACB5E19-4CA6-4FE0-BAD5-0FA6DB8DC80B}">
      <dgm:prSet phldrT="[Text]"/>
      <dgm:spPr/>
      <dgm:t>
        <a:bodyPr/>
        <a:lstStyle/>
        <a:p>
          <a:r>
            <a:rPr lang="en-US" dirty="0"/>
            <a:t>Fib(2)</a:t>
          </a:r>
        </a:p>
      </dgm:t>
    </dgm:pt>
    <dgm:pt modelId="{31F2C0A3-A74F-4F26-82C8-80B566AA9561}" type="parTrans" cxnId="{B6A5DF55-80D1-42C9-ACD6-2952D00B2493}">
      <dgm:prSet/>
      <dgm:spPr/>
      <dgm:t>
        <a:bodyPr/>
        <a:lstStyle/>
        <a:p>
          <a:endParaRPr lang="en-US"/>
        </a:p>
      </dgm:t>
    </dgm:pt>
    <dgm:pt modelId="{31E25F71-53DA-48B1-B451-CC19368049E4}" type="sibTrans" cxnId="{B6A5DF55-80D1-42C9-ACD6-2952D00B2493}">
      <dgm:prSet/>
      <dgm:spPr/>
      <dgm:t>
        <a:bodyPr/>
        <a:lstStyle/>
        <a:p>
          <a:endParaRPr lang="en-US"/>
        </a:p>
      </dgm:t>
    </dgm:pt>
    <dgm:pt modelId="{B76B2D71-08C8-496E-8370-3F01DE561D6D}">
      <dgm:prSet phldrT="[Text]"/>
      <dgm:spPr/>
      <dgm:t>
        <a:bodyPr/>
        <a:lstStyle/>
        <a:p>
          <a:r>
            <a:rPr lang="en-US" dirty="0"/>
            <a:t>Fib(2)</a:t>
          </a:r>
        </a:p>
      </dgm:t>
    </dgm:pt>
    <dgm:pt modelId="{77EA6027-BA56-41FC-947F-C34AA24D2564}" type="parTrans" cxnId="{0075FBE6-2524-4CA5-8417-683F0D1B6EEF}">
      <dgm:prSet/>
      <dgm:spPr/>
      <dgm:t>
        <a:bodyPr/>
        <a:lstStyle/>
        <a:p>
          <a:endParaRPr lang="en-US"/>
        </a:p>
      </dgm:t>
    </dgm:pt>
    <dgm:pt modelId="{55C272FE-98DE-4A8C-9572-AD92837FD993}" type="sibTrans" cxnId="{0075FBE6-2524-4CA5-8417-683F0D1B6EEF}">
      <dgm:prSet/>
      <dgm:spPr/>
      <dgm:t>
        <a:bodyPr/>
        <a:lstStyle/>
        <a:p>
          <a:endParaRPr lang="en-US"/>
        </a:p>
      </dgm:t>
    </dgm:pt>
    <dgm:pt modelId="{42AEBBD9-EE3C-470B-96DE-A5742284FD98}">
      <dgm:prSet phldrT="[Text]"/>
      <dgm:spPr/>
      <dgm:t>
        <a:bodyPr/>
        <a:lstStyle/>
        <a:p>
          <a:r>
            <a:rPr lang="en-US" dirty="0"/>
            <a:t>Fib(1)</a:t>
          </a:r>
        </a:p>
      </dgm:t>
    </dgm:pt>
    <dgm:pt modelId="{982A61C4-A90E-46AE-9891-4A35DF98C852}" type="parTrans" cxnId="{78A712B2-23B8-47D6-AD33-CC1A316D7F49}">
      <dgm:prSet/>
      <dgm:spPr/>
      <dgm:t>
        <a:bodyPr/>
        <a:lstStyle/>
        <a:p>
          <a:endParaRPr lang="en-US"/>
        </a:p>
      </dgm:t>
    </dgm:pt>
    <dgm:pt modelId="{FB2E6AE3-FC85-4D63-BBA3-9FC39B94AB9F}" type="sibTrans" cxnId="{78A712B2-23B8-47D6-AD33-CC1A316D7F49}">
      <dgm:prSet/>
      <dgm:spPr/>
      <dgm:t>
        <a:bodyPr/>
        <a:lstStyle/>
        <a:p>
          <a:endParaRPr lang="en-US"/>
        </a:p>
      </dgm:t>
    </dgm:pt>
    <dgm:pt modelId="{E3DB9C57-A415-46C3-8A7D-AE2233715A4D}">
      <dgm:prSet phldrT="[Text]"/>
      <dgm:spPr/>
      <dgm:t>
        <a:bodyPr/>
        <a:lstStyle/>
        <a:p>
          <a:r>
            <a:rPr lang="en-US" dirty="0"/>
            <a:t>1</a:t>
          </a:r>
        </a:p>
      </dgm:t>
    </dgm:pt>
    <dgm:pt modelId="{0BD21B95-26F2-432A-AC08-0ABC5FAA5DAB}" type="parTrans" cxnId="{26208FDF-6E54-4D8F-BE88-810784C59C25}">
      <dgm:prSet/>
      <dgm:spPr/>
      <dgm:t>
        <a:bodyPr/>
        <a:lstStyle/>
        <a:p>
          <a:endParaRPr lang="en-US"/>
        </a:p>
      </dgm:t>
    </dgm:pt>
    <dgm:pt modelId="{E17DE8B9-48F8-4B4A-9681-55F757E6648E}" type="sibTrans" cxnId="{26208FDF-6E54-4D8F-BE88-810784C59C25}">
      <dgm:prSet/>
      <dgm:spPr/>
      <dgm:t>
        <a:bodyPr/>
        <a:lstStyle/>
        <a:p>
          <a:endParaRPr lang="en-US"/>
        </a:p>
      </dgm:t>
    </dgm:pt>
    <dgm:pt modelId="{5B1AFB76-0B18-4CB0-887A-90D42C45E1DE}">
      <dgm:prSet phldrT="[Text]"/>
      <dgm:spPr/>
      <dgm:t>
        <a:bodyPr/>
        <a:lstStyle/>
        <a:p>
          <a:r>
            <a:rPr lang="en-US" dirty="0"/>
            <a:t>0</a:t>
          </a:r>
        </a:p>
      </dgm:t>
    </dgm:pt>
    <dgm:pt modelId="{02BAA81D-98CF-47C8-9A4C-A29376D5A61E}" type="parTrans" cxnId="{FF2C12C1-C782-402F-8B1A-287F1455BA02}">
      <dgm:prSet/>
      <dgm:spPr/>
      <dgm:t>
        <a:bodyPr/>
        <a:lstStyle/>
        <a:p>
          <a:endParaRPr lang="en-US"/>
        </a:p>
      </dgm:t>
    </dgm:pt>
    <dgm:pt modelId="{903C0266-E6A0-46F2-B302-F837117B4B16}" type="sibTrans" cxnId="{FF2C12C1-C782-402F-8B1A-287F1455BA02}">
      <dgm:prSet/>
      <dgm:spPr/>
      <dgm:t>
        <a:bodyPr/>
        <a:lstStyle/>
        <a:p>
          <a:endParaRPr lang="en-US"/>
        </a:p>
      </dgm:t>
    </dgm:pt>
    <dgm:pt modelId="{5C3EFB8E-B203-4C74-A6D2-0B5EDFD7C3AF}">
      <dgm:prSet phldrT="[Text]"/>
      <dgm:spPr/>
      <dgm:t>
        <a:bodyPr/>
        <a:lstStyle/>
        <a:p>
          <a:r>
            <a:rPr lang="en-US" dirty="0"/>
            <a:t>1</a:t>
          </a:r>
        </a:p>
      </dgm:t>
    </dgm:pt>
    <dgm:pt modelId="{A918B9C4-A4AE-4AAF-B2D2-2F8FF02464EA}" type="parTrans" cxnId="{24134D58-9827-4DFA-8FCF-9D13DA0352BE}">
      <dgm:prSet/>
      <dgm:spPr/>
      <dgm:t>
        <a:bodyPr/>
        <a:lstStyle/>
        <a:p>
          <a:endParaRPr lang="en-US"/>
        </a:p>
      </dgm:t>
    </dgm:pt>
    <dgm:pt modelId="{35211FE4-967C-4BE0-A47B-A56E8BA717BD}" type="sibTrans" cxnId="{24134D58-9827-4DFA-8FCF-9D13DA0352BE}">
      <dgm:prSet/>
      <dgm:spPr/>
      <dgm:t>
        <a:bodyPr/>
        <a:lstStyle/>
        <a:p>
          <a:endParaRPr lang="en-US"/>
        </a:p>
      </dgm:t>
    </dgm:pt>
    <dgm:pt modelId="{4873A05E-2E15-4952-8D2C-CBF8428E175D}" type="pres">
      <dgm:prSet presAssocID="{FA6E01B0-7475-4C7A-923E-08C6E240DA8F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4A544D56-C7E1-46A0-B98D-95B9EC872B10}" type="pres">
      <dgm:prSet presAssocID="{FA6E01B0-7475-4C7A-923E-08C6E240DA8F}" presName="hierFlow" presStyleCnt="0"/>
      <dgm:spPr/>
    </dgm:pt>
    <dgm:pt modelId="{46EBE6A6-6A5C-44A6-817E-B3EE18EC2425}" type="pres">
      <dgm:prSet presAssocID="{FA6E01B0-7475-4C7A-923E-08C6E240DA8F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A12C6EFD-00D0-4365-8A13-E1DC65D9A8A5}" type="pres">
      <dgm:prSet presAssocID="{166E3FCA-3D41-42F3-9AE7-E1C078B45A7E}" presName="Name14" presStyleCnt="0"/>
      <dgm:spPr/>
    </dgm:pt>
    <dgm:pt modelId="{9B499A17-3862-47C0-9E8D-CB1E3115D40C}" type="pres">
      <dgm:prSet presAssocID="{166E3FCA-3D41-42F3-9AE7-E1C078B45A7E}" presName="level1Shape" presStyleLbl="node0" presStyleIdx="0" presStyleCnt="1">
        <dgm:presLayoutVars>
          <dgm:chPref val="3"/>
        </dgm:presLayoutVars>
      </dgm:prSet>
      <dgm:spPr/>
    </dgm:pt>
    <dgm:pt modelId="{A15EFC8B-A7D7-401D-8C57-DD8DEF9BABE1}" type="pres">
      <dgm:prSet presAssocID="{166E3FCA-3D41-42F3-9AE7-E1C078B45A7E}" presName="hierChild2" presStyleCnt="0"/>
      <dgm:spPr/>
    </dgm:pt>
    <dgm:pt modelId="{D7B68554-31B4-49C9-BB17-BC7E7996C22F}" type="pres">
      <dgm:prSet presAssocID="{A269067F-3627-4F60-B6E1-BFBD9068CB4F}" presName="Name19" presStyleLbl="parChTrans1D2" presStyleIdx="0" presStyleCnt="2"/>
      <dgm:spPr/>
    </dgm:pt>
    <dgm:pt modelId="{DD44B812-3BC6-45B7-A996-85C1DD201E51}" type="pres">
      <dgm:prSet presAssocID="{EFCF4B24-FEAD-4630-B8D3-E15BA2B49252}" presName="Name21" presStyleCnt="0"/>
      <dgm:spPr/>
    </dgm:pt>
    <dgm:pt modelId="{FE72385F-96A7-46C5-8DD7-5E818F56DF1F}" type="pres">
      <dgm:prSet presAssocID="{EFCF4B24-FEAD-4630-B8D3-E15BA2B49252}" presName="level2Shape" presStyleLbl="node2" presStyleIdx="0" presStyleCnt="2"/>
      <dgm:spPr/>
    </dgm:pt>
    <dgm:pt modelId="{878C8228-0A14-45EE-9BE9-CAEDE83749FE}" type="pres">
      <dgm:prSet presAssocID="{EFCF4B24-FEAD-4630-B8D3-E15BA2B49252}" presName="hierChild3" presStyleCnt="0"/>
      <dgm:spPr/>
    </dgm:pt>
    <dgm:pt modelId="{FA44BB1F-3CD2-4A24-AFDD-153D8EC312A6}" type="pres">
      <dgm:prSet presAssocID="{982A61C4-A90E-46AE-9891-4A35DF98C852}" presName="Name19" presStyleLbl="parChTrans1D3" presStyleIdx="0" presStyleCnt="3"/>
      <dgm:spPr/>
    </dgm:pt>
    <dgm:pt modelId="{6AE5CC30-92FA-4DFE-9EE1-69D4624F9006}" type="pres">
      <dgm:prSet presAssocID="{42AEBBD9-EE3C-470B-96DE-A5742284FD98}" presName="Name21" presStyleCnt="0"/>
      <dgm:spPr/>
    </dgm:pt>
    <dgm:pt modelId="{9FDAB790-1520-4292-B8A6-C6C1CCC5BC68}" type="pres">
      <dgm:prSet presAssocID="{42AEBBD9-EE3C-470B-96DE-A5742284FD98}" presName="level2Shape" presStyleLbl="node3" presStyleIdx="0" presStyleCnt="3"/>
      <dgm:spPr/>
    </dgm:pt>
    <dgm:pt modelId="{24F6BFDB-887B-4B4C-956F-05088E0B9791}" type="pres">
      <dgm:prSet presAssocID="{42AEBBD9-EE3C-470B-96DE-A5742284FD98}" presName="hierChild3" presStyleCnt="0"/>
      <dgm:spPr/>
    </dgm:pt>
    <dgm:pt modelId="{C84100D5-875A-4670-A483-3732D51F8BC1}" type="pres">
      <dgm:prSet presAssocID="{02BAA81D-98CF-47C8-9A4C-A29376D5A61E}" presName="Name19" presStyleLbl="parChTrans1D4" presStyleIdx="0" presStyleCnt="2"/>
      <dgm:spPr/>
    </dgm:pt>
    <dgm:pt modelId="{643CD13D-9A98-4E6D-A65F-226C65C3FB73}" type="pres">
      <dgm:prSet presAssocID="{5B1AFB76-0B18-4CB0-887A-90D42C45E1DE}" presName="Name21" presStyleCnt="0"/>
      <dgm:spPr/>
    </dgm:pt>
    <dgm:pt modelId="{52DC95EB-99B4-4497-A506-AF8BE567625E}" type="pres">
      <dgm:prSet presAssocID="{5B1AFB76-0B18-4CB0-887A-90D42C45E1DE}" presName="level2Shape" presStyleLbl="node4" presStyleIdx="0" presStyleCnt="2"/>
      <dgm:spPr/>
    </dgm:pt>
    <dgm:pt modelId="{C9FFB592-A8B9-446C-B01B-C979AE38E477}" type="pres">
      <dgm:prSet presAssocID="{5B1AFB76-0B18-4CB0-887A-90D42C45E1DE}" presName="hierChild3" presStyleCnt="0"/>
      <dgm:spPr/>
    </dgm:pt>
    <dgm:pt modelId="{2086F8B6-B955-4629-A55B-2496F20BE678}" type="pres">
      <dgm:prSet presAssocID="{31F2C0A3-A74F-4F26-82C8-80B566AA9561}" presName="Name19" presStyleLbl="parChTrans1D3" presStyleIdx="1" presStyleCnt="3"/>
      <dgm:spPr/>
    </dgm:pt>
    <dgm:pt modelId="{85A323BB-3B34-41B7-8087-43F1C894BA2D}" type="pres">
      <dgm:prSet presAssocID="{7ACB5E19-4CA6-4FE0-BAD5-0FA6DB8DC80B}" presName="Name21" presStyleCnt="0"/>
      <dgm:spPr/>
    </dgm:pt>
    <dgm:pt modelId="{01C13454-432E-488B-B081-51E5A0FF54CB}" type="pres">
      <dgm:prSet presAssocID="{7ACB5E19-4CA6-4FE0-BAD5-0FA6DB8DC80B}" presName="level2Shape" presStyleLbl="node3" presStyleIdx="1" presStyleCnt="3"/>
      <dgm:spPr/>
    </dgm:pt>
    <dgm:pt modelId="{162101CF-8A2E-4315-8AAC-642E6BE8D355}" type="pres">
      <dgm:prSet presAssocID="{7ACB5E19-4CA6-4FE0-BAD5-0FA6DB8DC80B}" presName="hierChild3" presStyleCnt="0"/>
      <dgm:spPr/>
    </dgm:pt>
    <dgm:pt modelId="{E4C6FF42-2777-497F-B137-3BB91E743DB6}" type="pres">
      <dgm:prSet presAssocID="{A918B9C4-A4AE-4AAF-B2D2-2F8FF02464EA}" presName="Name19" presStyleLbl="parChTrans1D4" presStyleIdx="1" presStyleCnt="2"/>
      <dgm:spPr/>
    </dgm:pt>
    <dgm:pt modelId="{7D124493-125D-4AD7-B767-453A35A80C38}" type="pres">
      <dgm:prSet presAssocID="{5C3EFB8E-B203-4C74-A6D2-0B5EDFD7C3AF}" presName="Name21" presStyleCnt="0"/>
      <dgm:spPr/>
    </dgm:pt>
    <dgm:pt modelId="{CD413A0F-1406-43FC-91FB-5FEE6E8EC65A}" type="pres">
      <dgm:prSet presAssocID="{5C3EFB8E-B203-4C74-A6D2-0B5EDFD7C3AF}" presName="level2Shape" presStyleLbl="node4" presStyleIdx="1" presStyleCnt="2"/>
      <dgm:spPr/>
    </dgm:pt>
    <dgm:pt modelId="{2DFF6C15-2ADB-4696-99BA-D851434BC727}" type="pres">
      <dgm:prSet presAssocID="{5C3EFB8E-B203-4C74-A6D2-0B5EDFD7C3AF}" presName="hierChild3" presStyleCnt="0"/>
      <dgm:spPr/>
    </dgm:pt>
    <dgm:pt modelId="{BF85EE7F-3C9E-4E7E-9B0B-FFCE3389A8F5}" type="pres">
      <dgm:prSet presAssocID="{77EA6027-BA56-41FC-947F-C34AA24D2564}" presName="Name19" presStyleLbl="parChTrans1D2" presStyleIdx="1" presStyleCnt="2"/>
      <dgm:spPr/>
    </dgm:pt>
    <dgm:pt modelId="{A766AEE4-67D4-4630-9DE2-A58537CA7811}" type="pres">
      <dgm:prSet presAssocID="{B76B2D71-08C8-496E-8370-3F01DE561D6D}" presName="Name21" presStyleCnt="0"/>
      <dgm:spPr/>
    </dgm:pt>
    <dgm:pt modelId="{9792567C-2B62-4707-9104-1AAD83EFC461}" type="pres">
      <dgm:prSet presAssocID="{B76B2D71-08C8-496E-8370-3F01DE561D6D}" presName="level2Shape" presStyleLbl="node2" presStyleIdx="1" presStyleCnt="2"/>
      <dgm:spPr/>
    </dgm:pt>
    <dgm:pt modelId="{FF7CC21D-5D17-4820-8B9D-373D76A76E6D}" type="pres">
      <dgm:prSet presAssocID="{B76B2D71-08C8-496E-8370-3F01DE561D6D}" presName="hierChild3" presStyleCnt="0"/>
      <dgm:spPr/>
    </dgm:pt>
    <dgm:pt modelId="{F77594BB-1E77-4339-A8C8-23EAE272CA96}" type="pres">
      <dgm:prSet presAssocID="{0BD21B95-26F2-432A-AC08-0ABC5FAA5DAB}" presName="Name19" presStyleLbl="parChTrans1D3" presStyleIdx="2" presStyleCnt="3"/>
      <dgm:spPr/>
    </dgm:pt>
    <dgm:pt modelId="{93276104-3BAD-400C-8906-5A0B44A8E3B0}" type="pres">
      <dgm:prSet presAssocID="{E3DB9C57-A415-46C3-8A7D-AE2233715A4D}" presName="Name21" presStyleCnt="0"/>
      <dgm:spPr/>
    </dgm:pt>
    <dgm:pt modelId="{F879FC8E-681F-41DE-90C1-3A5D7471F139}" type="pres">
      <dgm:prSet presAssocID="{E3DB9C57-A415-46C3-8A7D-AE2233715A4D}" presName="level2Shape" presStyleLbl="node3" presStyleIdx="2" presStyleCnt="3"/>
      <dgm:spPr/>
    </dgm:pt>
    <dgm:pt modelId="{B2177BE6-6BB7-47EF-9C81-98C35771A392}" type="pres">
      <dgm:prSet presAssocID="{E3DB9C57-A415-46C3-8A7D-AE2233715A4D}" presName="hierChild3" presStyleCnt="0"/>
      <dgm:spPr/>
    </dgm:pt>
    <dgm:pt modelId="{5A90F33F-643E-4502-9AF6-9D2791DBAB65}" type="pres">
      <dgm:prSet presAssocID="{FA6E01B0-7475-4C7A-923E-08C6E240DA8F}" presName="bgShapesFlow" presStyleCnt="0"/>
      <dgm:spPr/>
    </dgm:pt>
  </dgm:ptLst>
  <dgm:cxnLst>
    <dgm:cxn modelId="{BB033305-54AC-4526-9979-59DE4B3033FB}" type="presOf" srcId="{A269067F-3627-4F60-B6E1-BFBD9068CB4F}" destId="{D7B68554-31B4-49C9-BB17-BC7E7996C22F}" srcOrd="0" destOrd="0" presId="urn:microsoft.com/office/officeart/2005/8/layout/hierarchy6"/>
    <dgm:cxn modelId="{B8E0CA14-4798-492C-879A-742E61E64CAD}" type="presOf" srcId="{0BD21B95-26F2-432A-AC08-0ABC5FAA5DAB}" destId="{F77594BB-1E77-4339-A8C8-23EAE272CA96}" srcOrd="0" destOrd="0" presId="urn:microsoft.com/office/officeart/2005/8/layout/hierarchy6"/>
    <dgm:cxn modelId="{E9294A21-5783-4F9C-A6D0-2B999027464E}" type="presOf" srcId="{5B1AFB76-0B18-4CB0-887A-90D42C45E1DE}" destId="{52DC95EB-99B4-4497-A506-AF8BE567625E}" srcOrd="0" destOrd="0" presId="urn:microsoft.com/office/officeart/2005/8/layout/hierarchy6"/>
    <dgm:cxn modelId="{E5A6FD29-01A1-4D8E-BAAA-E0B850325D1E}" srcId="{166E3FCA-3D41-42F3-9AE7-E1C078B45A7E}" destId="{EFCF4B24-FEAD-4630-B8D3-E15BA2B49252}" srcOrd="0" destOrd="0" parTransId="{A269067F-3627-4F60-B6E1-BFBD9068CB4F}" sibTransId="{1C1D24FA-9479-4A8B-A1FC-93FC5444C980}"/>
    <dgm:cxn modelId="{E8B18D69-2FC0-4185-B443-EBFE2724EA41}" type="presOf" srcId="{31F2C0A3-A74F-4F26-82C8-80B566AA9561}" destId="{2086F8B6-B955-4629-A55B-2496F20BE678}" srcOrd="0" destOrd="0" presId="urn:microsoft.com/office/officeart/2005/8/layout/hierarchy6"/>
    <dgm:cxn modelId="{89DBC46D-ECED-4133-8C9C-8B67C063690F}" type="presOf" srcId="{982A61C4-A90E-46AE-9891-4A35DF98C852}" destId="{FA44BB1F-3CD2-4A24-AFDD-153D8EC312A6}" srcOrd="0" destOrd="0" presId="urn:microsoft.com/office/officeart/2005/8/layout/hierarchy6"/>
    <dgm:cxn modelId="{B6A5DF55-80D1-42C9-ACD6-2952D00B2493}" srcId="{EFCF4B24-FEAD-4630-B8D3-E15BA2B49252}" destId="{7ACB5E19-4CA6-4FE0-BAD5-0FA6DB8DC80B}" srcOrd="1" destOrd="0" parTransId="{31F2C0A3-A74F-4F26-82C8-80B566AA9561}" sibTransId="{31E25F71-53DA-48B1-B451-CC19368049E4}"/>
    <dgm:cxn modelId="{24134D58-9827-4DFA-8FCF-9D13DA0352BE}" srcId="{7ACB5E19-4CA6-4FE0-BAD5-0FA6DB8DC80B}" destId="{5C3EFB8E-B203-4C74-A6D2-0B5EDFD7C3AF}" srcOrd="0" destOrd="0" parTransId="{A918B9C4-A4AE-4AAF-B2D2-2F8FF02464EA}" sibTransId="{35211FE4-967C-4BE0-A47B-A56E8BA717BD}"/>
    <dgm:cxn modelId="{118F0F7E-0A29-4916-AEA5-B212EE1FBF7B}" type="presOf" srcId="{5C3EFB8E-B203-4C74-A6D2-0B5EDFD7C3AF}" destId="{CD413A0F-1406-43FC-91FB-5FEE6E8EC65A}" srcOrd="0" destOrd="0" presId="urn:microsoft.com/office/officeart/2005/8/layout/hierarchy6"/>
    <dgm:cxn modelId="{31D04484-03FD-41A9-B338-517B97B5EEDD}" type="presOf" srcId="{EFCF4B24-FEAD-4630-B8D3-E15BA2B49252}" destId="{FE72385F-96A7-46C5-8DD7-5E818F56DF1F}" srcOrd="0" destOrd="0" presId="urn:microsoft.com/office/officeart/2005/8/layout/hierarchy6"/>
    <dgm:cxn modelId="{C0B76F90-DB22-4639-B34F-26B4EAF1BBAD}" type="presOf" srcId="{166E3FCA-3D41-42F3-9AE7-E1C078B45A7E}" destId="{9B499A17-3862-47C0-9E8D-CB1E3115D40C}" srcOrd="0" destOrd="0" presId="urn:microsoft.com/office/officeart/2005/8/layout/hierarchy6"/>
    <dgm:cxn modelId="{33B05B96-2DA5-4E7D-B843-7AE04D0764E1}" type="presOf" srcId="{77EA6027-BA56-41FC-947F-C34AA24D2564}" destId="{BF85EE7F-3C9E-4E7E-9B0B-FFCE3389A8F5}" srcOrd="0" destOrd="0" presId="urn:microsoft.com/office/officeart/2005/8/layout/hierarchy6"/>
    <dgm:cxn modelId="{E42478AC-05BC-42CB-BB8D-7893C598C221}" srcId="{FA6E01B0-7475-4C7A-923E-08C6E240DA8F}" destId="{166E3FCA-3D41-42F3-9AE7-E1C078B45A7E}" srcOrd="0" destOrd="0" parTransId="{01EC8E7C-A651-4CC7-B3B1-26A56EFFE992}" sibTransId="{7676B177-6687-4476-B2A8-BD00CA4FC2D1}"/>
    <dgm:cxn modelId="{78A712B2-23B8-47D6-AD33-CC1A316D7F49}" srcId="{EFCF4B24-FEAD-4630-B8D3-E15BA2B49252}" destId="{42AEBBD9-EE3C-470B-96DE-A5742284FD98}" srcOrd="0" destOrd="0" parTransId="{982A61C4-A90E-46AE-9891-4A35DF98C852}" sibTransId="{FB2E6AE3-FC85-4D63-BBA3-9FC39B94AB9F}"/>
    <dgm:cxn modelId="{44DF14B2-F10E-4DB3-93EF-2EC8A9F689C9}" type="presOf" srcId="{42AEBBD9-EE3C-470B-96DE-A5742284FD98}" destId="{9FDAB790-1520-4292-B8A6-C6C1CCC5BC68}" srcOrd="0" destOrd="0" presId="urn:microsoft.com/office/officeart/2005/8/layout/hierarchy6"/>
    <dgm:cxn modelId="{BA2DB1BC-94A7-47B0-AE63-77A53159B904}" type="presOf" srcId="{A918B9C4-A4AE-4AAF-B2D2-2F8FF02464EA}" destId="{E4C6FF42-2777-497F-B137-3BB91E743DB6}" srcOrd="0" destOrd="0" presId="urn:microsoft.com/office/officeart/2005/8/layout/hierarchy6"/>
    <dgm:cxn modelId="{FF2C12C1-C782-402F-8B1A-287F1455BA02}" srcId="{42AEBBD9-EE3C-470B-96DE-A5742284FD98}" destId="{5B1AFB76-0B18-4CB0-887A-90D42C45E1DE}" srcOrd="0" destOrd="0" parTransId="{02BAA81D-98CF-47C8-9A4C-A29376D5A61E}" sibTransId="{903C0266-E6A0-46F2-B302-F837117B4B16}"/>
    <dgm:cxn modelId="{93285DC1-5ADD-447B-A6C0-84E0D5EFC2D1}" type="presOf" srcId="{FA6E01B0-7475-4C7A-923E-08C6E240DA8F}" destId="{4873A05E-2E15-4952-8D2C-CBF8428E175D}" srcOrd="0" destOrd="0" presId="urn:microsoft.com/office/officeart/2005/8/layout/hierarchy6"/>
    <dgm:cxn modelId="{78D3F5C7-BC8C-40AA-B668-84C7BC3E7554}" type="presOf" srcId="{02BAA81D-98CF-47C8-9A4C-A29376D5A61E}" destId="{C84100D5-875A-4670-A483-3732D51F8BC1}" srcOrd="0" destOrd="0" presId="urn:microsoft.com/office/officeart/2005/8/layout/hierarchy6"/>
    <dgm:cxn modelId="{25EB14CD-1F1E-4E00-B0D9-8E1B97928DDF}" type="presOf" srcId="{7ACB5E19-4CA6-4FE0-BAD5-0FA6DB8DC80B}" destId="{01C13454-432E-488B-B081-51E5A0FF54CB}" srcOrd="0" destOrd="0" presId="urn:microsoft.com/office/officeart/2005/8/layout/hierarchy6"/>
    <dgm:cxn modelId="{26208FDF-6E54-4D8F-BE88-810784C59C25}" srcId="{B76B2D71-08C8-496E-8370-3F01DE561D6D}" destId="{E3DB9C57-A415-46C3-8A7D-AE2233715A4D}" srcOrd="0" destOrd="0" parTransId="{0BD21B95-26F2-432A-AC08-0ABC5FAA5DAB}" sibTransId="{E17DE8B9-48F8-4B4A-9681-55F757E6648E}"/>
    <dgm:cxn modelId="{0075FBE6-2524-4CA5-8417-683F0D1B6EEF}" srcId="{166E3FCA-3D41-42F3-9AE7-E1C078B45A7E}" destId="{B76B2D71-08C8-496E-8370-3F01DE561D6D}" srcOrd="1" destOrd="0" parTransId="{77EA6027-BA56-41FC-947F-C34AA24D2564}" sibTransId="{55C272FE-98DE-4A8C-9572-AD92837FD993}"/>
    <dgm:cxn modelId="{6829A7EE-E0AE-4D82-853A-698F0EE7FF54}" type="presOf" srcId="{E3DB9C57-A415-46C3-8A7D-AE2233715A4D}" destId="{F879FC8E-681F-41DE-90C1-3A5D7471F139}" srcOrd="0" destOrd="0" presId="urn:microsoft.com/office/officeart/2005/8/layout/hierarchy6"/>
    <dgm:cxn modelId="{97EDFBF6-89A1-46CE-9D59-F814331F3066}" type="presOf" srcId="{B76B2D71-08C8-496E-8370-3F01DE561D6D}" destId="{9792567C-2B62-4707-9104-1AAD83EFC461}" srcOrd="0" destOrd="0" presId="urn:microsoft.com/office/officeart/2005/8/layout/hierarchy6"/>
    <dgm:cxn modelId="{A0497984-EDC9-4DFD-A8BC-40F3F17FE3E8}" type="presParOf" srcId="{4873A05E-2E15-4952-8D2C-CBF8428E175D}" destId="{4A544D56-C7E1-46A0-B98D-95B9EC872B10}" srcOrd="0" destOrd="0" presId="urn:microsoft.com/office/officeart/2005/8/layout/hierarchy6"/>
    <dgm:cxn modelId="{F0AA96C4-C73C-417D-B53A-8D5FAC8A1D7C}" type="presParOf" srcId="{4A544D56-C7E1-46A0-B98D-95B9EC872B10}" destId="{46EBE6A6-6A5C-44A6-817E-B3EE18EC2425}" srcOrd="0" destOrd="0" presId="urn:microsoft.com/office/officeart/2005/8/layout/hierarchy6"/>
    <dgm:cxn modelId="{DE1CCE35-43F2-4061-8505-E9D642059426}" type="presParOf" srcId="{46EBE6A6-6A5C-44A6-817E-B3EE18EC2425}" destId="{A12C6EFD-00D0-4365-8A13-E1DC65D9A8A5}" srcOrd="0" destOrd="0" presId="urn:microsoft.com/office/officeart/2005/8/layout/hierarchy6"/>
    <dgm:cxn modelId="{723F7BA2-A040-48A1-8983-8C1FA1A0CA50}" type="presParOf" srcId="{A12C6EFD-00D0-4365-8A13-E1DC65D9A8A5}" destId="{9B499A17-3862-47C0-9E8D-CB1E3115D40C}" srcOrd="0" destOrd="0" presId="urn:microsoft.com/office/officeart/2005/8/layout/hierarchy6"/>
    <dgm:cxn modelId="{FC045239-695B-4EB4-A190-657E99F8E632}" type="presParOf" srcId="{A12C6EFD-00D0-4365-8A13-E1DC65D9A8A5}" destId="{A15EFC8B-A7D7-401D-8C57-DD8DEF9BABE1}" srcOrd="1" destOrd="0" presId="urn:microsoft.com/office/officeart/2005/8/layout/hierarchy6"/>
    <dgm:cxn modelId="{10A1FD71-B178-4CD8-87BD-A0F69666A7E5}" type="presParOf" srcId="{A15EFC8B-A7D7-401D-8C57-DD8DEF9BABE1}" destId="{D7B68554-31B4-49C9-BB17-BC7E7996C22F}" srcOrd="0" destOrd="0" presId="urn:microsoft.com/office/officeart/2005/8/layout/hierarchy6"/>
    <dgm:cxn modelId="{C87FCA62-CD6B-4821-91DF-84B95631537C}" type="presParOf" srcId="{A15EFC8B-A7D7-401D-8C57-DD8DEF9BABE1}" destId="{DD44B812-3BC6-45B7-A996-85C1DD201E51}" srcOrd="1" destOrd="0" presId="urn:microsoft.com/office/officeart/2005/8/layout/hierarchy6"/>
    <dgm:cxn modelId="{DA3677F4-C18F-4352-B169-B680C320FD17}" type="presParOf" srcId="{DD44B812-3BC6-45B7-A996-85C1DD201E51}" destId="{FE72385F-96A7-46C5-8DD7-5E818F56DF1F}" srcOrd="0" destOrd="0" presId="urn:microsoft.com/office/officeart/2005/8/layout/hierarchy6"/>
    <dgm:cxn modelId="{3FF23831-1454-485E-A2C2-A22E8B26399B}" type="presParOf" srcId="{DD44B812-3BC6-45B7-A996-85C1DD201E51}" destId="{878C8228-0A14-45EE-9BE9-CAEDE83749FE}" srcOrd="1" destOrd="0" presId="urn:microsoft.com/office/officeart/2005/8/layout/hierarchy6"/>
    <dgm:cxn modelId="{806240BD-39F5-44A3-8E60-D148183B9FEA}" type="presParOf" srcId="{878C8228-0A14-45EE-9BE9-CAEDE83749FE}" destId="{FA44BB1F-3CD2-4A24-AFDD-153D8EC312A6}" srcOrd="0" destOrd="0" presId="urn:microsoft.com/office/officeart/2005/8/layout/hierarchy6"/>
    <dgm:cxn modelId="{DC3B3EC4-19AB-4132-BA6E-C335B984AE0A}" type="presParOf" srcId="{878C8228-0A14-45EE-9BE9-CAEDE83749FE}" destId="{6AE5CC30-92FA-4DFE-9EE1-69D4624F9006}" srcOrd="1" destOrd="0" presId="urn:microsoft.com/office/officeart/2005/8/layout/hierarchy6"/>
    <dgm:cxn modelId="{80012C1C-7673-4674-B8A2-95159F4785F6}" type="presParOf" srcId="{6AE5CC30-92FA-4DFE-9EE1-69D4624F9006}" destId="{9FDAB790-1520-4292-B8A6-C6C1CCC5BC68}" srcOrd="0" destOrd="0" presId="urn:microsoft.com/office/officeart/2005/8/layout/hierarchy6"/>
    <dgm:cxn modelId="{0B9D05B7-C7D7-4C3F-A321-E1D52FDEAAA1}" type="presParOf" srcId="{6AE5CC30-92FA-4DFE-9EE1-69D4624F9006}" destId="{24F6BFDB-887B-4B4C-956F-05088E0B9791}" srcOrd="1" destOrd="0" presId="urn:microsoft.com/office/officeart/2005/8/layout/hierarchy6"/>
    <dgm:cxn modelId="{870BE9DA-4A28-4C45-AB43-B323B7FE29D1}" type="presParOf" srcId="{24F6BFDB-887B-4B4C-956F-05088E0B9791}" destId="{C84100D5-875A-4670-A483-3732D51F8BC1}" srcOrd="0" destOrd="0" presId="urn:microsoft.com/office/officeart/2005/8/layout/hierarchy6"/>
    <dgm:cxn modelId="{AAC83353-E851-402D-9410-81CDC7EA2531}" type="presParOf" srcId="{24F6BFDB-887B-4B4C-956F-05088E0B9791}" destId="{643CD13D-9A98-4E6D-A65F-226C65C3FB73}" srcOrd="1" destOrd="0" presId="urn:microsoft.com/office/officeart/2005/8/layout/hierarchy6"/>
    <dgm:cxn modelId="{41BB4790-6311-406E-ADDB-3B7318B23EA5}" type="presParOf" srcId="{643CD13D-9A98-4E6D-A65F-226C65C3FB73}" destId="{52DC95EB-99B4-4497-A506-AF8BE567625E}" srcOrd="0" destOrd="0" presId="urn:microsoft.com/office/officeart/2005/8/layout/hierarchy6"/>
    <dgm:cxn modelId="{7F83C171-2067-4264-B891-834B0D090BE5}" type="presParOf" srcId="{643CD13D-9A98-4E6D-A65F-226C65C3FB73}" destId="{C9FFB592-A8B9-446C-B01B-C979AE38E477}" srcOrd="1" destOrd="0" presId="urn:microsoft.com/office/officeart/2005/8/layout/hierarchy6"/>
    <dgm:cxn modelId="{9BD7EEFC-4A64-4242-A1AD-79ECFD617392}" type="presParOf" srcId="{878C8228-0A14-45EE-9BE9-CAEDE83749FE}" destId="{2086F8B6-B955-4629-A55B-2496F20BE678}" srcOrd="2" destOrd="0" presId="urn:microsoft.com/office/officeart/2005/8/layout/hierarchy6"/>
    <dgm:cxn modelId="{1C29F743-2E30-4D0E-8CDE-FC4B2C3484AE}" type="presParOf" srcId="{878C8228-0A14-45EE-9BE9-CAEDE83749FE}" destId="{85A323BB-3B34-41B7-8087-43F1C894BA2D}" srcOrd="3" destOrd="0" presId="urn:microsoft.com/office/officeart/2005/8/layout/hierarchy6"/>
    <dgm:cxn modelId="{1AE7C518-04C5-4378-BA65-97B1450A6DA3}" type="presParOf" srcId="{85A323BB-3B34-41B7-8087-43F1C894BA2D}" destId="{01C13454-432E-488B-B081-51E5A0FF54CB}" srcOrd="0" destOrd="0" presId="urn:microsoft.com/office/officeart/2005/8/layout/hierarchy6"/>
    <dgm:cxn modelId="{0FFDFCA7-3AF1-4DE5-BF24-DAA4C1AD0F1E}" type="presParOf" srcId="{85A323BB-3B34-41B7-8087-43F1C894BA2D}" destId="{162101CF-8A2E-4315-8AAC-642E6BE8D355}" srcOrd="1" destOrd="0" presId="urn:microsoft.com/office/officeart/2005/8/layout/hierarchy6"/>
    <dgm:cxn modelId="{8506B946-4EF2-4F0C-8F49-DA91A5BF994D}" type="presParOf" srcId="{162101CF-8A2E-4315-8AAC-642E6BE8D355}" destId="{E4C6FF42-2777-497F-B137-3BB91E743DB6}" srcOrd="0" destOrd="0" presId="urn:microsoft.com/office/officeart/2005/8/layout/hierarchy6"/>
    <dgm:cxn modelId="{FCB4311B-11F1-45D2-8A9F-1132E4979ACA}" type="presParOf" srcId="{162101CF-8A2E-4315-8AAC-642E6BE8D355}" destId="{7D124493-125D-4AD7-B767-453A35A80C38}" srcOrd="1" destOrd="0" presId="urn:microsoft.com/office/officeart/2005/8/layout/hierarchy6"/>
    <dgm:cxn modelId="{1BEBB637-F53A-40E8-8820-5A9751E32B66}" type="presParOf" srcId="{7D124493-125D-4AD7-B767-453A35A80C38}" destId="{CD413A0F-1406-43FC-91FB-5FEE6E8EC65A}" srcOrd="0" destOrd="0" presId="urn:microsoft.com/office/officeart/2005/8/layout/hierarchy6"/>
    <dgm:cxn modelId="{F621052D-70C7-4D63-A7FF-F3830EE63BE7}" type="presParOf" srcId="{7D124493-125D-4AD7-B767-453A35A80C38}" destId="{2DFF6C15-2ADB-4696-99BA-D851434BC727}" srcOrd="1" destOrd="0" presId="urn:microsoft.com/office/officeart/2005/8/layout/hierarchy6"/>
    <dgm:cxn modelId="{385E2DDD-3E36-4ED2-B626-D91C20ED6934}" type="presParOf" srcId="{A15EFC8B-A7D7-401D-8C57-DD8DEF9BABE1}" destId="{BF85EE7F-3C9E-4E7E-9B0B-FFCE3389A8F5}" srcOrd="2" destOrd="0" presId="urn:microsoft.com/office/officeart/2005/8/layout/hierarchy6"/>
    <dgm:cxn modelId="{D873D137-3EDD-412C-AEBB-0D2E924E1320}" type="presParOf" srcId="{A15EFC8B-A7D7-401D-8C57-DD8DEF9BABE1}" destId="{A766AEE4-67D4-4630-9DE2-A58537CA7811}" srcOrd="3" destOrd="0" presId="urn:microsoft.com/office/officeart/2005/8/layout/hierarchy6"/>
    <dgm:cxn modelId="{BCCB9B51-8E56-4A95-883E-37D4AD3910C0}" type="presParOf" srcId="{A766AEE4-67D4-4630-9DE2-A58537CA7811}" destId="{9792567C-2B62-4707-9104-1AAD83EFC461}" srcOrd="0" destOrd="0" presId="urn:microsoft.com/office/officeart/2005/8/layout/hierarchy6"/>
    <dgm:cxn modelId="{81D1EE23-CD6F-4C5E-A151-F43008F67851}" type="presParOf" srcId="{A766AEE4-67D4-4630-9DE2-A58537CA7811}" destId="{FF7CC21D-5D17-4820-8B9D-373D76A76E6D}" srcOrd="1" destOrd="0" presId="urn:microsoft.com/office/officeart/2005/8/layout/hierarchy6"/>
    <dgm:cxn modelId="{A326C8B5-C0AE-40A8-9145-E4E57BE7BF6F}" type="presParOf" srcId="{FF7CC21D-5D17-4820-8B9D-373D76A76E6D}" destId="{F77594BB-1E77-4339-A8C8-23EAE272CA96}" srcOrd="0" destOrd="0" presId="urn:microsoft.com/office/officeart/2005/8/layout/hierarchy6"/>
    <dgm:cxn modelId="{4D3ACD66-BDC3-4007-B506-98DB70F79F66}" type="presParOf" srcId="{FF7CC21D-5D17-4820-8B9D-373D76A76E6D}" destId="{93276104-3BAD-400C-8906-5A0B44A8E3B0}" srcOrd="1" destOrd="0" presId="urn:microsoft.com/office/officeart/2005/8/layout/hierarchy6"/>
    <dgm:cxn modelId="{733531FD-E960-4861-978C-6A01BB229B7A}" type="presParOf" srcId="{93276104-3BAD-400C-8906-5A0B44A8E3B0}" destId="{F879FC8E-681F-41DE-90C1-3A5D7471F139}" srcOrd="0" destOrd="0" presId="urn:microsoft.com/office/officeart/2005/8/layout/hierarchy6"/>
    <dgm:cxn modelId="{596E3AE4-1019-48F9-A073-72B1418994F3}" type="presParOf" srcId="{93276104-3BAD-400C-8906-5A0B44A8E3B0}" destId="{B2177BE6-6BB7-47EF-9C81-98C35771A392}" srcOrd="1" destOrd="0" presId="urn:microsoft.com/office/officeart/2005/8/layout/hierarchy6"/>
    <dgm:cxn modelId="{F79DD5FF-6C76-4288-87FD-B14D3A5D060C}" type="presParOf" srcId="{4873A05E-2E15-4952-8D2C-CBF8428E175D}" destId="{5A90F33F-643E-4502-9AF6-9D2791DBAB65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A6E01B0-7475-4C7A-923E-08C6E240DA8F}" type="doc">
      <dgm:prSet loTypeId="urn:microsoft.com/office/officeart/2005/8/layout/hierarchy6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166E3FCA-3D41-42F3-9AE7-E1C078B45A7E}">
      <dgm:prSet phldrT="[Text]"/>
      <dgm:spPr/>
      <dgm:t>
        <a:bodyPr/>
        <a:lstStyle/>
        <a:p>
          <a:r>
            <a:rPr lang="en-US" dirty="0"/>
            <a:t>Fib(3)</a:t>
          </a:r>
        </a:p>
      </dgm:t>
    </dgm:pt>
    <dgm:pt modelId="{01EC8E7C-A651-4CC7-B3B1-26A56EFFE992}" type="parTrans" cxnId="{E42478AC-05BC-42CB-BB8D-7893C598C221}">
      <dgm:prSet/>
      <dgm:spPr/>
      <dgm:t>
        <a:bodyPr/>
        <a:lstStyle/>
        <a:p>
          <a:endParaRPr lang="en-US"/>
        </a:p>
      </dgm:t>
    </dgm:pt>
    <dgm:pt modelId="{7676B177-6687-4476-B2A8-BD00CA4FC2D1}" type="sibTrans" cxnId="{E42478AC-05BC-42CB-BB8D-7893C598C221}">
      <dgm:prSet/>
      <dgm:spPr/>
      <dgm:t>
        <a:bodyPr/>
        <a:lstStyle/>
        <a:p>
          <a:endParaRPr lang="en-US"/>
        </a:p>
      </dgm:t>
    </dgm:pt>
    <dgm:pt modelId="{EFCF4B24-FEAD-4630-B8D3-E15BA2B49252}">
      <dgm:prSet phldrT="[Text]"/>
      <dgm:spPr/>
      <dgm:t>
        <a:bodyPr/>
        <a:lstStyle/>
        <a:p>
          <a:r>
            <a:rPr lang="en-US" dirty="0"/>
            <a:t>Fib(2)</a:t>
          </a:r>
        </a:p>
      </dgm:t>
    </dgm:pt>
    <dgm:pt modelId="{A269067F-3627-4F60-B6E1-BFBD9068CB4F}" type="parTrans" cxnId="{E5A6FD29-01A1-4D8E-BAAA-E0B850325D1E}">
      <dgm:prSet/>
      <dgm:spPr/>
      <dgm:t>
        <a:bodyPr/>
        <a:lstStyle/>
        <a:p>
          <a:endParaRPr lang="en-US"/>
        </a:p>
      </dgm:t>
    </dgm:pt>
    <dgm:pt modelId="{1C1D24FA-9479-4A8B-A1FC-93FC5444C980}" type="sibTrans" cxnId="{E5A6FD29-01A1-4D8E-BAAA-E0B850325D1E}">
      <dgm:prSet/>
      <dgm:spPr/>
      <dgm:t>
        <a:bodyPr/>
        <a:lstStyle/>
        <a:p>
          <a:endParaRPr lang="en-US"/>
        </a:p>
      </dgm:t>
    </dgm:pt>
    <dgm:pt modelId="{7ACB5E19-4CA6-4FE0-BAD5-0FA6DB8DC80B}">
      <dgm:prSet phldrT="[Text]"/>
      <dgm:spPr/>
      <dgm:t>
        <a:bodyPr/>
        <a:lstStyle/>
        <a:p>
          <a:r>
            <a:rPr lang="en-US" dirty="0"/>
            <a:t>Fib(1)</a:t>
          </a:r>
        </a:p>
      </dgm:t>
    </dgm:pt>
    <dgm:pt modelId="{31F2C0A3-A74F-4F26-82C8-80B566AA9561}" type="parTrans" cxnId="{B6A5DF55-80D1-42C9-ACD6-2952D00B2493}">
      <dgm:prSet/>
      <dgm:spPr/>
      <dgm:t>
        <a:bodyPr/>
        <a:lstStyle/>
        <a:p>
          <a:endParaRPr lang="en-US"/>
        </a:p>
      </dgm:t>
    </dgm:pt>
    <dgm:pt modelId="{31E25F71-53DA-48B1-B451-CC19368049E4}" type="sibTrans" cxnId="{B6A5DF55-80D1-42C9-ACD6-2952D00B2493}">
      <dgm:prSet/>
      <dgm:spPr/>
      <dgm:t>
        <a:bodyPr/>
        <a:lstStyle/>
        <a:p>
          <a:endParaRPr lang="en-US"/>
        </a:p>
      </dgm:t>
    </dgm:pt>
    <dgm:pt modelId="{B76B2D71-08C8-496E-8370-3F01DE561D6D}">
      <dgm:prSet phldrT="[Text]"/>
      <dgm:spPr/>
      <dgm:t>
        <a:bodyPr/>
        <a:lstStyle/>
        <a:p>
          <a:r>
            <a:rPr lang="en-US" dirty="0"/>
            <a:t>Fib(2)</a:t>
          </a:r>
        </a:p>
      </dgm:t>
    </dgm:pt>
    <dgm:pt modelId="{77EA6027-BA56-41FC-947F-C34AA24D2564}" type="parTrans" cxnId="{0075FBE6-2524-4CA5-8417-683F0D1B6EEF}">
      <dgm:prSet/>
      <dgm:spPr/>
      <dgm:t>
        <a:bodyPr/>
        <a:lstStyle/>
        <a:p>
          <a:endParaRPr lang="en-US"/>
        </a:p>
      </dgm:t>
    </dgm:pt>
    <dgm:pt modelId="{55C272FE-98DE-4A8C-9572-AD92837FD993}" type="sibTrans" cxnId="{0075FBE6-2524-4CA5-8417-683F0D1B6EEF}">
      <dgm:prSet/>
      <dgm:spPr/>
      <dgm:t>
        <a:bodyPr/>
        <a:lstStyle/>
        <a:p>
          <a:endParaRPr lang="en-US"/>
        </a:p>
      </dgm:t>
    </dgm:pt>
    <dgm:pt modelId="{42AEBBD9-EE3C-470B-96DE-A5742284FD98}">
      <dgm:prSet phldrT="[Text]"/>
      <dgm:spPr/>
      <dgm:t>
        <a:bodyPr/>
        <a:lstStyle/>
        <a:p>
          <a:r>
            <a:rPr lang="en-US" dirty="0"/>
            <a:t>Fib(1)</a:t>
          </a:r>
        </a:p>
      </dgm:t>
    </dgm:pt>
    <dgm:pt modelId="{982A61C4-A90E-46AE-9891-4A35DF98C852}" type="parTrans" cxnId="{78A712B2-23B8-47D6-AD33-CC1A316D7F49}">
      <dgm:prSet/>
      <dgm:spPr/>
      <dgm:t>
        <a:bodyPr/>
        <a:lstStyle/>
        <a:p>
          <a:endParaRPr lang="en-US"/>
        </a:p>
      </dgm:t>
    </dgm:pt>
    <dgm:pt modelId="{FB2E6AE3-FC85-4D63-BBA3-9FC39B94AB9F}" type="sibTrans" cxnId="{78A712B2-23B8-47D6-AD33-CC1A316D7F49}">
      <dgm:prSet/>
      <dgm:spPr/>
      <dgm:t>
        <a:bodyPr/>
        <a:lstStyle/>
        <a:p>
          <a:endParaRPr lang="en-US"/>
        </a:p>
      </dgm:t>
    </dgm:pt>
    <dgm:pt modelId="{D32D803B-0898-456B-861E-5A2083B92E3D}">
      <dgm:prSet phldrT="[Text]"/>
      <dgm:spPr/>
      <dgm:t>
        <a:bodyPr/>
        <a:lstStyle/>
        <a:p>
          <a:r>
            <a:rPr lang="en-US" dirty="0"/>
            <a:t>Fib(4)</a:t>
          </a:r>
        </a:p>
      </dgm:t>
    </dgm:pt>
    <dgm:pt modelId="{5544AC8A-0F1D-4314-917A-B444328D015A}" type="parTrans" cxnId="{97366D7B-7C58-44FA-873A-C9FC1710C744}">
      <dgm:prSet/>
      <dgm:spPr/>
      <dgm:t>
        <a:bodyPr/>
        <a:lstStyle/>
        <a:p>
          <a:endParaRPr lang="en-US"/>
        </a:p>
      </dgm:t>
    </dgm:pt>
    <dgm:pt modelId="{0C77E76E-E35F-4A49-88F1-5135546B156C}" type="sibTrans" cxnId="{97366D7B-7C58-44FA-873A-C9FC1710C744}">
      <dgm:prSet/>
      <dgm:spPr/>
      <dgm:t>
        <a:bodyPr/>
        <a:lstStyle/>
        <a:p>
          <a:endParaRPr lang="en-US"/>
        </a:p>
      </dgm:t>
    </dgm:pt>
    <dgm:pt modelId="{92AB6102-0C91-41B6-9E89-5E13E9E6DEDE}">
      <dgm:prSet phldrT="[Text]"/>
      <dgm:spPr/>
      <dgm:t>
        <a:bodyPr/>
        <a:lstStyle/>
        <a:p>
          <a:r>
            <a:rPr lang="en-US" dirty="0"/>
            <a:t>Fib(3)</a:t>
          </a:r>
        </a:p>
      </dgm:t>
    </dgm:pt>
    <dgm:pt modelId="{36001938-7BA6-4070-8DAA-D90E2551C469}" type="parTrans" cxnId="{C199739B-7D8E-43B1-8FA4-A24BF05547A8}">
      <dgm:prSet/>
      <dgm:spPr/>
      <dgm:t>
        <a:bodyPr/>
        <a:lstStyle/>
        <a:p>
          <a:endParaRPr lang="en-US"/>
        </a:p>
      </dgm:t>
    </dgm:pt>
    <dgm:pt modelId="{E80D8316-4704-436F-91E4-B791EAE3138C}" type="sibTrans" cxnId="{C199739B-7D8E-43B1-8FA4-A24BF05547A8}">
      <dgm:prSet/>
      <dgm:spPr/>
      <dgm:t>
        <a:bodyPr/>
        <a:lstStyle/>
        <a:p>
          <a:endParaRPr lang="en-US"/>
        </a:p>
      </dgm:t>
    </dgm:pt>
    <dgm:pt modelId="{AE2E4107-BAD5-4167-BABA-F66F36DDA04E}">
      <dgm:prSet phldrT="[Text]"/>
      <dgm:spPr/>
      <dgm:t>
        <a:bodyPr/>
        <a:lstStyle/>
        <a:p>
          <a:r>
            <a:rPr lang="en-US" dirty="0"/>
            <a:t>Fib(2)</a:t>
          </a:r>
        </a:p>
      </dgm:t>
    </dgm:pt>
    <dgm:pt modelId="{553B285C-057E-43EE-B7F8-6742E30A0500}" type="parTrans" cxnId="{C1FDCBD9-FE60-4E10-BA99-A0A1CACACF45}">
      <dgm:prSet/>
      <dgm:spPr/>
      <dgm:t>
        <a:bodyPr/>
        <a:lstStyle/>
        <a:p>
          <a:endParaRPr lang="en-US"/>
        </a:p>
      </dgm:t>
    </dgm:pt>
    <dgm:pt modelId="{BF2F8A45-3F44-48C1-A612-631F4B30E820}" type="sibTrans" cxnId="{C1FDCBD9-FE60-4E10-BA99-A0A1CACACF45}">
      <dgm:prSet/>
      <dgm:spPr/>
      <dgm:t>
        <a:bodyPr/>
        <a:lstStyle/>
        <a:p>
          <a:endParaRPr lang="en-US"/>
        </a:p>
      </dgm:t>
    </dgm:pt>
    <dgm:pt modelId="{E1EC88C0-3F74-427C-83C5-A2B8087A6537}">
      <dgm:prSet phldrT="[Text]"/>
      <dgm:spPr/>
      <dgm:t>
        <a:bodyPr/>
        <a:lstStyle/>
        <a:p>
          <a:r>
            <a:rPr lang="en-US" dirty="0"/>
            <a:t>Fib(2)</a:t>
          </a:r>
        </a:p>
      </dgm:t>
    </dgm:pt>
    <dgm:pt modelId="{A1D01A91-364E-49A5-86B3-B6890AFC2489}" type="parTrans" cxnId="{459DFD2C-DA2D-4E92-B81C-EB22AEA243B6}">
      <dgm:prSet/>
      <dgm:spPr/>
      <dgm:t>
        <a:bodyPr/>
        <a:lstStyle/>
        <a:p>
          <a:endParaRPr lang="en-US"/>
        </a:p>
      </dgm:t>
    </dgm:pt>
    <dgm:pt modelId="{FE459984-A1EC-4E17-88BC-F6EDB2453E72}" type="sibTrans" cxnId="{459DFD2C-DA2D-4E92-B81C-EB22AEA243B6}">
      <dgm:prSet/>
      <dgm:spPr/>
      <dgm:t>
        <a:bodyPr/>
        <a:lstStyle/>
        <a:p>
          <a:endParaRPr lang="en-US"/>
        </a:p>
      </dgm:t>
    </dgm:pt>
    <dgm:pt modelId="{6314645A-310E-4783-9EF9-8A9557C2973A}">
      <dgm:prSet phldrT="[Text]"/>
      <dgm:spPr/>
      <dgm:t>
        <a:bodyPr/>
        <a:lstStyle/>
        <a:p>
          <a:r>
            <a:rPr lang="en-US" dirty="0"/>
            <a:t>Fib(1)</a:t>
          </a:r>
        </a:p>
      </dgm:t>
    </dgm:pt>
    <dgm:pt modelId="{3A0918A4-1628-4340-BA55-684C930E18E0}" type="parTrans" cxnId="{557A0BEA-1246-4782-95BA-386F3D67D7B6}">
      <dgm:prSet/>
      <dgm:spPr/>
      <dgm:t>
        <a:bodyPr/>
        <a:lstStyle/>
        <a:p>
          <a:endParaRPr lang="en-US"/>
        </a:p>
      </dgm:t>
    </dgm:pt>
    <dgm:pt modelId="{70432CFD-2322-49A0-B3A5-41219E100AD5}" type="sibTrans" cxnId="{557A0BEA-1246-4782-95BA-386F3D67D7B6}">
      <dgm:prSet/>
      <dgm:spPr/>
      <dgm:t>
        <a:bodyPr/>
        <a:lstStyle/>
        <a:p>
          <a:endParaRPr lang="en-US"/>
        </a:p>
      </dgm:t>
    </dgm:pt>
    <dgm:pt modelId="{DCB8D92B-2ED0-4383-BB89-9C17C06FF7FB}">
      <dgm:prSet phldrT="[Text]"/>
      <dgm:spPr/>
      <dgm:t>
        <a:bodyPr/>
        <a:lstStyle/>
        <a:p>
          <a:r>
            <a:rPr lang="en-US" dirty="0"/>
            <a:t>Fib(1)</a:t>
          </a:r>
        </a:p>
      </dgm:t>
    </dgm:pt>
    <dgm:pt modelId="{8C08217C-228E-4D9C-8BF1-8043805D973D}" type="parTrans" cxnId="{BB3A4F1B-EA2D-49FB-A27B-D204609AF39A}">
      <dgm:prSet/>
      <dgm:spPr/>
      <dgm:t>
        <a:bodyPr/>
        <a:lstStyle/>
        <a:p>
          <a:endParaRPr lang="en-US"/>
        </a:p>
      </dgm:t>
    </dgm:pt>
    <dgm:pt modelId="{C5DC3314-3612-4513-B32A-4FDDBC9CDAF2}" type="sibTrans" cxnId="{BB3A4F1B-EA2D-49FB-A27B-D204609AF39A}">
      <dgm:prSet/>
      <dgm:spPr/>
      <dgm:t>
        <a:bodyPr/>
        <a:lstStyle/>
        <a:p>
          <a:endParaRPr lang="en-US"/>
        </a:p>
      </dgm:t>
    </dgm:pt>
    <dgm:pt modelId="{9A6F2112-98F5-445B-A540-ACDD5CD22393}">
      <dgm:prSet phldrT="[Text]"/>
      <dgm:spPr/>
      <dgm:t>
        <a:bodyPr/>
        <a:lstStyle/>
        <a:p>
          <a:r>
            <a:rPr lang="en-US" dirty="0"/>
            <a:t>Fib(1)</a:t>
          </a:r>
        </a:p>
      </dgm:t>
    </dgm:pt>
    <dgm:pt modelId="{0616C66C-9D3C-47AC-B2BE-217BF1EA8073}" type="parTrans" cxnId="{5B6D240A-775E-4447-9CEC-18E28040F342}">
      <dgm:prSet/>
      <dgm:spPr/>
      <dgm:t>
        <a:bodyPr/>
        <a:lstStyle/>
        <a:p>
          <a:endParaRPr lang="en-US"/>
        </a:p>
      </dgm:t>
    </dgm:pt>
    <dgm:pt modelId="{499EAB9E-C89E-46CC-BB9F-C41FFE6A431F}" type="sibTrans" cxnId="{5B6D240A-775E-4447-9CEC-18E28040F342}">
      <dgm:prSet/>
      <dgm:spPr/>
      <dgm:t>
        <a:bodyPr/>
        <a:lstStyle/>
        <a:p>
          <a:endParaRPr lang="en-US"/>
        </a:p>
      </dgm:t>
    </dgm:pt>
    <dgm:pt modelId="{C175836C-70F5-4E2C-8B46-6C7F7D5FC6CB}">
      <dgm:prSet phldrT="[Text]"/>
      <dgm:spPr/>
      <dgm:t>
        <a:bodyPr/>
        <a:lstStyle/>
        <a:p>
          <a:r>
            <a:rPr lang="en-US" dirty="0"/>
            <a:t>Fib(1)</a:t>
          </a:r>
        </a:p>
      </dgm:t>
    </dgm:pt>
    <dgm:pt modelId="{7B86736E-B7BA-4F08-98EC-B749CFE89F9F}" type="parTrans" cxnId="{3838292A-FAA1-490D-B08A-E233B3B60881}">
      <dgm:prSet/>
      <dgm:spPr/>
      <dgm:t>
        <a:bodyPr/>
        <a:lstStyle/>
        <a:p>
          <a:endParaRPr lang="en-US"/>
        </a:p>
      </dgm:t>
    </dgm:pt>
    <dgm:pt modelId="{A465B190-4D8C-4ED6-8F77-DDCDF95DDAA0}" type="sibTrans" cxnId="{3838292A-FAA1-490D-B08A-E233B3B60881}">
      <dgm:prSet/>
      <dgm:spPr/>
      <dgm:t>
        <a:bodyPr/>
        <a:lstStyle/>
        <a:p>
          <a:endParaRPr lang="en-US"/>
        </a:p>
      </dgm:t>
    </dgm:pt>
    <dgm:pt modelId="{AEED12C6-74DC-4473-B902-18BEFED76BB9}">
      <dgm:prSet phldrT="[Text]"/>
      <dgm:spPr/>
      <dgm:t>
        <a:bodyPr/>
        <a:lstStyle/>
        <a:p>
          <a:r>
            <a:rPr lang="en-US" dirty="0"/>
            <a:t>Fib(1)</a:t>
          </a:r>
        </a:p>
      </dgm:t>
    </dgm:pt>
    <dgm:pt modelId="{720BE08C-9F82-46FA-BAC4-1CC1B4367573}" type="parTrans" cxnId="{C25217D7-92F9-4D5D-A850-35ED292027CD}">
      <dgm:prSet/>
      <dgm:spPr/>
      <dgm:t>
        <a:bodyPr/>
        <a:lstStyle/>
        <a:p>
          <a:endParaRPr lang="en-US"/>
        </a:p>
      </dgm:t>
    </dgm:pt>
    <dgm:pt modelId="{9D361184-F148-44FB-BB47-335C9BC0193A}" type="sibTrans" cxnId="{C25217D7-92F9-4D5D-A850-35ED292027CD}">
      <dgm:prSet/>
      <dgm:spPr/>
      <dgm:t>
        <a:bodyPr/>
        <a:lstStyle/>
        <a:p>
          <a:endParaRPr lang="en-US"/>
        </a:p>
      </dgm:t>
    </dgm:pt>
    <dgm:pt modelId="{94834DA8-027F-44E3-9F07-9EDC4519BE0F}">
      <dgm:prSet phldrT="[Text]"/>
      <dgm:spPr/>
      <dgm:t>
        <a:bodyPr/>
        <a:lstStyle/>
        <a:p>
          <a:r>
            <a:rPr lang="en-US" dirty="0"/>
            <a:t>Fib(1)</a:t>
          </a:r>
        </a:p>
      </dgm:t>
    </dgm:pt>
    <dgm:pt modelId="{F2575F5A-3FEB-470D-9CFC-D9E765888B1A}" type="parTrans" cxnId="{EBB658C4-7AB2-4B19-B713-1058A9B22976}">
      <dgm:prSet/>
      <dgm:spPr/>
      <dgm:t>
        <a:bodyPr/>
        <a:lstStyle/>
        <a:p>
          <a:endParaRPr lang="en-US"/>
        </a:p>
      </dgm:t>
    </dgm:pt>
    <dgm:pt modelId="{15B1CA99-4D8F-46D8-8673-0868FC0AC066}" type="sibTrans" cxnId="{EBB658C4-7AB2-4B19-B713-1058A9B22976}">
      <dgm:prSet/>
      <dgm:spPr/>
      <dgm:t>
        <a:bodyPr/>
        <a:lstStyle/>
        <a:p>
          <a:endParaRPr lang="en-US"/>
        </a:p>
      </dgm:t>
    </dgm:pt>
    <dgm:pt modelId="{A9DBAD82-5921-4DF9-AF4D-F335F10D7D6C}">
      <dgm:prSet phldrT="[Text]"/>
      <dgm:spPr/>
      <dgm:t>
        <a:bodyPr/>
        <a:lstStyle/>
        <a:p>
          <a:r>
            <a:rPr lang="en-US" dirty="0"/>
            <a:t>1</a:t>
          </a:r>
        </a:p>
      </dgm:t>
    </dgm:pt>
    <dgm:pt modelId="{C26A97F9-08DD-461F-A545-0C5C80B916D7}" type="parTrans" cxnId="{33194904-FEBF-4592-9BDD-D23E4BC45CD4}">
      <dgm:prSet/>
      <dgm:spPr/>
      <dgm:t>
        <a:bodyPr/>
        <a:lstStyle/>
        <a:p>
          <a:endParaRPr lang="en-US"/>
        </a:p>
      </dgm:t>
    </dgm:pt>
    <dgm:pt modelId="{4F4F2AA2-0B27-4FEA-913A-AF5B3A87DC97}" type="sibTrans" cxnId="{33194904-FEBF-4592-9BDD-D23E4BC45CD4}">
      <dgm:prSet/>
      <dgm:spPr/>
      <dgm:t>
        <a:bodyPr/>
        <a:lstStyle/>
        <a:p>
          <a:endParaRPr lang="en-US"/>
        </a:p>
      </dgm:t>
    </dgm:pt>
    <dgm:pt modelId="{164AE0F9-2976-48CA-A18A-EBF20D3F020E}">
      <dgm:prSet phldrT="[Text]"/>
      <dgm:spPr/>
      <dgm:t>
        <a:bodyPr/>
        <a:lstStyle/>
        <a:p>
          <a:r>
            <a:rPr lang="en-US" dirty="0"/>
            <a:t>1</a:t>
          </a:r>
        </a:p>
      </dgm:t>
    </dgm:pt>
    <dgm:pt modelId="{47E448F8-E280-4E78-BDFC-0BCF0AD29D55}" type="parTrans" cxnId="{A1F379C0-ACF1-4C1F-A563-4B3FBE077689}">
      <dgm:prSet/>
      <dgm:spPr/>
      <dgm:t>
        <a:bodyPr/>
        <a:lstStyle/>
        <a:p>
          <a:endParaRPr lang="en-US"/>
        </a:p>
      </dgm:t>
    </dgm:pt>
    <dgm:pt modelId="{982C341A-142A-4876-9BC9-18B4AF69708F}" type="sibTrans" cxnId="{A1F379C0-ACF1-4C1F-A563-4B3FBE077689}">
      <dgm:prSet/>
      <dgm:spPr/>
      <dgm:t>
        <a:bodyPr/>
        <a:lstStyle/>
        <a:p>
          <a:endParaRPr lang="en-US"/>
        </a:p>
      </dgm:t>
    </dgm:pt>
    <dgm:pt modelId="{9B675DEE-7C2F-440E-B56E-448132103B95}">
      <dgm:prSet phldrT="[Text]"/>
      <dgm:spPr/>
      <dgm:t>
        <a:bodyPr/>
        <a:lstStyle/>
        <a:p>
          <a:r>
            <a:rPr lang="en-US" dirty="0"/>
            <a:t>1</a:t>
          </a:r>
        </a:p>
      </dgm:t>
    </dgm:pt>
    <dgm:pt modelId="{09954ABE-3218-4411-97D6-C79E5F8F0B00}" type="parTrans" cxnId="{C5ED13B8-2560-486C-A60B-887ECAFA05F2}">
      <dgm:prSet/>
      <dgm:spPr/>
      <dgm:t>
        <a:bodyPr/>
        <a:lstStyle/>
        <a:p>
          <a:endParaRPr lang="en-US"/>
        </a:p>
      </dgm:t>
    </dgm:pt>
    <dgm:pt modelId="{925435E9-62FA-489F-8D96-5931B031ED6A}" type="sibTrans" cxnId="{C5ED13B8-2560-486C-A60B-887ECAFA05F2}">
      <dgm:prSet/>
      <dgm:spPr/>
      <dgm:t>
        <a:bodyPr/>
        <a:lstStyle/>
        <a:p>
          <a:endParaRPr lang="en-US"/>
        </a:p>
      </dgm:t>
    </dgm:pt>
    <dgm:pt modelId="{CD58F44E-7E99-4ABC-A020-58579487FAD7}">
      <dgm:prSet phldrT="[Text]"/>
      <dgm:spPr/>
      <dgm:t>
        <a:bodyPr/>
        <a:lstStyle/>
        <a:p>
          <a:r>
            <a:rPr lang="en-US" dirty="0"/>
            <a:t>1</a:t>
          </a:r>
        </a:p>
      </dgm:t>
    </dgm:pt>
    <dgm:pt modelId="{DE1299F6-09F0-4AB0-84BE-08F4001F522D}" type="parTrans" cxnId="{1BF0A7BB-6F54-441F-A553-332372C1FA97}">
      <dgm:prSet/>
      <dgm:spPr/>
      <dgm:t>
        <a:bodyPr/>
        <a:lstStyle/>
        <a:p>
          <a:endParaRPr lang="en-US"/>
        </a:p>
      </dgm:t>
    </dgm:pt>
    <dgm:pt modelId="{E4665D02-21D1-4621-AB01-EDA268163887}" type="sibTrans" cxnId="{1BF0A7BB-6F54-441F-A553-332372C1FA97}">
      <dgm:prSet/>
      <dgm:spPr/>
      <dgm:t>
        <a:bodyPr/>
        <a:lstStyle/>
        <a:p>
          <a:endParaRPr lang="en-US"/>
        </a:p>
      </dgm:t>
    </dgm:pt>
    <dgm:pt modelId="{92DA4334-FAB2-4343-864B-3A5CCAFADA97}">
      <dgm:prSet phldrT="[Text]"/>
      <dgm:spPr/>
      <dgm:t>
        <a:bodyPr/>
        <a:lstStyle/>
        <a:p>
          <a:r>
            <a:rPr lang="en-US" dirty="0"/>
            <a:t>1</a:t>
          </a:r>
        </a:p>
      </dgm:t>
    </dgm:pt>
    <dgm:pt modelId="{6C29A138-D9B6-4E5E-83ED-BC630143A8DF}" type="parTrans" cxnId="{BA3D86A0-01F5-4ABA-8D38-C73834573F74}">
      <dgm:prSet/>
      <dgm:spPr/>
      <dgm:t>
        <a:bodyPr/>
        <a:lstStyle/>
        <a:p>
          <a:endParaRPr lang="en-US"/>
        </a:p>
      </dgm:t>
    </dgm:pt>
    <dgm:pt modelId="{559CB297-E84A-4F2D-8C5B-EC26A34A00E0}" type="sibTrans" cxnId="{BA3D86A0-01F5-4ABA-8D38-C73834573F74}">
      <dgm:prSet/>
      <dgm:spPr/>
      <dgm:t>
        <a:bodyPr/>
        <a:lstStyle/>
        <a:p>
          <a:endParaRPr lang="en-US"/>
        </a:p>
      </dgm:t>
    </dgm:pt>
    <dgm:pt modelId="{028DE7EF-FA6C-4057-94C8-067625477C17}">
      <dgm:prSet phldrT="[Text]"/>
      <dgm:spPr/>
      <dgm:t>
        <a:bodyPr/>
        <a:lstStyle/>
        <a:p>
          <a:r>
            <a:rPr lang="en-US" dirty="0"/>
            <a:t>1</a:t>
          </a:r>
        </a:p>
      </dgm:t>
    </dgm:pt>
    <dgm:pt modelId="{D3692D5F-630F-422D-94F7-BAA8677D84BD}" type="parTrans" cxnId="{CE7106A7-AFAD-4F93-93AC-B29C752E378D}">
      <dgm:prSet/>
      <dgm:spPr/>
      <dgm:t>
        <a:bodyPr/>
        <a:lstStyle/>
        <a:p>
          <a:endParaRPr lang="en-US"/>
        </a:p>
      </dgm:t>
    </dgm:pt>
    <dgm:pt modelId="{8AE534BA-B125-418A-B138-80E22E776C24}" type="sibTrans" cxnId="{CE7106A7-AFAD-4F93-93AC-B29C752E378D}">
      <dgm:prSet/>
      <dgm:spPr/>
      <dgm:t>
        <a:bodyPr/>
        <a:lstStyle/>
        <a:p>
          <a:endParaRPr lang="en-US"/>
        </a:p>
      </dgm:t>
    </dgm:pt>
    <dgm:pt modelId="{38D012C9-5F20-4353-AB9C-5294B5ABC044}">
      <dgm:prSet phldrT="[Text]"/>
      <dgm:spPr/>
      <dgm:t>
        <a:bodyPr/>
        <a:lstStyle/>
        <a:p>
          <a:r>
            <a:rPr lang="en-US" dirty="0"/>
            <a:t>1</a:t>
          </a:r>
        </a:p>
      </dgm:t>
    </dgm:pt>
    <dgm:pt modelId="{0ABA7F1B-0A7A-4EDC-B0BA-FC71B0C8D1A5}" type="parTrans" cxnId="{2B0F8D22-D401-44E8-9739-801FF6D135C9}">
      <dgm:prSet/>
      <dgm:spPr/>
      <dgm:t>
        <a:bodyPr/>
        <a:lstStyle/>
        <a:p>
          <a:endParaRPr lang="en-US"/>
        </a:p>
      </dgm:t>
    </dgm:pt>
    <dgm:pt modelId="{24727417-E4CB-4A37-8C6A-084BCA9AADBF}" type="sibTrans" cxnId="{2B0F8D22-D401-44E8-9739-801FF6D135C9}">
      <dgm:prSet/>
      <dgm:spPr/>
      <dgm:t>
        <a:bodyPr/>
        <a:lstStyle/>
        <a:p>
          <a:endParaRPr lang="en-US"/>
        </a:p>
      </dgm:t>
    </dgm:pt>
    <dgm:pt modelId="{681974F1-849E-431D-BB15-FBDD9816ACC2}">
      <dgm:prSet phldrT="[Text]"/>
      <dgm:spPr/>
      <dgm:t>
        <a:bodyPr/>
        <a:lstStyle/>
        <a:p>
          <a:r>
            <a:rPr lang="en-US" dirty="0"/>
            <a:t>1</a:t>
          </a:r>
        </a:p>
      </dgm:t>
    </dgm:pt>
    <dgm:pt modelId="{C5FBFE82-F380-4AFE-9A32-07E665FF75D2}" type="parTrans" cxnId="{23F88DA9-1D65-4424-B48F-A3DA96F3EADF}">
      <dgm:prSet/>
      <dgm:spPr/>
      <dgm:t>
        <a:bodyPr/>
        <a:lstStyle/>
        <a:p>
          <a:endParaRPr lang="en-US"/>
        </a:p>
      </dgm:t>
    </dgm:pt>
    <dgm:pt modelId="{883D5AA8-CA58-4AD9-87A5-4C75D6E1BC07}" type="sibTrans" cxnId="{23F88DA9-1D65-4424-B48F-A3DA96F3EADF}">
      <dgm:prSet/>
      <dgm:spPr/>
      <dgm:t>
        <a:bodyPr/>
        <a:lstStyle/>
        <a:p>
          <a:endParaRPr lang="en-US"/>
        </a:p>
      </dgm:t>
    </dgm:pt>
    <dgm:pt modelId="{4873A05E-2E15-4952-8D2C-CBF8428E175D}" type="pres">
      <dgm:prSet presAssocID="{FA6E01B0-7475-4C7A-923E-08C6E240DA8F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4A544D56-C7E1-46A0-B98D-95B9EC872B10}" type="pres">
      <dgm:prSet presAssocID="{FA6E01B0-7475-4C7A-923E-08C6E240DA8F}" presName="hierFlow" presStyleCnt="0"/>
      <dgm:spPr/>
    </dgm:pt>
    <dgm:pt modelId="{46EBE6A6-6A5C-44A6-817E-B3EE18EC2425}" type="pres">
      <dgm:prSet presAssocID="{FA6E01B0-7475-4C7A-923E-08C6E240DA8F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A4199222-05AB-4324-BEB0-E9FB68E1E59B}" type="pres">
      <dgm:prSet presAssocID="{D32D803B-0898-456B-861E-5A2083B92E3D}" presName="Name14" presStyleCnt="0"/>
      <dgm:spPr/>
    </dgm:pt>
    <dgm:pt modelId="{CC46D1CE-1D21-4A2B-AB87-C578B499B064}" type="pres">
      <dgm:prSet presAssocID="{D32D803B-0898-456B-861E-5A2083B92E3D}" presName="level1Shape" presStyleLbl="node0" presStyleIdx="0" presStyleCnt="1">
        <dgm:presLayoutVars>
          <dgm:chPref val="3"/>
        </dgm:presLayoutVars>
      </dgm:prSet>
      <dgm:spPr/>
    </dgm:pt>
    <dgm:pt modelId="{706BF84A-F673-4824-9499-4D825E9719C4}" type="pres">
      <dgm:prSet presAssocID="{D32D803B-0898-456B-861E-5A2083B92E3D}" presName="hierChild2" presStyleCnt="0"/>
      <dgm:spPr/>
    </dgm:pt>
    <dgm:pt modelId="{87F939A7-8E8D-4402-B009-40019F3E139C}" type="pres">
      <dgm:prSet presAssocID="{01EC8E7C-A651-4CC7-B3B1-26A56EFFE992}" presName="Name19" presStyleLbl="parChTrans1D2" presStyleIdx="0" presStyleCnt="2"/>
      <dgm:spPr/>
    </dgm:pt>
    <dgm:pt modelId="{F3C2F126-2666-406F-B966-41C8837548B0}" type="pres">
      <dgm:prSet presAssocID="{166E3FCA-3D41-42F3-9AE7-E1C078B45A7E}" presName="Name21" presStyleCnt="0"/>
      <dgm:spPr/>
    </dgm:pt>
    <dgm:pt modelId="{3B37B4B1-E198-420B-9560-23ACF9334C6C}" type="pres">
      <dgm:prSet presAssocID="{166E3FCA-3D41-42F3-9AE7-E1C078B45A7E}" presName="level2Shape" presStyleLbl="node2" presStyleIdx="0" presStyleCnt="2"/>
      <dgm:spPr/>
    </dgm:pt>
    <dgm:pt modelId="{44ED4F0D-20EF-497C-8139-DE4CB6D852DC}" type="pres">
      <dgm:prSet presAssocID="{166E3FCA-3D41-42F3-9AE7-E1C078B45A7E}" presName="hierChild3" presStyleCnt="0"/>
      <dgm:spPr/>
    </dgm:pt>
    <dgm:pt modelId="{0A187D42-F4AC-432A-8407-C549EE223557}" type="pres">
      <dgm:prSet presAssocID="{A269067F-3627-4F60-B6E1-BFBD9068CB4F}" presName="Name19" presStyleLbl="parChTrans1D3" presStyleIdx="0" presStyleCnt="4"/>
      <dgm:spPr/>
    </dgm:pt>
    <dgm:pt modelId="{C82EC3EE-4854-4BA3-BD63-B18962FABF11}" type="pres">
      <dgm:prSet presAssocID="{EFCF4B24-FEAD-4630-B8D3-E15BA2B49252}" presName="Name21" presStyleCnt="0"/>
      <dgm:spPr/>
    </dgm:pt>
    <dgm:pt modelId="{E739AA26-3632-474B-AE3F-BF80F9FAFAD3}" type="pres">
      <dgm:prSet presAssocID="{EFCF4B24-FEAD-4630-B8D3-E15BA2B49252}" presName="level2Shape" presStyleLbl="node3" presStyleIdx="0" presStyleCnt="4"/>
      <dgm:spPr/>
    </dgm:pt>
    <dgm:pt modelId="{D1A86AAF-26C1-4E63-8345-DCAA6586CF4E}" type="pres">
      <dgm:prSet presAssocID="{EFCF4B24-FEAD-4630-B8D3-E15BA2B49252}" presName="hierChild3" presStyleCnt="0"/>
      <dgm:spPr/>
    </dgm:pt>
    <dgm:pt modelId="{144EE3D0-0160-4C27-B834-6089CDA32AD4}" type="pres">
      <dgm:prSet presAssocID="{982A61C4-A90E-46AE-9891-4A35DF98C852}" presName="Name19" presStyleLbl="parChTrans1D4" presStyleIdx="0" presStyleCnt="16"/>
      <dgm:spPr/>
    </dgm:pt>
    <dgm:pt modelId="{463DBDD9-8D21-41E3-B319-ED41CDB1F9C2}" type="pres">
      <dgm:prSet presAssocID="{42AEBBD9-EE3C-470B-96DE-A5742284FD98}" presName="Name21" presStyleCnt="0"/>
      <dgm:spPr/>
    </dgm:pt>
    <dgm:pt modelId="{93969931-D80C-4136-B32D-1074F7764984}" type="pres">
      <dgm:prSet presAssocID="{42AEBBD9-EE3C-470B-96DE-A5742284FD98}" presName="level2Shape" presStyleLbl="node4" presStyleIdx="0" presStyleCnt="16"/>
      <dgm:spPr/>
    </dgm:pt>
    <dgm:pt modelId="{5805007B-5185-4420-A0BE-C87073769969}" type="pres">
      <dgm:prSet presAssocID="{42AEBBD9-EE3C-470B-96DE-A5742284FD98}" presName="hierChild3" presStyleCnt="0"/>
      <dgm:spPr/>
    </dgm:pt>
    <dgm:pt modelId="{542D1EB3-86BC-427F-BCD1-F26A4AB2F03B}" type="pres">
      <dgm:prSet presAssocID="{C26A97F9-08DD-461F-A545-0C5C80B916D7}" presName="Name19" presStyleLbl="parChTrans1D4" presStyleIdx="1" presStyleCnt="16"/>
      <dgm:spPr/>
    </dgm:pt>
    <dgm:pt modelId="{0A396253-994F-4679-94AD-BD5BD736B342}" type="pres">
      <dgm:prSet presAssocID="{A9DBAD82-5921-4DF9-AF4D-F335F10D7D6C}" presName="Name21" presStyleCnt="0"/>
      <dgm:spPr/>
    </dgm:pt>
    <dgm:pt modelId="{C78CC687-C76C-4897-A6B8-540CAA062B69}" type="pres">
      <dgm:prSet presAssocID="{A9DBAD82-5921-4DF9-AF4D-F335F10D7D6C}" presName="level2Shape" presStyleLbl="node4" presStyleIdx="1" presStyleCnt="16"/>
      <dgm:spPr/>
    </dgm:pt>
    <dgm:pt modelId="{7D41E028-8D2B-4100-B4E7-0C377100FA04}" type="pres">
      <dgm:prSet presAssocID="{A9DBAD82-5921-4DF9-AF4D-F335F10D7D6C}" presName="hierChild3" presStyleCnt="0"/>
      <dgm:spPr/>
    </dgm:pt>
    <dgm:pt modelId="{BB9B6D6A-A13D-4FFB-9F74-CD482764F5E0}" type="pres">
      <dgm:prSet presAssocID="{31F2C0A3-A74F-4F26-82C8-80B566AA9561}" presName="Name19" presStyleLbl="parChTrans1D4" presStyleIdx="2" presStyleCnt="16"/>
      <dgm:spPr/>
    </dgm:pt>
    <dgm:pt modelId="{336DE4B5-0B65-4B70-A1DC-6F6CF31AE34D}" type="pres">
      <dgm:prSet presAssocID="{7ACB5E19-4CA6-4FE0-BAD5-0FA6DB8DC80B}" presName="Name21" presStyleCnt="0"/>
      <dgm:spPr/>
    </dgm:pt>
    <dgm:pt modelId="{3DC6F3B1-1686-4745-8DA5-19DB869D2CDD}" type="pres">
      <dgm:prSet presAssocID="{7ACB5E19-4CA6-4FE0-BAD5-0FA6DB8DC80B}" presName="level2Shape" presStyleLbl="node4" presStyleIdx="2" presStyleCnt="16"/>
      <dgm:spPr/>
    </dgm:pt>
    <dgm:pt modelId="{23257A53-53FC-40F1-B7A4-2710BFECD59D}" type="pres">
      <dgm:prSet presAssocID="{7ACB5E19-4CA6-4FE0-BAD5-0FA6DB8DC80B}" presName="hierChild3" presStyleCnt="0"/>
      <dgm:spPr/>
    </dgm:pt>
    <dgm:pt modelId="{EE695E35-F0E1-4068-985E-755EDB1B5CCB}" type="pres">
      <dgm:prSet presAssocID="{47E448F8-E280-4E78-BDFC-0BCF0AD29D55}" presName="Name19" presStyleLbl="parChTrans1D4" presStyleIdx="3" presStyleCnt="16"/>
      <dgm:spPr/>
    </dgm:pt>
    <dgm:pt modelId="{522C36F5-6681-4197-8002-B6A88CC5A6B4}" type="pres">
      <dgm:prSet presAssocID="{164AE0F9-2976-48CA-A18A-EBF20D3F020E}" presName="Name21" presStyleCnt="0"/>
      <dgm:spPr/>
    </dgm:pt>
    <dgm:pt modelId="{14BC5E39-5A11-4112-B368-5D4C11666898}" type="pres">
      <dgm:prSet presAssocID="{164AE0F9-2976-48CA-A18A-EBF20D3F020E}" presName="level2Shape" presStyleLbl="node4" presStyleIdx="3" presStyleCnt="16"/>
      <dgm:spPr/>
    </dgm:pt>
    <dgm:pt modelId="{008CAFEB-A0FB-4339-A390-3BF6A5423722}" type="pres">
      <dgm:prSet presAssocID="{164AE0F9-2976-48CA-A18A-EBF20D3F020E}" presName="hierChild3" presStyleCnt="0"/>
      <dgm:spPr/>
    </dgm:pt>
    <dgm:pt modelId="{51467C62-0A57-4DED-8DBD-6A5EDF82D26F}" type="pres">
      <dgm:prSet presAssocID="{77EA6027-BA56-41FC-947F-C34AA24D2564}" presName="Name19" presStyleLbl="parChTrans1D3" presStyleIdx="1" presStyleCnt="4"/>
      <dgm:spPr/>
    </dgm:pt>
    <dgm:pt modelId="{2CFB2B20-BAFB-4161-B5C8-1028E1B9B449}" type="pres">
      <dgm:prSet presAssocID="{B76B2D71-08C8-496E-8370-3F01DE561D6D}" presName="Name21" presStyleCnt="0"/>
      <dgm:spPr/>
    </dgm:pt>
    <dgm:pt modelId="{1133CEAC-B17C-4833-A69C-9FD1E291A6CB}" type="pres">
      <dgm:prSet presAssocID="{B76B2D71-08C8-496E-8370-3F01DE561D6D}" presName="level2Shape" presStyleLbl="node3" presStyleIdx="1" presStyleCnt="4"/>
      <dgm:spPr/>
    </dgm:pt>
    <dgm:pt modelId="{7C17944E-BCC9-4D22-B79E-5075A65A49B5}" type="pres">
      <dgm:prSet presAssocID="{B76B2D71-08C8-496E-8370-3F01DE561D6D}" presName="hierChild3" presStyleCnt="0"/>
      <dgm:spPr/>
    </dgm:pt>
    <dgm:pt modelId="{666E768B-A607-4913-8ABA-451071FFCB60}" type="pres">
      <dgm:prSet presAssocID="{3A0918A4-1628-4340-BA55-684C930E18E0}" presName="Name19" presStyleLbl="parChTrans1D4" presStyleIdx="4" presStyleCnt="16"/>
      <dgm:spPr/>
    </dgm:pt>
    <dgm:pt modelId="{D545C803-E275-411A-B0F4-56208E834222}" type="pres">
      <dgm:prSet presAssocID="{6314645A-310E-4783-9EF9-8A9557C2973A}" presName="Name21" presStyleCnt="0"/>
      <dgm:spPr/>
    </dgm:pt>
    <dgm:pt modelId="{0D31A5EC-DD58-4A5B-B969-C661B32DA705}" type="pres">
      <dgm:prSet presAssocID="{6314645A-310E-4783-9EF9-8A9557C2973A}" presName="level2Shape" presStyleLbl="node4" presStyleIdx="4" presStyleCnt="16"/>
      <dgm:spPr/>
    </dgm:pt>
    <dgm:pt modelId="{A9AD7A26-6216-4FD2-A5E3-499725D18A82}" type="pres">
      <dgm:prSet presAssocID="{6314645A-310E-4783-9EF9-8A9557C2973A}" presName="hierChild3" presStyleCnt="0"/>
      <dgm:spPr/>
    </dgm:pt>
    <dgm:pt modelId="{EDDF1307-4038-4020-8DC7-AA42D9AF8449}" type="pres">
      <dgm:prSet presAssocID="{09954ABE-3218-4411-97D6-C79E5F8F0B00}" presName="Name19" presStyleLbl="parChTrans1D4" presStyleIdx="5" presStyleCnt="16"/>
      <dgm:spPr/>
    </dgm:pt>
    <dgm:pt modelId="{0089D89E-C5E4-4F91-A1A1-95FF6AF8DDCB}" type="pres">
      <dgm:prSet presAssocID="{9B675DEE-7C2F-440E-B56E-448132103B95}" presName="Name21" presStyleCnt="0"/>
      <dgm:spPr/>
    </dgm:pt>
    <dgm:pt modelId="{EF3EC995-4A7A-47F1-A3AA-85625B6313EF}" type="pres">
      <dgm:prSet presAssocID="{9B675DEE-7C2F-440E-B56E-448132103B95}" presName="level2Shape" presStyleLbl="node4" presStyleIdx="5" presStyleCnt="16"/>
      <dgm:spPr/>
    </dgm:pt>
    <dgm:pt modelId="{62DDF773-CA2F-4591-A230-B7092F14FF73}" type="pres">
      <dgm:prSet presAssocID="{9B675DEE-7C2F-440E-B56E-448132103B95}" presName="hierChild3" presStyleCnt="0"/>
      <dgm:spPr/>
    </dgm:pt>
    <dgm:pt modelId="{F65D7FC2-7F30-4256-A9EC-5E2D3C32908D}" type="pres">
      <dgm:prSet presAssocID="{8C08217C-228E-4D9C-8BF1-8043805D973D}" presName="Name19" presStyleLbl="parChTrans1D4" presStyleIdx="6" presStyleCnt="16"/>
      <dgm:spPr/>
    </dgm:pt>
    <dgm:pt modelId="{A041BBD0-7B1D-492D-86E8-09218B63951E}" type="pres">
      <dgm:prSet presAssocID="{DCB8D92B-2ED0-4383-BB89-9C17C06FF7FB}" presName="Name21" presStyleCnt="0"/>
      <dgm:spPr/>
    </dgm:pt>
    <dgm:pt modelId="{A99D241F-8ACE-402F-891E-3598339B20C4}" type="pres">
      <dgm:prSet presAssocID="{DCB8D92B-2ED0-4383-BB89-9C17C06FF7FB}" presName="level2Shape" presStyleLbl="node4" presStyleIdx="6" presStyleCnt="16"/>
      <dgm:spPr/>
    </dgm:pt>
    <dgm:pt modelId="{3CCE7CE8-C4A0-4F49-BCE0-190B3AF7C909}" type="pres">
      <dgm:prSet presAssocID="{DCB8D92B-2ED0-4383-BB89-9C17C06FF7FB}" presName="hierChild3" presStyleCnt="0"/>
      <dgm:spPr/>
    </dgm:pt>
    <dgm:pt modelId="{457BDD59-CB99-4A7F-A49F-C03423445097}" type="pres">
      <dgm:prSet presAssocID="{DE1299F6-09F0-4AB0-84BE-08F4001F522D}" presName="Name19" presStyleLbl="parChTrans1D4" presStyleIdx="7" presStyleCnt="16"/>
      <dgm:spPr/>
    </dgm:pt>
    <dgm:pt modelId="{5F133830-C75B-4369-BAC6-08BD01064430}" type="pres">
      <dgm:prSet presAssocID="{CD58F44E-7E99-4ABC-A020-58579487FAD7}" presName="Name21" presStyleCnt="0"/>
      <dgm:spPr/>
    </dgm:pt>
    <dgm:pt modelId="{6AC87D89-7A5E-4D42-BF7A-726203B243E5}" type="pres">
      <dgm:prSet presAssocID="{CD58F44E-7E99-4ABC-A020-58579487FAD7}" presName="level2Shape" presStyleLbl="node4" presStyleIdx="7" presStyleCnt="16"/>
      <dgm:spPr/>
    </dgm:pt>
    <dgm:pt modelId="{17582A6F-8EE2-4CAF-BCAC-25F9771453F4}" type="pres">
      <dgm:prSet presAssocID="{CD58F44E-7E99-4ABC-A020-58579487FAD7}" presName="hierChild3" presStyleCnt="0"/>
      <dgm:spPr/>
    </dgm:pt>
    <dgm:pt modelId="{8622CC84-EDBE-4323-B0A2-572A244CE26E}" type="pres">
      <dgm:prSet presAssocID="{36001938-7BA6-4070-8DAA-D90E2551C469}" presName="Name19" presStyleLbl="parChTrans1D2" presStyleIdx="1" presStyleCnt="2"/>
      <dgm:spPr/>
    </dgm:pt>
    <dgm:pt modelId="{3E75EF7B-93CB-478A-A9B8-050EB4D1430F}" type="pres">
      <dgm:prSet presAssocID="{92AB6102-0C91-41B6-9E89-5E13E9E6DEDE}" presName="Name21" presStyleCnt="0"/>
      <dgm:spPr/>
    </dgm:pt>
    <dgm:pt modelId="{B6E8BE87-2340-4537-9377-142DC2EE02AF}" type="pres">
      <dgm:prSet presAssocID="{92AB6102-0C91-41B6-9E89-5E13E9E6DEDE}" presName="level2Shape" presStyleLbl="node2" presStyleIdx="1" presStyleCnt="2"/>
      <dgm:spPr/>
    </dgm:pt>
    <dgm:pt modelId="{27650AC6-AD73-4FD0-9845-35C06BCBB3CE}" type="pres">
      <dgm:prSet presAssocID="{92AB6102-0C91-41B6-9E89-5E13E9E6DEDE}" presName="hierChild3" presStyleCnt="0"/>
      <dgm:spPr/>
    </dgm:pt>
    <dgm:pt modelId="{3024370F-60E7-4228-A52F-A685CAD0331B}" type="pres">
      <dgm:prSet presAssocID="{553B285C-057E-43EE-B7F8-6742E30A0500}" presName="Name19" presStyleLbl="parChTrans1D3" presStyleIdx="2" presStyleCnt="4"/>
      <dgm:spPr/>
    </dgm:pt>
    <dgm:pt modelId="{FDFAE00C-296E-482F-8F94-9B0D2F09D956}" type="pres">
      <dgm:prSet presAssocID="{AE2E4107-BAD5-4167-BABA-F66F36DDA04E}" presName="Name21" presStyleCnt="0"/>
      <dgm:spPr/>
    </dgm:pt>
    <dgm:pt modelId="{456DA0D2-7C5E-4E13-8005-9547D8CDD216}" type="pres">
      <dgm:prSet presAssocID="{AE2E4107-BAD5-4167-BABA-F66F36DDA04E}" presName="level2Shape" presStyleLbl="node3" presStyleIdx="2" presStyleCnt="4"/>
      <dgm:spPr/>
    </dgm:pt>
    <dgm:pt modelId="{65B5DCD0-0B14-4FFF-AB5E-08C3AA762240}" type="pres">
      <dgm:prSet presAssocID="{AE2E4107-BAD5-4167-BABA-F66F36DDA04E}" presName="hierChild3" presStyleCnt="0"/>
      <dgm:spPr/>
    </dgm:pt>
    <dgm:pt modelId="{502C3FF0-E12C-4935-B633-B8814F8A43D3}" type="pres">
      <dgm:prSet presAssocID="{0616C66C-9D3C-47AC-B2BE-217BF1EA8073}" presName="Name19" presStyleLbl="parChTrans1D4" presStyleIdx="8" presStyleCnt="16"/>
      <dgm:spPr/>
    </dgm:pt>
    <dgm:pt modelId="{208D455D-ED55-419D-82C2-5794F59A2BDE}" type="pres">
      <dgm:prSet presAssocID="{9A6F2112-98F5-445B-A540-ACDD5CD22393}" presName="Name21" presStyleCnt="0"/>
      <dgm:spPr/>
    </dgm:pt>
    <dgm:pt modelId="{E7F39147-5F26-4E4E-9E73-63A4EF1C0A4C}" type="pres">
      <dgm:prSet presAssocID="{9A6F2112-98F5-445B-A540-ACDD5CD22393}" presName="level2Shape" presStyleLbl="node4" presStyleIdx="8" presStyleCnt="16"/>
      <dgm:spPr/>
    </dgm:pt>
    <dgm:pt modelId="{9688AEE3-D493-43AD-ADD2-018494978241}" type="pres">
      <dgm:prSet presAssocID="{9A6F2112-98F5-445B-A540-ACDD5CD22393}" presName="hierChild3" presStyleCnt="0"/>
      <dgm:spPr/>
    </dgm:pt>
    <dgm:pt modelId="{2398E99A-9D31-4AB3-A018-3BDD8FDE293E}" type="pres">
      <dgm:prSet presAssocID="{6C29A138-D9B6-4E5E-83ED-BC630143A8DF}" presName="Name19" presStyleLbl="parChTrans1D4" presStyleIdx="9" presStyleCnt="16"/>
      <dgm:spPr/>
    </dgm:pt>
    <dgm:pt modelId="{AB2391B9-E862-439D-A859-9B6ED9E43372}" type="pres">
      <dgm:prSet presAssocID="{92DA4334-FAB2-4343-864B-3A5CCAFADA97}" presName="Name21" presStyleCnt="0"/>
      <dgm:spPr/>
    </dgm:pt>
    <dgm:pt modelId="{AD907650-6EDD-4B8F-A157-E31AA2B23750}" type="pres">
      <dgm:prSet presAssocID="{92DA4334-FAB2-4343-864B-3A5CCAFADA97}" presName="level2Shape" presStyleLbl="node4" presStyleIdx="9" presStyleCnt="16"/>
      <dgm:spPr/>
    </dgm:pt>
    <dgm:pt modelId="{F04A9866-CEFE-453E-986B-73A635C3DEC1}" type="pres">
      <dgm:prSet presAssocID="{92DA4334-FAB2-4343-864B-3A5CCAFADA97}" presName="hierChild3" presStyleCnt="0"/>
      <dgm:spPr/>
    </dgm:pt>
    <dgm:pt modelId="{45AE6611-3EEB-4568-9795-CF2C17EE6355}" type="pres">
      <dgm:prSet presAssocID="{7B86736E-B7BA-4F08-98EC-B749CFE89F9F}" presName="Name19" presStyleLbl="parChTrans1D4" presStyleIdx="10" presStyleCnt="16"/>
      <dgm:spPr/>
    </dgm:pt>
    <dgm:pt modelId="{509EFD42-D62D-49C9-BCE0-2CFC6EF153AD}" type="pres">
      <dgm:prSet presAssocID="{C175836C-70F5-4E2C-8B46-6C7F7D5FC6CB}" presName="Name21" presStyleCnt="0"/>
      <dgm:spPr/>
    </dgm:pt>
    <dgm:pt modelId="{101A4837-AC17-476E-9D67-7C9BF115669B}" type="pres">
      <dgm:prSet presAssocID="{C175836C-70F5-4E2C-8B46-6C7F7D5FC6CB}" presName="level2Shape" presStyleLbl="node4" presStyleIdx="10" presStyleCnt="16"/>
      <dgm:spPr/>
    </dgm:pt>
    <dgm:pt modelId="{80846FC7-43FA-4937-8A86-C059D755E7A4}" type="pres">
      <dgm:prSet presAssocID="{C175836C-70F5-4E2C-8B46-6C7F7D5FC6CB}" presName="hierChild3" presStyleCnt="0"/>
      <dgm:spPr/>
    </dgm:pt>
    <dgm:pt modelId="{66844C77-629F-44D3-AC7D-B937F6F15A6D}" type="pres">
      <dgm:prSet presAssocID="{D3692D5F-630F-422D-94F7-BAA8677D84BD}" presName="Name19" presStyleLbl="parChTrans1D4" presStyleIdx="11" presStyleCnt="16"/>
      <dgm:spPr/>
    </dgm:pt>
    <dgm:pt modelId="{A49B83EE-737E-434A-A454-15996A530010}" type="pres">
      <dgm:prSet presAssocID="{028DE7EF-FA6C-4057-94C8-067625477C17}" presName="Name21" presStyleCnt="0"/>
      <dgm:spPr/>
    </dgm:pt>
    <dgm:pt modelId="{96B2617B-D57E-4FA4-B6C9-4B1843E7A5DC}" type="pres">
      <dgm:prSet presAssocID="{028DE7EF-FA6C-4057-94C8-067625477C17}" presName="level2Shape" presStyleLbl="node4" presStyleIdx="11" presStyleCnt="16"/>
      <dgm:spPr/>
    </dgm:pt>
    <dgm:pt modelId="{DD7D2E67-F62A-4F86-BBD6-5C3E2D61544E}" type="pres">
      <dgm:prSet presAssocID="{028DE7EF-FA6C-4057-94C8-067625477C17}" presName="hierChild3" presStyleCnt="0"/>
      <dgm:spPr/>
    </dgm:pt>
    <dgm:pt modelId="{50F8F66E-BFA3-4767-87D1-38F5375CEE4C}" type="pres">
      <dgm:prSet presAssocID="{A1D01A91-364E-49A5-86B3-B6890AFC2489}" presName="Name19" presStyleLbl="parChTrans1D3" presStyleIdx="3" presStyleCnt="4"/>
      <dgm:spPr/>
    </dgm:pt>
    <dgm:pt modelId="{0FC4757F-36FB-4B42-98F3-CA4E51C65E6B}" type="pres">
      <dgm:prSet presAssocID="{E1EC88C0-3F74-427C-83C5-A2B8087A6537}" presName="Name21" presStyleCnt="0"/>
      <dgm:spPr/>
    </dgm:pt>
    <dgm:pt modelId="{B6552BDF-5C4F-4438-B26C-5DA54C2D531C}" type="pres">
      <dgm:prSet presAssocID="{E1EC88C0-3F74-427C-83C5-A2B8087A6537}" presName="level2Shape" presStyleLbl="node3" presStyleIdx="3" presStyleCnt="4"/>
      <dgm:spPr/>
    </dgm:pt>
    <dgm:pt modelId="{932109B7-0A3C-4152-893C-707B5D0C64C7}" type="pres">
      <dgm:prSet presAssocID="{E1EC88C0-3F74-427C-83C5-A2B8087A6537}" presName="hierChild3" presStyleCnt="0"/>
      <dgm:spPr/>
    </dgm:pt>
    <dgm:pt modelId="{9AF3D150-065B-4284-8658-5029A6DBE0E7}" type="pres">
      <dgm:prSet presAssocID="{720BE08C-9F82-46FA-BAC4-1CC1B4367573}" presName="Name19" presStyleLbl="parChTrans1D4" presStyleIdx="12" presStyleCnt="16"/>
      <dgm:spPr/>
    </dgm:pt>
    <dgm:pt modelId="{4C23E012-8E4B-4B77-81BB-C746378DCC5F}" type="pres">
      <dgm:prSet presAssocID="{AEED12C6-74DC-4473-B902-18BEFED76BB9}" presName="Name21" presStyleCnt="0"/>
      <dgm:spPr/>
    </dgm:pt>
    <dgm:pt modelId="{8F7E9EBD-50E0-48CF-8083-C32315130CC5}" type="pres">
      <dgm:prSet presAssocID="{AEED12C6-74DC-4473-B902-18BEFED76BB9}" presName="level2Shape" presStyleLbl="node4" presStyleIdx="12" presStyleCnt="16"/>
      <dgm:spPr/>
    </dgm:pt>
    <dgm:pt modelId="{3D40368A-F06A-41A3-8778-1BF8E5C419EA}" type="pres">
      <dgm:prSet presAssocID="{AEED12C6-74DC-4473-B902-18BEFED76BB9}" presName="hierChild3" presStyleCnt="0"/>
      <dgm:spPr/>
    </dgm:pt>
    <dgm:pt modelId="{BA561A8B-A4EC-4095-B5D6-C61A70252811}" type="pres">
      <dgm:prSet presAssocID="{0ABA7F1B-0A7A-4EDC-B0BA-FC71B0C8D1A5}" presName="Name19" presStyleLbl="parChTrans1D4" presStyleIdx="13" presStyleCnt="16"/>
      <dgm:spPr/>
    </dgm:pt>
    <dgm:pt modelId="{A22FB578-C0C3-413F-A7BA-FE0D29B9A8E2}" type="pres">
      <dgm:prSet presAssocID="{38D012C9-5F20-4353-AB9C-5294B5ABC044}" presName="Name21" presStyleCnt="0"/>
      <dgm:spPr/>
    </dgm:pt>
    <dgm:pt modelId="{F4C20E41-1AA7-4C7C-BC31-F48BC9AE3999}" type="pres">
      <dgm:prSet presAssocID="{38D012C9-5F20-4353-AB9C-5294B5ABC044}" presName="level2Shape" presStyleLbl="node4" presStyleIdx="13" presStyleCnt="16"/>
      <dgm:spPr/>
    </dgm:pt>
    <dgm:pt modelId="{E3116A04-1C59-4083-B312-F83D3C590545}" type="pres">
      <dgm:prSet presAssocID="{38D012C9-5F20-4353-AB9C-5294B5ABC044}" presName="hierChild3" presStyleCnt="0"/>
      <dgm:spPr/>
    </dgm:pt>
    <dgm:pt modelId="{DF0FFD6B-B735-4474-84E2-0FE8135CE249}" type="pres">
      <dgm:prSet presAssocID="{F2575F5A-3FEB-470D-9CFC-D9E765888B1A}" presName="Name19" presStyleLbl="parChTrans1D4" presStyleIdx="14" presStyleCnt="16"/>
      <dgm:spPr/>
    </dgm:pt>
    <dgm:pt modelId="{FC56324B-0E3C-4CD4-8BD6-A2A3B985E4C3}" type="pres">
      <dgm:prSet presAssocID="{94834DA8-027F-44E3-9F07-9EDC4519BE0F}" presName="Name21" presStyleCnt="0"/>
      <dgm:spPr/>
    </dgm:pt>
    <dgm:pt modelId="{198AAE4E-BF48-4786-A3D8-18D5CF425B88}" type="pres">
      <dgm:prSet presAssocID="{94834DA8-027F-44E3-9F07-9EDC4519BE0F}" presName="level2Shape" presStyleLbl="node4" presStyleIdx="14" presStyleCnt="16"/>
      <dgm:spPr/>
    </dgm:pt>
    <dgm:pt modelId="{1B18B51F-CD81-43CA-96F3-C952199B6542}" type="pres">
      <dgm:prSet presAssocID="{94834DA8-027F-44E3-9F07-9EDC4519BE0F}" presName="hierChild3" presStyleCnt="0"/>
      <dgm:spPr/>
    </dgm:pt>
    <dgm:pt modelId="{410C3026-F89D-4A55-A4EC-12338DFA139C}" type="pres">
      <dgm:prSet presAssocID="{C5FBFE82-F380-4AFE-9A32-07E665FF75D2}" presName="Name19" presStyleLbl="parChTrans1D4" presStyleIdx="15" presStyleCnt="16"/>
      <dgm:spPr/>
    </dgm:pt>
    <dgm:pt modelId="{709A7024-532C-4260-8824-4F4CC1912799}" type="pres">
      <dgm:prSet presAssocID="{681974F1-849E-431D-BB15-FBDD9816ACC2}" presName="Name21" presStyleCnt="0"/>
      <dgm:spPr/>
    </dgm:pt>
    <dgm:pt modelId="{2C1394D8-D2E7-4A99-A6FE-5C75DAF4ED5E}" type="pres">
      <dgm:prSet presAssocID="{681974F1-849E-431D-BB15-FBDD9816ACC2}" presName="level2Shape" presStyleLbl="node4" presStyleIdx="15" presStyleCnt="16"/>
      <dgm:spPr/>
    </dgm:pt>
    <dgm:pt modelId="{EB243C8C-B675-4E05-BA52-8830E8EDAC5A}" type="pres">
      <dgm:prSet presAssocID="{681974F1-849E-431D-BB15-FBDD9816ACC2}" presName="hierChild3" presStyleCnt="0"/>
      <dgm:spPr/>
    </dgm:pt>
    <dgm:pt modelId="{5A90F33F-643E-4502-9AF6-9D2791DBAB65}" type="pres">
      <dgm:prSet presAssocID="{FA6E01B0-7475-4C7A-923E-08C6E240DA8F}" presName="bgShapesFlow" presStyleCnt="0"/>
      <dgm:spPr/>
    </dgm:pt>
  </dgm:ptLst>
  <dgm:cxnLst>
    <dgm:cxn modelId="{BA720502-D429-439A-B71C-4B8DF7332F31}" type="presOf" srcId="{C26A97F9-08DD-461F-A545-0C5C80B916D7}" destId="{542D1EB3-86BC-427F-BCD1-F26A4AB2F03B}" srcOrd="0" destOrd="0" presId="urn:microsoft.com/office/officeart/2005/8/layout/hierarchy6"/>
    <dgm:cxn modelId="{33194904-FEBF-4592-9BDD-D23E4BC45CD4}" srcId="{42AEBBD9-EE3C-470B-96DE-A5742284FD98}" destId="{A9DBAD82-5921-4DF9-AF4D-F335F10D7D6C}" srcOrd="0" destOrd="0" parTransId="{C26A97F9-08DD-461F-A545-0C5C80B916D7}" sibTransId="{4F4F2AA2-0B27-4FEA-913A-AF5B3A87DC97}"/>
    <dgm:cxn modelId="{5020F104-9DC3-4888-90B4-8BD2314D9554}" type="presOf" srcId="{B76B2D71-08C8-496E-8370-3F01DE561D6D}" destId="{1133CEAC-B17C-4833-A69C-9FD1E291A6CB}" srcOrd="0" destOrd="0" presId="urn:microsoft.com/office/officeart/2005/8/layout/hierarchy6"/>
    <dgm:cxn modelId="{5B6D240A-775E-4447-9CEC-18E28040F342}" srcId="{AE2E4107-BAD5-4167-BABA-F66F36DDA04E}" destId="{9A6F2112-98F5-445B-A540-ACDD5CD22393}" srcOrd="0" destOrd="0" parTransId="{0616C66C-9D3C-47AC-B2BE-217BF1EA8073}" sibTransId="{499EAB9E-C89E-46CC-BB9F-C41FFE6A431F}"/>
    <dgm:cxn modelId="{4A1E530A-EA0A-4D2C-8E44-E8C1516ED8F5}" type="presOf" srcId="{7B86736E-B7BA-4F08-98EC-B749CFE89F9F}" destId="{45AE6611-3EEB-4568-9795-CF2C17EE6355}" srcOrd="0" destOrd="0" presId="urn:microsoft.com/office/officeart/2005/8/layout/hierarchy6"/>
    <dgm:cxn modelId="{49AA1E0B-DD6F-4AA8-820C-F20CDB870C82}" type="presOf" srcId="{553B285C-057E-43EE-B7F8-6742E30A0500}" destId="{3024370F-60E7-4228-A52F-A685CAD0331B}" srcOrd="0" destOrd="0" presId="urn:microsoft.com/office/officeart/2005/8/layout/hierarchy6"/>
    <dgm:cxn modelId="{6F00170E-0621-4100-8F87-9E6FDF0473E1}" type="presOf" srcId="{38D012C9-5F20-4353-AB9C-5294B5ABC044}" destId="{F4C20E41-1AA7-4C7C-BC31-F48BC9AE3999}" srcOrd="0" destOrd="0" presId="urn:microsoft.com/office/officeart/2005/8/layout/hierarchy6"/>
    <dgm:cxn modelId="{81F29211-5B87-4461-BF0A-50BF1F9081EF}" type="presOf" srcId="{42AEBBD9-EE3C-470B-96DE-A5742284FD98}" destId="{93969931-D80C-4136-B32D-1074F7764984}" srcOrd="0" destOrd="0" presId="urn:microsoft.com/office/officeart/2005/8/layout/hierarchy6"/>
    <dgm:cxn modelId="{BB3A4F1B-EA2D-49FB-A27B-D204609AF39A}" srcId="{B76B2D71-08C8-496E-8370-3F01DE561D6D}" destId="{DCB8D92B-2ED0-4383-BB89-9C17C06FF7FB}" srcOrd="1" destOrd="0" parTransId="{8C08217C-228E-4D9C-8BF1-8043805D973D}" sibTransId="{C5DC3314-3612-4513-B32A-4FDDBC9CDAF2}"/>
    <dgm:cxn modelId="{05E6321C-0872-4335-96DE-0E4B8819B65F}" type="presOf" srcId="{31F2C0A3-A74F-4F26-82C8-80B566AA9561}" destId="{BB9B6D6A-A13D-4FFB-9F74-CD482764F5E0}" srcOrd="0" destOrd="0" presId="urn:microsoft.com/office/officeart/2005/8/layout/hierarchy6"/>
    <dgm:cxn modelId="{2B0F8D22-D401-44E8-9739-801FF6D135C9}" srcId="{AEED12C6-74DC-4473-B902-18BEFED76BB9}" destId="{38D012C9-5F20-4353-AB9C-5294B5ABC044}" srcOrd="0" destOrd="0" parTransId="{0ABA7F1B-0A7A-4EDC-B0BA-FC71B0C8D1A5}" sibTransId="{24727417-E4CB-4A37-8C6A-084BCA9AADBF}"/>
    <dgm:cxn modelId="{C1284D23-3D5E-4708-B91F-A6E75F2FC9D7}" type="presOf" srcId="{6314645A-310E-4783-9EF9-8A9557C2973A}" destId="{0D31A5EC-DD58-4A5B-B969-C661B32DA705}" srcOrd="0" destOrd="0" presId="urn:microsoft.com/office/officeart/2005/8/layout/hierarchy6"/>
    <dgm:cxn modelId="{41B10824-AF9E-45FA-85BD-57F3E99794F4}" type="presOf" srcId="{EFCF4B24-FEAD-4630-B8D3-E15BA2B49252}" destId="{E739AA26-3632-474B-AE3F-BF80F9FAFAD3}" srcOrd="0" destOrd="0" presId="urn:microsoft.com/office/officeart/2005/8/layout/hierarchy6"/>
    <dgm:cxn modelId="{70426D27-8027-4D72-B7CE-E3E88DB31110}" type="presOf" srcId="{92AB6102-0C91-41B6-9E89-5E13E9E6DEDE}" destId="{B6E8BE87-2340-4537-9377-142DC2EE02AF}" srcOrd="0" destOrd="0" presId="urn:microsoft.com/office/officeart/2005/8/layout/hierarchy6"/>
    <dgm:cxn modelId="{2324E628-A59F-47BA-AB82-861ECD8DD5FD}" type="presOf" srcId="{A9DBAD82-5921-4DF9-AF4D-F335F10D7D6C}" destId="{C78CC687-C76C-4897-A6B8-540CAA062B69}" srcOrd="0" destOrd="0" presId="urn:microsoft.com/office/officeart/2005/8/layout/hierarchy6"/>
    <dgm:cxn modelId="{E5A6FD29-01A1-4D8E-BAAA-E0B850325D1E}" srcId="{166E3FCA-3D41-42F3-9AE7-E1C078B45A7E}" destId="{EFCF4B24-FEAD-4630-B8D3-E15BA2B49252}" srcOrd="0" destOrd="0" parTransId="{A269067F-3627-4F60-B6E1-BFBD9068CB4F}" sibTransId="{1C1D24FA-9479-4A8B-A1FC-93FC5444C980}"/>
    <dgm:cxn modelId="{3838292A-FAA1-490D-B08A-E233B3B60881}" srcId="{AE2E4107-BAD5-4167-BABA-F66F36DDA04E}" destId="{C175836C-70F5-4E2C-8B46-6C7F7D5FC6CB}" srcOrd="1" destOrd="0" parTransId="{7B86736E-B7BA-4F08-98EC-B749CFE89F9F}" sibTransId="{A465B190-4D8C-4ED6-8F77-DDCDF95DDAA0}"/>
    <dgm:cxn modelId="{E0D93F2A-0BBE-4435-81E6-E6E0C1E4D794}" type="presOf" srcId="{36001938-7BA6-4070-8DAA-D90E2551C469}" destId="{8622CC84-EDBE-4323-B0A2-572A244CE26E}" srcOrd="0" destOrd="0" presId="urn:microsoft.com/office/officeart/2005/8/layout/hierarchy6"/>
    <dgm:cxn modelId="{459DFD2C-DA2D-4E92-B81C-EB22AEA243B6}" srcId="{92AB6102-0C91-41B6-9E89-5E13E9E6DEDE}" destId="{E1EC88C0-3F74-427C-83C5-A2B8087A6537}" srcOrd="1" destOrd="0" parTransId="{A1D01A91-364E-49A5-86B3-B6890AFC2489}" sibTransId="{FE459984-A1EC-4E17-88BC-F6EDB2453E72}"/>
    <dgm:cxn modelId="{0E66EC30-211B-4B69-96AC-CDD258868A22}" type="presOf" srcId="{92DA4334-FAB2-4343-864B-3A5CCAFADA97}" destId="{AD907650-6EDD-4B8F-A157-E31AA2B23750}" srcOrd="0" destOrd="0" presId="urn:microsoft.com/office/officeart/2005/8/layout/hierarchy6"/>
    <dgm:cxn modelId="{8837A332-1123-4C70-970A-5EA243B1DC47}" type="presOf" srcId="{9B675DEE-7C2F-440E-B56E-448132103B95}" destId="{EF3EC995-4A7A-47F1-A3AA-85625B6313EF}" srcOrd="0" destOrd="0" presId="urn:microsoft.com/office/officeart/2005/8/layout/hierarchy6"/>
    <dgm:cxn modelId="{925B0239-056D-48F9-AB23-086257B9A3D2}" type="presOf" srcId="{47E448F8-E280-4E78-BDFC-0BCF0AD29D55}" destId="{EE695E35-F0E1-4068-985E-755EDB1B5CCB}" srcOrd="0" destOrd="0" presId="urn:microsoft.com/office/officeart/2005/8/layout/hierarchy6"/>
    <dgm:cxn modelId="{EFD9D73C-E641-486D-8853-BD2D51434FED}" type="presOf" srcId="{9A6F2112-98F5-445B-A540-ACDD5CD22393}" destId="{E7F39147-5F26-4E4E-9E73-63A4EF1C0A4C}" srcOrd="0" destOrd="0" presId="urn:microsoft.com/office/officeart/2005/8/layout/hierarchy6"/>
    <dgm:cxn modelId="{B475655C-4550-448C-A833-55A0A2E5C581}" type="presOf" srcId="{0ABA7F1B-0A7A-4EDC-B0BA-FC71B0C8D1A5}" destId="{BA561A8B-A4EC-4095-B5D6-C61A70252811}" srcOrd="0" destOrd="0" presId="urn:microsoft.com/office/officeart/2005/8/layout/hierarchy6"/>
    <dgm:cxn modelId="{516E0A5D-83FD-4E1C-B676-AE20747DAAEA}" type="presOf" srcId="{A269067F-3627-4F60-B6E1-BFBD9068CB4F}" destId="{0A187D42-F4AC-432A-8407-C549EE223557}" srcOrd="0" destOrd="0" presId="urn:microsoft.com/office/officeart/2005/8/layout/hierarchy6"/>
    <dgm:cxn modelId="{442B1B41-7D5A-432E-9CCC-893C844B710E}" type="presOf" srcId="{164AE0F9-2976-48CA-A18A-EBF20D3F020E}" destId="{14BC5E39-5A11-4112-B368-5D4C11666898}" srcOrd="0" destOrd="0" presId="urn:microsoft.com/office/officeart/2005/8/layout/hierarchy6"/>
    <dgm:cxn modelId="{C27E0543-858B-4FD0-978B-FA22335DEC41}" type="presOf" srcId="{C5FBFE82-F380-4AFE-9A32-07E665FF75D2}" destId="{410C3026-F89D-4A55-A4EC-12338DFA139C}" srcOrd="0" destOrd="0" presId="urn:microsoft.com/office/officeart/2005/8/layout/hierarchy6"/>
    <dgm:cxn modelId="{7CDC076C-5AD6-406C-951F-D813132BFDCF}" type="presOf" srcId="{6C29A138-D9B6-4E5E-83ED-BC630143A8DF}" destId="{2398E99A-9D31-4AB3-A018-3BDD8FDE293E}" srcOrd="0" destOrd="0" presId="urn:microsoft.com/office/officeart/2005/8/layout/hierarchy6"/>
    <dgm:cxn modelId="{7DA0486F-9A91-4948-882B-502ED575BA12}" type="presOf" srcId="{D32D803B-0898-456B-861E-5A2083B92E3D}" destId="{CC46D1CE-1D21-4A2B-AB87-C578B499B064}" srcOrd="0" destOrd="0" presId="urn:microsoft.com/office/officeart/2005/8/layout/hierarchy6"/>
    <dgm:cxn modelId="{CB34EE50-7E98-430F-9EFE-0D830C33128A}" type="presOf" srcId="{CD58F44E-7E99-4ABC-A020-58579487FAD7}" destId="{6AC87D89-7A5E-4D42-BF7A-726203B243E5}" srcOrd="0" destOrd="0" presId="urn:microsoft.com/office/officeart/2005/8/layout/hierarchy6"/>
    <dgm:cxn modelId="{AF40F353-DCE6-454D-A449-4230434E355C}" type="presOf" srcId="{720BE08C-9F82-46FA-BAC4-1CC1B4367573}" destId="{9AF3D150-065B-4284-8658-5029A6DBE0E7}" srcOrd="0" destOrd="0" presId="urn:microsoft.com/office/officeart/2005/8/layout/hierarchy6"/>
    <dgm:cxn modelId="{DD130C74-12FB-478F-9B07-76ABE40DCB59}" type="presOf" srcId="{DE1299F6-09F0-4AB0-84BE-08F4001F522D}" destId="{457BDD59-CB99-4A7F-A49F-C03423445097}" srcOrd="0" destOrd="0" presId="urn:microsoft.com/office/officeart/2005/8/layout/hierarchy6"/>
    <dgm:cxn modelId="{E64BD774-34E5-47DA-99A6-E4C04C49B6C8}" type="presOf" srcId="{AE2E4107-BAD5-4167-BABA-F66F36DDA04E}" destId="{456DA0D2-7C5E-4E13-8005-9547D8CDD216}" srcOrd="0" destOrd="0" presId="urn:microsoft.com/office/officeart/2005/8/layout/hierarchy6"/>
    <dgm:cxn modelId="{91A7D055-D688-4395-92CD-3731ADFB1A10}" type="presOf" srcId="{D3692D5F-630F-422D-94F7-BAA8677D84BD}" destId="{66844C77-629F-44D3-AC7D-B937F6F15A6D}" srcOrd="0" destOrd="0" presId="urn:microsoft.com/office/officeart/2005/8/layout/hierarchy6"/>
    <dgm:cxn modelId="{B6A5DF55-80D1-42C9-ACD6-2952D00B2493}" srcId="{EFCF4B24-FEAD-4630-B8D3-E15BA2B49252}" destId="{7ACB5E19-4CA6-4FE0-BAD5-0FA6DB8DC80B}" srcOrd="1" destOrd="0" parTransId="{31F2C0A3-A74F-4F26-82C8-80B566AA9561}" sibTransId="{31E25F71-53DA-48B1-B451-CC19368049E4}"/>
    <dgm:cxn modelId="{C0E10357-C080-42A6-A84B-9C1F33CAC7CF}" type="presOf" srcId="{028DE7EF-FA6C-4057-94C8-067625477C17}" destId="{96B2617B-D57E-4FA4-B6C9-4B1843E7A5DC}" srcOrd="0" destOrd="0" presId="urn:microsoft.com/office/officeart/2005/8/layout/hierarchy6"/>
    <dgm:cxn modelId="{97366D7B-7C58-44FA-873A-C9FC1710C744}" srcId="{FA6E01B0-7475-4C7A-923E-08C6E240DA8F}" destId="{D32D803B-0898-456B-861E-5A2083B92E3D}" srcOrd="0" destOrd="0" parTransId="{5544AC8A-0F1D-4314-917A-B444328D015A}" sibTransId="{0C77E76E-E35F-4A49-88F1-5135546B156C}"/>
    <dgm:cxn modelId="{97049682-07D9-43CE-82B6-52296C240719}" type="presOf" srcId="{7ACB5E19-4CA6-4FE0-BAD5-0FA6DB8DC80B}" destId="{3DC6F3B1-1686-4745-8DA5-19DB869D2CDD}" srcOrd="0" destOrd="0" presId="urn:microsoft.com/office/officeart/2005/8/layout/hierarchy6"/>
    <dgm:cxn modelId="{DFF8DC84-B88F-4A27-8ECE-4554071025BA}" type="presOf" srcId="{F2575F5A-3FEB-470D-9CFC-D9E765888B1A}" destId="{DF0FFD6B-B735-4474-84E2-0FE8135CE249}" srcOrd="0" destOrd="0" presId="urn:microsoft.com/office/officeart/2005/8/layout/hierarchy6"/>
    <dgm:cxn modelId="{C0644C87-6E8D-45B7-9110-06A21ABA4051}" type="presOf" srcId="{C175836C-70F5-4E2C-8B46-6C7F7D5FC6CB}" destId="{101A4837-AC17-476E-9D67-7C9BF115669B}" srcOrd="0" destOrd="0" presId="urn:microsoft.com/office/officeart/2005/8/layout/hierarchy6"/>
    <dgm:cxn modelId="{56592A8C-C192-48DB-B809-A4ACD36BD20A}" type="presOf" srcId="{A1D01A91-364E-49A5-86B3-B6890AFC2489}" destId="{50F8F66E-BFA3-4767-87D1-38F5375CEE4C}" srcOrd="0" destOrd="0" presId="urn:microsoft.com/office/officeart/2005/8/layout/hierarchy6"/>
    <dgm:cxn modelId="{C832398C-FE89-4794-A7DA-1001A88969D3}" type="presOf" srcId="{8C08217C-228E-4D9C-8BF1-8043805D973D}" destId="{F65D7FC2-7F30-4256-A9EC-5E2D3C32908D}" srcOrd="0" destOrd="0" presId="urn:microsoft.com/office/officeart/2005/8/layout/hierarchy6"/>
    <dgm:cxn modelId="{C199739B-7D8E-43B1-8FA4-A24BF05547A8}" srcId="{D32D803B-0898-456B-861E-5A2083B92E3D}" destId="{92AB6102-0C91-41B6-9E89-5E13E9E6DEDE}" srcOrd="1" destOrd="0" parTransId="{36001938-7BA6-4070-8DAA-D90E2551C469}" sibTransId="{E80D8316-4704-436F-91E4-B791EAE3138C}"/>
    <dgm:cxn modelId="{2601749C-D113-4338-BD4F-4A30AAAAAAAC}" type="presOf" srcId="{01EC8E7C-A651-4CC7-B3B1-26A56EFFE992}" destId="{87F939A7-8E8D-4402-B009-40019F3E139C}" srcOrd="0" destOrd="0" presId="urn:microsoft.com/office/officeart/2005/8/layout/hierarchy6"/>
    <dgm:cxn modelId="{BA3D86A0-01F5-4ABA-8D38-C73834573F74}" srcId="{9A6F2112-98F5-445B-A540-ACDD5CD22393}" destId="{92DA4334-FAB2-4343-864B-3A5CCAFADA97}" srcOrd="0" destOrd="0" parTransId="{6C29A138-D9B6-4E5E-83ED-BC630143A8DF}" sibTransId="{559CB297-E84A-4F2D-8C5B-EC26A34A00E0}"/>
    <dgm:cxn modelId="{CE7106A7-AFAD-4F93-93AC-B29C752E378D}" srcId="{C175836C-70F5-4E2C-8B46-6C7F7D5FC6CB}" destId="{028DE7EF-FA6C-4057-94C8-067625477C17}" srcOrd="0" destOrd="0" parTransId="{D3692D5F-630F-422D-94F7-BAA8677D84BD}" sibTransId="{8AE534BA-B125-418A-B138-80E22E776C24}"/>
    <dgm:cxn modelId="{23F88DA9-1D65-4424-B48F-A3DA96F3EADF}" srcId="{94834DA8-027F-44E3-9F07-9EDC4519BE0F}" destId="{681974F1-849E-431D-BB15-FBDD9816ACC2}" srcOrd="0" destOrd="0" parTransId="{C5FBFE82-F380-4AFE-9A32-07E665FF75D2}" sibTransId="{883D5AA8-CA58-4AD9-87A5-4C75D6E1BC07}"/>
    <dgm:cxn modelId="{E42478AC-05BC-42CB-BB8D-7893C598C221}" srcId="{D32D803B-0898-456B-861E-5A2083B92E3D}" destId="{166E3FCA-3D41-42F3-9AE7-E1C078B45A7E}" srcOrd="0" destOrd="0" parTransId="{01EC8E7C-A651-4CC7-B3B1-26A56EFFE992}" sibTransId="{7676B177-6687-4476-B2A8-BD00CA4FC2D1}"/>
    <dgm:cxn modelId="{BEA87CAC-FF66-4107-95E0-91EAB4B3B705}" type="presOf" srcId="{3A0918A4-1628-4340-BA55-684C930E18E0}" destId="{666E768B-A607-4913-8ABA-451071FFCB60}" srcOrd="0" destOrd="0" presId="urn:microsoft.com/office/officeart/2005/8/layout/hierarchy6"/>
    <dgm:cxn modelId="{78A712B2-23B8-47D6-AD33-CC1A316D7F49}" srcId="{EFCF4B24-FEAD-4630-B8D3-E15BA2B49252}" destId="{42AEBBD9-EE3C-470B-96DE-A5742284FD98}" srcOrd="0" destOrd="0" parTransId="{982A61C4-A90E-46AE-9891-4A35DF98C852}" sibTransId="{FB2E6AE3-FC85-4D63-BBA3-9FC39B94AB9F}"/>
    <dgm:cxn modelId="{7FAFAAB2-5BD0-47F7-B49A-86BD1030D0F6}" type="presOf" srcId="{982A61C4-A90E-46AE-9891-4A35DF98C852}" destId="{144EE3D0-0160-4C27-B834-6089CDA32AD4}" srcOrd="0" destOrd="0" presId="urn:microsoft.com/office/officeart/2005/8/layout/hierarchy6"/>
    <dgm:cxn modelId="{8FE8B7B7-B9D8-4848-9466-161368D15228}" type="presOf" srcId="{DCB8D92B-2ED0-4383-BB89-9C17C06FF7FB}" destId="{A99D241F-8ACE-402F-891E-3598339B20C4}" srcOrd="0" destOrd="0" presId="urn:microsoft.com/office/officeart/2005/8/layout/hierarchy6"/>
    <dgm:cxn modelId="{C5ED13B8-2560-486C-A60B-887ECAFA05F2}" srcId="{6314645A-310E-4783-9EF9-8A9557C2973A}" destId="{9B675DEE-7C2F-440E-B56E-448132103B95}" srcOrd="0" destOrd="0" parTransId="{09954ABE-3218-4411-97D6-C79E5F8F0B00}" sibTransId="{925435E9-62FA-489F-8D96-5931B031ED6A}"/>
    <dgm:cxn modelId="{8188A4BA-6585-4EBD-A1C7-95A7948E91F3}" type="presOf" srcId="{AEED12C6-74DC-4473-B902-18BEFED76BB9}" destId="{8F7E9EBD-50E0-48CF-8083-C32315130CC5}" srcOrd="0" destOrd="0" presId="urn:microsoft.com/office/officeart/2005/8/layout/hierarchy6"/>
    <dgm:cxn modelId="{1BF0A7BB-6F54-441F-A553-332372C1FA97}" srcId="{DCB8D92B-2ED0-4383-BB89-9C17C06FF7FB}" destId="{CD58F44E-7E99-4ABC-A020-58579487FAD7}" srcOrd="0" destOrd="0" parTransId="{DE1299F6-09F0-4AB0-84BE-08F4001F522D}" sibTransId="{E4665D02-21D1-4621-AB01-EDA268163887}"/>
    <dgm:cxn modelId="{9580D3BB-66D9-40DA-B600-316C1218BDB4}" type="presOf" srcId="{166E3FCA-3D41-42F3-9AE7-E1C078B45A7E}" destId="{3B37B4B1-E198-420B-9560-23ACF9334C6C}" srcOrd="0" destOrd="0" presId="urn:microsoft.com/office/officeart/2005/8/layout/hierarchy6"/>
    <dgm:cxn modelId="{A1F379C0-ACF1-4C1F-A563-4B3FBE077689}" srcId="{7ACB5E19-4CA6-4FE0-BAD5-0FA6DB8DC80B}" destId="{164AE0F9-2976-48CA-A18A-EBF20D3F020E}" srcOrd="0" destOrd="0" parTransId="{47E448F8-E280-4E78-BDFC-0BCF0AD29D55}" sibTransId="{982C341A-142A-4876-9BC9-18B4AF69708F}"/>
    <dgm:cxn modelId="{93285DC1-5ADD-447B-A6C0-84E0D5EFC2D1}" type="presOf" srcId="{FA6E01B0-7475-4C7A-923E-08C6E240DA8F}" destId="{4873A05E-2E15-4952-8D2C-CBF8428E175D}" srcOrd="0" destOrd="0" presId="urn:microsoft.com/office/officeart/2005/8/layout/hierarchy6"/>
    <dgm:cxn modelId="{EBB658C4-7AB2-4B19-B713-1058A9B22976}" srcId="{E1EC88C0-3F74-427C-83C5-A2B8087A6537}" destId="{94834DA8-027F-44E3-9F07-9EDC4519BE0F}" srcOrd="1" destOrd="0" parTransId="{F2575F5A-3FEB-470D-9CFC-D9E765888B1A}" sibTransId="{15B1CA99-4D8F-46D8-8673-0868FC0AC066}"/>
    <dgm:cxn modelId="{709058D3-31C6-4AF1-ACFE-7763A188B8CE}" type="presOf" srcId="{77EA6027-BA56-41FC-947F-C34AA24D2564}" destId="{51467C62-0A57-4DED-8DBD-6A5EDF82D26F}" srcOrd="0" destOrd="0" presId="urn:microsoft.com/office/officeart/2005/8/layout/hierarchy6"/>
    <dgm:cxn modelId="{C25217D7-92F9-4D5D-A850-35ED292027CD}" srcId="{E1EC88C0-3F74-427C-83C5-A2B8087A6537}" destId="{AEED12C6-74DC-4473-B902-18BEFED76BB9}" srcOrd="0" destOrd="0" parTransId="{720BE08C-9F82-46FA-BAC4-1CC1B4367573}" sibTransId="{9D361184-F148-44FB-BB47-335C9BC0193A}"/>
    <dgm:cxn modelId="{775760D8-B269-41C8-B989-2F6B7FCB7414}" type="presOf" srcId="{09954ABE-3218-4411-97D6-C79E5F8F0B00}" destId="{EDDF1307-4038-4020-8DC7-AA42D9AF8449}" srcOrd="0" destOrd="0" presId="urn:microsoft.com/office/officeart/2005/8/layout/hierarchy6"/>
    <dgm:cxn modelId="{C1FDCBD9-FE60-4E10-BA99-A0A1CACACF45}" srcId="{92AB6102-0C91-41B6-9E89-5E13E9E6DEDE}" destId="{AE2E4107-BAD5-4167-BABA-F66F36DDA04E}" srcOrd="0" destOrd="0" parTransId="{553B285C-057E-43EE-B7F8-6742E30A0500}" sibTransId="{BF2F8A45-3F44-48C1-A612-631F4B30E820}"/>
    <dgm:cxn modelId="{0075FBE6-2524-4CA5-8417-683F0D1B6EEF}" srcId="{166E3FCA-3D41-42F3-9AE7-E1C078B45A7E}" destId="{B76B2D71-08C8-496E-8370-3F01DE561D6D}" srcOrd="1" destOrd="0" parTransId="{77EA6027-BA56-41FC-947F-C34AA24D2564}" sibTransId="{55C272FE-98DE-4A8C-9572-AD92837FD993}"/>
    <dgm:cxn modelId="{557A0BEA-1246-4782-95BA-386F3D67D7B6}" srcId="{B76B2D71-08C8-496E-8370-3F01DE561D6D}" destId="{6314645A-310E-4783-9EF9-8A9557C2973A}" srcOrd="0" destOrd="0" parTransId="{3A0918A4-1628-4340-BA55-684C930E18E0}" sibTransId="{70432CFD-2322-49A0-B3A5-41219E100AD5}"/>
    <dgm:cxn modelId="{A33A3EED-2EFF-4E62-9318-393E3BE6A61F}" type="presOf" srcId="{94834DA8-027F-44E3-9F07-9EDC4519BE0F}" destId="{198AAE4E-BF48-4786-A3D8-18D5CF425B88}" srcOrd="0" destOrd="0" presId="urn:microsoft.com/office/officeart/2005/8/layout/hierarchy6"/>
    <dgm:cxn modelId="{BD22EAEF-C62E-4F62-9655-5588798242EC}" type="presOf" srcId="{681974F1-849E-431D-BB15-FBDD9816ACC2}" destId="{2C1394D8-D2E7-4A99-A6FE-5C75DAF4ED5E}" srcOrd="0" destOrd="0" presId="urn:microsoft.com/office/officeart/2005/8/layout/hierarchy6"/>
    <dgm:cxn modelId="{4AF7F8F3-802E-4401-BEFD-DBE57739A11C}" type="presOf" srcId="{0616C66C-9D3C-47AC-B2BE-217BF1EA8073}" destId="{502C3FF0-E12C-4935-B633-B8814F8A43D3}" srcOrd="0" destOrd="0" presId="urn:microsoft.com/office/officeart/2005/8/layout/hierarchy6"/>
    <dgm:cxn modelId="{B0A16AF9-C114-4471-B414-D66B92657CD6}" type="presOf" srcId="{E1EC88C0-3F74-427C-83C5-A2B8087A6537}" destId="{B6552BDF-5C4F-4438-B26C-5DA54C2D531C}" srcOrd="0" destOrd="0" presId="urn:microsoft.com/office/officeart/2005/8/layout/hierarchy6"/>
    <dgm:cxn modelId="{A0497984-EDC9-4DFD-A8BC-40F3F17FE3E8}" type="presParOf" srcId="{4873A05E-2E15-4952-8D2C-CBF8428E175D}" destId="{4A544D56-C7E1-46A0-B98D-95B9EC872B10}" srcOrd="0" destOrd="0" presId="urn:microsoft.com/office/officeart/2005/8/layout/hierarchy6"/>
    <dgm:cxn modelId="{F0AA96C4-C73C-417D-B53A-8D5FAC8A1D7C}" type="presParOf" srcId="{4A544D56-C7E1-46A0-B98D-95B9EC872B10}" destId="{46EBE6A6-6A5C-44A6-817E-B3EE18EC2425}" srcOrd="0" destOrd="0" presId="urn:microsoft.com/office/officeart/2005/8/layout/hierarchy6"/>
    <dgm:cxn modelId="{FAB30D1D-6530-4206-A362-D2A1A32E833D}" type="presParOf" srcId="{46EBE6A6-6A5C-44A6-817E-B3EE18EC2425}" destId="{A4199222-05AB-4324-BEB0-E9FB68E1E59B}" srcOrd="0" destOrd="0" presId="urn:microsoft.com/office/officeart/2005/8/layout/hierarchy6"/>
    <dgm:cxn modelId="{3DD2E15C-3469-44C4-BBF5-1DF7176B5EE1}" type="presParOf" srcId="{A4199222-05AB-4324-BEB0-E9FB68E1E59B}" destId="{CC46D1CE-1D21-4A2B-AB87-C578B499B064}" srcOrd="0" destOrd="0" presId="urn:microsoft.com/office/officeart/2005/8/layout/hierarchy6"/>
    <dgm:cxn modelId="{1AA0B491-39DC-4947-A401-5BB1809829CA}" type="presParOf" srcId="{A4199222-05AB-4324-BEB0-E9FB68E1E59B}" destId="{706BF84A-F673-4824-9499-4D825E9719C4}" srcOrd="1" destOrd="0" presId="urn:microsoft.com/office/officeart/2005/8/layout/hierarchy6"/>
    <dgm:cxn modelId="{0BF5E83B-F056-4D75-A06E-8548A101F054}" type="presParOf" srcId="{706BF84A-F673-4824-9499-4D825E9719C4}" destId="{87F939A7-8E8D-4402-B009-40019F3E139C}" srcOrd="0" destOrd="0" presId="urn:microsoft.com/office/officeart/2005/8/layout/hierarchy6"/>
    <dgm:cxn modelId="{AA48321B-81A2-41A4-A939-8A7EA97555F7}" type="presParOf" srcId="{706BF84A-F673-4824-9499-4D825E9719C4}" destId="{F3C2F126-2666-406F-B966-41C8837548B0}" srcOrd="1" destOrd="0" presId="urn:microsoft.com/office/officeart/2005/8/layout/hierarchy6"/>
    <dgm:cxn modelId="{CD1DF125-2BDF-48C5-9106-5C5642E3F348}" type="presParOf" srcId="{F3C2F126-2666-406F-B966-41C8837548B0}" destId="{3B37B4B1-E198-420B-9560-23ACF9334C6C}" srcOrd="0" destOrd="0" presId="urn:microsoft.com/office/officeart/2005/8/layout/hierarchy6"/>
    <dgm:cxn modelId="{08D6571B-9F36-486C-8633-EECB57A7E7F3}" type="presParOf" srcId="{F3C2F126-2666-406F-B966-41C8837548B0}" destId="{44ED4F0D-20EF-497C-8139-DE4CB6D852DC}" srcOrd="1" destOrd="0" presId="urn:microsoft.com/office/officeart/2005/8/layout/hierarchy6"/>
    <dgm:cxn modelId="{D2CB088A-D5CF-41B1-B881-20D91F43A8D9}" type="presParOf" srcId="{44ED4F0D-20EF-497C-8139-DE4CB6D852DC}" destId="{0A187D42-F4AC-432A-8407-C549EE223557}" srcOrd="0" destOrd="0" presId="urn:microsoft.com/office/officeart/2005/8/layout/hierarchy6"/>
    <dgm:cxn modelId="{28B3FA08-2CF2-47F2-A81E-06F101B5830F}" type="presParOf" srcId="{44ED4F0D-20EF-497C-8139-DE4CB6D852DC}" destId="{C82EC3EE-4854-4BA3-BD63-B18962FABF11}" srcOrd="1" destOrd="0" presId="urn:microsoft.com/office/officeart/2005/8/layout/hierarchy6"/>
    <dgm:cxn modelId="{2CC8ED0C-3FA9-4000-BC17-DFFE198FA97B}" type="presParOf" srcId="{C82EC3EE-4854-4BA3-BD63-B18962FABF11}" destId="{E739AA26-3632-474B-AE3F-BF80F9FAFAD3}" srcOrd="0" destOrd="0" presId="urn:microsoft.com/office/officeart/2005/8/layout/hierarchy6"/>
    <dgm:cxn modelId="{8159B6A6-74AB-441B-AF73-6FA8FC8C4DE5}" type="presParOf" srcId="{C82EC3EE-4854-4BA3-BD63-B18962FABF11}" destId="{D1A86AAF-26C1-4E63-8345-DCAA6586CF4E}" srcOrd="1" destOrd="0" presId="urn:microsoft.com/office/officeart/2005/8/layout/hierarchy6"/>
    <dgm:cxn modelId="{7CEEA4FC-7F5E-44D5-A765-481B6F485A27}" type="presParOf" srcId="{D1A86AAF-26C1-4E63-8345-DCAA6586CF4E}" destId="{144EE3D0-0160-4C27-B834-6089CDA32AD4}" srcOrd="0" destOrd="0" presId="urn:microsoft.com/office/officeart/2005/8/layout/hierarchy6"/>
    <dgm:cxn modelId="{B961FF8F-AF02-4BAB-97AA-C32F3355DD61}" type="presParOf" srcId="{D1A86AAF-26C1-4E63-8345-DCAA6586CF4E}" destId="{463DBDD9-8D21-41E3-B319-ED41CDB1F9C2}" srcOrd="1" destOrd="0" presId="urn:microsoft.com/office/officeart/2005/8/layout/hierarchy6"/>
    <dgm:cxn modelId="{45BADD0B-EFDD-4FB9-BFCB-FDFD21876008}" type="presParOf" srcId="{463DBDD9-8D21-41E3-B319-ED41CDB1F9C2}" destId="{93969931-D80C-4136-B32D-1074F7764984}" srcOrd="0" destOrd="0" presId="urn:microsoft.com/office/officeart/2005/8/layout/hierarchy6"/>
    <dgm:cxn modelId="{1C5A823F-E31F-4391-A1BA-23EA1F4E8234}" type="presParOf" srcId="{463DBDD9-8D21-41E3-B319-ED41CDB1F9C2}" destId="{5805007B-5185-4420-A0BE-C87073769969}" srcOrd="1" destOrd="0" presId="urn:microsoft.com/office/officeart/2005/8/layout/hierarchy6"/>
    <dgm:cxn modelId="{F3065CD1-BBE6-4652-ACFD-19CD2E548C5E}" type="presParOf" srcId="{5805007B-5185-4420-A0BE-C87073769969}" destId="{542D1EB3-86BC-427F-BCD1-F26A4AB2F03B}" srcOrd="0" destOrd="0" presId="urn:microsoft.com/office/officeart/2005/8/layout/hierarchy6"/>
    <dgm:cxn modelId="{CF7B0274-26F0-48E8-9CC2-EB2671279342}" type="presParOf" srcId="{5805007B-5185-4420-A0BE-C87073769969}" destId="{0A396253-994F-4679-94AD-BD5BD736B342}" srcOrd="1" destOrd="0" presId="urn:microsoft.com/office/officeart/2005/8/layout/hierarchy6"/>
    <dgm:cxn modelId="{286AE895-278D-4D87-86A2-939B68FE8384}" type="presParOf" srcId="{0A396253-994F-4679-94AD-BD5BD736B342}" destId="{C78CC687-C76C-4897-A6B8-540CAA062B69}" srcOrd="0" destOrd="0" presId="urn:microsoft.com/office/officeart/2005/8/layout/hierarchy6"/>
    <dgm:cxn modelId="{B5589A56-DE6A-4846-A942-86D8FA38EBA1}" type="presParOf" srcId="{0A396253-994F-4679-94AD-BD5BD736B342}" destId="{7D41E028-8D2B-4100-B4E7-0C377100FA04}" srcOrd="1" destOrd="0" presId="urn:microsoft.com/office/officeart/2005/8/layout/hierarchy6"/>
    <dgm:cxn modelId="{3DCFE6F5-E4C2-4E0A-96B6-6DC9BBF6D3AD}" type="presParOf" srcId="{D1A86AAF-26C1-4E63-8345-DCAA6586CF4E}" destId="{BB9B6D6A-A13D-4FFB-9F74-CD482764F5E0}" srcOrd="2" destOrd="0" presId="urn:microsoft.com/office/officeart/2005/8/layout/hierarchy6"/>
    <dgm:cxn modelId="{C19ED054-95EC-4792-9AE5-A824F8EC9481}" type="presParOf" srcId="{D1A86AAF-26C1-4E63-8345-DCAA6586CF4E}" destId="{336DE4B5-0B65-4B70-A1DC-6F6CF31AE34D}" srcOrd="3" destOrd="0" presId="urn:microsoft.com/office/officeart/2005/8/layout/hierarchy6"/>
    <dgm:cxn modelId="{745C0519-0C52-4AC8-B0BD-FB1F06C4FD98}" type="presParOf" srcId="{336DE4B5-0B65-4B70-A1DC-6F6CF31AE34D}" destId="{3DC6F3B1-1686-4745-8DA5-19DB869D2CDD}" srcOrd="0" destOrd="0" presId="urn:microsoft.com/office/officeart/2005/8/layout/hierarchy6"/>
    <dgm:cxn modelId="{A96C6A9A-0F78-43A1-9E67-673D4440CFEB}" type="presParOf" srcId="{336DE4B5-0B65-4B70-A1DC-6F6CF31AE34D}" destId="{23257A53-53FC-40F1-B7A4-2710BFECD59D}" srcOrd="1" destOrd="0" presId="urn:microsoft.com/office/officeart/2005/8/layout/hierarchy6"/>
    <dgm:cxn modelId="{DAEB09A2-24BB-4A28-8DB0-90F215503DB4}" type="presParOf" srcId="{23257A53-53FC-40F1-B7A4-2710BFECD59D}" destId="{EE695E35-F0E1-4068-985E-755EDB1B5CCB}" srcOrd="0" destOrd="0" presId="urn:microsoft.com/office/officeart/2005/8/layout/hierarchy6"/>
    <dgm:cxn modelId="{7AD8F9F0-727C-4FF6-A776-011D13463972}" type="presParOf" srcId="{23257A53-53FC-40F1-B7A4-2710BFECD59D}" destId="{522C36F5-6681-4197-8002-B6A88CC5A6B4}" srcOrd="1" destOrd="0" presId="urn:microsoft.com/office/officeart/2005/8/layout/hierarchy6"/>
    <dgm:cxn modelId="{E54EE5CC-A692-4181-9D18-D9E53A05DE42}" type="presParOf" srcId="{522C36F5-6681-4197-8002-B6A88CC5A6B4}" destId="{14BC5E39-5A11-4112-B368-5D4C11666898}" srcOrd="0" destOrd="0" presId="urn:microsoft.com/office/officeart/2005/8/layout/hierarchy6"/>
    <dgm:cxn modelId="{09D1DE46-9F72-46E9-9236-08B4CDB1E7C2}" type="presParOf" srcId="{522C36F5-6681-4197-8002-B6A88CC5A6B4}" destId="{008CAFEB-A0FB-4339-A390-3BF6A5423722}" srcOrd="1" destOrd="0" presId="urn:microsoft.com/office/officeart/2005/8/layout/hierarchy6"/>
    <dgm:cxn modelId="{F26BA051-6B8A-4A70-9786-777D1116050E}" type="presParOf" srcId="{44ED4F0D-20EF-497C-8139-DE4CB6D852DC}" destId="{51467C62-0A57-4DED-8DBD-6A5EDF82D26F}" srcOrd="2" destOrd="0" presId="urn:microsoft.com/office/officeart/2005/8/layout/hierarchy6"/>
    <dgm:cxn modelId="{B18DC29B-FE43-43C5-8838-59C7D77156A7}" type="presParOf" srcId="{44ED4F0D-20EF-497C-8139-DE4CB6D852DC}" destId="{2CFB2B20-BAFB-4161-B5C8-1028E1B9B449}" srcOrd="3" destOrd="0" presId="urn:microsoft.com/office/officeart/2005/8/layout/hierarchy6"/>
    <dgm:cxn modelId="{1F4A2495-85FD-4A85-BCAC-B57A68B76C56}" type="presParOf" srcId="{2CFB2B20-BAFB-4161-B5C8-1028E1B9B449}" destId="{1133CEAC-B17C-4833-A69C-9FD1E291A6CB}" srcOrd="0" destOrd="0" presId="urn:microsoft.com/office/officeart/2005/8/layout/hierarchy6"/>
    <dgm:cxn modelId="{2B5C2399-A405-4471-BA1A-EFF8D5B6A053}" type="presParOf" srcId="{2CFB2B20-BAFB-4161-B5C8-1028E1B9B449}" destId="{7C17944E-BCC9-4D22-B79E-5075A65A49B5}" srcOrd="1" destOrd="0" presId="urn:microsoft.com/office/officeart/2005/8/layout/hierarchy6"/>
    <dgm:cxn modelId="{5CD9AA20-3493-4A9B-B52D-7FB3DD5FA8DD}" type="presParOf" srcId="{7C17944E-BCC9-4D22-B79E-5075A65A49B5}" destId="{666E768B-A607-4913-8ABA-451071FFCB60}" srcOrd="0" destOrd="0" presId="urn:microsoft.com/office/officeart/2005/8/layout/hierarchy6"/>
    <dgm:cxn modelId="{692C4BDA-E6D2-493F-B551-AFDDA81B515C}" type="presParOf" srcId="{7C17944E-BCC9-4D22-B79E-5075A65A49B5}" destId="{D545C803-E275-411A-B0F4-56208E834222}" srcOrd="1" destOrd="0" presId="urn:microsoft.com/office/officeart/2005/8/layout/hierarchy6"/>
    <dgm:cxn modelId="{635F9CCF-DDCB-43DB-A78D-1A2270A986E4}" type="presParOf" srcId="{D545C803-E275-411A-B0F4-56208E834222}" destId="{0D31A5EC-DD58-4A5B-B969-C661B32DA705}" srcOrd="0" destOrd="0" presId="urn:microsoft.com/office/officeart/2005/8/layout/hierarchy6"/>
    <dgm:cxn modelId="{5BFBE378-B747-4009-B838-EB281A7B306E}" type="presParOf" srcId="{D545C803-E275-411A-B0F4-56208E834222}" destId="{A9AD7A26-6216-4FD2-A5E3-499725D18A82}" srcOrd="1" destOrd="0" presId="urn:microsoft.com/office/officeart/2005/8/layout/hierarchy6"/>
    <dgm:cxn modelId="{34F57714-735E-4248-888F-CAB87F0C8FE5}" type="presParOf" srcId="{A9AD7A26-6216-4FD2-A5E3-499725D18A82}" destId="{EDDF1307-4038-4020-8DC7-AA42D9AF8449}" srcOrd="0" destOrd="0" presId="urn:microsoft.com/office/officeart/2005/8/layout/hierarchy6"/>
    <dgm:cxn modelId="{B2FB04C8-43A4-4720-9F11-5EBC9417EA0D}" type="presParOf" srcId="{A9AD7A26-6216-4FD2-A5E3-499725D18A82}" destId="{0089D89E-C5E4-4F91-A1A1-95FF6AF8DDCB}" srcOrd="1" destOrd="0" presId="urn:microsoft.com/office/officeart/2005/8/layout/hierarchy6"/>
    <dgm:cxn modelId="{C3357AFB-8912-4C86-8C51-A0DA7C334771}" type="presParOf" srcId="{0089D89E-C5E4-4F91-A1A1-95FF6AF8DDCB}" destId="{EF3EC995-4A7A-47F1-A3AA-85625B6313EF}" srcOrd="0" destOrd="0" presId="urn:microsoft.com/office/officeart/2005/8/layout/hierarchy6"/>
    <dgm:cxn modelId="{5E76ABCE-15EB-4F5F-924B-8EAC6D6C121F}" type="presParOf" srcId="{0089D89E-C5E4-4F91-A1A1-95FF6AF8DDCB}" destId="{62DDF773-CA2F-4591-A230-B7092F14FF73}" srcOrd="1" destOrd="0" presId="urn:microsoft.com/office/officeart/2005/8/layout/hierarchy6"/>
    <dgm:cxn modelId="{1938905A-8B4E-4113-90B3-5321A0457C77}" type="presParOf" srcId="{7C17944E-BCC9-4D22-B79E-5075A65A49B5}" destId="{F65D7FC2-7F30-4256-A9EC-5E2D3C32908D}" srcOrd="2" destOrd="0" presId="urn:microsoft.com/office/officeart/2005/8/layout/hierarchy6"/>
    <dgm:cxn modelId="{18169A86-0FA4-48CF-B6F3-A0747ABAB8AF}" type="presParOf" srcId="{7C17944E-BCC9-4D22-B79E-5075A65A49B5}" destId="{A041BBD0-7B1D-492D-86E8-09218B63951E}" srcOrd="3" destOrd="0" presId="urn:microsoft.com/office/officeart/2005/8/layout/hierarchy6"/>
    <dgm:cxn modelId="{C9A764CD-57CE-4DDB-921D-7FAED26C81C3}" type="presParOf" srcId="{A041BBD0-7B1D-492D-86E8-09218B63951E}" destId="{A99D241F-8ACE-402F-891E-3598339B20C4}" srcOrd="0" destOrd="0" presId="urn:microsoft.com/office/officeart/2005/8/layout/hierarchy6"/>
    <dgm:cxn modelId="{038E742C-B0E6-4A8C-B40C-F000410B1375}" type="presParOf" srcId="{A041BBD0-7B1D-492D-86E8-09218B63951E}" destId="{3CCE7CE8-C4A0-4F49-BCE0-190B3AF7C909}" srcOrd="1" destOrd="0" presId="urn:microsoft.com/office/officeart/2005/8/layout/hierarchy6"/>
    <dgm:cxn modelId="{DEF8BFEB-CD93-4602-A526-2214DCED843A}" type="presParOf" srcId="{3CCE7CE8-C4A0-4F49-BCE0-190B3AF7C909}" destId="{457BDD59-CB99-4A7F-A49F-C03423445097}" srcOrd="0" destOrd="0" presId="urn:microsoft.com/office/officeart/2005/8/layout/hierarchy6"/>
    <dgm:cxn modelId="{594033FD-DA42-4D17-A7AB-7810835B8EF3}" type="presParOf" srcId="{3CCE7CE8-C4A0-4F49-BCE0-190B3AF7C909}" destId="{5F133830-C75B-4369-BAC6-08BD01064430}" srcOrd="1" destOrd="0" presId="urn:microsoft.com/office/officeart/2005/8/layout/hierarchy6"/>
    <dgm:cxn modelId="{5C85C855-EABC-4AF6-AD12-E96F69CD2465}" type="presParOf" srcId="{5F133830-C75B-4369-BAC6-08BD01064430}" destId="{6AC87D89-7A5E-4D42-BF7A-726203B243E5}" srcOrd="0" destOrd="0" presId="urn:microsoft.com/office/officeart/2005/8/layout/hierarchy6"/>
    <dgm:cxn modelId="{70F1AF48-AFE6-48FA-848A-1AF21F288BE2}" type="presParOf" srcId="{5F133830-C75B-4369-BAC6-08BD01064430}" destId="{17582A6F-8EE2-4CAF-BCAC-25F9771453F4}" srcOrd="1" destOrd="0" presId="urn:microsoft.com/office/officeart/2005/8/layout/hierarchy6"/>
    <dgm:cxn modelId="{EA95EBD2-9050-4EF7-8E3A-FE2BAE81D31F}" type="presParOf" srcId="{706BF84A-F673-4824-9499-4D825E9719C4}" destId="{8622CC84-EDBE-4323-B0A2-572A244CE26E}" srcOrd="2" destOrd="0" presId="urn:microsoft.com/office/officeart/2005/8/layout/hierarchy6"/>
    <dgm:cxn modelId="{C3CC98BA-6F66-4551-87D9-09CA68F87A88}" type="presParOf" srcId="{706BF84A-F673-4824-9499-4D825E9719C4}" destId="{3E75EF7B-93CB-478A-A9B8-050EB4D1430F}" srcOrd="3" destOrd="0" presId="urn:microsoft.com/office/officeart/2005/8/layout/hierarchy6"/>
    <dgm:cxn modelId="{FD881242-AE72-4E2B-AAB3-AF1468EB25FA}" type="presParOf" srcId="{3E75EF7B-93CB-478A-A9B8-050EB4D1430F}" destId="{B6E8BE87-2340-4537-9377-142DC2EE02AF}" srcOrd="0" destOrd="0" presId="urn:microsoft.com/office/officeart/2005/8/layout/hierarchy6"/>
    <dgm:cxn modelId="{D69653A9-9889-4A78-A986-633A1430AA32}" type="presParOf" srcId="{3E75EF7B-93CB-478A-A9B8-050EB4D1430F}" destId="{27650AC6-AD73-4FD0-9845-35C06BCBB3CE}" srcOrd="1" destOrd="0" presId="urn:microsoft.com/office/officeart/2005/8/layout/hierarchy6"/>
    <dgm:cxn modelId="{F85C3D0F-AA75-4CD1-AB4C-3EC60F8495D8}" type="presParOf" srcId="{27650AC6-AD73-4FD0-9845-35C06BCBB3CE}" destId="{3024370F-60E7-4228-A52F-A685CAD0331B}" srcOrd="0" destOrd="0" presId="urn:microsoft.com/office/officeart/2005/8/layout/hierarchy6"/>
    <dgm:cxn modelId="{EE424AD6-4684-4D53-A698-08DD7CE09145}" type="presParOf" srcId="{27650AC6-AD73-4FD0-9845-35C06BCBB3CE}" destId="{FDFAE00C-296E-482F-8F94-9B0D2F09D956}" srcOrd="1" destOrd="0" presId="urn:microsoft.com/office/officeart/2005/8/layout/hierarchy6"/>
    <dgm:cxn modelId="{543B089B-18B4-4D2E-99C3-8D735A8E1F66}" type="presParOf" srcId="{FDFAE00C-296E-482F-8F94-9B0D2F09D956}" destId="{456DA0D2-7C5E-4E13-8005-9547D8CDD216}" srcOrd="0" destOrd="0" presId="urn:microsoft.com/office/officeart/2005/8/layout/hierarchy6"/>
    <dgm:cxn modelId="{15D97482-19BE-499A-9A97-7E06BE47DE0F}" type="presParOf" srcId="{FDFAE00C-296E-482F-8F94-9B0D2F09D956}" destId="{65B5DCD0-0B14-4FFF-AB5E-08C3AA762240}" srcOrd="1" destOrd="0" presId="urn:microsoft.com/office/officeart/2005/8/layout/hierarchy6"/>
    <dgm:cxn modelId="{A342254D-CE36-44A8-914C-401785212C22}" type="presParOf" srcId="{65B5DCD0-0B14-4FFF-AB5E-08C3AA762240}" destId="{502C3FF0-E12C-4935-B633-B8814F8A43D3}" srcOrd="0" destOrd="0" presId="urn:microsoft.com/office/officeart/2005/8/layout/hierarchy6"/>
    <dgm:cxn modelId="{8F417E76-5A91-4C90-9B22-E95321DDF3AE}" type="presParOf" srcId="{65B5DCD0-0B14-4FFF-AB5E-08C3AA762240}" destId="{208D455D-ED55-419D-82C2-5794F59A2BDE}" srcOrd="1" destOrd="0" presId="urn:microsoft.com/office/officeart/2005/8/layout/hierarchy6"/>
    <dgm:cxn modelId="{8CF54022-89D3-4FF0-B4CD-D9DAAE05721C}" type="presParOf" srcId="{208D455D-ED55-419D-82C2-5794F59A2BDE}" destId="{E7F39147-5F26-4E4E-9E73-63A4EF1C0A4C}" srcOrd="0" destOrd="0" presId="urn:microsoft.com/office/officeart/2005/8/layout/hierarchy6"/>
    <dgm:cxn modelId="{19E354F5-EB2E-4307-B392-A9F2C3B3BBDB}" type="presParOf" srcId="{208D455D-ED55-419D-82C2-5794F59A2BDE}" destId="{9688AEE3-D493-43AD-ADD2-018494978241}" srcOrd="1" destOrd="0" presId="urn:microsoft.com/office/officeart/2005/8/layout/hierarchy6"/>
    <dgm:cxn modelId="{2F4CF934-CB3C-4382-820D-04748C08367C}" type="presParOf" srcId="{9688AEE3-D493-43AD-ADD2-018494978241}" destId="{2398E99A-9D31-4AB3-A018-3BDD8FDE293E}" srcOrd="0" destOrd="0" presId="urn:microsoft.com/office/officeart/2005/8/layout/hierarchy6"/>
    <dgm:cxn modelId="{9A97907B-76E1-4B64-A8F3-4E282359D775}" type="presParOf" srcId="{9688AEE3-D493-43AD-ADD2-018494978241}" destId="{AB2391B9-E862-439D-A859-9B6ED9E43372}" srcOrd="1" destOrd="0" presId="urn:microsoft.com/office/officeart/2005/8/layout/hierarchy6"/>
    <dgm:cxn modelId="{87E9D2A4-B566-43FA-A974-05B615EFF4A9}" type="presParOf" srcId="{AB2391B9-E862-439D-A859-9B6ED9E43372}" destId="{AD907650-6EDD-4B8F-A157-E31AA2B23750}" srcOrd="0" destOrd="0" presId="urn:microsoft.com/office/officeart/2005/8/layout/hierarchy6"/>
    <dgm:cxn modelId="{136135CA-C093-4A91-B01F-159BDA8371C9}" type="presParOf" srcId="{AB2391B9-E862-439D-A859-9B6ED9E43372}" destId="{F04A9866-CEFE-453E-986B-73A635C3DEC1}" srcOrd="1" destOrd="0" presId="urn:microsoft.com/office/officeart/2005/8/layout/hierarchy6"/>
    <dgm:cxn modelId="{A8DCD27F-DC76-45D8-8E76-4E20EEB7A176}" type="presParOf" srcId="{65B5DCD0-0B14-4FFF-AB5E-08C3AA762240}" destId="{45AE6611-3EEB-4568-9795-CF2C17EE6355}" srcOrd="2" destOrd="0" presId="urn:microsoft.com/office/officeart/2005/8/layout/hierarchy6"/>
    <dgm:cxn modelId="{661A9D00-3746-4313-B333-6AA2EF0AC7EE}" type="presParOf" srcId="{65B5DCD0-0B14-4FFF-AB5E-08C3AA762240}" destId="{509EFD42-D62D-49C9-BCE0-2CFC6EF153AD}" srcOrd="3" destOrd="0" presId="urn:microsoft.com/office/officeart/2005/8/layout/hierarchy6"/>
    <dgm:cxn modelId="{689FF348-749B-4240-9756-7823AEF65A84}" type="presParOf" srcId="{509EFD42-D62D-49C9-BCE0-2CFC6EF153AD}" destId="{101A4837-AC17-476E-9D67-7C9BF115669B}" srcOrd="0" destOrd="0" presId="urn:microsoft.com/office/officeart/2005/8/layout/hierarchy6"/>
    <dgm:cxn modelId="{F515B046-48A2-4A04-BF70-992A6C1A61DC}" type="presParOf" srcId="{509EFD42-D62D-49C9-BCE0-2CFC6EF153AD}" destId="{80846FC7-43FA-4937-8A86-C059D755E7A4}" srcOrd="1" destOrd="0" presId="urn:microsoft.com/office/officeart/2005/8/layout/hierarchy6"/>
    <dgm:cxn modelId="{B80B8F56-FBBE-4F32-A3E6-86CF62707535}" type="presParOf" srcId="{80846FC7-43FA-4937-8A86-C059D755E7A4}" destId="{66844C77-629F-44D3-AC7D-B937F6F15A6D}" srcOrd="0" destOrd="0" presId="urn:microsoft.com/office/officeart/2005/8/layout/hierarchy6"/>
    <dgm:cxn modelId="{6745DB8E-D240-431F-86C7-6C5F77DC5D3D}" type="presParOf" srcId="{80846FC7-43FA-4937-8A86-C059D755E7A4}" destId="{A49B83EE-737E-434A-A454-15996A530010}" srcOrd="1" destOrd="0" presId="urn:microsoft.com/office/officeart/2005/8/layout/hierarchy6"/>
    <dgm:cxn modelId="{09507E6B-AB9F-4227-8C51-7D5A0298E001}" type="presParOf" srcId="{A49B83EE-737E-434A-A454-15996A530010}" destId="{96B2617B-D57E-4FA4-B6C9-4B1843E7A5DC}" srcOrd="0" destOrd="0" presId="urn:microsoft.com/office/officeart/2005/8/layout/hierarchy6"/>
    <dgm:cxn modelId="{6717ADFA-EB59-47FE-BD12-32DD6278B636}" type="presParOf" srcId="{A49B83EE-737E-434A-A454-15996A530010}" destId="{DD7D2E67-F62A-4F86-BBD6-5C3E2D61544E}" srcOrd="1" destOrd="0" presId="urn:microsoft.com/office/officeart/2005/8/layout/hierarchy6"/>
    <dgm:cxn modelId="{225A6DDD-9481-49CA-8413-8581B5CCF1D2}" type="presParOf" srcId="{27650AC6-AD73-4FD0-9845-35C06BCBB3CE}" destId="{50F8F66E-BFA3-4767-87D1-38F5375CEE4C}" srcOrd="2" destOrd="0" presId="urn:microsoft.com/office/officeart/2005/8/layout/hierarchy6"/>
    <dgm:cxn modelId="{CE770543-7859-40E1-AFBD-5AC210FC6EBE}" type="presParOf" srcId="{27650AC6-AD73-4FD0-9845-35C06BCBB3CE}" destId="{0FC4757F-36FB-4B42-98F3-CA4E51C65E6B}" srcOrd="3" destOrd="0" presId="urn:microsoft.com/office/officeart/2005/8/layout/hierarchy6"/>
    <dgm:cxn modelId="{5D1A4CBB-B11E-47F7-A442-02690CE3C41A}" type="presParOf" srcId="{0FC4757F-36FB-4B42-98F3-CA4E51C65E6B}" destId="{B6552BDF-5C4F-4438-B26C-5DA54C2D531C}" srcOrd="0" destOrd="0" presId="urn:microsoft.com/office/officeart/2005/8/layout/hierarchy6"/>
    <dgm:cxn modelId="{0DAC3E1D-5308-4C5B-A0C0-6F369A55F3C2}" type="presParOf" srcId="{0FC4757F-36FB-4B42-98F3-CA4E51C65E6B}" destId="{932109B7-0A3C-4152-893C-707B5D0C64C7}" srcOrd="1" destOrd="0" presId="urn:microsoft.com/office/officeart/2005/8/layout/hierarchy6"/>
    <dgm:cxn modelId="{8F659E77-2CD4-4ADB-A380-B68446027408}" type="presParOf" srcId="{932109B7-0A3C-4152-893C-707B5D0C64C7}" destId="{9AF3D150-065B-4284-8658-5029A6DBE0E7}" srcOrd="0" destOrd="0" presId="urn:microsoft.com/office/officeart/2005/8/layout/hierarchy6"/>
    <dgm:cxn modelId="{B6CFF6EB-A78F-425B-8716-9C2AD00EA35E}" type="presParOf" srcId="{932109B7-0A3C-4152-893C-707B5D0C64C7}" destId="{4C23E012-8E4B-4B77-81BB-C746378DCC5F}" srcOrd="1" destOrd="0" presId="urn:microsoft.com/office/officeart/2005/8/layout/hierarchy6"/>
    <dgm:cxn modelId="{81385017-A4CB-4A80-9DE9-780599A27563}" type="presParOf" srcId="{4C23E012-8E4B-4B77-81BB-C746378DCC5F}" destId="{8F7E9EBD-50E0-48CF-8083-C32315130CC5}" srcOrd="0" destOrd="0" presId="urn:microsoft.com/office/officeart/2005/8/layout/hierarchy6"/>
    <dgm:cxn modelId="{DD52E4AB-A5B8-4B9A-BF03-3825F5FAE45B}" type="presParOf" srcId="{4C23E012-8E4B-4B77-81BB-C746378DCC5F}" destId="{3D40368A-F06A-41A3-8778-1BF8E5C419EA}" srcOrd="1" destOrd="0" presId="urn:microsoft.com/office/officeart/2005/8/layout/hierarchy6"/>
    <dgm:cxn modelId="{61675293-7D8C-47EF-9069-0F5317FC371E}" type="presParOf" srcId="{3D40368A-F06A-41A3-8778-1BF8E5C419EA}" destId="{BA561A8B-A4EC-4095-B5D6-C61A70252811}" srcOrd="0" destOrd="0" presId="urn:microsoft.com/office/officeart/2005/8/layout/hierarchy6"/>
    <dgm:cxn modelId="{1C6F3255-DA98-46B9-B406-A4543796AD11}" type="presParOf" srcId="{3D40368A-F06A-41A3-8778-1BF8E5C419EA}" destId="{A22FB578-C0C3-413F-A7BA-FE0D29B9A8E2}" srcOrd="1" destOrd="0" presId="urn:microsoft.com/office/officeart/2005/8/layout/hierarchy6"/>
    <dgm:cxn modelId="{BABBB0D3-DFA2-45C9-BC88-241CD51EB095}" type="presParOf" srcId="{A22FB578-C0C3-413F-A7BA-FE0D29B9A8E2}" destId="{F4C20E41-1AA7-4C7C-BC31-F48BC9AE3999}" srcOrd="0" destOrd="0" presId="urn:microsoft.com/office/officeart/2005/8/layout/hierarchy6"/>
    <dgm:cxn modelId="{6E6D1A27-1603-4584-8D21-77D1FFB17110}" type="presParOf" srcId="{A22FB578-C0C3-413F-A7BA-FE0D29B9A8E2}" destId="{E3116A04-1C59-4083-B312-F83D3C590545}" srcOrd="1" destOrd="0" presId="urn:microsoft.com/office/officeart/2005/8/layout/hierarchy6"/>
    <dgm:cxn modelId="{ECE76086-5444-4E00-AB1B-F509EA2E8FFA}" type="presParOf" srcId="{932109B7-0A3C-4152-893C-707B5D0C64C7}" destId="{DF0FFD6B-B735-4474-84E2-0FE8135CE249}" srcOrd="2" destOrd="0" presId="urn:microsoft.com/office/officeart/2005/8/layout/hierarchy6"/>
    <dgm:cxn modelId="{772BB033-628C-4B27-B63B-DA47E32A4A38}" type="presParOf" srcId="{932109B7-0A3C-4152-893C-707B5D0C64C7}" destId="{FC56324B-0E3C-4CD4-8BD6-A2A3B985E4C3}" srcOrd="3" destOrd="0" presId="urn:microsoft.com/office/officeart/2005/8/layout/hierarchy6"/>
    <dgm:cxn modelId="{5C351F58-1F0A-47B4-870A-2BA825EAC4C0}" type="presParOf" srcId="{FC56324B-0E3C-4CD4-8BD6-A2A3B985E4C3}" destId="{198AAE4E-BF48-4786-A3D8-18D5CF425B88}" srcOrd="0" destOrd="0" presId="urn:microsoft.com/office/officeart/2005/8/layout/hierarchy6"/>
    <dgm:cxn modelId="{AD6F8ED1-238C-42BB-977F-C7140DCA7F42}" type="presParOf" srcId="{FC56324B-0E3C-4CD4-8BD6-A2A3B985E4C3}" destId="{1B18B51F-CD81-43CA-96F3-C952199B6542}" srcOrd="1" destOrd="0" presId="urn:microsoft.com/office/officeart/2005/8/layout/hierarchy6"/>
    <dgm:cxn modelId="{E95CFFC5-8375-41B4-A4D5-74306B5033A7}" type="presParOf" srcId="{1B18B51F-CD81-43CA-96F3-C952199B6542}" destId="{410C3026-F89D-4A55-A4EC-12338DFA139C}" srcOrd="0" destOrd="0" presId="urn:microsoft.com/office/officeart/2005/8/layout/hierarchy6"/>
    <dgm:cxn modelId="{B9B4BC53-E249-4D62-AF50-1B441D8589A4}" type="presParOf" srcId="{1B18B51F-CD81-43CA-96F3-C952199B6542}" destId="{709A7024-532C-4260-8824-4F4CC1912799}" srcOrd="1" destOrd="0" presId="urn:microsoft.com/office/officeart/2005/8/layout/hierarchy6"/>
    <dgm:cxn modelId="{0EECFA46-F21C-4C22-9000-23751ACC813B}" type="presParOf" srcId="{709A7024-532C-4260-8824-4F4CC1912799}" destId="{2C1394D8-D2E7-4A99-A6FE-5C75DAF4ED5E}" srcOrd="0" destOrd="0" presId="urn:microsoft.com/office/officeart/2005/8/layout/hierarchy6"/>
    <dgm:cxn modelId="{1E129D9E-A1C5-4C73-9CA1-6ED2A8C7E9DB}" type="presParOf" srcId="{709A7024-532C-4260-8824-4F4CC1912799}" destId="{EB243C8C-B675-4E05-BA52-8830E8EDAC5A}" srcOrd="1" destOrd="0" presId="urn:microsoft.com/office/officeart/2005/8/layout/hierarchy6"/>
    <dgm:cxn modelId="{F79DD5FF-6C76-4288-87FD-B14D3A5D060C}" type="presParOf" srcId="{4873A05E-2E15-4952-8D2C-CBF8428E175D}" destId="{5A90F33F-643E-4502-9AF6-9D2791DBAB65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A6E01B0-7475-4C7A-923E-08C6E240DA8F}" type="doc">
      <dgm:prSet loTypeId="urn:microsoft.com/office/officeart/2005/8/layout/hierarchy6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166E3FCA-3D41-42F3-9AE7-E1C078B45A7E}">
      <dgm:prSet phldrT="[Text]"/>
      <dgm:spPr/>
      <dgm:t>
        <a:bodyPr/>
        <a:lstStyle/>
        <a:p>
          <a:r>
            <a:rPr lang="en-US" dirty="0"/>
            <a:t>H(2)</a:t>
          </a:r>
        </a:p>
      </dgm:t>
    </dgm:pt>
    <dgm:pt modelId="{01EC8E7C-A651-4CC7-B3B1-26A56EFFE992}" type="parTrans" cxnId="{E42478AC-05BC-42CB-BB8D-7893C598C221}">
      <dgm:prSet/>
      <dgm:spPr/>
      <dgm:t>
        <a:bodyPr/>
        <a:lstStyle/>
        <a:p>
          <a:endParaRPr lang="en-US"/>
        </a:p>
      </dgm:t>
    </dgm:pt>
    <dgm:pt modelId="{7676B177-6687-4476-B2A8-BD00CA4FC2D1}" type="sibTrans" cxnId="{E42478AC-05BC-42CB-BB8D-7893C598C221}">
      <dgm:prSet/>
      <dgm:spPr/>
      <dgm:t>
        <a:bodyPr/>
        <a:lstStyle/>
        <a:p>
          <a:endParaRPr lang="en-US"/>
        </a:p>
      </dgm:t>
    </dgm:pt>
    <dgm:pt modelId="{EFCF4B24-FEAD-4630-B8D3-E15BA2B49252}">
      <dgm:prSet phldrT="[Text]"/>
      <dgm:spPr/>
      <dgm:t>
        <a:bodyPr/>
        <a:lstStyle/>
        <a:p>
          <a:r>
            <a:rPr lang="en-US" dirty="0"/>
            <a:t>A to B</a:t>
          </a:r>
        </a:p>
      </dgm:t>
    </dgm:pt>
    <dgm:pt modelId="{A269067F-3627-4F60-B6E1-BFBD9068CB4F}" type="parTrans" cxnId="{E5A6FD29-01A1-4D8E-BAAA-E0B850325D1E}">
      <dgm:prSet/>
      <dgm:spPr/>
      <dgm:t>
        <a:bodyPr/>
        <a:lstStyle/>
        <a:p>
          <a:endParaRPr lang="en-US"/>
        </a:p>
      </dgm:t>
    </dgm:pt>
    <dgm:pt modelId="{1C1D24FA-9479-4A8B-A1FC-93FC5444C980}" type="sibTrans" cxnId="{E5A6FD29-01A1-4D8E-BAAA-E0B850325D1E}">
      <dgm:prSet/>
      <dgm:spPr/>
      <dgm:t>
        <a:bodyPr/>
        <a:lstStyle/>
        <a:p>
          <a:endParaRPr lang="en-US"/>
        </a:p>
      </dgm:t>
    </dgm:pt>
    <dgm:pt modelId="{FD31484A-2A7F-404D-ABC6-A062CC2F703A}">
      <dgm:prSet phldrT="[Text]"/>
      <dgm:spPr/>
      <dgm:t>
        <a:bodyPr/>
        <a:lstStyle/>
        <a:p>
          <a:r>
            <a:rPr lang="en-US" dirty="0"/>
            <a:t>A to C</a:t>
          </a:r>
        </a:p>
      </dgm:t>
    </dgm:pt>
    <dgm:pt modelId="{3C5EE82B-313E-4E7D-8BE5-82A82A34CE80}" type="parTrans" cxnId="{3A9E25BF-18E6-4EF6-BC9C-D4B09A0ECA58}">
      <dgm:prSet/>
      <dgm:spPr/>
      <dgm:t>
        <a:bodyPr/>
        <a:lstStyle/>
        <a:p>
          <a:endParaRPr lang="en-US"/>
        </a:p>
      </dgm:t>
    </dgm:pt>
    <dgm:pt modelId="{BE991883-63BC-4168-AC47-2697AFB3F917}" type="sibTrans" cxnId="{3A9E25BF-18E6-4EF6-BC9C-D4B09A0ECA58}">
      <dgm:prSet/>
      <dgm:spPr/>
      <dgm:t>
        <a:bodyPr/>
        <a:lstStyle/>
        <a:p>
          <a:endParaRPr lang="en-US"/>
        </a:p>
      </dgm:t>
    </dgm:pt>
    <dgm:pt modelId="{B530C057-BA97-48A9-ACF1-AE7D56EC6150}">
      <dgm:prSet phldrT="[Text]"/>
      <dgm:spPr/>
      <dgm:t>
        <a:bodyPr/>
        <a:lstStyle/>
        <a:p>
          <a:r>
            <a:rPr lang="en-US" dirty="0"/>
            <a:t>B to C</a:t>
          </a:r>
        </a:p>
      </dgm:t>
    </dgm:pt>
    <dgm:pt modelId="{FD0CDDD7-45FA-4F4B-A281-F8A7957B09F3}" type="parTrans" cxnId="{3C9A9F5B-DC86-492A-A673-C736512F284C}">
      <dgm:prSet/>
      <dgm:spPr/>
      <dgm:t>
        <a:bodyPr/>
        <a:lstStyle/>
        <a:p>
          <a:endParaRPr lang="en-US"/>
        </a:p>
      </dgm:t>
    </dgm:pt>
    <dgm:pt modelId="{E252A7EE-93E8-4383-B883-CFF5FE771DBC}" type="sibTrans" cxnId="{3C9A9F5B-DC86-492A-A673-C736512F284C}">
      <dgm:prSet/>
      <dgm:spPr/>
      <dgm:t>
        <a:bodyPr/>
        <a:lstStyle/>
        <a:p>
          <a:endParaRPr lang="en-US"/>
        </a:p>
      </dgm:t>
    </dgm:pt>
    <dgm:pt modelId="{4873A05E-2E15-4952-8D2C-CBF8428E175D}" type="pres">
      <dgm:prSet presAssocID="{FA6E01B0-7475-4C7A-923E-08C6E240DA8F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4A544D56-C7E1-46A0-B98D-95B9EC872B10}" type="pres">
      <dgm:prSet presAssocID="{FA6E01B0-7475-4C7A-923E-08C6E240DA8F}" presName="hierFlow" presStyleCnt="0"/>
      <dgm:spPr/>
    </dgm:pt>
    <dgm:pt modelId="{46EBE6A6-6A5C-44A6-817E-B3EE18EC2425}" type="pres">
      <dgm:prSet presAssocID="{FA6E01B0-7475-4C7A-923E-08C6E240DA8F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A12C6EFD-00D0-4365-8A13-E1DC65D9A8A5}" type="pres">
      <dgm:prSet presAssocID="{166E3FCA-3D41-42F3-9AE7-E1C078B45A7E}" presName="Name14" presStyleCnt="0"/>
      <dgm:spPr/>
    </dgm:pt>
    <dgm:pt modelId="{9B499A17-3862-47C0-9E8D-CB1E3115D40C}" type="pres">
      <dgm:prSet presAssocID="{166E3FCA-3D41-42F3-9AE7-E1C078B45A7E}" presName="level1Shape" presStyleLbl="node0" presStyleIdx="0" presStyleCnt="1">
        <dgm:presLayoutVars>
          <dgm:chPref val="3"/>
        </dgm:presLayoutVars>
      </dgm:prSet>
      <dgm:spPr/>
    </dgm:pt>
    <dgm:pt modelId="{A15EFC8B-A7D7-401D-8C57-DD8DEF9BABE1}" type="pres">
      <dgm:prSet presAssocID="{166E3FCA-3D41-42F3-9AE7-E1C078B45A7E}" presName="hierChild2" presStyleCnt="0"/>
      <dgm:spPr/>
    </dgm:pt>
    <dgm:pt modelId="{D7B68554-31B4-49C9-BB17-BC7E7996C22F}" type="pres">
      <dgm:prSet presAssocID="{A269067F-3627-4F60-B6E1-BFBD9068CB4F}" presName="Name19" presStyleLbl="parChTrans1D2" presStyleIdx="0" presStyleCnt="3"/>
      <dgm:spPr/>
    </dgm:pt>
    <dgm:pt modelId="{DD44B812-3BC6-45B7-A996-85C1DD201E51}" type="pres">
      <dgm:prSet presAssocID="{EFCF4B24-FEAD-4630-B8D3-E15BA2B49252}" presName="Name21" presStyleCnt="0"/>
      <dgm:spPr/>
    </dgm:pt>
    <dgm:pt modelId="{FE72385F-96A7-46C5-8DD7-5E818F56DF1F}" type="pres">
      <dgm:prSet presAssocID="{EFCF4B24-FEAD-4630-B8D3-E15BA2B49252}" presName="level2Shape" presStyleLbl="node2" presStyleIdx="0" presStyleCnt="3"/>
      <dgm:spPr/>
    </dgm:pt>
    <dgm:pt modelId="{878C8228-0A14-45EE-9BE9-CAEDE83749FE}" type="pres">
      <dgm:prSet presAssocID="{EFCF4B24-FEAD-4630-B8D3-E15BA2B49252}" presName="hierChild3" presStyleCnt="0"/>
      <dgm:spPr/>
    </dgm:pt>
    <dgm:pt modelId="{575617FA-FA4D-471A-B187-88F58E628A8A}" type="pres">
      <dgm:prSet presAssocID="{3C5EE82B-313E-4E7D-8BE5-82A82A34CE80}" presName="Name19" presStyleLbl="parChTrans1D2" presStyleIdx="1" presStyleCnt="3"/>
      <dgm:spPr/>
    </dgm:pt>
    <dgm:pt modelId="{ED3804D6-8226-4805-996B-4109C51FDE77}" type="pres">
      <dgm:prSet presAssocID="{FD31484A-2A7F-404D-ABC6-A062CC2F703A}" presName="Name21" presStyleCnt="0"/>
      <dgm:spPr/>
    </dgm:pt>
    <dgm:pt modelId="{91491802-7857-4341-9A09-22C55116DC3F}" type="pres">
      <dgm:prSet presAssocID="{FD31484A-2A7F-404D-ABC6-A062CC2F703A}" presName="level2Shape" presStyleLbl="node2" presStyleIdx="1" presStyleCnt="3"/>
      <dgm:spPr/>
    </dgm:pt>
    <dgm:pt modelId="{2756B578-01F8-4C9E-8C4E-0C43739E18CD}" type="pres">
      <dgm:prSet presAssocID="{FD31484A-2A7F-404D-ABC6-A062CC2F703A}" presName="hierChild3" presStyleCnt="0"/>
      <dgm:spPr/>
    </dgm:pt>
    <dgm:pt modelId="{76737504-3B25-435E-9E99-9A5D39345AB7}" type="pres">
      <dgm:prSet presAssocID="{FD0CDDD7-45FA-4F4B-A281-F8A7957B09F3}" presName="Name19" presStyleLbl="parChTrans1D2" presStyleIdx="2" presStyleCnt="3"/>
      <dgm:spPr/>
    </dgm:pt>
    <dgm:pt modelId="{8E1B3FFC-28BC-4101-9F05-6EDF7ED42EC0}" type="pres">
      <dgm:prSet presAssocID="{B530C057-BA97-48A9-ACF1-AE7D56EC6150}" presName="Name21" presStyleCnt="0"/>
      <dgm:spPr/>
    </dgm:pt>
    <dgm:pt modelId="{C1BD74C7-E7F2-4FC5-BF25-8382E437CEC2}" type="pres">
      <dgm:prSet presAssocID="{B530C057-BA97-48A9-ACF1-AE7D56EC6150}" presName="level2Shape" presStyleLbl="node2" presStyleIdx="2" presStyleCnt="3"/>
      <dgm:spPr/>
    </dgm:pt>
    <dgm:pt modelId="{289981F0-C5D7-46A9-AE9E-4B5628DE90CA}" type="pres">
      <dgm:prSet presAssocID="{B530C057-BA97-48A9-ACF1-AE7D56EC6150}" presName="hierChild3" presStyleCnt="0"/>
      <dgm:spPr/>
    </dgm:pt>
    <dgm:pt modelId="{5A90F33F-643E-4502-9AF6-9D2791DBAB65}" type="pres">
      <dgm:prSet presAssocID="{FA6E01B0-7475-4C7A-923E-08C6E240DA8F}" presName="bgShapesFlow" presStyleCnt="0"/>
      <dgm:spPr/>
    </dgm:pt>
  </dgm:ptLst>
  <dgm:cxnLst>
    <dgm:cxn modelId="{BB033305-54AC-4526-9979-59DE4B3033FB}" type="presOf" srcId="{A269067F-3627-4F60-B6E1-BFBD9068CB4F}" destId="{D7B68554-31B4-49C9-BB17-BC7E7996C22F}" srcOrd="0" destOrd="0" presId="urn:microsoft.com/office/officeart/2005/8/layout/hierarchy6"/>
    <dgm:cxn modelId="{E5A6FD29-01A1-4D8E-BAAA-E0B850325D1E}" srcId="{166E3FCA-3D41-42F3-9AE7-E1C078B45A7E}" destId="{EFCF4B24-FEAD-4630-B8D3-E15BA2B49252}" srcOrd="0" destOrd="0" parTransId="{A269067F-3627-4F60-B6E1-BFBD9068CB4F}" sibTransId="{1C1D24FA-9479-4A8B-A1FC-93FC5444C980}"/>
    <dgm:cxn modelId="{B0608C2C-C7C2-450C-B54D-D253CFDC5B1C}" type="presOf" srcId="{FD31484A-2A7F-404D-ABC6-A062CC2F703A}" destId="{91491802-7857-4341-9A09-22C55116DC3F}" srcOrd="0" destOrd="0" presId="urn:microsoft.com/office/officeart/2005/8/layout/hierarchy6"/>
    <dgm:cxn modelId="{9AA8413F-923B-4A01-8E65-9EAEB2EACC64}" type="presOf" srcId="{B530C057-BA97-48A9-ACF1-AE7D56EC6150}" destId="{C1BD74C7-E7F2-4FC5-BF25-8382E437CEC2}" srcOrd="0" destOrd="0" presId="urn:microsoft.com/office/officeart/2005/8/layout/hierarchy6"/>
    <dgm:cxn modelId="{3C9A9F5B-DC86-492A-A673-C736512F284C}" srcId="{166E3FCA-3D41-42F3-9AE7-E1C078B45A7E}" destId="{B530C057-BA97-48A9-ACF1-AE7D56EC6150}" srcOrd="2" destOrd="0" parTransId="{FD0CDDD7-45FA-4F4B-A281-F8A7957B09F3}" sibTransId="{E252A7EE-93E8-4383-B883-CFF5FE771DBC}"/>
    <dgm:cxn modelId="{31D04484-03FD-41A9-B338-517B97B5EEDD}" type="presOf" srcId="{EFCF4B24-FEAD-4630-B8D3-E15BA2B49252}" destId="{FE72385F-96A7-46C5-8DD7-5E818F56DF1F}" srcOrd="0" destOrd="0" presId="urn:microsoft.com/office/officeart/2005/8/layout/hierarchy6"/>
    <dgm:cxn modelId="{C0B76F90-DB22-4639-B34F-26B4EAF1BBAD}" type="presOf" srcId="{166E3FCA-3D41-42F3-9AE7-E1C078B45A7E}" destId="{9B499A17-3862-47C0-9E8D-CB1E3115D40C}" srcOrd="0" destOrd="0" presId="urn:microsoft.com/office/officeart/2005/8/layout/hierarchy6"/>
    <dgm:cxn modelId="{47F9B3A9-8C16-4851-A0D0-F4AC8A0C4E42}" type="presOf" srcId="{3C5EE82B-313E-4E7D-8BE5-82A82A34CE80}" destId="{575617FA-FA4D-471A-B187-88F58E628A8A}" srcOrd="0" destOrd="0" presId="urn:microsoft.com/office/officeart/2005/8/layout/hierarchy6"/>
    <dgm:cxn modelId="{E42478AC-05BC-42CB-BB8D-7893C598C221}" srcId="{FA6E01B0-7475-4C7A-923E-08C6E240DA8F}" destId="{166E3FCA-3D41-42F3-9AE7-E1C078B45A7E}" srcOrd="0" destOrd="0" parTransId="{01EC8E7C-A651-4CC7-B3B1-26A56EFFE992}" sibTransId="{7676B177-6687-4476-B2A8-BD00CA4FC2D1}"/>
    <dgm:cxn modelId="{3A9E25BF-18E6-4EF6-BC9C-D4B09A0ECA58}" srcId="{166E3FCA-3D41-42F3-9AE7-E1C078B45A7E}" destId="{FD31484A-2A7F-404D-ABC6-A062CC2F703A}" srcOrd="1" destOrd="0" parTransId="{3C5EE82B-313E-4E7D-8BE5-82A82A34CE80}" sibTransId="{BE991883-63BC-4168-AC47-2697AFB3F917}"/>
    <dgm:cxn modelId="{93285DC1-5ADD-447B-A6C0-84E0D5EFC2D1}" type="presOf" srcId="{FA6E01B0-7475-4C7A-923E-08C6E240DA8F}" destId="{4873A05E-2E15-4952-8D2C-CBF8428E175D}" srcOrd="0" destOrd="0" presId="urn:microsoft.com/office/officeart/2005/8/layout/hierarchy6"/>
    <dgm:cxn modelId="{380FC4DB-8AD4-4D2A-B9D5-9EF3830BA271}" type="presOf" srcId="{FD0CDDD7-45FA-4F4B-A281-F8A7957B09F3}" destId="{76737504-3B25-435E-9E99-9A5D39345AB7}" srcOrd="0" destOrd="0" presId="urn:microsoft.com/office/officeart/2005/8/layout/hierarchy6"/>
    <dgm:cxn modelId="{A0497984-EDC9-4DFD-A8BC-40F3F17FE3E8}" type="presParOf" srcId="{4873A05E-2E15-4952-8D2C-CBF8428E175D}" destId="{4A544D56-C7E1-46A0-B98D-95B9EC872B10}" srcOrd="0" destOrd="0" presId="urn:microsoft.com/office/officeart/2005/8/layout/hierarchy6"/>
    <dgm:cxn modelId="{F0AA96C4-C73C-417D-B53A-8D5FAC8A1D7C}" type="presParOf" srcId="{4A544D56-C7E1-46A0-B98D-95B9EC872B10}" destId="{46EBE6A6-6A5C-44A6-817E-B3EE18EC2425}" srcOrd="0" destOrd="0" presId="urn:microsoft.com/office/officeart/2005/8/layout/hierarchy6"/>
    <dgm:cxn modelId="{DE1CCE35-43F2-4061-8505-E9D642059426}" type="presParOf" srcId="{46EBE6A6-6A5C-44A6-817E-B3EE18EC2425}" destId="{A12C6EFD-00D0-4365-8A13-E1DC65D9A8A5}" srcOrd="0" destOrd="0" presId="urn:microsoft.com/office/officeart/2005/8/layout/hierarchy6"/>
    <dgm:cxn modelId="{723F7BA2-A040-48A1-8983-8C1FA1A0CA50}" type="presParOf" srcId="{A12C6EFD-00D0-4365-8A13-E1DC65D9A8A5}" destId="{9B499A17-3862-47C0-9E8D-CB1E3115D40C}" srcOrd="0" destOrd="0" presId="urn:microsoft.com/office/officeart/2005/8/layout/hierarchy6"/>
    <dgm:cxn modelId="{FC045239-695B-4EB4-A190-657E99F8E632}" type="presParOf" srcId="{A12C6EFD-00D0-4365-8A13-E1DC65D9A8A5}" destId="{A15EFC8B-A7D7-401D-8C57-DD8DEF9BABE1}" srcOrd="1" destOrd="0" presId="urn:microsoft.com/office/officeart/2005/8/layout/hierarchy6"/>
    <dgm:cxn modelId="{10A1FD71-B178-4CD8-87BD-A0F69666A7E5}" type="presParOf" srcId="{A15EFC8B-A7D7-401D-8C57-DD8DEF9BABE1}" destId="{D7B68554-31B4-49C9-BB17-BC7E7996C22F}" srcOrd="0" destOrd="0" presId="urn:microsoft.com/office/officeart/2005/8/layout/hierarchy6"/>
    <dgm:cxn modelId="{C87FCA62-CD6B-4821-91DF-84B95631537C}" type="presParOf" srcId="{A15EFC8B-A7D7-401D-8C57-DD8DEF9BABE1}" destId="{DD44B812-3BC6-45B7-A996-85C1DD201E51}" srcOrd="1" destOrd="0" presId="urn:microsoft.com/office/officeart/2005/8/layout/hierarchy6"/>
    <dgm:cxn modelId="{DA3677F4-C18F-4352-B169-B680C320FD17}" type="presParOf" srcId="{DD44B812-3BC6-45B7-A996-85C1DD201E51}" destId="{FE72385F-96A7-46C5-8DD7-5E818F56DF1F}" srcOrd="0" destOrd="0" presId="urn:microsoft.com/office/officeart/2005/8/layout/hierarchy6"/>
    <dgm:cxn modelId="{3FF23831-1454-485E-A2C2-A22E8B26399B}" type="presParOf" srcId="{DD44B812-3BC6-45B7-A996-85C1DD201E51}" destId="{878C8228-0A14-45EE-9BE9-CAEDE83749FE}" srcOrd="1" destOrd="0" presId="urn:microsoft.com/office/officeart/2005/8/layout/hierarchy6"/>
    <dgm:cxn modelId="{624DE8E5-407E-4302-BF7C-F45E7FFB3C70}" type="presParOf" srcId="{A15EFC8B-A7D7-401D-8C57-DD8DEF9BABE1}" destId="{575617FA-FA4D-471A-B187-88F58E628A8A}" srcOrd="2" destOrd="0" presId="urn:microsoft.com/office/officeart/2005/8/layout/hierarchy6"/>
    <dgm:cxn modelId="{BEAD0804-214E-4772-9C32-876A97507957}" type="presParOf" srcId="{A15EFC8B-A7D7-401D-8C57-DD8DEF9BABE1}" destId="{ED3804D6-8226-4805-996B-4109C51FDE77}" srcOrd="3" destOrd="0" presId="urn:microsoft.com/office/officeart/2005/8/layout/hierarchy6"/>
    <dgm:cxn modelId="{717606CF-9052-440E-844B-035E81C14848}" type="presParOf" srcId="{ED3804D6-8226-4805-996B-4109C51FDE77}" destId="{91491802-7857-4341-9A09-22C55116DC3F}" srcOrd="0" destOrd="0" presId="urn:microsoft.com/office/officeart/2005/8/layout/hierarchy6"/>
    <dgm:cxn modelId="{38946286-6EA5-4B22-8E5E-B066ED253B41}" type="presParOf" srcId="{ED3804D6-8226-4805-996B-4109C51FDE77}" destId="{2756B578-01F8-4C9E-8C4E-0C43739E18CD}" srcOrd="1" destOrd="0" presId="urn:microsoft.com/office/officeart/2005/8/layout/hierarchy6"/>
    <dgm:cxn modelId="{5CF55B83-ABDF-4685-B794-1ED17A5F421B}" type="presParOf" srcId="{A15EFC8B-A7D7-401D-8C57-DD8DEF9BABE1}" destId="{76737504-3B25-435E-9E99-9A5D39345AB7}" srcOrd="4" destOrd="0" presId="urn:microsoft.com/office/officeart/2005/8/layout/hierarchy6"/>
    <dgm:cxn modelId="{BE3D5703-F7C4-4978-BFC6-88F0837A36C7}" type="presParOf" srcId="{A15EFC8B-A7D7-401D-8C57-DD8DEF9BABE1}" destId="{8E1B3FFC-28BC-4101-9F05-6EDF7ED42EC0}" srcOrd="5" destOrd="0" presId="urn:microsoft.com/office/officeart/2005/8/layout/hierarchy6"/>
    <dgm:cxn modelId="{C2DA3B09-9A0B-4824-B9CC-30C59826A182}" type="presParOf" srcId="{8E1B3FFC-28BC-4101-9F05-6EDF7ED42EC0}" destId="{C1BD74C7-E7F2-4FC5-BF25-8382E437CEC2}" srcOrd="0" destOrd="0" presId="urn:microsoft.com/office/officeart/2005/8/layout/hierarchy6"/>
    <dgm:cxn modelId="{292A964F-72F3-499F-8D5C-CD4970195F96}" type="presParOf" srcId="{8E1B3FFC-28BC-4101-9F05-6EDF7ED42EC0}" destId="{289981F0-C5D7-46A9-AE9E-4B5628DE90CA}" srcOrd="1" destOrd="0" presId="urn:microsoft.com/office/officeart/2005/8/layout/hierarchy6"/>
    <dgm:cxn modelId="{F79DD5FF-6C76-4288-87FD-B14D3A5D060C}" type="presParOf" srcId="{4873A05E-2E15-4952-8D2C-CBF8428E175D}" destId="{5A90F33F-643E-4502-9AF6-9D2791DBAB65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A6E01B0-7475-4C7A-923E-08C6E240DA8F}" type="doc">
      <dgm:prSet loTypeId="urn:microsoft.com/office/officeart/2005/8/layout/hierarchy6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166E3FCA-3D41-42F3-9AE7-E1C078B45A7E}">
      <dgm:prSet phldrT="[Text]"/>
      <dgm:spPr/>
      <dgm:t>
        <a:bodyPr/>
        <a:lstStyle/>
        <a:p>
          <a:r>
            <a:rPr lang="en-US" dirty="0"/>
            <a:t>H(3)</a:t>
          </a:r>
        </a:p>
      </dgm:t>
    </dgm:pt>
    <dgm:pt modelId="{01EC8E7C-A651-4CC7-B3B1-26A56EFFE992}" type="parTrans" cxnId="{E42478AC-05BC-42CB-BB8D-7893C598C221}">
      <dgm:prSet/>
      <dgm:spPr/>
      <dgm:t>
        <a:bodyPr/>
        <a:lstStyle/>
        <a:p>
          <a:endParaRPr lang="en-US"/>
        </a:p>
      </dgm:t>
    </dgm:pt>
    <dgm:pt modelId="{7676B177-6687-4476-B2A8-BD00CA4FC2D1}" type="sibTrans" cxnId="{E42478AC-05BC-42CB-BB8D-7893C598C221}">
      <dgm:prSet/>
      <dgm:spPr/>
      <dgm:t>
        <a:bodyPr/>
        <a:lstStyle/>
        <a:p>
          <a:endParaRPr lang="en-US"/>
        </a:p>
      </dgm:t>
    </dgm:pt>
    <dgm:pt modelId="{EFCF4B24-FEAD-4630-B8D3-E15BA2B49252}">
      <dgm:prSet phldrT="[Text]"/>
      <dgm:spPr/>
      <dgm:t>
        <a:bodyPr/>
        <a:lstStyle/>
        <a:p>
          <a:r>
            <a:rPr lang="en-US" dirty="0"/>
            <a:t>H(2)</a:t>
          </a:r>
        </a:p>
      </dgm:t>
    </dgm:pt>
    <dgm:pt modelId="{A269067F-3627-4F60-B6E1-BFBD9068CB4F}" type="parTrans" cxnId="{E5A6FD29-01A1-4D8E-BAAA-E0B850325D1E}">
      <dgm:prSet/>
      <dgm:spPr/>
      <dgm:t>
        <a:bodyPr/>
        <a:lstStyle/>
        <a:p>
          <a:endParaRPr lang="en-US"/>
        </a:p>
      </dgm:t>
    </dgm:pt>
    <dgm:pt modelId="{1C1D24FA-9479-4A8B-A1FC-93FC5444C980}" type="sibTrans" cxnId="{E5A6FD29-01A1-4D8E-BAAA-E0B850325D1E}">
      <dgm:prSet/>
      <dgm:spPr/>
      <dgm:t>
        <a:bodyPr/>
        <a:lstStyle/>
        <a:p>
          <a:endParaRPr lang="en-US"/>
        </a:p>
      </dgm:t>
    </dgm:pt>
    <dgm:pt modelId="{FD31484A-2A7F-404D-ABC6-A062CC2F703A}">
      <dgm:prSet phldrT="[Text]"/>
      <dgm:spPr/>
      <dgm:t>
        <a:bodyPr/>
        <a:lstStyle/>
        <a:p>
          <a:r>
            <a:rPr lang="en-US" dirty="0"/>
            <a:t>H(2)</a:t>
          </a:r>
        </a:p>
      </dgm:t>
    </dgm:pt>
    <dgm:pt modelId="{3C5EE82B-313E-4E7D-8BE5-82A82A34CE80}" type="parTrans" cxnId="{3A9E25BF-18E6-4EF6-BC9C-D4B09A0ECA58}">
      <dgm:prSet/>
      <dgm:spPr/>
      <dgm:t>
        <a:bodyPr/>
        <a:lstStyle/>
        <a:p>
          <a:endParaRPr lang="en-US"/>
        </a:p>
      </dgm:t>
    </dgm:pt>
    <dgm:pt modelId="{BE991883-63BC-4168-AC47-2697AFB3F917}" type="sibTrans" cxnId="{3A9E25BF-18E6-4EF6-BC9C-D4B09A0ECA58}">
      <dgm:prSet/>
      <dgm:spPr/>
      <dgm:t>
        <a:bodyPr/>
        <a:lstStyle/>
        <a:p>
          <a:endParaRPr lang="en-US"/>
        </a:p>
      </dgm:t>
    </dgm:pt>
    <dgm:pt modelId="{B530C057-BA97-48A9-ACF1-AE7D56EC6150}">
      <dgm:prSet phldrT="[Text]"/>
      <dgm:spPr/>
      <dgm:t>
        <a:bodyPr/>
        <a:lstStyle/>
        <a:p>
          <a:r>
            <a:rPr lang="en-US" dirty="0"/>
            <a:t>H(2)</a:t>
          </a:r>
        </a:p>
      </dgm:t>
    </dgm:pt>
    <dgm:pt modelId="{FD0CDDD7-45FA-4F4B-A281-F8A7957B09F3}" type="parTrans" cxnId="{3C9A9F5B-DC86-492A-A673-C736512F284C}">
      <dgm:prSet/>
      <dgm:spPr/>
      <dgm:t>
        <a:bodyPr/>
        <a:lstStyle/>
        <a:p>
          <a:endParaRPr lang="en-US"/>
        </a:p>
      </dgm:t>
    </dgm:pt>
    <dgm:pt modelId="{E252A7EE-93E8-4383-B883-CFF5FE771DBC}" type="sibTrans" cxnId="{3C9A9F5B-DC86-492A-A673-C736512F284C}">
      <dgm:prSet/>
      <dgm:spPr/>
      <dgm:t>
        <a:bodyPr/>
        <a:lstStyle/>
        <a:p>
          <a:endParaRPr lang="en-US"/>
        </a:p>
      </dgm:t>
    </dgm:pt>
    <dgm:pt modelId="{5F0A6650-C86B-42BE-BE30-A0F03AAA659F}">
      <dgm:prSet phldrT="[Text]"/>
      <dgm:spPr/>
      <dgm:t>
        <a:bodyPr/>
        <a:lstStyle/>
        <a:p>
          <a:r>
            <a:rPr lang="en-US" dirty="0"/>
            <a:t>A to B</a:t>
          </a:r>
        </a:p>
      </dgm:t>
    </dgm:pt>
    <dgm:pt modelId="{46ACEBCB-E57A-4833-8C9D-AC31B95EC703}" type="parTrans" cxnId="{47134678-2F82-4B6F-A1A2-E611BF7757F9}">
      <dgm:prSet/>
      <dgm:spPr/>
      <dgm:t>
        <a:bodyPr/>
        <a:lstStyle/>
        <a:p>
          <a:endParaRPr lang="en-US"/>
        </a:p>
      </dgm:t>
    </dgm:pt>
    <dgm:pt modelId="{98932C87-CFF6-42B9-B111-1BF2D39325BD}" type="sibTrans" cxnId="{47134678-2F82-4B6F-A1A2-E611BF7757F9}">
      <dgm:prSet/>
      <dgm:spPr/>
      <dgm:t>
        <a:bodyPr/>
        <a:lstStyle/>
        <a:p>
          <a:endParaRPr lang="en-US"/>
        </a:p>
      </dgm:t>
    </dgm:pt>
    <dgm:pt modelId="{BA2E9617-75CC-47A1-A4B1-054C9DB11F07}">
      <dgm:prSet phldrT="[Text]"/>
      <dgm:spPr/>
      <dgm:t>
        <a:bodyPr/>
        <a:lstStyle/>
        <a:p>
          <a:r>
            <a:rPr lang="en-US" dirty="0"/>
            <a:t>A to C</a:t>
          </a:r>
        </a:p>
      </dgm:t>
    </dgm:pt>
    <dgm:pt modelId="{2F69DCA1-3DD6-4401-BB16-B3CEE0A90754}" type="parTrans" cxnId="{B38FB6E4-AEB3-4190-8186-D7F611683269}">
      <dgm:prSet/>
      <dgm:spPr/>
      <dgm:t>
        <a:bodyPr/>
        <a:lstStyle/>
        <a:p>
          <a:endParaRPr lang="en-US"/>
        </a:p>
      </dgm:t>
    </dgm:pt>
    <dgm:pt modelId="{6628A8C6-394C-4BA4-8257-CBBCFC20FAB8}" type="sibTrans" cxnId="{B38FB6E4-AEB3-4190-8186-D7F611683269}">
      <dgm:prSet/>
      <dgm:spPr/>
      <dgm:t>
        <a:bodyPr/>
        <a:lstStyle/>
        <a:p>
          <a:endParaRPr lang="en-US"/>
        </a:p>
      </dgm:t>
    </dgm:pt>
    <dgm:pt modelId="{8F8537EC-0082-4541-9830-27DE14B63E0B}">
      <dgm:prSet phldrT="[Text]"/>
      <dgm:spPr/>
      <dgm:t>
        <a:bodyPr/>
        <a:lstStyle/>
        <a:p>
          <a:r>
            <a:rPr lang="en-US" dirty="0"/>
            <a:t>B to C</a:t>
          </a:r>
        </a:p>
      </dgm:t>
    </dgm:pt>
    <dgm:pt modelId="{AD299B92-010D-4F60-969E-1213B497CAD8}" type="parTrans" cxnId="{482FE466-D912-4471-BD77-6BE20701DAA9}">
      <dgm:prSet/>
      <dgm:spPr/>
      <dgm:t>
        <a:bodyPr/>
        <a:lstStyle/>
        <a:p>
          <a:endParaRPr lang="en-US"/>
        </a:p>
      </dgm:t>
    </dgm:pt>
    <dgm:pt modelId="{9C800307-A8DF-4B9E-8148-E6D7DA0D5572}" type="sibTrans" cxnId="{482FE466-D912-4471-BD77-6BE20701DAA9}">
      <dgm:prSet/>
      <dgm:spPr/>
      <dgm:t>
        <a:bodyPr/>
        <a:lstStyle/>
        <a:p>
          <a:endParaRPr lang="en-US"/>
        </a:p>
      </dgm:t>
    </dgm:pt>
    <dgm:pt modelId="{C8FB4477-227B-4C89-8FDA-EE4960F41F24}">
      <dgm:prSet phldrT="[Text]"/>
      <dgm:spPr/>
      <dgm:t>
        <a:bodyPr/>
        <a:lstStyle/>
        <a:p>
          <a:r>
            <a:rPr lang="en-US" dirty="0"/>
            <a:t>A to B</a:t>
          </a:r>
        </a:p>
      </dgm:t>
    </dgm:pt>
    <dgm:pt modelId="{F567ED87-28C8-4083-A65E-E8479E0B7FE4}" type="parTrans" cxnId="{3A6736D4-F229-49C3-9670-43DC6CCF8872}">
      <dgm:prSet/>
      <dgm:spPr/>
      <dgm:t>
        <a:bodyPr/>
        <a:lstStyle/>
        <a:p>
          <a:endParaRPr lang="en-US"/>
        </a:p>
      </dgm:t>
    </dgm:pt>
    <dgm:pt modelId="{ECE1F4C1-0957-4256-877D-F2756A13E404}" type="sibTrans" cxnId="{3A6736D4-F229-49C3-9670-43DC6CCF8872}">
      <dgm:prSet/>
      <dgm:spPr/>
      <dgm:t>
        <a:bodyPr/>
        <a:lstStyle/>
        <a:p>
          <a:endParaRPr lang="en-US"/>
        </a:p>
      </dgm:t>
    </dgm:pt>
    <dgm:pt modelId="{87B26BA9-0655-48E9-92DA-2A02271AF6B6}">
      <dgm:prSet phldrT="[Text]"/>
      <dgm:spPr/>
      <dgm:t>
        <a:bodyPr/>
        <a:lstStyle/>
        <a:p>
          <a:r>
            <a:rPr lang="en-US" dirty="0"/>
            <a:t>A to C</a:t>
          </a:r>
        </a:p>
      </dgm:t>
    </dgm:pt>
    <dgm:pt modelId="{0FA62932-F294-4ABE-A957-5EDC1984945E}" type="parTrans" cxnId="{18181C65-A503-4545-91F2-BA6702099F99}">
      <dgm:prSet/>
      <dgm:spPr/>
      <dgm:t>
        <a:bodyPr/>
        <a:lstStyle/>
        <a:p>
          <a:endParaRPr lang="en-US"/>
        </a:p>
      </dgm:t>
    </dgm:pt>
    <dgm:pt modelId="{BC92649A-0BDA-48CF-871D-F6865042BC20}" type="sibTrans" cxnId="{18181C65-A503-4545-91F2-BA6702099F99}">
      <dgm:prSet/>
      <dgm:spPr/>
      <dgm:t>
        <a:bodyPr/>
        <a:lstStyle/>
        <a:p>
          <a:endParaRPr lang="en-US"/>
        </a:p>
      </dgm:t>
    </dgm:pt>
    <dgm:pt modelId="{03FC9239-F7F2-4406-B164-C3EE6AF0D511}">
      <dgm:prSet phldrT="[Text]"/>
      <dgm:spPr/>
      <dgm:t>
        <a:bodyPr/>
        <a:lstStyle/>
        <a:p>
          <a:r>
            <a:rPr lang="en-US" dirty="0"/>
            <a:t>B to C</a:t>
          </a:r>
        </a:p>
      </dgm:t>
    </dgm:pt>
    <dgm:pt modelId="{30FAFCB9-8F1D-40D5-9610-212B705B9EEA}" type="parTrans" cxnId="{4A323409-F396-4F7A-82DD-1123F00B6F41}">
      <dgm:prSet/>
      <dgm:spPr/>
      <dgm:t>
        <a:bodyPr/>
        <a:lstStyle/>
        <a:p>
          <a:endParaRPr lang="en-US"/>
        </a:p>
      </dgm:t>
    </dgm:pt>
    <dgm:pt modelId="{075B2462-4779-43CE-ABFB-C8E0F4A63DEF}" type="sibTrans" cxnId="{4A323409-F396-4F7A-82DD-1123F00B6F41}">
      <dgm:prSet/>
      <dgm:spPr/>
      <dgm:t>
        <a:bodyPr/>
        <a:lstStyle/>
        <a:p>
          <a:endParaRPr lang="en-US"/>
        </a:p>
      </dgm:t>
    </dgm:pt>
    <dgm:pt modelId="{4C5A235A-9CFD-487F-BF8E-AB0D297613A9}">
      <dgm:prSet phldrT="[Text]"/>
      <dgm:spPr/>
      <dgm:t>
        <a:bodyPr/>
        <a:lstStyle/>
        <a:p>
          <a:r>
            <a:rPr lang="en-US" dirty="0"/>
            <a:t>A to B</a:t>
          </a:r>
        </a:p>
      </dgm:t>
    </dgm:pt>
    <dgm:pt modelId="{DFEF4A2A-2968-47A2-9250-C33D8D06B52D}" type="parTrans" cxnId="{BF045021-2940-4E0E-8ACF-BB6FF2C736BB}">
      <dgm:prSet/>
      <dgm:spPr/>
      <dgm:t>
        <a:bodyPr/>
        <a:lstStyle/>
        <a:p>
          <a:endParaRPr lang="en-US"/>
        </a:p>
      </dgm:t>
    </dgm:pt>
    <dgm:pt modelId="{5E6B6373-19B5-4728-820D-9CBCC366C201}" type="sibTrans" cxnId="{BF045021-2940-4E0E-8ACF-BB6FF2C736BB}">
      <dgm:prSet/>
      <dgm:spPr/>
      <dgm:t>
        <a:bodyPr/>
        <a:lstStyle/>
        <a:p>
          <a:endParaRPr lang="en-US"/>
        </a:p>
      </dgm:t>
    </dgm:pt>
    <dgm:pt modelId="{9B5537B3-2AEF-4222-A74F-A65414CDB03B}">
      <dgm:prSet phldrT="[Text]"/>
      <dgm:spPr/>
      <dgm:t>
        <a:bodyPr/>
        <a:lstStyle/>
        <a:p>
          <a:r>
            <a:rPr lang="en-US" dirty="0"/>
            <a:t>A to C</a:t>
          </a:r>
        </a:p>
      </dgm:t>
    </dgm:pt>
    <dgm:pt modelId="{A628A11C-B045-4568-847B-E79612CAFEDF}" type="parTrans" cxnId="{801A91AC-1C88-47A3-B0BD-D0C7F08C2996}">
      <dgm:prSet/>
      <dgm:spPr/>
      <dgm:t>
        <a:bodyPr/>
        <a:lstStyle/>
        <a:p>
          <a:endParaRPr lang="en-US"/>
        </a:p>
      </dgm:t>
    </dgm:pt>
    <dgm:pt modelId="{943712B9-C417-42FD-87EC-3921C6B2DEBA}" type="sibTrans" cxnId="{801A91AC-1C88-47A3-B0BD-D0C7F08C2996}">
      <dgm:prSet/>
      <dgm:spPr/>
      <dgm:t>
        <a:bodyPr/>
        <a:lstStyle/>
        <a:p>
          <a:endParaRPr lang="en-US"/>
        </a:p>
      </dgm:t>
    </dgm:pt>
    <dgm:pt modelId="{9275E7BC-422B-4B1F-B6FB-80660CD97714}">
      <dgm:prSet phldrT="[Text]"/>
      <dgm:spPr/>
      <dgm:t>
        <a:bodyPr/>
        <a:lstStyle/>
        <a:p>
          <a:r>
            <a:rPr lang="en-US" dirty="0"/>
            <a:t>B to C</a:t>
          </a:r>
        </a:p>
      </dgm:t>
    </dgm:pt>
    <dgm:pt modelId="{F7666ED4-1A80-48DA-947F-8F2E3BE5397F}" type="parTrans" cxnId="{2598C21E-2F2C-4D00-AF0D-01C3A4A0CACA}">
      <dgm:prSet/>
      <dgm:spPr/>
      <dgm:t>
        <a:bodyPr/>
        <a:lstStyle/>
        <a:p>
          <a:endParaRPr lang="en-US"/>
        </a:p>
      </dgm:t>
    </dgm:pt>
    <dgm:pt modelId="{255C036D-02BC-45DE-BCF1-6C21D1036865}" type="sibTrans" cxnId="{2598C21E-2F2C-4D00-AF0D-01C3A4A0CACA}">
      <dgm:prSet/>
      <dgm:spPr/>
      <dgm:t>
        <a:bodyPr/>
        <a:lstStyle/>
        <a:p>
          <a:endParaRPr lang="en-US"/>
        </a:p>
      </dgm:t>
    </dgm:pt>
    <dgm:pt modelId="{4873A05E-2E15-4952-8D2C-CBF8428E175D}" type="pres">
      <dgm:prSet presAssocID="{FA6E01B0-7475-4C7A-923E-08C6E240DA8F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4A544D56-C7E1-46A0-B98D-95B9EC872B10}" type="pres">
      <dgm:prSet presAssocID="{FA6E01B0-7475-4C7A-923E-08C6E240DA8F}" presName="hierFlow" presStyleCnt="0"/>
      <dgm:spPr/>
    </dgm:pt>
    <dgm:pt modelId="{46EBE6A6-6A5C-44A6-817E-B3EE18EC2425}" type="pres">
      <dgm:prSet presAssocID="{FA6E01B0-7475-4C7A-923E-08C6E240DA8F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A12C6EFD-00D0-4365-8A13-E1DC65D9A8A5}" type="pres">
      <dgm:prSet presAssocID="{166E3FCA-3D41-42F3-9AE7-E1C078B45A7E}" presName="Name14" presStyleCnt="0"/>
      <dgm:spPr/>
    </dgm:pt>
    <dgm:pt modelId="{9B499A17-3862-47C0-9E8D-CB1E3115D40C}" type="pres">
      <dgm:prSet presAssocID="{166E3FCA-3D41-42F3-9AE7-E1C078B45A7E}" presName="level1Shape" presStyleLbl="node0" presStyleIdx="0" presStyleCnt="1">
        <dgm:presLayoutVars>
          <dgm:chPref val="3"/>
        </dgm:presLayoutVars>
      </dgm:prSet>
      <dgm:spPr/>
    </dgm:pt>
    <dgm:pt modelId="{A15EFC8B-A7D7-401D-8C57-DD8DEF9BABE1}" type="pres">
      <dgm:prSet presAssocID="{166E3FCA-3D41-42F3-9AE7-E1C078B45A7E}" presName="hierChild2" presStyleCnt="0"/>
      <dgm:spPr/>
    </dgm:pt>
    <dgm:pt modelId="{D7B68554-31B4-49C9-BB17-BC7E7996C22F}" type="pres">
      <dgm:prSet presAssocID="{A269067F-3627-4F60-B6E1-BFBD9068CB4F}" presName="Name19" presStyleLbl="parChTrans1D2" presStyleIdx="0" presStyleCnt="3"/>
      <dgm:spPr/>
    </dgm:pt>
    <dgm:pt modelId="{DD44B812-3BC6-45B7-A996-85C1DD201E51}" type="pres">
      <dgm:prSet presAssocID="{EFCF4B24-FEAD-4630-B8D3-E15BA2B49252}" presName="Name21" presStyleCnt="0"/>
      <dgm:spPr/>
    </dgm:pt>
    <dgm:pt modelId="{FE72385F-96A7-46C5-8DD7-5E818F56DF1F}" type="pres">
      <dgm:prSet presAssocID="{EFCF4B24-FEAD-4630-B8D3-E15BA2B49252}" presName="level2Shape" presStyleLbl="node2" presStyleIdx="0" presStyleCnt="3"/>
      <dgm:spPr/>
    </dgm:pt>
    <dgm:pt modelId="{878C8228-0A14-45EE-9BE9-CAEDE83749FE}" type="pres">
      <dgm:prSet presAssocID="{EFCF4B24-FEAD-4630-B8D3-E15BA2B49252}" presName="hierChild3" presStyleCnt="0"/>
      <dgm:spPr/>
    </dgm:pt>
    <dgm:pt modelId="{38DB72E1-850D-466D-A2EF-5165C255FA65}" type="pres">
      <dgm:prSet presAssocID="{46ACEBCB-E57A-4833-8C9D-AC31B95EC703}" presName="Name19" presStyleLbl="parChTrans1D3" presStyleIdx="0" presStyleCnt="9"/>
      <dgm:spPr/>
    </dgm:pt>
    <dgm:pt modelId="{13B3648E-4577-45F0-B475-BC22C0650B1A}" type="pres">
      <dgm:prSet presAssocID="{5F0A6650-C86B-42BE-BE30-A0F03AAA659F}" presName="Name21" presStyleCnt="0"/>
      <dgm:spPr/>
    </dgm:pt>
    <dgm:pt modelId="{0B0BDFB9-7BCA-4867-BCCB-92B85753BB18}" type="pres">
      <dgm:prSet presAssocID="{5F0A6650-C86B-42BE-BE30-A0F03AAA659F}" presName="level2Shape" presStyleLbl="node3" presStyleIdx="0" presStyleCnt="9"/>
      <dgm:spPr/>
    </dgm:pt>
    <dgm:pt modelId="{73A85D35-1A70-43ED-BA46-2B2F7B62B53E}" type="pres">
      <dgm:prSet presAssocID="{5F0A6650-C86B-42BE-BE30-A0F03AAA659F}" presName="hierChild3" presStyleCnt="0"/>
      <dgm:spPr/>
    </dgm:pt>
    <dgm:pt modelId="{37CB08AD-5692-4F92-870C-9C17983D1917}" type="pres">
      <dgm:prSet presAssocID="{2F69DCA1-3DD6-4401-BB16-B3CEE0A90754}" presName="Name19" presStyleLbl="parChTrans1D3" presStyleIdx="1" presStyleCnt="9"/>
      <dgm:spPr/>
    </dgm:pt>
    <dgm:pt modelId="{554344EC-0594-455C-8EE4-7004666E8BA9}" type="pres">
      <dgm:prSet presAssocID="{BA2E9617-75CC-47A1-A4B1-054C9DB11F07}" presName="Name21" presStyleCnt="0"/>
      <dgm:spPr/>
    </dgm:pt>
    <dgm:pt modelId="{93238ECD-2687-4D3B-AB87-060D3718FB10}" type="pres">
      <dgm:prSet presAssocID="{BA2E9617-75CC-47A1-A4B1-054C9DB11F07}" presName="level2Shape" presStyleLbl="node3" presStyleIdx="1" presStyleCnt="9"/>
      <dgm:spPr/>
    </dgm:pt>
    <dgm:pt modelId="{1E77B115-C98F-44FE-B44F-5AFD64E3412E}" type="pres">
      <dgm:prSet presAssocID="{BA2E9617-75CC-47A1-A4B1-054C9DB11F07}" presName="hierChild3" presStyleCnt="0"/>
      <dgm:spPr/>
    </dgm:pt>
    <dgm:pt modelId="{9DC7E7BC-BC25-4F47-9FB8-D1401F007E8B}" type="pres">
      <dgm:prSet presAssocID="{AD299B92-010D-4F60-969E-1213B497CAD8}" presName="Name19" presStyleLbl="parChTrans1D3" presStyleIdx="2" presStyleCnt="9"/>
      <dgm:spPr/>
    </dgm:pt>
    <dgm:pt modelId="{3C6D54A8-F7DA-4019-9692-B73CD6E35534}" type="pres">
      <dgm:prSet presAssocID="{8F8537EC-0082-4541-9830-27DE14B63E0B}" presName="Name21" presStyleCnt="0"/>
      <dgm:spPr/>
    </dgm:pt>
    <dgm:pt modelId="{4042C18F-439A-4EFF-BF93-63896DD4A23F}" type="pres">
      <dgm:prSet presAssocID="{8F8537EC-0082-4541-9830-27DE14B63E0B}" presName="level2Shape" presStyleLbl="node3" presStyleIdx="2" presStyleCnt="9"/>
      <dgm:spPr/>
    </dgm:pt>
    <dgm:pt modelId="{F26B788E-F578-4860-8373-16A839BD0A69}" type="pres">
      <dgm:prSet presAssocID="{8F8537EC-0082-4541-9830-27DE14B63E0B}" presName="hierChild3" presStyleCnt="0"/>
      <dgm:spPr/>
    </dgm:pt>
    <dgm:pt modelId="{575617FA-FA4D-471A-B187-88F58E628A8A}" type="pres">
      <dgm:prSet presAssocID="{3C5EE82B-313E-4E7D-8BE5-82A82A34CE80}" presName="Name19" presStyleLbl="parChTrans1D2" presStyleIdx="1" presStyleCnt="3"/>
      <dgm:spPr/>
    </dgm:pt>
    <dgm:pt modelId="{ED3804D6-8226-4805-996B-4109C51FDE77}" type="pres">
      <dgm:prSet presAssocID="{FD31484A-2A7F-404D-ABC6-A062CC2F703A}" presName="Name21" presStyleCnt="0"/>
      <dgm:spPr/>
    </dgm:pt>
    <dgm:pt modelId="{91491802-7857-4341-9A09-22C55116DC3F}" type="pres">
      <dgm:prSet presAssocID="{FD31484A-2A7F-404D-ABC6-A062CC2F703A}" presName="level2Shape" presStyleLbl="node2" presStyleIdx="1" presStyleCnt="3"/>
      <dgm:spPr/>
    </dgm:pt>
    <dgm:pt modelId="{2756B578-01F8-4C9E-8C4E-0C43739E18CD}" type="pres">
      <dgm:prSet presAssocID="{FD31484A-2A7F-404D-ABC6-A062CC2F703A}" presName="hierChild3" presStyleCnt="0"/>
      <dgm:spPr/>
    </dgm:pt>
    <dgm:pt modelId="{462CABE7-DF9A-4AED-91A7-01ECEF10AD31}" type="pres">
      <dgm:prSet presAssocID="{F567ED87-28C8-4083-A65E-E8479E0B7FE4}" presName="Name19" presStyleLbl="parChTrans1D3" presStyleIdx="3" presStyleCnt="9"/>
      <dgm:spPr/>
    </dgm:pt>
    <dgm:pt modelId="{47DD58BF-6D53-4BEE-90F7-42CE6A0658DD}" type="pres">
      <dgm:prSet presAssocID="{C8FB4477-227B-4C89-8FDA-EE4960F41F24}" presName="Name21" presStyleCnt="0"/>
      <dgm:spPr/>
    </dgm:pt>
    <dgm:pt modelId="{0BA35AF5-F254-47F4-A8C7-A04903E17EA1}" type="pres">
      <dgm:prSet presAssocID="{C8FB4477-227B-4C89-8FDA-EE4960F41F24}" presName="level2Shape" presStyleLbl="node3" presStyleIdx="3" presStyleCnt="9"/>
      <dgm:spPr/>
    </dgm:pt>
    <dgm:pt modelId="{E233DA80-05B5-4331-932D-EFB5C78B1382}" type="pres">
      <dgm:prSet presAssocID="{C8FB4477-227B-4C89-8FDA-EE4960F41F24}" presName="hierChild3" presStyleCnt="0"/>
      <dgm:spPr/>
    </dgm:pt>
    <dgm:pt modelId="{9A1503B3-CCF5-4847-916C-04254A22C177}" type="pres">
      <dgm:prSet presAssocID="{0FA62932-F294-4ABE-A957-5EDC1984945E}" presName="Name19" presStyleLbl="parChTrans1D3" presStyleIdx="4" presStyleCnt="9"/>
      <dgm:spPr/>
    </dgm:pt>
    <dgm:pt modelId="{537C8ABD-B8F0-4DB3-97FA-2C41CE8EAA84}" type="pres">
      <dgm:prSet presAssocID="{87B26BA9-0655-48E9-92DA-2A02271AF6B6}" presName="Name21" presStyleCnt="0"/>
      <dgm:spPr/>
    </dgm:pt>
    <dgm:pt modelId="{2BE91AB0-D02B-445D-B74D-CE339EE29808}" type="pres">
      <dgm:prSet presAssocID="{87B26BA9-0655-48E9-92DA-2A02271AF6B6}" presName="level2Shape" presStyleLbl="node3" presStyleIdx="4" presStyleCnt="9"/>
      <dgm:spPr/>
    </dgm:pt>
    <dgm:pt modelId="{8320B6EC-33AC-40DC-862C-A15A73C579DE}" type="pres">
      <dgm:prSet presAssocID="{87B26BA9-0655-48E9-92DA-2A02271AF6B6}" presName="hierChild3" presStyleCnt="0"/>
      <dgm:spPr/>
    </dgm:pt>
    <dgm:pt modelId="{E42E5CD6-1188-4641-9FEB-7D472D1A9A2F}" type="pres">
      <dgm:prSet presAssocID="{30FAFCB9-8F1D-40D5-9610-212B705B9EEA}" presName="Name19" presStyleLbl="parChTrans1D3" presStyleIdx="5" presStyleCnt="9"/>
      <dgm:spPr/>
    </dgm:pt>
    <dgm:pt modelId="{E9F76BB2-1E97-48D3-88E6-4E98B37F5820}" type="pres">
      <dgm:prSet presAssocID="{03FC9239-F7F2-4406-B164-C3EE6AF0D511}" presName="Name21" presStyleCnt="0"/>
      <dgm:spPr/>
    </dgm:pt>
    <dgm:pt modelId="{53CDBF01-B1B2-4E52-BC11-0A6E30AC9B0F}" type="pres">
      <dgm:prSet presAssocID="{03FC9239-F7F2-4406-B164-C3EE6AF0D511}" presName="level2Shape" presStyleLbl="node3" presStyleIdx="5" presStyleCnt="9"/>
      <dgm:spPr/>
    </dgm:pt>
    <dgm:pt modelId="{2A705414-9C95-4204-92FB-A7AA061028B5}" type="pres">
      <dgm:prSet presAssocID="{03FC9239-F7F2-4406-B164-C3EE6AF0D511}" presName="hierChild3" presStyleCnt="0"/>
      <dgm:spPr/>
    </dgm:pt>
    <dgm:pt modelId="{76737504-3B25-435E-9E99-9A5D39345AB7}" type="pres">
      <dgm:prSet presAssocID="{FD0CDDD7-45FA-4F4B-A281-F8A7957B09F3}" presName="Name19" presStyleLbl="parChTrans1D2" presStyleIdx="2" presStyleCnt="3"/>
      <dgm:spPr/>
    </dgm:pt>
    <dgm:pt modelId="{8E1B3FFC-28BC-4101-9F05-6EDF7ED42EC0}" type="pres">
      <dgm:prSet presAssocID="{B530C057-BA97-48A9-ACF1-AE7D56EC6150}" presName="Name21" presStyleCnt="0"/>
      <dgm:spPr/>
    </dgm:pt>
    <dgm:pt modelId="{C1BD74C7-E7F2-4FC5-BF25-8382E437CEC2}" type="pres">
      <dgm:prSet presAssocID="{B530C057-BA97-48A9-ACF1-AE7D56EC6150}" presName="level2Shape" presStyleLbl="node2" presStyleIdx="2" presStyleCnt="3"/>
      <dgm:spPr/>
    </dgm:pt>
    <dgm:pt modelId="{289981F0-C5D7-46A9-AE9E-4B5628DE90CA}" type="pres">
      <dgm:prSet presAssocID="{B530C057-BA97-48A9-ACF1-AE7D56EC6150}" presName="hierChild3" presStyleCnt="0"/>
      <dgm:spPr/>
    </dgm:pt>
    <dgm:pt modelId="{E7ECE009-A7FA-4A30-898C-C9A8E21D6B2C}" type="pres">
      <dgm:prSet presAssocID="{DFEF4A2A-2968-47A2-9250-C33D8D06B52D}" presName="Name19" presStyleLbl="parChTrans1D3" presStyleIdx="6" presStyleCnt="9"/>
      <dgm:spPr/>
    </dgm:pt>
    <dgm:pt modelId="{8FA28A74-3DD9-41CB-AEBD-467939F9C4D5}" type="pres">
      <dgm:prSet presAssocID="{4C5A235A-9CFD-487F-BF8E-AB0D297613A9}" presName="Name21" presStyleCnt="0"/>
      <dgm:spPr/>
    </dgm:pt>
    <dgm:pt modelId="{A530445C-8DEC-447B-8B49-810CE302E1AD}" type="pres">
      <dgm:prSet presAssocID="{4C5A235A-9CFD-487F-BF8E-AB0D297613A9}" presName="level2Shape" presStyleLbl="node3" presStyleIdx="6" presStyleCnt="9"/>
      <dgm:spPr/>
    </dgm:pt>
    <dgm:pt modelId="{17ABFE79-D9B1-404F-81ED-1A2401144C65}" type="pres">
      <dgm:prSet presAssocID="{4C5A235A-9CFD-487F-BF8E-AB0D297613A9}" presName="hierChild3" presStyleCnt="0"/>
      <dgm:spPr/>
    </dgm:pt>
    <dgm:pt modelId="{26872998-25E2-430E-9115-F39F44C2EFD2}" type="pres">
      <dgm:prSet presAssocID="{A628A11C-B045-4568-847B-E79612CAFEDF}" presName="Name19" presStyleLbl="parChTrans1D3" presStyleIdx="7" presStyleCnt="9"/>
      <dgm:spPr/>
    </dgm:pt>
    <dgm:pt modelId="{0DB2DC93-FB36-425E-A361-547AE6A01EC8}" type="pres">
      <dgm:prSet presAssocID="{9B5537B3-2AEF-4222-A74F-A65414CDB03B}" presName="Name21" presStyleCnt="0"/>
      <dgm:spPr/>
    </dgm:pt>
    <dgm:pt modelId="{2CD8BDF6-6048-4412-B5F3-69AAB09D0185}" type="pres">
      <dgm:prSet presAssocID="{9B5537B3-2AEF-4222-A74F-A65414CDB03B}" presName="level2Shape" presStyleLbl="node3" presStyleIdx="7" presStyleCnt="9"/>
      <dgm:spPr/>
    </dgm:pt>
    <dgm:pt modelId="{E81A2CF5-B5E1-4BA6-A252-B949A46B79C8}" type="pres">
      <dgm:prSet presAssocID="{9B5537B3-2AEF-4222-A74F-A65414CDB03B}" presName="hierChild3" presStyleCnt="0"/>
      <dgm:spPr/>
    </dgm:pt>
    <dgm:pt modelId="{5177DFA1-EE62-42A2-8868-8CC301EEE197}" type="pres">
      <dgm:prSet presAssocID="{F7666ED4-1A80-48DA-947F-8F2E3BE5397F}" presName="Name19" presStyleLbl="parChTrans1D3" presStyleIdx="8" presStyleCnt="9"/>
      <dgm:spPr/>
    </dgm:pt>
    <dgm:pt modelId="{E6793E8A-DBDB-4151-BDDD-A0BECCE42FAB}" type="pres">
      <dgm:prSet presAssocID="{9275E7BC-422B-4B1F-B6FB-80660CD97714}" presName="Name21" presStyleCnt="0"/>
      <dgm:spPr/>
    </dgm:pt>
    <dgm:pt modelId="{CA42BA4E-834D-4D3B-A418-643DB2EC03B6}" type="pres">
      <dgm:prSet presAssocID="{9275E7BC-422B-4B1F-B6FB-80660CD97714}" presName="level2Shape" presStyleLbl="node3" presStyleIdx="8" presStyleCnt="9"/>
      <dgm:spPr/>
    </dgm:pt>
    <dgm:pt modelId="{DE95AA82-3427-476A-B248-A0066C815D32}" type="pres">
      <dgm:prSet presAssocID="{9275E7BC-422B-4B1F-B6FB-80660CD97714}" presName="hierChild3" presStyleCnt="0"/>
      <dgm:spPr/>
    </dgm:pt>
    <dgm:pt modelId="{5A90F33F-643E-4502-9AF6-9D2791DBAB65}" type="pres">
      <dgm:prSet presAssocID="{FA6E01B0-7475-4C7A-923E-08C6E240DA8F}" presName="bgShapesFlow" presStyleCnt="0"/>
      <dgm:spPr/>
    </dgm:pt>
  </dgm:ptLst>
  <dgm:cxnLst>
    <dgm:cxn modelId="{A27D7E00-C6E7-4619-A8DC-2A0A821F50C1}" type="presOf" srcId="{9275E7BC-422B-4B1F-B6FB-80660CD97714}" destId="{CA42BA4E-834D-4D3B-A418-643DB2EC03B6}" srcOrd="0" destOrd="0" presId="urn:microsoft.com/office/officeart/2005/8/layout/hierarchy6"/>
    <dgm:cxn modelId="{4E317C01-36AE-44E5-8A7E-04F5A9E07C75}" type="presOf" srcId="{C8FB4477-227B-4C89-8FDA-EE4960F41F24}" destId="{0BA35AF5-F254-47F4-A8C7-A04903E17EA1}" srcOrd="0" destOrd="0" presId="urn:microsoft.com/office/officeart/2005/8/layout/hierarchy6"/>
    <dgm:cxn modelId="{BB033305-54AC-4526-9979-59DE4B3033FB}" type="presOf" srcId="{A269067F-3627-4F60-B6E1-BFBD9068CB4F}" destId="{D7B68554-31B4-49C9-BB17-BC7E7996C22F}" srcOrd="0" destOrd="0" presId="urn:microsoft.com/office/officeart/2005/8/layout/hierarchy6"/>
    <dgm:cxn modelId="{4A323409-F396-4F7A-82DD-1123F00B6F41}" srcId="{FD31484A-2A7F-404D-ABC6-A062CC2F703A}" destId="{03FC9239-F7F2-4406-B164-C3EE6AF0D511}" srcOrd="2" destOrd="0" parTransId="{30FAFCB9-8F1D-40D5-9610-212B705B9EEA}" sibTransId="{075B2462-4779-43CE-ABFB-C8E0F4A63DEF}"/>
    <dgm:cxn modelId="{A071CC10-6FCD-4E51-B40F-786F60AC3E31}" type="presOf" srcId="{46ACEBCB-E57A-4833-8C9D-AC31B95EC703}" destId="{38DB72E1-850D-466D-A2EF-5165C255FA65}" srcOrd="0" destOrd="0" presId="urn:microsoft.com/office/officeart/2005/8/layout/hierarchy6"/>
    <dgm:cxn modelId="{4B87EA11-A67A-441F-9A26-211BA8158318}" type="presOf" srcId="{4C5A235A-9CFD-487F-BF8E-AB0D297613A9}" destId="{A530445C-8DEC-447B-8B49-810CE302E1AD}" srcOrd="0" destOrd="0" presId="urn:microsoft.com/office/officeart/2005/8/layout/hierarchy6"/>
    <dgm:cxn modelId="{2598C21E-2F2C-4D00-AF0D-01C3A4A0CACA}" srcId="{B530C057-BA97-48A9-ACF1-AE7D56EC6150}" destId="{9275E7BC-422B-4B1F-B6FB-80660CD97714}" srcOrd="2" destOrd="0" parTransId="{F7666ED4-1A80-48DA-947F-8F2E3BE5397F}" sibTransId="{255C036D-02BC-45DE-BCF1-6C21D1036865}"/>
    <dgm:cxn modelId="{BF045021-2940-4E0E-8ACF-BB6FF2C736BB}" srcId="{B530C057-BA97-48A9-ACF1-AE7D56EC6150}" destId="{4C5A235A-9CFD-487F-BF8E-AB0D297613A9}" srcOrd="0" destOrd="0" parTransId="{DFEF4A2A-2968-47A2-9250-C33D8D06B52D}" sibTransId="{5E6B6373-19B5-4728-820D-9CBCC366C201}"/>
    <dgm:cxn modelId="{C2AF9C26-3A57-45FF-BDCB-214FEBAB3CB0}" type="presOf" srcId="{A628A11C-B045-4568-847B-E79612CAFEDF}" destId="{26872998-25E2-430E-9115-F39F44C2EFD2}" srcOrd="0" destOrd="0" presId="urn:microsoft.com/office/officeart/2005/8/layout/hierarchy6"/>
    <dgm:cxn modelId="{E5A6FD29-01A1-4D8E-BAAA-E0B850325D1E}" srcId="{166E3FCA-3D41-42F3-9AE7-E1C078B45A7E}" destId="{EFCF4B24-FEAD-4630-B8D3-E15BA2B49252}" srcOrd="0" destOrd="0" parTransId="{A269067F-3627-4F60-B6E1-BFBD9068CB4F}" sibTransId="{1C1D24FA-9479-4A8B-A1FC-93FC5444C980}"/>
    <dgm:cxn modelId="{B0608C2C-C7C2-450C-B54D-D253CFDC5B1C}" type="presOf" srcId="{FD31484A-2A7F-404D-ABC6-A062CC2F703A}" destId="{91491802-7857-4341-9A09-22C55116DC3F}" srcOrd="0" destOrd="0" presId="urn:microsoft.com/office/officeart/2005/8/layout/hierarchy6"/>
    <dgm:cxn modelId="{E2A26C31-F86E-423F-99F4-896813268171}" type="presOf" srcId="{F7666ED4-1A80-48DA-947F-8F2E3BE5397F}" destId="{5177DFA1-EE62-42A2-8868-8CC301EEE197}" srcOrd="0" destOrd="0" presId="urn:microsoft.com/office/officeart/2005/8/layout/hierarchy6"/>
    <dgm:cxn modelId="{9AA8413F-923B-4A01-8E65-9EAEB2EACC64}" type="presOf" srcId="{B530C057-BA97-48A9-ACF1-AE7D56EC6150}" destId="{C1BD74C7-E7F2-4FC5-BF25-8382E437CEC2}" srcOrd="0" destOrd="0" presId="urn:microsoft.com/office/officeart/2005/8/layout/hierarchy6"/>
    <dgm:cxn modelId="{3C9A9F5B-DC86-492A-A673-C736512F284C}" srcId="{166E3FCA-3D41-42F3-9AE7-E1C078B45A7E}" destId="{B530C057-BA97-48A9-ACF1-AE7D56EC6150}" srcOrd="2" destOrd="0" parTransId="{FD0CDDD7-45FA-4F4B-A281-F8A7957B09F3}" sibTransId="{E252A7EE-93E8-4383-B883-CFF5FE771DBC}"/>
    <dgm:cxn modelId="{37BC4B5D-A720-4D87-89DC-0B61184FB488}" type="presOf" srcId="{AD299B92-010D-4F60-969E-1213B497CAD8}" destId="{9DC7E7BC-BC25-4F47-9FB8-D1401F007E8B}" srcOrd="0" destOrd="0" presId="urn:microsoft.com/office/officeart/2005/8/layout/hierarchy6"/>
    <dgm:cxn modelId="{18181C65-A503-4545-91F2-BA6702099F99}" srcId="{FD31484A-2A7F-404D-ABC6-A062CC2F703A}" destId="{87B26BA9-0655-48E9-92DA-2A02271AF6B6}" srcOrd="1" destOrd="0" parTransId="{0FA62932-F294-4ABE-A957-5EDC1984945E}" sibTransId="{BC92649A-0BDA-48CF-871D-F6865042BC20}"/>
    <dgm:cxn modelId="{482FE466-D912-4471-BD77-6BE20701DAA9}" srcId="{EFCF4B24-FEAD-4630-B8D3-E15BA2B49252}" destId="{8F8537EC-0082-4541-9830-27DE14B63E0B}" srcOrd="2" destOrd="0" parTransId="{AD299B92-010D-4F60-969E-1213B497CAD8}" sibTransId="{9C800307-A8DF-4B9E-8148-E6D7DA0D5572}"/>
    <dgm:cxn modelId="{F98E1748-F56C-4192-9568-88D230D7C85B}" type="presOf" srcId="{F567ED87-28C8-4083-A65E-E8479E0B7FE4}" destId="{462CABE7-DF9A-4AED-91A7-01ECEF10AD31}" srcOrd="0" destOrd="0" presId="urn:microsoft.com/office/officeart/2005/8/layout/hierarchy6"/>
    <dgm:cxn modelId="{F5379D6B-0CF2-45A8-8EE6-9E64AAA12D9F}" type="presOf" srcId="{03FC9239-F7F2-4406-B164-C3EE6AF0D511}" destId="{53CDBF01-B1B2-4E52-BC11-0A6E30AC9B0F}" srcOrd="0" destOrd="0" presId="urn:microsoft.com/office/officeart/2005/8/layout/hierarchy6"/>
    <dgm:cxn modelId="{13F03558-AC59-4EC8-BA2A-4C63B6874A5E}" type="presOf" srcId="{5F0A6650-C86B-42BE-BE30-A0F03AAA659F}" destId="{0B0BDFB9-7BCA-4867-BCCB-92B85753BB18}" srcOrd="0" destOrd="0" presId="urn:microsoft.com/office/officeart/2005/8/layout/hierarchy6"/>
    <dgm:cxn modelId="{47134678-2F82-4B6F-A1A2-E611BF7757F9}" srcId="{EFCF4B24-FEAD-4630-B8D3-E15BA2B49252}" destId="{5F0A6650-C86B-42BE-BE30-A0F03AAA659F}" srcOrd="0" destOrd="0" parTransId="{46ACEBCB-E57A-4833-8C9D-AC31B95EC703}" sibTransId="{98932C87-CFF6-42B9-B111-1BF2D39325BD}"/>
    <dgm:cxn modelId="{04CD9758-3D6C-40DB-A0DD-2B64094207E5}" type="presOf" srcId="{30FAFCB9-8F1D-40D5-9610-212B705B9EEA}" destId="{E42E5CD6-1188-4641-9FEB-7D472D1A9A2F}" srcOrd="0" destOrd="0" presId="urn:microsoft.com/office/officeart/2005/8/layout/hierarchy6"/>
    <dgm:cxn modelId="{31D04484-03FD-41A9-B338-517B97B5EEDD}" type="presOf" srcId="{EFCF4B24-FEAD-4630-B8D3-E15BA2B49252}" destId="{FE72385F-96A7-46C5-8DD7-5E818F56DF1F}" srcOrd="0" destOrd="0" presId="urn:microsoft.com/office/officeart/2005/8/layout/hierarchy6"/>
    <dgm:cxn modelId="{9C94D389-561C-4363-B43A-7829E8CCA8D9}" type="presOf" srcId="{8F8537EC-0082-4541-9830-27DE14B63E0B}" destId="{4042C18F-439A-4EFF-BF93-63896DD4A23F}" srcOrd="0" destOrd="0" presId="urn:microsoft.com/office/officeart/2005/8/layout/hierarchy6"/>
    <dgm:cxn modelId="{C0B76F90-DB22-4639-B34F-26B4EAF1BBAD}" type="presOf" srcId="{166E3FCA-3D41-42F3-9AE7-E1C078B45A7E}" destId="{9B499A17-3862-47C0-9E8D-CB1E3115D40C}" srcOrd="0" destOrd="0" presId="urn:microsoft.com/office/officeart/2005/8/layout/hierarchy6"/>
    <dgm:cxn modelId="{15747C98-62D2-4184-89A3-C85787F1B70B}" type="presOf" srcId="{2F69DCA1-3DD6-4401-BB16-B3CEE0A90754}" destId="{37CB08AD-5692-4F92-870C-9C17983D1917}" srcOrd="0" destOrd="0" presId="urn:microsoft.com/office/officeart/2005/8/layout/hierarchy6"/>
    <dgm:cxn modelId="{AC017CA1-0C4A-41BD-9A0A-F33B8604D4D7}" type="presOf" srcId="{0FA62932-F294-4ABE-A957-5EDC1984945E}" destId="{9A1503B3-CCF5-4847-916C-04254A22C177}" srcOrd="0" destOrd="0" presId="urn:microsoft.com/office/officeart/2005/8/layout/hierarchy6"/>
    <dgm:cxn modelId="{7393C3A2-556B-49BC-9854-05A763BDF07A}" type="presOf" srcId="{DFEF4A2A-2968-47A2-9250-C33D8D06B52D}" destId="{E7ECE009-A7FA-4A30-898C-C9A8E21D6B2C}" srcOrd="0" destOrd="0" presId="urn:microsoft.com/office/officeart/2005/8/layout/hierarchy6"/>
    <dgm:cxn modelId="{47F9B3A9-8C16-4851-A0D0-F4AC8A0C4E42}" type="presOf" srcId="{3C5EE82B-313E-4E7D-8BE5-82A82A34CE80}" destId="{575617FA-FA4D-471A-B187-88F58E628A8A}" srcOrd="0" destOrd="0" presId="urn:microsoft.com/office/officeart/2005/8/layout/hierarchy6"/>
    <dgm:cxn modelId="{E42478AC-05BC-42CB-BB8D-7893C598C221}" srcId="{FA6E01B0-7475-4C7A-923E-08C6E240DA8F}" destId="{166E3FCA-3D41-42F3-9AE7-E1C078B45A7E}" srcOrd="0" destOrd="0" parTransId="{01EC8E7C-A651-4CC7-B3B1-26A56EFFE992}" sibTransId="{7676B177-6687-4476-B2A8-BD00CA4FC2D1}"/>
    <dgm:cxn modelId="{801A91AC-1C88-47A3-B0BD-D0C7F08C2996}" srcId="{B530C057-BA97-48A9-ACF1-AE7D56EC6150}" destId="{9B5537B3-2AEF-4222-A74F-A65414CDB03B}" srcOrd="1" destOrd="0" parTransId="{A628A11C-B045-4568-847B-E79612CAFEDF}" sibTransId="{943712B9-C417-42FD-87EC-3921C6B2DEBA}"/>
    <dgm:cxn modelId="{BA6913AD-2994-4725-B76A-521C0FF966F5}" type="presOf" srcId="{87B26BA9-0655-48E9-92DA-2A02271AF6B6}" destId="{2BE91AB0-D02B-445D-B74D-CE339EE29808}" srcOrd="0" destOrd="0" presId="urn:microsoft.com/office/officeart/2005/8/layout/hierarchy6"/>
    <dgm:cxn modelId="{3A9E25BF-18E6-4EF6-BC9C-D4B09A0ECA58}" srcId="{166E3FCA-3D41-42F3-9AE7-E1C078B45A7E}" destId="{FD31484A-2A7F-404D-ABC6-A062CC2F703A}" srcOrd="1" destOrd="0" parTransId="{3C5EE82B-313E-4E7D-8BE5-82A82A34CE80}" sibTransId="{BE991883-63BC-4168-AC47-2697AFB3F917}"/>
    <dgm:cxn modelId="{93285DC1-5ADD-447B-A6C0-84E0D5EFC2D1}" type="presOf" srcId="{FA6E01B0-7475-4C7A-923E-08C6E240DA8F}" destId="{4873A05E-2E15-4952-8D2C-CBF8428E175D}" srcOrd="0" destOrd="0" presId="urn:microsoft.com/office/officeart/2005/8/layout/hierarchy6"/>
    <dgm:cxn modelId="{DFD52EC3-5443-4099-B66C-499A9F49AD32}" type="presOf" srcId="{BA2E9617-75CC-47A1-A4B1-054C9DB11F07}" destId="{93238ECD-2687-4D3B-AB87-060D3718FB10}" srcOrd="0" destOrd="0" presId="urn:microsoft.com/office/officeart/2005/8/layout/hierarchy6"/>
    <dgm:cxn modelId="{3A6736D4-F229-49C3-9670-43DC6CCF8872}" srcId="{FD31484A-2A7F-404D-ABC6-A062CC2F703A}" destId="{C8FB4477-227B-4C89-8FDA-EE4960F41F24}" srcOrd="0" destOrd="0" parTransId="{F567ED87-28C8-4083-A65E-E8479E0B7FE4}" sibTransId="{ECE1F4C1-0957-4256-877D-F2756A13E404}"/>
    <dgm:cxn modelId="{380FC4DB-8AD4-4D2A-B9D5-9EF3830BA271}" type="presOf" srcId="{FD0CDDD7-45FA-4F4B-A281-F8A7957B09F3}" destId="{76737504-3B25-435E-9E99-9A5D39345AB7}" srcOrd="0" destOrd="0" presId="urn:microsoft.com/office/officeart/2005/8/layout/hierarchy6"/>
    <dgm:cxn modelId="{B38FB6E4-AEB3-4190-8186-D7F611683269}" srcId="{EFCF4B24-FEAD-4630-B8D3-E15BA2B49252}" destId="{BA2E9617-75CC-47A1-A4B1-054C9DB11F07}" srcOrd="1" destOrd="0" parTransId="{2F69DCA1-3DD6-4401-BB16-B3CEE0A90754}" sibTransId="{6628A8C6-394C-4BA4-8257-CBBCFC20FAB8}"/>
    <dgm:cxn modelId="{A47DC1E7-3D7F-4BA7-A033-63CC5F85A990}" type="presOf" srcId="{9B5537B3-2AEF-4222-A74F-A65414CDB03B}" destId="{2CD8BDF6-6048-4412-B5F3-69AAB09D0185}" srcOrd="0" destOrd="0" presId="urn:microsoft.com/office/officeart/2005/8/layout/hierarchy6"/>
    <dgm:cxn modelId="{A0497984-EDC9-4DFD-A8BC-40F3F17FE3E8}" type="presParOf" srcId="{4873A05E-2E15-4952-8D2C-CBF8428E175D}" destId="{4A544D56-C7E1-46A0-B98D-95B9EC872B10}" srcOrd="0" destOrd="0" presId="urn:microsoft.com/office/officeart/2005/8/layout/hierarchy6"/>
    <dgm:cxn modelId="{F0AA96C4-C73C-417D-B53A-8D5FAC8A1D7C}" type="presParOf" srcId="{4A544D56-C7E1-46A0-B98D-95B9EC872B10}" destId="{46EBE6A6-6A5C-44A6-817E-B3EE18EC2425}" srcOrd="0" destOrd="0" presId="urn:microsoft.com/office/officeart/2005/8/layout/hierarchy6"/>
    <dgm:cxn modelId="{DE1CCE35-43F2-4061-8505-E9D642059426}" type="presParOf" srcId="{46EBE6A6-6A5C-44A6-817E-B3EE18EC2425}" destId="{A12C6EFD-00D0-4365-8A13-E1DC65D9A8A5}" srcOrd="0" destOrd="0" presId="urn:microsoft.com/office/officeart/2005/8/layout/hierarchy6"/>
    <dgm:cxn modelId="{723F7BA2-A040-48A1-8983-8C1FA1A0CA50}" type="presParOf" srcId="{A12C6EFD-00D0-4365-8A13-E1DC65D9A8A5}" destId="{9B499A17-3862-47C0-9E8D-CB1E3115D40C}" srcOrd="0" destOrd="0" presId="urn:microsoft.com/office/officeart/2005/8/layout/hierarchy6"/>
    <dgm:cxn modelId="{FC045239-695B-4EB4-A190-657E99F8E632}" type="presParOf" srcId="{A12C6EFD-00D0-4365-8A13-E1DC65D9A8A5}" destId="{A15EFC8B-A7D7-401D-8C57-DD8DEF9BABE1}" srcOrd="1" destOrd="0" presId="urn:microsoft.com/office/officeart/2005/8/layout/hierarchy6"/>
    <dgm:cxn modelId="{10A1FD71-B178-4CD8-87BD-A0F69666A7E5}" type="presParOf" srcId="{A15EFC8B-A7D7-401D-8C57-DD8DEF9BABE1}" destId="{D7B68554-31B4-49C9-BB17-BC7E7996C22F}" srcOrd="0" destOrd="0" presId="urn:microsoft.com/office/officeart/2005/8/layout/hierarchy6"/>
    <dgm:cxn modelId="{C87FCA62-CD6B-4821-91DF-84B95631537C}" type="presParOf" srcId="{A15EFC8B-A7D7-401D-8C57-DD8DEF9BABE1}" destId="{DD44B812-3BC6-45B7-A996-85C1DD201E51}" srcOrd="1" destOrd="0" presId="urn:microsoft.com/office/officeart/2005/8/layout/hierarchy6"/>
    <dgm:cxn modelId="{DA3677F4-C18F-4352-B169-B680C320FD17}" type="presParOf" srcId="{DD44B812-3BC6-45B7-A996-85C1DD201E51}" destId="{FE72385F-96A7-46C5-8DD7-5E818F56DF1F}" srcOrd="0" destOrd="0" presId="urn:microsoft.com/office/officeart/2005/8/layout/hierarchy6"/>
    <dgm:cxn modelId="{3FF23831-1454-485E-A2C2-A22E8B26399B}" type="presParOf" srcId="{DD44B812-3BC6-45B7-A996-85C1DD201E51}" destId="{878C8228-0A14-45EE-9BE9-CAEDE83749FE}" srcOrd="1" destOrd="0" presId="urn:microsoft.com/office/officeart/2005/8/layout/hierarchy6"/>
    <dgm:cxn modelId="{166DD144-0DA4-4AE1-B8DC-05D90B4AE187}" type="presParOf" srcId="{878C8228-0A14-45EE-9BE9-CAEDE83749FE}" destId="{38DB72E1-850D-466D-A2EF-5165C255FA65}" srcOrd="0" destOrd="0" presId="urn:microsoft.com/office/officeart/2005/8/layout/hierarchy6"/>
    <dgm:cxn modelId="{7C303E31-ABD7-4E83-83D1-7901D64685D8}" type="presParOf" srcId="{878C8228-0A14-45EE-9BE9-CAEDE83749FE}" destId="{13B3648E-4577-45F0-B475-BC22C0650B1A}" srcOrd="1" destOrd="0" presId="urn:microsoft.com/office/officeart/2005/8/layout/hierarchy6"/>
    <dgm:cxn modelId="{07412A72-8096-4F9E-AFC1-F0FB0F03426D}" type="presParOf" srcId="{13B3648E-4577-45F0-B475-BC22C0650B1A}" destId="{0B0BDFB9-7BCA-4867-BCCB-92B85753BB18}" srcOrd="0" destOrd="0" presId="urn:microsoft.com/office/officeart/2005/8/layout/hierarchy6"/>
    <dgm:cxn modelId="{7C1A4666-5EBD-49FA-AF68-2EE50E98FE5F}" type="presParOf" srcId="{13B3648E-4577-45F0-B475-BC22C0650B1A}" destId="{73A85D35-1A70-43ED-BA46-2B2F7B62B53E}" srcOrd="1" destOrd="0" presId="urn:microsoft.com/office/officeart/2005/8/layout/hierarchy6"/>
    <dgm:cxn modelId="{D6053FD1-A891-4D42-A1D1-092B59EBCE24}" type="presParOf" srcId="{878C8228-0A14-45EE-9BE9-CAEDE83749FE}" destId="{37CB08AD-5692-4F92-870C-9C17983D1917}" srcOrd="2" destOrd="0" presId="urn:microsoft.com/office/officeart/2005/8/layout/hierarchy6"/>
    <dgm:cxn modelId="{16229D88-7CEA-494C-B0C3-46B931678030}" type="presParOf" srcId="{878C8228-0A14-45EE-9BE9-CAEDE83749FE}" destId="{554344EC-0594-455C-8EE4-7004666E8BA9}" srcOrd="3" destOrd="0" presId="urn:microsoft.com/office/officeart/2005/8/layout/hierarchy6"/>
    <dgm:cxn modelId="{E607B17A-150D-4300-A405-8A719E45069E}" type="presParOf" srcId="{554344EC-0594-455C-8EE4-7004666E8BA9}" destId="{93238ECD-2687-4D3B-AB87-060D3718FB10}" srcOrd="0" destOrd="0" presId="urn:microsoft.com/office/officeart/2005/8/layout/hierarchy6"/>
    <dgm:cxn modelId="{9F0B6BAD-4C2D-470D-BF3C-BA2ACB87243D}" type="presParOf" srcId="{554344EC-0594-455C-8EE4-7004666E8BA9}" destId="{1E77B115-C98F-44FE-B44F-5AFD64E3412E}" srcOrd="1" destOrd="0" presId="urn:microsoft.com/office/officeart/2005/8/layout/hierarchy6"/>
    <dgm:cxn modelId="{13A2F818-D4E2-4592-8D6E-564E4B8BFA3A}" type="presParOf" srcId="{878C8228-0A14-45EE-9BE9-CAEDE83749FE}" destId="{9DC7E7BC-BC25-4F47-9FB8-D1401F007E8B}" srcOrd="4" destOrd="0" presId="urn:microsoft.com/office/officeart/2005/8/layout/hierarchy6"/>
    <dgm:cxn modelId="{DDBFD99E-6EEE-49CB-93A1-E9F869826D85}" type="presParOf" srcId="{878C8228-0A14-45EE-9BE9-CAEDE83749FE}" destId="{3C6D54A8-F7DA-4019-9692-B73CD6E35534}" srcOrd="5" destOrd="0" presId="urn:microsoft.com/office/officeart/2005/8/layout/hierarchy6"/>
    <dgm:cxn modelId="{56F25DAA-3479-4E98-97F8-876C5A46DEB8}" type="presParOf" srcId="{3C6D54A8-F7DA-4019-9692-B73CD6E35534}" destId="{4042C18F-439A-4EFF-BF93-63896DD4A23F}" srcOrd="0" destOrd="0" presId="urn:microsoft.com/office/officeart/2005/8/layout/hierarchy6"/>
    <dgm:cxn modelId="{324B6BE8-3D88-4463-A01D-589149C830B8}" type="presParOf" srcId="{3C6D54A8-F7DA-4019-9692-B73CD6E35534}" destId="{F26B788E-F578-4860-8373-16A839BD0A69}" srcOrd="1" destOrd="0" presId="urn:microsoft.com/office/officeart/2005/8/layout/hierarchy6"/>
    <dgm:cxn modelId="{624DE8E5-407E-4302-BF7C-F45E7FFB3C70}" type="presParOf" srcId="{A15EFC8B-A7D7-401D-8C57-DD8DEF9BABE1}" destId="{575617FA-FA4D-471A-B187-88F58E628A8A}" srcOrd="2" destOrd="0" presId="urn:microsoft.com/office/officeart/2005/8/layout/hierarchy6"/>
    <dgm:cxn modelId="{BEAD0804-214E-4772-9C32-876A97507957}" type="presParOf" srcId="{A15EFC8B-A7D7-401D-8C57-DD8DEF9BABE1}" destId="{ED3804D6-8226-4805-996B-4109C51FDE77}" srcOrd="3" destOrd="0" presId="urn:microsoft.com/office/officeart/2005/8/layout/hierarchy6"/>
    <dgm:cxn modelId="{717606CF-9052-440E-844B-035E81C14848}" type="presParOf" srcId="{ED3804D6-8226-4805-996B-4109C51FDE77}" destId="{91491802-7857-4341-9A09-22C55116DC3F}" srcOrd="0" destOrd="0" presId="urn:microsoft.com/office/officeart/2005/8/layout/hierarchy6"/>
    <dgm:cxn modelId="{38946286-6EA5-4B22-8E5E-B066ED253B41}" type="presParOf" srcId="{ED3804D6-8226-4805-996B-4109C51FDE77}" destId="{2756B578-01F8-4C9E-8C4E-0C43739E18CD}" srcOrd="1" destOrd="0" presId="urn:microsoft.com/office/officeart/2005/8/layout/hierarchy6"/>
    <dgm:cxn modelId="{22313F24-F232-49BB-A532-7611BA7B4F8B}" type="presParOf" srcId="{2756B578-01F8-4C9E-8C4E-0C43739E18CD}" destId="{462CABE7-DF9A-4AED-91A7-01ECEF10AD31}" srcOrd="0" destOrd="0" presId="urn:microsoft.com/office/officeart/2005/8/layout/hierarchy6"/>
    <dgm:cxn modelId="{790F1BA0-120F-454F-BD61-A870FEEDB7BC}" type="presParOf" srcId="{2756B578-01F8-4C9E-8C4E-0C43739E18CD}" destId="{47DD58BF-6D53-4BEE-90F7-42CE6A0658DD}" srcOrd="1" destOrd="0" presId="urn:microsoft.com/office/officeart/2005/8/layout/hierarchy6"/>
    <dgm:cxn modelId="{22B2B762-697F-495F-8FA3-705309F965C3}" type="presParOf" srcId="{47DD58BF-6D53-4BEE-90F7-42CE6A0658DD}" destId="{0BA35AF5-F254-47F4-A8C7-A04903E17EA1}" srcOrd="0" destOrd="0" presId="urn:microsoft.com/office/officeart/2005/8/layout/hierarchy6"/>
    <dgm:cxn modelId="{D71F15D6-F141-47BC-A544-39DA7A286872}" type="presParOf" srcId="{47DD58BF-6D53-4BEE-90F7-42CE6A0658DD}" destId="{E233DA80-05B5-4331-932D-EFB5C78B1382}" srcOrd="1" destOrd="0" presId="urn:microsoft.com/office/officeart/2005/8/layout/hierarchy6"/>
    <dgm:cxn modelId="{93C917D1-4239-4C73-A5D6-47E4C330A801}" type="presParOf" srcId="{2756B578-01F8-4C9E-8C4E-0C43739E18CD}" destId="{9A1503B3-CCF5-4847-916C-04254A22C177}" srcOrd="2" destOrd="0" presId="urn:microsoft.com/office/officeart/2005/8/layout/hierarchy6"/>
    <dgm:cxn modelId="{94F9EC8F-1EE6-40EE-8199-19FBB79299A7}" type="presParOf" srcId="{2756B578-01F8-4C9E-8C4E-0C43739E18CD}" destId="{537C8ABD-B8F0-4DB3-97FA-2C41CE8EAA84}" srcOrd="3" destOrd="0" presId="urn:microsoft.com/office/officeart/2005/8/layout/hierarchy6"/>
    <dgm:cxn modelId="{53C23EB0-6F3A-40E0-B4B9-70016A942037}" type="presParOf" srcId="{537C8ABD-B8F0-4DB3-97FA-2C41CE8EAA84}" destId="{2BE91AB0-D02B-445D-B74D-CE339EE29808}" srcOrd="0" destOrd="0" presId="urn:microsoft.com/office/officeart/2005/8/layout/hierarchy6"/>
    <dgm:cxn modelId="{9E3DB2D3-99BA-47F6-ABDF-D0021DEC303E}" type="presParOf" srcId="{537C8ABD-B8F0-4DB3-97FA-2C41CE8EAA84}" destId="{8320B6EC-33AC-40DC-862C-A15A73C579DE}" srcOrd="1" destOrd="0" presId="urn:microsoft.com/office/officeart/2005/8/layout/hierarchy6"/>
    <dgm:cxn modelId="{1952C536-747F-4BD2-A2C7-B4FD46F12E26}" type="presParOf" srcId="{2756B578-01F8-4C9E-8C4E-0C43739E18CD}" destId="{E42E5CD6-1188-4641-9FEB-7D472D1A9A2F}" srcOrd="4" destOrd="0" presId="urn:microsoft.com/office/officeart/2005/8/layout/hierarchy6"/>
    <dgm:cxn modelId="{61FCD9D1-B0A2-4363-B517-33A66486CC3F}" type="presParOf" srcId="{2756B578-01F8-4C9E-8C4E-0C43739E18CD}" destId="{E9F76BB2-1E97-48D3-88E6-4E98B37F5820}" srcOrd="5" destOrd="0" presId="urn:microsoft.com/office/officeart/2005/8/layout/hierarchy6"/>
    <dgm:cxn modelId="{019670B4-CA4D-4B4F-818B-1FE1240E741E}" type="presParOf" srcId="{E9F76BB2-1E97-48D3-88E6-4E98B37F5820}" destId="{53CDBF01-B1B2-4E52-BC11-0A6E30AC9B0F}" srcOrd="0" destOrd="0" presId="urn:microsoft.com/office/officeart/2005/8/layout/hierarchy6"/>
    <dgm:cxn modelId="{8ACCFE80-C643-498C-B47A-82BBC9C5F649}" type="presParOf" srcId="{E9F76BB2-1E97-48D3-88E6-4E98B37F5820}" destId="{2A705414-9C95-4204-92FB-A7AA061028B5}" srcOrd="1" destOrd="0" presId="urn:microsoft.com/office/officeart/2005/8/layout/hierarchy6"/>
    <dgm:cxn modelId="{5CF55B83-ABDF-4685-B794-1ED17A5F421B}" type="presParOf" srcId="{A15EFC8B-A7D7-401D-8C57-DD8DEF9BABE1}" destId="{76737504-3B25-435E-9E99-9A5D39345AB7}" srcOrd="4" destOrd="0" presId="urn:microsoft.com/office/officeart/2005/8/layout/hierarchy6"/>
    <dgm:cxn modelId="{BE3D5703-F7C4-4978-BFC6-88F0837A36C7}" type="presParOf" srcId="{A15EFC8B-A7D7-401D-8C57-DD8DEF9BABE1}" destId="{8E1B3FFC-28BC-4101-9F05-6EDF7ED42EC0}" srcOrd="5" destOrd="0" presId="urn:microsoft.com/office/officeart/2005/8/layout/hierarchy6"/>
    <dgm:cxn modelId="{C2DA3B09-9A0B-4824-B9CC-30C59826A182}" type="presParOf" srcId="{8E1B3FFC-28BC-4101-9F05-6EDF7ED42EC0}" destId="{C1BD74C7-E7F2-4FC5-BF25-8382E437CEC2}" srcOrd="0" destOrd="0" presId="urn:microsoft.com/office/officeart/2005/8/layout/hierarchy6"/>
    <dgm:cxn modelId="{292A964F-72F3-499F-8D5C-CD4970195F96}" type="presParOf" srcId="{8E1B3FFC-28BC-4101-9F05-6EDF7ED42EC0}" destId="{289981F0-C5D7-46A9-AE9E-4B5628DE90CA}" srcOrd="1" destOrd="0" presId="urn:microsoft.com/office/officeart/2005/8/layout/hierarchy6"/>
    <dgm:cxn modelId="{5DFEE6F1-F5CE-4A4F-BE1D-6D3A74FF899F}" type="presParOf" srcId="{289981F0-C5D7-46A9-AE9E-4B5628DE90CA}" destId="{E7ECE009-A7FA-4A30-898C-C9A8E21D6B2C}" srcOrd="0" destOrd="0" presId="urn:microsoft.com/office/officeart/2005/8/layout/hierarchy6"/>
    <dgm:cxn modelId="{3848CA42-C57C-4ED9-A60D-70BC3D5B3A8E}" type="presParOf" srcId="{289981F0-C5D7-46A9-AE9E-4B5628DE90CA}" destId="{8FA28A74-3DD9-41CB-AEBD-467939F9C4D5}" srcOrd="1" destOrd="0" presId="urn:microsoft.com/office/officeart/2005/8/layout/hierarchy6"/>
    <dgm:cxn modelId="{45A0FA08-5CEB-4E98-9160-96DC4C918E6C}" type="presParOf" srcId="{8FA28A74-3DD9-41CB-AEBD-467939F9C4D5}" destId="{A530445C-8DEC-447B-8B49-810CE302E1AD}" srcOrd="0" destOrd="0" presId="urn:microsoft.com/office/officeart/2005/8/layout/hierarchy6"/>
    <dgm:cxn modelId="{08069860-BE4B-47D4-A141-D75413591F2A}" type="presParOf" srcId="{8FA28A74-3DD9-41CB-AEBD-467939F9C4D5}" destId="{17ABFE79-D9B1-404F-81ED-1A2401144C65}" srcOrd="1" destOrd="0" presId="urn:microsoft.com/office/officeart/2005/8/layout/hierarchy6"/>
    <dgm:cxn modelId="{F51431AC-B055-434C-A5C3-6905B85CD0D7}" type="presParOf" srcId="{289981F0-C5D7-46A9-AE9E-4B5628DE90CA}" destId="{26872998-25E2-430E-9115-F39F44C2EFD2}" srcOrd="2" destOrd="0" presId="urn:microsoft.com/office/officeart/2005/8/layout/hierarchy6"/>
    <dgm:cxn modelId="{7A6768D4-D2B2-420A-8BA6-0CD3129BA306}" type="presParOf" srcId="{289981F0-C5D7-46A9-AE9E-4B5628DE90CA}" destId="{0DB2DC93-FB36-425E-A361-547AE6A01EC8}" srcOrd="3" destOrd="0" presId="urn:microsoft.com/office/officeart/2005/8/layout/hierarchy6"/>
    <dgm:cxn modelId="{DBE59AB9-2AC4-46A6-BA17-501B14C17428}" type="presParOf" srcId="{0DB2DC93-FB36-425E-A361-547AE6A01EC8}" destId="{2CD8BDF6-6048-4412-B5F3-69AAB09D0185}" srcOrd="0" destOrd="0" presId="urn:microsoft.com/office/officeart/2005/8/layout/hierarchy6"/>
    <dgm:cxn modelId="{C20CD90D-675E-48D9-A9E1-80593DBACD98}" type="presParOf" srcId="{0DB2DC93-FB36-425E-A361-547AE6A01EC8}" destId="{E81A2CF5-B5E1-4BA6-A252-B949A46B79C8}" srcOrd="1" destOrd="0" presId="urn:microsoft.com/office/officeart/2005/8/layout/hierarchy6"/>
    <dgm:cxn modelId="{0BB208BE-A471-4883-8598-45CDE9E26F3E}" type="presParOf" srcId="{289981F0-C5D7-46A9-AE9E-4B5628DE90CA}" destId="{5177DFA1-EE62-42A2-8868-8CC301EEE197}" srcOrd="4" destOrd="0" presId="urn:microsoft.com/office/officeart/2005/8/layout/hierarchy6"/>
    <dgm:cxn modelId="{6CD93D97-9F8E-4CC3-9964-F18105104752}" type="presParOf" srcId="{289981F0-C5D7-46A9-AE9E-4B5628DE90CA}" destId="{E6793E8A-DBDB-4151-BDDD-A0BECCE42FAB}" srcOrd="5" destOrd="0" presId="urn:microsoft.com/office/officeart/2005/8/layout/hierarchy6"/>
    <dgm:cxn modelId="{9B789364-51A3-4239-BB87-D0C74AE7C8C3}" type="presParOf" srcId="{E6793E8A-DBDB-4151-BDDD-A0BECCE42FAB}" destId="{CA42BA4E-834D-4D3B-A418-643DB2EC03B6}" srcOrd="0" destOrd="0" presId="urn:microsoft.com/office/officeart/2005/8/layout/hierarchy6"/>
    <dgm:cxn modelId="{C3DC94CA-6CF9-4797-B5CB-2FF5128C8E50}" type="presParOf" srcId="{E6793E8A-DBDB-4151-BDDD-A0BECCE42FAB}" destId="{DE95AA82-3427-476A-B248-A0066C815D32}" srcOrd="1" destOrd="0" presId="urn:microsoft.com/office/officeart/2005/8/layout/hierarchy6"/>
    <dgm:cxn modelId="{F79DD5FF-6C76-4288-87FD-B14D3A5D060C}" type="presParOf" srcId="{4873A05E-2E15-4952-8D2C-CBF8428E175D}" destId="{5A90F33F-643E-4502-9AF6-9D2791DBAB65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499A17-3862-47C0-9E8D-CB1E3115D40C}">
      <dsp:nvSpPr>
        <dsp:cNvPr id="0" name=""/>
        <dsp:cNvSpPr/>
      </dsp:nvSpPr>
      <dsp:spPr>
        <a:xfrm>
          <a:off x="2691292" y="2269"/>
          <a:ext cx="1408655" cy="93910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Fib(4)</a:t>
          </a:r>
        </a:p>
      </dsp:txBody>
      <dsp:txXfrm>
        <a:off x="2718797" y="29774"/>
        <a:ext cx="1353645" cy="884093"/>
      </dsp:txXfrm>
    </dsp:sp>
    <dsp:sp modelId="{D7B68554-31B4-49C9-BB17-BC7E7996C22F}">
      <dsp:nvSpPr>
        <dsp:cNvPr id="0" name=""/>
        <dsp:cNvSpPr/>
      </dsp:nvSpPr>
      <dsp:spPr>
        <a:xfrm>
          <a:off x="2022181" y="941372"/>
          <a:ext cx="1373439" cy="375641"/>
        </a:xfrm>
        <a:custGeom>
          <a:avLst/>
          <a:gdLst/>
          <a:ahLst/>
          <a:cxnLst/>
          <a:rect l="0" t="0" r="0" b="0"/>
          <a:pathLst>
            <a:path>
              <a:moveTo>
                <a:pt x="1373439" y="0"/>
              </a:moveTo>
              <a:lnTo>
                <a:pt x="1373439" y="187820"/>
              </a:lnTo>
              <a:lnTo>
                <a:pt x="0" y="187820"/>
              </a:lnTo>
              <a:lnTo>
                <a:pt x="0" y="375641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72385F-96A7-46C5-8DD7-5E818F56DF1F}">
      <dsp:nvSpPr>
        <dsp:cNvPr id="0" name=""/>
        <dsp:cNvSpPr/>
      </dsp:nvSpPr>
      <dsp:spPr>
        <a:xfrm>
          <a:off x="1317853" y="1317014"/>
          <a:ext cx="1408655" cy="93910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Fib(3)</a:t>
          </a:r>
        </a:p>
      </dsp:txBody>
      <dsp:txXfrm>
        <a:off x="1345358" y="1344519"/>
        <a:ext cx="1353645" cy="884093"/>
      </dsp:txXfrm>
    </dsp:sp>
    <dsp:sp modelId="{FA44BB1F-3CD2-4A24-AFDD-153D8EC312A6}">
      <dsp:nvSpPr>
        <dsp:cNvPr id="0" name=""/>
        <dsp:cNvSpPr/>
      </dsp:nvSpPr>
      <dsp:spPr>
        <a:xfrm>
          <a:off x="1106555" y="2256118"/>
          <a:ext cx="915626" cy="375641"/>
        </a:xfrm>
        <a:custGeom>
          <a:avLst/>
          <a:gdLst/>
          <a:ahLst/>
          <a:cxnLst/>
          <a:rect l="0" t="0" r="0" b="0"/>
          <a:pathLst>
            <a:path>
              <a:moveTo>
                <a:pt x="915626" y="0"/>
              </a:moveTo>
              <a:lnTo>
                <a:pt x="915626" y="187820"/>
              </a:lnTo>
              <a:lnTo>
                <a:pt x="0" y="187820"/>
              </a:lnTo>
              <a:lnTo>
                <a:pt x="0" y="37564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DAB790-1520-4292-B8A6-C6C1CCC5BC68}">
      <dsp:nvSpPr>
        <dsp:cNvPr id="0" name=""/>
        <dsp:cNvSpPr/>
      </dsp:nvSpPr>
      <dsp:spPr>
        <a:xfrm>
          <a:off x="402227" y="2631759"/>
          <a:ext cx="1408655" cy="93910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Fib(1)</a:t>
          </a:r>
        </a:p>
      </dsp:txBody>
      <dsp:txXfrm>
        <a:off x="429732" y="2659264"/>
        <a:ext cx="1353645" cy="884093"/>
      </dsp:txXfrm>
    </dsp:sp>
    <dsp:sp modelId="{C84100D5-875A-4670-A483-3732D51F8BC1}">
      <dsp:nvSpPr>
        <dsp:cNvPr id="0" name=""/>
        <dsp:cNvSpPr/>
      </dsp:nvSpPr>
      <dsp:spPr>
        <a:xfrm>
          <a:off x="1060835" y="3570863"/>
          <a:ext cx="91440" cy="37564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7564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2DC95EB-99B4-4497-A506-AF8BE567625E}">
      <dsp:nvSpPr>
        <dsp:cNvPr id="0" name=""/>
        <dsp:cNvSpPr/>
      </dsp:nvSpPr>
      <dsp:spPr>
        <a:xfrm>
          <a:off x="402227" y="3946505"/>
          <a:ext cx="1408655" cy="93910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0</a:t>
          </a:r>
        </a:p>
      </dsp:txBody>
      <dsp:txXfrm>
        <a:off x="429732" y="3974010"/>
        <a:ext cx="1353645" cy="884093"/>
      </dsp:txXfrm>
    </dsp:sp>
    <dsp:sp modelId="{2086F8B6-B955-4629-A55B-2496F20BE678}">
      <dsp:nvSpPr>
        <dsp:cNvPr id="0" name=""/>
        <dsp:cNvSpPr/>
      </dsp:nvSpPr>
      <dsp:spPr>
        <a:xfrm>
          <a:off x="2022181" y="2256118"/>
          <a:ext cx="915626" cy="3756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7820"/>
              </a:lnTo>
              <a:lnTo>
                <a:pt x="915626" y="187820"/>
              </a:lnTo>
              <a:lnTo>
                <a:pt x="915626" y="37564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C13454-432E-488B-B081-51E5A0FF54CB}">
      <dsp:nvSpPr>
        <dsp:cNvPr id="0" name=""/>
        <dsp:cNvSpPr/>
      </dsp:nvSpPr>
      <dsp:spPr>
        <a:xfrm>
          <a:off x="2233479" y="2631759"/>
          <a:ext cx="1408655" cy="93910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Fib(2)</a:t>
          </a:r>
        </a:p>
      </dsp:txBody>
      <dsp:txXfrm>
        <a:off x="2260984" y="2659264"/>
        <a:ext cx="1353645" cy="884093"/>
      </dsp:txXfrm>
    </dsp:sp>
    <dsp:sp modelId="{E4C6FF42-2777-497F-B137-3BB91E743DB6}">
      <dsp:nvSpPr>
        <dsp:cNvPr id="0" name=""/>
        <dsp:cNvSpPr/>
      </dsp:nvSpPr>
      <dsp:spPr>
        <a:xfrm>
          <a:off x="2892087" y="3570863"/>
          <a:ext cx="91440" cy="37564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7564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413A0F-1406-43FC-91FB-5FEE6E8EC65A}">
      <dsp:nvSpPr>
        <dsp:cNvPr id="0" name=""/>
        <dsp:cNvSpPr/>
      </dsp:nvSpPr>
      <dsp:spPr>
        <a:xfrm>
          <a:off x="2233479" y="3946505"/>
          <a:ext cx="1408655" cy="93910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1</a:t>
          </a:r>
        </a:p>
      </dsp:txBody>
      <dsp:txXfrm>
        <a:off x="2260984" y="3974010"/>
        <a:ext cx="1353645" cy="884093"/>
      </dsp:txXfrm>
    </dsp:sp>
    <dsp:sp modelId="{BF85EE7F-3C9E-4E7E-9B0B-FFCE3389A8F5}">
      <dsp:nvSpPr>
        <dsp:cNvPr id="0" name=""/>
        <dsp:cNvSpPr/>
      </dsp:nvSpPr>
      <dsp:spPr>
        <a:xfrm>
          <a:off x="3395620" y="941372"/>
          <a:ext cx="1373439" cy="3756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7820"/>
              </a:lnTo>
              <a:lnTo>
                <a:pt x="1373439" y="187820"/>
              </a:lnTo>
              <a:lnTo>
                <a:pt x="1373439" y="375641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92567C-2B62-4707-9104-1AAD83EFC461}">
      <dsp:nvSpPr>
        <dsp:cNvPr id="0" name=""/>
        <dsp:cNvSpPr/>
      </dsp:nvSpPr>
      <dsp:spPr>
        <a:xfrm>
          <a:off x="4064732" y="1317014"/>
          <a:ext cx="1408655" cy="93910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Fib(2)</a:t>
          </a:r>
        </a:p>
      </dsp:txBody>
      <dsp:txXfrm>
        <a:off x="4092237" y="1344519"/>
        <a:ext cx="1353645" cy="884093"/>
      </dsp:txXfrm>
    </dsp:sp>
    <dsp:sp modelId="{F77594BB-1E77-4339-A8C8-23EAE272CA96}">
      <dsp:nvSpPr>
        <dsp:cNvPr id="0" name=""/>
        <dsp:cNvSpPr/>
      </dsp:nvSpPr>
      <dsp:spPr>
        <a:xfrm>
          <a:off x="4723339" y="2256118"/>
          <a:ext cx="91440" cy="37564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7564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79FC8E-681F-41DE-90C1-3A5D7471F139}">
      <dsp:nvSpPr>
        <dsp:cNvPr id="0" name=""/>
        <dsp:cNvSpPr/>
      </dsp:nvSpPr>
      <dsp:spPr>
        <a:xfrm>
          <a:off x="4064732" y="2631759"/>
          <a:ext cx="1408655" cy="93910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1</a:t>
          </a:r>
        </a:p>
      </dsp:txBody>
      <dsp:txXfrm>
        <a:off x="4092237" y="2659264"/>
        <a:ext cx="1353645" cy="88409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46D1CE-1D21-4A2B-AB87-C578B499B064}">
      <dsp:nvSpPr>
        <dsp:cNvPr id="0" name=""/>
        <dsp:cNvSpPr/>
      </dsp:nvSpPr>
      <dsp:spPr>
        <a:xfrm>
          <a:off x="4759912" y="1758"/>
          <a:ext cx="795837" cy="53055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Fib(4)</a:t>
          </a:r>
        </a:p>
      </dsp:txBody>
      <dsp:txXfrm>
        <a:off x="4775452" y="17298"/>
        <a:ext cx="764757" cy="499478"/>
      </dsp:txXfrm>
    </dsp:sp>
    <dsp:sp modelId="{87F939A7-8E8D-4402-B009-40019F3E139C}">
      <dsp:nvSpPr>
        <dsp:cNvPr id="0" name=""/>
        <dsp:cNvSpPr/>
      </dsp:nvSpPr>
      <dsp:spPr>
        <a:xfrm>
          <a:off x="3088654" y="532316"/>
          <a:ext cx="2069176" cy="212223"/>
        </a:xfrm>
        <a:custGeom>
          <a:avLst/>
          <a:gdLst/>
          <a:ahLst/>
          <a:cxnLst/>
          <a:rect l="0" t="0" r="0" b="0"/>
          <a:pathLst>
            <a:path>
              <a:moveTo>
                <a:pt x="2069176" y="0"/>
              </a:moveTo>
              <a:lnTo>
                <a:pt x="2069176" y="106111"/>
              </a:lnTo>
              <a:lnTo>
                <a:pt x="0" y="106111"/>
              </a:lnTo>
              <a:lnTo>
                <a:pt x="0" y="212223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37B4B1-E198-420B-9560-23ACF9334C6C}">
      <dsp:nvSpPr>
        <dsp:cNvPr id="0" name=""/>
        <dsp:cNvSpPr/>
      </dsp:nvSpPr>
      <dsp:spPr>
        <a:xfrm>
          <a:off x="2690735" y="744539"/>
          <a:ext cx="795837" cy="53055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Fib(3)</a:t>
          </a:r>
        </a:p>
      </dsp:txBody>
      <dsp:txXfrm>
        <a:off x="2706275" y="760079"/>
        <a:ext cx="764757" cy="499478"/>
      </dsp:txXfrm>
    </dsp:sp>
    <dsp:sp modelId="{0A187D42-F4AC-432A-8407-C549EE223557}">
      <dsp:nvSpPr>
        <dsp:cNvPr id="0" name=""/>
        <dsp:cNvSpPr/>
      </dsp:nvSpPr>
      <dsp:spPr>
        <a:xfrm>
          <a:off x="2054065" y="1275097"/>
          <a:ext cx="1034588" cy="212223"/>
        </a:xfrm>
        <a:custGeom>
          <a:avLst/>
          <a:gdLst/>
          <a:ahLst/>
          <a:cxnLst/>
          <a:rect l="0" t="0" r="0" b="0"/>
          <a:pathLst>
            <a:path>
              <a:moveTo>
                <a:pt x="1034588" y="0"/>
              </a:moveTo>
              <a:lnTo>
                <a:pt x="1034588" y="106111"/>
              </a:lnTo>
              <a:lnTo>
                <a:pt x="0" y="106111"/>
              </a:lnTo>
              <a:lnTo>
                <a:pt x="0" y="21222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39AA26-3632-474B-AE3F-BF80F9FAFAD3}">
      <dsp:nvSpPr>
        <dsp:cNvPr id="0" name=""/>
        <dsp:cNvSpPr/>
      </dsp:nvSpPr>
      <dsp:spPr>
        <a:xfrm>
          <a:off x="1656147" y="1487320"/>
          <a:ext cx="795837" cy="53055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Fib(2)</a:t>
          </a:r>
        </a:p>
      </dsp:txBody>
      <dsp:txXfrm>
        <a:off x="1671687" y="1502860"/>
        <a:ext cx="764757" cy="499478"/>
      </dsp:txXfrm>
    </dsp:sp>
    <dsp:sp modelId="{144EE3D0-0160-4C27-B834-6089CDA32AD4}">
      <dsp:nvSpPr>
        <dsp:cNvPr id="0" name=""/>
        <dsp:cNvSpPr/>
      </dsp:nvSpPr>
      <dsp:spPr>
        <a:xfrm>
          <a:off x="1536771" y="2017879"/>
          <a:ext cx="517294" cy="212223"/>
        </a:xfrm>
        <a:custGeom>
          <a:avLst/>
          <a:gdLst/>
          <a:ahLst/>
          <a:cxnLst/>
          <a:rect l="0" t="0" r="0" b="0"/>
          <a:pathLst>
            <a:path>
              <a:moveTo>
                <a:pt x="517294" y="0"/>
              </a:moveTo>
              <a:lnTo>
                <a:pt x="517294" y="106111"/>
              </a:lnTo>
              <a:lnTo>
                <a:pt x="0" y="106111"/>
              </a:lnTo>
              <a:lnTo>
                <a:pt x="0" y="21222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969931-D80C-4136-B32D-1074F7764984}">
      <dsp:nvSpPr>
        <dsp:cNvPr id="0" name=""/>
        <dsp:cNvSpPr/>
      </dsp:nvSpPr>
      <dsp:spPr>
        <a:xfrm>
          <a:off x="1138853" y="2230102"/>
          <a:ext cx="795837" cy="53055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Fib(1)</a:t>
          </a:r>
        </a:p>
      </dsp:txBody>
      <dsp:txXfrm>
        <a:off x="1154393" y="2245642"/>
        <a:ext cx="764757" cy="499478"/>
      </dsp:txXfrm>
    </dsp:sp>
    <dsp:sp modelId="{542D1EB3-86BC-427F-BCD1-F26A4AB2F03B}">
      <dsp:nvSpPr>
        <dsp:cNvPr id="0" name=""/>
        <dsp:cNvSpPr/>
      </dsp:nvSpPr>
      <dsp:spPr>
        <a:xfrm>
          <a:off x="1491051" y="2760660"/>
          <a:ext cx="91440" cy="21222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1222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8CC687-C76C-4897-A6B8-540CAA062B69}">
      <dsp:nvSpPr>
        <dsp:cNvPr id="0" name=""/>
        <dsp:cNvSpPr/>
      </dsp:nvSpPr>
      <dsp:spPr>
        <a:xfrm>
          <a:off x="1138853" y="2972883"/>
          <a:ext cx="795837" cy="53055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1</a:t>
          </a:r>
        </a:p>
      </dsp:txBody>
      <dsp:txXfrm>
        <a:off x="1154393" y="2988423"/>
        <a:ext cx="764757" cy="499478"/>
      </dsp:txXfrm>
    </dsp:sp>
    <dsp:sp modelId="{BB9B6D6A-A13D-4FFB-9F74-CD482764F5E0}">
      <dsp:nvSpPr>
        <dsp:cNvPr id="0" name=""/>
        <dsp:cNvSpPr/>
      </dsp:nvSpPr>
      <dsp:spPr>
        <a:xfrm>
          <a:off x="2054065" y="2017879"/>
          <a:ext cx="517294" cy="2122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6111"/>
              </a:lnTo>
              <a:lnTo>
                <a:pt x="517294" y="106111"/>
              </a:lnTo>
              <a:lnTo>
                <a:pt x="517294" y="21222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C6F3B1-1686-4745-8DA5-19DB869D2CDD}">
      <dsp:nvSpPr>
        <dsp:cNvPr id="0" name=""/>
        <dsp:cNvSpPr/>
      </dsp:nvSpPr>
      <dsp:spPr>
        <a:xfrm>
          <a:off x="2173441" y="2230102"/>
          <a:ext cx="795837" cy="53055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Fib(1)</a:t>
          </a:r>
        </a:p>
      </dsp:txBody>
      <dsp:txXfrm>
        <a:off x="2188981" y="2245642"/>
        <a:ext cx="764757" cy="499478"/>
      </dsp:txXfrm>
    </dsp:sp>
    <dsp:sp modelId="{EE695E35-F0E1-4068-985E-755EDB1B5CCB}">
      <dsp:nvSpPr>
        <dsp:cNvPr id="0" name=""/>
        <dsp:cNvSpPr/>
      </dsp:nvSpPr>
      <dsp:spPr>
        <a:xfrm>
          <a:off x="2525640" y="2760660"/>
          <a:ext cx="91440" cy="21222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1222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BC5E39-5A11-4112-B368-5D4C11666898}">
      <dsp:nvSpPr>
        <dsp:cNvPr id="0" name=""/>
        <dsp:cNvSpPr/>
      </dsp:nvSpPr>
      <dsp:spPr>
        <a:xfrm>
          <a:off x="2173441" y="2972883"/>
          <a:ext cx="795837" cy="53055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1</a:t>
          </a:r>
        </a:p>
      </dsp:txBody>
      <dsp:txXfrm>
        <a:off x="2188981" y="2988423"/>
        <a:ext cx="764757" cy="499478"/>
      </dsp:txXfrm>
    </dsp:sp>
    <dsp:sp modelId="{51467C62-0A57-4DED-8DBD-6A5EDF82D26F}">
      <dsp:nvSpPr>
        <dsp:cNvPr id="0" name=""/>
        <dsp:cNvSpPr/>
      </dsp:nvSpPr>
      <dsp:spPr>
        <a:xfrm>
          <a:off x="3088654" y="1275097"/>
          <a:ext cx="1034588" cy="2122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6111"/>
              </a:lnTo>
              <a:lnTo>
                <a:pt x="1034588" y="106111"/>
              </a:lnTo>
              <a:lnTo>
                <a:pt x="1034588" y="21222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33CEAC-B17C-4833-A69C-9FD1E291A6CB}">
      <dsp:nvSpPr>
        <dsp:cNvPr id="0" name=""/>
        <dsp:cNvSpPr/>
      </dsp:nvSpPr>
      <dsp:spPr>
        <a:xfrm>
          <a:off x="3725324" y="1487320"/>
          <a:ext cx="795837" cy="53055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Fib(2)</a:t>
          </a:r>
        </a:p>
      </dsp:txBody>
      <dsp:txXfrm>
        <a:off x="3740864" y="1502860"/>
        <a:ext cx="764757" cy="499478"/>
      </dsp:txXfrm>
    </dsp:sp>
    <dsp:sp modelId="{666E768B-A607-4913-8ABA-451071FFCB60}">
      <dsp:nvSpPr>
        <dsp:cNvPr id="0" name=""/>
        <dsp:cNvSpPr/>
      </dsp:nvSpPr>
      <dsp:spPr>
        <a:xfrm>
          <a:off x="3605948" y="2017879"/>
          <a:ext cx="517294" cy="212223"/>
        </a:xfrm>
        <a:custGeom>
          <a:avLst/>
          <a:gdLst/>
          <a:ahLst/>
          <a:cxnLst/>
          <a:rect l="0" t="0" r="0" b="0"/>
          <a:pathLst>
            <a:path>
              <a:moveTo>
                <a:pt x="517294" y="0"/>
              </a:moveTo>
              <a:lnTo>
                <a:pt x="517294" y="106111"/>
              </a:lnTo>
              <a:lnTo>
                <a:pt x="0" y="106111"/>
              </a:lnTo>
              <a:lnTo>
                <a:pt x="0" y="21222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D31A5EC-DD58-4A5B-B969-C661B32DA705}">
      <dsp:nvSpPr>
        <dsp:cNvPr id="0" name=""/>
        <dsp:cNvSpPr/>
      </dsp:nvSpPr>
      <dsp:spPr>
        <a:xfrm>
          <a:off x="3208029" y="2230102"/>
          <a:ext cx="795837" cy="53055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Fib(1)</a:t>
          </a:r>
        </a:p>
      </dsp:txBody>
      <dsp:txXfrm>
        <a:off x="3223569" y="2245642"/>
        <a:ext cx="764757" cy="499478"/>
      </dsp:txXfrm>
    </dsp:sp>
    <dsp:sp modelId="{EDDF1307-4038-4020-8DC7-AA42D9AF8449}">
      <dsp:nvSpPr>
        <dsp:cNvPr id="0" name=""/>
        <dsp:cNvSpPr/>
      </dsp:nvSpPr>
      <dsp:spPr>
        <a:xfrm>
          <a:off x="3560228" y="2760660"/>
          <a:ext cx="91440" cy="21222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1222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3EC995-4A7A-47F1-A3AA-85625B6313EF}">
      <dsp:nvSpPr>
        <dsp:cNvPr id="0" name=""/>
        <dsp:cNvSpPr/>
      </dsp:nvSpPr>
      <dsp:spPr>
        <a:xfrm>
          <a:off x="3208029" y="2972883"/>
          <a:ext cx="795837" cy="53055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1</a:t>
          </a:r>
        </a:p>
      </dsp:txBody>
      <dsp:txXfrm>
        <a:off x="3223569" y="2988423"/>
        <a:ext cx="764757" cy="499478"/>
      </dsp:txXfrm>
    </dsp:sp>
    <dsp:sp modelId="{F65D7FC2-7F30-4256-A9EC-5E2D3C32908D}">
      <dsp:nvSpPr>
        <dsp:cNvPr id="0" name=""/>
        <dsp:cNvSpPr/>
      </dsp:nvSpPr>
      <dsp:spPr>
        <a:xfrm>
          <a:off x="4123242" y="2017879"/>
          <a:ext cx="517294" cy="2122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6111"/>
              </a:lnTo>
              <a:lnTo>
                <a:pt x="517294" y="106111"/>
              </a:lnTo>
              <a:lnTo>
                <a:pt x="517294" y="21222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9D241F-8ACE-402F-891E-3598339B20C4}">
      <dsp:nvSpPr>
        <dsp:cNvPr id="0" name=""/>
        <dsp:cNvSpPr/>
      </dsp:nvSpPr>
      <dsp:spPr>
        <a:xfrm>
          <a:off x="4242618" y="2230102"/>
          <a:ext cx="795837" cy="53055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Fib(1)</a:t>
          </a:r>
        </a:p>
      </dsp:txBody>
      <dsp:txXfrm>
        <a:off x="4258158" y="2245642"/>
        <a:ext cx="764757" cy="499478"/>
      </dsp:txXfrm>
    </dsp:sp>
    <dsp:sp modelId="{457BDD59-CB99-4A7F-A49F-C03423445097}">
      <dsp:nvSpPr>
        <dsp:cNvPr id="0" name=""/>
        <dsp:cNvSpPr/>
      </dsp:nvSpPr>
      <dsp:spPr>
        <a:xfrm>
          <a:off x="4594816" y="2760660"/>
          <a:ext cx="91440" cy="21222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1222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C87D89-7A5E-4D42-BF7A-726203B243E5}">
      <dsp:nvSpPr>
        <dsp:cNvPr id="0" name=""/>
        <dsp:cNvSpPr/>
      </dsp:nvSpPr>
      <dsp:spPr>
        <a:xfrm>
          <a:off x="4242618" y="2972883"/>
          <a:ext cx="795837" cy="53055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1</a:t>
          </a:r>
        </a:p>
      </dsp:txBody>
      <dsp:txXfrm>
        <a:off x="4258158" y="2988423"/>
        <a:ext cx="764757" cy="499478"/>
      </dsp:txXfrm>
    </dsp:sp>
    <dsp:sp modelId="{8622CC84-EDBE-4323-B0A2-572A244CE26E}">
      <dsp:nvSpPr>
        <dsp:cNvPr id="0" name=""/>
        <dsp:cNvSpPr/>
      </dsp:nvSpPr>
      <dsp:spPr>
        <a:xfrm>
          <a:off x="5157831" y="532316"/>
          <a:ext cx="2069176" cy="2122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6111"/>
              </a:lnTo>
              <a:lnTo>
                <a:pt x="2069176" y="106111"/>
              </a:lnTo>
              <a:lnTo>
                <a:pt x="2069176" y="212223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E8BE87-2340-4537-9377-142DC2EE02AF}">
      <dsp:nvSpPr>
        <dsp:cNvPr id="0" name=""/>
        <dsp:cNvSpPr/>
      </dsp:nvSpPr>
      <dsp:spPr>
        <a:xfrm>
          <a:off x="6829089" y="744539"/>
          <a:ext cx="795837" cy="53055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Fib(3)</a:t>
          </a:r>
        </a:p>
      </dsp:txBody>
      <dsp:txXfrm>
        <a:off x="6844629" y="760079"/>
        <a:ext cx="764757" cy="499478"/>
      </dsp:txXfrm>
    </dsp:sp>
    <dsp:sp modelId="{3024370F-60E7-4228-A52F-A685CAD0331B}">
      <dsp:nvSpPr>
        <dsp:cNvPr id="0" name=""/>
        <dsp:cNvSpPr/>
      </dsp:nvSpPr>
      <dsp:spPr>
        <a:xfrm>
          <a:off x="6192419" y="1275097"/>
          <a:ext cx="1034588" cy="212223"/>
        </a:xfrm>
        <a:custGeom>
          <a:avLst/>
          <a:gdLst/>
          <a:ahLst/>
          <a:cxnLst/>
          <a:rect l="0" t="0" r="0" b="0"/>
          <a:pathLst>
            <a:path>
              <a:moveTo>
                <a:pt x="1034588" y="0"/>
              </a:moveTo>
              <a:lnTo>
                <a:pt x="1034588" y="106111"/>
              </a:lnTo>
              <a:lnTo>
                <a:pt x="0" y="106111"/>
              </a:lnTo>
              <a:lnTo>
                <a:pt x="0" y="21222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6DA0D2-7C5E-4E13-8005-9547D8CDD216}">
      <dsp:nvSpPr>
        <dsp:cNvPr id="0" name=""/>
        <dsp:cNvSpPr/>
      </dsp:nvSpPr>
      <dsp:spPr>
        <a:xfrm>
          <a:off x="5794500" y="1487320"/>
          <a:ext cx="795837" cy="53055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Fib(2)</a:t>
          </a:r>
        </a:p>
      </dsp:txBody>
      <dsp:txXfrm>
        <a:off x="5810040" y="1502860"/>
        <a:ext cx="764757" cy="499478"/>
      </dsp:txXfrm>
    </dsp:sp>
    <dsp:sp modelId="{502C3FF0-E12C-4935-B633-B8814F8A43D3}">
      <dsp:nvSpPr>
        <dsp:cNvPr id="0" name=""/>
        <dsp:cNvSpPr/>
      </dsp:nvSpPr>
      <dsp:spPr>
        <a:xfrm>
          <a:off x="5675125" y="2017879"/>
          <a:ext cx="517294" cy="212223"/>
        </a:xfrm>
        <a:custGeom>
          <a:avLst/>
          <a:gdLst/>
          <a:ahLst/>
          <a:cxnLst/>
          <a:rect l="0" t="0" r="0" b="0"/>
          <a:pathLst>
            <a:path>
              <a:moveTo>
                <a:pt x="517294" y="0"/>
              </a:moveTo>
              <a:lnTo>
                <a:pt x="517294" y="106111"/>
              </a:lnTo>
              <a:lnTo>
                <a:pt x="0" y="106111"/>
              </a:lnTo>
              <a:lnTo>
                <a:pt x="0" y="21222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F39147-5F26-4E4E-9E73-63A4EF1C0A4C}">
      <dsp:nvSpPr>
        <dsp:cNvPr id="0" name=""/>
        <dsp:cNvSpPr/>
      </dsp:nvSpPr>
      <dsp:spPr>
        <a:xfrm>
          <a:off x="5277206" y="2230102"/>
          <a:ext cx="795837" cy="53055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Fib(1)</a:t>
          </a:r>
        </a:p>
      </dsp:txBody>
      <dsp:txXfrm>
        <a:off x="5292746" y="2245642"/>
        <a:ext cx="764757" cy="499478"/>
      </dsp:txXfrm>
    </dsp:sp>
    <dsp:sp modelId="{2398E99A-9D31-4AB3-A018-3BDD8FDE293E}">
      <dsp:nvSpPr>
        <dsp:cNvPr id="0" name=""/>
        <dsp:cNvSpPr/>
      </dsp:nvSpPr>
      <dsp:spPr>
        <a:xfrm>
          <a:off x="5629405" y="2760660"/>
          <a:ext cx="91440" cy="21222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1222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907650-6EDD-4B8F-A157-E31AA2B23750}">
      <dsp:nvSpPr>
        <dsp:cNvPr id="0" name=""/>
        <dsp:cNvSpPr/>
      </dsp:nvSpPr>
      <dsp:spPr>
        <a:xfrm>
          <a:off x="5277206" y="2972883"/>
          <a:ext cx="795837" cy="53055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1</a:t>
          </a:r>
        </a:p>
      </dsp:txBody>
      <dsp:txXfrm>
        <a:off x="5292746" y="2988423"/>
        <a:ext cx="764757" cy="499478"/>
      </dsp:txXfrm>
    </dsp:sp>
    <dsp:sp modelId="{45AE6611-3EEB-4568-9795-CF2C17EE6355}">
      <dsp:nvSpPr>
        <dsp:cNvPr id="0" name=""/>
        <dsp:cNvSpPr/>
      </dsp:nvSpPr>
      <dsp:spPr>
        <a:xfrm>
          <a:off x="6192419" y="2017879"/>
          <a:ext cx="517294" cy="2122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6111"/>
              </a:lnTo>
              <a:lnTo>
                <a:pt x="517294" y="106111"/>
              </a:lnTo>
              <a:lnTo>
                <a:pt x="517294" y="21222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1A4837-AC17-476E-9D67-7C9BF115669B}">
      <dsp:nvSpPr>
        <dsp:cNvPr id="0" name=""/>
        <dsp:cNvSpPr/>
      </dsp:nvSpPr>
      <dsp:spPr>
        <a:xfrm>
          <a:off x="6311794" y="2230102"/>
          <a:ext cx="795837" cy="53055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Fib(1)</a:t>
          </a:r>
        </a:p>
      </dsp:txBody>
      <dsp:txXfrm>
        <a:off x="6327334" y="2245642"/>
        <a:ext cx="764757" cy="499478"/>
      </dsp:txXfrm>
    </dsp:sp>
    <dsp:sp modelId="{66844C77-629F-44D3-AC7D-B937F6F15A6D}">
      <dsp:nvSpPr>
        <dsp:cNvPr id="0" name=""/>
        <dsp:cNvSpPr/>
      </dsp:nvSpPr>
      <dsp:spPr>
        <a:xfrm>
          <a:off x="6663993" y="2760660"/>
          <a:ext cx="91440" cy="21222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1222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B2617B-D57E-4FA4-B6C9-4B1843E7A5DC}">
      <dsp:nvSpPr>
        <dsp:cNvPr id="0" name=""/>
        <dsp:cNvSpPr/>
      </dsp:nvSpPr>
      <dsp:spPr>
        <a:xfrm>
          <a:off x="6311794" y="2972883"/>
          <a:ext cx="795837" cy="53055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1</a:t>
          </a:r>
        </a:p>
      </dsp:txBody>
      <dsp:txXfrm>
        <a:off x="6327334" y="2988423"/>
        <a:ext cx="764757" cy="499478"/>
      </dsp:txXfrm>
    </dsp:sp>
    <dsp:sp modelId="{50F8F66E-BFA3-4767-87D1-38F5375CEE4C}">
      <dsp:nvSpPr>
        <dsp:cNvPr id="0" name=""/>
        <dsp:cNvSpPr/>
      </dsp:nvSpPr>
      <dsp:spPr>
        <a:xfrm>
          <a:off x="7227007" y="1275097"/>
          <a:ext cx="1034588" cy="2122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6111"/>
              </a:lnTo>
              <a:lnTo>
                <a:pt x="1034588" y="106111"/>
              </a:lnTo>
              <a:lnTo>
                <a:pt x="1034588" y="21222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552BDF-5C4F-4438-B26C-5DA54C2D531C}">
      <dsp:nvSpPr>
        <dsp:cNvPr id="0" name=""/>
        <dsp:cNvSpPr/>
      </dsp:nvSpPr>
      <dsp:spPr>
        <a:xfrm>
          <a:off x="7863677" y="1487320"/>
          <a:ext cx="795837" cy="53055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Fib(2)</a:t>
          </a:r>
        </a:p>
      </dsp:txBody>
      <dsp:txXfrm>
        <a:off x="7879217" y="1502860"/>
        <a:ext cx="764757" cy="499478"/>
      </dsp:txXfrm>
    </dsp:sp>
    <dsp:sp modelId="{9AF3D150-065B-4284-8658-5029A6DBE0E7}">
      <dsp:nvSpPr>
        <dsp:cNvPr id="0" name=""/>
        <dsp:cNvSpPr/>
      </dsp:nvSpPr>
      <dsp:spPr>
        <a:xfrm>
          <a:off x="7744301" y="2017879"/>
          <a:ext cx="517294" cy="212223"/>
        </a:xfrm>
        <a:custGeom>
          <a:avLst/>
          <a:gdLst/>
          <a:ahLst/>
          <a:cxnLst/>
          <a:rect l="0" t="0" r="0" b="0"/>
          <a:pathLst>
            <a:path>
              <a:moveTo>
                <a:pt x="517294" y="0"/>
              </a:moveTo>
              <a:lnTo>
                <a:pt x="517294" y="106111"/>
              </a:lnTo>
              <a:lnTo>
                <a:pt x="0" y="106111"/>
              </a:lnTo>
              <a:lnTo>
                <a:pt x="0" y="21222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7E9EBD-50E0-48CF-8083-C32315130CC5}">
      <dsp:nvSpPr>
        <dsp:cNvPr id="0" name=""/>
        <dsp:cNvSpPr/>
      </dsp:nvSpPr>
      <dsp:spPr>
        <a:xfrm>
          <a:off x="7346383" y="2230102"/>
          <a:ext cx="795837" cy="53055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Fib(1)</a:t>
          </a:r>
        </a:p>
      </dsp:txBody>
      <dsp:txXfrm>
        <a:off x="7361923" y="2245642"/>
        <a:ext cx="764757" cy="499478"/>
      </dsp:txXfrm>
    </dsp:sp>
    <dsp:sp modelId="{BA561A8B-A4EC-4095-B5D6-C61A70252811}">
      <dsp:nvSpPr>
        <dsp:cNvPr id="0" name=""/>
        <dsp:cNvSpPr/>
      </dsp:nvSpPr>
      <dsp:spPr>
        <a:xfrm>
          <a:off x="7698581" y="2760660"/>
          <a:ext cx="91440" cy="21222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1222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C20E41-1AA7-4C7C-BC31-F48BC9AE3999}">
      <dsp:nvSpPr>
        <dsp:cNvPr id="0" name=""/>
        <dsp:cNvSpPr/>
      </dsp:nvSpPr>
      <dsp:spPr>
        <a:xfrm>
          <a:off x="7346383" y="2972883"/>
          <a:ext cx="795837" cy="53055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1</a:t>
          </a:r>
        </a:p>
      </dsp:txBody>
      <dsp:txXfrm>
        <a:off x="7361923" y="2988423"/>
        <a:ext cx="764757" cy="499478"/>
      </dsp:txXfrm>
    </dsp:sp>
    <dsp:sp modelId="{DF0FFD6B-B735-4474-84E2-0FE8135CE249}">
      <dsp:nvSpPr>
        <dsp:cNvPr id="0" name=""/>
        <dsp:cNvSpPr/>
      </dsp:nvSpPr>
      <dsp:spPr>
        <a:xfrm>
          <a:off x="8261596" y="2017879"/>
          <a:ext cx="517294" cy="2122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6111"/>
              </a:lnTo>
              <a:lnTo>
                <a:pt x="517294" y="106111"/>
              </a:lnTo>
              <a:lnTo>
                <a:pt x="517294" y="21222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8AAE4E-BF48-4786-A3D8-18D5CF425B88}">
      <dsp:nvSpPr>
        <dsp:cNvPr id="0" name=""/>
        <dsp:cNvSpPr/>
      </dsp:nvSpPr>
      <dsp:spPr>
        <a:xfrm>
          <a:off x="8380971" y="2230102"/>
          <a:ext cx="795837" cy="53055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Fib(1)</a:t>
          </a:r>
        </a:p>
      </dsp:txBody>
      <dsp:txXfrm>
        <a:off x="8396511" y="2245642"/>
        <a:ext cx="764757" cy="499478"/>
      </dsp:txXfrm>
    </dsp:sp>
    <dsp:sp modelId="{410C3026-F89D-4A55-A4EC-12338DFA139C}">
      <dsp:nvSpPr>
        <dsp:cNvPr id="0" name=""/>
        <dsp:cNvSpPr/>
      </dsp:nvSpPr>
      <dsp:spPr>
        <a:xfrm>
          <a:off x="8733170" y="2760660"/>
          <a:ext cx="91440" cy="21222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1222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1394D8-D2E7-4A99-A6FE-5C75DAF4ED5E}">
      <dsp:nvSpPr>
        <dsp:cNvPr id="0" name=""/>
        <dsp:cNvSpPr/>
      </dsp:nvSpPr>
      <dsp:spPr>
        <a:xfrm>
          <a:off x="8380971" y="2972883"/>
          <a:ext cx="795837" cy="53055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1</a:t>
          </a:r>
        </a:p>
      </dsp:txBody>
      <dsp:txXfrm>
        <a:off x="8396511" y="2988423"/>
        <a:ext cx="764757" cy="49947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499A17-3862-47C0-9E8D-CB1E3115D40C}">
      <dsp:nvSpPr>
        <dsp:cNvPr id="0" name=""/>
        <dsp:cNvSpPr/>
      </dsp:nvSpPr>
      <dsp:spPr>
        <a:xfrm>
          <a:off x="2123024" y="1140286"/>
          <a:ext cx="1629565" cy="108637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H(2)</a:t>
          </a:r>
        </a:p>
      </dsp:txBody>
      <dsp:txXfrm>
        <a:off x="2154843" y="1172105"/>
        <a:ext cx="1565927" cy="1022738"/>
      </dsp:txXfrm>
    </dsp:sp>
    <dsp:sp modelId="{D7B68554-31B4-49C9-BB17-BC7E7996C22F}">
      <dsp:nvSpPr>
        <dsp:cNvPr id="0" name=""/>
        <dsp:cNvSpPr/>
      </dsp:nvSpPr>
      <dsp:spPr>
        <a:xfrm>
          <a:off x="819372" y="2226663"/>
          <a:ext cx="2118434" cy="434550"/>
        </a:xfrm>
        <a:custGeom>
          <a:avLst/>
          <a:gdLst/>
          <a:ahLst/>
          <a:cxnLst/>
          <a:rect l="0" t="0" r="0" b="0"/>
          <a:pathLst>
            <a:path>
              <a:moveTo>
                <a:pt x="2118434" y="0"/>
              </a:moveTo>
              <a:lnTo>
                <a:pt x="2118434" y="217275"/>
              </a:lnTo>
              <a:lnTo>
                <a:pt x="0" y="217275"/>
              </a:lnTo>
              <a:lnTo>
                <a:pt x="0" y="434550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72385F-96A7-46C5-8DD7-5E818F56DF1F}">
      <dsp:nvSpPr>
        <dsp:cNvPr id="0" name=""/>
        <dsp:cNvSpPr/>
      </dsp:nvSpPr>
      <dsp:spPr>
        <a:xfrm>
          <a:off x="4590" y="2661214"/>
          <a:ext cx="1629565" cy="108637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A to B</a:t>
          </a:r>
        </a:p>
      </dsp:txBody>
      <dsp:txXfrm>
        <a:off x="36409" y="2693033"/>
        <a:ext cx="1565927" cy="1022738"/>
      </dsp:txXfrm>
    </dsp:sp>
    <dsp:sp modelId="{575617FA-FA4D-471A-B187-88F58E628A8A}">
      <dsp:nvSpPr>
        <dsp:cNvPr id="0" name=""/>
        <dsp:cNvSpPr/>
      </dsp:nvSpPr>
      <dsp:spPr>
        <a:xfrm>
          <a:off x="2892087" y="2226663"/>
          <a:ext cx="91440" cy="43455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34550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491802-7857-4341-9A09-22C55116DC3F}">
      <dsp:nvSpPr>
        <dsp:cNvPr id="0" name=""/>
        <dsp:cNvSpPr/>
      </dsp:nvSpPr>
      <dsp:spPr>
        <a:xfrm>
          <a:off x="2123024" y="2661214"/>
          <a:ext cx="1629565" cy="108637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A to C</a:t>
          </a:r>
        </a:p>
      </dsp:txBody>
      <dsp:txXfrm>
        <a:off x="2154843" y="2693033"/>
        <a:ext cx="1565927" cy="1022738"/>
      </dsp:txXfrm>
    </dsp:sp>
    <dsp:sp modelId="{76737504-3B25-435E-9E99-9A5D39345AB7}">
      <dsp:nvSpPr>
        <dsp:cNvPr id="0" name=""/>
        <dsp:cNvSpPr/>
      </dsp:nvSpPr>
      <dsp:spPr>
        <a:xfrm>
          <a:off x="2937807" y="2226663"/>
          <a:ext cx="2118434" cy="4345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7275"/>
              </a:lnTo>
              <a:lnTo>
                <a:pt x="2118434" y="217275"/>
              </a:lnTo>
              <a:lnTo>
                <a:pt x="2118434" y="434550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BD74C7-E7F2-4FC5-BF25-8382E437CEC2}">
      <dsp:nvSpPr>
        <dsp:cNvPr id="0" name=""/>
        <dsp:cNvSpPr/>
      </dsp:nvSpPr>
      <dsp:spPr>
        <a:xfrm>
          <a:off x="4241459" y="2661214"/>
          <a:ext cx="1629565" cy="108637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B to C</a:t>
          </a:r>
        </a:p>
      </dsp:txBody>
      <dsp:txXfrm>
        <a:off x="4273278" y="2693033"/>
        <a:ext cx="1565927" cy="102273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499A17-3862-47C0-9E8D-CB1E3115D40C}">
      <dsp:nvSpPr>
        <dsp:cNvPr id="0" name=""/>
        <dsp:cNvSpPr/>
      </dsp:nvSpPr>
      <dsp:spPr>
        <a:xfrm>
          <a:off x="5360638" y="307935"/>
          <a:ext cx="1029954" cy="68663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H(3)</a:t>
          </a:r>
        </a:p>
      </dsp:txBody>
      <dsp:txXfrm>
        <a:off x="5380749" y="328046"/>
        <a:ext cx="989732" cy="646414"/>
      </dsp:txXfrm>
    </dsp:sp>
    <dsp:sp modelId="{D7B68554-31B4-49C9-BB17-BC7E7996C22F}">
      <dsp:nvSpPr>
        <dsp:cNvPr id="0" name=""/>
        <dsp:cNvSpPr/>
      </dsp:nvSpPr>
      <dsp:spPr>
        <a:xfrm>
          <a:off x="1858794" y="994571"/>
          <a:ext cx="4016821" cy="274654"/>
        </a:xfrm>
        <a:custGeom>
          <a:avLst/>
          <a:gdLst/>
          <a:ahLst/>
          <a:cxnLst/>
          <a:rect l="0" t="0" r="0" b="0"/>
          <a:pathLst>
            <a:path>
              <a:moveTo>
                <a:pt x="4016821" y="0"/>
              </a:moveTo>
              <a:lnTo>
                <a:pt x="4016821" y="137327"/>
              </a:lnTo>
              <a:lnTo>
                <a:pt x="0" y="137327"/>
              </a:lnTo>
              <a:lnTo>
                <a:pt x="0" y="274654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72385F-96A7-46C5-8DD7-5E818F56DF1F}">
      <dsp:nvSpPr>
        <dsp:cNvPr id="0" name=""/>
        <dsp:cNvSpPr/>
      </dsp:nvSpPr>
      <dsp:spPr>
        <a:xfrm>
          <a:off x="1343817" y="1269226"/>
          <a:ext cx="1029954" cy="68663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H(2)</a:t>
          </a:r>
        </a:p>
      </dsp:txBody>
      <dsp:txXfrm>
        <a:off x="1363928" y="1289337"/>
        <a:ext cx="989732" cy="646414"/>
      </dsp:txXfrm>
    </dsp:sp>
    <dsp:sp modelId="{38DB72E1-850D-466D-A2EF-5165C255FA65}">
      <dsp:nvSpPr>
        <dsp:cNvPr id="0" name=""/>
        <dsp:cNvSpPr/>
      </dsp:nvSpPr>
      <dsp:spPr>
        <a:xfrm>
          <a:off x="519854" y="1955862"/>
          <a:ext cx="1338940" cy="274654"/>
        </a:xfrm>
        <a:custGeom>
          <a:avLst/>
          <a:gdLst/>
          <a:ahLst/>
          <a:cxnLst/>
          <a:rect l="0" t="0" r="0" b="0"/>
          <a:pathLst>
            <a:path>
              <a:moveTo>
                <a:pt x="1338940" y="0"/>
              </a:moveTo>
              <a:lnTo>
                <a:pt x="1338940" y="137327"/>
              </a:lnTo>
              <a:lnTo>
                <a:pt x="0" y="137327"/>
              </a:lnTo>
              <a:lnTo>
                <a:pt x="0" y="27465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0BDFB9-7BCA-4867-BCCB-92B85753BB18}">
      <dsp:nvSpPr>
        <dsp:cNvPr id="0" name=""/>
        <dsp:cNvSpPr/>
      </dsp:nvSpPr>
      <dsp:spPr>
        <a:xfrm>
          <a:off x="4877" y="2230517"/>
          <a:ext cx="1029954" cy="68663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A to B</a:t>
          </a:r>
        </a:p>
      </dsp:txBody>
      <dsp:txXfrm>
        <a:off x="24988" y="2250628"/>
        <a:ext cx="989732" cy="646414"/>
      </dsp:txXfrm>
    </dsp:sp>
    <dsp:sp modelId="{37CB08AD-5692-4F92-870C-9C17983D1917}">
      <dsp:nvSpPr>
        <dsp:cNvPr id="0" name=""/>
        <dsp:cNvSpPr/>
      </dsp:nvSpPr>
      <dsp:spPr>
        <a:xfrm>
          <a:off x="1813074" y="1955862"/>
          <a:ext cx="91440" cy="27465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465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238ECD-2687-4D3B-AB87-060D3718FB10}">
      <dsp:nvSpPr>
        <dsp:cNvPr id="0" name=""/>
        <dsp:cNvSpPr/>
      </dsp:nvSpPr>
      <dsp:spPr>
        <a:xfrm>
          <a:off x="1343817" y="2230517"/>
          <a:ext cx="1029954" cy="68663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A to C</a:t>
          </a:r>
        </a:p>
      </dsp:txBody>
      <dsp:txXfrm>
        <a:off x="1363928" y="2250628"/>
        <a:ext cx="989732" cy="646414"/>
      </dsp:txXfrm>
    </dsp:sp>
    <dsp:sp modelId="{9DC7E7BC-BC25-4F47-9FB8-D1401F007E8B}">
      <dsp:nvSpPr>
        <dsp:cNvPr id="0" name=""/>
        <dsp:cNvSpPr/>
      </dsp:nvSpPr>
      <dsp:spPr>
        <a:xfrm>
          <a:off x="1858794" y="1955862"/>
          <a:ext cx="1338940" cy="2746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7327"/>
              </a:lnTo>
              <a:lnTo>
                <a:pt x="1338940" y="137327"/>
              </a:lnTo>
              <a:lnTo>
                <a:pt x="1338940" y="27465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42C18F-439A-4EFF-BF93-63896DD4A23F}">
      <dsp:nvSpPr>
        <dsp:cNvPr id="0" name=""/>
        <dsp:cNvSpPr/>
      </dsp:nvSpPr>
      <dsp:spPr>
        <a:xfrm>
          <a:off x="2682758" y="2230517"/>
          <a:ext cx="1029954" cy="68663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B to C</a:t>
          </a:r>
        </a:p>
      </dsp:txBody>
      <dsp:txXfrm>
        <a:off x="2702869" y="2250628"/>
        <a:ext cx="989732" cy="646414"/>
      </dsp:txXfrm>
    </dsp:sp>
    <dsp:sp modelId="{575617FA-FA4D-471A-B187-88F58E628A8A}">
      <dsp:nvSpPr>
        <dsp:cNvPr id="0" name=""/>
        <dsp:cNvSpPr/>
      </dsp:nvSpPr>
      <dsp:spPr>
        <a:xfrm>
          <a:off x="5829895" y="994571"/>
          <a:ext cx="91440" cy="27465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4654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491802-7857-4341-9A09-22C55116DC3F}">
      <dsp:nvSpPr>
        <dsp:cNvPr id="0" name=""/>
        <dsp:cNvSpPr/>
      </dsp:nvSpPr>
      <dsp:spPr>
        <a:xfrm>
          <a:off x="5360638" y="1269226"/>
          <a:ext cx="1029954" cy="68663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H(2)</a:t>
          </a:r>
        </a:p>
      </dsp:txBody>
      <dsp:txXfrm>
        <a:off x="5380749" y="1289337"/>
        <a:ext cx="989732" cy="646414"/>
      </dsp:txXfrm>
    </dsp:sp>
    <dsp:sp modelId="{462CABE7-DF9A-4AED-91A7-01ECEF10AD31}">
      <dsp:nvSpPr>
        <dsp:cNvPr id="0" name=""/>
        <dsp:cNvSpPr/>
      </dsp:nvSpPr>
      <dsp:spPr>
        <a:xfrm>
          <a:off x="4536675" y="1955862"/>
          <a:ext cx="1338940" cy="274654"/>
        </a:xfrm>
        <a:custGeom>
          <a:avLst/>
          <a:gdLst/>
          <a:ahLst/>
          <a:cxnLst/>
          <a:rect l="0" t="0" r="0" b="0"/>
          <a:pathLst>
            <a:path>
              <a:moveTo>
                <a:pt x="1338940" y="0"/>
              </a:moveTo>
              <a:lnTo>
                <a:pt x="1338940" y="137327"/>
              </a:lnTo>
              <a:lnTo>
                <a:pt x="0" y="137327"/>
              </a:lnTo>
              <a:lnTo>
                <a:pt x="0" y="27465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A35AF5-F254-47F4-A8C7-A04903E17EA1}">
      <dsp:nvSpPr>
        <dsp:cNvPr id="0" name=""/>
        <dsp:cNvSpPr/>
      </dsp:nvSpPr>
      <dsp:spPr>
        <a:xfrm>
          <a:off x="4021698" y="2230517"/>
          <a:ext cx="1029954" cy="68663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A to B</a:t>
          </a:r>
        </a:p>
      </dsp:txBody>
      <dsp:txXfrm>
        <a:off x="4041809" y="2250628"/>
        <a:ext cx="989732" cy="646414"/>
      </dsp:txXfrm>
    </dsp:sp>
    <dsp:sp modelId="{9A1503B3-CCF5-4847-916C-04254A22C177}">
      <dsp:nvSpPr>
        <dsp:cNvPr id="0" name=""/>
        <dsp:cNvSpPr/>
      </dsp:nvSpPr>
      <dsp:spPr>
        <a:xfrm>
          <a:off x="5829895" y="1955862"/>
          <a:ext cx="91440" cy="27465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465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E91AB0-D02B-445D-B74D-CE339EE29808}">
      <dsp:nvSpPr>
        <dsp:cNvPr id="0" name=""/>
        <dsp:cNvSpPr/>
      </dsp:nvSpPr>
      <dsp:spPr>
        <a:xfrm>
          <a:off x="5360638" y="2230517"/>
          <a:ext cx="1029954" cy="68663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A to C</a:t>
          </a:r>
        </a:p>
      </dsp:txBody>
      <dsp:txXfrm>
        <a:off x="5380749" y="2250628"/>
        <a:ext cx="989732" cy="646414"/>
      </dsp:txXfrm>
    </dsp:sp>
    <dsp:sp modelId="{E42E5CD6-1188-4641-9FEB-7D472D1A9A2F}">
      <dsp:nvSpPr>
        <dsp:cNvPr id="0" name=""/>
        <dsp:cNvSpPr/>
      </dsp:nvSpPr>
      <dsp:spPr>
        <a:xfrm>
          <a:off x="5875616" y="1955862"/>
          <a:ext cx="1338940" cy="2746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7327"/>
              </a:lnTo>
              <a:lnTo>
                <a:pt x="1338940" y="137327"/>
              </a:lnTo>
              <a:lnTo>
                <a:pt x="1338940" y="27465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CDBF01-B1B2-4E52-BC11-0A6E30AC9B0F}">
      <dsp:nvSpPr>
        <dsp:cNvPr id="0" name=""/>
        <dsp:cNvSpPr/>
      </dsp:nvSpPr>
      <dsp:spPr>
        <a:xfrm>
          <a:off x="6699579" y="2230517"/>
          <a:ext cx="1029954" cy="68663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B to C</a:t>
          </a:r>
        </a:p>
      </dsp:txBody>
      <dsp:txXfrm>
        <a:off x="6719690" y="2250628"/>
        <a:ext cx="989732" cy="646414"/>
      </dsp:txXfrm>
    </dsp:sp>
    <dsp:sp modelId="{76737504-3B25-435E-9E99-9A5D39345AB7}">
      <dsp:nvSpPr>
        <dsp:cNvPr id="0" name=""/>
        <dsp:cNvSpPr/>
      </dsp:nvSpPr>
      <dsp:spPr>
        <a:xfrm>
          <a:off x="5875616" y="994571"/>
          <a:ext cx="4016821" cy="2746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7327"/>
              </a:lnTo>
              <a:lnTo>
                <a:pt x="4016821" y="137327"/>
              </a:lnTo>
              <a:lnTo>
                <a:pt x="4016821" y="274654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BD74C7-E7F2-4FC5-BF25-8382E437CEC2}">
      <dsp:nvSpPr>
        <dsp:cNvPr id="0" name=""/>
        <dsp:cNvSpPr/>
      </dsp:nvSpPr>
      <dsp:spPr>
        <a:xfrm>
          <a:off x="9377460" y="1269226"/>
          <a:ext cx="1029954" cy="68663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H(2)</a:t>
          </a:r>
        </a:p>
      </dsp:txBody>
      <dsp:txXfrm>
        <a:off x="9397571" y="1289337"/>
        <a:ext cx="989732" cy="646414"/>
      </dsp:txXfrm>
    </dsp:sp>
    <dsp:sp modelId="{E7ECE009-A7FA-4A30-898C-C9A8E21D6B2C}">
      <dsp:nvSpPr>
        <dsp:cNvPr id="0" name=""/>
        <dsp:cNvSpPr/>
      </dsp:nvSpPr>
      <dsp:spPr>
        <a:xfrm>
          <a:off x="8553496" y="1955862"/>
          <a:ext cx="1338940" cy="274654"/>
        </a:xfrm>
        <a:custGeom>
          <a:avLst/>
          <a:gdLst/>
          <a:ahLst/>
          <a:cxnLst/>
          <a:rect l="0" t="0" r="0" b="0"/>
          <a:pathLst>
            <a:path>
              <a:moveTo>
                <a:pt x="1338940" y="0"/>
              </a:moveTo>
              <a:lnTo>
                <a:pt x="1338940" y="137327"/>
              </a:lnTo>
              <a:lnTo>
                <a:pt x="0" y="137327"/>
              </a:lnTo>
              <a:lnTo>
                <a:pt x="0" y="27465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30445C-8DEC-447B-8B49-810CE302E1AD}">
      <dsp:nvSpPr>
        <dsp:cNvPr id="0" name=""/>
        <dsp:cNvSpPr/>
      </dsp:nvSpPr>
      <dsp:spPr>
        <a:xfrm>
          <a:off x="8038519" y="2230517"/>
          <a:ext cx="1029954" cy="68663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A to B</a:t>
          </a:r>
        </a:p>
      </dsp:txBody>
      <dsp:txXfrm>
        <a:off x="8058630" y="2250628"/>
        <a:ext cx="989732" cy="646414"/>
      </dsp:txXfrm>
    </dsp:sp>
    <dsp:sp modelId="{26872998-25E2-430E-9115-F39F44C2EFD2}">
      <dsp:nvSpPr>
        <dsp:cNvPr id="0" name=""/>
        <dsp:cNvSpPr/>
      </dsp:nvSpPr>
      <dsp:spPr>
        <a:xfrm>
          <a:off x="9846717" y="1955862"/>
          <a:ext cx="91440" cy="27465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465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D8BDF6-6048-4412-B5F3-69AAB09D0185}">
      <dsp:nvSpPr>
        <dsp:cNvPr id="0" name=""/>
        <dsp:cNvSpPr/>
      </dsp:nvSpPr>
      <dsp:spPr>
        <a:xfrm>
          <a:off x="9377460" y="2230517"/>
          <a:ext cx="1029954" cy="68663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A to C</a:t>
          </a:r>
        </a:p>
      </dsp:txBody>
      <dsp:txXfrm>
        <a:off x="9397571" y="2250628"/>
        <a:ext cx="989732" cy="646414"/>
      </dsp:txXfrm>
    </dsp:sp>
    <dsp:sp modelId="{5177DFA1-EE62-42A2-8868-8CC301EEE197}">
      <dsp:nvSpPr>
        <dsp:cNvPr id="0" name=""/>
        <dsp:cNvSpPr/>
      </dsp:nvSpPr>
      <dsp:spPr>
        <a:xfrm>
          <a:off x="9892437" y="1955862"/>
          <a:ext cx="1338940" cy="2746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7327"/>
              </a:lnTo>
              <a:lnTo>
                <a:pt x="1338940" y="137327"/>
              </a:lnTo>
              <a:lnTo>
                <a:pt x="1338940" y="27465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42BA4E-834D-4D3B-A418-643DB2EC03B6}">
      <dsp:nvSpPr>
        <dsp:cNvPr id="0" name=""/>
        <dsp:cNvSpPr/>
      </dsp:nvSpPr>
      <dsp:spPr>
        <a:xfrm>
          <a:off x="10716400" y="2230517"/>
          <a:ext cx="1029954" cy="68663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B to C</a:t>
          </a:r>
        </a:p>
      </dsp:txBody>
      <dsp:txXfrm>
        <a:off x="10736511" y="2250628"/>
        <a:ext cx="989732" cy="6464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8/22/2023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8/22/2023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9859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1575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16676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5264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0756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338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574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88030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02733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6308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26982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8294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99153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5402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5462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58489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7400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09654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04590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dirty="0"/>
              <a:t>Remember! A directory for OS is a special file which can be used to keep other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155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 dirty="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  <a:endParaRPr lang="en-US" sz="4000" spc="3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2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9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0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7.pn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1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18.pn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microsoft.com/office/2007/relationships/hdphoto" Target="../media/hdphoto1.wdp"/><Relationship Id="rId7" Type="http://schemas.openxmlformats.org/officeDocument/2006/relationships/image" Target="../media/image2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9" Type="http://schemas.openxmlformats.org/officeDocument/2006/relationships/image" Target="../media/image2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 dirty="0"/>
              <a:t>DATA STRUCTURES AND </a:t>
            </a:r>
            <a:r>
              <a:rPr lang="en-US" sz="5400" b="1"/>
              <a:t>ALGORITHMS (113215)</a:t>
            </a:r>
            <a:endParaRPr lang="en-US" sz="54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sz="2000" dirty="0"/>
              <a:t>Dr. Owais Hussain</a:t>
            </a:r>
          </a:p>
        </p:txBody>
      </p:sp>
    </p:spTree>
    <p:extLst>
      <p:ext uri="{BB962C8B-B14F-4D97-AF65-F5344CB8AC3E}">
        <p14:creationId xmlns:p14="http://schemas.microsoft.com/office/powerpoint/2010/main" val="146856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pic>
        <p:nvPicPr>
          <p:cNvPr id="8" name="Picture Placeholder 7" descr="group of people at a conference table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0370" r="20370"/>
          <a:stretch/>
        </p:blipFill>
        <p:spPr/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19" y="1678075"/>
            <a:ext cx="4480450" cy="4536997"/>
          </a:xfrm>
        </p:spPr>
        <p:txBody>
          <a:bodyPr/>
          <a:lstStyle/>
          <a:p>
            <a:r>
              <a:rPr lang="en-US" dirty="0"/>
              <a:t>Recap</a:t>
            </a:r>
          </a:p>
          <a:p>
            <a:r>
              <a:rPr lang="en-US" dirty="0"/>
              <a:t>How to write Recursive Algorithms</a:t>
            </a:r>
          </a:p>
          <a:p>
            <a:r>
              <a:rPr lang="en-US" dirty="0"/>
              <a:t>Sum of Numbers</a:t>
            </a:r>
          </a:p>
          <a:p>
            <a:r>
              <a:rPr lang="en-US" dirty="0"/>
              <a:t>Fibonacci Series</a:t>
            </a:r>
          </a:p>
          <a:p>
            <a:r>
              <a:rPr lang="en-US" dirty="0"/>
              <a:t>Complexity Analysis of Recursive algorithms</a:t>
            </a:r>
          </a:p>
          <a:p>
            <a:r>
              <a:rPr lang="en-US" dirty="0"/>
              <a:t>Tower of Hanoi Problem</a:t>
            </a:r>
          </a:p>
          <a:p>
            <a:r>
              <a:rPr lang="en-US" dirty="0"/>
              <a:t>OS Directory Tree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Recap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Recursion (also Recurrence) is one of the core concepts of algorithms. A wide range of problems are solved via recursion.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We already covered a few examples of recursion including Factorial calculation and Binary search.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Let’s go through a series of small exercises to get a grip on this subject.</a:t>
            </a:r>
          </a:p>
        </p:txBody>
      </p:sp>
    </p:spTree>
    <p:extLst>
      <p:ext uri="{BB962C8B-B14F-4D97-AF65-F5344CB8AC3E}">
        <p14:creationId xmlns:p14="http://schemas.microsoft.com/office/powerpoint/2010/main" val="296501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How to Write Recursive Algorithms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3200" dirty="0"/>
              <a:t>A recursive algorithm can be designed using the following simple steps: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3200" dirty="0"/>
              <a:t>Identify the base case, i.e., the simplest case to solve.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3200" dirty="0"/>
              <a:t>Identify the condition to terminate the function so that it does not go on indefinitely. (Otherwise, be ready for </a:t>
            </a:r>
            <a:r>
              <a:rPr lang="en-US" sz="3200" i="1" dirty="0" err="1"/>
              <a:t>StackOverflowException</a:t>
            </a:r>
            <a:r>
              <a:rPr lang="en-US" sz="3200" dirty="0"/>
              <a:t>)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3200" dirty="0"/>
              <a:t>Identify the recursive case which breaks the sub-problem into simplest case.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3200" dirty="0"/>
              <a:t>Collect the output from recursive case by combining the solutions to sub-problems.</a:t>
            </a:r>
          </a:p>
        </p:txBody>
      </p:sp>
    </p:spTree>
    <p:extLst>
      <p:ext uri="{BB962C8B-B14F-4D97-AF65-F5344CB8AC3E}">
        <p14:creationId xmlns:p14="http://schemas.microsoft.com/office/powerpoint/2010/main" val="434899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Sum of Numbers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>
                <a:normAutofit fontScale="77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In this exercise, we will calculate sum of all natural numbers from </a:t>
                </a:r>
                <a14:m>
                  <m:oMath xmlns:m="http://schemas.openxmlformats.org/officeDocument/2006/math"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𝑡𝑜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200" dirty="0"/>
                  <a:t>.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3200" dirty="0"/>
                  <a:t>The base case will be adding only two numbers: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0+1</m:t>
                    </m:r>
                  </m:oMath>
                </a14:m>
                <a:endParaRPr lang="en-US" sz="3200" dirty="0"/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3200" dirty="0"/>
                  <a:t>The condition to terminate will be when all numbers from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0 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𝑡𝑜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3200" dirty="0"/>
                  <a:t> have been added to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200" dirty="0"/>
                  <a:t>.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3200" dirty="0"/>
                  <a:t>The recursive case will be adding </a:t>
                </a:r>
                <a:r>
                  <a:rPr lang="en-US" sz="3200" u="sng" dirty="0"/>
                  <a:t>running sum</a:t>
                </a:r>
                <a:r>
                  <a:rPr lang="en-US" sz="3200" dirty="0"/>
                  <a:t> and the </a:t>
                </a:r>
                <a:r>
                  <a:rPr lang="en-US" sz="3200" u="sng" dirty="0"/>
                  <a:t>next number</a:t>
                </a:r>
                <a:r>
                  <a:rPr lang="en-US" sz="3200" dirty="0"/>
                  <a:t>. </a:t>
                </a:r>
                <a:r>
                  <a:rPr lang="en-US" sz="3000" dirty="0"/>
                  <a:t>If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 sz="3100" dirty="0"/>
                  <a:t>, then think about how the function call should be like:</a:t>
                </a:r>
                <a:endParaRPr lang="en-US" sz="3000" dirty="0"/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𝐴𝐷𝐷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5,4</m:t>
                        </m:r>
                      </m:e>
                    </m:d>
                  </m:oMath>
                </a14:m>
                <a:r>
                  <a:rPr lang="en-US" sz="2800" dirty="0"/>
                  <a:t>, but first we must reach the sub-solution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𝐴𝐷𝐷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4,3</m:t>
                        </m:r>
                      </m:e>
                    </m:d>
                  </m:oMath>
                </a14:m>
                <a:r>
                  <a:rPr lang="en-US" sz="2800" dirty="0"/>
                  <a:t>.</a:t>
                </a:r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𝐷𝐷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4,3</m:t>
                        </m:r>
                      </m:e>
                    </m:d>
                  </m:oMath>
                </a14:m>
                <a:r>
                  <a:rPr lang="en-US" sz="2800" dirty="0"/>
                  <a:t> also requires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𝐴𝐷𝐷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3,2</m:t>
                        </m:r>
                      </m:e>
                    </m:d>
                  </m:oMath>
                </a14:m>
                <a:r>
                  <a:rPr lang="en-US" sz="2800" dirty="0"/>
                  <a:t> to be solved first.</a:t>
                </a:r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𝐴𝐷𝐷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(2,1)</m:t>
                    </m:r>
                  </m:oMath>
                </a14:m>
                <a:r>
                  <a:rPr lang="en-US" sz="2800" dirty="0"/>
                  <a:t> further requires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𝐴𝐷𝐷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2800" dirty="0"/>
                  <a:t> to be solved.</a:t>
                </a:r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𝐴𝐷𝐷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2800" dirty="0"/>
                  <a:t> will return 1.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3200" dirty="0"/>
                  <a:t>The output will be returned when termination condition is fulfilled.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882" t="-873" b="-2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9905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Sum of Numbers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2305883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SUM_NUMBERS</a:t>
                </a:r>
                <a:r>
                  <a:rPr lang="en-US" sz="2400" dirty="0">
                    <a:latin typeface="Cascadia Code" panose="020B0609020000020004" pitchFamily="49" charset="0"/>
                    <a:cs typeface="Cascadia Code" panose="020B0609020000020004" pitchFamily="49" charset="0"/>
                  </a:rPr>
                  <a:t>(</a:t>
                </a:r>
                <a:r>
                  <a:rPr lang="en-US" sz="24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n, next), returns sum of natural numbers from 0 to n. Here, ‘next’ is the number to add to the sum.</a:t>
                </a:r>
                <a:endParaRPr lang="en-US" sz="2400" i="1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𝐼𝐹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𝑛𝑒𝑥𝑡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&gt;0,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𝑡h𝑒𝑛</m:t>
                    </m:r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:</a:t>
                </a: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𝑅𝑒𝑡𝑢𝑟𝑛</m:t>
                    </m:r>
                    <m:r>
                      <a:rPr lang="en-US" sz="22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2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𝑆𝑈𝑀</m:t>
                    </m:r>
                    <m:r>
                      <a:rPr lang="en-US" sz="22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_</m:t>
                    </m:r>
                    <m:r>
                      <a:rPr lang="en-US" sz="22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𝑁𝑈𝑀𝐵𝐸𝑅𝑆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𝑛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+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𝑛𝑒𝑥𝑡</m:t>
                        </m:r>
                        <m:r>
                          <a:rPr lang="en-US" sz="2200" i="1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, </m:t>
                        </m:r>
                        <m:r>
                          <a:rPr lang="en-US" sz="2200" i="1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𝑛𝑒𝑥𝑡</m:t>
                        </m:r>
                        <m:r>
                          <a:rPr lang="en-US" sz="2200" i="1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−1</m:t>
                        </m:r>
                      </m:e>
                    </m:d>
                  </m:oMath>
                </a14:m>
                <a:endParaRPr lang="en-US" sz="22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𝑅𝑒𝑡𝑢𝑟𝑛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𝑠𝑢𝑚</m:t>
                    </m:r>
                  </m:oMath>
                </a14:m>
                <a:endParaRPr lang="en-US" sz="2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2305883"/>
              </a:xfrm>
              <a:prstGeom prst="rect">
                <a:avLst/>
              </a:prstGeom>
              <a:blipFill>
                <a:blip r:embed="rId3"/>
                <a:stretch>
                  <a:fillRect l="-778" t="-2111" b="-13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7B67BB1-5AC3-71FA-0F19-C2981501A864}"/>
              </a:ext>
            </a:extLst>
          </p:cNvPr>
          <p:cNvSpPr txBox="1">
            <a:spLocks/>
          </p:cNvSpPr>
          <p:nvPr/>
        </p:nvSpPr>
        <p:spPr>
          <a:xfrm>
            <a:off x="220384" y="3838470"/>
            <a:ext cx="11743016" cy="2581995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This Pseudocode looks fine because it returns the sum of numbers from 0 to n. It also has a termination step and SUM_NUMBERS function is called within the function itself.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However, it does not fulfil all requirements of recursion. Because it immediately starts solving the problem before breaking it down to the base subproblem.</a:t>
            </a:r>
          </a:p>
        </p:txBody>
      </p:sp>
    </p:spTree>
    <p:extLst>
      <p:ext uri="{BB962C8B-B14F-4D97-AF65-F5344CB8AC3E}">
        <p14:creationId xmlns:p14="http://schemas.microsoft.com/office/powerpoint/2010/main" val="2653031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Sum of Numbers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2366173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SUM_NUMBERS</a:t>
                </a:r>
                <a:r>
                  <a:rPr lang="en-US" sz="2400" dirty="0">
                    <a:latin typeface="Cascadia Code" panose="020B0609020000020004" pitchFamily="49" charset="0"/>
                    <a:cs typeface="Cascadia Code" panose="020B0609020000020004" pitchFamily="49" charset="0"/>
                  </a:rPr>
                  <a:t>(</a:t>
                </a:r>
                <a:r>
                  <a:rPr lang="en-US" sz="24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n, next), returns sum of natural numbers from 0 to n. Here, ‘next’ is the number to add to the sum.</a:t>
                </a:r>
                <a:endParaRPr lang="en-US" sz="2400" i="1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𝐼𝐹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𝑛𝑒𝑥𝑡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&gt;0,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𝑡h𝑒𝑛</m:t>
                    </m:r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:</a:t>
                </a: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𝑅𝑒𝑡𝑢𝑟𝑛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𝑆𝑈𝑀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_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𝑁𝑈𝑀𝐵𝐸𝑅𝑆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𝑛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, 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𝑛𝑒𝑥𝑡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−1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+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𝑛𝑒𝑥𝑡</m:t>
                    </m:r>
                  </m:oMath>
                </a14:m>
                <a:endParaRPr lang="en-US" sz="22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𝑅𝑒𝑡𝑢𝑟𝑛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𝑠𝑢𝑚</m:t>
                    </m:r>
                  </m:oMath>
                </a14:m>
                <a:endParaRPr lang="en-US" sz="2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2366173"/>
              </a:xfrm>
              <a:prstGeom prst="rect">
                <a:avLst/>
              </a:prstGeom>
              <a:blipFill>
                <a:blip r:embed="rId3"/>
                <a:stretch>
                  <a:fillRect l="-778" t="-20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B7B67BB1-5AC3-71FA-0F19-C2981501A86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3898760"/>
                <a:ext cx="11743016" cy="2521705"/>
              </a:xfrm>
              <a:prstGeom prst="rect">
                <a:avLst/>
              </a:prstGeom>
            </p:spPr>
            <p:txBody>
              <a:bodyPr>
                <a:normAutofit fontScale="850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This version of the Pseudocode now fulfils all the requirements.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The statement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𝑆𝑈𝑀</m:t>
                    </m:r>
                    <m:r>
                      <a:rPr lang="en-US" sz="32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_</m:t>
                    </m:r>
                    <m:r>
                      <a:rPr lang="en-US" sz="32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𝑁𝑈𝑀𝐵𝐸𝑅𝑆</m:t>
                    </m:r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3200" i="1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𝑛</m:t>
                        </m:r>
                        <m:r>
                          <a:rPr lang="en-US" sz="3200" i="1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, </m:t>
                        </m:r>
                        <m:r>
                          <a:rPr lang="en-US" sz="3200" i="1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𝑛𝑒𝑥𝑡</m:t>
                        </m:r>
                        <m:r>
                          <a:rPr lang="en-US" sz="3200" i="1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−1</m:t>
                        </m:r>
                      </m:e>
                    </m:d>
                    <m:r>
                      <a:rPr lang="en-US" sz="32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+</m:t>
                    </m:r>
                    <m:r>
                      <a:rPr lang="en-US" sz="32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𝑛𝑒𝑥𝑡</m:t>
                    </m:r>
                  </m:oMath>
                </a14:m>
                <a:r>
                  <a:rPr lang="en-US" sz="3200" dirty="0"/>
                  <a:t> will keep calling this same function recursively until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𝑆𝑈𝑀</m:t>
                    </m:r>
                    <m:r>
                      <a:rPr lang="en-US" sz="32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_</m:t>
                    </m:r>
                    <m:r>
                      <a:rPr lang="en-US" sz="32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𝑁𝑈𝑀𝐵𝐸𝑅𝑆</m:t>
                    </m:r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3200" i="1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𝑛</m:t>
                        </m:r>
                        <m:r>
                          <a:rPr lang="en-US" sz="3200" i="1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,0</m:t>
                        </m:r>
                      </m:e>
                    </m:d>
                  </m:oMath>
                </a14:m>
                <a:r>
                  <a:rPr lang="en-US" sz="3200" dirty="0"/>
                  <a:t> is called, which will return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200" dirty="0"/>
                  <a:t>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Until this step, no addition operation will be performed.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B7B67BB1-5AC3-71FA-0F19-C2981501A8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3898760"/>
                <a:ext cx="11743016" cy="2521705"/>
              </a:xfrm>
              <a:prstGeom prst="rect">
                <a:avLst/>
              </a:prstGeom>
              <a:blipFill>
                <a:blip r:embed="rId4"/>
                <a:stretch>
                  <a:fillRect l="-830" t="-1453" r="-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988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Fibonacci Series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>
                <a:normAutofit fontScale="77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In Fibonacci series every next number is sum of previous two numbers. The following algorithm will return nth Fibonacci number. The series is: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0,1,1,2,3,5,8,13,21,…</m:t>
                    </m:r>
                  </m:oMath>
                </a14:m>
                <a:endParaRPr lang="en-US" sz="3200" dirty="0"/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3200" dirty="0"/>
                  <a:t>There are 2 base cases. First will be </a:t>
                </a:r>
                <a14:m>
                  <m:oMath xmlns:m="http://schemas.openxmlformats.org/officeDocument/2006/math"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3200" dirty="0"/>
                  <a:t>, which will return </a:t>
                </a:r>
                <a14:m>
                  <m:oMath xmlns:m="http://schemas.openxmlformats.org/officeDocument/2006/math">
                    <m:r>
                      <a:rPr lang="en-US" sz="3200" b="0" i="0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3200" dirty="0"/>
                  <a:t> and second is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3200" dirty="0"/>
                  <a:t>, which will return 1.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3200" dirty="0"/>
                  <a:t>The condition to terminate will be when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200" dirty="0"/>
                  <a:t> numbers have been printed.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3200" dirty="0"/>
                  <a:t>The recursive case will be adding previous numbers. Therefore, if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sz="3200" dirty="0"/>
                  <a:t> then think about how the function will be called:</a:t>
                </a:r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𝐹𝐼𝐵𝑂𝑁𝐴𝐶𝐶𝐼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(4)</m:t>
                    </m:r>
                  </m:oMath>
                </a14:m>
                <a:r>
                  <a:rPr lang="en-US" sz="2800" dirty="0"/>
                  <a:t> should return 2, but it is calculated as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𝐹𝐼𝐵𝑂𝑁𝐴𝐶𝐶𝐼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𝐹𝐼𝐵𝑂𝑁𝐴𝐶𝐶𝐼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(2)</m:t>
                    </m:r>
                  </m:oMath>
                </a14:m>
                <a:r>
                  <a:rPr lang="en-US" sz="2800" dirty="0"/>
                  <a:t>.</a:t>
                </a:r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𝐹𝐼𝐵𝑂𝑁𝐴𝐶𝐶𝐼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𝐹𝐼𝐵𝑂𝑁𝐴𝐶𝐶𝐼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𝐹𝐼𝐵𝑂𝑁𝐴𝐶𝐶𝐼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sz="2800" dirty="0"/>
                  <a:t>.</a:t>
                </a:r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𝐹𝐼𝐵𝑂𝑁𝐴𝐶𝐶𝐼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sz="2800" dirty="0"/>
                  <a:t> will return 0 and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𝐹𝐼𝐵𝑂𝑁𝐴𝐶𝐶𝐼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(2)</m:t>
                    </m:r>
                  </m:oMath>
                </a14:m>
                <a:r>
                  <a:rPr lang="en-US" sz="2800" dirty="0"/>
                  <a:t> will return 1.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882" t="-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2273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Fibonacci Series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942829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FIBONACCI</a:t>
                </a:r>
                <a:r>
                  <a:rPr lang="en-US" sz="2400" dirty="0">
                    <a:latin typeface="Cascadia Code" panose="020B0609020000020004" pitchFamily="49" charset="0"/>
                    <a:cs typeface="Cascadia Code" panose="020B0609020000020004" pitchFamily="49" charset="0"/>
                  </a:rPr>
                  <a:t>(</a:t>
                </a:r>
                <a:r>
                  <a:rPr lang="en-US" sz="24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n), returns nth number in Fibonacci series.</a:t>
                </a:r>
                <a:endParaRPr lang="en-US" sz="2400" i="1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𝐼𝐹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=1,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𝑡h𝑒𝑛</m:t>
                    </m:r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:</a:t>
                </a:r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(The first number in series is 0)</a:t>
                </a: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𝑅𝑒𝑡𝑢𝑟𝑛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0</m:t>
                    </m:r>
                  </m:oMath>
                </a14:m>
                <a:endParaRPr lang="en-US" sz="22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𝐸𝐿𝑆𝐸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𝐼𝐹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=2,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𝑡h𝑒𝑛</m:t>
                    </m:r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:</a:t>
                </a:r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(The first number in series is 1)</a:t>
                </a:r>
                <a:endParaRPr lang="en-US" sz="24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𝑅𝑒𝑡𝑢𝑟𝑛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1</m:t>
                    </m:r>
                  </m:oMath>
                </a14:m>
                <a:endParaRPr lang="en-US" sz="22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𝑂𝑇𝐻𝐸𝑅𝑊𝐼𝑆𝐸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(Every next number is sum of previous 2 numbers)</a:t>
                </a:r>
                <a:endParaRPr lang="en-US" sz="2400" b="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𝑆𝐸𝑇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𝑛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1≔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𝐹𝐼𝐵𝑂𝑁𝐴𝐶𝐶𝐼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𝑛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−1</m:t>
                        </m:r>
                      </m:e>
                    </m:d>
                  </m:oMath>
                </a14:m>
                <a:endParaRPr lang="en-US" sz="2200" b="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𝑆𝐸𝑇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𝑛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2≔</m:t>
                    </m:r>
                    <m:r>
                      <a:rPr lang="en-US" sz="22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𝐹𝐼𝐵𝑂𝑁𝐴𝐶𝐶𝐼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𝑛</m:t>
                        </m:r>
                        <m:r>
                          <a:rPr lang="en-US" sz="2200" i="1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−2</m:t>
                        </m:r>
                      </m:e>
                    </m:d>
                  </m:oMath>
                </a14:m>
                <a:endParaRPr lang="en-US" sz="22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𝑅𝑒𝑡𝑢𝑟𝑛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𝑛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1+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𝑛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2</m:t>
                    </m:r>
                  </m:oMath>
                </a14:m>
                <a:endParaRPr lang="en-US" sz="22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942829"/>
              </a:xfrm>
              <a:prstGeom prst="rect">
                <a:avLst/>
              </a:prstGeom>
              <a:blipFill>
                <a:blip r:embed="rId3"/>
                <a:stretch>
                  <a:fillRect l="-778" t="-9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0436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Fibonacci Series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5875615" cy="4887878"/>
              </a:xfrm>
              <a:prstGeom prst="rect">
                <a:avLst/>
              </a:prstGeom>
            </p:spPr>
            <p:txBody>
              <a:bodyPr>
                <a:normAutofit fontScale="70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Execution Tree looks like this when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𝐹𝐼𝐵𝑂𝑁𝐴𝐶𝐶𝐼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(4)</m:t>
                    </m:r>
                  </m:oMath>
                </a14:m>
                <a:r>
                  <a:rPr lang="en-US" sz="3200" dirty="0"/>
                  <a:t> is run.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At first, the program reads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𝐹𝐼𝐵𝑂𝑁𝐴𝐶𝐶𝐼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(4)</m:t>
                    </m:r>
                  </m:oMath>
                </a14:m>
                <a:r>
                  <a:rPr lang="en-US" sz="3200" dirty="0"/>
                  <a:t> and see which of the 3 conditions it matches.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Since it’s neither 1, nor 2, therefore it will call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𝐹𝐼𝐵𝑂𝑁𝐴𝐶𝐶𝐼</m:t>
                    </m:r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𝐹𝐼𝐵𝑂𝑁𝐴𝐶𝐶𝐼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(2)</m:t>
                    </m:r>
                  </m:oMath>
                </a14:m>
                <a:r>
                  <a:rPr lang="en-US" sz="3200" dirty="0"/>
                  <a:t>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𝐹𝐼𝐵𝑂𝑁𝐴𝐶𝐶𝐼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(2)</m:t>
                    </m:r>
                  </m:oMath>
                </a14:m>
                <a:r>
                  <a:rPr lang="en-US" sz="3200" dirty="0"/>
                  <a:t> is a simple case and it will return 1.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𝐹𝐼𝐵𝑂𝑁𝐴𝐶𝐶𝐼</m:t>
                    </m:r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lang="en-US" sz="3200" dirty="0"/>
                  <a:t> will further call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𝐹𝐼𝐵𝑂𝑁𝐴𝐶𝐶𝐼</m:t>
                    </m:r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𝐹𝐼𝐵𝑂𝑁𝐴𝐶𝐶𝐼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sz="3200" dirty="0"/>
                  <a:t>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Both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𝐹𝐼𝐵𝑂𝑁𝐴𝐶𝐶𝐼</m:t>
                    </m:r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en-US" sz="3200" dirty="0"/>
                  <a:t> and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𝐹𝐼𝐵𝑂𝑁𝐴𝐶𝐶𝐼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sz="3200" dirty="0"/>
                  <a:t> are base cases and will return 1 and 0.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5875615" cy="4887878"/>
              </a:xfrm>
              <a:prstGeom prst="rect">
                <a:avLst/>
              </a:prstGeom>
              <a:blipFill>
                <a:blip r:embed="rId3"/>
                <a:stretch>
                  <a:fillRect l="-1141" t="-748" r="-1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70FE530-96B6-F32D-DB03-8A3AD4A9FC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6088513"/>
              </p:ext>
            </p:extLst>
          </p:nvPr>
        </p:nvGraphicFramePr>
        <p:xfrm>
          <a:off x="6096000" y="1532587"/>
          <a:ext cx="5875615" cy="48878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325755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Complexity Analysis of Recursive algorithms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1515413"/>
              </a:xfrm>
              <a:prstGeom prst="rect">
                <a:avLst/>
              </a:prstGeom>
            </p:spPr>
            <p:txBody>
              <a:bodyPr>
                <a:normAutofit fontScale="8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Let’s use the same Fibonacci example, but with a minor change for simplicity:</a:t>
                </a:r>
                <a:br>
                  <a:rPr lang="en-US" sz="3200" dirty="0"/>
                </a:b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𝐹𝑖𝑏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3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𝐹𝑖𝑏</m:t>
                    </m:r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𝐹𝑖𝑏</m:t>
                    </m:r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𝐹𝑖𝑏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3200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All we need to do is count the total number of boxes created to get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𝐹𝑖𝑏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3200" dirty="0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1515413"/>
              </a:xfrm>
              <a:prstGeom prst="rect">
                <a:avLst/>
              </a:prstGeom>
              <a:blipFill>
                <a:blip r:embed="rId3"/>
                <a:stretch>
                  <a:fillRect l="-830" t="-3213" b="-68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70FE530-96B6-F32D-DB03-8A3AD4A9FC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0064499"/>
              </p:ext>
            </p:extLst>
          </p:nvPr>
        </p:nvGraphicFramePr>
        <p:xfrm>
          <a:off x="928444" y="3048001"/>
          <a:ext cx="10315662" cy="3505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786819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Fibonacci Series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6725784" cy="4887878"/>
              </a:xfrm>
              <a:prstGeom prst="rect">
                <a:avLst/>
              </a:prstGeom>
            </p:spPr>
            <p:txBody>
              <a:bodyPr>
                <a:normAutofit fontScale="77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For each value of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200" dirty="0"/>
                  <a:t>, we require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sz="3200" dirty="0"/>
                  <a:t> which is the time taken by previous sub-solution.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The value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3200" dirty="0"/>
                  <a:t> is the total number of times we divided into sub-problems to reach the base case.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For each value of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200" dirty="0"/>
                  <a:t>, the time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3200" dirty="0"/>
                  <a:t>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The dominant term is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3200" dirty="0"/>
                  <a:t>. All other terms are lower, and can be ignored.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Therefore, using rules of complexity analysis, we calculate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3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6725784" cy="4887878"/>
              </a:xfrm>
              <a:prstGeom prst="rect">
                <a:avLst/>
              </a:prstGeom>
              <a:blipFill>
                <a:blip r:embed="rId3"/>
                <a:stretch>
                  <a:fillRect l="-1269" t="-873" r="-1360" b="-9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BFA60DA0-D07A-C618-2EA1-A0FF7834D86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00712224"/>
                  </p:ext>
                </p:extLst>
              </p:nvPr>
            </p:nvGraphicFramePr>
            <p:xfrm>
              <a:off x="6946168" y="1532587"/>
              <a:ext cx="5017232" cy="407924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382905">
                      <a:extLst>
                        <a:ext uri="{9D8B030D-6E8A-4147-A177-3AD203B41FA5}">
                          <a16:colId xmlns:a16="http://schemas.microsoft.com/office/drawing/2014/main" val="3502743454"/>
                        </a:ext>
                      </a:extLst>
                    </a:gridCol>
                    <a:gridCol w="1125093">
                      <a:extLst>
                        <a:ext uri="{9D8B030D-6E8A-4147-A177-3AD203B41FA5}">
                          <a16:colId xmlns:a16="http://schemas.microsoft.com/office/drawing/2014/main" val="652450737"/>
                        </a:ext>
                      </a:extLst>
                    </a:gridCol>
                    <a:gridCol w="882586">
                      <a:extLst>
                        <a:ext uri="{9D8B030D-6E8A-4147-A177-3AD203B41FA5}">
                          <a16:colId xmlns:a16="http://schemas.microsoft.com/office/drawing/2014/main" val="1845283189"/>
                        </a:ext>
                      </a:extLst>
                    </a:gridCol>
                    <a:gridCol w="2626648">
                      <a:extLst>
                        <a:ext uri="{9D8B030D-6E8A-4147-A177-3AD203B41FA5}">
                          <a16:colId xmlns:a16="http://schemas.microsoft.com/office/drawing/2014/main" val="164649788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  <m:d>
                                  <m:d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  <m:d>
                                  <m:d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82204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650050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958907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614001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45684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577020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dirty="0"/>
                            <a:t>31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589927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dirty="0"/>
                            <a:t>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428401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04051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370400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572240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BFA60DA0-D07A-C618-2EA1-A0FF7834D86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00712224"/>
                  </p:ext>
                </p:extLst>
              </p:nvPr>
            </p:nvGraphicFramePr>
            <p:xfrm>
              <a:off x="6946168" y="1532587"/>
              <a:ext cx="5017232" cy="407924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382905">
                      <a:extLst>
                        <a:ext uri="{9D8B030D-6E8A-4147-A177-3AD203B41FA5}">
                          <a16:colId xmlns:a16="http://schemas.microsoft.com/office/drawing/2014/main" val="3502743454"/>
                        </a:ext>
                      </a:extLst>
                    </a:gridCol>
                    <a:gridCol w="1125093">
                      <a:extLst>
                        <a:ext uri="{9D8B030D-6E8A-4147-A177-3AD203B41FA5}">
                          <a16:colId xmlns:a16="http://schemas.microsoft.com/office/drawing/2014/main" val="652450737"/>
                        </a:ext>
                      </a:extLst>
                    </a:gridCol>
                    <a:gridCol w="882586">
                      <a:extLst>
                        <a:ext uri="{9D8B030D-6E8A-4147-A177-3AD203B41FA5}">
                          <a16:colId xmlns:a16="http://schemas.microsoft.com/office/drawing/2014/main" val="1845283189"/>
                        </a:ext>
                      </a:extLst>
                    </a:gridCol>
                    <a:gridCol w="2626648">
                      <a:extLst>
                        <a:ext uri="{9D8B030D-6E8A-4147-A177-3AD203B41FA5}">
                          <a16:colId xmlns:a16="http://schemas.microsoft.com/office/drawing/2014/main" val="164649788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587" t="-1639" r="-1214286" b="-10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4595" t="-1639" r="-313514" b="-10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71724" t="-1639" r="-300000" b="-10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91415" t="-1639" r="-928" b="-1001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82204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650050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958907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614001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45684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577020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dirty="0"/>
                            <a:t>31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589927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dirty="0"/>
                            <a:t>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428401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04051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370400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587" t="-1000000" r="-1214286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4595" t="-1000000" r="-313514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71724" t="-1000000" r="-30000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91415" t="-1000000" r="-928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572240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20982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Fibonacci Series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You can observe that the time complexity to generate Fibonacci series through recursion is exponential,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3200" dirty="0"/>
                  <a:t>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On the other hand, if you generated the same series using iterative method, the complexity is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3200" dirty="0"/>
                  <a:t>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Frankly, just because you </a:t>
                </a:r>
                <a:r>
                  <a:rPr lang="en-US" sz="3200" i="1" dirty="0"/>
                  <a:t>can</a:t>
                </a:r>
                <a:r>
                  <a:rPr lang="en-US" sz="3200" dirty="0"/>
                  <a:t> write a recursive function doesn’t mean you </a:t>
                </a:r>
                <a:r>
                  <a:rPr lang="en-US" sz="3200" i="1" dirty="0"/>
                  <a:t>should</a:t>
                </a:r>
                <a:r>
                  <a:rPr lang="en-US" sz="3200" dirty="0"/>
                  <a:t>. In this case, using recursion is dumb.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The art of computer programming is about using the right method to solving a problem.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1142" t="-1122" b="-1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6095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Tower of Hanoi Problem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6"/>
            <a:ext cx="5875616" cy="4942829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The rules of this game are: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3200" dirty="0"/>
              <a:t>All cylinders must be moved from first post to the last.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3200" dirty="0"/>
              <a:t>Only one cylinder can be moved at a time.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3200" dirty="0"/>
              <a:t>A larger cylinder cannot be put over a smaller cylinder.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3200" dirty="0"/>
              <a:t>Cylinders can be moved back and forth any number of times.</a:t>
            </a:r>
          </a:p>
        </p:txBody>
      </p:sp>
      <p:pic>
        <p:nvPicPr>
          <p:cNvPr id="1026" name="Picture 2" descr="tower of hanoi recursion - The AI Search Engine You Control | AI Chat ...">
            <a:extLst>
              <a:ext uri="{FF2B5EF4-FFF2-40B4-BE49-F238E27FC236}">
                <a16:creationId xmlns:a16="http://schemas.microsoft.com/office/drawing/2014/main" id="{42AF2C7F-91B5-0078-348B-344199808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1527" y="2500724"/>
            <a:ext cx="4120923" cy="2767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9772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Tower of Hanoi Problem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If we have 3 Posts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3200" dirty="0"/>
                  <a:t> and 3 cylinders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1,2,3</m:t>
                    </m:r>
                  </m:oMath>
                </a14:m>
                <a:r>
                  <a:rPr lang="en-US" sz="3200" dirty="0"/>
                  <a:t>, then the tower of Hanoi problem will be solved as: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Move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1 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𝑓𝑟𝑜𝑚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3000" dirty="0"/>
                  <a:t>. Therefore,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=2,3;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3000" dirty="0"/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Move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𝑓𝑟𝑜𝑚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3000" dirty="0"/>
                  <a:t>. Therefore, </a:t>
                </a:r>
                <a14:m>
                  <m:oMath xmlns:m="http://schemas.openxmlformats.org/officeDocument/2006/math">
                    <m:r>
                      <a:rPr lang="en-US" sz="30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=3;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=2;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3000" dirty="0"/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Move </a:t>
                </a:r>
                <a14:m>
                  <m:oMath xmlns:m="http://schemas.openxmlformats.org/officeDocument/2006/math">
                    <m:r>
                      <a:rPr lang="en-US" sz="3000" i="1">
                        <a:latin typeface="Cambria Math" panose="02040503050406030204" pitchFamily="18" charset="0"/>
                      </a:rPr>
                      <m:t>1 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𝑓𝑟𝑜𝑚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3000" dirty="0"/>
                  <a:t>. Therefore, </a:t>
                </a:r>
                <a14:m>
                  <m:oMath xmlns:m="http://schemas.openxmlformats.org/officeDocument/2006/math">
                    <m:r>
                      <a:rPr lang="en-US" sz="30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=3;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=1,2;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endParaRPr lang="en-US" sz="3000" b="1" dirty="0"/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Move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𝑓𝑟𝑜𝑚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3000" dirty="0"/>
                  <a:t>. Therefore, </a:t>
                </a:r>
                <a14:m>
                  <m:oMath xmlns:m="http://schemas.openxmlformats.org/officeDocument/2006/math">
                    <m:r>
                      <a:rPr lang="en-US" sz="30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=1,2;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sz="3000" b="1" dirty="0"/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Move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𝑓𝑟𝑜𝑚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3000" dirty="0"/>
                  <a:t>. Therefore, </a:t>
                </a:r>
                <a14:m>
                  <m:oMath xmlns:m="http://schemas.openxmlformats.org/officeDocument/2006/math">
                    <m:r>
                      <a:rPr lang="en-US" sz="30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=1;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=2;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sz="3000" b="1" dirty="0"/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Move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𝑓𝑟𝑜𝑚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3000" dirty="0"/>
                  <a:t>. Therefore, </a:t>
                </a:r>
                <a14:m>
                  <m:oMath xmlns:m="http://schemas.openxmlformats.org/officeDocument/2006/math">
                    <m:r>
                      <a:rPr lang="en-US" sz="30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=1;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=2,3</m:t>
                    </m:r>
                  </m:oMath>
                </a14:m>
                <a:endParaRPr lang="en-US" sz="3000" b="1" dirty="0"/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Move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𝑓𝑟𝑜𝑚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3000" dirty="0"/>
                  <a:t>. Therefore, </a:t>
                </a:r>
                <a14:m>
                  <m:oMath xmlns:m="http://schemas.openxmlformats.org/officeDocument/2006/math">
                    <m:r>
                      <a:rPr lang="en-US" sz="30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=1,2,3</m:t>
                    </m:r>
                  </m:oMath>
                </a14:m>
                <a:endParaRPr lang="en-US" sz="3000" b="1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endParaRPr lang="en-US" sz="3200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1038" t="-1122" b="-1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547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Tower of Hanoi Problem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Initially, this looks like a complicated problem to solve, but it is actually much simpler if we use Recursion.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First, note that in order to move last cylinder </a:t>
                </a:r>
                <a14:m>
                  <m:oMath xmlns:m="http://schemas.openxmlformats.org/officeDocument/2006/math"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3 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𝑓𝑟𝑜𝑚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3200" dirty="0"/>
                  <a:t>, we needed to move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1,2 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𝑓𝑟𝑜𝑚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3200" dirty="0"/>
                  <a:t>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Now, in order to move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1,2 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𝑓𝑟𝑜𝑚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3200" dirty="0"/>
                  <a:t>, we first needed to move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1 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𝑓𝑟𝑜𝑚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3200" dirty="0"/>
                  <a:t>, then move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2 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𝑓𝑟𝑜𝑚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3200" dirty="0"/>
                  <a:t> and then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1 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𝑓𝑟𝑜𝑚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3200" dirty="0"/>
                  <a:t>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If we generalize this, we moved top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3200" dirty="0"/>
                  <a:t> cylinders from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3200" dirty="0"/>
                  <a:t>, then moved top cylinder from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3200" dirty="0"/>
                  <a:t> and moved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3200" dirty="0"/>
                  <a:t> cylinders from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3200" dirty="0"/>
                  <a:t>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This looks like a recursion, which can be broken down into 3 steps.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1038" t="-1496" r="-675" b="-3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5189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Tower of Hanoi Problem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Step 1: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𝑆𝑜𝑙𝑣𝑒𝑇𝑜𝑤𝑒𝑟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−1, 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200" dirty="0"/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Total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3000" dirty="0"/>
                  <a:t> cylinders will be moved from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sz="3000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Step 2: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𝑆𝑜𝑙𝑣𝑒𝑇𝑜𝑤𝑒𝑟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(1, 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𝑠𝑜𝑢𝑟𝑐𝑒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𝑎𝑢𝑥𝑖𝑙𝑖𝑎𝑟𝑦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𝑡𝑎𝑟𝑔𝑒𝑡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200" dirty="0"/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Only one cylinder will be moved from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sz="3000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Step 3: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𝑆𝑜𝑙𝑣𝑒𝑇𝑜𝑤𝑒𝑟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−1, 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𝑎𝑢𝑥𝑖𝑙𝑖𝑎𝑟𝑦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𝑠𝑜𝑢𝑟𝑐𝑒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𝑡𝑎𝑟𝑔𝑒𝑡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200" dirty="0"/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Total </a:t>
                </a:r>
                <a14:m>
                  <m:oMath xmlns:m="http://schemas.openxmlformats.org/officeDocument/2006/math">
                    <m:r>
                      <a:rPr lang="en-US" sz="3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3000" dirty="0"/>
                  <a:t> cylinders will be moved from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sz="3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1142" t="-3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981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Tower of Hanoi Problem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5875616" cy="488787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We can now break the problem into subproblems until we only have a single cylinder to move.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When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3000" dirty="0"/>
                  <a:t>, then the problem will be partitioned into 3 subproblems as given.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5875616" cy="4887878"/>
              </a:xfrm>
              <a:prstGeom prst="rect">
                <a:avLst/>
              </a:prstGeom>
              <a:blipFill>
                <a:blip r:embed="rId3"/>
                <a:stretch>
                  <a:fillRect l="-2282" t="-3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81BC664-E37E-13F8-234B-D249AAD10D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9612950"/>
              </p:ext>
            </p:extLst>
          </p:nvPr>
        </p:nvGraphicFramePr>
        <p:xfrm>
          <a:off x="6096000" y="1532587"/>
          <a:ext cx="5875615" cy="48878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050182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Tower of Hanoi Problem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3" y="1532587"/>
                <a:ext cx="11751231" cy="1662788"/>
              </a:xfrm>
              <a:prstGeom prst="rect">
                <a:avLst/>
              </a:prstGeom>
            </p:spPr>
            <p:txBody>
              <a:bodyPr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When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sz="3000" dirty="0"/>
                  <a:t>, the problem will be partitioned into 3 subproblems of 3 subproblems each.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The Pseudocode is now fairly straightforward.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3" y="1532587"/>
                <a:ext cx="11751231" cy="1662788"/>
              </a:xfrm>
              <a:prstGeom prst="rect">
                <a:avLst/>
              </a:prstGeom>
              <a:blipFill>
                <a:blip r:embed="rId3"/>
                <a:stretch>
                  <a:fillRect l="-1037" t="-3297" b="-87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81BC664-E37E-13F8-234B-D249AAD10D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9489104"/>
              </p:ext>
            </p:extLst>
          </p:nvPr>
        </p:nvGraphicFramePr>
        <p:xfrm>
          <a:off x="220384" y="3195375"/>
          <a:ext cx="11751232" cy="32250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651692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Tower of Hanoi Problem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SOLVER_TOWER</a:t>
                </a:r>
                <a:r>
                  <a:rPr lang="en-US" sz="2400" dirty="0">
                    <a:latin typeface="Cascadia Code" panose="020B0609020000020004" pitchFamily="49" charset="0"/>
                    <a:cs typeface="Cascadia Code" panose="020B0609020000020004" pitchFamily="49" charset="0"/>
                  </a:rPr>
                  <a:t>(</a:t>
                </a:r>
                <a:r>
                  <a:rPr lang="en-US" sz="24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n, A, B, C) moves ‘n’ cylinders from post A to C using B as auxiliary post.</a:t>
                </a:r>
                <a:endParaRPr lang="en-US" sz="2400" i="1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𝐼𝐹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𝑛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=1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𝑡h𝑒𝑛</m:t>
                    </m:r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:</a:t>
                </a:r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(The first number in series is 0)</a:t>
                </a: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2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𝑊𝑟𝑖𝑡𝑒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𝐴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𝑡𝑜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𝐶</m:t>
                    </m:r>
                  </m:oMath>
                </a14:m>
                <a:endParaRPr lang="en-US" sz="22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𝑅𝑒𝑡𝑢𝑟𝑛</m:t>
                    </m:r>
                  </m:oMath>
                </a14:m>
                <a:endParaRPr lang="en-US" sz="22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𝑂𝑇𝐻𝐸𝑅𝑊𝐼𝑆𝐸</m:t>
                    </m:r>
                  </m:oMath>
                </a14:m>
                <a:endParaRPr lang="en-US" sz="24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2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𝑆𝑂𝐿𝑉𝐸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_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𝑇𝑂𝑊𝐸𝑅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(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𝑛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−1,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𝐴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,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𝐶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,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𝐵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)</m:t>
                    </m:r>
                  </m:oMath>
                </a14:m>
                <a:endParaRPr lang="en-US" sz="22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914400" lvl="1" indent="-457200">
                  <a:lnSpc>
                    <a:spcPct val="100000"/>
                  </a:lnSpc>
                  <a:buFont typeface="Arial" panose="020B0604020202020204" pitchFamily="34" charset="0"/>
                  <a:buAutoNum type="arabicPeriod"/>
                </a:pP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𝑊𝑟𝑖𝑡𝑒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𝐴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𝑡𝑜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𝐶</m:t>
                    </m:r>
                  </m:oMath>
                </a14:m>
                <a:endParaRPr lang="en-US" sz="22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914400" lvl="1" indent="-457200">
                  <a:lnSpc>
                    <a:spcPct val="100000"/>
                  </a:lnSpc>
                  <a:buFont typeface="Arial" panose="020B0604020202020204" pitchFamily="34" charset="0"/>
                  <a:buAutoNum type="arabicPeriod"/>
                </a:pP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𝑆𝑂𝐿𝑉𝐸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(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𝑛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−1,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𝐵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,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𝐴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,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𝐶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)</m:t>
                    </m:r>
                  </m:oMath>
                </a14:m>
                <a:endParaRPr lang="en-US" sz="22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𝑅𝑒𝑡𝑢𝑟𝑛</m:t>
                    </m:r>
                  </m:oMath>
                </a14:m>
                <a:endParaRPr lang="en-US" sz="24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778" t="-9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8662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OS Directory Tree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How does an OS keep track of all directories and files?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Execute the following commands (Windows) and see what happens: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200" dirty="0">
                <a:latin typeface="Cascadia Code" panose="020B0609020000020004" pitchFamily="49" charset="0"/>
                <a:cs typeface="Cascadia Code" panose="020B0609020000020004" pitchFamily="49" charset="0"/>
              </a:rPr>
              <a:t>C:\Users&gt;dir /s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The “</a:t>
            </a:r>
            <a:r>
              <a:rPr lang="en-US" sz="3200" dirty="0" err="1"/>
              <a:t>dir</a:t>
            </a:r>
            <a:r>
              <a:rPr lang="en-US" sz="3200" dirty="0"/>
              <a:t>” command displays all files in a directory and “/s” switch tells it to include all subdirectories in the “Users” directory.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This is a recursive command and traverses each directory. If there are any subdirectories inside that directory, it goes inside the subdirectories and calls the same function on it.</a:t>
            </a:r>
          </a:p>
        </p:txBody>
      </p:sp>
    </p:spTree>
    <p:extLst>
      <p:ext uri="{BB962C8B-B14F-4D97-AF65-F5344CB8AC3E}">
        <p14:creationId xmlns:p14="http://schemas.microsoft.com/office/powerpoint/2010/main" val="3849819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OS Directory Tree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GET_DIRECTORIES</a:t>
                </a:r>
                <a:r>
                  <a:rPr lang="en-US" sz="2400" dirty="0">
                    <a:latin typeface="Cascadia Code" panose="020B0609020000020004" pitchFamily="49" charset="0"/>
                    <a:cs typeface="Cascadia Code" panose="020B0609020000020004" pitchFamily="49" charset="0"/>
                  </a:rPr>
                  <a:t>(</a:t>
                </a:r>
                <a:r>
                  <a:rPr lang="en-US" sz="24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path, Q) scans the ‘path’ in the directory structure and adds the list of files and subdirectories inside it to the Queue ‘Q’.</a:t>
                </a:r>
                <a:endParaRPr lang="en-US" sz="2400" i="1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𝐼𝐹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𝑝𝑎𝑡h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𝜙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𝑡h𝑒𝑛</m:t>
                    </m:r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:</a:t>
                </a:r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(Mandatory path check)</a:t>
                </a:r>
              </a:p>
              <a:p>
                <a:pPr marL="914400" lvl="1" indent="-457200">
                  <a:lnSpc>
                    <a:spcPct val="100000"/>
                  </a:lnSpc>
                  <a:buFont typeface="+mj-lt"/>
                  <a:buAutoNum type="alphaUcPeriod"/>
                </a:pPr>
                <a14:m>
                  <m:oMath xmlns:m="http://schemas.openxmlformats.org/officeDocument/2006/math">
                    <m:r>
                      <a:rPr lang="en-US" sz="22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𝐹𝐴𝐼𝐿</m:t>
                    </m:r>
                  </m:oMath>
                </a14:m>
                <a:endParaRPr lang="en-US" sz="22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𝑆𝐸𝑇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𝐿𝐼𝑆𝑇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_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𝐹𝐼𝐿𝐸𝑆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𝑝𝑎𝑡h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(Call OS function to get list of files in the path)</a:t>
                </a: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𝐹𝑂𝑅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𝐸𝐴𝐶𝐻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𝑓𝑖𝑙𝑒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,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(Iterate for each file in array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𝐴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)</a:t>
                </a:r>
              </a:p>
              <a:p>
                <a:pPr marL="914400" lvl="1" indent="-457200">
                  <a:lnSpc>
                    <a:spcPct val="100000"/>
                  </a:lnSpc>
                  <a:buFont typeface="+mj-lt"/>
                  <a:buAutoNum type="alphaUcPeriod"/>
                </a:pP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𝐼𝐹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𝐼𝑆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_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𝐷𝐼𝑅𝐸𝐶𝑇𝑂𝑅𝑌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𝑓𝑖𝑙𝑒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𝑇𝑟𝑢𝑒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,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𝑡h𝑒𝑛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(OS function to check if file is a directory)</a:t>
                </a:r>
              </a:p>
              <a:p>
                <a:pPr marL="1428750" lvl="2" indent="-514350">
                  <a:lnSpc>
                    <a:spcPct val="100000"/>
                  </a:lnSpc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𝐺𝐸𝑇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_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𝐷𝐼𝑅𝐸𝐶𝑇𝑂𝑅𝐼𝐸𝑆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(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𝑓𝑖𝑙𝑒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,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𝑄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)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(Recursively call if file is a sub-directory)</a:t>
                </a:r>
              </a:p>
              <a:p>
                <a:pPr marL="914400" lvl="1" indent="-457200">
                  <a:lnSpc>
                    <a:spcPct val="100000"/>
                  </a:lnSpc>
                  <a:buFont typeface="Arial" panose="020B0604020202020204" pitchFamily="34" charset="0"/>
                  <a:buAutoNum type="alphaUcPeriod"/>
                </a:pP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𝐸𝑁𝑄𝑈𝐸𝑈𝐸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𝑄</m:t>
                        </m:r>
                        <m:r>
                          <a:rPr lang="en-US" sz="2200" i="1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,</m:t>
                        </m:r>
                        <m:r>
                          <a:rPr lang="en-US" sz="2200" i="1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𝑓𝑖𝑙𝑒</m:t>
                        </m:r>
                      </m:e>
                    </m:d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(Enqueue the file whether it’s a directory or not)</a:t>
                </a: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𝑅𝑒𝑡𝑢𝑟𝑛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𝑄</m:t>
                    </m:r>
                  </m:oMath>
                </a14:m>
                <a:endParaRPr lang="en-US" sz="24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778" t="-998" b="-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2627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 dirty="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6525" y="3903126"/>
            <a:ext cx="3572351" cy="518795"/>
          </a:xfrm>
        </p:spPr>
        <p:txBody>
          <a:bodyPr>
            <a:normAutofit fontScale="92500"/>
          </a:bodyPr>
          <a:lstStyle/>
          <a:p>
            <a:r>
              <a:rPr lang="en-US" dirty="0"/>
              <a:t>owais.hussain@kiet.edu.pk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 dirty="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5BB9993-D5F9-46FA-B2E5-80E3632E98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3D9F223-918A-45AF-9B53-56AB9E5E21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5719</TotalTime>
  <Words>2232</Words>
  <Application>Microsoft Office PowerPoint</Application>
  <PresentationFormat>Widescreen</PresentationFormat>
  <Paragraphs>283</Paragraphs>
  <Slides>23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Calibri Light</vt:lpstr>
      <vt:lpstr>Cambria Math</vt:lpstr>
      <vt:lpstr>Cascadia Code</vt:lpstr>
      <vt:lpstr>Wingdings</vt:lpstr>
      <vt:lpstr>Office Theme</vt:lpstr>
      <vt:lpstr>DATA STRUCTURES AND ALGORITHMS (113215)</vt:lpstr>
      <vt:lpstr>Agenda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Owais Ahmed</cp:lastModifiedBy>
  <cp:revision>176</cp:revision>
  <dcterms:created xsi:type="dcterms:W3CDTF">2022-11-22T20:08:03Z</dcterms:created>
  <dcterms:modified xsi:type="dcterms:W3CDTF">2023-08-22T05:24:30Z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