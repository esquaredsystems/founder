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4"/>
  </p:notesMasterIdLst>
  <p:handoutMasterIdLst>
    <p:handoutMasterId r:id="rId25"/>
  </p:handoutMasterIdLst>
  <p:sldIdLst>
    <p:sldId id="2448" r:id="rId5"/>
    <p:sldId id="2491" r:id="rId6"/>
    <p:sldId id="2511" r:id="rId7"/>
    <p:sldId id="2507" r:id="rId8"/>
    <p:sldId id="2512" r:id="rId9"/>
    <p:sldId id="2513" r:id="rId10"/>
    <p:sldId id="2514" r:id="rId11"/>
    <p:sldId id="2515" r:id="rId12"/>
    <p:sldId id="2516" r:id="rId13"/>
    <p:sldId id="2517" r:id="rId14"/>
    <p:sldId id="2519" r:id="rId15"/>
    <p:sldId id="2518" r:id="rId16"/>
    <p:sldId id="2520" r:id="rId17"/>
    <p:sldId id="2521" r:id="rId18"/>
    <p:sldId id="2523" r:id="rId19"/>
    <p:sldId id="2524" r:id="rId20"/>
    <p:sldId id="2525" r:id="rId21"/>
    <p:sldId id="2508" r:id="rId22"/>
    <p:sldId id="2436"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92" userDrawn="1">
          <p15:clr>
            <a:srgbClr val="A4A3A4"/>
          </p15:clr>
        </p15:guide>
        <p15:guide id="2" pos="3840" userDrawn="1">
          <p15:clr>
            <a:srgbClr val="A4A3A4"/>
          </p15:clr>
        </p15:guide>
        <p15:guide id="3" orient="horz" pos="141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023B"/>
    <a:srgbClr val="898989"/>
    <a:srgbClr val="2F3342"/>
    <a:srgbClr val="A53F52"/>
    <a:srgbClr val="2C2153"/>
    <a:srgbClr val="E9975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C649281-C3D8-415B-B42D-D37BFA74C009}" v="22" dt="2023-12-30T11:02:43.15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398" autoAdjust="0"/>
    <p:restoredTop sz="89150" autoAdjust="0"/>
  </p:normalViewPr>
  <p:slideViewPr>
    <p:cSldViewPr snapToGrid="0">
      <p:cViewPr varScale="1">
        <p:scale>
          <a:sx n="73" d="100"/>
          <a:sy n="73" d="100"/>
        </p:scale>
        <p:origin x="960" y="72"/>
      </p:cViewPr>
      <p:guideLst>
        <p:guide orient="horz" pos="1992"/>
        <p:guide pos="3840"/>
        <p:guide orient="horz" pos="1416"/>
      </p:guideLst>
    </p:cSldViewPr>
  </p:slideViewPr>
  <p:outlineViewPr>
    <p:cViewPr>
      <p:scale>
        <a:sx n="33" d="100"/>
        <a:sy n="33" d="100"/>
      </p:scale>
      <p:origin x="0" y="-5189"/>
    </p:cViewPr>
  </p:outlineViewPr>
  <p:notesTextViewPr>
    <p:cViewPr>
      <p:scale>
        <a:sx n="1" d="1"/>
        <a:sy n="1" d="1"/>
      </p:scale>
      <p:origin x="0" y="0"/>
    </p:cViewPr>
  </p:notesTextViewPr>
  <p:sorterViewPr>
    <p:cViewPr>
      <p:scale>
        <a:sx n="130" d="100"/>
        <a:sy n="130" d="100"/>
      </p:scale>
      <p:origin x="0" y="-8722"/>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wais Ahmed" userId="6abc7d4556b3b071" providerId="LiveId" clId="{015EE991-7421-449E-8022-B7E89EEFBCAD}"/>
    <pc:docChg chg="custSel modSld">
      <pc:chgData name="Owais Ahmed" userId="6abc7d4556b3b071" providerId="LiveId" clId="{015EE991-7421-449E-8022-B7E89EEFBCAD}" dt="2023-05-24T04:10:32.057" v="399"/>
      <pc:docMkLst>
        <pc:docMk/>
      </pc:docMkLst>
      <pc:sldChg chg="modAnim">
        <pc:chgData name="Owais Ahmed" userId="6abc7d4556b3b071" providerId="LiveId" clId="{015EE991-7421-449E-8022-B7E89EEFBCAD}" dt="2023-05-24T04:04:25.256" v="394"/>
        <pc:sldMkLst>
          <pc:docMk/>
          <pc:sldMk cId="2705290423" sldId="2507"/>
        </pc:sldMkLst>
      </pc:sldChg>
      <pc:sldChg chg="modSp mod modAnim">
        <pc:chgData name="Owais Ahmed" userId="6abc7d4556b3b071" providerId="LiveId" clId="{015EE991-7421-449E-8022-B7E89EEFBCAD}" dt="2023-05-23T10:34:52.788" v="390" actId="20577"/>
        <pc:sldMkLst>
          <pc:docMk/>
          <pc:sldMk cId="2508916948" sldId="2508"/>
        </pc:sldMkLst>
        <pc:spChg chg="mod">
          <ac:chgData name="Owais Ahmed" userId="6abc7d4556b3b071" providerId="LiveId" clId="{015EE991-7421-449E-8022-B7E89EEFBCAD}" dt="2023-05-23T10:34:52.788" v="390" actId="20577"/>
          <ac:spMkLst>
            <pc:docMk/>
            <pc:sldMk cId="2508916948" sldId="2508"/>
            <ac:spMk id="3" creationId="{4A1C0383-58FE-E486-295E-B33B8683B938}"/>
          </ac:spMkLst>
        </pc:spChg>
        <pc:spChg chg="mod">
          <ac:chgData name="Owais Ahmed" userId="6abc7d4556b3b071" providerId="LiveId" clId="{015EE991-7421-449E-8022-B7E89EEFBCAD}" dt="2023-05-23T10:34:29.167" v="312" actId="20577"/>
          <ac:spMkLst>
            <pc:docMk/>
            <pc:sldMk cId="2508916948" sldId="2508"/>
            <ac:spMk id="215" creationId="{00000000-0000-0000-0000-000000000000}"/>
          </ac:spMkLst>
        </pc:spChg>
      </pc:sldChg>
      <pc:sldChg chg="modAnim">
        <pc:chgData name="Owais Ahmed" userId="6abc7d4556b3b071" providerId="LiveId" clId="{015EE991-7421-449E-8022-B7E89EEFBCAD}" dt="2023-05-24T04:04:40.792" v="395"/>
        <pc:sldMkLst>
          <pc:docMk/>
          <pc:sldMk cId="2159912527" sldId="2512"/>
        </pc:sldMkLst>
      </pc:sldChg>
      <pc:sldChg chg="modAnim">
        <pc:chgData name="Owais Ahmed" userId="6abc7d4556b3b071" providerId="LiveId" clId="{015EE991-7421-449E-8022-B7E89EEFBCAD}" dt="2023-05-24T04:10:09.925" v="396"/>
        <pc:sldMkLst>
          <pc:docMk/>
          <pc:sldMk cId="4030532374" sldId="2516"/>
        </pc:sldMkLst>
      </pc:sldChg>
      <pc:sldChg chg="modAnim">
        <pc:chgData name="Owais Ahmed" userId="6abc7d4556b3b071" providerId="LiveId" clId="{015EE991-7421-449E-8022-B7E89EEFBCAD}" dt="2023-05-24T04:10:27.100" v="398"/>
        <pc:sldMkLst>
          <pc:docMk/>
          <pc:sldMk cId="4224590530" sldId="2521"/>
        </pc:sldMkLst>
      </pc:sldChg>
      <pc:sldChg chg="modAnim">
        <pc:chgData name="Owais Ahmed" userId="6abc7d4556b3b071" providerId="LiveId" clId="{015EE991-7421-449E-8022-B7E89EEFBCAD}" dt="2023-05-24T04:10:32.057" v="399"/>
        <pc:sldMkLst>
          <pc:docMk/>
          <pc:sldMk cId="3358697854" sldId="2523"/>
        </pc:sldMkLst>
      </pc:sldChg>
    </pc:docChg>
  </pc:docChgLst>
  <pc:docChgLst>
    <pc:chgData name="Owais Ahmed" userId="6abc7d4556b3b071" providerId="LiveId" clId="{8C649281-C3D8-415B-B42D-D37BFA74C009}"/>
    <pc:docChg chg="modSld">
      <pc:chgData name="Owais Ahmed" userId="6abc7d4556b3b071" providerId="LiveId" clId="{8C649281-C3D8-415B-B42D-D37BFA74C009}" dt="2023-12-30T11:02:53.407" v="24" actId="20577"/>
      <pc:docMkLst>
        <pc:docMk/>
      </pc:docMkLst>
      <pc:sldChg chg="modSp modAnim">
        <pc:chgData name="Owais Ahmed" userId="6abc7d4556b3b071" providerId="LiveId" clId="{8C649281-C3D8-415B-B42D-D37BFA74C009}" dt="2023-12-16T06:26:10.712" v="14" actId="20577"/>
        <pc:sldMkLst>
          <pc:docMk/>
          <pc:sldMk cId="2705290423" sldId="2507"/>
        </pc:sldMkLst>
        <pc:spChg chg="mod">
          <ac:chgData name="Owais Ahmed" userId="6abc7d4556b3b071" providerId="LiveId" clId="{8C649281-C3D8-415B-B42D-D37BFA74C009}" dt="2023-12-16T06:26:10.712" v="14" actId="20577"/>
          <ac:spMkLst>
            <pc:docMk/>
            <pc:sldMk cId="2705290423" sldId="2507"/>
            <ac:spMk id="3" creationId="{4A1C0383-58FE-E486-295E-B33B8683B938}"/>
          </ac:spMkLst>
        </pc:spChg>
      </pc:sldChg>
      <pc:sldChg chg="modSp mod">
        <pc:chgData name="Owais Ahmed" userId="6abc7d4556b3b071" providerId="LiveId" clId="{8C649281-C3D8-415B-B42D-D37BFA74C009}" dt="2023-12-30T11:02:53.407" v="24" actId="20577"/>
        <pc:sldMkLst>
          <pc:docMk/>
          <pc:sldMk cId="1833791841" sldId="2520"/>
        </pc:sldMkLst>
        <pc:spChg chg="mod">
          <ac:chgData name="Owais Ahmed" userId="6abc7d4556b3b071" providerId="LiveId" clId="{8C649281-C3D8-415B-B42D-D37BFA74C009}" dt="2023-12-30T11:02:53.407" v="24" actId="20577"/>
          <ac:spMkLst>
            <pc:docMk/>
            <pc:sldMk cId="1833791841" sldId="2520"/>
            <ac:spMk id="7" creationId="{6669D123-ED0C-7768-338A-8065A34A3C72}"/>
          </ac:spMkLst>
        </pc:spChg>
      </pc:sldChg>
      <pc:sldChg chg="modSp">
        <pc:chgData name="Owais Ahmed" userId="6abc7d4556b3b071" providerId="LiveId" clId="{8C649281-C3D8-415B-B42D-D37BFA74C009}" dt="2023-12-30T11:02:43.152" v="21" actId="20577"/>
        <pc:sldMkLst>
          <pc:docMk/>
          <pc:sldMk cId="1588431549" sldId="2525"/>
        </pc:sldMkLst>
        <pc:spChg chg="mod">
          <ac:chgData name="Owais Ahmed" userId="6abc7d4556b3b071" providerId="LiveId" clId="{8C649281-C3D8-415B-B42D-D37BFA74C009}" dt="2023-12-30T11:02:43.152" v="21" actId="20577"/>
          <ac:spMkLst>
            <pc:docMk/>
            <pc:sldMk cId="1588431549" sldId="2525"/>
            <ac:spMk id="3" creationId="{4A1C0383-58FE-E486-295E-B33B8683B938}"/>
          </ac:spMkLst>
        </pc:spChg>
      </pc:sldChg>
    </pc:docChg>
  </pc:docChgLst>
  <pc:docChgLst>
    <pc:chgData name="Owais Ahmed" userId="6abc7d4556b3b071" providerId="LiveId" clId="{3229A3A9-2B31-4832-9AA9-816CCD8FAE58}"/>
    <pc:docChg chg="modSld">
      <pc:chgData name="Owais Ahmed" userId="6abc7d4556b3b071" providerId="LiveId" clId="{3229A3A9-2B31-4832-9AA9-816CCD8FAE58}" dt="2023-10-07T07:18:38.407" v="0"/>
      <pc:docMkLst>
        <pc:docMk/>
      </pc:docMkLst>
      <pc:sldChg chg="modSp mod">
        <pc:chgData name="Owais Ahmed" userId="6abc7d4556b3b071" providerId="LiveId" clId="{3229A3A9-2B31-4832-9AA9-816CCD8FAE58}" dt="2023-10-07T07:18:38.407" v="0"/>
        <pc:sldMkLst>
          <pc:docMk/>
          <pc:sldMk cId="3927832306" sldId="2448"/>
        </pc:sldMkLst>
        <pc:spChg chg="mod">
          <ac:chgData name="Owais Ahmed" userId="6abc7d4556b3b071" providerId="LiveId" clId="{3229A3A9-2B31-4832-9AA9-816CCD8FAE58}" dt="2023-10-07T07:18:38.407" v="0"/>
          <ac:spMkLst>
            <pc:docMk/>
            <pc:sldMk cId="3927832306" sldId="2448"/>
            <ac:spMk id="9" creationId="{79DC1498-E692-42BA-B69F-6D37E6CFACA0}"/>
          </ac:spMkLst>
        </pc:spChg>
      </pc:sldChg>
    </pc:docChg>
  </pc:docChgLst>
  <pc:docChgLst>
    <pc:chgData name="Owais Ahmed" userId="6abc7d4556b3b071" providerId="LiveId" clId="{85E5FBE4-1EED-4277-8122-97E8FD7602B1}"/>
    <pc:docChg chg="undo custSel addSld modSld sldOrd">
      <pc:chgData name="Owais Ahmed" userId="6abc7d4556b3b071" providerId="LiveId" clId="{85E5FBE4-1EED-4277-8122-97E8FD7602B1}" dt="2023-05-23T17:56:11.932" v="285" actId="27636"/>
      <pc:docMkLst>
        <pc:docMk/>
      </pc:docMkLst>
      <pc:sldChg chg="modSp add mod ord modAnim">
        <pc:chgData name="Owais Ahmed" userId="6abc7d4556b3b071" providerId="LiveId" clId="{85E5FBE4-1EED-4277-8122-97E8FD7602B1}" dt="2023-05-23T17:56:11.932" v="285" actId="27636"/>
        <pc:sldMkLst>
          <pc:docMk/>
          <pc:sldMk cId="1588431549" sldId="2525"/>
        </pc:sldMkLst>
        <pc:spChg chg="mod">
          <ac:chgData name="Owais Ahmed" userId="6abc7d4556b3b071" providerId="LiveId" clId="{85E5FBE4-1EED-4277-8122-97E8FD7602B1}" dt="2023-05-23T17:56:11.932" v="285" actId="27636"/>
          <ac:spMkLst>
            <pc:docMk/>
            <pc:sldMk cId="1588431549" sldId="2525"/>
            <ac:spMk id="3" creationId="{4A1C0383-58FE-E486-295E-B33B8683B938}"/>
          </ac:spMkLst>
        </pc:spChg>
        <pc:spChg chg="mod">
          <ac:chgData name="Owais Ahmed" userId="6abc7d4556b3b071" providerId="LiveId" clId="{85E5FBE4-1EED-4277-8122-97E8FD7602B1}" dt="2023-05-23T17:08:37.040" v="8" actId="20577"/>
          <ac:spMkLst>
            <pc:docMk/>
            <pc:sldMk cId="1588431549" sldId="2525"/>
            <ac:spMk id="215"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F97DFCF-F890-A143-9133-C8B65C9B01E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EFE2C281-2434-D94F-B4BD-BA3CD4DB844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66D5B4E-BF3E-3B45-A4BA-D6C3B92870D7}" type="datetimeFigureOut">
              <a:rPr lang="en-US" smtClean="0"/>
              <a:t>30-Dec-23</a:t>
            </a:fld>
            <a:endParaRPr lang="en-US" dirty="0"/>
          </a:p>
        </p:txBody>
      </p:sp>
      <p:sp>
        <p:nvSpPr>
          <p:cNvPr id="4" name="Footer Placeholder 3">
            <a:extLst>
              <a:ext uri="{FF2B5EF4-FFF2-40B4-BE49-F238E27FC236}">
                <a16:creationId xmlns:a16="http://schemas.microsoft.com/office/drawing/2014/main" id="{5C17CBFA-633D-5540-AFAA-BE1F495EC62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26B5631-D714-AD41-853B-A883ADC344D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65AE8BC-2AB3-9E4C-9797-2A6F8A74C74E}" type="slidenum">
              <a:rPr lang="en-US" smtClean="0"/>
              <a:t>‹#›</a:t>
            </a:fld>
            <a:endParaRPr lang="en-US" dirty="0"/>
          </a:p>
        </p:txBody>
      </p:sp>
    </p:spTree>
    <p:extLst>
      <p:ext uri="{BB962C8B-B14F-4D97-AF65-F5344CB8AC3E}">
        <p14:creationId xmlns:p14="http://schemas.microsoft.com/office/powerpoint/2010/main" val="427398705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A8621B-8C8E-49BA-8772-41D0FE75A082}" type="datetimeFigureOut">
              <a:rPr lang="en-US" smtClean="0"/>
              <a:t>30-Dec-23</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28B34ED-4CDD-41C9-90F7-D768D5559A6F}" type="slidenum">
              <a:rPr lang="en-US" smtClean="0"/>
              <a:t>‹#›</a:t>
            </a:fld>
            <a:endParaRPr lang="en-US" dirty="0"/>
          </a:p>
        </p:txBody>
      </p:sp>
    </p:spTree>
    <p:extLst>
      <p:ext uri="{BB962C8B-B14F-4D97-AF65-F5344CB8AC3E}">
        <p14:creationId xmlns:p14="http://schemas.microsoft.com/office/powerpoint/2010/main" val="42259706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3</a:t>
            </a:fld>
            <a:endParaRPr lang="en-US" dirty="0"/>
          </a:p>
        </p:txBody>
      </p:sp>
    </p:spTree>
    <p:extLst>
      <p:ext uri="{BB962C8B-B14F-4D97-AF65-F5344CB8AC3E}">
        <p14:creationId xmlns:p14="http://schemas.microsoft.com/office/powerpoint/2010/main" val="5461515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4</a:t>
            </a:fld>
            <a:endParaRPr lang="en-US" dirty="0"/>
          </a:p>
        </p:txBody>
      </p:sp>
    </p:spTree>
    <p:extLst>
      <p:ext uri="{BB962C8B-B14F-4D97-AF65-F5344CB8AC3E}">
        <p14:creationId xmlns:p14="http://schemas.microsoft.com/office/powerpoint/2010/main" val="3010844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5</a:t>
            </a:fld>
            <a:endParaRPr lang="en-US" dirty="0"/>
          </a:p>
        </p:txBody>
      </p:sp>
    </p:spTree>
    <p:extLst>
      <p:ext uri="{BB962C8B-B14F-4D97-AF65-F5344CB8AC3E}">
        <p14:creationId xmlns:p14="http://schemas.microsoft.com/office/powerpoint/2010/main" val="34643854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6</a:t>
            </a:fld>
            <a:endParaRPr lang="en-US" dirty="0"/>
          </a:p>
        </p:txBody>
      </p:sp>
    </p:spTree>
    <p:extLst>
      <p:ext uri="{BB962C8B-B14F-4D97-AF65-F5344CB8AC3E}">
        <p14:creationId xmlns:p14="http://schemas.microsoft.com/office/powerpoint/2010/main" val="10311765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dirty="0"/>
              <a:t>Implement this code in your App.js. You can start your exercise from this code: https://github.com/esquaredsystems/baham-mobile/releases/tag/login</a:t>
            </a:r>
          </a:p>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7</a:t>
            </a:fld>
            <a:endParaRPr lang="en-US" dirty="0"/>
          </a:p>
        </p:txBody>
      </p:sp>
    </p:spTree>
    <p:extLst>
      <p:ext uri="{BB962C8B-B14F-4D97-AF65-F5344CB8AC3E}">
        <p14:creationId xmlns:p14="http://schemas.microsoft.com/office/powerpoint/2010/main" val="28824065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8</a:t>
            </a:fld>
            <a:endParaRPr lang="en-US" dirty="0"/>
          </a:p>
        </p:txBody>
      </p:sp>
    </p:spTree>
    <p:extLst>
      <p:ext uri="{BB962C8B-B14F-4D97-AF65-F5344CB8AC3E}">
        <p14:creationId xmlns:p14="http://schemas.microsoft.com/office/powerpoint/2010/main" val="1804560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9</a:t>
            </a:fld>
            <a:endParaRPr lang="en-US" dirty="0"/>
          </a:p>
        </p:txBody>
      </p:sp>
    </p:spTree>
    <p:extLst>
      <p:ext uri="{BB962C8B-B14F-4D97-AF65-F5344CB8AC3E}">
        <p14:creationId xmlns:p14="http://schemas.microsoft.com/office/powerpoint/2010/main" val="34871433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10</a:t>
            </a:fld>
            <a:endParaRPr lang="en-US" dirty="0"/>
          </a:p>
        </p:txBody>
      </p:sp>
    </p:spTree>
    <p:extLst>
      <p:ext uri="{BB962C8B-B14F-4D97-AF65-F5344CB8AC3E}">
        <p14:creationId xmlns:p14="http://schemas.microsoft.com/office/powerpoint/2010/main" val="11458472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11</a:t>
            </a:fld>
            <a:endParaRPr lang="en-US" dirty="0"/>
          </a:p>
        </p:txBody>
      </p:sp>
    </p:spTree>
    <p:extLst>
      <p:ext uri="{BB962C8B-B14F-4D97-AF65-F5344CB8AC3E}">
        <p14:creationId xmlns:p14="http://schemas.microsoft.com/office/powerpoint/2010/main" val="34308343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12</a:t>
            </a:fld>
            <a:endParaRPr lang="en-US" dirty="0"/>
          </a:p>
        </p:txBody>
      </p:sp>
    </p:spTree>
    <p:extLst>
      <p:ext uri="{BB962C8B-B14F-4D97-AF65-F5344CB8AC3E}">
        <p14:creationId xmlns:p14="http://schemas.microsoft.com/office/powerpoint/2010/main" val="346283355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dirty="0"/>
              <a:t>Implement this code in your App.js. You can start your exercise from this code: https://github.com/esquaredsystems/baham-mobile/releases/tag/login</a:t>
            </a:r>
          </a:p>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13</a:t>
            </a:fld>
            <a:endParaRPr lang="en-US" dirty="0"/>
          </a:p>
        </p:txBody>
      </p:sp>
    </p:spTree>
    <p:extLst>
      <p:ext uri="{BB962C8B-B14F-4D97-AF65-F5344CB8AC3E}">
        <p14:creationId xmlns:p14="http://schemas.microsoft.com/office/powerpoint/2010/main" val="386672914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14</a:t>
            </a:fld>
            <a:endParaRPr lang="en-US" dirty="0"/>
          </a:p>
        </p:txBody>
      </p:sp>
    </p:spTree>
    <p:extLst>
      <p:ext uri="{BB962C8B-B14F-4D97-AF65-F5344CB8AC3E}">
        <p14:creationId xmlns:p14="http://schemas.microsoft.com/office/powerpoint/2010/main" val="356797140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15</a:t>
            </a:fld>
            <a:endParaRPr lang="en-US" dirty="0"/>
          </a:p>
        </p:txBody>
      </p:sp>
    </p:spTree>
    <p:extLst>
      <p:ext uri="{BB962C8B-B14F-4D97-AF65-F5344CB8AC3E}">
        <p14:creationId xmlns:p14="http://schemas.microsoft.com/office/powerpoint/2010/main" val="165334507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dirty="0"/>
              <a:t>Refer to: https://icons.expo.fyi to choose the </a:t>
            </a:r>
            <a:r>
              <a:rPr lang="en-US"/>
              <a:t>right icons.</a:t>
            </a: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16</a:t>
            </a:fld>
            <a:endParaRPr lang="en-US" dirty="0"/>
          </a:p>
        </p:txBody>
      </p:sp>
    </p:spTree>
    <p:extLst>
      <p:ext uri="{BB962C8B-B14F-4D97-AF65-F5344CB8AC3E}">
        <p14:creationId xmlns:p14="http://schemas.microsoft.com/office/powerpoint/2010/main" val="25795637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17</a:t>
            </a:fld>
            <a:endParaRPr lang="en-US" dirty="0"/>
          </a:p>
        </p:txBody>
      </p:sp>
    </p:spTree>
    <p:extLst>
      <p:ext uri="{BB962C8B-B14F-4D97-AF65-F5344CB8AC3E}">
        <p14:creationId xmlns:p14="http://schemas.microsoft.com/office/powerpoint/2010/main" val="168906931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18</a:t>
            </a:fld>
            <a:endParaRPr lang="en-US" dirty="0"/>
          </a:p>
        </p:txBody>
      </p:sp>
    </p:spTree>
    <p:extLst>
      <p:ext uri="{BB962C8B-B14F-4D97-AF65-F5344CB8AC3E}">
        <p14:creationId xmlns:p14="http://schemas.microsoft.com/office/powerpoint/2010/main" val="13311865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Ref idx="1001">
        <a:schemeClr val="bg1"/>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E635FD8-712D-4EE2-A5B6-3DD8DE9C25E9}"/>
              </a:ext>
            </a:extLst>
          </p:cNvPr>
          <p:cNvSpPr>
            <a:spLocks noGrp="1"/>
          </p:cNvSpPr>
          <p:nvPr>
            <p:ph type="pic" sz="quarter" idx="10"/>
          </p:nvPr>
        </p:nvSpPr>
        <p:spPr>
          <a:xfrm>
            <a:off x="0" y="0"/>
            <a:ext cx="12192000" cy="6858000"/>
          </a:xfrm>
        </p:spPr>
        <p:txBody>
          <a:bodyPr/>
          <a:lstStyle>
            <a:lvl1pPr marL="0" indent="0" algn="ctr">
              <a:buNone/>
              <a:defRPr/>
            </a:lvl1pPr>
          </a:lstStyle>
          <a:p>
            <a:r>
              <a:rPr lang="en-US"/>
              <a:t>Click icon to add picture</a:t>
            </a:r>
            <a:endParaRPr lang="en-US" dirty="0"/>
          </a:p>
        </p:txBody>
      </p:sp>
      <p:sp>
        <p:nvSpPr>
          <p:cNvPr id="14" name="Text Placeholder 13">
            <a:extLst>
              <a:ext uri="{FF2B5EF4-FFF2-40B4-BE49-F238E27FC236}">
                <a16:creationId xmlns:a16="http://schemas.microsoft.com/office/drawing/2014/main" id="{F80209DF-C4D9-43B8-AA05-F53619153042}"/>
              </a:ext>
            </a:extLst>
          </p:cNvPr>
          <p:cNvSpPr>
            <a:spLocks noGrp="1"/>
          </p:cNvSpPr>
          <p:nvPr>
            <p:ph type="body" sz="quarter" idx="12"/>
          </p:nvPr>
        </p:nvSpPr>
        <p:spPr>
          <a:xfrm>
            <a:off x="3512343" y="5922140"/>
            <a:ext cx="5167313" cy="518795"/>
          </a:xfrm>
        </p:spPr>
        <p:txBody>
          <a:bodyPr>
            <a:noAutofit/>
          </a:bodyPr>
          <a:lstStyle>
            <a:lvl1pPr marL="0" indent="0" algn="ctr">
              <a:buNone/>
              <a:defRPr sz="1800" spc="300">
                <a:solidFill>
                  <a:schemeClr val="tx1"/>
                </a:solidFill>
              </a:defRPr>
            </a:lvl1pPr>
            <a:lvl2pPr marL="457200" indent="0">
              <a:buNone/>
              <a:defRPr/>
            </a:lvl2pPr>
          </a:lstStyle>
          <a:p>
            <a:pPr lvl="0"/>
            <a:r>
              <a:rPr lang="en-US"/>
              <a:t>Click to edit Master text styles</a:t>
            </a:r>
          </a:p>
        </p:txBody>
      </p:sp>
      <p:sp>
        <p:nvSpPr>
          <p:cNvPr id="7" name="Text Placeholder 6">
            <a:extLst>
              <a:ext uri="{FF2B5EF4-FFF2-40B4-BE49-F238E27FC236}">
                <a16:creationId xmlns:a16="http://schemas.microsoft.com/office/drawing/2014/main" id="{758235C5-25B1-4243-9762-4AAD3C08E8BE}"/>
              </a:ext>
            </a:extLst>
          </p:cNvPr>
          <p:cNvSpPr>
            <a:spLocks noGrp="1"/>
          </p:cNvSpPr>
          <p:nvPr>
            <p:ph type="body" idx="1" hasCustomPrompt="1"/>
          </p:nvPr>
        </p:nvSpPr>
        <p:spPr>
          <a:xfrm>
            <a:off x="4038600" y="3608511"/>
            <a:ext cx="4114800" cy="518795"/>
          </a:xfrm>
          <a:gradFill flip="none" rotWithShape="1">
            <a:gsLst>
              <a:gs pos="0">
                <a:schemeClr val="accent5"/>
              </a:gs>
              <a:gs pos="100000">
                <a:schemeClr val="accent2">
                  <a:lumMod val="97000"/>
                  <a:lumOff val="3000"/>
                </a:schemeClr>
              </a:gs>
              <a:gs pos="50000">
                <a:schemeClr val="accent1"/>
              </a:gs>
            </a:gsLst>
            <a:lin ang="10800000" scaled="1"/>
            <a:tileRect/>
          </a:gradFill>
        </p:spPr>
        <p:txBody>
          <a:bodyPr>
            <a:noAutofit/>
          </a:bodyPr>
          <a:lstStyle>
            <a:lvl1pPr marL="0" indent="0" algn="ctr">
              <a:buNone/>
              <a:defRPr sz="1800" cap="all" baseline="0"/>
            </a:lvl1pPr>
          </a:lstStyle>
          <a:p>
            <a:r>
              <a:rPr lang="en-US" spc="300" dirty="0"/>
              <a:t>ANNUAL REVIEW</a:t>
            </a:r>
          </a:p>
        </p:txBody>
      </p:sp>
      <p:sp>
        <p:nvSpPr>
          <p:cNvPr id="2" name="Title 1">
            <a:extLst>
              <a:ext uri="{FF2B5EF4-FFF2-40B4-BE49-F238E27FC236}">
                <a16:creationId xmlns:a16="http://schemas.microsoft.com/office/drawing/2014/main" id="{298B2C6E-DB6F-4476-8E95-9F6EC79392FD}"/>
              </a:ext>
            </a:extLst>
          </p:cNvPr>
          <p:cNvSpPr>
            <a:spLocks noGrp="1"/>
          </p:cNvSpPr>
          <p:nvPr>
            <p:ph type="title" hasCustomPrompt="1"/>
          </p:nvPr>
        </p:nvSpPr>
        <p:spPr>
          <a:xfrm>
            <a:off x="350836" y="2445633"/>
            <a:ext cx="11490325" cy="823913"/>
          </a:xfrm>
        </p:spPr>
        <p:txBody>
          <a:bodyPr>
            <a:noAutofit/>
          </a:bodyPr>
          <a:lstStyle>
            <a:lvl1pPr>
              <a:lnSpc>
                <a:spcPct val="150000"/>
              </a:lnSpc>
              <a:spcBef>
                <a:spcPts val="1000"/>
              </a:spcBef>
              <a:defRPr sz="4000" cap="all" spc="300" baseline="0"/>
            </a:lvl1pPr>
          </a:lstStyle>
          <a:p>
            <a:r>
              <a:rPr lang="en-US" dirty="0"/>
              <a:t>Click to edit Master TEXT styles</a:t>
            </a:r>
          </a:p>
        </p:txBody>
      </p:sp>
    </p:spTree>
    <p:extLst>
      <p:ext uri="{BB962C8B-B14F-4D97-AF65-F5344CB8AC3E}">
        <p14:creationId xmlns:p14="http://schemas.microsoft.com/office/powerpoint/2010/main" val="3182303122"/>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912AA41C-A030-4521-8130-6A8E4543F277}"/>
              </a:ext>
            </a:extLst>
          </p:cNvPr>
          <p:cNvSpPr>
            <a:spLocks noGrp="1"/>
          </p:cNvSpPr>
          <p:nvPr>
            <p:ph type="pic" sz="quarter" idx="13"/>
          </p:nvPr>
        </p:nvSpPr>
        <p:spPr>
          <a:xfrm>
            <a:off x="0" y="0"/>
            <a:ext cx="6096000" cy="6858000"/>
          </a:xfrm>
          <a:prstGeom prst="parallelogram">
            <a:avLst/>
          </a:prstGeom>
          <a:effectLst/>
        </p:spPr>
        <p:txBody>
          <a:bodyPr anchor="ctr"/>
          <a:lstStyle>
            <a:lvl1pPr marL="0" indent="0"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7C83D428-B974-43F4-9246-0A2EECA11A5B}"/>
              </a:ext>
            </a:extLst>
          </p:cNvPr>
          <p:cNvSpPr>
            <a:spLocks noGrp="1"/>
          </p:cNvSpPr>
          <p:nvPr>
            <p:ph type="title" hasCustomPrompt="1"/>
          </p:nvPr>
        </p:nvSpPr>
        <p:spPr>
          <a:xfrm>
            <a:off x="7068819" y="642927"/>
            <a:ext cx="4846320" cy="1435947"/>
          </a:xfrm>
        </p:spPr>
        <p:txBody>
          <a:bodyPr anchor="t">
            <a:noAutofit/>
          </a:bodyPr>
          <a:lstStyle>
            <a:lvl1pPr algn="l">
              <a:lnSpc>
                <a:spcPct val="150000"/>
              </a:lnSpc>
              <a:spcBef>
                <a:spcPts val="1000"/>
              </a:spcBef>
              <a:defRPr sz="5400" baseline="0"/>
            </a:lvl1pPr>
          </a:lstStyle>
          <a:p>
            <a:r>
              <a:rPr lang="en-US" dirty="0"/>
              <a:t>Title</a:t>
            </a:r>
          </a:p>
        </p:txBody>
      </p:sp>
      <p:sp>
        <p:nvSpPr>
          <p:cNvPr id="5" name="Footer Placeholder 4">
            <a:extLst>
              <a:ext uri="{FF2B5EF4-FFF2-40B4-BE49-F238E27FC236}">
                <a16:creationId xmlns:a16="http://schemas.microsoft.com/office/drawing/2014/main" id="{BC79732E-D749-40DD-8365-05028518765D}"/>
              </a:ext>
            </a:extLst>
          </p:cNvPr>
          <p:cNvSpPr>
            <a:spLocks noGrp="1"/>
          </p:cNvSpPr>
          <p:nvPr>
            <p:ph type="ftr" sz="quarter" idx="11"/>
          </p:nvPr>
        </p:nvSpPr>
        <p:spPr/>
        <p:txBody>
          <a:bodyPr/>
          <a:lstStyle/>
          <a:p>
            <a:r>
              <a:rPr lang="en-US" dirty="0"/>
              <a:t>Add a footer</a:t>
            </a:r>
          </a:p>
        </p:txBody>
      </p:sp>
      <p:sp>
        <p:nvSpPr>
          <p:cNvPr id="6" name="Slide Number Placeholder 5">
            <a:extLst>
              <a:ext uri="{FF2B5EF4-FFF2-40B4-BE49-F238E27FC236}">
                <a16:creationId xmlns:a16="http://schemas.microsoft.com/office/drawing/2014/main" id="{88F55E23-C4CC-4E9B-80F4-C4BEA6E2DD84}"/>
              </a:ext>
            </a:extLst>
          </p:cNvPr>
          <p:cNvSpPr>
            <a:spLocks noGrp="1"/>
          </p:cNvSpPr>
          <p:nvPr>
            <p:ph type="sldNum" sz="quarter" idx="12"/>
          </p:nvPr>
        </p:nvSpPr>
        <p:spPr/>
        <p:txBody>
          <a:bodyPr/>
          <a:lstStyle/>
          <a:p>
            <a:fld id="{8C2E478F-E849-4A8C-AF1F-CBCC78A7CBFA}" type="slidenum">
              <a:rPr lang="en-US" smtClean="0"/>
              <a:t>‹#›</a:t>
            </a:fld>
            <a:endParaRPr lang="en-US" dirty="0"/>
          </a:p>
        </p:txBody>
      </p:sp>
      <p:sp>
        <p:nvSpPr>
          <p:cNvPr id="13" name="Text Placeholder 12">
            <a:extLst>
              <a:ext uri="{FF2B5EF4-FFF2-40B4-BE49-F238E27FC236}">
                <a16:creationId xmlns:a16="http://schemas.microsoft.com/office/drawing/2014/main" id="{9D00A38D-CFE8-4333-B9D2-D3E7EACA4F0E}"/>
              </a:ext>
            </a:extLst>
          </p:cNvPr>
          <p:cNvSpPr>
            <a:spLocks noGrp="1"/>
          </p:cNvSpPr>
          <p:nvPr>
            <p:ph type="body" sz="quarter" idx="15" hasCustomPrompt="1"/>
          </p:nvPr>
        </p:nvSpPr>
        <p:spPr>
          <a:xfrm>
            <a:off x="7068820" y="2078875"/>
            <a:ext cx="4114800" cy="3798888"/>
          </a:xfrm>
        </p:spPr>
        <p:txBody>
          <a:bodyPr>
            <a:noAutofit/>
          </a:bodyPr>
          <a:lstStyle>
            <a:lvl1pPr marL="0" indent="0">
              <a:buNone/>
              <a:defRPr sz="1800" spc="300"/>
            </a:lvl1pPr>
          </a:lstStyle>
          <a:p>
            <a:pPr lvl="0"/>
            <a:r>
              <a:rPr lang="en-US" dirty="0"/>
              <a:t>CLICK TO EDIT MASTER TEXT STYLES</a:t>
            </a:r>
          </a:p>
        </p:txBody>
      </p:sp>
      <p:sp>
        <p:nvSpPr>
          <p:cNvPr id="3" name="Rectangle 2">
            <a:extLst>
              <a:ext uri="{FF2B5EF4-FFF2-40B4-BE49-F238E27FC236}">
                <a16:creationId xmlns:a16="http://schemas.microsoft.com/office/drawing/2014/main" id="{1AA8588E-221D-4931-A290-C5C4184435AD}"/>
              </a:ext>
              <a:ext uri="{C183D7F6-B498-43B3-948B-1728B52AA6E4}">
                <adec:decorative xmlns:adec="http://schemas.microsoft.com/office/drawing/2017/decorative" val="1"/>
              </a:ext>
            </a:extLst>
          </p:cNvPr>
          <p:cNvSpPr/>
          <p:nvPr userDrawn="1"/>
        </p:nvSpPr>
        <p:spPr>
          <a:xfrm>
            <a:off x="7068820" y="6303963"/>
            <a:ext cx="3014980" cy="554037"/>
          </a:xfrm>
          <a:prstGeom prst="rect">
            <a:avLst/>
          </a:prstGeom>
          <a:gradFill flip="none" rotWithShape="1">
            <a:gsLst>
              <a:gs pos="0">
                <a:schemeClr val="accent5"/>
              </a:gs>
              <a:gs pos="100000">
                <a:schemeClr val="accent2">
                  <a:lumMod val="97000"/>
                  <a:lumOff val="3000"/>
                </a:schemeClr>
              </a:gs>
              <a:gs pos="50000">
                <a:schemeClr val="accent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6291152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sp>
        <p:nvSpPr>
          <p:cNvPr id="20" name="Text Placeholder 19">
            <a:extLst>
              <a:ext uri="{FF2B5EF4-FFF2-40B4-BE49-F238E27FC236}">
                <a16:creationId xmlns:a16="http://schemas.microsoft.com/office/drawing/2014/main" id="{E5539E44-E270-49B4-8B0A-07870325AA91}"/>
              </a:ext>
            </a:extLst>
          </p:cNvPr>
          <p:cNvSpPr>
            <a:spLocks noGrp="1"/>
          </p:cNvSpPr>
          <p:nvPr>
            <p:ph type="body" sz="quarter" idx="16" hasCustomPrompt="1"/>
          </p:nvPr>
        </p:nvSpPr>
        <p:spPr>
          <a:xfrm>
            <a:off x="6225539" y="1546138"/>
            <a:ext cx="4023360" cy="464871"/>
          </a:xfrm>
          <a:gradFill flip="none" rotWithShape="1">
            <a:gsLst>
              <a:gs pos="0">
                <a:schemeClr val="accent5"/>
              </a:gs>
              <a:gs pos="100000">
                <a:schemeClr val="accent2">
                  <a:lumMod val="97000"/>
                  <a:lumOff val="3000"/>
                </a:schemeClr>
              </a:gs>
              <a:gs pos="50000">
                <a:schemeClr val="accent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marL="0" indent="0" algn="ctr">
              <a:lnSpc>
                <a:spcPct val="100000"/>
              </a:lnSpc>
              <a:spcBef>
                <a:spcPts val="0"/>
              </a:spcBef>
              <a:buNone/>
              <a:defRPr lang="en-US" sz="1400" spc="300" baseline="0" dirty="0">
                <a:solidFill>
                  <a:schemeClr val="lt1"/>
                </a:solidFill>
              </a:defRPr>
            </a:lvl1pPr>
          </a:lstStyle>
          <a:p>
            <a:pPr marL="0" lvl="0" algn="ctr"/>
            <a:r>
              <a:rPr lang="en-US" dirty="0"/>
              <a:t>CLICK TO EDIT MASTER TEXT STYLES</a:t>
            </a:r>
          </a:p>
        </p:txBody>
      </p:sp>
      <p:sp>
        <p:nvSpPr>
          <p:cNvPr id="9" name="Picture Placeholder 8">
            <a:extLst>
              <a:ext uri="{FF2B5EF4-FFF2-40B4-BE49-F238E27FC236}">
                <a16:creationId xmlns:a16="http://schemas.microsoft.com/office/drawing/2014/main" id="{186FE9B2-6286-484B-8943-95EE0B6B0267}"/>
              </a:ext>
            </a:extLst>
          </p:cNvPr>
          <p:cNvSpPr>
            <a:spLocks noGrp="1"/>
          </p:cNvSpPr>
          <p:nvPr>
            <p:ph type="pic" sz="quarter" idx="14"/>
          </p:nvPr>
        </p:nvSpPr>
        <p:spPr>
          <a:xfrm>
            <a:off x="0" y="0"/>
            <a:ext cx="5416550" cy="6846932"/>
          </a:xfrm>
          <a:effectLst/>
        </p:spPr>
        <p:txBody>
          <a:bodyPr anchor="ctr"/>
          <a:lstStyle>
            <a:lvl1pPr marL="0" indent="0" algn="ctr">
              <a:buNone/>
              <a:defRPr/>
            </a:lvl1pPr>
          </a:lstStyle>
          <a:p>
            <a:r>
              <a:rPr lang="en-US"/>
              <a:t>Click icon to add picture</a:t>
            </a:r>
            <a:endParaRPr lang="en-US" dirty="0"/>
          </a:p>
        </p:txBody>
      </p:sp>
      <p:sp>
        <p:nvSpPr>
          <p:cNvPr id="11" name="Slide Number Placeholder 5">
            <a:extLst>
              <a:ext uri="{FF2B5EF4-FFF2-40B4-BE49-F238E27FC236}">
                <a16:creationId xmlns:a16="http://schemas.microsoft.com/office/drawing/2014/main" id="{7D4E8708-8565-4A5B-9D9E-1D4F40EAF909}"/>
              </a:ext>
            </a:extLst>
          </p:cNvPr>
          <p:cNvSpPr>
            <a:spLocks noGrp="1"/>
          </p:cNvSpPr>
          <p:nvPr>
            <p:ph type="sldNum" sz="quarter" idx="4"/>
          </p:nvPr>
        </p:nvSpPr>
        <p:spPr>
          <a:xfrm>
            <a:off x="11549269" y="6468303"/>
            <a:ext cx="443948"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2E478F-E849-4A8C-AF1F-CBCC78A7CBFA}" type="slidenum">
              <a:rPr lang="en-US" smtClean="0"/>
              <a:t>‹#›</a:t>
            </a:fld>
            <a:endParaRPr lang="en-US" dirty="0"/>
          </a:p>
        </p:txBody>
      </p:sp>
      <p:sp>
        <p:nvSpPr>
          <p:cNvPr id="16" name="Content Placeholder 8">
            <a:extLst>
              <a:ext uri="{FF2B5EF4-FFF2-40B4-BE49-F238E27FC236}">
                <a16:creationId xmlns:a16="http://schemas.microsoft.com/office/drawing/2014/main" id="{42436126-0370-4532-A8AD-D20897982AD2}"/>
              </a:ext>
            </a:extLst>
          </p:cNvPr>
          <p:cNvSpPr>
            <a:spLocks noGrp="1"/>
          </p:cNvSpPr>
          <p:nvPr>
            <p:ph idx="1" hasCustomPrompt="1"/>
          </p:nvPr>
        </p:nvSpPr>
        <p:spPr>
          <a:xfrm>
            <a:off x="6096000" y="2799617"/>
            <a:ext cx="4646246" cy="2218585"/>
          </a:xfrm>
        </p:spPr>
        <p:txBody>
          <a:bodyPr>
            <a:noAutofit/>
          </a:bodyPr>
          <a:lstStyle>
            <a:lvl1pPr>
              <a:defRPr/>
            </a:lvl1pPr>
          </a:lstStyle>
          <a:p>
            <a:pPr marL="0" indent="0">
              <a:lnSpc>
                <a:spcPct val="100000"/>
              </a:lnSpc>
              <a:buNone/>
            </a:pPr>
            <a:r>
              <a:rPr lang="en-US" sz="1600" dirty="0">
                <a:cs typeface="Biome Light" panose="020B0303030204020804" pitchFamily="34" charset="0"/>
              </a:rPr>
              <a:t>Click to edit master text style.</a:t>
            </a:r>
          </a:p>
          <a:p>
            <a:pPr marL="0" indent="0">
              <a:buNone/>
            </a:pPr>
            <a:endParaRPr lang="en-US" dirty="0"/>
          </a:p>
        </p:txBody>
      </p:sp>
      <p:sp>
        <p:nvSpPr>
          <p:cNvPr id="17" name="Slide Number Placeholder 70">
            <a:extLst>
              <a:ext uri="{FF2B5EF4-FFF2-40B4-BE49-F238E27FC236}">
                <a16:creationId xmlns:a16="http://schemas.microsoft.com/office/drawing/2014/main" id="{AEC105AD-E933-4969-B038-0ABD6F013167}"/>
              </a:ext>
            </a:extLst>
          </p:cNvPr>
          <p:cNvSpPr txBox="1">
            <a:spLocks/>
          </p:cNvSpPr>
          <p:nvPr userDrawn="1"/>
        </p:nvSpPr>
        <p:spPr>
          <a:xfrm>
            <a:off x="11549269" y="6468303"/>
            <a:ext cx="443948"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C2E478F-E849-4A8C-AF1F-CBCC78A7CBFA}" type="slidenum">
              <a:rPr lang="en-US" smtClean="0"/>
              <a:pPr/>
              <a:t>‹#›</a:t>
            </a:fld>
            <a:endParaRPr lang="en-US" dirty="0"/>
          </a:p>
        </p:txBody>
      </p:sp>
      <p:sp>
        <p:nvSpPr>
          <p:cNvPr id="2" name="Title 1">
            <a:extLst>
              <a:ext uri="{FF2B5EF4-FFF2-40B4-BE49-F238E27FC236}">
                <a16:creationId xmlns:a16="http://schemas.microsoft.com/office/drawing/2014/main" id="{3CB0E4A3-5566-43FE-A59F-2C4F4FE7F32A}"/>
              </a:ext>
            </a:extLst>
          </p:cNvPr>
          <p:cNvSpPr>
            <a:spLocks noGrp="1"/>
          </p:cNvSpPr>
          <p:nvPr>
            <p:ph type="title"/>
          </p:nvPr>
        </p:nvSpPr>
        <p:spPr>
          <a:xfrm>
            <a:off x="6095999" y="612037"/>
            <a:ext cx="5897218" cy="884238"/>
          </a:xfrm>
        </p:spPr>
        <p:txBody>
          <a:bodyPr lIns="91440" rIns="91440" anchor="t">
            <a:noAutofit/>
          </a:bodyPr>
          <a:lstStyle>
            <a:lvl1pPr algn="l">
              <a:lnSpc>
                <a:spcPct val="150000"/>
              </a:lnSpc>
              <a:spcBef>
                <a:spcPts val="1000"/>
              </a:spcBef>
              <a:defRPr sz="3200">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2478327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Break">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912AA41C-A030-4521-8130-6A8E4543F277}"/>
              </a:ext>
            </a:extLst>
          </p:cNvPr>
          <p:cNvSpPr>
            <a:spLocks noGrp="1"/>
          </p:cNvSpPr>
          <p:nvPr>
            <p:ph type="pic" sz="quarter" idx="13"/>
          </p:nvPr>
        </p:nvSpPr>
        <p:spPr>
          <a:xfrm>
            <a:off x="0" y="0"/>
            <a:ext cx="6096000" cy="6867922"/>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 name="connsiteX4" fmla="*/ 0 w 6096000"/>
              <a:gd name="connsiteY4" fmla="*/ 0 h 6858000"/>
              <a:gd name="connsiteX0" fmla="*/ 0 w 6096000"/>
              <a:gd name="connsiteY0" fmla="*/ 0 h 6858000"/>
              <a:gd name="connsiteX1" fmla="*/ 6096000 w 6096000"/>
              <a:gd name="connsiteY1" fmla="*/ 0 h 6858000"/>
              <a:gd name="connsiteX2" fmla="*/ 4242487 w 6096000"/>
              <a:gd name="connsiteY2" fmla="*/ 6833286 h 6858000"/>
              <a:gd name="connsiteX3" fmla="*/ 0 w 6096000"/>
              <a:gd name="connsiteY3" fmla="*/ 6858000 h 6858000"/>
              <a:gd name="connsiteX4" fmla="*/ 0 w 6096000"/>
              <a:gd name="connsiteY4" fmla="*/ 0 h 6858000"/>
              <a:gd name="connsiteX0" fmla="*/ 0 w 6096000"/>
              <a:gd name="connsiteY0" fmla="*/ 0 h 6867922"/>
              <a:gd name="connsiteX1" fmla="*/ 6096000 w 6096000"/>
              <a:gd name="connsiteY1" fmla="*/ 0 h 6867922"/>
              <a:gd name="connsiteX2" fmla="*/ 4228633 w 6096000"/>
              <a:gd name="connsiteY2" fmla="*/ 6867922 h 6867922"/>
              <a:gd name="connsiteX3" fmla="*/ 0 w 6096000"/>
              <a:gd name="connsiteY3" fmla="*/ 6858000 h 6867922"/>
              <a:gd name="connsiteX4" fmla="*/ 0 w 6096000"/>
              <a:gd name="connsiteY4" fmla="*/ 0 h 68679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6000" h="6867922">
                <a:moveTo>
                  <a:pt x="0" y="0"/>
                </a:moveTo>
                <a:lnTo>
                  <a:pt x="6096000" y="0"/>
                </a:lnTo>
                <a:lnTo>
                  <a:pt x="4228633" y="6867922"/>
                </a:lnTo>
                <a:lnTo>
                  <a:pt x="0" y="6858000"/>
                </a:lnTo>
                <a:lnTo>
                  <a:pt x="0" y="0"/>
                </a:lnTo>
                <a:close/>
              </a:path>
            </a:pathLst>
          </a:custGeom>
          <a:effectLst/>
        </p:spPr>
        <p:txBody>
          <a:bodyPr anchor="ctr"/>
          <a:lstStyle>
            <a:lvl1pPr marL="0" indent="0"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AABA725B-4BCB-1D48-9C5D-46706B18719E}"/>
              </a:ext>
            </a:extLst>
          </p:cNvPr>
          <p:cNvSpPr>
            <a:spLocks noGrp="1"/>
          </p:cNvSpPr>
          <p:nvPr>
            <p:ph type="title" hasCustomPrompt="1"/>
          </p:nvPr>
        </p:nvSpPr>
        <p:spPr>
          <a:xfrm>
            <a:off x="6096000" y="2262871"/>
            <a:ext cx="5251450" cy="1661297"/>
          </a:xfrm>
        </p:spPr>
        <p:txBody>
          <a:bodyPr anchor="b"/>
          <a:lstStyle>
            <a:lvl1pPr algn="l">
              <a:defRPr sz="6000" spc="300"/>
            </a:lvl1pPr>
          </a:lstStyle>
          <a:p>
            <a:r>
              <a:rPr lang="en-US" dirty="0"/>
              <a:t>CLICK TO EDIT MASTER TITLE</a:t>
            </a:r>
          </a:p>
        </p:txBody>
      </p:sp>
      <p:sp>
        <p:nvSpPr>
          <p:cNvPr id="3" name="Text Placeholder 2">
            <a:extLst>
              <a:ext uri="{FF2B5EF4-FFF2-40B4-BE49-F238E27FC236}">
                <a16:creationId xmlns:a16="http://schemas.microsoft.com/office/drawing/2014/main" id="{893C356F-E483-4AFD-856C-13BB8E8A5605}"/>
              </a:ext>
            </a:extLst>
          </p:cNvPr>
          <p:cNvSpPr>
            <a:spLocks noGrp="1"/>
          </p:cNvSpPr>
          <p:nvPr>
            <p:ph type="body" idx="1" hasCustomPrompt="1"/>
          </p:nvPr>
        </p:nvSpPr>
        <p:spPr>
          <a:xfrm>
            <a:off x="6096000" y="4378134"/>
            <a:ext cx="5251450" cy="365125"/>
          </a:xfrm>
          <a:gradFill flip="none" rotWithShape="1">
            <a:gsLst>
              <a:gs pos="0">
                <a:schemeClr val="accent5"/>
              </a:gs>
              <a:gs pos="100000">
                <a:schemeClr val="accent2">
                  <a:lumMod val="97000"/>
                  <a:lumOff val="3000"/>
                </a:schemeClr>
              </a:gs>
              <a:gs pos="50000">
                <a:schemeClr val="accent1"/>
              </a:gs>
            </a:gsLst>
            <a:lin ang="10800000" scaled="1"/>
            <a:tileRect/>
          </a:gradFill>
        </p:spPr>
        <p:txBody>
          <a:bodyPr anchor="ctr">
            <a:noAutofit/>
          </a:bodyPr>
          <a:lstStyle>
            <a:lvl1pPr marL="0" indent="0" algn="ctr">
              <a:lnSpc>
                <a:spcPct val="100000"/>
              </a:lnSpc>
              <a:buNone/>
              <a:defRPr sz="1400" cap="all" spc="600" baseline="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EDIT MASTER TEXT STYLES</a:t>
            </a:r>
          </a:p>
        </p:txBody>
      </p:sp>
      <p:sp>
        <p:nvSpPr>
          <p:cNvPr id="5" name="Footer Placeholder 4">
            <a:extLst>
              <a:ext uri="{FF2B5EF4-FFF2-40B4-BE49-F238E27FC236}">
                <a16:creationId xmlns:a16="http://schemas.microsoft.com/office/drawing/2014/main" id="{BC79732E-D749-40DD-8365-05028518765D}"/>
              </a:ext>
            </a:extLst>
          </p:cNvPr>
          <p:cNvSpPr>
            <a:spLocks noGrp="1"/>
          </p:cNvSpPr>
          <p:nvPr>
            <p:ph type="ftr" sz="quarter" idx="11"/>
          </p:nvPr>
        </p:nvSpPr>
        <p:spPr/>
        <p:txBody>
          <a:bodyPr/>
          <a:lstStyle/>
          <a:p>
            <a:r>
              <a:rPr lang="en-US" dirty="0"/>
              <a:t>Add a footer</a:t>
            </a:r>
          </a:p>
        </p:txBody>
      </p:sp>
      <p:sp>
        <p:nvSpPr>
          <p:cNvPr id="6" name="Slide Number Placeholder 5">
            <a:extLst>
              <a:ext uri="{FF2B5EF4-FFF2-40B4-BE49-F238E27FC236}">
                <a16:creationId xmlns:a16="http://schemas.microsoft.com/office/drawing/2014/main" id="{88F55E23-C4CC-4E9B-80F4-C4BEA6E2DD84}"/>
              </a:ext>
            </a:extLst>
          </p:cNvPr>
          <p:cNvSpPr>
            <a:spLocks noGrp="1"/>
          </p:cNvSpPr>
          <p:nvPr>
            <p:ph type="sldNum" sz="quarter" idx="12"/>
          </p:nvPr>
        </p:nvSpPr>
        <p:spPr/>
        <p:txBody>
          <a:bodyPr/>
          <a:lstStyle/>
          <a:p>
            <a:fld id="{8C2E478F-E849-4A8C-AF1F-CBCC78A7CBFA}" type="slidenum">
              <a:rPr lang="en-US" smtClean="0"/>
              <a:t>‹#›</a:t>
            </a:fld>
            <a:endParaRPr lang="en-US" dirty="0"/>
          </a:p>
        </p:txBody>
      </p:sp>
    </p:spTree>
    <p:extLst>
      <p:ext uri="{BB962C8B-B14F-4D97-AF65-F5344CB8AC3E}">
        <p14:creationId xmlns:p14="http://schemas.microsoft.com/office/powerpoint/2010/main" val="528901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eam">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4074E6-E39E-4D19-B91F-8E84F37CBF3C}"/>
              </a:ext>
            </a:extLst>
          </p:cNvPr>
          <p:cNvSpPr>
            <a:spLocks noGrp="1"/>
          </p:cNvSpPr>
          <p:nvPr>
            <p:ph type="title" hasCustomPrompt="1"/>
          </p:nvPr>
        </p:nvSpPr>
        <p:spPr>
          <a:xfrm>
            <a:off x="7792279" y="365125"/>
            <a:ext cx="4018722" cy="573989"/>
          </a:xfrm>
        </p:spPr>
        <p:txBody>
          <a:bodyPr lIns="0" rIns="0">
            <a:noAutofit/>
          </a:bodyPr>
          <a:lstStyle>
            <a:lvl1pPr algn="l">
              <a:defRPr sz="3200" spc="300"/>
            </a:lvl1pPr>
          </a:lstStyle>
          <a:p>
            <a:r>
              <a:rPr lang="en-US" dirty="0"/>
              <a:t>SLIDE TITLE HERE</a:t>
            </a:r>
          </a:p>
        </p:txBody>
      </p:sp>
      <p:sp>
        <p:nvSpPr>
          <p:cNvPr id="3" name="Content Placeholder 2">
            <a:extLst>
              <a:ext uri="{FF2B5EF4-FFF2-40B4-BE49-F238E27FC236}">
                <a16:creationId xmlns:a16="http://schemas.microsoft.com/office/drawing/2014/main" id="{607D1B16-7058-45AD-9B19-E19CAF96683B}"/>
              </a:ext>
            </a:extLst>
          </p:cNvPr>
          <p:cNvSpPr>
            <a:spLocks noGrp="1"/>
          </p:cNvSpPr>
          <p:nvPr>
            <p:ph idx="1"/>
          </p:nvPr>
        </p:nvSpPr>
        <p:spPr>
          <a:xfrm>
            <a:off x="7792279" y="1263841"/>
            <a:ext cx="4018722" cy="4636392"/>
          </a:xfrm>
        </p:spPr>
        <p:txBody>
          <a:bodyPr lIns="0" rIns="0">
            <a:noAutofit/>
          </a:bodyPr>
          <a:lstStyle>
            <a:lvl1pPr>
              <a:lnSpc>
                <a:spcPct val="150000"/>
              </a:lnSpc>
              <a:spcBef>
                <a:spcPts val="500"/>
              </a:spcBef>
              <a:defRPr sz="1600"/>
            </a:lvl1pPr>
            <a:lvl2pPr>
              <a:lnSpc>
                <a:spcPct val="150000"/>
              </a:lnSpc>
              <a:spcBef>
                <a:spcPts val="500"/>
              </a:spcBef>
              <a:defRPr sz="1400"/>
            </a:lvl2pPr>
            <a:lvl3pPr>
              <a:lnSpc>
                <a:spcPct val="150000"/>
              </a:lnSpc>
              <a:spcBef>
                <a:spcPts val="500"/>
              </a:spcBef>
              <a:defRPr sz="1400"/>
            </a:lvl3pPr>
            <a:lvl4pPr>
              <a:lnSpc>
                <a:spcPct val="150000"/>
              </a:lnSpc>
              <a:spcBef>
                <a:spcPts val="500"/>
              </a:spcBef>
              <a:defRPr sz="1200"/>
            </a:lvl4pPr>
            <a:lvl5pPr>
              <a:lnSpc>
                <a:spcPct val="150000"/>
              </a:lnSpc>
              <a:spcBef>
                <a:spcPts val="500"/>
              </a:spcBef>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9" name="Slide Number Placeholder 5">
            <a:extLst>
              <a:ext uri="{FF2B5EF4-FFF2-40B4-BE49-F238E27FC236}">
                <a16:creationId xmlns:a16="http://schemas.microsoft.com/office/drawing/2014/main" id="{3DEB48E0-328C-45EE-A8BD-90E6AB261082}"/>
              </a:ext>
            </a:extLst>
          </p:cNvPr>
          <p:cNvSpPr>
            <a:spLocks noGrp="1"/>
          </p:cNvSpPr>
          <p:nvPr>
            <p:ph type="sldNum" sz="quarter" idx="4"/>
          </p:nvPr>
        </p:nvSpPr>
        <p:spPr>
          <a:xfrm>
            <a:off x="11549269" y="6468303"/>
            <a:ext cx="443948" cy="365125"/>
          </a:xfrm>
          <a:prstGeom prst="rect">
            <a:avLst/>
          </a:prstGeom>
        </p:spPr>
        <p:txBody>
          <a:bodyPr vert="horz" lIns="91440" tIns="45720" rIns="91440" bIns="45720" rtlCol="0" anchor="ctr">
            <a:noAutofit/>
          </a:bodyPr>
          <a:lstStyle>
            <a:lvl1pPr algn="r">
              <a:defRPr sz="1200">
                <a:solidFill>
                  <a:schemeClr val="tx1">
                    <a:tint val="75000"/>
                  </a:schemeClr>
                </a:solidFill>
              </a:defRPr>
            </a:lvl1pPr>
          </a:lstStyle>
          <a:p>
            <a:fld id="{8C2E478F-E849-4A8C-AF1F-CBCC78A7CBFA}" type="slidenum">
              <a:rPr lang="en-US" smtClean="0"/>
              <a:t>‹#›</a:t>
            </a:fld>
            <a:endParaRPr lang="en-US" dirty="0"/>
          </a:p>
        </p:txBody>
      </p:sp>
      <p:sp>
        <p:nvSpPr>
          <p:cNvPr id="5" name="Picture Placeholder 4">
            <a:extLst>
              <a:ext uri="{FF2B5EF4-FFF2-40B4-BE49-F238E27FC236}">
                <a16:creationId xmlns:a16="http://schemas.microsoft.com/office/drawing/2014/main" id="{D7CA175D-816E-4F70-96CC-8A1FD0EB16CE}"/>
              </a:ext>
            </a:extLst>
          </p:cNvPr>
          <p:cNvSpPr>
            <a:spLocks noGrp="1"/>
          </p:cNvSpPr>
          <p:nvPr>
            <p:ph type="pic" sz="quarter" idx="14"/>
          </p:nvPr>
        </p:nvSpPr>
        <p:spPr>
          <a:xfrm>
            <a:off x="736600" y="365125"/>
            <a:ext cx="2997200" cy="1781979"/>
          </a:xfrm>
        </p:spPr>
        <p:txBody>
          <a:bodyPr>
            <a:noAutofit/>
          </a:bodyPr>
          <a:lstStyle/>
          <a:p>
            <a:r>
              <a:rPr lang="en-US"/>
              <a:t>Click icon to add picture</a:t>
            </a:r>
            <a:endParaRPr lang="en-US" dirty="0"/>
          </a:p>
        </p:txBody>
      </p:sp>
      <p:sp>
        <p:nvSpPr>
          <p:cNvPr id="9" name="Picture Placeholder 4">
            <a:extLst>
              <a:ext uri="{FF2B5EF4-FFF2-40B4-BE49-F238E27FC236}">
                <a16:creationId xmlns:a16="http://schemas.microsoft.com/office/drawing/2014/main" id="{323519C8-24DE-471D-85A9-7A8AFACEC456}"/>
              </a:ext>
            </a:extLst>
          </p:cNvPr>
          <p:cNvSpPr>
            <a:spLocks noGrp="1"/>
          </p:cNvSpPr>
          <p:nvPr>
            <p:ph type="pic" sz="quarter" idx="15"/>
          </p:nvPr>
        </p:nvSpPr>
        <p:spPr>
          <a:xfrm>
            <a:off x="4051300" y="365125"/>
            <a:ext cx="2997200" cy="1781979"/>
          </a:xfrm>
        </p:spPr>
        <p:txBody>
          <a:bodyPr>
            <a:noAutofit/>
          </a:bodyPr>
          <a:lstStyle/>
          <a:p>
            <a:r>
              <a:rPr lang="en-US"/>
              <a:t>Click icon to add picture</a:t>
            </a:r>
            <a:endParaRPr lang="en-US" dirty="0"/>
          </a:p>
        </p:txBody>
      </p:sp>
      <p:sp>
        <p:nvSpPr>
          <p:cNvPr id="10" name="Picture Placeholder 4">
            <a:extLst>
              <a:ext uri="{FF2B5EF4-FFF2-40B4-BE49-F238E27FC236}">
                <a16:creationId xmlns:a16="http://schemas.microsoft.com/office/drawing/2014/main" id="{547F0F1E-7AF5-4B76-928C-7B28010C4F93}"/>
              </a:ext>
            </a:extLst>
          </p:cNvPr>
          <p:cNvSpPr>
            <a:spLocks noGrp="1"/>
          </p:cNvSpPr>
          <p:nvPr>
            <p:ph type="pic" sz="quarter" idx="16"/>
          </p:nvPr>
        </p:nvSpPr>
        <p:spPr>
          <a:xfrm>
            <a:off x="736600" y="2422525"/>
            <a:ext cx="2997200" cy="1781979"/>
          </a:xfrm>
        </p:spPr>
        <p:txBody>
          <a:bodyPr>
            <a:noAutofit/>
          </a:bodyPr>
          <a:lstStyle/>
          <a:p>
            <a:r>
              <a:rPr lang="en-US"/>
              <a:t>Click icon to add picture</a:t>
            </a:r>
            <a:endParaRPr lang="en-US" dirty="0"/>
          </a:p>
        </p:txBody>
      </p:sp>
      <p:sp>
        <p:nvSpPr>
          <p:cNvPr id="11" name="Picture Placeholder 4">
            <a:extLst>
              <a:ext uri="{FF2B5EF4-FFF2-40B4-BE49-F238E27FC236}">
                <a16:creationId xmlns:a16="http://schemas.microsoft.com/office/drawing/2014/main" id="{063D0E8E-9491-4AF0-918D-A0B782C5FD68}"/>
              </a:ext>
            </a:extLst>
          </p:cNvPr>
          <p:cNvSpPr>
            <a:spLocks noGrp="1"/>
          </p:cNvSpPr>
          <p:nvPr>
            <p:ph type="pic" sz="quarter" idx="17"/>
          </p:nvPr>
        </p:nvSpPr>
        <p:spPr>
          <a:xfrm>
            <a:off x="4051300" y="2422525"/>
            <a:ext cx="2997200" cy="1781979"/>
          </a:xfrm>
        </p:spPr>
        <p:txBody>
          <a:bodyPr>
            <a:noAutofit/>
          </a:bodyPr>
          <a:lstStyle/>
          <a:p>
            <a:r>
              <a:rPr lang="en-US"/>
              <a:t>Click icon to add picture</a:t>
            </a:r>
            <a:endParaRPr lang="en-US" dirty="0"/>
          </a:p>
        </p:txBody>
      </p:sp>
      <p:sp>
        <p:nvSpPr>
          <p:cNvPr id="12" name="Picture Placeholder 4">
            <a:extLst>
              <a:ext uri="{FF2B5EF4-FFF2-40B4-BE49-F238E27FC236}">
                <a16:creationId xmlns:a16="http://schemas.microsoft.com/office/drawing/2014/main" id="{042F54CB-9200-4D74-968A-0A3E5871D9E5}"/>
              </a:ext>
            </a:extLst>
          </p:cNvPr>
          <p:cNvSpPr>
            <a:spLocks noGrp="1"/>
          </p:cNvSpPr>
          <p:nvPr>
            <p:ph type="pic" sz="quarter" idx="18"/>
          </p:nvPr>
        </p:nvSpPr>
        <p:spPr>
          <a:xfrm>
            <a:off x="736600" y="4479925"/>
            <a:ext cx="2997200" cy="1781979"/>
          </a:xfrm>
        </p:spPr>
        <p:txBody>
          <a:bodyPr>
            <a:noAutofit/>
          </a:bodyPr>
          <a:lstStyle/>
          <a:p>
            <a:r>
              <a:rPr lang="en-US"/>
              <a:t>Click icon to add picture</a:t>
            </a:r>
            <a:endParaRPr lang="en-US" dirty="0"/>
          </a:p>
        </p:txBody>
      </p:sp>
      <p:sp>
        <p:nvSpPr>
          <p:cNvPr id="13" name="Picture Placeholder 4">
            <a:extLst>
              <a:ext uri="{FF2B5EF4-FFF2-40B4-BE49-F238E27FC236}">
                <a16:creationId xmlns:a16="http://schemas.microsoft.com/office/drawing/2014/main" id="{1D925119-27E3-496E-86BC-23416F94FB61}"/>
              </a:ext>
            </a:extLst>
          </p:cNvPr>
          <p:cNvSpPr>
            <a:spLocks noGrp="1"/>
          </p:cNvSpPr>
          <p:nvPr>
            <p:ph type="pic" sz="quarter" idx="19"/>
          </p:nvPr>
        </p:nvSpPr>
        <p:spPr>
          <a:xfrm>
            <a:off x="4051300" y="4479925"/>
            <a:ext cx="2997200" cy="1781979"/>
          </a:xfrm>
        </p:spPr>
        <p:txBody>
          <a:bodyPr>
            <a:noAutofit/>
          </a:bodyPr>
          <a:lstStyle/>
          <a:p>
            <a:r>
              <a:rPr lang="en-US"/>
              <a:t>Click icon to add picture</a:t>
            </a:r>
            <a:endParaRPr lang="en-US" dirty="0"/>
          </a:p>
        </p:txBody>
      </p:sp>
      <p:sp>
        <p:nvSpPr>
          <p:cNvPr id="4" name="Rectangle 3">
            <a:extLst>
              <a:ext uri="{FF2B5EF4-FFF2-40B4-BE49-F238E27FC236}">
                <a16:creationId xmlns:a16="http://schemas.microsoft.com/office/drawing/2014/main" id="{9DF93AF7-D4DC-42B5-8A4F-B5F3ABBB031F}"/>
              </a:ext>
              <a:ext uri="{C183D7F6-B498-43B3-948B-1728B52AA6E4}">
                <adec:decorative xmlns:adec="http://schemas.microsoft.com/office/drawing/2017/decorative" val="1"/>
              </a:ext>
            </a:extLst>
          </p:cNvPr>
          <p:cNvSpPr/>
          <p:nvPr userDrawn="1"/>
        </p:nvSpPr>
        <p:spPr>
          <a:xfrm>
            <a:off x="7781678" y="6303963"/>
            <a:ext cx="301498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Tree>
    <p:extLst>
      <p:ext uri="{BB962C8B-B14F-4D97-AF65-F5344CB8AC3E}">
        <p14:creationId xmlns:p14="http://schemas.microsoft.com/office/powerpoint/2010/main" val="175396809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hart and 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345D17-D652-4766-B11C-2E8D8390D957}"/>
              </a:ext>
            </a:extLst>
          </p:cNvPr>
          <p:cNvSpPr>
            <a:spLocks noGrp="1"/>
          </p:cNvSpPr>
          <p:nvPr>
            <p:ph type="title"/>
          </p:nvPr>
        </p:nvSpPr>
        <p:spPr>
          <a:xfrm>
            <a:off x="594519" y="767791"/>
            <a:ext cx="11002962" cy="823913"/>
          </a:xfrm>
        </p:spPr>
        <p:txBody>
          <a:bodyPr>
            <a:noAutofit/>
          </a:bodyPr>
          <a:lstStyle>
            <a:lvl1pPr>
              <a:defRPr sz="4800" spc="300"/>
            </a:lvl1pPr>
          </a:lstStyle>
          <a:p>
            <a:r>
              <a:rPr lang="en-US"/>
              <a:t>Click to edit Master title style</a:t>
            </a:r>
            <a:endParaRPr lang="en-US" dirty="0"/>
          </a:p>
        </p:txBody>
      </p:sp>
      <p:sp>
        <p:nvSpPr>
          <p:cNvPr id="3" name="Footer Placeholder 2">
            <a:extLst>
              <a:ext uri="{FF2B5EF4-FFF2-40B4-BE49-F238E27FC236}">
                <a16:creationId xmlns:a16="http://schemas.microsoft.com/office/drawing/2014/main" id="{6BC7A58C-70BA-43E5-BD90-83ADB63B0C00}"/>
              </a:ext>
            </a:extLst>
          </p:cNvPr>
          <p:cNvSpPr>
            <a:spLocks noGrp="1"/>
          </p:cNvSpPr>
          <p:nvPr>
            <p:ph type="ftr" sz="quarter" idx="10"/>
          </p:nvPr>
        </p:nvSpPr>
        <p:spPr/>
        <p:txBody>
          <a:bodyPr/>
          <a:lstStyle/>
          <a:p>
            <a:r>
              <a:rPr lang="en-US" dirty="0"/>
              <a:t>Add a footer</a:t>
            </a:r>
          </a:p>
        </p:txBody>
      </p:sp>
      <p:sp>
        <p:nvSpPr>
          <p:cNvPr id="4" name="Slide Number Placeholder 3">
            <a:extLst>
              <a:ext uri="{FF2B5EF4-FFF2-40B4-BE49-F238E27FC236}">
                <a16:creationId xmlns:a16="http://schemas.microsoft.com/office/drawing/2014/main" id="{0F8A60B7-2499-42C6-8A74-ACDAE245746D}"/>
              </a:ext>
            </a:extLst>
          </p:cNvPr>
          <p:cNvSpPr>
            <a:spLocks noGrp="1"/>
          </p:cNvSpPr>
          <p:nvPr>
            <p:ph type="sldNum" sz="quarter" idx="11"/>
          </p:nvPr>
        </p:nvSpPr>
        <p:spPr/>
        <p:txBody>
          <a:bodyPr/>
          <a:lstStyle/>
          <a:p>
            <a:fld id="{8C2E478F-E849-4A8C-AF1F-CBCC78A7CBFA}" type="slidenum">
              <a:rPr lang="en-US" smtClean="0"/>
              <a:t>‹#›</a:t>
            </a:fld>
            <a:endParaRPr lang="en-US" dirty="0"/>
          </a:p>
        </p:txBody>
      </p:sp>
    </p:spTree>
    <p:extLst>
      <p:ext uri="{BB962C8B-B14F-4D97-AF65-F5344CB8AC3E}">
        <p14:creationId xmlns:p14="http://schemas.microsoft.com/office/powerpoint/2010/main" val="34526340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p:bg>
      <p:bgRef idx="1001">
        <a:schemeClr val="bg1"/>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E635FD8-712D-4EE2-A5B6-3DD8DE9C25E9}"/>
              </a:ext>
            </a:extLst>
          </p:cNvPr>
          <p:cNvSpPr>
            <a:spLocks noGrp="1"/>
          </p:cNvSpPr>
          <p:nvPr>
            <p:ph type="pic" sz="quarter" idx="10"/>
          </p:nvPr>
        </p:nvSpPr>
        <p:spPr>
          <a:xfrm>
            <a:off x="0" y="0"/>
            <a:ext cx="12192000" cy="6858000"/>
          </a:xfrm>
        </p:spPr>
        <p:txBody>
          <a:bodyPr anchor="ctr"/>
          <a:lstStyle>
            <a:lvl1pPr marL="0" indent="0"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C179BAC-E989-4203-B9B4-66280365481B}"/>
              </a:ext>
            </a:extLst>
          </p:cNvPr>
          <p:cNvSpPr>
            <a:spLocks noGrp="1"/>
          </p:cNvSpPr>
          <p:nvPr>
            <p:ph type="title"/>
          </p:nvPr>
        </p:nvSpPr>
        <p:spPr>
          <a:xfrm>
            <a:off x="4038600" y="4607137"/>
            <a:ext cx="4114800" cy="421480"/>
          </a:xfrm>
          <a:gradFill flip="none" rotWithShape="1">
            <a:gsLst>
              <a:gs pos="0">
                <a:schemeClr val="accent5"/>
              </a:gs>
              <a:gs pos="100000">
                <a:schemeClr val="accent2">
                  <a:lumMod val="97000"/>
                  <a:lumOff val="3000"/>
                </a:schemeClr>
              </a:gs>
              <a:gs pos="50000">
                <a:schemeClr val="accent1"/>
              </a:gs>
            </a:gsLst>
            <a:lin ang="10800000" scaled="1"/>
            <a:tileRect/>
          </a:gradFill>
        </p:spPr>
        <p:txBody>
          <a:bodyPr>
            <a:noAutofit/>
          </a:bodyPr>
          <a:lstStyle>
            <a:lvl1pPr>
              <a:defRPr sz="1400" spc="300" baseline="0">
                <a:latin typeface="+mn-lt"/>
              </a:defRPr>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60CCC81E-A013-4315-AD13-97BA3AA95596}"/>
              </a:ext>
            </a:extLst>
          </p:cNvPr>
          <p:cNvSpPr>
            <a:spLocks noGrp="1"/>
          </p:cNvSpPr>
          <p:nvPr>
            <p:ph type="body" sz="quarter" idx="11" hasCustomPrompt="1"/>
          </p:nvPr>
        </p:nvSpPr>
        <p:spPr>
          <a:xfrm>
            <a:off x="1478756" y="1569719"/>
            <a:ext cx="9234488" cy="2651443"/>
          </a:xfrm>
        </p:spPr>
        <p:txBody>
          <a:bodyPr>
            <a:noAutofit/>
          </a:bodyPr>
          <a:lstStyle>
            <a:lvl1pPr marL="0" indent="0" algn="ctr">
              <a:buNone/>
              <a:defRPr sz="3200"/>
            </a:lvl1pPr>
          </a:lstStyle>
          <a:p>
            <a:pPr lvl="0"/>
            <a:r>
              <a:rPr lang="en-US" dirty="0"/>
              <a:t>CLICK TO EDIT MASTER TEXT STYLES</a:t>
            </a:r>
          </a:p>
        </p:txBody>
      </p:sp>
    </p:spTree>
    <p:extLst>
      <p:ext uri="{BB962C8B-B14F-4D97-AF65-F5344CB8AC3E}">
        <p14:creationId xmlns:p14="http://schemas.microsoft.com/office/powerpoint/2010/main" val="79555376"/>
      </p:ext>
    </p:extLst>
  </p:cSld>
  <p:clrMapOvr>
    <a:overrideClrMapping bg1="dk1" tx1="lt1" bg2="dk2" tx2="lt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2 Column">
    <p:spTree>
      <p:nvGrpSpPr>
        <p:cNvPr id="1" name=""/>
        <p:cNvGrpSpPr/>
        <p:nvPr/>
      </p:nvGrpSpPr>
      <p:grpSpPr>
        <a:xfrm>
          <a:off x="0" y="0"/>
          <a:ext cx="0" cy="0"/>
          <a:chOff x="0" y="0"/>
          <a:chExt cx="0" cy="0"/>
        </a:xfrm>
      </p:grpSpPr>
      <p:sp>
        <p:nvSpPr>
          <p:cNvPr id="17" name="Title 2">
            <a:extLst>
              <a:ext uri="{FF2B5EF4-FFF2-40B4-BE49-F238E27FC236}">
                <a16:creationId xmlns:a16="http://schemas.microsoft.com/office/drawing/2014/main" id="{0EF11611-8537-47CC-87AC-2E25428B72BA}"/>
              </a:ext>
            </a:extLst>
          </p:cNvPr>
          <p:cNvSpPr>
            <a:spLocks noGrp="1"/>
          </p:cNvSpPr>
          <p:nvPr>
            <p:ph type="title"/>
          </p:nvPr>
        </p:nvSpPr>
        <p:spPr>
          <a:xfrm>
            <a:off x="594519" y="1"/>
            <a:ext cx="11002962" cy="1623218"/>
          </a:xfrm>
        </p:spPr>
        <p:txBody>
          <a:bodyPr anchor="ctr">
            <a:noAutofit/>
          </a:bodyPr>
          <a:lstStyle/>
          <a:p>
            <a:pPr algn="ctr"/>
            <a:r>
              <a:rPr lang="en-US" sz="4800"/>
              <a:t>Click to edit Master title style</a:t>
            </a:r>
            <a:endParaRPr lang="en-US" sz="4800" dirty="0"/>
          </a:p>
        </p:txBody>
      </p:sp>
      <p:sp>
        <p:nvSpPr>
          <p:cNvPr id="19" name="Picture Placeholder 17">
            <a:extLst>
              <a:ext uri="{FF2B5EF4-FFF2-40B4-BE49-F238E27FC236}">
                <a16:creationId xmlns:a16="http://schemas.microsoft.com/office/drawing/2014/main" id="{D1A63A52-1E65-414B-BBC3-D31F515791AC}"/>
              </a:ext>
            </a:extLst>
          </p:cNvPr>
          <p:cNvSpPr>
            <a:spLocks noGrp="1"/>
          </p:cNvSpPr>
          <p:nvPr>
            <p:ph type="pic" sz="quarter" idx="11"/>
          </p:nvPr>
        </p:nvSpPr>
        <p:spPr>
          <a:xfrm>
            <a:off x="6578601" y="1638300"/>
            <a:ext cx="5156200" cy="1892300"/>
          </a:xfrm>
        </p:spPr>
        <p:txBody>
          <a:bodyPr>
            <a:noAutofit/>
          </a:bodyPr>
          <a:lstStyle/>
          <a:p>
            <a:r>
              <a:rPr lang="en-US"/>
              <a:t>Click icon to add picture</a:t>
            </a:r>
            <a:endParaRPr lang="en-US" dirty="0"/>
          </a:p>
        </p:txBody>
      </p:sp>
      <p:sp>
        <p:nvSpPr>
          <p:cNvPr id="18" name="Picture Placeholder 17">
            <a:extLst>
              <a:ext uri="{FF2B5EF4-FFF2-40B4-BE49-F238E27FC236}">
                <a16:creationId xmlns:a16="http://schemas.microsoft.com/office/drawing/2014/main" id="{ED7E0E1A-1E64-4A9A-9C8B-69486BD1123B}"/>
              </a:ext>
            </a:extLst>
          </p:cNvPr>
          <p:cNvSpPr>
            <a:spLocks noGrp="1"/>
          </p:cNvSpPr>
          <p:nvPr>
            <p:ph type="pic" sz="quarter" idx="10"/>
          </p:nvPr>
        </p:nvSpPr>
        <p:spPr>
          <a:xfrm>
            <a:off x="469900" y="1638300"/>
            <a:ext cx="5156200" cy="1892300"/>
          </a:xfrm>
        </p:spPr>
        <p:txBody>
          <a:bodyPr>
            <a:noAutofit/>
          </a:bodyPr>
          <a:lstStyle/>
          <a:p>
            <a:r>
              <a:rPr lang="en-US"/>
              <a:t>Click icon to add picture</a:t>
            </a:r>
            <a:endParaRPr lang="en-US" dirty="0"/>
          </a:p>
        </p:txBody>
      </p:sp>
      <p:sp>
        <p:nvSpPr>
          <p:cNvPr id="10" name="Text Placeholder 3">
            <a:extLst>
              <a:ext uri="{FF2B5EF4-FFF2-40B4-BE49-F238E27FC236}">
                <a16:creationId xmlns:a16="http://schemas.microsoft.com/office/drawing/2014/main" id="{1E462965-19D7-4A65-B394-9AE76A5B4805}"/>
              </a:ext>
            </a:extLst>
          </p:cNvPr>
          <p:cNvSpPr>
            <a:spLocks noGrp="1"/>
          </p:cNvSpPr>
          <p:nvPr>
            <p:ph type="body" idx="1"/>
          </p:nvPr>
        </p:nvSpPr>
        <p:spPr>
          <a:xfrm>
            <a:off x="469107" y="3864355"/>
            <a:ext cx="5157787" cy="494506"/>
          </a:xfrm>
        </p:spPr>
        <p:txBody>
          <a:bodyPr>
            <a:noAutofit/>
          </a:bodyPr>
          <a:lstStyle>
            <a:lvl1pPr marL="0" indent="0">
              <a:buNone/>
              <a:defRPr sz="2400"/>
            </a:lvl1pPr>
          </a:lstStyle>
          <a:p>
            <a:pPr lvl="0"/>
            <a:r>
              <a:rPr lang="en-US" spc="300">
                <a:solidFill>
                  <a:schemeClr val="tx1"/>
                </a:solidFill>
              </a:rPr>
              <a:t>Click to edit Master text styles</a:t>
            </a:r>
          </a:p>
        </p:txBody>
      </p:sp>
      <p:sp>
        <p:nvSpPr>
          <p:cNvPr id="11" name="Content Placeholder 4">
            <a:extLst>
              <a:ext uri="{FF2B5EF4-FFF2-40B4-BE49-F238E27FC236}">
                <a16:creationId xmlns:a16="http://schemas.microsoft.com/office/drawing/2014/main" id="{FAEC14D1-0BEA-4D9A-9D96-A56B6A9B07AC}"/>
              </a:ext>
            </a:extLst>
          </p:cNvPr>
          <p:cNvSpPr>
            <a:spLocks noGrp="1"/>
          </p:cNvSpPr>
          <p:nvPr>
            <p:ph sz="half" idx="2"/>
          </p:nvPr>
        </p:nvSpPr>
        <p:spPr>
          <a:xfrm>
            <a:off x="469107" y="4531139"/>
            <a:ext cx="5157787" cy="2039144"/>
          </a:xfrm>
        </p:spPr>
        <p:txBody>
          <a:bodyPr>
            <a:noAutofit/>
          </a:bodyPr>
          <a:lstStyle/>
          <a:p>
            <a:pPr lvl="0">
              <a:lnSpc>
                <a:spcPct val="100000"/>
              </a:lnSpc>
              <a:buFont typeface="Wingdings" panose="05000000000000000000" pitchFamily="2" charset="2"/>
              <a:buChar char="§"/>
            </a:pPr>
            <a:r>
              <a:rPr lang="en-US" sz="1400">
                <a:solidFill>
                  <a:schemeClr val="tx1"/>
                </a:solidFill>
              </a:rPr>
              <a:t>Click to edit Master text styles</a:t>
            </a:r>
          </a:p>
        </p:txBody>
      </p:sp>
      <p:sp>
        <p:nvSpPr>
          <p:cNvPr id="12" name="Text Placeholder 5">
            <a:extLst>
              <a:ext uri="{FF2B5EF4-FFF2-40B4-BE49-F238E27FC236}">
                <a16:creationId xmlns:a16="http://schemas.microsoft.com/office/drawing/2014/main" id="{1507BB47-1AB4-42F2-99FF-453A0622B815}"/>
              </a:ext>
            </a:extLst>
          </p:cNvPr>
          <p:cNvSpPr>
            <a:spLocks noGrp="1"/>
          </p:cNvSpPr>
          <p:nvPr>
            <p:ph type="body" sz="quarter" idx="3"/>
          </p:nvPr>
        </p:nvSpPr>
        <p:spPr>
          <a:xfrm>
            <a:off x="6565107" y="3864355"/>
            <a:ext cx="5183188" cy="494506"/>
          </a:xfrm>
        </p:spPr>
        <p:txBody>
          <a:bodyPr>
            <a:noAutofit/>
          </a:bodyPr>
          <a:lstStyle>
            <a:lvl1pPr marL="0" indent="0">
              <a:buNone/>
              <a:defRPr sz="2400"/>
            </a:lvl1pPr>
          </a:lstStyle>
          <a:p>
            <a:pPr lvl="0"/>
            <a:r>
              <a:rPr lang="en-US" spc="300">
                <a:solidFill>
                  <a:schemeClr val="tx1"/>
                </a:solidFill>
              </a:rPr>
              <a:t>Click to edit Master text styles</a:t>
            </a:r>
          </a:p>
        </p:txBody>
      </p:sp>
      <p:sp>
        <p:nvSpPr>
          <p:cNvPr id="14" name="Content Placeholder 6">
            <a:extLst>
              <a:ext uri="{FF2B5EF4-FFF2-40B4-BE49-F238E27FC236}">
                <a16:creationId xmlns:a16="http://schemas.microsoft.com/office/drawing/2014/main" id="{438D6EEA-A0DB-4B5F-8F41-A9C1F2C094C0}"/>
              </a:ext>
            </a:extLst>
          </p:cNvPr>
          <p:cNvSpPr>
            <a:spLocks noGrp="1"/>
          </p:cNvSpPr>
          <p:nvPr>
            <p:ph sz="quarter" idx="4"/>
          </p:nvPr>
        </p:nvSpPr>
        <p:spPr>
          <a:xfrm>
            <a:off x="6565107" y="4531139"/>
            <a:ext cx="5183188" cy="2039144"/>
          </a:xfrm>
        </p:spPr>
        <p:txBody>
          <a:bodyPr>
            <a:noAutofit/>
          </a:bodyPr>
          <a:lstStyle/>
          <a:p>
            <a:pPr lvl="0">
              <a:lnSpc>
                <a:spcPct val="100000"/>
              </a:lnSpc>
              <a:buFont typeface="Wingdings" panose="05000000000000000000" pitchFamily="2" charset="2"/>
              <a:buChar char="§"/>
            </a:pPr>
            <a:r>
              <a:rPr lang="en-US" sz="1400">
                <a:solidFill>
                  <a:schemeClr val="tx1"/>
                </a:solidFill>
              </a:rPr>
              <a:t>Click to edit Master text styles</a:t>
            </a:r>
          </a:p>
        </p:txBody>
      </p:sp>
      <p:sp>
        <p:nvSpPr>
          <p:cNvPr id="20" name="Slide Number Placeholder 5">
            <a:extLst>
              <a:ext uri="{FF2B5EF4-FFF2-40B4-BE49-F238E27FC236}">
                <a16:creationId xmlns:a16="http://schemas.microsoft.com/office/drawing/2014/main" id="{A4909F59-7529-454A-A1EF-3CC1EADEFC1F}"/>
              </a:ext>
            </a:extLst>
          </p:cNvPr>
          <p:cNvSpPr>
            <a:spLocks noGrp="1"/>
          </p:cNvSpPr>
          <p:nvPr>
            <p:ph type="sldNum" sz="quarter" idx="12"/>
          </p:nvPr>
        </p:nvSpPr>
        <p:spPr>
          <a:xfrm>
            <a:off x="11549269" y="6468303"/>
            <a:ext cx="443948" cy="365125"/>
          </a:xfrm>
        </p:spPr>
        <p:txBody>
          <a:bodyPr>
            <a:noAutofit/>
          </a:bodyPr>
          <a:lstStyle/>
          <a:p>
            <a:fld id="{8C2E478F-E849-4A8C-AF1F-CBCC78A7CBFA}" type="slidenum">
              <a:rPr lang="en-US" smtClean="0"/>
              <a:t>‹#›</a:t>
            </a:fld>
            <a:endParaRPr lang="en-US" dirty="0"/>
          </a:p>
        </p:txBody>
      </p:sp>
    </p:spTree>
    <p:extLst>
      <p:ext uri="{BB962C8B-B14F-4D97-AF65-F5344CB8AC3E}">
        <p14:creationId xmlns:p14="http://schemas.microsoft.com/office/powerpoint/2010/main" val="12708345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3 Column">
    <p:spTree>
      <p:nvGrpSpPr>
        <p:cNvPr id="1" name=""/>
        <p:cNvGrpSpPr/>
        <p:nvPr/>
      </p:nvGrpSpPr>
      <p:grpSpPr>
        <a:xfrm>
          <a:off x="0" y="0"/>
          <a:ext cx="0" cy="0"/>
          <a:chOff x="0" y="0"/>
          <a:chExt cx="0" cy="0"/>
        </a:xfrm>
      </p:grpSpPr>
      <p:sp>
        <p:nvSpPr>
          <p:cNvPr id="22" name="Title 2">
            <a:extLst>
              <a:ext uri="{FF2B5EF4-FFF2-40B4-BE49-F238E27FC236}">
                <a16:creationId xmlns:a16="http://schemas.microsoft.com/office/drawing/2014/main" id="{6186F91B-547E-43BC-9BCE-04619DAAFEC2}"/>
              </a:ext>
            </a:extLst>
          </p:cNvPr>
          <p:cNvSpPr>
            <a:spLocks noGrp="1"/>
          </p:cNvSpPr>
          <p:nvPr>
            <p:ph type="title"/>
          </p:nvPr>
        </p:nvSpPr>
        <p:spPr>
          <a:xfrm>
            <a:off x="594519" y="1"/>
            <a:ext cx="11002962" cy="1623218"/>
          </a:xfrm>
        </p:spPr>
        <p:txBody>
          <a:bodyPr anchor="ctr">
            <a:noAutofit/>
          </a:bodyPr>
          <a:lstStyle/>
          <a:p>
            <a:pPr algn="ctr"/>
            <a:r>
              <a:rPr lang="en-US" sz="4800"/>
              <a:t>Click to edit Master title style</a:t>
            </a:r>
            <a:endParaRPr lang="en-US" sz="4800" dirty="0"/>
          </a:p>
        </p:txBody>
      </p:sp>
      <p:sp>
        <p:nvSpPr>
          <p:cNvPr id="28" name="Text Placeholder 27">
            <a:extLst>
              <a:ext uri="{FF2B5EF4-FFF2-40B4-BE49-F238E27FC236}">
                <a16:creationId xmlns:a16="http://schemas.microsoft.com/office/drawing/2014/main" id="{D635DFA1-45D2-4EFE-8BB2-BE966346691E}"/>
              </a:ext>
            </a:extLst>
          </p:cNvPr>
          <p:cNvSpPr>
            <a:spLocks noGrp="1"/>
          </p:cNvSpPr>
          <p:nvPr>
            <p:ph type="body" sz="quarter" idx="13" hasCustomPrompt="1"/>
          </p:nvPr>
        </p:nvSpPr>
        <p:spPr>
          <a:xfrm>
            <a:off x="960121" y="3669506"/>
            <a:ext cx="3108326" cy="2566988"/>
          </a:xfrm>
        </p:spPr>
        <p:txBody>
          <a:bodyPr>
            <a:noAutofit/>
          </a:bodyPr>
          <a:lstStyle>
            <a:lvl1pPr marL="0" indent="0">
              <a:buFont typeface="Wingdings" panose="05000000000000000000" pitchFamily="2" charset="2"/>
              <a:buNone/>
              <a:defRPr sz="2400" spc="300"/>
            </a:lvl1pPr>
            <a:lvl2pPr marL="685800" indent="-228600">
              <a:buFont typeface="Wingdings" panose="05000000000000000000" pitchFamily="2" charset="2"/>
              <a:buChar char="§"/>
              <a:defRPr/>
            </a:lvl2pPr>
            <a:lvl3pPr marL="1143000" indent="-228600">
              <a:buFont typeface="Wingdings" panose="05000000000000000000" pitchFamily="2" charset="2"/>
              <a:buChar char="§"/>
              <a:defRPr/>
            </a:lvl3pPr>
            <a:lvl4pPr marL="1600200" indent="-228600">
              <a:buFont typeface="Wingdings" panose="05000000000000000000" pitchFamily="2" charset="2"/>
              <a:buChar char="§"/>
              <a:defRPr/>
            </a:lvl4pPr>
            <a:lvl5pPr marL="2057400" indent="-228600">
              <a:buFont typeface="Wingdings" panose="05000000000000000000" pitchFamily="2" charset="2"/>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4" name="Picture Placeholder 23">
            <a:extLst>
              <a:ext uri="{FF2B5EF4-FFF2-40B4-BE49-F238E27FC236}">
                <a16:creationId xmlns:a16="http://schemas.microsoft.com/office/drawing/2014/main" id="{2F2918FE-A84E-4303-AEF3-4FD66CDD733E}"/>
              </a:ext>
            </a:extLst>
          </p:cNvPr>
          <p:cNvSpPr>
            <a:spLocks noGrp="1"/>
          </p:cNvSpPr>
          <p:nvPr>
            <p:ph type="pic" sz="quarter" idx="10"/>
          </p:nvPr>
        </p:nvSpPr>
        <p:spPr>
          <a:xfrm>
            <a:off x="960438" y="1624013"/>
            <a:ext cx="3108325" cy="1892300"/>
          </a:xfrm>
        </p:spPr>
        <p:txBody>
          <a:bodyPr>
            <a:noAutofit/>
          </a:bodyPr>
          <a:lstStyle/>
          <a:p>
            <a:r>
              <a:rPr lang="en-US"/>
              <a:t>Click icon to add picture</a:t>
            </a:r>
            <a:endParaRPr lang="en-US" dirty="0"/>
          </a:p>
        </p:txBody>
      </p:sp>
      <p:sp>
        <p:nvSpPr>
          <p:cNvPr id="25" name="Picture Placeholder 23">
            <a:extLst>
              <a:ext uri="{FF2B5EF4-FFF2-40B4-BE49-F238E27FC236}">
                <a16:creationId xmlns:a16="http://schemas.microsoft.com/office/drawing/2014/main" id="{E2401025-9BC9-4BDD-97DA-CA763CF846BB}"/>
              </a:ext>
            </a:extLst>
          </p:cNvPr>
          <p:cNvSpPr>
            <a:spLocks noGrp="1"/>
          </p:cNvSpPr>
          <p:nvPr>
            <p:ph type="pic" sz="quarter" idx="11"/>
          </p:nvPr>
        </p:nvSpPr>
        <p:spPr>
          <a:xfrm>
            <a:off x="4542155" y="1623219"/>
            <a:ext cx="3108325" cy="1892300"/>
          </a:xfrm>
        </p:spPr>
        <p:txBody>
          <a:bodyPr>
            <a:noAutofit/>
          </a:bodyPr>
          <a:lstStyle/>
          <a:p>
            <a:r>
              <a:rPr lang="en-US"/>
              <a:t>Click icon to add picture</a:t>
            </a:r>
            <a:endParaRPr lang="en-US" dirty="0"/>
          </a:p>
        </p:txBody>
      </p:sp>
      <p:sp>
        <p:nvSpPr>
          <p:cNvPr id="26" name="Picture Placeholder 23">
            <a:extLst>
              <a:ext uri="{FF2B5EF4-FFF2-40B4-BE49-F238E27FC236}">
                <a16:creationId xmlns:a16="http://schemas.microsoft.com/office/drawing/2014/main" id="{B7C4AAB6-897A-4ABD-AD50-2D86B197E914}"/>
              </a:ext>
            </a:extLst>
          </p:cNvPr>
          <p:cNvSpPr>
            <a:spLocks noGrp="1"/>
          </p:cNvSpPr>
          <p:nvPr>
            <p:ph type="pic" sz="quarter" idx="12"/>
          </p:nvPr>
        </p:nvSpPr>
        <p:spPr>
          <a:xfrm>
            <a:off x="8122920" y="1623219"/>
            <a:ext cx="3108325" cy="1892300"/>
          </a:xfrm>
        </p:spPr>
        <p:txBody>
          <a:bodyPr>
            <a:noAutofit/>
          </a:bodyPr>
          <a:lstStyle/>
          <a:p>
            <a:r>
              <a:rPr lang="en-US"/>
              <a:t>Click icon to add picture</a:t>
            </a:r>
            <a:endParaRPr lang="en-US" dirty="0"/>
          </a:p>
        </p:txBody>
      </p:sp>
      <p:sp>
        <p:nvSpPr>
          <p:cNvPr id="29" name="Text Placeholder 27">
            <a:extLst>
              <a:ext uri="{FF2B5EF4-FFF2-40B4-BE49-F238E27FC236}">
                <a16:creationId xmlns:a16="http://schemas.microsoft.com/office/drawing/2014/main" id="{790D65EC-6EB4-4594-91E9-5C3DE7C3BA89}"/>
              </a:ext>
            </a:extLst>
          </p:cNvPr>
          <p:cNvSpPr>
            <a:spLocks noGrp="1"/>
          </p:cNvSpPr>
          <p:nvPr>
            <p:ph type="body" sz="quarter" idx="14" hasCustomPrompt="1"/>
          </p:nvPr>
        </p:nvSpPr>
        <p:spPr>
          <a:xfrm>
            <a:off x="4541837" y="3681412"/>
            <a:ext cx="3108326" cy="2566988"/>
          </a:xfrm>
        </p:spPr>
        <p:txBody>
          <a:bodyPr>
            <a:noAutofit/>
          </a:bodyPr>
          <a:lstStyle>
            <a:lvl1pPr marL="0" indent="0">
              <a:buFont typeface="Wingdings" panose="05000000000000000000" pitchFamily="2" charset="2"/>
              <a:buNone/>
              <a:defRPr sz="2400" spc="300"/>
            </a:lvl1pPr>
            <a:lvl2pPr marL="685800" indent="-228600">
              <a:buFont typeface="Wingdings" panose="05000000000000000000" pitchFamily="2" charset="2"/>
              <a:buChar char="§"/>
              <a:defRPr/>
            </a:lvl2pPr>
            <a:lvl3pPr marL="1143000" indent="-228600">
              <a:buFont typeface="Wingdings" panose="05000000000000000000" pitchFamily="2" charset="2"/>
              <a:buChar char="§"/>
              <a:defRPr/>
            </a:lvl3pPr>
            <a:lvl4pPr marL="1600200" indent="-228600">
              <a:buFont typeface="Wingdings" panose="05000000000000000000" pitchFamily="2" charset="2"/>
              <a:buChar char="§"/>
              <a:defRPr/>
            </a:lvl4pPr>
            <a:lvl5pPr marL="2057400" indent="-228600">
              <a:buFont typeface="Wingdings" panose="05000000000000000000" pitchFamily="2" charset="2"/>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0" name="Text Placeholder 27">
            <a:extLst>
              <a:ext uri="{FF2B5EF4-FFF2-40B4-BE49-F238E27FC236}">
                <a16:creationId xmlns:a16="http://schemas.microsoft.com/office/drawing/2014/main" id="{611CF730-D055-47C2-A626-299F429D41B2}"/>
              </a:ext>
            </a:extLst>
          </p:cNvPr>
          <p:cNvSpPr>
            <a:spLocks noGrp="1"/>
          </p:cNvSpPr>
          <p:nvPr>
            <p:ph type="body" sz="quarter" idx="15" hasCustomPrompt="1"/>
          </p:nvPr>
        </p:nvSpPr>
        <p:spPr>
          <a:xfrm>
            <a:off x="8122919" y="3681412"/>
            <a:ext cx="3108326" cy="2566988"/>
          </a:xfrm>
        </p:spPr>
        <p:txBody>
          <a:bodyPr>
            <a:noAutofit/>
          </a:bodyPr>
          <a:lstStyle>
            <a:lvl1pPr marL="0" indent="0">
              <a:buFont typeface="Wingdings" panose="05000000000000000000" pitchFamily="2" charset="2"/>
              <a:buNone/>
              <a:defRPr sz="2400" spc="300"/>
            </a:lvl1pPr>
            <a:lvl2pPr marL="685800" indent="-228600">
              <a:buFont typeface="Wingdings" panose="05000000000000000000" pitchFamily="2" charset="2"/>
              <a:buChar char="§"/>
              <a:defRPr/>
            </a:lvl2pPr>
            <a:lvl3pPr marL="1143000" indent="-228600">
              <a:buFont typeface="Wingdings" panose="05000000000000000000" pitchFamily="2" charset="2"/>
              <a:buChar char="§"/>
              <a:defRPr/>
            </a:lvl3pPr>
            <a:lvl4pPr marL="1600200" indent="-228600">
              <a:buFont typeface="Wingdings" panose="05000000000000000000" pitchFamily="2" charset="2"/>
              <a:buChar char="§"/>
              <a:defRPr/>
            </a:lvl4pPr>
            <a:lvl5pPr marL="2057400" indent="-228600">
              <a:buFont typeface="Wingdings" panose="05000000000000000000" pitchFamily="2" charset="2"/>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1" name="Slide Number Placeholder 5">
            <a:extLst>
              <a:ext uri="{FF2B5EF4-FFF2-40B4-BE49-F238E27FC236}">
                <a16:creationId xmlns:a16="http://schemas.microsoft.com/office/drawing/2014/main" id="{F09E06A6-BFDD-42BD-BA69-2CD3BEF0F73D}"/>
              </a:ext>
            </a:extLst>
          </p:cNvPr>
          <p:cNvSpPr>
            <a:spLocks noGrp="1"/>
          </p:cNvSpPr>
          <p:nvPr>
            <p:ph type="sldNum" sz="quarter" idx="16"/>
          </p:nvPr>
        </p:nvSpPr>
        <p:spPr>
          <a:xfrm>
            <a:off x="11549269" y="6468303"/>
            <a:ext cx="443948" cy="365125"/>
          </a:xfrm>
        </p:spPr>
        <p:txBody>
          <a:bodyPr>
            <a:noAutofit/>
          </a:bodyPr>
          <a:lstStyle/>
          <a:p>
            <a:fld id="{8C2E478F-E849-4A8C-AF1F-CBCC78A7CBFA}" type="slidenum">
              <a:rPr lang="en-US" smtClean="0"/>
              <a:t>‹#›</a:t>
            </a:fld>
            <a:endParaRPr lang="en-US" dirty="0"/>
          </a:p>
        </p:txBody>
      </p:sp>
    </p:spTree>
    <p:extLst>
      <p:ext uri="{BB962C8B-B14F-4D97-AF65-F5344CB8AC3E}">
        <p14:creationId xmlns:p14="http://schemas.microsoft.com/office/powerpoint/2010/main" val="41455920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186FE9B2-6286-484B-8943-95EE0B6B0267}"/>
              </a:ext>
            </a:extLst>
          </p:cNvPr>
          <p:cNvSpPr>
            <a:spLocks noGrp="1"/>
          </p:cNvSpPr>
          <p:nvPr>
            <p:ph type="pic" sz="quarter" idx="14"/>
          </p:nvPr>
        </p:nvSpPr>
        <p:spPr>
          <a:xfrm>
            <a:off x="0" y="0"/>
            <a:ext cx="5416550" cy="6858000"/>
          </a:xfrm>
          <a:effectLst/>
        </p:spPr>
        <p:txBody>
          <a:bodyPr anchor="ctr"/>
          <a:lstStyle>
            <a:lvl1pPr marL="0" indent="0" algn="ctr">
              <a:buNone/>
              <a:defRPr/>
            </a:lvl1pPr>
          </a:lstStyle>
          <a:p>
            <a:r>
              <a:rPr lang="en-US"/>
              <a:t>Click icon to add picture</a:t>
            </a:r>
            <a:endParaRPr lang="en-US" dirty="0"/>
          </a:p>
        </p:txBody>
      </p:sp>
      <p:sp>
        <p:nvSpPr>
          <p:cNvPr id="11" name="Slide Number Placeholder 5">
            <a:extLst>
              <a:ext uri="{FF2B5EF4-FFF2-40B4-BE49-F238E27FC236}">
                <a16:creationId xmlns:a16="http://schemas.microsoft.com/office/drawing/2014/main" id="{7D4E8708-8565-4A5B-9D9E-1D4F40EAF909}"/>
              </a:ext>
            </a:extLst>
          </p:cNvPr>
          <p:cNvSpPr>
            <a:spLocks noGrp="1"/>
          </p:cNvSpPr>
          <p:nvPr>
            <p:ph type="sldNum" sz="quarter" idx="4"/>
          </p:nvPr>
        </p:nvSpPr>
        <p:spPr>
          <a:xfrm>
            <a:off x="11549269" y="6468303"/>
            <a:ext cx="443948"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2E478F-E849-4A8C-AF1F-CBCC78A7CBFA}" type="slidenum">
              <a:rPr lang="en-US" smtClean="0"/>
              <a:t>‹#›</a:t>
            </a:fld>
            <a:endParaRPr lang="en-US" dirty="0"/>
          </a:p>
        </p:txBody>
      </p:sp>
      <p:sp>
        <p:nvSpPr>
          <p:cNvPr id="16" name="Content Placeholder 8">
            <a:extLst>
              <a:ext uri="{FF2B5EF4-FFF2-40B4-BE49-F238E27FC236}">
                <a16:creationId xmlns:a16="http://schemas.microsoft.com/office/drawing/2014/main" id="{42436126-0370-4532-A8AD-D20897982AD2}"/>
              </a:ext>
            </a:extLst>
          </p:cNvPr>
          <p:cNvSpPr>
            <a:spLocks noGrp="1"/>
          </p:cNvSpPr>
          <p:nvPr>
            <p:ph idx="1" hasCustomPrompt="1"/>
          </p:nvPr>
        </p:nvSpPr>
        <p:spPr>
          <a:xfrm>
            <a:off x="6096000" y="1661160"/>
            <a:ext cx="4646246" cy="2218585"/>
          </a:xfrm>
        </p:spPr>
        <p:txBody>
          <a:bodyPr>
            <a:noAutofit/>
          </a:bodyPr>
          <a:lstStyle>
            <a:lvl1pPr>
              <a:defRPr/>
            </a:lvl1pPr>
          </a:lstStyle>
          <a:p>
            <a:pPr marL="0" indent="0">
              <a:lnSpc>
                <a:spcPct val="100000"/>
              </a:lnSpc>
              <a:buNone/>
            </a:pPr>
            <a:r>
              <a:rPr lang="en-US" sz="1600" dirty="0">
                <a:cs typeface="Biome Light" panose="020B0303030204020804" pitchFamily="34" charset="0"/>
              </a:rPr>
              <a:t>Click to edit master text style.</a:t>
            </a:r>
          </a:p>
          <a:p>
            <a:pPr marL="0" indent="0">
              <a:buNone/>
            </a:pPr>
            <a:endParaRPr lang="en-US" dirty="0"/>
          </a:p>
        </p:txBody>
      </p:sp>
      <p:sp>
        <p:nvSpPr>
          <p:cNvPr id="17" name="Slide Number Placeholder 70">
            <a:extLst>
              <a:ext uri="{FF2B5EF4-FFF2-40B4-BE49-F238E27FC236}">
                <a16:creationId xmlns:a16="http://schemas.microsoft.com/office/drawing/2014/main" id="{AEC105AD-E933-4969-B038-0ABD6F013167}"/>
              </a:ext>
            </a:extLst>
          </p:cNvPr>
          <p:cNvSpPr txBox="1">
            <a:spLocks/>
          </p:cNvSpPr>
          <p:nvPr userDrawn="1"/>
        </p:nvSpPr>
        <p:spPr>
          <a:xfrm>
            <a:off x="11549269" y="6468303"/>
            <a:ext cx="443948"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C2E478F-E849-4A8C-AF1F-CBCC78A7CBFA}" type="slidenum">
              <a:rPr lang="en-US" smtClean="0"/>
              <a:pPr/>
              <a:t>‹#›</a:t>
            </a:fld>
            <a:endParaRPr lang="en-US" dirty="0"/>
          </a:p>
        </p:txBody>
      </p:sp>
      <p:sp>
        <p:nvSpPr>
          <p:cNvPr id="7" name="Title 1">
            <a:extLst>
              <a:ext uri="{FF2B5EF4-FFF2-40B4-BE49-F238E27FC236}">
                <a16:creationId xmlns:a16="http://schemas.microsoft.com/office/drawing/2014/main" id="{76CDEBF2-B5C9-4887-B717-81C3D1A73CA9}"/>
              </a:ext>
            </a:extLst>
          </p:cNvPr>
          <p:cNvSpPr>
            <a:spLocks noGrp="1"/>
          </p:cNvSpPr>
          <p:nvPr>
            <p:ph type="title"/>
          </p:nvPr>
        </p:nvSpPr>
        <p:spPr>
          <a:xfrm>
            <a:off x="6095999" y="612037"/>
            <a:ext cx="5897218" cy="884238"/>
          </a:xfrm>
        </p:spPr>
        <p:txBody>
          <a:bodyPr lIns="91440" rIns="91440" anchor="t">
            <a:noAutofit/>
          </a:bodyPr>
          <a:lstStyle>
            <a:lvl1pPr algn="l">
              <a:lnSpc>
                <a:spcPct val="150000"/>
              </a:lnSpc>
              <a:spcBef>
                <a:spcPts val="1000"/>
              </a:spcBef>
              <a:defRPr sz="3200">
                <a:solidFill>
                  <a:schemeClr val="tx1"/>
                </a:solidFill>
              </a:defRPr>
            </a:lvl1pPr>
          </a:lstStyle>
          <a:p>
            <a:r>
              <a:rPr lang="en-US"/>
              <a:t>Click to edit Master title style</a:t>
            </a:r>
            <a:endParaRPr lang="en-US" dirty="0"/>
          </a:p>
        </p:txBody>
      </p:sp>
      <p:sp>
        <p:nvSpPr>
          <p:cNvPr id="2" name="Rectangle 1">
            <a:extLst>
              <a:ext uri="{FF2B5EF4-FFF2-40B4-BE49-F238E27FC236}">
                <a16:creationId xmlns:a16="http://schemas.microsoft.com/office/drawing/2014/main" id="{016A7FA3-8C13-4E5A-88C4-4357C8ACD73E}"/>
              </a:ext>
              <a:ext uri="{C183D7F6-B498-43B3-948B-1728B52AA6E4}">
                <adec:decorative xmlns:adec="http://schemas.microsoft.com/office/drawing/2017/decorative" val="1"/>
              </a:ext>
            </a:extLst>
          </p:cNvPr>
          <p:cNvSpPr/>
          <p:nvPr userDrawn="1"/>
        </p:nvSpPr>
        <p:spPr>
          <a:xfrm>
            <a:off x="6107044" y="6303963"/>
            <a:ext cx="301498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7131968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losing">
    <p:bg>
      <p:bgRef idx="1001">
        <a:schemeClr val="bg1"/>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E635FD8-712D-4EE2-A5B6-3DD8DE9C25E9}"/>
              </a:ext>
            </a:extLst>
          </p:cNvPr>
          <p:cNvSpPr>
            <a:spLocks noGrp="1"/>
          </p:cNvSpPr>
          <p:nvPr>
            <p:ph type="pic" sz="quarter" idx="10"/>
          </p:nvPr>
        </p:nvSpPr>
        <p:spPr>
          <a:xfrm>
            <a:off x="0" y="0"/>
            <a:ext cx="12192000" cy="6858000"/>
          </a:xfrm>
        </p:spPr>
        <p:txBody>
          <a:bodyPr/>
          <a:lstStyle>
            <a:lvl1pPr marL="0" indent="0" algn="ctr">
              <a:buNone/>
              <a:defRPr/>
            </a:lvl1pPr>
          </a:lstStyle>
          <a:p>
            <a:r>
              <a:rPr lang="en-US"/>
              <a:t>Click icon to add picture</a:t>
            </a:r>
            <a:endParaRPr lang="en-US" dirty="0"/>
          </a:p>
        </p:txBody>
      </p:sp>
      <p:sp>
        <p:nvSpPr>
          <p:cNvPr id="6" name="Title 5">
            <a:extLst>
              <a:ext uri="{FF2B5EF4-FFF2-40B4-BE49-F238E27FC236}">
                <a16:creationId xmlns:a16="http://schemas.microsoft.com/office/drawing/2014/main" id="{D9074D0F-754F-4F2C-A410-F222D2D2346E}"/>
              </a:ext>
            </a:extLst>
          </p:cNvPr>
          <p:cNvSpPr>
            <a:spLocks noGrp="1"/>
          </p:cNvSpPr>
          <p:nvPr>
            <p:ph type="title" idx="4294967295"/>
          </p:nvPr>
        </p:nvSpPr>
        <p:spPr>
          <a:xfrm>
            <a:off x="702365" y="1660810"/>
            <a:ext cx="10787270" cy="830649"/>
          </a:xfrm>
        </p:spPr>
        <p:txBody>
          <a:bodyPr>
            <a:noAutofit/>
          </a:bodyPr>
          <a:lstStyle/>
          <a:p>
            <a:r>
              <a:rPr lang="en-US" sz="4000" spc="300"/>
              <a:t>Click to edit Master title style</a:t>
            </a:r>
            <a:endParaRPr lang="en-US" sz="4000" spc="300" dirty="0"/>
          </a:p>
        </p:txBody>
      </p:sp>
      <p:sp>
        <p:nvSpPr>
          <p:cNvPr id="14" name="Text Placeholder 13">
            <a:extLst>
              <a:ext uri="{FF2B5EF4-FFF2-40B4-BE49-F238E27FC236}">
                <a16:creationId xmlns:a16="http://schemas.microsoft.com/office/drawing/2014/main" id="{F80209DF-C4D9-43B8-AA05-F53619153042}"/>
              </a:ext>
            </a:extLst>
          </p:cNvPr>
          <p:cNvSpPr>
            <a:spLocks noGrp="1"/>
          </p:cNvSpPr>
          <p:nvPr>
            <p:ph type="body" sz="quarter" idx="12" hasCustomPrompt="1"/>
          </p:nvPr>
        </p:nvSpPr>
        <p:spPr>
          <a:xfrm>
            <a:off x="3512343" y="5137992"/>
            <a:ext cx="5167313" cy="518795"/>
          </a:xfrm>
          <a:gradFill flip="none" rotWithShape="1">
            <a:gsLst>
              <a:gs pos="0">
                <a:schemeClr val="accent5"/>
              </a:gs>
              <a:gs pos="100000">
                <a:schemeClr val="accent2">
                  <a:lumMod val="97000"/>
                  <a:lumOff val="3000"/>
                </a:schemeClr>
              </a:gs>
              <a:gs pos="50000">
                <a:schemeClr val="accent1"/>
              </a:gs>
            </a:gsLst>
            <a:lin ang="10800000" scaled="1"/>
            <a:tileRect/>
          </a:gradFill>
        </p:spPr>
        <p:txBody>
          <a:bodyPr>
            <a:noAutofit/>
          </a:bodyPr>
          <a:lstStyle>
            <a:lvl1pPr marL="0" indent="0" algn="ctr">
              <a:buNone/>
              <a:defRPr sz="1800" spc="300">
                <a:solidFill>
                  <a:schemeClr val="tx1"/>
                </a:solidFill>
              </a:defRPr>
            </a:lvl1pPr>
            <a:lvl2pPr marL="457200" indent="0">
              <a:buNone/>
              <a:defRPr/>
            </a:lvl2pPr>
          </a:lstStyle>
          <a:p>
            <a:pPr lvl="0"/>
            <a:r>
              <a:rPr lang="en-US" dirty="0"/>
              <a:t>CLICK TO EDIT MASTER TEXT STYLES</a:t>
            </a:r>
          </a:p>
        </p:txBody>
      </p:sp>
      <p:sp>
        <p:nvSpPr>
          <p:cNvPr id="31" name="Text Placeholder 13">
            <a:extLst>
              <a:ext uri="{FF2B5EF4-FFF2-40B4-BE49-F238E27FC236}">
                <a16:creationId xmlns:a16="http://schemas.microsoft.com/office/drawing/2014/main" id="{1D89734B-03E0-4ADE-8F62-C819F3E976D5}"/>
              </a:ext>
            </a:extLst>
          </p:cNvPr>
          <p:cNvSpPr>
            <a:spLocks noGrp="1"/>
          </p:cNvSpPr>
          <p:nvPr>
            <p:ph type="body" sz="quarter" idx="16" hasCustomPrompt="1"/>
          </p:nvPr>
        </p:nvSpPr>
        <p:spPr>
          <a:xfrm>
            <a:off x="588194" y="3903126"/>
            <a:ext cx="3064668" cy="518795"/>
          </a:xfrm>
        </p:spPr>
        <p:txBody>
          <a:bodyPr>
            <a:noAutofit/>
          </a:bodyPr>
          <a:lstStyle>
            <a:lvl1pPr marL="0" indent="0" algn="ctr">
              <a:buNone/>
              <a:defRPr sz="1800" spc="300">
                <a:solidFill>
                  <a:schemeClr val="tx1"/>
                </a:solidFill>
              </a:defRPr>
            </a:lvl1pPr>
            <a:lvl2pPr marL="457200" indent="0">
              <a:buNone/>
              <a:defRPr/>
            </a:lvl2pPr>
          </a:lstStyle>
          <a:p>
            <a:pPr lvl="0"/>
            <a:r>
              <a:rPr lang="en-US" dirty="0"/>
              <a:t>CLICK TO EDIT</a:t>
            </a:r>
          </a:p>
        </p:txBody>
      </p:sp>
      <p:sp>
        <p:nvSpPr>
          <p:cNvPr id="32" name="Text Placeholder 13">
            <a:extLst>
              <a:ext uri="{FF2B5EF4-FFF2-40B4-BE49-F238E27FC236}">
                <a16:creationId xmlns:a16="http://schemas.microsoft.com/office/drawing/2014/main" id="{85971F4D-8B59-4B3E-9169-64E0EF1BA85F}"/>
              </a:ext>
            </a:extLst>
          </p:cNvPr>
          <p:cNvSpPr>
            <a:spLocks noGrp="1"/>
          </p:cNvSpPr>
          <p:nvPr>
            <p:ph type="body" sz="quarter" idx="17" hasCustomPrompt="1"/>
          </p:nvPr>
        </p:nvSpPr>
        <p:spPr>
          <a:xfrm>
            <a:off x="4563664" y="3893330"/>
            <a:ext cx="3064668" cy="518795"/>
          </a:xfrm>
        </p:spPr>
        <p:txBody>
          <a:bodyPr>
            <a:noAutofit/>
          </a:bodyPr>
          <a:lstStyle>
            <a:lvl1pPr marL="0" indent="0" algn="ctr">
              <a:buNone/>
              <a:defRPr sz="1800" spc="300">
                <a:solidFill>
                  <a:schemeClr val="tx1"/>
                </a:solidFill>
              </a:defRPr>
            </a:lvl1pPr>
            <a:lvl2pPr marL="457200" indent="0">
              <a:buNone/>
              <a:defRPr/>
            </a:lvl2pPr>
          </a:lstStyle>
          <a:p>
            <a:pPr lvl="0"/>
            <a:r>
              <a:rPr lang="en-US" dirty="0"/>
              <a:t>click to edit</a:t>
            </a:r>
          </a:p>
        </p:txBody>
      </p:sp>
      <p:sp>
        <p:nvSpPr>
          <p:cNvPr id="33" name="Text Placeholder 13">
            <a:extLst>
              <a:ext uri="{FF2B5EF4-FFF2-40B4-BE49-F238E27FC236}">
                <a16:creationId xmlns:a16="http://schemas.microsoft.com/office/drawing/2014/main" id="{90B19777-E2ED-419C-B486-857117FD081B}"/>
              </a:ext>
            </a:extLst>
          </p:cNvPr>
          <p:cNvSpPr>
            <a:spLocks noGrp="1"/>
          </p:cNvSpPr>
          <p:nvPr>
            <p:ph type="body" sz="quarter" idx="18" hasCustomPrompt="1"/>
          </p:nvPr>
        </p:nvSpPr>
        <p:spPr>
          <a:xfrm>
            <a:off x="8539138" y="3903126"/>
            <a:ext cx="3064668" cy="518795"/>
          </a:xfrm>
        </p:spPr>
        <p:txBody>
          <a:bodyPr>
            <a:noAutofit/>
          </a:bodyPr>
          <a:lstStyle>
            <a:lvl1pPr marL="0" indent="0" algn="ctr">
              <a:buNone/>
              <a:defRPr sz="1800" spc="300">
                <a:solidFill>
                  <a:schemeClr val="tx1"/>
                </a:solidFill>
              </a:defRPr>
            </a:lvl1pPr>
            <a:lvl2pPr marL="457200" indent="0">
              <a:buNone/>
              <a:defRPr/>
            </a:lvl2pPr>
          </a:lstStyle>
          <a:p>
            <a:pPr lvl="0"/>
            <a:r>
              <a:rPr lang="en-US" dirty="0"/>
              <a:t>click to edit</a:t>
            </a:r>
          </a:p>
        </p:txBody>
      </p:sp>
      <p:sp>
        <p:nvSpPr>
          <p:cNvPr id="34" name="Online Image Placeholder 33">
            <a:extLst>
              <a:ext uri="{FF2B5EF4-FFF2-40B4-BE49-F238E27FC236}">
                <a16:creationId xmlns:a16="http://schemas.microsoft.com/office/drawing/2014/main" id="{1A58EB44-F532-4998-B316-61C738C37BF5}"/>
              </a:ext>
            </a:extLst>
          </p:cNvPr>
          <p:cNvSpPr>
            <a:spLocks noGrp="1"/>
          </p:cNvSpPr>
          <p:nvPr>
            <p:ph type="clipArt" sz="quarter" idx="19" hasCustomPrompt="1"/>
          </p:nvPr>
        </p:nvSpPr>
        <p:spPr>
          <a:xfrm>
            <a:off x="1754768" y="3098985"/>
            <a:ext cx="731520" cy="731520"/>
          </a:xfrm>
        </p:spPr>
        <p:txBody>
          <a:bodyPr>
            <a:noAutofit/>
          </a:bodyPr>
          <a:lstStyle>
            <a:lvl1pPr marL="0" indent="0">
              <a:buNone/>
              <a:defRPr/>
            </a:lvl1pPr>
          </a:lstStyle>
          <a:p>
            <a:r>
              <a:rPr lang="en-US" dirty="0"/>
              <a:t>Icon</a:t>
            </a:r>
          </a:p>
        </p:txBody>
      </p:sp>
      <p:sp>
        <p:nvSpPr>
          <p:cNvPr id="35" name="Online Image Placeholder 33">
            <a:extLst>
              <a:ext uri="{FF2B5EF4-FFF2-40B4-BE49-F238E27FC236}">
                <a16:creationId xmlns:a16="http://schemas.microsoft.com/office/drawing/2014/main" id="{33763C3C-3545-40BD-9B2C-DC4C0E4CE819}"/>
              </a:ext>
            </a:extLst>
          </p:cNvPr>
          <p:cNvSpPr>
            <a:spLocks noGrp="1"/>
          </p:cNvSpPr>
          <p:nvPr>
            <p:ph type="clipArt" sz="quarter" idx="20" hasCustomPrompt="1"/>
          </p:nvPr>
        </p:nvSpPr>
        <p:spPr>
          <a:xfrm>
            <a:off x="5730240" y="3098985"/>
            <a:ext cx="731520" cy="731520"/>
          </a:xfrm>
        </p:spPr>
        <p:txBody>
          <a:bodyPr>
            <a:noAutofit/>
          </a:bodyPr>
          <a:lstStyle>
            <a:lvl1pPr marL="0" indent="0">
              <a:buNone/>
              <a:defRPr/>
            </a:lvl1pPr>
          </a:lstStyle>
          <a:p>
            <a:r>
              <a:rPr lang="en-US" dirty="0"/>
              <a:t>Icon</a:t>
            </a:r>
          </a:p>
        </p:txBody>
      </p:sp>
      <p:sp>
        <p:nvSpPr>
          <p:cNvPr id="36" name="Online Image Placeholder 33">
            <a:extLst>
              <a:ext uri="{FF2B5EF4-FFF2-40B4-BE49-F238E27FC236}">
                <a16:creationId xmlns:a16="http://schemas.microsoft.com/office/drawing/2014/main" id="{1C5D3777-17F3-4225-8C52-2EF1DB4FD54A}"/>
              </a:ext>
            </a:extLst>
          </p:cNvPr>
          <p:cNvSpPr>
            <a:spLocks noGrp="1"/>
          </p:cNvSpPr>
          <p:nvPr>
            <p:ph type="clipArt" sz="quarter" idx="21" hasCustomPrompt="1"/>
          </p:nvPr>
        </p:nvSpPr>
        <p:spPr>
          <a:xfrm>
            <a:off x="9705712" y="3098985"/>
            <a:ext cx="731520" cy="731520"/>
          </a:xfrm>
        </p:spPr>
        <p:txBody>
          <a:bodyPr>
            <a:noAutofit/>
          </a:bodyPr>
          <a:lstStyle>
            <a:lvl1pPr marL="0" indent="0">
              <a:buNone/>
              <a:defRPr/>
            </a:lvl1pPr>
          </a:lstStyle>
          <a:p>
            <a:r>
              <a:rPr lang="en-US" dirty="0"/>
              <a:t>Icon</a:t>
            </a:r>
          </a:p>
        </p:txBody>
      </p:sp>
    </p:spTree>
    <p:extLst>
      <p:ext uri="{BB962C8B-B14F-4D97-AF65-F5344CB8AC3E}">
        <p14:creationId xmlns:p14="http://schemas.microsoft.com/office/powerpoint/2010/main" val="3173740392"/>
      </p:ext>
    </p:extLst>
  </p:cSld>
  <p:clrMapOvr>
    <a:overrideClrMapping bg1="dk1" tx1="lt1" bg2="dk2" tx2="lt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2272232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305F96C-D634-4A69-95EC-3D002BD68752}"/>
              </a:ext>
            </a:extLst>
          </p:cNvPr>
          <p:cNvSpPr>
            <a:spLocks noGrp="1"/>
          </p:cNvSpPr>
          <p:nvPr>
            <p:ph type="title"/>
          </p:nvPr>
        </p:nvSpPr>
        <p:spPr>
          <a:xfrm>
            <a:off x="594519" y="365125"/>
            <a:ext cx="11002962" cy="823913"/>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7757E98-D0FB-43E3-98BC-711F6A2F5372}"/>
              </a:ext>
            </a:extLst>
          </p:cNvPr>
          <p:cNvSpPr>
            <a:spLocks noGrp="1"/>
          </p:cNvSpPr>
          <p:nvPr>
            <p:ph type="body" idx="1"/>
          </p:nvPr>
        </p:nvSpPr>
        <p:spPr>
          <a:xfrm>
            <a:off x="594519" y="1365813"/>
            <a:ext cx="10989920" cy="4811150"/>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FA65B72-2E86-4BA3-94F2-3ADFA40B7AE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Add a footer</a:t>
            </a:r>
          </a:p>
        </p:txBody>
      </p:sp>
      <p:sp>
        <p:nvSpPr>
          <p:cNvPr id="6" name="Slide Number Placeholder 5">
            <a:extLst>
              <a:ext uri="{FF2B5EF4-FFF2-40B4-BE49-F238E27FC236}">
                <a16:creationId xmlns:a16="http://schemas.microsoft.com/office/drawing/2014/main" id="{73C1F3FD-3DB9-46B7-85E1-E8B8878A4012}"/>
              </a:ext>
            </a:extLst>
          </p:cNvPr>
          <p:cNvSpPr>
            <a:spLocks noGrp="1"/>
          </p:cNvSpPr>
          <p:nvPr>
            <p:ph type="sldNum" sz="quarter" idx="4"/>
          </p:nvPr>
        </p:nvSpPr>
        <p:spPr>
          <a:xfrm>
            <a:off x="11549269" y="6468303"/>
            <a:ext cx="443948"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2E478F-E849-4A8C-AF1F-CBCC78A7CBFA}" type="slidenum">
              <a:rPr lang="en-US" smtClean="0"/>
              <a:t>‹#›</a:t>
            </a:fld>
            <a:endParaRPr lang="en-US" dirty="0"/>
          </a:p>
        </p:txBody>
      </p:sp>
    </p:spTree>
    <p:extLst>
      <p:ext uri="{BB962C8B-B14F-4D97-AF65-F5344CB8AC3E}">
        <p14:creationId xmlns:p14="http://schemas.microsoft.com/office/powerpoint/2010/main" val="692820"/>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1" r:id="rId3"/>
    <p:sldLayoutId id="2147483651" r:id="rId4"/>
    <p:sldLayoutId id="2147483660" r:id="rId5"/>
    <p:sldLayoutId id="2147483677" r:id="rId6"/>
    <p:sldLayoutId id="2147483666" r:id="rId7"/>
    <p:sldLayoutId id="2147483679" r:id="rId8"/>
    <p:sldLayoutId id="2147483653" r:id="rId9"/>
    <p:sldLayoutId id="2147483678" r:id="rId10"/>
    <p:sldLayoutId id="2147483680" r:id="rId11"/>
    <p:sldLayoutId id="2147483681" r:id="rId12"/>
  </p:sldLayoutIdLst>
  <p:hf hdr="0" ftr="0" dt="0"/>
  <p:txStyles>
    <p:titleStyle>
      <a:lvl1pPr algn="ctr" defTabSz="914400" rtl="0" eaLnBrk="1" latinLnBrk="0" hangingPunct="1">
        <a:lnSpc>
          <a:spcPct val="10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8" Type="http://schemas.openxmlformats.org/officeDocument/2006/relationships/image" Target="../media/image11.png"/><Relationship Id="rId3" Type="http://schemas.microsoft.com/office/2007/relationships/hdphoto" Target="../media/hdphoto1.wdp"/><Relationship Id="rId7" Type="http://schemas.openxmlformats.org/officeDocument/2006/relationships/image" Target="../media/image10.svg"/><Relationship Id="rId2" Type="http://schemas.openxmlformats.org/officeDocument/2006/relationships/image" Target="../media/image1.png"/><Relationship Id="rId1" Type="http://schemas.openxmlformats.org/officeDocument/2006/relationships/slideLayout" Target="../slideLayouts/slideLayout11.xml"/><Relationship Id="rId6" Type="http://schemas.openxmlformats.org/officeDocument/2006/relationships/image" Target="../media/image9.png"/><Relationship Id="rId5" Type="http://schemas.openxmlformats.org/officeDocument/2006/relationships/image" Target="../media/image8.svg"/><Relationship Id="rId4" Type="http://schemas.openxmlformats.org/officeDocument/2006/relationships/image" Target="../media/image7.png"/><Relationship Id="rId9" Type="http://schemas.openxmlformats.org/officeDocument/2006/relationships/image" Target="../media/image12.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8" name="Picture Placeholder 7" descr="abstract image">
            <a:extLst>
              <a:ext uri="{FF2B5EF4-FFF2-40B4-BE49-F238E27FC236}">
                <a16:creationId xmlns:a16="http://schemas.microsoft.com/office/drawing/2014/main" id="{9AB29DBC-55D3-49D9-BB44-4936739C4B57}"/>
              </a:ext>
            </a:extLst>
          </p:cNvPr>
          <p:cNvPicPr>
            <a:picLocks noGrp="1" noChangeAspect="1"/>
          </p:cNvPicPr>
          <p:nvPr>
            <p:ph type="pic" sz="quarter" idx="10"/>
          </p:nvPr>
        </p:nvPicPr>
        <p:blipFill rotWithShape="1">
          <a:blip r:embed="rId2">
            <a:alphaModFix amt="52000"/>
            <a:extLst>
              <a:ext uri="{BEBA8EAE-BF5A-486C-A8C5-ECC9F3942E4B}">
                <a14:imgProps xmlns:a14="http://schemas.microsoft.com/office/drawing/2010/main">
                  <a14:imgLayer r:embed="rId3">
                    <a14:imgEffect>
                      <a14:saturation sat="0"/>
                    </a14:imgEffect>
                  </a14:imgLayer>
                </a14:imgProps>
              </a:ext>
            </a:extLst>
          </a:blip>
          <a:srcRect/>
          <a:stretch/>
        </p:blipFill>
        <p:spPr/>
      </p:pic>
      <p:sp>
        <p:nvSpPr>
          <p:cNvPr id="9" name="Title 8">
            <a:extLst>
              <a:ext uri="{FF2B5EF4-FFF2-40B4-BE49-F238E27FC236}">
                <a16:creationId xmlns:a16="http://schemas.microsoft.com/office/drawing/2014/main" id="{79DC1498-E692-42BA-B69F-6D37E6CFACA0}"/>
              </a:ext>
            </a:extLst>
          </p:cNvPr>
          <p:cNvSpPr>
            <a:spLocks noGrp="1"/>
          </p:cNvSpPr>
          <p:nvPr>
            <p:ph type="title"/>
          </p:nvPr>
        </p:nvSpPr>
        <p:spPr>
          <a:xfrm>
            <a:off x="350837" y="1477926"/>
            <a:ext cx="11525730" cy="2307265"/>
          </a:xfrm>
        </p:spPr>
        <p:txBody>
          <a:bodyPr/>
          <a:lstStyle/>
          <a:p>
            <a:r>
              <a:rPr lang="en-US" sz="5400" b="1" dirty="0"/>
              <a:t>MOBILE APPLICATION </a:t>
            </a:r>
            <a:r>
              <a:rPr lang="en-US" sz="5400" b="1"/>
              <a:t>Development (114155)</a:t>
            </a:r>
            <a:endParaRPr lang="en-US" sz="5400" b="1" dirty="0"/>
          </a:p>
        </p:txBody>
      </p:sp>
      <p:sp>
        <p:nvSpPr>
          <p:cNvPr id="3" name="Text Placeholder 2">
            <a:extLst>
              <a:ext uri="{FF2B5EF4-FFF2-40B4-BE49-F238E27FC236}">
                <a16:creationId xmlns:a16="http://schemas.microsoft.com/office/drawing/2014/main" id="{C0AE828D-1E63-455F-949D-0C5454A7FE88}"/>
              </a:ext>
            </a:extLst>
          </p:cNvPr>
          <p:cNvSpPr>
            <a:spLocks noGrp="1"/>
          </p:cNvSpPr>
          <p:nvPr>
            <p:ph type="body" sz="quarter" idx="12"/>
          </p:nvPr>
        </p:nvSpPr>
        <p:spPr>
          <a:xfrm>
            <a:off x="350837" y="5699050"/>
            <a:ext cx="11525730" cy="1073889"/>
          </a:xfrm>
        </p:spPr>
        <p:txBody>
          <a:bodyPr/>
          <a:lstStyle/>
          <a:p>
            <a:r>
              <a:rPr lang="en-US" sz="2000" dirty="0"/>
              <a:t>Dr. Owais Hussain</a:t>
            </a:r>
          </a:p>
        </p:txBody>
      </p:sp>
    </p:spTree>
    <p:extLst>
      <p:ext uri="{BB962C8B-B14F-4D97-AF65-F5344CB8AC3E}">
        <p14:creationId xmlns:p14="http://schemas.microsoft.com/office/powerpoint/2010/main" val="39278323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3A87B3-0A27-4EE9-979E-B69581E476F0}"/>
              </a:ext>
            </a:extLst>
          </p:cNvPr>
          <p:cNvSpPr>
            <a:spLocks noGrp="1"/>
          </p:cNvSpPr>
          <p:nvPr>
            <p:ph type="title"/>
          </p:nvPr>
        </p:nvSpPr>
        <p:spPr/>
        <p:txBody>
          <a:bodyPr/>
          <a:lstStyle/>
          <a:p>
            <a:r>
              <a:rPr lang="en-US" dirty="0"/>
              <a:t>Agenda</a:t>
            </a:r>
          </a:p>
        </p:txBody>
      </p:sp>
      <p:pic>
        <p:nvPicPr>
          <p:cNvPr id="8" name="Picture Placeholder 7" descr="group of people at a conference table">
            <a:extLst>
              <a:ext uri="{FF2B5EF4-FFF2-40B4-BE49-F238E27FC236}">
                <a16:creationId xmlns:a16="http://schemas.microsoft.com/office/drawing/2014/main" id="{BB76F5AB-0940-46E1-85F9-6A870D7D04C9}"/>
              </a:ext>
            </a:extLst>
          </p:cNvPr>
          <p:cNvPicPr>
            <a:picLocks noGrp="1" noChangeAspect="1"/>
          </p:cNvPicPr>
          <p:nvPr>
            <p:ph type="pic" sz="quarter" idx="13"/>
          </p:nvPr>
        </p:nvPicPr>
        <p:blipFill rotWithShape="1">
          <a:blip r:embed="rId2">
            <a:extLst>
              <a:ext uri="{BEBA8EAE-BF5A-486C-A8C5-ECC9F3942E4B}">
                <a14:imgProps xmlns:a14="http://schemas.microsoft.com/office/drawing/2010/main">
                  <a14:imgLayer r:embed="rId3">
                    <a14:imgEffect>
                      <a14:saturation sat="0"/>
                    </a14:imgEffect>
                  </a14:imgLayer>
                </a14:imgProps>
              </a:ext>
            </a:extLst>
          </a:blip>
          <a:srcRect l="20370" r="20370"/>
          <a:stretch/>
        </p:blipFill>
        <p:spPr/>
      </p:pic>
      <p:sp>
        <p:nvSpPr>
          <p:cNvPr id="6" name="Text Placeholder 5">
            <a:extLst>
              <a:ext uri="{FF2B5EF4-FFF2-40B4-BE49-F238E27FC236}">
                <a16:creationId xmlns:a16="http://schemas.microsoft.com/office/drawing/2014/main" id="{F3C89A40-EEAA-43AB-9A3A-B2CFDE450F1B}"/>
              </a:ext>
            </a:extLst>
          </p:cNvPr>
          <p:cNvSpPr>
            <a:spLocks noGrp="1"/>
          </p:cNvSpPr>
          <p:nvPr>
            <p:ph type="body" sz="quarter" idx="15"/>
          </p:nvPr>
        </p:nvSpPr>
        <p:spPr>
          <a:xfrm>
            <a:off x="7068819" y="1760219"/>
            <a:ext cx="4480449" cy="4454853"/>
          </a:xfrm>
        </p:spPr>
        <p:txBody>
          <a:bodyPr/>
          <a:lstStyle/>
          <a:p>
            <a:r>
              <a:rPr lang="en-US" dirty="0">
                <a:solidFill>
                  <a:srgbClr val="404040"/>
                </a:solidFill>
                <a:latin typeface="Trebuchet MS" panose="020B0603020202020204" pitchFamily="34" charset="0"/>
              </a:rPr>
              <a:t>Moving between Components</a:t>
            </a:r>
          </a:p>
          <a:p>
            <a:r>
              <a:rPr lang="en-US" dirty="0">
                <a:solidFill>
                  <a:srgbClr val="404040"/>
                </a:solidFill>
                <a:latin typeface="Trebuchet MS" panose="020B0603020202020204" pitchFamily="34" charset="0"/>
              </a:rPr>
              <a:t>Navigation in React Native</a:t>
            </a:r>
          </a:p>
          <a:p>
            <a:r>
              <a:rPr lang="en-US" dirty="0">
                <a:solidFill>
                  <a:srgbClr val="404040"/>
                </a:solidFill>
                <a:latin typeface="Trebuchet MS" panose="020B0603020202020204" pitchFamily="34" charset="0"/>
              </a:rPr>
              <a:t>Stack Navigation</a:t>
            </a:r>
          </a:p>
          <a:p>
            <a:r>
              <a:rPr lang="en-US" dirty="0">
                <a:solidFill>
                  <a:srgbClr val="404040"/>
                </a:solidFill>
                <a:latin typeface="Trebuchet MS" panose="020B0603020202020204" pitchFamily="34" charset="0"/>
              </a:rPr>
              <a:t>Tab Navigation</a:t>
            </a:r>
          </a:p>
          <a:p>
            <a:r>
              <a:rPr lang="en-US" dirty="0">
                <a:solidFill>
                  <a:srgbClr val="404040"/>
                </a:solidFill>
                <a:latin typeface="Trebuchet MS" panose="020B0603020202020204" pitchFamily="34" charset="0"/>
              </a:rPr>
              <a:t>Drawer Navigation</a:t>
            </a:r>
          </a:p>
        </p:txBody>
      </p:sp>
      <p:sp>
        <p:nvSpPr>
          <p:cNvPr id="7" name="Slide Number Placeholder 6">
            <a:extLst>
              <a:ext uri="{FF2B5EF4-FFF2-40B4-BE49-F238E27FC236}">
                <a16:creationId xmlns:a16="http://schemas.microsoft.com/office/drawing/2014/main" id="{F29F8048-1E86-48F4-B246-D2F8C54B7EB1}"/>
              </a:ext>
            </a:extLst>
          </p:cNvPr>
          <p:cNvSpPr>
            <a:spLocks noGrp="1"/>
          </p:cNvSpPr>
          <p:nvPr>
            <p:ph type="sldNum" sz="quarter" idx="12"/>
          </p:nvPr>
        </p:nvSpPr>
        <p:spPr/>
        <p:txBody>
          <a:bodyPr/>
          <a:lstStyle/>
          <a:p>
            <a:fld id="{8C2E478F-E849-4A8C-AF1F-CBCC78A7CBFA}" type="slidenum">
              <a:rPr lang="en-US" smtClean="0"/>
              <a:pPr/>
              <a:t>2</a:t>
            </a:fld>
            <a:endParaRPr lang="en-US" dirty="0"/>
          </a:p>
        </p:txBody>
      </p:sp>
    </p:spTree>
    <p:extLst>
      <p:ext uri="{BB962C8B-B14F-4D97-AF65-F5344CB8AC3E}">
        <p14:creationId xmlns:p14="http://schemas.microsoft.com/office/powerpoint/2010/main" val="6902938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Moving between Components</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4887878"/>
          </a:xfrm>
          <a:prstGeom prst="rect">
            <a:avLst/>
          </a:prstGeom>
        </p:spPr>
        <p:txBody>
          <a:bodyPr numCol="1">
            <a:no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buFont typeface="Wingdings" panose="05000000000000000000" pitchFamily="2" charset="2"/>
              <a:buChar char="§"/>
            </a:pPr>
            <a:r>
              <a:rPr lang="en-US" sz="3200" dirty="0"/>
              <a:t>In React Native, moving from one View to another is NOT like navigation in the web apps.</a:t>
            </a:r>
          </a:p>
          <a:p>
            <a:pPr>
              <a:lnSpc>
                <a:spcPct val="100000"/>
              </a:lnSpc>
              <a:buFont typeface="Wingdings" panose="05000000000000000000" pitchFamily="2" charset="2"/>
              <a:buChar char="§"/>
            </a:pPr>
            <a:r>
              <a:rPr lang="en-US" sz="3200" dirty="0"/>
              <a:t>In a web app, when you click on a link, a new HTML Page is loaded on your browser.</a:t>
            </a:r>
          </a:p>
          <a:p>
            <a:pPr>
              <a:lnSpc>
                <a:spcPct val="100000"/>
              </a:lnSpc>
              <a:buFont typeface="Wingdings" panose="05000000000000000000" pitchFamily="2" charset="2"/>
              <a:buChar char="§"/>
            </a:pPr>
            <a:r>
              <a:rPr lang="en-US" sz="3200" dirty="0"/>
              <a:t>In a React app, a single main view is loaded. Other views are loaded and unloaded inside this main view through Routes.</a:t>
            </a:r>
          </a:p>
          <a:p>
            <a:pPr>
              <a:lnSpc>
                <a:spcPct val="100000"/>
              </a:lnSpc>
              <a:buFont typeface="Wingdings" panose="05000000000000000000" pitchFamily="2" charset="2"/>
              <a:buChar char="§"/>
            </a:pPr>
            <a:r>
              <a:rPr lang="en-US" sz="3200" dirty="0"/>
              <a:t>This structure makes an app a Single Page Application (SPA).</a:t>
            </a:r>
          </a:p>
          <a:p>
            <a:pPr>
              <a:lnSpc>
                <a:spcPct val="100000"/>
              </a:lnSpc>
              <a:buFont typeface="Wingdings" panose="05000000000000000000" pitchFamily="2" charset="2"/>
              <a:buChar char="§"/>
            </a:pPr>
            <a:r>
              <a:rPr lang="en-US" sz="3200" dirty="0"/>
              <a:t>To enable navigation, the root component must be Navigation container component.</a:t>
            </a:r>
          </a:p>
        </p:txBody>
      </p:sp>
    </p:spTree>
    <p:extLst>
      <p:ext uri="{BB962C8B-B14F-4D97-AF65-F5344CB8AC3E}">
        <p14:creationId xmlns:p14="http://schemas.microsoft.com/office/powerpoint/2010/main" val="5736955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charRg st="434" end="43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Navigation in React Native</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447800"/>
            <a:ext cx="11743016" cy="5027616"/>
          </a:xfrm>
          <a:prstGeom prst="rect">
            <a:avLst/>
          </a:prstGeom>
        </p:spPr>
        <p:txBody>
          <a:bodyPr numCol="1">
            <a:no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2400" dirty="0"/>
              <a:t>React Native does not provide Navigation out of the box; 3</a:t>
            </a:r>
            <a:r>
              <a:rPr lang="en-US" sz="2400" baseline="30000" dirty="0"/>
              <a:t>rd</a:t>
            </a:r>
            <a:r>
              <a:rPr lang="en-US" sz="2400" dirty="0"/>
              <a:t> party libraries are used to navigate between views. </a:t>
            </a:r>
            <a:r>
              <a:rPr lang="en-US" sz="2400" i="1" dirty="0"/>
              <a:t>Alternatively, you may also use </a:t>
            </a:r>
            <a:r>
              <a:rPr lang="en-US" sz="2400" i="1" u="sng" dirty="0"/>
              <a:t>react-native-router-flux</a:t>
            </a:r>
            <a:r>
              <a:rPr lang="en-US" sz="2400" i="1" dirty="0"/>
              <a:t> or </a:t>
            </a:r>
            <a:r>
              <a:rPr lang="en-US" sz="2400" i="1" u="sng" dirty="0"/>
              <a:t>react-native-navigation</a:t>
            </a:r>
          </a:p>
          <a:p>
            <a:pPr>
              <a:lnSpc>
                <a:spcPct val="120000"/>
              </a:lnSpc>
              <a:buFont typeface="Wingdings" panose="05000000000000000000" pitchFamily="2" charset="2"/>
              <a:buChar char="§"/>
            </a:pPr>
            <a:r>
              <a:rPr lang="en-US" sz="2400" dirty="0"/>
              <a:t>“React Navigation” is a popular open-source library compatible with Android and iOS.</a:t>
            </a:r>
          </a:p>
          <a:p>
            <a:pPr>
              <a:lnSpc>
                <a:spcPct val="120000"/>
              </a:lnSpc>
              <a:buFont typeface="Wingdings" panose="05000000000000000000" pitchFamily="2" charset="2"/>
              <a:buChar char="§"/>
            </a:pPr>
            <a:r>
              <a:rPr lang="en-US" sz="2400" dirty="0"/>
              <a:t>This library also provides gesture handler to use Swipe based navigation.</a:t>
            </a:r>
          </a:p>
          <a:p>
            <a:pPr>
              <a:lnSpc>
                <a:spcPct val="120000"/>
              </a:lnSpc>
              <a:buFont typeface="Wingdings" panose="05000000000000000000" pitchFamily="2" charset="2"/>
              <a:buChar char="§"/>
            </a:pPr>
            <a:r>
              <a:rPr lang="en-US" sz="2400" dirty="0"/>
              <a:t>There are 3 types of navigations one can perform in React Native:</a:t>
            </a:r>
          </a:p>
          <a:p>
            <a:pPr lvl="1">
              <a:lnSpc>
                <a:spcPct val="120000"/>
              </a:lnSpc>
              <a:buFont typeface="Wingdings" panose="05000000000000000000" pitchFamily="2" charset="2"/>
              <a:buChar char="§"/>
            </a:pPr>
            <a:r>
              <a:rPr lang="en-US" sz="2400" dirty="0"/>
              <a:t>Stack Navigator: to push and pop views as in a Stack.</a:t>
            </a:r>
          </a:p>
          <a:p>
            <a:pPr lvl="1">
              <a:lnSpc>
                <a:spcPct val="120000"/>
              </a:lnSpc>
              <a:buFont typeface="Wingdings" panose="05000000000000000000" pitchFamily="2" charset="2"/>
              <a:buChar char="§"/>
            </a:pPr>
            <a:r>
              <a:rPr lang="en-US" sz="2400" dirty="0"/>
              <a:t>Tab Navigator: to provide top or bottom tabs to flip views.</a:t>
            </a:r>
          </a:p>
          <a:p>
            <a:pPr lvl="1">
              <a:lnSpc>
                <a:spcPct val="120000"/>
              </a:lnSpc>
              <a:buFont typeface="Wingdings" panose="05000000000000000000" pitchFamily="2" charset="2"/>
              <a:buChar char="§"/>
            </a:pPr>
            <a:r>
              <a:rPr lang="en-US" sz="2400" dirty="0"/>
              <a:t>Drawer Navigator: use a drawer/hamburger menu for various views.</a:t>
            </a:r>
          </a:p>
        </p:txBody>
      </p:sp>
    </p:spTree>
    <p:extLst>
      <p:ext uri="{BB962C8B-B14F-4D97-AF65-F5344CB8AC3E}">
        <p14:creationId xmlns:p14="http://schemas.microsoft.com/office/powerpoint/2010/main" val="27052904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Navigation in React Native</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4887878"/>
          </a:xfrm>
          <a:prstGeom prst="rect">
            <a:avLst/>
          </a:prstGeom>
        </p:spPr>
        <p:txBody>
          <a:bodyPr numCol="1">
            <a:normAutofit fontScale="700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800" dirty="0"/>
              <a:t>Install the following dependencies:</a:t>
            </a:r>
          </a:p>
          <a:p>
            <a:pPr marL="0" indent="0">
              <a:lnSpc>
                <a:spcPct val="120000"/>
              </a:lnSpc>
              <a:buNone/>
            </a:pPr>
            <a:r>
              <a:rPr lang="en-US" sz="2600" dirty="0" err="1">
                <a:latin typeface="Cascadia Code" panose="020B0609020000020004" pitchFamily="49" charset="0"/>
                <a:ea typeface="Cascadia Code" panose="020B0609020000020004" pitchFamily="49" charset="0"/>
                <a:cs typeface="Cascadia Code" panose="020B0609020000020004" pitchFamily="49" charset="0"/>
              </a:rPr>
              <a:t>npm</a:t>
            </a:r>
            <a:r>
              <a:rPr lang="en-US" sz="2600" dirty="0">
                <a:latin typeface="Cascadia Code" panose="020B0609020000020004" pitchFamily="49" charset="0"/>
                <a:ea typeface="Cascadia Code" panose="020B0609020000020004" pitchFamily="49" charset="0"/>
                <a:cs typeface="Cascadia Code" panose="020B0609020000020004" pitchFamily="49" charset="0"/>
              </a:rPr>
              <a:t> install @react-navigation/native</a:t>
            </a:r>
          </a:p>
          <a:p>
            <a:pPr marL="0" indent="0">
              <a:lnSpc>
                <a:spcPct val="120000"/>
              </a:lnSpc>
              <a:buNone/>
            </a:pPr>
            <a:r>
              <a:rPr lang="en-US" sz="2600" dirty="0" err="1">
                <a:latin typeface="Cascadia Code" panose="020B0609020000020004" pitchFamily="49" charset="0"/>
                <a:ea typeface="Cascadia Code" panose="020B0609020000020004" pitchFamily="49" charset="0"/>
                <a:cs typeface="Cascadia Code" panose="020B0609020000020004" pitchFamily="49" charset="0"/>
              </a:rPr>
              <a:t>npx</a:t>
            </a:r>
            <a:r>
              <a:rPr lang="en-US" sz="2600" dirty="0">
                <a:latin typeface="Cascadia Code" panose="020B0609020000020004" pitchFamily="49" charset="0"/>
                <a:ea typeface="Cascadia Code" panose="020B0609020000020004" pitchFamily="49" charset="0"/>
                <a:cs typeface="Cascadia Code" panose="020B0609020000020004" pitchFamily="49" charset="0"/>
              </a:rPr>
              <a:t> expo install react-native-screens react-native-safe-area-context</a:t>
            </a:r>
          </a:p>
          <a:p>
            <a:pPr>
              <a:lnSpc>
                <a:spcPct val="120000"/>
              </a:lnSpc>
              <a:buFont typeface="Wingdings" panose="05000000000000000000" pitchFamily="2" charset="2"/>
              <a:buChar char="§"/>
            </a:pPr>
            <a:r>
              <a:rPr lang="en-US" sz="3800" dirty="0"/>
              <a:t>In the App.js file, make </a:t>
            </a:r>
            <a:r>
              <a:rPr lang="en-US" sz="3800" dirty="0" err="1"/>
              <a:t>NavigationContainer</a:t>
            </a:r>
            <a:r>
              <a:rPr lang="en-US" sz="3800" dirty="0"/>
              <a:t> as your root component:</a:t>
            </a:r>
          </a:p>
          <a:p>
            <a:pPr marL="0" indent="0">
              <a:lnSpc>
                <a:spcPct val="120000"/>
              </a:lnSpc>
              <a:spcBef>
                <a:spcPts val="600"/>
              </a:spcBef>
              <a:buNone/>
            </a:pPr>
            <a:r>
              <a:rPr lang="en-US" sz="2000" dirty="0">
                <a:solidFill>
                  <a:srgbClr val="AF00DB"/>
                </a:solidFill>
                <a:latin typeface="Cascadia Code" panose="020B0609020000020004" pitchFamily="49" charset="0"/>
                <a:ea typeface="Cascadia Code" panose="020B0609020000020004" pitchFamily="49" charset="0"/>
                <a:cs typeface="Cascadia Code" panose="020B0609020000020004" pitchFamily="49" charset="0"/>
              </a:rPr>
              <a:t>import</a:t>
            </a:r>
            <a:r>
              <a:rPr lang="en-US" sz="2000" dirty="0">
                <a:solidFill>
                  <a:srgbClr val="3B3B3B"/>
                </a:solidFill>
                <a:latin typeface="Cascadia Code" panose="020B0609020000020004" pitchFamily="49" charset="0"/>
                <a:ea typeface="Cascadia Code" panose="020B0609020000020004" pitchFamily="49" charset="0"/>
                <a:cs typeface="Cascadia Code" panose="020B0609020000020004" pitchFamily="49" charset="0"/>
              </a:rPr>
              <a:t> { </a:t>
            </a:r>
            <a:r>
              <a:rPr lang="en-US" sz="2000" dirty="0" err="1">
                <a:solidFill>
                  <a:srgbClr val="001080"/>
                </a:solidFill>
                <a:latin typeface="Cascadia Code" panose="020B0609020000020004" pitchFamily="49" charset="0"/>
                <a:ea typeface="Cascadia Code" panose="020B0609020000020004" pitchFamily="49" charset="0"/>
                <a:cs typeface="Cascadia Code" panose="020B0609020000020004" pitchFamily="49" charset="0"/>
              </a:rPr>
              <a:t>NavigationContainer</a:t>
            </a:r>
            <a:r>
              <a:rPr lang="en-US" sz="2000" dirty="0">
                <a:solidFill>
                  <a:srgbClr val="3B3B3B"/>
                </a:solidFill>
                <a:latin typeface="Cascadia Code" panose="020B0609020000020004" pitchFamily="49" charset="0"/>
                <a:ea typeface="Cascadia Code" panose="020B0609020000020004" pitchFamily="49" charset="0"/>
                <a:cs typeface="Cascadia Code" panose="020B0609020000020004" pitchFamily="49" charset="0"/>
              </a:rPr>
              <a:t> } </a:t>
            </a:r>
            <a:r>
              <a:rPr lang="en-US" sz="2000" dirty="0">
                <a:solidFill>
                  <a:srgbClr val="AF00DB"/>
                </a:solidFill>
                <a:latin typeface="Cascadia Code" panose="020B0609020000020004" pitchFamily="49" charset="0"/>
                <a:ea typeface="Cascadia Code" panose="020B0609020000020004" pitchFamily="49" charset="0"/>
                <a:cs typeface="Cascadia Code" panose="020B0609020000020004" pitchFamily="49" charset="0"/>
              </a:rPr>
              <a:t>from</a:t>
            </a:r>
            <a:r>
              <a:rPr lang="en-US" sz="2000" dirty="0">
                <a:solidFill>
                  <a:srgbClr val="3B3B3B"/>
                </a:solidFill>
                <a:latin typeface="Cascadia Code" panose="020B0609020000020004" pitchFamily="49" charset="0"/>
                <a:ea typeface="Cascadia Code" panose="020B0609020000020004" pitchFamily="49" charset="0"/>
                <a:cs typeface="Cascadia Code" panose="020B0609020000020004" pitchFamily="49" charset="0"/>
              </a:rPr>
              <a:t> </a:t>
            </a:r>
            <a:r>
              <a:rPr lang="en-US" sz="2000" dirty="0">
                <a:solidFill>
                  <a:srgbClr val="A31515"/>
                </a:solidFill>
                <a:latin typeface="Cascadia Code" panose="020B0609020000020004" pitchFamily="49" charset="0"/>
                <a:ea typeface="Cascadia Code" panose="020B0609020000020004" pitchFamily="49" charset="0"/>
                <a:cs typeface="Cascadia Code" panose="020B0609020000020004" pitchFamily="49" charset="0"/>
              </a:rPr>
              <a:t>'@react-navigation/native'</a:t>
            </a:r>
            <a:r>
              <a:rPr lang="en-US" sz="2000" dirty="0">
                <a:solidFill>
                  <a:srgbClr val="3B3B3B"/>
                </a:solidFill>
                <a:latin typeface="Cascadia Code" panose="020B0609020000020004" pitchFamily="49" charset="0"/>
                <a:ea typeface="Cascadia Code" panose="020B0609020000020004" pitchFamily="49" charset="0"/>
                <a:cs typeface="Cascadia Code" panose="020B0609020000020004" pitchFamily="49" charset="0"/>
              </a:rPr>
              <a:t>;</a:t>
            </a:r>
            <a:br>
              <a:rPr lang="en-US" sz="2000" dirty="0">
                <a:solidFill>
                  <a:srgbClr val="3B3B3B"/>
                </a:solidFill>
                <a:latin typeface="Cascadia Code" panose="020B0609020000020004" pitchFamily="49" charset="0"/>
                <a:ea typeface="Cascadia Code" panose="020B0609020000020004" pitchFamily="49" charset="0"/>
                <a:cs typeface="Cascadia Code" panose="020B0609020000020004" pitchFamily="49" charset="0"/>
              </a:rPr>
            </a:br>
            <a:r>
              <a:rPr lang="en-US" sz="2000" dirty="0">
                <a:solidFill>
                  <a:srgbClr val="AF00DB"/>
                </a:solidFill>
                <a:latin typeface="Cascadia Code" panose="020B0609020000020004" pitchFamily="49" charset="0"/>
                <a:ea typeface="Cascadia Code" panose="020B0609020000020004" pitchFamily="49" charset="0"/>
                <a:cs typeface="Cascadia Code" panose="020B0609020000020004" pitchFamily="49" charset="0"/>
              </a:rPr>
              <a:t>export</a:t>
            </a:r>
            <a:r>
              <a:rPr lang="en-US" sz="2000" dirty="0">
                <a:solidFill>
                  <a:srgbClr val="3B3B3B"/>
                </a:solidFill>
                <a:latin typeface="Cascadia Code" panose="020B0609020000020004" pitchFamily="49" charset="0"/>
                <a:ea typeface="Cascadia Code" panose="020B0609020000020004" pitchFamily="49" charset="0"/>
                <a:cs typeface="Cascadia Code" panose="020B0609020000020004" pitchFamily="49" charset="0"/>
              </a:rPr>
              <a:t> </a:t>
            </a:r>
            <a:r>
              <a:rPr lang="en-US" sz="2000" dirty="0">
                <a:solidFill>
                  <a:srgbClr val="AF00DB"/>
                </a:solidFill>
                <a:latin typeface="Cascadia Code" panose="020B0609020000020004" pitchFamily="49" charset="0"/>
                <a:ea typeface="Cascadia Code" panose="020B0609020000020004" pitchFamily="49" charset="0"/>
                <a:cs typeface="Cascadia Code" panose="020B0609020000020004" pitchFamily="49" charset="0"/>
              </a:rPr>
              <a:t>default</a:t>
            </a:r>
            <a:r>
              <a:rPr lang="en-US" sz="2000" dirty="0">
                <a:solidFill>
                  <a:srgbClr val="3B3B3B"/>
                </a:solidFill>
                <a:latin typeface="Cascadia Code" panose="020B0609020000020004" pitchFamily="49" charset="0"/>
                <a:ea typeface="Cascadia Code" panose="020B0609020000020004" pitchFamily="49" charset="0"/>
                <a:cs typeface="Cascadia Code" panose="020B0609020000020004" pitchFamily="49" charset="0"/>
              </a:rPr>
              <a:t> </a:t>
            </a:r>
            <a:r>
              <a:rPr lang="en-US" sz="2000" dirty="0">
                <a:solidFill>
                  <a:srgbClr val="0000FF"/>
                </a:solidFill>
                <a:latin typeface="Cascadia Code" panose="020B0609020000020004" pitchFamily="49" charset="0"/>
                <a:ea typeface="Cascadia Code" panose="020B0609020000020004" pitchFamily="49" charset="0"/>
                <a:cs typeface="Cascadia Code" panose="020B0609020000020004" pitchFamily="49" charset="0"/>
              </a:rPr>
              <a:t>function</a:t>
            </a:r>
            <a:r>
              <a:rPr lang="en-US" sz="2000" dirty="0">
                <a:solidFill>
                  <a:srgbClr val="3B3B3B"/>
                </a:solidFill>
                <a:latin typeface="Cascadia Code" panose="020B0609020000020004" pitchFamily="49" charset="0"/>
                <a:ea typeface="Cascadia Code" panose="020B0609020000020004" pitchFamily="49" charset="0"/>
                <a:cs typeface="Cascadia Code" panose="020B0609020000020004" pitchFamily="49" charset="0"/>
              </a:rPr>
              <a:t> </a:t>
            </a:r>
            <a:r>
              <a:rPr lang="en-US" sz="2000" dirty="0">
                <a:solidFill>
                  <a:srgbClr val="795E26"/>
                </a:solidFill>
                <a:latin typeface="Cascadia Code" panose="020B0609020000020004" pitchFamily="49" charset="0"/>
                <a:ea typeface="Cascadia Code" panose="020B0609020000020004" pitchFamily="49" charset="0"/>
                <a:cs typeface="Cascadia Code" panose="020B0609020000020004" pitchFamily="49" charset="0"/>
              </a:rPr>
              <a:t>App</a:t>
            </a:r>
            <a:r>
              <a:rPr lang="en-US" sz="2000" dirty="0">
                <a:solidFill>
                  <a:srgbClr val="3B3B3B"/>
                </a:solidFill>
                <a:latin typeface="Cascadia Code" panose="020B0609020000020004" pitchFamily="49" charset="0"/>
                <a:ea typeface="Cascadia Code" panose="020B0609020000020004" pitchFamily="49" charset="0"/>
                <a:cs typeface="Cascadia Code" panose="020B0609020000020004" pitchFamily="49" charset="0"/>
              </a:rPr>
              <a:t>() {</a:t>
            </a:r>
          </a:p>
          <a:p>
            <a:pPr marL="0" indent="0">
              <a:lnSpc>
                <a:spcPct val="120000"/>
              </a:lnSpc>
              <a:spcBef>
                <a:spcPts val="600"/>
              </a:spcBef>
              <a:buNone/>
            </a:pPr>
            <a:r>
              <a:rPr lang="en-US" sz="2000" dirty="0">
                <a:solidFill>
                  <a:srgbClr val="3B3B3B"/>
                </a:solidFill>
                <a:latin typeface="Cascadia Code" panose="020B0609020000020004" pitchFamily="49" charset="0"/>
                <a:ea typeface="Cascadia Code" panose="020B0609020000020004" pitchFamily="49" charset="0"/>
                <a:cs typeface="Cascadia Code" panose="020B0609020000020004" pitchFamily="49" charset="0"/>
              </a:rPr>
              <a:t>  </a:t>
            </a:r>
            <a:r>
              <a:rPr lang="en-US" sz="2000" dirty="0">
                <a:solidFill>
                  <a:srgbClr val="AF00DB"/>
                </a:solidFill>
                <a:latin typeface="Cascadia Code" panose="020B0609020000020004" pitchFamily="49" charset="0"/>
                <a:ea typeface="Cascadia Code" panose="020B0609020000020004" pitchFamily="49" charset="0"/>
                <a:cs typeface="Cascadia Code" panose="020B0609020000020004" pitchFamily="49" charset="0"/>
              </a:rPr>
              <a:t>return</a:t>
            </a:r>
            <a:r>
              <a:rPr lang="en-US" sz="2000" dirty="0">
                <a:solidFill>
                  <a:srgbClr val="3B3B3B"/>
                </a:solidFill>
                <a:latin typeface="Cascadia Code" panose="020B0609020000020004" pitchFamily="49" charset="0"/>
                <a:ea typeface="Cascadia Code" panose="020B0609020000020004" pitchFamily="49" charset="0"/>
                <a:cs typeface="Cascadia Code" panose="020B0609020000020004" pitchFamily="49" charset="0"/>
              </a:rPr>
              <a:t> (</a:t>
            </a:r>
          </a:p>
          <a:p>
            <a:pPr marL="0" indent="0">
              <a:lnSpc>
                <a:spcPct val="120000"/>
              </a:lnSpc>
              <a:spcBef>
                <a:spcPts val="600"/>
              </a:spcBef>
              <a:buNone/>
            </a:pPr>
            <a:r>
              <a:rPr lang="en-US" sz="2000" dirty="0">
                <a:solidFill>
                  <a:srgbClr val="3B3B3B"/>
                </a:solidFill>
                <a:latin typeface="Cascadia Code" panose="020B0609020000020004" pitchFamily="49" charset="0"/>
                <a:ea typeface="Cascadia Code" panose="020B0609020000020004" pitchFamily="49" charset="0"/>
                <a:cs typeface="Cascadia Code" panose="020B0609020000020004" pitchFamily="49" charset="0"/>
              </a:rPr>
              <a:t>    </a:t>
            </a:r>
            <a:r>
              <a:rPr lang="en-US" sz="2000" dirty="0">
                <a:solidFill>
                  <a:srgbClr val="800000"/>
                </a:solidFill>
                <a:latin typeface="Cascadia Code" panose="020B0609020000020004" pitchFamily="49" charset="0"/>
                <a:ea typeface="Cascadia Code" panose="020B0609020000020004" pitchFamily="49" charset="0"/>
                <a:cs typeface="Cascadia Code" panose="020B0609020000020004" pitchFamily="49" charset="0"/>
              </a:rPr>
              <a:t>&lt;</a:t>
            </a:r>
            <a:r>
              <a:rPr lang="en-US" sz="2000" dirty="0" err="1">
                <a:solidFill>
                  <a:srgbClr val="267F99"/>
                </a:solidFill>
                <a:latin typeface="Cascadia Code" panose="020B0609020000020004" pitchFamily="49" charset="0"/>
                <a:ea typeface="Cascadia Code" panose="020B0609020000020004" pitchFamily="49" charset="0"/>
                <a:cs typeface="Cascadia Code" panose="020B0609020000020004" pitchFamily="49" charset="0"/>
              </a:rPr>
              <a:t>NavigationContainer</a:t>
            </a:r>
            <a:r>
              <a:rPr lang="en-US" sz="2000" dirty="0">
                <a:solidFill>
                  <a:srgbClr val="800000"/>
                </a:solidFill>
                <a:latin typeface="Cascadia Code" panose="020B0609020000020004" pitchFamily="49" charset="0"/>
                <a:ea typeface="Cascadia Code" panose="020B0609020000020004" pitchFamily="49" charset="0"/>
                <a:cs typeface="Cascadia Code" panose="020B0609020000020004" pitchFamily="49" charset="0"/>
              </a:rPr>
              <a:t>&gt;</a:t>
            </a:r>
            <a:endParaRPr lang="en-US" sz="2000" dirty="0">
              <a:solidFill>
                <a:srgbClr val="3B3B3B"/>
              </a:solidFill>
              <a:latin typeface="Cascadia Code" panose="020B0609020000020004" pitchFamily="49" charset="0"/>
              <a:ea typeface="Cascadia Code" panose="020B0609020000020004" pitchFamily="49" charset="0"/>
              <a:cs typeface="Cascadia Code" panose="020B0609020000020004" pitchFamily="49" charset="0"/>
            </a:endParaRPr>
          </a:p>
          <a:p>
            <a:pPr marL="0" indent="0">
              <a:lnSpc>
                <a:spcPct val="120000"/>
              </a:lnSpc>
              <a:spcBef>
                <a:spcPts val="600"/>
              </a:spcBef>
              <a:buNone/>
            </a:pPr>
            <a:r>
              <a:rPr lang="en-US" sz="2000" dirty="0">
                <a:solidFill>
                  <a:srgbClr val="3B3B3B"/>
                </a:solidFill>
                <a:latin typeface="Cascadia Code" panose="020B0609020000020004" pitchFamily="49" charset="0"/>
                <a:ea typeface="Cascadia Code" panose="020B0609020000020004" pitchFamily="49" charset="0"/>
                <a:cs typeface="Cascadia Code" panose="020B0609020000020004" pitchFamily="49" charset="0"/>
              </a:rPr>
              <a:t>      </a:t>
            </a:r>
            <a:r>
              <a:rPr lang="en-US" sz="2000" dirty="0">
                <a:solidFill>
                  <a:srgbClr val="800000"/>
                </a:solidFill>
                <a:latin typeface="Cascadia Code" panose="020B0609020000020004" pitchFamily="49" charset="0"/>
                <a:ea typeface="Cascadia Code" panose="020B0609020000020004" pitchFamily="49" charset="0"/>
                <a:cs typeface="Cascadia Code" panose="020B0609020000020004" pitchFamily="49" charset="0"/>
              </a:rPr>
              <a:t>&lt;</a:t>
            </a:r>
            <a:r>
              <a:rPr lang="en-US" sz="2000" dirty="0">
                <a:solidFill>
                  <a:srgbClr val="267F99"/>
                </a:solidFill>
                <a:latin typeface="Cascadia Code" panose="020B0609020000020004" pitchFamily="49" charset="0"/>
                <a:ea typeface="Cascadia Code" panose="020B0609020000020004" pitchFamily="49" charset="0"/>
                <a:cs typeface="Cascadia Code" panose="020B0609020000020004" pitchFamily="49" charset="0"/>
              </a:rPr>
              <a:t>View</a:t>
            </a:r>
            <a:r>
              <a:rPr lang="en-US" sz="2000" dirty="0">
                <a:solidFill>
                  <a:srgbClr val="3B3B3B"/>
                </a:solidFill>
                <a:latin typeface="Cascadia Code" panose="020B0609020000020004" pitchFamily="49" charset="0"/>
                <a:ea typeface="Cascadia Code" panose="020B0609020000020004" pitchFamily="49" charset="0"/>
                <a:cs typeface="Cascadia Code" panose="020B0609020000020004" pitchFamily="49" charset="0"/>
              </a:rPr>
              <a:t> </a:t>
            </a:r>
            <a:r>
              <a:rPr lang="en-US" sz="2000" dirty="0">
                <a:solidFill>
                  <a:srgbClr val="E50000"/>
                </a:solidFill>
                <a:latin typeface="Cascadia Code" panose="020B0609020000020004" pitchFamily="49" charset="0"/>
                <a:ea typeface="Cascadia Code" panose="020B0609020000020004" pitchFamily="49" charset="0"/>
                <a:cs typeface="Cascadia Code" panose="020B0609020000020004" pitchFamily="49" charset="0"/>
              </a:rPr>
              <a:t>style</a:t>
            </a:r>
            <a:r>
              <a:rPr lang="en-US" sz="2000" dirty="0">
                <a:solidFill>
                  <a:srgbClr val="000000"/>
                </a:solidFill>
                <a:latin typeface="Cascadia Code" panose="020B0609020000020004" pitchFamily="49" charset="0"/>
                <a:ea typeface="Cascadia Code" panose="020B0609020000020004" pitchFamily="49" charset="0"/>
                <a:cs typeface="Cascadia Code" panose="020B0609020000020004" pitchFamily="49" charset="0"/>
              </a:rPr>
              <a:t>=</a:t>
            </a:r>
            <a:r>
              <a:rPr lang="en-US" sz="2000" dirty="0">
                <a:solidFill>
                  <a:srgbClr val="0000FF"/>
                </a:solidFill>
                <a:latin typeface="Cascadia Code" panose="020B0609020000020004" pitchFamily="49" charset="0"/>
                <a:ea typeface="Cascadia Code" panose="020B0609020000020004" pitchFamily="49" charset="0"/>
                <a:cs typeface="Cascadia Code" panose="020B0609020000020004" pitchFamily="49" charset="0"/>
              </a:rPr>
              <a:t>{</a:t>
            </a:r>
            <a:r>
              <a:rPr lang="en-US" sz="2000" dirty="0" err="1">
                <a:solidFill>
                  <a:srgbClr val="0070C1"/>
                </a:solidFill>
                <a:latin typeface="Cascadia Code" panose="020B0609020000020004" pitchFamily="49" charset="0"/>
                <a:ea typeface="Cascadia Code" panose="020B0609020000020004" pitchFamily="49" charset="0"/>
                <a:cs typeface="Cascadia Code" panose="020B0609020000020004" pitchFamily="49" charset="0"/>
              </a:rPr>
              <a:t>styles</a:t>
            </a:r>
            <a:r>
              <a:rPr lang="en-US" sz="2000" dirty="0" err="1">
                <a:solidFill>
                  <a:srgbClr val="000000"/>
                </a:solidFill>
                <a:latin typeface="Cascadia Code" panose="020B0609020000020004" pitchFamily="49" charset="0"/>
                <a:ea typeface="Cascadia Code" panose="020B0609020000020004" pitchFamily="49" charset="0"/>
                <a:cs typeface="Cascadia Code" panose="020B0609020000020004" pitchFamily="49" charset="0"/>
              </a:rPr>
              <a:t>.</a:t>
            </a:r>
            <a:r>
              <a:rPr lang="en-US" sz="2000" dirty="0" err="1">
                <a:solidFill>
                  <a:srgbClr val="001080"/>
                </a:solidFill>
                <a:latin typeface="Cascadia Code" panose="020B0609020000020004" pitchFamily="49" charset="0"/>
                <a:ea typeface="Cascadia Code" panose="020B0609020000020004" pitchFamily="49" charset="0"/>
                <a:cs typeface="Cascadia Code" panose="020B0609020000020004" pitchFamily="49" charset="0"/>
              </a:rPr>
              <a:t>header</a:t>
            </a:r>
            <a:r>
              <a:rPr lang="en-US" sz="2000" dirty="0">
                <a:solidFill>
                  <a:srgbClr val="0000FF"/>
                </a:solidFill>
                <a:latin typeface="Cascadia Code" panose="020B0609020000020004" pitchFamily="49" charset="0"/>
                <a:ea typeface="Cascadia Code" panose="020B0609020000020004" pitchFamily="49" charset="0"/>
                <a:cs typeface="Cascadia Code" panose="020B0609020000020004" pitchFamily="49" charset="0"/>
              </a:rPr>
              <a:t>}</a:t>
            </a:r>
            <a:r>
              <a:rPr lang="en-US" sz="2000" dirty="0">
                <a:solidFill>
                  <a:srgbClr val="800000"/>
                </a:solidFill>
                <a:latin typeface="Cascadia Code" panose="020B0609020000020004" pitchFamily="49" charset="0"/>
                <a:ea typeface="Cascadia Code" panose="020B0609020000020004" pitchFamily="49" charset="0"/>
                <a:cs typeface="Cascadia Code" panose="020B0609020000020004" pitchFamily="49" charset="0"/>
              </a:rPr>
              <a:t>&gt;</a:t>
            </a:r>
            <a:endParaRPr lang="en-US" sz="2000" dirty="0">
              <a:solidFill>
                <a:srgbClr val="3B3B3B"/>
              </a:solidFill>
              <a:latin typeface="Cascadia Code" panose="020B0609020000020004" pitchFamily="49" charset="0"/>
              <a:ea typeface="Cascadia Code" panose="020B0609020000020004" pitchFamily="49" charset="0"/>
              <a:cs typeface="Cascadia Code" panose="020B0609020000020004" pitchFamily="49" charset="0"/>
            </a:endParaRPr>
          </a:p>
          <a:p>
            <a:pPr marL="0" indent="0">
              <a:lnSpc>
                <a:spcPct val="120000"/>
              </a:lnSpc>
              <a:spcBef>
                <a:spcPts val="600"/>
              </a:spcBef>
              <a:buNone/>
            </a:pPr>
            <a:r>
              <a:rPr lang="en-US" sz="2000" dirty="0">
                <a:solidFill>
                  <a:srgbClr val="3B3B3B"/>
                </a:solidFill>
                <a:latin typeface="Cascadia Code" panose="020B0609020000020004" pitchFamily="49" charset="0"/>
                <a:ea typeface="Cascadia Code" panose="020B0609020000020004" pitchFamily="49" charset="0"/>
                <a:cs typeface="Cascadia Code" panose="020B0609020000020004" pitchFamily="49" charset="0"/>
              </a:rPr>
              <a:t>        </a:t>
            </a:r>
            <a:r>
              <a:rPr lang="en-US" sz="2000" dirty="0">
                <a:solidFill>
                  <a:srgbClr val="800000"/>
                </a:solidFill>
                <a:latin typeface="Cascadia Code" panose="020B0609020000020004" pitchFamily="49" charset="0"/>
                <a:ea typeface="Cascadia Code" panose="020B0609020000020004" pitchFamily="49" charset="0"/>
                <a:cs typeface="Cascadia Code" panose="020B0609020000020004" pitchFamily="49" charset="0"/>
              </a:rPr>
              <a:t>&lt;</a:t>
            </a:r>
            <a:r>
              <a:rPr lang="en-US" sz="2000" dirty="0">
                <a:solidFill>
                  <a:srgbClr val="267F99"/>
                </a:solidFill>
                <a:latin typeface="Cascadia Code" panose="020B0609020000020004" pitchFamily="49" charset="0"/>
                <a:ea typeface="Cascadia Code" panose="020B0609020000020004" pitchFamily="49" charset="0"/>
                <a:cs typeface="Cascadia Code" panose="020B0609020000020004" pitchFamily="49" charset="0"/>
              </a:rPr>
              <a:t>Text</a:t>
            </a:r>
            <a:r>
              <a:rPr lang="en-US" sz="2000" dirty="0">
                <a:solidFill>
                  <a:srgbClr val="3B3B3B"/>
                </a:solidFill>
                <a:latin typeface="Cascadia Code" panose="020B0609020000020004" pitchFamily="49" charset="0"/>
                <a:ea typeface="Cascadia Code" panose="020B0609020000020004" pitchFamily="49" charset="0"/>
                <a:cs typeface="Cascadia Code" panose="020B0609020000020004" pitchFamily="49" charset="0"/>
              </a:rPr>
              <a:t> </a:t>
            </a:r>
            <a:r>
              <a:rPr lang="en-US" sz="2000" dirty="0">
                <a:solidFill>
                  <a:srgbClr val="E50000"/>
                </a:solidFill>
                <a:latin typeface="Cascadia Code" panose="020B0609020000020004" pitchFamily="49" charset="0"/>
                <a:ea typeface="Cascadia Code" panose="020B0609020000020004" pitchFamily="49" charset="0"/>
                <a:cs typeface="Cascadia Code" panose="020B0609020000020004" pitchFamily="49" charset="0"/>
              </a:rPr>
              <a:t>style</a:t>
            </a:r>
            <a:r>
              <a:rPr lang="en-US" sz="2000" dirty="0">
                <a:solidFill>
                  <a:srgbClr val="000000"/>
                </a:solidFill>
                <a:latin typeface="Cascadia Code" panose="020B0609020000020004" pitchFamily="49" charset="0"/>
                <a:ea typeface="Cascadia Code" panose="020B0609020000020004" pitchFamily="49" charset="0"/>
                <a:cs typeface="Cascadia Code" panose="020B0609020000020004" pitchFamily="49" charset="0"/>
              </a:rPr>
              <a:t>=</a:t>
            </a:r>
            <a:r>
              <a:rPr lang="en-US" sz="2000" dirty="0">
                <a:solidFill>
                  <a:srgbClr val="0000FF"/>
                </a:solidFill>
                <a:latin typeface="Cascadia Code" panose="020B0609020000020004" pitchFamily="49" charset="0"/>
                <a:ea typeface="Cascadia Code" panose="020B0609020000020004" pitchFamily="49" charset="0"/>
                <a:cs typeface="Cascadia Code" panose="020B0609020000020004" pitchFamily="49" charset="0"/>
              </a:rPr>
              <a:t>{</a:t>
            </a:r>
            <a:r>
              <a:rPr lang="en-US" sz="2000" dirty="0" err="1">
                <a:solidFill>
                  <a:srgbClr val="0070C1"/>
                </a:solidFill>
                <a:latin typeface="Cascadia Code" panose="020B0609020000020004" pitchFamily="49" charset="0"/>
                <a:ea typeface="Cascadia Code" panose="020B0609020000020004" pitchFamily="49" charset="0"/>
                <a:cs typeface="Cascadia Code" panose="020B0609020000020004" pitchFamily="49" charset="0"/>
              </a:rPr>
              <a:t>styles</a:t>
            </a:r>
            <a:r>
              <a:rPr lang="en-US" sz="2000" dirty="0" err="1">
                <a:solidFill>
                  <a:srgbClr val="000000"/>
                </a:solidFill>
                <a:latin typeface="Cascadia Code" panose="020B0609020000020004" pitchFamily="49" charset="0"/>
                <a:ea typeface="Cascadia Code" panose="020B0609020000020004" pitchFamily="49" charset="0"/>
                <a:cs typeface="Cascadia Code" panose="020B0609020000020004" pitchFamily="49" charset="0"/>
              </a:rPr>
              <a:t>.</a:t>
            </a:r>
            <a:r>
              <a:rPr lang="en-US" sz="2000" dirty="0" err="1">
                <a:solidFill>
                  <a:srgbClr val="001080"/>
                </a:solidFill>
                <a:latin typeface="Cascadia Code" panose="020B0609020000020004" pitchFamily="49" charset="0"/>
                <a:ea typeface="Cascadia Code" panose="020B0609020000020004" pitchFamily="49" charset="0"/>
                <a:cs typeface="Cascadia Code" panose="020B0609020000020004" pitchFamily="49" charset="0"/>
              </a:rPr>
              <a:t>headerText</a:t>
            </a:r>
            <a:r>
              <a:rPr lang="en-US" sz="2000" dirty="0">
                <a:solidFill>
                  <a:srgbClr val="0000FF"/>
                </a:solidFill>
                <a:latin typeface="Cascadia Code" panose="020B0609020000020004" pitchFamily="49" charset="0"/>
                <a:ea typeface="Cascadia Code" panose="020B0609020000020004" pitchFamily="49" charset="0"/>
                <a:cs typeface="Cascadia Code" panose="020B0609020000020004" pitchFamily="49" charset="0"/>
              </a:rPr>
              <a:t>}</a:t>
            </a:r>
            <a:r>
              <a:rPr lang="en-US" sz="2000" dirty="0">
                <a:solidFill>
                  <a:srgbClr val="800000"/>
                </a:solidFill>
                <a:latin typeface="Cascadia Code" panose="020B0609020000020004" pitchFamily="49" charset="0"/>
                <a:ea typeface="Cascadia Code" panose="020B0609020000020004" pitchFamily="49" charset="0"/>
                <a:cs typeface="Cascadia Code" panose="020B0609020000020004" pitchFamily="49" charset="0"/>
              </a:rPr>
              <a:t>&gt;</a:t>
            </a:r>
            <a:r>
              <a:rPr lang="en-US" sz="2000" dirty="0" err="1">
                <a:solidFill>
                  <a:srgbClr val="3B3B3B"/>
                </a:solidFill>
                <a:latin typeface="Cascadia Code" panose="020B0609020000020004" pitchFamily="49" charset="0"/>
                <a:ea typeface="Cascadia Code" panose="020B0609020000020004" pitchFamily="49" charset="0"/>
                <a:cs typeface="Cascadia Code" panose="020B0609020000020004" pitchFamily="49" charset="0"/>
              </a:rPr>
              <a:t>Baham</a:t>
            </a:r>
            <a:r>
              <a:rPr lang="en-US" sz="2000" dirty="0">
                <a:solidFill>
                  <a:srgbClr val="800000"/>
                </a:solidFill>
                <a:latin typeface="Cascadia Code" panose="020B0609020000020004" pitchFamily="49" charset="0"/>
                <a:ea typeface="Cascadia Code" panose="020B0609020000020004" pitchFamily="49" charset="0"/>
                <a:cs typeface="Cascadia Code" panose="020B0609020000020004" pitchFamily="49" charset="0"/>
              </a:rPr>
              <a:t>&lt;/</a:t>
            </a:r>
            <a:r>
              <a:rPr lang="en-US" sz="2000" dirty="0">
                <a:solidFill>
                  <a:srgbClr val="267F99"/>
                </a:solidFill>
                <a:latin typeface="Cascadia Code" panose="020B0609020000020004" pitchFamily="49" charset="0"/>
                <a:ea typeface="Cascadia Code" panose="020B0609020000020004" pitchFamily="49" charset="0"/>
                <a:cs typeface="Cascadia Code" panose="020B0609020000020004" pitchFamily="49" charset="0"/>
              </a:rPr>
              <a:t>Text</a:t>
            </a:r>
            <a:r>
              <a:rPr lang="en-US" sz="2000" dirty="0">
                <a:solidFill>
                  <a:srgbClr val="800000"/>
                </a:solidFill>
                <a:latin typeface="Cascadia Code" panose="020B0609020000020004" pitchFamily="49" charset="0"/>
                <a:ea typeface="Cascadia Code" panose="020B0609020000020004" pitchFamily="49" charset="0"/>
                <a:cs typeface="Cascadia Code" panose="020B0609020000020004" pitchFamily="49" charset="0"/>
              </a:rPr>
              <a:t>&gt;</a:t>
            </a:r>
            <a:endParaRPr lang="en-US" sz="2000" dirty="0">
              <a:solidFill>
                <a:srgbClr val="3B3B3B"/>
              </a:solidFill>
              <a:latin typeface="Cascadia Code" panose="020B0609020000020004" pitchFamily="49" charset="0"/>
              <a:ea typeface="Cascadia Code" panose="020B0609020000020004" pitchFamily="49" charset="0"/>
              <a:cs typeface="Cascadia Code" panose="020B0609020000020004" pitchFamily="49" charset="0"/>
            </a:endParaRPr>
          </a:p>
          <a:p>
            <a:pPr marL="0" indent="0">
              <a:lnSpc>
                <a:spcPct val="120000"/>
              </a:lnSpc>
              <a:spcBef>
                <a:spcPts val="600"/>
              </a:spcBef>
              <a:buNone/>
            </a:pPr>
            <a:r>
              <a:rPr lang="en-US" sz="2000" dirty="0">
                <a:solidFill>
                  <a:srgbClr val="3B3B3B"/>
                </a:solidFill>
                <a:latin typeface="Cascadia Code" panose="020B0609020000020004" pitchFamily="49" charset="0"/>
                <a:ea typeface="Cascadia Code" panose="020B0609020000020004" pitchFamily="49" charset="0"/>
                <a:cs typeface="Cascadia Code" panose="020B0609020000020004" pitchFamily="49" charset="0"/>
              </a:rPr>
              <a:t>      </a:t>
            </a:r>
            <a:r>
              <a:rPr lang="en-US" sz="2000" dirty="0">
                <a:solidFill>
                  <a:srgbClr val="800000"/>
                </a:solidFill>
                <a:latin typeface="Cascadia Code" panose="020B0609020000020004" pitchFamily="49" charset="0"/>
                <a:ea typeface="Cascadia Code" panose="020B0609020000020004" pitchFamily="49" charset="0"/>
                <a:cs typeface="Cascadia Code" panose="020B0609020000020004" pitchFamily="49" charset="0"/>
              </a:rPr>
              <a:t>&lt;/</a:t>
            </a:r>
            <a:r>
              <a:rPr lang="en-US" sz="2000" dirty="0">
                <a:solidFill>
                  <a:srgbClr val="267F99"/>
                </a:solidFill>
                <a:latin typeface="Cascadia Code" panose="020B0609020000020004" pitchFamily="49" charset="0"/>
                <a:ea typeface="Cascadia Code" panose="020B0609020000020004" pitchFamily="49" charset="0"/>
                <a:cs typeface="Cascadia Code" panose="020B0609020000020004" pitchFamily="49" charset="0"/>
              </a:rPr>
              <a:t>View</a:t>
            </a:r>
            <a:r>
              <a:rPr lang="en-US" sz="2000" dirty="0">
                <a:solidFill>
                  <a:srgbClr val="800000"/>
                </a:solidFill>
                <a:latin typeface="Cascadia Code" panose="020B0609020000020004" pitchFamily="49" charset="0"/>
                <a:ea typeface="Cascadia Code" panose="020B0609020000020004" pitchFamily="49" charset="0"/>
                <a:cs typeface="Cascadia Code" panose="020B0609020000020004" pitchFamily="49" charset="0"/>
              </a:rPr>
              <a:t>&gt;</a:t>
            </a:r>
            <a:endParaRPr lang="en-US" sz="2000" dirty="0">
              <a:solidFill>
                <a:srgbClr val="3B3B3B"/>
              </a:solidFill>
              <a:latin typeface="Cascadia Code" panose="020B0609020000020004" pitchFamily="49" charset="0"/>
              <a:ea typeface="Cascadia Code" panose="020B0609020000020004" pitchFamily="49" charset="0"/>
              <a:cs typeface="Cascadia Code" panose="020B0609020000020004" pitchFamily="49" charset="0"/>
            </a:endParaRPr>
          </a:p>
          <a:p>
            <a:pPr marL="0" indent="0">
              <a:lnSpc>
                <a:spcPct val="120000"/>
              </a:lnSpc>
              <a:spcBef>
                <a:spcPts val="600"/>
              </a:spcBef>
              <a:buNone/>
            </a:pPr>
            <a:r>
              <a:rPr lang="en-US" sz="2000" dirty="0">
                <a:solidFill>
                  <a:srgbClr val="3B3B3B"/>
                </a:solidFill>
                <a:latin typeface="Cascadia Code" panose="020B0609020000020004" pitchFamily="49" charset="0"/>
                <a:ea typeface="Cascadia Code" panose="020B0609020000020004" pitchFamily="49" charset="0"/>
                <a:cs typeface="Cascadia Code" panose="020B0609020000020004" pitchFamily="49" charset="0"/>
              </a:rPr>
              <a:t>    </a:t>
            </a:r>
            <a:r>
              <a:rPr lang="en-US" sz="2000" dirty="0">
                <a:solidFill>
                  <a:srgbClr val="800000"/>
                </a:solidFill>
                <a:latin typeface="Cascadia Code" panose="020B0609020000020004" pitchFamily="49" charset="0"/>
                <a:ea typeface="Cascadia Code" panose="020B0609020000020004" pitchFamily="49" charset="0"/>
                <a:cs typeface="Cascadia Code" panose="020B0609020000020004" pitchFamily="49" charset="0"/>
              </a:rPr>
              <a:t>&lt;/</a:t>
            </a:r>
            <a:r>
              <a:rPr lang="en-US" sz="2000" dirty="0" err="1">
                <a:solidFill>
                  <a:srgbClr val="267F99"/>
                </a:solidFill>
                <a:latin typeface="Cascadia Code" panose="020B0609020000020004" pitchFamily="49" charset="0"/>
                <a:ea typeface="Cascadia Code" panose="020B0609020000020004" pitchFamily="49" charset="0"/>
                <a:cs typeface="Cascadia Code" panose="020B0609020000020004" pitchFamily="49" charset="0"/>
              </a:rPr>
              <a:t>NavigationContainer</a:t>
            </a:r>
            <a:r>
              <a:rPr lang="en-US" sz="2000" dirty="0">
                <a:solidFill>
                  <a:srgbClr val="800000"/>
                </a:solidFill>
                <a:latin typeface="Cascadia Code" panose="020B0609020000020004" pitchFamily="49" charset="0"/>
                <a:ea typeface="Cascadia Code" panose="020B0609020000020004" pitchFamily="49" charset="0"/>
                <a:cs typeface="Cascadia Code" panose="020B0609020000020004" pitchFamily="49" charset="0"/>
              </a:rPr>
              <a:t>&gt;</a:t>
            </a:r>
            <a:endParaRPr lang="en-US" sz="2000" dirty="0">
              <a:solidFill>
                <a:srgbClr val="3B3B3B"/>
              </a:solidFill>
              <a:latin typeface="Cascadia Code" panose="020B0609020000020004" pitchFamily="49" charset="0"/>
              <a:ea typeface="Cascadia Code" panose="020B0609020000020004" pitchFamily="49" charset="0"/>
              <a:cs typeface="Cascadia Code" panose="020B0609020000020004" pitchFamily="49" charset="0"/>
            </a:endParaRPr>
          </a:p>
          <a:p>
            <a:pPr marL="0" indent="0">
              <a:lnSpc>
                <a:spcPct val="120000"/>
              </a:lnSpc>
              <a:spcBef>
                <a:spcPts val="600"/>
              </a:spcBef>
              <a:buNone/>
            </a:pPr>
            <a:r>
              <a:rPr lang="en-US" sz="2000" dirty="0">
                <a:solidFill>
                  <a:srgbClr val="3B3B3B"/>
                </a:solidFill>
                <a:latin typeface="Cascadia Code" panose="020B0609020000020004" pitchFamily="49" charset="0"/>
                <a:ea typeface="Cascadia Code" panose="020B0609020000020004" pitchFamily="49" charset="0"/>
                <a:cs typeface="Cascadia Code" panose="020B0609020000020004" pitchFamily="49" charset="0"/>
              </a:rPr>
              <a:t>  );</a:t>
            </a:r>
          </a:p>
          <a:p>
            <a:pPr marL="0" indent="0">
              <a:lnSpc>
                <a:spcPct val="120000"/>
              </a:lnSpc>
              <a:spcBef>
                <a:spcPts val="600"/>
              </a:spcBef>
              <a:buNone/>
            </a:pPr>
            <a:r>
              <a:rPr lang="en-US" sz="2000" dirty="0">
                <a:solidFill>
                  <a:srgbClr val="3B3B3B"/>
                </a:solidFill>
                <a:latin typeface="Cascadia Code" panose="020B0609020000020004" pitchFamily="49" charset="0"/>
                <a:ea typeface="Cascadia Code" panose="020B0609020000020004" pitchFamily="49" charset="0"/>
                <a:cs typeface="Cascadia Code" panose="020B0609020000020004" pitchFamily="49" charset="0"/>
              </a:rPr>
              <a:t>}</a:t>
            </a:r>
            <a:endParaRPr lang="en-US" sz="2000" dirty="0">
              <a:latin typeface="Cascadia Code" panose="020B0609020000020004" pitchFamily="49" charset="0"/>
              <a:ea typeface="Cascadia Code" panose="020B0609020000020004" pitchFamily="49" charset="0"/>
              <a:cs typeface="Cascadia Code" panose="020B0609020000020004" pitchFamily="49" charset="0"/>
            </a:endParaRPr>
          </a:p>
        </p:txBody>
      </p:sp>
    </p:spTree>
    <p:extLst>
      <p:ext uri="{BB962C8B-B14F-4D97-AF65-F5344CB8AC3E}">
        <p14:creationId xmlns:p14="http://schemas.microsoft.com/office/powerpoint/2010/main" val="21599125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11" end="11"/>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Stack Navigation</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41918"/>
            <a:ext cx="11743016" cy="4887878"/>
          </a:xfrm>
          <a:prstGeom prst="rect">
            <a:avLst/>
          </a:prstGeom>
        </p:spPr>
        <p:txBody>
          <a:bodyPr numCol="1">
            <a:normAutofit fontScale="700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42950" indent="-742950">
              <a:lnSpc>
                <a:spcPct val="120000"/>
              </a:lnSpc>
              <a:buFont typeface="+mj-lt"/>
              <a:buAutoNum type="arabicPeriod"/>
            </a:pPr>
            <a:r>
              <a:rPr lang="en-US" sz="3600" dirty="0"/>
              <a:t>Install native Stack navigator</a:t>
            </a:r>
          </a:p>
          <a:p>
            <a:pPr marL="0" indent="0">
              <a:lnSpc>
                <a:spcPct val="120000"/>
              </a:lnSpc>
              <a:buNone/>
            </a:pPr>
            <a:r>
              <a:rPr lang="en-US" sz="2900" dirty="0" err="1">
                <a:latin typeface="Cascadia Code" panose="020B0609020000020004" pitchFamily="49" charset="0"/>
                <a:ea typeface="Cascadia Code" panose="020B0609020000020004" pitchFamily="49" charset="0"/>
                <a:cs typeface="Cascadia Code" panose="020B0609020000020004" pitchFamily="49" charset="0"/>
              </a:rPr>
              <a:t>npm</a:t>
            </a:r>
            <a:r>
              <a:rPr lang="en-US" sz="2900" dirty="0">
                <a:latin typeface="Cascadia Code" panose="020B0609020000020004" pitchFamily="49" charset="0"/>
                <a:ea typeface="Cascadia Code" panose="020B0609020000020004" pitchFamily="49" charset="0"/>
                <a:cs typeface="Cascadia Code" panose="020B0609020000020004" pitchFamily="49" charset="0"/>
              </a:rPr>
              <a:t> install @react-navigation/native-stack</a:t>
            </a:r>
            <a:endParaRPr lang="en-US" sz="2900" dirty="0"/>
          </a:p>
          <a:p>
            <a:pPr marL="742950" indent="-742950">
              <a:lnSpc>
                <a:spcPct val="120000"/>
              </a:lnSpc>
              <a:buFont typeface="+mj-lt"/>
              <a:buAutoNum type="arabicPeriod"/>
            </a:pPr>
            <a:r>
              <a:rPr lang="en-US" sz="3600" dirty="0"/>
              <a:t>Import the native stack component</a:t>
            </a:r>
          </a:p>
          <a:p>
            <a:pPr marL="742950" indent="-742950">
              <a:lnSpc>
                <a:spcPct val="120000"/>
              </a:lnSpc>
              <a:buFont typeface="+mj-lt"/>
              <a:buAutoNum type="arabicPeriod"/>
            </a:pPr>
            <a:r>
              <a:rPr lang="en-US" sz="3600" dirty="0"/>
              <a:t>Initialize in a constant on top of your App component.</a:t>
            </a:r>
          </a:p>
          <a:p>
            <a:pPr marL="742950" indent="-742950">
              <a:lnSpc>
                <a:spcPct val="120000"/>
              </a:lnSpc>
              <a:buFont typeface="+mj-lt"/>
              <a:buAutoNum type="arabicPeriod"/>
            </a:pPr>
            <a:r>
              <a:rPr lang="en-US" sz="3600" dirty="0"/>
              <a:t>Define the Stack Navigator component inside the Navigation Container.</a:t>
            </a:r>
          </a:p>
          <a:p>
            <a:pPr marL="742950" indent="-742950">
              <a:lnSpc>
                <a:spcPct val="120000"/>
              </a:lnSpc>
              <a:buFont typeface="+mj-lt"/>
              <a:buAutoNum type="arabicPeriod"/>
            </a:pPr>
            <a:r>
              <a:rPr lang="en-US" sz="3600" dirty="0"/>
              <a:t>Attach all the Views as Screens inside the Stack Navigator. Each View will have a unique name to be used as reference.</a:t>
            </a:r>
          </a:p>
          <a:p>
            <a:pPr marL="742950" indent="-742950">
              <a:lnSpc>
                <a:spcPct val="120000"/>
              </a:lnSpc>
              <a:buFont typeface="+mj-lt"/>
              <a:buAutoNum type="arabicPeriod"/>
            </a:pPr>
            <a:r>
              <a:rPr lang="en-US" sz="3600" dirty="0"/>
              <a:t>Specify the initial route name.</a:t>
            </a:r>
          </a:p>
          <a:p>
            <a:pPr marL="742950" indent="-742950">
              <a:lnSpc>
                <a:spcPct val="120000"/>
              </a:lnSpc>
              <a:buFont typeface="+mj-lt"/>
              <a:buAutoNum type="arabicPeriod"/>
            </a:pPr>
            <a:r>
              <a:rPr lang="en-US" sz="3600" dirty="0"/>
              <a:t>You may define some styling to the screen header which shows current screen name.</a:t>
            </a:r>
          </a:p>
        </p:txBody>
      </p:sp>
    </p:spTree>
    <p:extLst>
      <p:ext uri="{BB962C8B-B14F-4D97-AF65-F5344CB8AC3E}">
        <p14:creationId xmlns:p14="http://schemas.microsoft.com/office/powerpoint/2010/main" val="4340513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Stack Navigation – Exercise</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7" name="TextBox 6">
            <a:extLst>
              <a:ext uri="{FF2B5EF4-FFF2-40B4-BE49-F238E27FC236}">
                <a16:creationId xmlns:a16="http://schemas.microsoft.com/office/drawing/2014/main" id="{6669D123-ED0C-7768-338A-8065A34A3C72}"/>
              </a:ext>
            </a:extLst>
          </p:cNvPr>
          <p:cNvSpPr txBox="1"/>
          <p:nvPr/>
        </p:nvSpPr>
        <p:spPr>
          <a:xfrm>
            <a:off x="220384" y="1371600"/>
            <a:ext cx="11743016" cy="5262979"/>
          </a:xfrm>
          <a:prstGeom prst="rect">
            <a:avLst/>
          </a:prstGeom>
          <a:noFill/>
        </p:spPr>
        <p:txBody>
          <a:bodyPr wrap="square">
            <a:spAutoFit/>
          </a:bodyPr>
          <a:lstStyle/>
          <a:p>
            <a:r>
              <a:rPr lang="en-US" sz="1600" b="0" dirty="0">
                <a:solidFill>
                  <a:srgbClr val="AF00DB"/>
                </a:solidFill>
                <a:effectLst/>
                <a:latin typeface="Consolas" panose="020B0609020204030204" pitchFamily="49" charset="0"/>
              </a:rPr>
              <a:t>import</a:t>
            </a:r>
            <a:r>
              <a:rPr lang="en-US" sz="1600" b="0" dirty="0">
                <a:solidFill>
                  <a:srgbClr val="3B3B3B"/>
                </a:solidFill>
                <a:effectLst/>
                <a:latin typeface="Consolas" panose="020B0609020204030204" pitchFamily="49" charset="0"/>
              </a:rPr>
              <a:t> { </a:t>
            </a:r>
            <a:r>
              <a:rPr lang="en-US" sz="1600" b="0" dirty="0" err="1">
                <a:solidFill>
                  <a:srgbClr val="001080"/>
                </a:solidFill>
                <a:effectLst/>
                <a:latin typeface="Consolas" panose="020B0609020204030204" pitchFamily="49" charset="0"/>
              </a:rPr>
              <a:t>StyleSheet</a:t>
            </a:r>
            <a:r>
              <a:rPr lang="en-US" sz="1600" b="0" dirty="0">
                <a:solidFill>
                  <a:srgbClr val="3B3B3B"/>
                </a:solidFill>
                <a:effectLst/>
                <a:latin typeface="Consolas" panose="020B0609020204030204" pitchFamily="49" charset="0"/>
              </a:rPr>
              <a:t>, </a:t>
            </a:r>
            <a:r>
              <a:rPr lang="en-US" sz="1600" b="0" dirty="0">
                <a:solidFill>
                  <a:srgbClr val="001080"/>
                </a:solidFill>
                <a:effectLst/>
                <a:latin typeface="Consolas" panose="020B0609020204030204" pitchFamily="49" charset="0"/>
              </a:rPr>
              <a:t>View</a:t>
            </a:r>
            <a:r>
              <a:rPr lang="en-US" sz="1600" b="0" dirty="0">
                <a:solidFill>
                  <a:srgbClr val="3B3B3B"/>
                </a:solidFill>
                <a:effectLst/>
                <a:latin typeface="Consolas" panose="020B0609020204030204" pitchFamily="49" charset="0"/>
              </a:rPr>
              <a:t> } </a:t>
            </a:r>
            <a:r>
              <a:rPr lang="en-US" sz="1600" b="0" dirty="0">
                <a:solidFill>
                  <a:srgbClr val="AF00DB"/>
                </a:solidFill>
                <a:effectLst/>
                <a:latin typeface="Consolas" panose="020B0609020204030204" pitchFamily="49" charset="0"/>
              </a:rPr>
              <a:t>from</a:t>
            </a:r>
            <a:r>
              <a:rPr lang="en-US" sz="1600" b="0" dirty="0">
                <a:solidFill>
                  <a:srgbClr val="3B3B3B"/>
                </a:solidFill>
                <a:effectLst/>
                <a:latin typeface="Consolas" panose="020B0609020204030204" pitchFamily="49" charset="0"/>
              </a:rPr>
              <a:t> </a:t>
            </a:r>
            <a:r>
              <a:rPr lang="en-US" sz="1600" b="0" dirty="0">
                <a:solidFill>
                  <a:srgbClr val="A31515"/>
                </a:solidFill>
                <a:effectLst/>
                <a:latin typeface="Consolas" panose="020B0609020204030204" pitchFamily="49" charset="0"/>
              </a:rPr>
              <a:t>'react-native'</a:t>
            </a:r>
            <a:r>
              <a:rPr lang="en-US" sz="1600" b="0" dirty="0">
                <a:solidFill>
                  <a:srgbClr val="3B3B3B"/>
                </a:solidFill>
                <a:effectLst/>
                <a:latin typeface="Consolas" panose="020B0609020204030204" pitchFamily="49" charset="0"/>
              </a:rPr>
              <a:t>;</a:t>
            </a:r>
          </a:p>
          <a:p>
            <a:r>
              <a:rPr lang="en-US" sz="1600" b="0" dirty="0">
                <a:solidFill>
                  <a:srgbClr val="AF00DB"/>
                </a:solidFill>
                <a:effectLst/>
                <a:latin typeface="Consolas" panose="020B0609020204030204" pitchFamily="49" charset="0"/>
              </a:rPr>
              <a:t>import</a:t>
            </a:r>
            <a:r>
              <a:rPr lang="en-US" sz="1600" b="0" dirty="0">
                <a:solidFill>
                  <a:srgbClr val="3B3B3B"/>
                </a:solidFill>
                <a:effectLst/>
                <a:latin typeface="Consolas" panose="020B0609020204030204" pitchFamily="49" charset="0"/>
              </a:rPr>
              <a:t> { </a:t>
            </a:r>
            <a:r>
              <a:rPr lang="en-US" sz="1600" b="0" dirty="0" err="1">
                <a:solidFill>
                  <a:srgbClr val="001080"/>
                </a:solidFill>
                <a:effectLst/>
                <a:latin typeface="Consolas" panose="020B0609020204030204" pitchFamily="49" charset="0"/>
              </a:rPr>
              <a:t>NavigationContainer</a:t>
            </a:r>
            <a:r>
              <a:rPr lang="en-US" sz="1600" b="0" dirty="0">
                <a:solidFill>
                  <a:srgbClr val="3B3B3B"/>
                </a:solidFill>
                <a:effectLst/>
                <a:latin typeface="Consolas" panose="020B0609020204030204" pitchFamily="49" charset="0"/>
              </a:rPr>
              <a:t> } </a:t>
            </a:r>
            <a:r>
              <a:rPr lang="en-US" sz="1600" b="0" dirty="0">
                <a:solidFill>
                  <a:srgbClr val="AF00DB"/>
                </a:solidFill>
                <a:effectLst/>
                <a:latin typeface="Consolas" panose="020B0609020204030204" pitchFamily="49" charset="0"/>
              </a:rPr>
              <a:t>from</a:t>
            </a:r>
            <a:r>
              <a:rPr lang="en-US" sz="1600" b="0" dirty="0">
                <a:solidFill>
                  <a:srgbClr val="3B3B3B"/>
                </a:solidFill>
                <a:effectLst/>
                <a:latin typeface="Consolas" panose="020B0609020204030204" pitchFamily="49" charset="0"/>
              </a:rPr>
              <a:t> </a:t>
            </a:r>
            <a:r>
              <a:rPr lang="en-US" sz="1600" b="0" dirty="0">
                <a:solidFill>
                  <a:srgbClr val="A31515"/>
                </a:solidFill>
                <a:effectLst/>
                <a:latin typeface="Consolas" panose="020B0609020204030204" pitchFamily="49" charset="0"/>
              </a:rPr>
              <a:t>'@react-navigation/native'</a:t>
            </a:r>
            <a:endParaRPr lang="en-US" sz="1600" b="0" dirty="0">
              <a:solidFill>
                <a:srgbClr val="3B3B3B"/>
              </a:solidFill>
              <a:effectLst/>
              <a:latin typeface="Consolas" panose="020B0609020204030204" pitchFamily="49" charset="0"/>
            </a:endParaRPr>
          </a:p>
          <a:p>
            <a:r>
              <a:rPr lang="en-US" sz="1600" b="0" dirty="0">
                <a:solidFill>
                  <a:srgbClr val="AF00DB"/>
                </a:solidFill>
                <a:effectLst/>
                <a:latin typeface="Consolas" panose="020B0609020204030204" pitchFamily="49" charset="0"/>
              </a:rPr>
              <a:t>import</a:t>
            </a:r>
            <a:r>
              <a:rPr lang="en-US" sz="1600" b="0" dirty="0">
                <a:solidFill>
                  <a:srgbClr val="3B3B3B"/>
                </a:solidFill>
                <a:effectLst/>
                <a:latin typeface="Consolas" panose="020B0609020204030204" pitchFamily="49" charset="0"/>
              </a:rPr>
              <a:t> { </a:t>
            </a:r>
            <a:r>
              <a:rPr lang="en-US" sz="1600" b="0" dirty="0" err="1">
                <a:solidFill>
                  <a:srgbClr val="001080"/>
                </a:solidFill>
                <a:effectLst/>
                <a:latin typeface="Consolas" panose="020B0609020204030204" pitchFamily="49" charset="0"/>
              </a:rPr>
              <a:t>createNativeStackNavigator</a:t>
            </a:r>
            <a:r>
              <a:rPr lang="en-US" sz="1600" b="0" dirty="0">
                <a:solidFill>
                  <a:srgbClr val="3B3B3B"/>
                </a:solidFill>
                <a:effectLst/>
                <a:latin typeface="Consolas" panose="020B0609020204030204" pitchFamily="49" charset="0"/>
              </a:rPr>
              <a:t> } </a:t>
            </a:r>
            <a:r>
              <a:rPr lang="en-US" sz="1600" b="0" dirty="0">
                <a:solidFill>
                  <a:srgbClr val="AF00DB"/>
                </a:solidFill>
                <a:effectLst/>
                <a:latin typeface="Consolas" panose="020B0609020204030204" pitchFamily="49" charset="0"/>
              </a:rPr>
              <a:t>from</a:t>
            </a:r>
            <a:r>
              <a:rPr lang="en-US" sz="1600" b="0" dirty="0">
                <a:solidFill>
                  <a:srgbClr val="3B3B3B"/>
                </a:solidFill>
                <a:effectLst/>
                <a:latin typeface="Consolas" panose="020B0609020204030204" pitchFamily="49" charset="0"/>
              </a:rPr>
              <a:t> </a:t>
            </a:r>
            <a:r>
              <a:rPr lang="en-US" sz="1600" b="0" dirty="0">
                <a:solidFill>
                  <a:srgbClr val="A31515"/>
                </a:solidFill>
                <a:effectLst/>
                <a:latin typeface="Consolas" panose="020B0609020204030204" pitchFamily="49" charset="0"/>
              </a:rPr>
              <a:t>'@react-navigation/native-stack'</a:t>
            </a:r>
            <a:endParaRPr lang="en-US" sz="1600" b="0" dirty="0">
              <a:solidFill>
                <a:srgbClr val="3B3B3B"/>
              </a:solidFill>
              <a:effectLst/>
              <a:latin typeface="Consolas" panose="020B0609020204030204" pitchFamily="49" charset="0"/>
            </a:endParaRPr>
          </a:p>
          <a:p>
            <a:r>
              <a:rPr lang="en-US" sz="1600" b="0" dirty="0">
                <a:solidFill>
                  <a:srgbClr val="AF00DB"/>
                </a:solidFill>
                <a:effectLst/>
                <a:latin typeface="Consolas" panose="020B0609020204030204" pitchFamily="49" charset="0"/>
              </a:rPr>
              <a:t>import</a:t>
            </a:r>
            <a:r>
              <a:rPr lang="en-US" sz="1600" b="0" dirty="0">
                <a:solidFill>
                  <a:srgbClr val="3B3B3B"/>
                </a:solidFill>
                <a:effectLst/>
                <a:latin typeface="Consolas" panose="020B0609020204030204" pitchFamily="49" charset="0"/>
              </a:rPr>
              <a:t> </a:t>
            </a:r>
            <a:r>
              <a:rPr lang="en-US" sz="1600" b="0" dirty="0">
                <a:solidFill>
                  <a:srgbClr val="001080"/>
                </a:solidFill>
                <a:effectLst/>
                <a:latin typeface="Consolas" panose="020B0609020204030204" pitchFamily="49" charset="0"/>
              </a:rPr>
              <a:t>Login</a:t>
            </a:r>
            <a:r>
              <a:rPr lang="en-US" sz="1600" b="0" dirty="0">
                <a:solidFill>
                  <a:srgbClr val="3B3B3B"/>
                </a:solidFill>
                <a:effectLst/>
                <a:latin typeface="Consolas" panose="020B0609020204030204" pitchFamily="49" charset="0"/>
              </a:rPr>
              <a:t> </a:t>
            </a:r>
            <a:r>
              <a:rPr lang="en-US" sz="1600" b="0" dirty="0">
                <a:solidFill>
                  <a:srgbClr val="AF00DB"/>
                </a:solidFill>
                <a:effectLst/>
                <a:latin typeface="Consolas" panose="020B0609020204030204" pitchFamily="49" charset="0"/>
              </a:rPr>
              <a:t>from</a:t>
            </a:r>
            <a:r>
              <a:rPr lang="en-US" sz="1600" b="0" dirty="0">
                <a:solidFill>
                  <a:srgbClr val="3B3B3B"/>
                </a:solidFill>
                <a:effectLst/>
                <a:latin typeface="Consolas" panose="020B0609020204030204" pitchFamily="49" charset="0"/>
              </a:rPr>
              <a:t> </a:t>
            </a:r>
            <a:r>
              <a:rPr lang="en-US" sz="1600" b="0" dirty="0">
                <a:solidFill>
                  <a:srgbClr val="A31515"/>
                </a:solidFill>
                <a:effectLst/>
                <a:latin typeface="Consolas" panose="020B0609020204030204" pitchFamily="49" charset="0"/>
              </a:rPr>
              <a:t>'./Login'</a:t>
            </a:r>
            <a:r>
              <a:rPr lang="en-US" sz="1600" b="0" dirty="0">
                <a:solidFill>
                  <a:srgbClr val="3B3B3B"/>
                </a:solidFill>
                <a:effectLst/>
                <a:latin typeface="Consolas" panose="020B0609020204030204" pitchFamily="49" charset="0"/>
              </a:rPr>
              <a:t>;</a:t>
            </a:r>
          </a:p>
          <a:p>
            <a:r>
              <a:rPr lang="en-US" sz="1600" b="0" dirty="0">
                <a:solidFill>
                  <a:srgbClr val="AF00DB"/>
                </a:solidFill>
                <a:effectLst/>
                <a:latin typeface="Consolas" panose="020B0609020204030204" pitchFamily="49" charset="0"/>
              </a:rPr>
              <a:t>import</a:t>
            </a:r>
            <a:r>
              <a:rPr lang="en-US" sz="1600" b="0" dirty="0">
                <a:solidFill>
                  <a:srgbClr val="3B3B3B"/>
                </a:solidFill>
                <a:effectLst/>
                <a:latin typeface="Consolas" panose="020B0609020204030204" pitchFamily="49" charset="0"/>
              </a:rPr>
              <a:t> </a:t>
            </a:r>
            <a:r>
              <a:rPr lang="en-US" sz="1600" b="0" dirty="0">
                <a:solidFill>
                  <a:srgbClr val="001080"/>
                </a:solidFill>
                <a:effectLst/>
                <a:latin typeface="Consolas" panose="020B0609020204030204" pitchFamily="49" charset="0"/>
              </a:rPr>
              <a:t>Menu</a:t>
            </a:r>
            <a:r>
              <a:rPr lang="en-US" sz="1600" b="0" dirty="0">
                <a:solidFill>
                  <a:srgbClr val="3B3B3B"/>
                </a:solidFill>
                <a:effectLst/>
                <a:latin typeface="Consolas" panose="020B0609020204030204" pitchFamily="49" charset="0"/>
              </a:rPr>
              <a:t> </a:t>
            </a:r>
            <a:r>
              <a:rPr lang="en-US" sz="1600" b="0" dirty="0">
                <a:solidFill>
                  <a:srgbClr val="AF00DB"/>
                </a:solidFill>
                <a:effectLst/>
                <a:latin typeface="Consolas" panose="020B0609020204030204" pitchFamily="49" charset="0"/>
              </a:rPr>
              <a:t>from</a:t>
            </a:r>
            <a:r>
              <a:rPr lang="en-US" sz="1600" b="0" dirty="0">
                <a:solidFill>
                  <a:srgbClr val="3B3B3B"/>
                </a:solidFill>
                <a:effectLst/>
                <a:latin typeface="Consolas" panose="020B0609020204030204" pitchFamily="49" charset="0"/>
              </a:rPr>
              <a:t> </a:t>
            </a:r>
            <a:r>
              <a:rPr lang="en-US" sz="1600" b="0" dirty="0">
                <a:solidFill>
                  <a:srgbClr val="A31515"/>
                </a:solidFill>
                <a:effectLst/>
                <a:latin typeface="Consolas" panose="020B0609020204030204" pitchFamily="49" charset="0"/>
              </a:rPr>
              <a:t>'./Menu’</a:t>
            </a:r>
            <a:r>
              <a:rPr lang="en-US" sz="1600" b="0" dirty="0">
                <a:solidFill>
                  <a:srgbClr val="3B3B3B"/>
                </a:solidFill>
                <a:effectLst/>
                <a:latin typeface="Consolas" panose="020B0609020204030204" pitchFamily="49" charset="0"/>
              </a:rPr>
              <a:t>;</a:t>
            </a:r>
          </a:p>
          <a:p>
            <a:endParaRPr lang="en-US" sz="1600" b="0" dirty="0">
              <a:solidFill>
                <a:srgbClr val="0000FF"/>
              </a:solidFill>
              <a:effectLst/>
              <a:latin typeface="Consolas" panose="020B0609020204030204" pitchFamily="49" charset="0"/>
            </a:endParaRPr>
          </a:p>
          <a:p>
            <a:r>
              <a:rPr lang="en-US" sz="1600" b="0" dirty="0">
                <a:solidFill>
                  <a:srgbClr val="0000FF"/>
                </a:solidFill>
                <a:effectLst/>
                <a:latin typeface="Consolas" panose="020B0609020204030204" pitchFamily="49" charset="0"/>
              </a:rPr>
              <a:t>const</a:t>
            </a:r>
            <a:r>
              <a:rPr lang="en-US" sz="1600" b="0" dirty="0">
                <a:solidFill>
                  <a:srgbClr val="3B3B3B"/>
                </a:solidFill>
                <a:effectLst/>
                <a:latin typeface="Consolas" panose="020B0609020204030204" pitchFamily="49" charset="0"/>
              </a:rPr>
              <a:t> </a:t>
            </a:r>
            <a:r>
              <a:rPr lang="en-US" sz="1600" b="0" dirty="0">
                <a:solidFill>
                  <a:srgbClr val="0070C1"/>
                </a:solidFill>
                <a:effectLst/>
                <a:latin typeface="Consolas" panose="020B0609020204030204" pitchFamily="49" charset="0"/>
              </a:rPr>
              <a:t>Stack</a:t>
            </a:r>
            <a:r>
              <a:rPr lang="en-US" sz="1600" b="0" dirty="0">
                <a:solidFill>
                  <a:srgbClr val="3B3B3B"/>
                </a:solidFill>
                <a:effectLst/>
                <a:latin typeface="Consolas" panose="020B0609020204030204" pitchFamily="49" charset="0"/>
              </a:rPr>
              <a:t> </a:t>
            </a:r>
            <a:r>
              <a:rPr lang="en-US" sz="1600" b="0" dirty="0">
                <a:solidFill>
                  <a:srgbClr val="000000"/>
                </a:solidFill>
                <a:effectLst/>
                <a:latin typeface="Consolas" panose="020B0609020204030204" pitchFamily="49" charset="0"/>
              </a:rPr>
              <a:t>=</a:t>
            </a:r>
            <a:r>
              <a:rPr lang="en-US" sz="1600" b="0" dirty="0">
                <a:solidFill>
                  <a:srgbClr val="3B3B3B"/>
                </a:solidFill>
                <a:effectLst/>
                <a:latin typeface="Consolas" panose="020B0609020204030204" pitchFamily="49" charset="0"/>
              </a:rPr>
              <a:t> </a:t>
            </a:r>
            <a:r>
              <a:rPr lang="en-US" sz="1600" b="0" dirty="0" err="1">
                <a:solidFill>
                  <a:srgbClr val="795E26"/>
                </a:solidFill>
                <a:effectLst/>
                <a:latin typeface="Consolas" panose="020B0609020204030204" pitchFamily="49" charset="0"/>
              </a:rPr>
              <a:t>createNativeStackNavigator</a:t>
            </a:r>
            <a:r>
              <a:rPr lang="en-US" sz="1600" b="0" dirty="0">
                <a:solidFill>
                  <a:srgbClr val="3B3B3B"/>
                </a:solidFill>
                <a:effectLst/>
                <a:latin typeface="Consolas" panose="020B0609020204030204" pitchFamily="49" charset="0"/>
              </a:rPr>
              <a:t>();</a:t>
            </a:r>
          </a:p>
          <a:p>
            <a:endParaRPr lang="en-US" sz="1600" b="0" dirty="0">
              <a:solidFill>
                <a:srgbClr val="AF00DB"/>
              </a:solidFill>
              <a:effectLst/>
              <a:latin typeface="Consolas" panose="020B0609020204030204" pitchFamily="49" charset="0"/>
            </a:endParaRPr>
          </a:p>
          <a:p>
            <a:r>
              <a:rPr lang="en-US" sz="1600" b="0" dirty="0">
                <a:solidFill>
                  <a:srgbClr val="AF00DB"/>
                </a:solidFill>
                <a:effectLst/>
                <a:latin typeface="Consolas" panose="020B0609020204030204" pitchFamily="49" charset="0"/>
              </a:rPr>
              <a:t>export</a:t>
            </a:r>
            <a:r>
              <a:rPr lang="en-US" sz="1600" b="0" dirty="0">
                <a:solidFill>
                  <a:srgbClr val="3B3B3B"/>
                </a:solidFill>
                <a:effectLst/>
                <a:latin typeface="Consolas" panose="020B0609020204030204" pitchFamily="49" charset="0"/>
              </a:rPr>
              <a:t> </a:t>
            </a:r>
            <a:r>
              <a:rPr lang="en-US" sz="1600" b="0" dirty="0">
                <a:solidFill>
                  <a:srgbClr val="AF00DB"/>
                </a:solidFill>
                <a:effectLst/>
                <a:latin typeface="Consolas" panose="020B0609020204030204" pitchFamily="49" charset="0"/>
              </a:rPr>
              <a:t>default</a:t>
            </a:r>
            <a:r>
              <a:rPr lang="en-US" sz="1600" b="0" dirty="0">
                <a:solidFill>
                  <a:srgbClr val="3B3B3B"/>
                </a:solidFill>
                <a:effectLst/>
                <a:latin typeface="Consolas" panose="020B0609020204030204" pitchFamily="49" charset="0"/>
              </a:rPr>
              <a:t> </a:t>
            </a:r>
            <a:r>
              <a:rPr lang="en-US" sz="1600" b="0" dirty="0">
                <a:solidFill>
                  <a:srgbClr val="0000FF"/>
                </a:solidFill>
                <a:effectLst/>
                <a:latin typeface="Consolas" panose="020B0609020204030204" pitchFamily="49" charset="0"/>
              </a:rPr>
              <a:t>function</a:t>
            </a:r>
            <a:r>
              <a:rPr lang="en-US" sz="1600" b="0" dirty="0">
                <a:solidFill>
                  <a:srgbClr val="3B3B3B"/>
                </a:solidFill>
                <a:effectLst/>
                <a:latin typeface="Consolas" panose="020B0609020204030204" pitchFamily="49" charset="0"/>
              </a:rPr>
              <a:t> </a:t>
            </a:r>
            <a:r>
              <a:rPr lang="en-US" sz="1600" b="0" dirty="0">
                <a:solidFill>
                  <a:srgbClr val="795E26"/>
                </a:solidFill>
                <a:effectLst/>
                <a:latin typeface="Consolas" panose="020B0609020204030204" pitchFamily="49" charset="0"/>
              </a:rPr>
              <a:t>App</a:t>
            </a:r>
            <a:r>
              <a:rPr lang="en-US" sz="1600" b="0" dirty="0">
                <a:solidFill>
                  <a:srgbClr val="3B3B3B"/>
                </a:solidFill>
                <a:effectLst/>
                <a:latin typeface="Consolas" panose="020B0609020204030204" pitchFamily="49" charset="0"/>
              </a:rPr>
              <a:t>() {</a:t>
            </a:r>
          </a:p>
          <a:p>
            <a:r>
              <a:rPr lang="en-US" sz="1600" b="0" dirty="0">
                <a:solidFill>
                  <a:srgbClr val="3B3B3B"/>
                </a:solidFill>
                <a:effectLst/>
                <a:latin typeface="Consolas" panose="020B0609020204030204" pitchFamily="49" charset="0"/>
              </a:rPr>
              <a:t>  </a:t>
            </a:r>
            <a:r>
              <a:rPr lang="en-US" sz="1600" b="0" dirty="0">
                <a:solidFill>
                  <a:srgbClr val="AF00DB"/>
                </a:solidFill>
                <a:effectLst/>
                <a:latin typeface="Consolas" panose="020B0609020204030204" pitchFamily="49" charset="0"/>
              </a:rPr>
              <a:t>return</a:t>
            </a:r>
            <a:r>
              <a:rPr lang="en-US" sz="1600" b="0" dirty="0">
                <a:solidFill>
                  <a:srgbClr val="3B3B3B"/>
                </a:solidFill>
                <a:effectLst/>
                <a:latin typeface="Consolas" panose="020B0609020204030204" pitchFamily="49" charset="0"/>
              </a:rPr>
              <a:t> (</a:t>
            </a:r>
          </a:p>
          <a:p>
            <a:r>
              <a:rPr lang="en-US" sz="1600" b="0" dirty="0">
                <a:solidFill>
                  <a:srgbClr val="3B3B3B"/>
                </a:solidFill>
                <a:effectLst/>
                <a:latin typeface="Consolas" panose="020B0609020204030204" pitchFamily="49" charset="0"/>
              </a:rPr>
              <a:t>    </a:t>
            </a:r>
            <a:r>
              <a:rPr lang="en-US" sz="1600" b="0" dirty="0">
                <a:solidFill>
                  <a:srgbClr val="800000"/>
                </a:solidFill>
                <a:effectLst/>
                <a:latin typeface="Consolas" panose="020B0609020204030204" pitchFamily="49" charset="0"/>
              </a:rPr>
              <a:t>&lt;</a:t>
            </a:r>
            <a:r>
              <a:rPr lang="en-US" sz="1600" b="0" dirty="0" err="1">
                <a:solidFill>
                  <a:srgbClr val="267F99"/>
                </a:solidFill>
                <a:effectLst/>
                <a:latin typeface="Consolas" panose="020B0609020204030204" pitchFamily="49" charset="0"/>
              </a:rPr>
              <a:t>NavigationContainer</a:t>
            </a:r>
            <a:r>
              <a:rPr lang="en-US" sz="1600" b="0" dirty="0">
                <a:solidFill>
                  <a:srgbClr val="800000"/>
                </a:solidFill>
                <a:effectLst/>
                <a:latin typeface="Consolas" panose="020B0609020204030204" pitchFamily="49" charset="0"/>
              </a:rPr>
              <a:t>&gt;</a:t>
            </a:r>
            <a:endParaRPr lang="en-US" sz="1600" b="0" dirty="0">
              <a:solidFill>
                <a:srgbClr val="3B3B3B"/>
              </a:solidFill>
              <a:effectLst/>
              <a:latin typeface="Consolas" panose="020B0609020204030204" pitchFamily="49" charset="0"/>
            </a:endParaRPr>
          </a:p>
          <a:p>
            <a:r>
              <a:rPr lang="en-US" sz="1600" b="0" dirty="0">
                <a:solidFill>
                  <a:srgbClr val="3B3B3B"/>
                </a:solidFill>
                <a:effectLst/>
                <a:latin typeface="Consolas" panose="020B0609020204030204" pitchFamily="49" charset="0"/>
              </a:rPr>
              <a:t>      </a:t>
            </a:r>
            <a:r>
              <a:rPr lang="en-US" sz="1600" b="0" dirty="0">
                <a:solidFill>
                  <a:srgbClr val="800000"/>
                </a:solidFill>
                <a:effectLst/>
                <a:latin typeface="Consolas" panose="020B0609020204030204" pitchFamily="49" charset="0"/>
              </a:rPr>
              <a:t>&lt;</a:t>
            </a:r>
            <a:r>
              <a:rPr lang="en-US" sz="1600" b="0" dirty="0">
                <a:solidFill>
                  <a:srgbClr val="267F99"/>
                </a:solidFill>
                <a:effectLst/>
                <a:latin typeface="Consolas" panose="020B0609020204030204" pitchFamily="49" charset="0"/>
              </a:rPr>
              <a:t>View</a:t>
            </a:r>
            <a:r>
              <a:rPr lang="en-US" sz="1600" b="0" dirty="0">
                <a:solidFill>
                  <a:srgbClr val="3B3B3B"/>
                </a:solidFill>
                <a:effectLst/>
                <a:latin typeface="Consolas" panose="020B0609020204030204" pitchFamily="49" charset="0"/>
              </a:rPr>
              <a:t> </a:t>
            </a:r>
            <a:r>
              <a:rPr lang="en-US" sz="1600" b="0" dirty="0">
                <a:solidFill>
                  <a:srgbClr val="E50000"/>
                </a:solidFill>
                <a:effectLst/>
                <a:latin typeface="Consolas" panose="020B0609020204030204" pitchFamily="49" charset="0"/>
              </a:rPr>
              <a:t>style</a:t>
            </a:r>
            <a:r>
              <a:rPr lang="en-US" sz="1600" b="0" dirty="0">
                <a:solidFill>
                  <a:srgbClr val="000000"/>
                </a:solidFill>
                <a:effectLst/>
                <a:latin typeface="Consolas" panose="020B0609020204030204" pitchFamily="49" charset="0"/>
              </a:rPr>
              <a:t>=</a:t>
            </a:r>
            <a:r>
              <a:rPr lang="en-US" sz="1600" b="0" dirty="0">
                <a:solidFill>
                  <a:srgbClr val="0000FF"/>
                </a:solidFill>
                <a:effectLst/>
                <a:latin typeface="Consolas" panose="020B0609020204030204" pitchFamily="49" charset="0"/>
              </a:rPr>
              <a:t>{</a:t>
            </a:r>
            <a:r>
              <a:rPr lang="en-US" sz="1600" b="0" dirty="0" err="1">
                <a:solidFill>
                  <a:srgbClr val="0070C1"/>
                </a:solidFill>
                <a:effectLst/>
                <a:latin typeface="Consolas" panose="020B0609020204030204" pitchFamily="49" charset="0"/>
              </a:rPr>
              <a:t>styles</a:t>
            </a:r>
            <a:r>
              <a:rPr lang="en-US" sz="1600" b="0" dirty="0" err="1">
                <a:solidFill>
                  <a:srgbClr val="000000"/>
                </a:solidFill>
                <a:effectLst/>
                <a:latin typeface="Consolas" panose="020B0609020204030204" pitchFamily="49" charset="0"/>
              </a:rPr>
              <a:t>.</a:t>
            </a:r>
            <a:r>
              <a:rPr lang="en-US" sz="1600" b="0" dirty="0" err="1">
                <a:solidFill>
                  <a:srgbClr val="001080"/>
                </a:solidFill>
                <a:effectLst/>
                <a:latin typeface="Consolas" panose="020B0609020204030204" pitchFamily="49" charset="0"/>
              </a:rPr>
              <a:t>container</a:t>
            </a:r>
            <a:r>
              <a:rPr lang="en-US" sz="1600" b="0" dirty="0">
                <a:solidFill>
                  <a:srgbClr val="0000FF"/>
                </a:solidFill>
                <a:effectLst/>
                <a:latin typeface="Consolas" panose="020B0609020204030204" pitchFamily="49" charset="0"/>
              </a:rPr>
              <a:t>}</a:t>
            </a:r>
            <a:r>
              <a:rPr lang="en-US" sz="1600" b="0" dirty="0">
                <a:solidFill>
                  <a:srgbClr val="800000"/>
                </a:solidFill>
                <a:effectLst/>
                <a:latin typeface="Consolas" panose="020B0609020204030204" pitchFamily="49" charset="0"/>
              </a:rPr>
              <a:t>&gt;</a:t>
            </a:r>
            <a:endParaRPr lang="en-US" sz="1600" b="0" dirty="0">
              <a:solidFill>
                <a:srgbClr val="3B3B3B"/>
              </a:solidFill>
              <a:effectLst/>
              <a:latin typeface="Consolas" panose="020B0609020204030204" pitchFamily="49" charset="0"/>
            </a:endParaRPr>
          </a:p>
          <a:p>
            <a:r>
              <a:rPr lang="en-US" sz="1600" b="0" dirty="0">
                <a:solidFill>
                  <a:srgbClr val="3B3B3B"/>
                </a:solidFill>
                <a:effectLst/>
                <a:latin typeface="Consolas" panose="020B0609020204030204" pitchFamily="49" charset="0"/>
              </a:rPr>
              <a:t>          </a:t>
            </a:r>
            <a:r>
              <a:rPr lang="en-US" sz="1600" b="0" dirty="0">
                <a:solidFill>
                  <a:srgbClr val="800000"/>
                </a:solidFill>
                <a:effectLst/>
                <a:latin typeface="Consolas" panose="020B0609020204030204" pitchFamily="49" charset="0"/>
              </a:rPr>
              <a:t>&lt;</a:t>
            </a:r>
            <a:r>
              <a:rPr lang="en-US" sz="1600" b="0" dirty="0" err="1">
                <a:solidFill>
                  <a:srgbClr val="267F99"/>
                </a:solidFill>
                <a:effectLst/>
                <a:latin typeface="Consolas" panose="020B0609020204030204" pitchFamily="49" charset="0"/>
              </a:rPr>
              <a:t>Stack.Navigator</a:t>
            </a:r>
            <a:r>
              <a:rPr lang="en-US" sz="1600" b="0" dirty="0">
                <a:solidFill>
                  <a:srgbClr val="3B3B3B"/>
                </a:solidFill>
                <a:effectLst/>
                <a:latin typeface="Consolas" panose="020B0609020204030204" pitchFamily="49" charset="0"/>
              </a:rPr>
              <a:t> </a:t>
            </a:r>
            <a:r>
              <a:rPr lang="en-US" sz="1600" b="0" dirty="0" err="1">
                <a:solidFill>
                  <a:srgbClr val="E50000"/>
                </a:solidFill>
                <a:effectLst/>
                <a:latin typeface="Consolas" panose="020B0609020204030204" pitchFamily="49" charset="0"/>
              </a:rPr>
              <a:t>initialRouteName</a:t>
            </a:r>
            <a:r>
              <a:rPr lang="en-US" sz="1600" b="0" dirty="0">
                <a:solidFill>
                  <a:srgbClr val="000000"/>
                </a:solidFill>
                <a:effectLst/>
                <a:latin typeface="Consolas" panose="020B0609020204030204" pitchFamily="49" charset="0"/>
              </a:rPr>
              <a:t>=</a:t>
            </a:r>
            <a:r>
              <a:rPr lang="en-US" sz="1600" b="0" dirty="0">
                <a:solidFill>
                  <a:srgbClr val="A31515"/>
                </a:solidFill>
                <a:effectLst/>
                <a:latin typeface="Consolas" panose="020B0609020204030204" pitchFamily="49" charset="0"/>
              </a:rPr>
              <a:t>'Login'</a:t>
            </a:r>
            <a:r>
              <a:rPr lang="en-US" sz="1600" b="0" dirty="0">
                <a:solidFill>
                  <a:srgbClr val="3B3B3B"/>
                </a:solidFill>
                <a:effectLst/>
                <a:latin typeface="Consolas" panose="020B0609020204030204" pitchFamily="49" charset="0"/>
              </a:rPr>
              <a:t> </a:t>
            </a:r>
            <a:r>
              <a:rPr lang="en-US" sz="1600" b="0" dirty="0" err="1">
                <a:solidFill>
                  <a:srgbClr val="E50000"/>
                </a:solidFill>
                <a:effectLst/>
                <a:latin typeface="Consolas" panose="020B0609020204030204" pitchFamily="49" charset="0"/>
              </a:rPr>
              <a:t>screenOptions</a:t>
            </a:r>
            <a:r>
              <a:rPr lang="en-US" sz="1600" b="0" dirty="0">
                <a:solidFill>
                  <a:srgbClr val="000000"/>
                </a:solidFill>
                <a:effectLst/>
                <a:latin typeface="Consolas" panose="020B0609020204030204" pitchFamily="49" charset="0"/>
              </a:rPr>
              <a:t>=</a:t>
            </a:r>
            <a:r>
              <a:rPr lang="en-US" sz="1600" b="0" dirty="0">
                <a:solidFill>
                  <a:srgbClr val="0000FF"/>
                </a:solidFill>
                <a:effectLst/>
                <a:latin typeface="Consolas" panose="020B0609020204030204" pitchFamily="49" charset="0"/>
              </a:rPr>
              <a:t>{</a:t>
            </a:r>
            <a:r>
              <a:rPr lang="en-US" sz="1600" b="0" dirty="0">
                <a:solidFill>
                  <a:srgbClr val="000000"/>
                </a:solidFill>
                <a:effectLst/>
                <a:latin typeface="Consolas" panose="020B0609020204030204" pitchFamily="49" charset="0"/>
              </a:rPr>
              <a:t>{</a:t>
            </a:r>
            <a:r>
              <a:rPr lang="en-US" sz="1600" b="0" dirty="0" err="1">
                <a:solidFill>
                  <a:srgbClr val="001080"/>
                </a:solidFill>
                <a:effectLst/>
                <a:latin typeface="Consolas" panose="020B0609020204030204" pitchFamily="49" charset="0"/>
              </a:rPr>
              <a:t>headerStyle</a:t>
            </a:r>
            <a:r>
              <a:rPr lang="en-US" sz="1600" b="0" dirty="0">
                <a:solidFill>
                  <a:srgbClr val="001080"/>
                </a:solidFill>
                <a:effectLst/>
                <a:latin typeface="Consolas" panose="020B0609020204030204" pitchFamily="49" charset="0"/>
              </a:rPr>
              <a:t>:</a:t>
            </a:r>
            <a:r>
              <a:rPr lang="en-US" sz="1600" b="0" dirty="0">
                <a:solidFill>
                  <a:srgbClr val="000000"/>
                </a:solidFill>
                <a:effectLst/>
                <a:latin typeface="Consolas" panose="020B0609020204030204" pitchFamily="49" charset="0"/>
              </a:rPr>
              <a:t> {</a:t>
            </a:r>
            <a:r>
              <a:rPr lang="en-US" sz="1600" b="0" dirty="0" err="1">
                <a:solidFill>
                  <a:srgbClr val="001080"/>
                </a:solidFill>
                <a:effectLst/>
                <a:latin typeface="Consolas" panose="020B0609020204030204" pitchFamily="49" charset="0"/>
              </a:rPr>
              <a:t>backgroundColor</a:t>
            </a:r>
            <a:r>
              <a:rPr lang="en-US" sz="1600" b="0" dirty="0">
                <a:solidFill>
                  <a:srgbClr val="001080"/>
                </a:solidFill>
                <a:effectLst/>
                <a:latin typeface="Consolas" panose="020B0609020204030204" pitchFamily="49" charset="0"/>
              </a:rPr>
              <a:t>:</a:t>
            </a:r>
            <a:r>
              <a:rPr lang="en-US" sz="1600" b="0" dirty="0">
                <a:solidFill>
                  <a:srgbClr val="000000"/>
                </a:solidFill>
                <a:effectLst/>
                <a:latin typeface="Consolas" panose="020B0609020204030204" pitchFamily="49" charset="0"/>
              </a:rPr>
              <a:t> </a:t>
            </a:r>
            <a:r>
              <a:rPr lang="en-US" sz="1600" b="0" dirty="0">
                <a:solidFill>
                  <a:srgbClr val="A31515"/>
                </a:solidFill>
                <a:effectLst/>
                <a:latin typeface="Consolas" panose="020B0609020204030204" pitchFamily="49" charset="0"/>
              </a:rPr>
              <a:t>'</a:t>
            </a:r>
            <a:r>
              <a:rPr lang="en-US" sz="1600" b="0" dirty="0" err="1">
                <a:solidFill>
                  <a:srgbClr val="A31515"/>
                </a:solidFill>
                <a:effectLst/>
                <a:latin typeface="Consolas" panose="020B0609020204030204" pitchFamily="49" charset="0"/>
              </a:rPr>
              <a:t>lightyellow</a:t>
            </a:r>
            <a:r>
              <a:rPr lang="en-US" sz="1600" b="0" dirty="0">
                <a:solidFill>
                  <a:srgbClr val="A31515"/>
                </a:solidFill>
                <a:effectLst/>
                <a:latin typeface="Consolas" panose="020B0609020204030204" pitchFamily="49" charset="0"/>
              </a:rPr>
              <a:t>'</a:t>
            </a:r>
            <a:r>
              <a:rPr lang="en-US" sz="1600" b="0" dirty="0">
                <a:solidFill>
                  <a:srgbClr val="000000"/>
                </a:solidFill>
                <a:effectLst/>
                <a:latin typeface="Consolas" panose="020B0609020204030204" pitchFamily="49" charset="0"/>
              </a:rPr>
              <a:t>}}</a:t>
            </a:r>
            <a:r>
              <a:rPr lang="en-US" sz="1600" b="0" dirty="0">
                <a:solidFill>
                  <a:srgbClr val="0000FF"/>
                </a:solidFill>
                <a:effectLst/>
                <a:latin typeface="Consolas" panose="020B0609020204030204" pitchFamily="49" charset="0"/>
              </a:rPr>
              <a:t>}</a:t>
            </a:r>
            <a:r>
              <a:rPr lang="en-US" sz="1600" b="0" dirty="0">
                <a:solidFill>
                  <a:srgbClr val="800000"/>
                </a:solidFill>
                <a:effectLst/>
                <a:latin typeface="Consolas" panose="020B0609020204030204" pitchFamily="49" charset="0"/>
              </a:rPr>
              <a:t>&gt;</a:t>
            </a:r>
            <a:endParaRPr lang="en-US" sz="1600" b="0" dirty="0">
              <a:solidFill>
                <a:srgbClr val="3B3B3B"/>
              </a:solidFill>
              <a:effectLst/>
              <a:latin typeface="Consolas" panose="020B0609020204030204" pitchFamily="49" charset="0"/>
            </a:endParaRPr>
          </a:p>
          <a:p>
            <a:r>
              <a:rPr lang="en-US" sz="1600" b="0" dirty="0">
                <a:solidFill>
                  <a:srgbClr val="3B3B3B"/>
                </a:solidFill>
                <a:effectLst/>
                <a:latin typeface="Consolas" panose="020B0609020204030204" pitchFamily="49" charset="0"/>
              </a:rPr>
              <a:t>            </a:t>
            </a:r>
            <a:r>
              <a:rPr lang="en-US" sz="1600" b="0" dirty="0">
                <a:solidFill>
                  <a:srgbClr val="800000"/>
                </a:solidFill>
                <a:effectLst/>
                <a:latin typeface="Consolas" panose="020B0609020204030204" pitchFamily="49" charset="0"/>
              </a:rPr>
              <a:t>&lt;</a:t>
            </a:r>
            <a:r>
              <a:rPr lang="en-US" sz="1600" b="0" dirty="0" err="1">
                <a:solidFill>
                  <a:srgbClr val="267F99"/>
                </a:solidFill>
                <a:effectLst/>
                <a:latin typeface="Consolas" panose="020B0609020204030204" pitchFamily="49" charset="0"/>
              </a:rPr>
              <a:t>Stack.Screen</a:t>
            </a:r>
            <a:r>
              <a:rPr lang="en-US" sz="1600" b="0" dirty="0">
                <a:solidFill>
                  <a:srgbClr val="3B3B3B"/>
                </a:solidFill>
                <a:effectLst/>
                <a:latin typeface="Consolas" panose="020B0609020204030204" pitchFamily="49" charset="0"/>
              </a:rPr>
              <a:t> </a:t>
            </a:r>
            <a:r>
              <a:rPr lang="en-US" sz="1600" b="0" dirty="0">
                <a:solidFill>
                  <a:srgbClr val="E50000"/>
                </a:solidFill>
                <a:effectLst/>
                <a:latin typeface="Consolas" panose="020B0609020204030204" pitchFamily="49" charset="0"/>
              </a:rPr>
              <a:t>name</a:t>
            </a:r>
            <a:r>
              <a:rPr lang="en-US" sz="1600" b="0" dirty="0">
                <a:solidFill>
                  <a:srgbClr val="000000"/>
                </a:solidFill>
                <a:effectLst/>
                <a:latin typeface="Consolas" panose="020B0609020204030204" pitchFamily="49" charset="0"/>
              </a:rPr>
              <a:t>=</a:t>
            </a:r>
            <a:r>
              <a:rPr lang="en-US" sz="1600" b="0" dirty="0">
                <a:solidFill>
                  <a:srgbClr val="A31515"/>
                </a:solidFill>
                <a:effectLst/>
                <a:latin typeface="Consolas" panose="020B0609020204030204" pitchFamily="49" charset="0"/>
              </a:rPr>
              <a:t>"Login"</a:t>
            </a:r>
            <a:r>
              <a:rPr lang="en-US" sz="1600" b="0" dirty="0">
                <a:solidFill>
                  <a:srgbClr val="3B3B3B"/>
                </a:solidFill>
                <a:effectLst/>
                <a:latin typeface="Consolas" panose="020B0609020204030204" pitchFamily="49" charset="0"/>
              </a:rPr>
              <a:t> </a:t>
            </a:r>
            <a:r>
              <a:rPr lang="en-US" sz="1600" b="0" dirty="0">
                <a:solidFill>
                  <a:srgbClr val="E50000"/>
                </a:solidFill>
                <a:effectLst/>
                <a:latin typeface="Consolas" panose="020B0609020204030204" pitchFamily="49" charset="0"/>
              </a:rPr>
              <a:t>component</a:t>
            </a:r>
            <a:r>
              <a:rPr lang="en-US" sz="1600" b="0" dirty="0">
                <a:solidFill>
                  <a:srgbClr val="000000"/>
                </a:solidFill>
                <a:effectLst/>
                <a:latin typeface="Consolas" panose="020B0609020204030204" pitchFamily="49" charset="0"/>
              </a:rPr>
              <a:t>=</a:t>
            </a:r>
            <a:r>
              <a:rPr lang="en-US" sz="1600" b="0" dirty="0">
                <a:solidFill>
                  <a:srgbClr val="0000FF"/>
                </a:solidFill>
                <a:effectLst/>
                <a:latin typeface="Consolas" panose="020B0609020204030204" pitchFamily="49" charset="0"/>
              </a:rPr>
              <a:t>{</a:t>
            </a:r>
            <a:r>
              <a:rPr lang="en-US" sz="1600" b="0" dirty="0">
                <a:solidFill>
                  <a:srgbClr val="795E26"/>
                </a:solidFill>
                <a:effectLst/>
                <a:latin typeface="Consolas" panose="020B0609020204030204" pitchFamily="49" charset="0"/>
              </a:rPr>
              <a:t>Login</a:t>
            </a:r>
            <a:r>
              <a:rPr lang="en-US" sz="1600" b="0" dirty="0">
                <a:solidFill>
                  <a:srgbClr val="0000FF"/>
                </a:solidFill>
                <a:effectLst/>
                <a:latin typeface="Consolas" panose="020B0609020204030204" pitchFamily="49" charset="0"/>
              </a:rPr>
              <a:t>}</a:t>
            </a:r>
            <a:r>
              <a:rPr lang="en-US" sz="1600" b="0" dirty="0">
                <a:solidFill>
                  <a:srgbClr val="3B3B3B"/>
                </a:solidFill>
                <a:effectLst/>
                <a:latin typeface="Consolas" panose="020B0609020204030204" pitchFamily="49" charset="0"/>
              </a:rPr>
              <a:t> </a:t>
            </a:r>
            <a:r>
              <a:rPr lang="en-US" sz="1600" b="0" dirty="0">
                <a:solidFill>
                  <a:srgbClr val="800000"/>
                </a:solidFill>
                <a:effectLst/>
                <a:latin typeface="Consolas" panose="020B0609020204030204" pitchFamily="49" charset="0"/>
              </a:rPr>
              <a:t>/&gt;</a:t>
            </a:r>
            <a:endParaRPr lang="en-US" sz="1600" b="0" dirty="0">
              <a:solidFill>
                <a:srgbClr val="3B3B3B"/>
              </a:solidFill>
              <a:effectLst/>
              <a:latin typeface="Consolas" panose="020B0609020204030204" pitchFamily="49" charset="0"/>
            </a:endParaRPr>
          </a:p>
          <a:p>
            <a:r>
              <a:rPr lang="en-US" sz="1600" b="0" dirty="0">
                <a:solidFill>
                  <a:srgbClr val="3B3B3B"/>
                </a:solidFill>
                <a:effectLst/>
                <a:latin typeface="Consolas" panose="020B0609020204030204" pitchFamily="49" charset="0"/>
              </a:rPr>
              <a:t>            </a:t>
            </a:r>
            <a:r>
              <a:rPr lang="en-US" sz="1600" b="0" dirty="0">
                <a:solidFill>
                  <a:srgbClr val="800000"/>
                </a:solidFill>
                <a:effectLst/>
                <a:latin typeface="Consolas" panose="020B0609020204030204" pitchFamily="49" charset="0"/>
              </a:rPr>
              <a:t>&lt;</a:t>
            </a:r>
            <a:r>
              <a:rPr lang="en-US" sz="1600" b="0" dirty="0" err="1">
                <a:solidFill>
                  <a:srgbClr val="267F99"/>
                </a:solidFill>
                <a:effectLst/>
                <a:latin typeface="Consolas" panose="020B0609020204030204" pitchFamily="49" charset="0"/>
              </a:rPr>
              <a:t>Stack.Screen</a:t>
            </a:r>
            <a:r>
              <a:rPr lang="en-US" sz="1600" b="0" dirty="0">
                <a:solidFill>
                  <a:srgbClr val="3B3B3B"/>
                </a:solidFill>
                <a:effectLst/>
                <a:latin typeface="Consolas" panose="020B0609020204030204" pitchFamily="49" charset="0"/>
              </a:rPr>
              <a:t> </a:t>
            </a:r>
            <a:r>
              <a:rPr lang="en-US" sz="1600" b="0" dirty="0">
                <a:solidFill>
                  <a:srgbClr val="E50000"/>
                </a:solidFill>
                <a:effectLst/>
                <a:latin typeface="Consolas" panose="020B0609020204030204" pitchFamily="49" charset="0"/>
              </a:rPr>
              <a:t>name</a:t>
            </a:r>
            <a:r>
              <a:rPr lang="en-US" sz="1600" b="0" dirty="0">
                <a:solidFill>
                  <a:srgbClr val="000000"/>
                </a:solidFill>
                <a:effectLst/>
                <a:latin typeface="Consolas" panose="020B0609020204030204" pitchFamily="49" charset="0"/>
              </a:rPr>
              <a:t>=</a:t>
            </a:r>
            <a:r>
              <a:rPr lang="en-US" sz="1600" b="0" dirty="0">
                <a:solidFill>
                  <a:srgbClr val="A31515"/>
                </a:solidFill>
                <a:effectLst/>
                <a:latin typeface="Consolas" panose="020B0609020204030204" pitchFamily="49" charset="0"/>
              </a:rPr>
              <a:t>"Menu"</a:t>
            </a:r>
            <a:r>
              <a:rPr lang="en-US" sz="1600" b="0" dirty="0">
                <a:solidFill>
                  <a:srgbClr val="3B3B3B"/>
                </a:solidFill>
                <a:effectLst/>
                <a:latin typeface="Consolas" panose="020B0609020204030204" pitchFamily="49" charset="0"/>
              </a:rPr>
              <a:t> </a:t>
            </a:r>
            <a:r>
              <a:rPr lang="en-US" sz="1600" b="0" dirty="0">
                <a:solidFill>
                  <a:srgbClr val="E50000"/>
                </a:solidFill>
                <a:effectLst/>
                <a:latin typeface="Consolas" panose="020B0609020204030204" pitchFamily="49" charset="0"/>
              </a:rPr>
              <a:t>component</a:t>
            </a:r>
            <a:r>
              <a:rPr lang="en-US" sz="1600" b="0" dirty="0">
                <a:solidFill>
                  <a:srgbClr val="000000"/>
                </a:solidFill>
                <a:effectLst/>
                <a:latin typeface="Consolas" panose="020B0609020204030204" pitchFamily="49" charset="0"/>
              </a:rPr>
              <a:t>=</a:t>
            </a:r>
            <a:r>
              <a:rPr lang="en-US" sz="1600" b="0" dirty="0">
                <a:solidFill>
                  <a:srgbClr val="0000FF"/>
                </a:solidFill>
                <a:effectLst/>
                <a:latin typeface="Consolas" panose="020B0609020204030204" pitchFamily="49" charset="0"/>
              </a:rPr>
              <a:t>{</a:t>
            </a:r>
            <a:r>
              <a:rPr lang="en-US" sz="1600" b="0" dirty="0">
                <a:solidFill>
                  <a:srgbClr val="795E26"/>
                </a:solidFill>
                <a:effectLst/>
                <a:latin typeface="Consolas" panose="020B0609020204030204" pitchFamily="49" charset="0"/>
              </a:rPr>
              <a:t>Menu</a:t>
            </a:r>
            <a:r>
              <a:rPr lang="en-US" sz="1600" b="0" dirty="0">
                <a:solidFill>
                  <a:srgbClr val="0000FF"/>
                </a:solidFill>
                <a:effectLst/>
                <a:latin typeface="Consolas" panose="020B0609020204030204" pitchFamily="49" charset="0"/>
              </a:rPr>
              <a:t>}</a:t>
            </a:r>
            <a:r>
              <a:rPr lang="en-US" sz="1600" b="0" dirty="0">
                <a:solidFill>
                  <a:srgbClr val="3B3B3B"/>
                </a:solidFill>
                <a:effectLst/>
                <a:latin typeface="Consolas" panose="020B0609020204030204" pitchFamily="49" charset="0"/>
              </a:rPr>
              <a:t> </a:t>
            </a:r>
            <a:r>
              <a:rPr lang="en-US" sz="1600" b="0" dirty="0">
                <a:solidFill>
                  <a:srgbClr val="800000"/>
                </a:solidFill>
                <a:effectLst/>
                <a:latin typeface="Consolas" panose="020B0609020204030204" pitchFamily="49" charset="0"/>
              </a:rPr>
              <a:t>/&gt;</a:t>
            </a:r>
            <a:endParaRPr lang="en-US" sz="1600" b="0" dirty="0">
              <a:solidFill>
                <a:srgbClr val="3B3B3B"/>
              </a:solidFill>
              <a:effectLst/>
              <a:latin typeface="Consolas" panose="020B0609020204030204" pitchFamily="49" charset="0"/>
            </a:endParaRPr>
          </a:p>
          <a:p>
            <a:r>
              <a:rPr lang="en-US" sz="1600" b="0" dirty="0">
                <a:solidFill>
                  <a:srgbClr val="3B3B3B"/>
                </a:solidFill>
                <a:effectLst/>
                <a:latin typeface="Consolas" panose="020B0609020204030204" pitchFamily="49" charset="0"/>
              </a:rPr>
              <a:t>          </a:t>
            </a:r>
            <a:r>
              <a:rPr lang="en-US" sz="1600" b="0" dirty="0">
                <a:solidFill>
                  <a:srgbClr val="800000"/>
                </a:solidFill>
                <a:effectLst/>
                <a:latin typeface="Consolas" panose="020B0609020204030204" pitchFamily="49" charset="0"/>
              </a:rPr>
              <a:t>&lt;/</a:t>
            </a:r>
            <a:r>
              <a:rPr lang="en-US" sz="1600" b="0" dirty="0" err="1">
                <a:solidFill>
                  <a:srgbClr val="267F99"/>
                </a:solidFill>
                <a:effectLst/>
                <a:latin typeface="Consolas" panose="020B0609020204030204" pitchFamily="49" charset="0"/>
              </a:rPr>
              <a:t>Stack.Navigator</a:t>
            </a:r>
            <a:r>
              <a:rPr lang="en-US" sz="1600" b="0" dirty="0">
                <a:solidFill>
                  <a:srgbClr val="800000"/>
                </a:solidFill>
                <a:effectLst/>
                <a:latin typeface="Consolas" panose="020B0609020204030204" pitchFamily="49" charset="0"/>
              </a:rPr>
              <a:t>&gt;</a:t>
            </a:r>
            <a:endParaRPr lang="en-US" sz="1600" b="0" dirty="0">
              <a:solidFill>
                <a:srgbClr val="3B3B3B"/>
              </a:solidFill>
              <a:effectLst/>
              <a:latin typeface="Consolas" panose="020B0609020204030204" pitchFamily="49" charset="0"/>
            </a:endParaRPr>
          </a:p>
          <a:p>
            <a:r>
              <a:rPr lang="en-US" sz="1600" b="0" dirty="0">
                <a:solidFill>
                  <a:srgbClr val="3B3B3B"/>
                </a:solidFill>
                <a:effectLst/>
                <a:latin typeface="Consolas" panose="020B0609020204030204" pitchFamily="49" charset="0"/>
              </a:rPr>
              <a:t>      </a:t>
            </a:r>
            <a:r>
              <a:rPr lang="en-US" sz="1600" b="0" dirty="0">
                <a:solidFill>
                  <a:srgbClr val="800000"/>
                </a:solidFill>
                <a:effectLst/>
                <a:latin typeface="Consolas" panose="020B0609020204030204" pitchFamily="49" charset="0"/>
              </a:rPr>
              <a:t>&lt;/</a:t>
            </a:r>
            <a:r>
              <a:rPr lang="en-US" sz="1600" b="0" dirty="0">
                <a:solidFill>
                  <a:srgbClr val="267F99"/>
                </a:solidFill>
                <a:effectLst/>
                <a:latin typeface="Consolas" panose="020B0609020204030204" pitchFamily="49" charset="0"/>
              </a:rPr>
              <a:t>View</a:t>
            </a:r>
            <a:r>
              <a:rPr lang="en-US" sz="1600" b="0" dirty="0">
                <a:solidFill>
                  <a:srgbClr val="800000"/>
                </a:solidFill>
                <a:effectLst/>
                <a:latin typeface="Consolas" panose="020B0609020204030204" pitchFamily="49" charset="0"/>
              </a:rPr>
              <a:t>&gt;</a:t>
            </a:r>
            <a:endParaRPr lang="en-US" sz="1600" b="0" dirty="0">
              <a:solidFill>
                <a:srgbClr val="3B3B3B"/>
              </a:solidFill>
              <a:effectLst/>
              <a:latin typeface="Consolas" panose="020B0609020204030204" pitchFamily="49" charset="0"/>
            </a:endParaRPr>
          </a:p>
          <a:p>
            <a:r>
              <a:rPr lang="en-US" sz="1600" b="0" dirty="0">
                <a:solidFill>
                  <a:srgbClr val="3B3B3B"/>
                </a:solidFill>
                <a:effectLst/>
                <a:latin typeface="Consolas" panose="020B0609020204030204" pitchFamily="49" charset="0"/>
              </a:rPr>
              <a:t>    </a:t>
            </a:r>
            <a:r>
              <a:rPr lang="en-US" sz="1600" b="0" dirty="0">
                <a:solidFill>
                  <a:srgbClr val="800000"/>
                </a:solidFill>
                <a:effectLst/>
                <a:latin typeface="Consolas" panose="020B0609020204030204" pitchFamily="49" charset="0"/>
              </a:rPr>
              <a:t>&lt;/</a:t>
            </a:r>
            <a:r>
              <a:rPr lang="en-US" sz="1600" b="0" dirty="0" err="1">
                <a:solidFill>
                  <a:srgbClr val="267F99"/>
                </a:solidFill>
                <a:effectLst/>
                <a:latin typeface="Consolas" panose="020B0609020204030204" pitchFamily="49" charset="0"/>
              </a:rPr>
              <a:t>NavigationContainer</a:t>
            </a:r>
            <a:r>
              <a:rPr lang="en-US" sz="1600" b="0" dirty="0">
                <a:solidFill>
                  <a:srgbClr val="800000"/>
                </a:solidFill>
                <a:effectLst/>
                <a:latin typeface="Consolas" panose="020B0609020204030204" pitchFamily="49" charset="0"/>
              </a:rPr>
              <a:t>&gt;</a:t>
            </a:r>
            <a:endParaRPr lang="en-US" sz="1600" b="0" dirty="0">
              <a:solidFill>
                <a:srgbClr val="3B3B3B"/>
              </a:solidFill>
              <a:effectLst/>
              <a:latin typeface="Consolas" panose="020B0609020204030204" pitchFamily="49" charset="0"/>
            </a:endParaRPr>
          </a:p>
          <a:p>
            <a:r>
              <a:rPr lang="en-US" sz="1600" b="0" dirty="0">
                <a:solidFill>
                  <a:srgbClr val="3B3B3B"/>
                </a:solidFill>
                <a:effectLst/>
                <a:latin typeface="Consolas" panose="020B0609020204030204" pitchFamily="49" charset="0"/>
              </a:rPr>
              <a:t>  );</a:t>
            </a:r>
          </a:p>
          <a:p>
            <a:r>
              <a:rPr lang="en-US" sz="1600" b="0" dirty="0">
                <a:solidFill>
                  <a:srgbClr val="3B3B3B"/>
                </a:solidFill>
                <a:effectLst/>
                <a:latin typeface="Consolas" panose="020B0609020204030204" pitchFamily="49" charset="0"/>
              </a:rPr>
              <a:t>}</a:t>
            </a:r>
          </a:p>
        </p:txBody>
      </p:sp>
    </p:spTree>
    <p:extLst>
      <p:ext uri="{BB962C8B-B14F-4D97-AF65-F5344CB8AC3E}">
        <p14:creationId xmlns:p14="http://schemas.microsoft.com/office/powerpoint/2010/main" val="6968255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Stack Navigation – Exercise</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41918"/>
            <a:ext cx="11743016" cy="4887878"/>
          </a:xfrm>
          <a:prstGeom prst="rect">
            <a:avLst/>
          </a:prstGeom>
        </p:spPr>
        <p:txBody>
          <a:bodyPr numCol="1">
            <a:normAutofit fontScale="77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600" dirty="0"/>
              <a:t>This code should render the Login view. However, we have not told the app when and how to navigate from Login to Menu.</a:t>
            </a:r>
          </a:p>
          <a:p>
            <a:pPr>
              <a:lnSpc>
                <a:spcPct val="120000"/>
              </a:lnSpc>
              <a:buFont typeface="Wingdings" panose="05000000000000000000" pitchFamily="2" charset="2"/>
              <a:buChar char="§"/>
            </a:pPr>
            <a:r>
              <a:rPr lang="en-US" sz="3600" dirty="0"/>
              <a:t>Frist, define a prop: {navigation} in your Login component. This prop is passed from the </a:t>
            </a:r>
            <a:r>
              <a:rPr lang="en-US" sz="3600" dirty="0" err="1"/>
              <a:t>Stack.Screen</a:t>
            </a:r>
            <a:r>
              <a:rPr lang="en-US" sz="3600" dirty="0"/>
              <a:t> component when it renders any component inside.</a:t>
            </a:r>
          </a:p>
          <a:p>
            <a:pPr>
              <a:lnSpc>
                <a:spcPct val="120000"/>
              </a:lnSpc>
              <a:buFont typeface="Wingdings" panose="05000000000000000000" pitchFamily="2" charset="2"/>
              <a:buChar char="§"/>
            </a:pPr>
            <a:r>
              <a:rPr lang="en-US" sz="3600" dirty="0"/>
              <a:t>In the Login component, define a handler function </a:t>
            </a:r>
            <a:r>
              <a:rPr lang="en-US" sz="3600" dirty="0" err="1"/>
              <a:t>onPress</a:t>
            </a:r>
            <a:r>
              <a:rPr lang="en-US" sz="3600" dirty="0"/>
              <a:t>={</a:t>
            </a:r>
            <a:r>
              <a:rPr lang="en-US" sz="3600" dirty="0" err="1"/>
              <a:t>handleLogin</a:t>
            </a:r>
            <a:r>
              <a:rPr lang="en-US" sz="3600" dirty="0"/>
              <a:t>} which will be triggered when the user taps login button.</a:t>
            </a:r>
          </a:p>
          <a:p>
            <a:pPr>
              <a:lnSpc>
                <a:spcPct val="120000"/>
              </a:lnSpc>
              <a:buFont typeface="Wingdings" panose="05000000000000000000" pitchFamily="2" charset="2"/>
              <a:buChar char="§"/>
            </a:pPr>
            <a:r>
              <a:rPr lang="en-US" sz="3600" dirty="0"/>
              <a:t>In the </a:t>
            </a:r>
            <a:r>
              <a:rPr lang="en-US" sz="3600" dirty="0" err="1"/>
              <a:t>handleLogin</a:t>
            </a:r>
            <a:r>
              <a:rPr lang="en-US" sz="3600" dirty="0"/>
              <a:t> function implementation, call the </a:t>
            </a:r>
            <a:r>
              <a:rPr lang="en-US" sz="3600" dirty="0" err="1"/>
              <a:t>navigation.navigate</a:t>
            </a:r>
            <a:r>
              <a:rPr lang="en-US" sz="3600" dirty="0"/>
              <a:t>(‘Menu’) function.</a:t>
            </a:r>
          </a:p>
          <a:p>
            <a:pPr>
              <a:lnSpc>
                <a:spcPct val="120000"/>
              </a:lnSpc>
              <a:buFont typeface="Wingdings" panose="05000000000000000000" pitchFamily="2" charset="2"/>
              <a:buChar char="§"/>
            </a:pPr>
            <a:r>
              <a:rPr lang="en-US" sz="3600" dirty="0"/>
              <a:t>Now, when the user presses Login pressable, the app will tell its parent (i.e., Stack) component to load the Menu component.</a:t>
            </a:r>
          </a:p>
        </p:txBody>
      </p:sp>
    </p:spTree>
    <p:extLst>
      <p:ext uri="{BB962C8B-B14F-4D97-AF65-F5344CB8AC3E}">
        <p14:creationId xmlns:p14="http://schemas.microsoft.com/office/powerpoint/2010/main" val="12197765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Stack Navigation – Exercise</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5" name="TextBox 4">
            <a:extLst>
              <a:ext uri="{FF2B5EF4-FFF2-40B4-BE49-F238E27FC236}">
                <a16:creationId xmlns:a16="http://schemas.microsoft.com/office/drawing/2014/main" id="{BE4671C0-1B99-043B-9B64-A3FE76A32321}"/>
              </a:ext>
            </a:extLst>
          </p:cNvPr>
          <p:cNvSpPr txBox="1"/>
          <p:nvPr/>
        </p:nvSpPr>
        <p:spPr>
          <a:xfrm>
            <a:off x="224492" y="3042582"/>
            <a:ext cx="11743016" cy="3416320"/>
          </a:xfrm>
          <a:prstGeom prst="rect">
            <a:avLst/>
          </a:prstGeom>
          <a:noFill/>
        </p:spPr>
        <p:txBody>
          <a:bodyPr wrap="square">
            <a:spAutoFit/>
          </a:bodyPr>
          <a:lstStyle/>
          <a:p>
            <a:r>
              <a:rPr lang="en-US" b="0" dirty="0">
                <a:solidFill>
                  <a:srgbClr val="AF00DB"/>
                </a:solidFill>
                <a:effectLst/>
                <a:latin typeface="Consolas" panose="020B0609020204030204" pitchFamily="49" charset="0"/>
              </a:rPr>
              <a:t>export</a:t>
            </a:r>
            <a:r>
              <a:rPr lang="en-US" b="0" dirty="0">
                <a:solidFill>
                  <a:srgbClr val="3B3B3B"/>
                </a:solidFill>
                <a:effectLst/>
                <a:latin typeface="Consolas" panose="020B0609020204030204" pitchFamily="49" charset="0"/>
              </a:rPr>
              <a:t> </a:t>
            </a:r>
            <a:r>
              <a:rPr lang="en-US" b="0" dirty="0">
                <a:solidFill>
                  <a:srgbClr val="AF00DB"/>
                </a:solidFill>
                <a:effectLst/>
                <a:latin typeface="Consolas" panose="020B0609020204030204" pitchFamily="49" charset="0"/>
              </a:rPr>
              <a:t>default</a:t>
            </a:r>
            <a:r>
              <a:rPr lang="en-US" b="0" dirty="0">
                <a:solidFill>
                  <a:srgbClr val="3B3B3B"/>
                </a:solidFill>
                <a:effectLst/>
                <a:latin typeface="Consolas" panose="020B0609020204030204" pitchFamily="49" charset="0"/>
              </a:rPr>
              <a:t> </a:t>
            </a:r>
            <a:r>
              <a:rPr lang="en-US" b="0" dirty="0">
                <a:solidFill>
                  <a:srgbClr val="0000FF"/>
                </a:solidFill>
                <a:effectLst/>
                <a:latin typeface="Consolas" panose="020B0609020204030204" pitchFamily="49" charset="0"/>
              </a:rPr>
              <a:t>function</a:t>
            </a:r>
            <a:r>
              <a:rPr lang="en-US" b="0" dirty="0">
                <a:solidFill>
                  <a:srgbClr val="3B3B3B"/>
                </a:solidFill>
                <a:effectLst/>
                <a:latin typeface="Consolas" panose="020B0609020204030204" pitchFamily="49" charset="0"/>
              </a:rPr>
              <a:t> </a:t>
            </a:r>
            <a:r>
              <a:rPr lang="en-US" b="0" dirty="0">
                <a:solidFill>
                  <a:srgbClr val="795E26"/>
                </a:solidFill>
                <a:effectLst/>
                <a:latin typeface="Consolas" panose="020B0609020204030204" pitchFamily="49" charset="0"/>
              </a:rPr>
              <a:t>Login</a:t>
            </a:r>
            <a:r>
              <a:rPr lang="en-US" b="0" dirty="0">
                <a:solidFill>
                  <a:srgbClr val="3B3B3B"/>
                </a:solidFill>
                <a:effectLst/>
                <a:latin typeface="Consolas" panose="020B0609020204030204" pitchFamily="49" charset="0"/>
              </a:rPr>
              <a:t>({ </a:t>
            </a:r>
            <a:r>
              <a:rPr lang="en-US" b="0" dirty="0">
                <a:solidFill>
                  <a:srgbClr val="001080"/>
                </a:solidFill>
                <a:effectLst/>
                <a:latin typeface="Consolas" panose="020B0609020204030204" pitchFamily="49" charset="0"/>
              </a:rPr>
              <a:t>navigation</a:t>
            </a:r>
            <a:r>
              <a:rPr lang="en-US" b="0" dirty="0">
                <a:solidFill>
                  <a:srgbClr val="3B3B3B"/>
                </a:solidFill>
                <a:effectLst/>
                <a:latin typeface="Consolas" panose="020B0609020204030204" pitchFamily="49" charset="0"/>
              </a:rPr>
              <a:t> }) {</a:t>
            </a:r>
            <a:br>
              <a:rPr lang="en-US" b="0" dirty="0">
                <a:solidFill>
                  <a:srgbClr val="3B3B3B"/>
                </a:solidFill>
                <a:effectLst/>
                <a:latin typeface="Consolas" panose="020B0609020204030204" pitchFamily="49" charset="0"/>
              </a:rPr>
            </a:br>
            <a:r>
              <a:rPr lang="en-US" b="0" dirty="0">
                <a:solidFill>
                  <a:srgbClr val="3B3B3B"/>
                </a:solidFill>
                <a:effectLst/>
                <a:latin typeface="Consolas" panose="020B0609020204030204" pitchFamily="49" charset="0"/>
              </a:rPr>
              <a:t>    </a:t>
            </a:r>
            <a:r>
              <a:rPr lang="en-US" b="0" dirty="0">
                <a:solidFill>
                  <a:srgbClr val="0000FF"/>
                </a:solidFill>
                <a:effectLst/>
                <a:latin typeface="Consolas" panose="020B0609020204030204" pitchFamily="49" charset="0"/>
              </a:rPr>
              <a:t>const</a:t>
            </a:r>
            <a:r>
              <a:rPr lang="en-US" b="0" dirty="0">
                <a:solidFill>
                  <a:srgbClr val="3B3B3B"/>
                </a:solidFill>
                <a:effectLst/>
                <a:latin typeface="Consolas" panose="020B0609020204030204" pitchFamily="49" charset="0"/>
              </a:rPr>
              <a:t> </a:t>
            </a:r>
            <a:r>
              <a:rPr lang="en-US" b="0" dirty="0" err="1">
                <a:solidFill>
                  <a:srgbClr val="795E26"/>
                </a:solidFill>
                <a:effectLst/>
                <a:latin typeface="Consolas" panose="020B0609020204030204" pitchFamily="49" charset="0"/>
              </a:rPr>
              <a:t>handleLogin</a:t>
            </a:r>
            <a:r>
              <a:rPr lang="en-US" b="0" dirty="0">
                <a:solidFill>
                  <a:srgbClr val="3B3B3B"/>
                </a:solidFill>
                <a:effectLst/>
                <a:latin typeface="Consolas" panose="020B0609020204030204" pitchFamily="49" charset="0"/>
              </a:rPr>
              <a:t> </a:t>
            </a:r>
            <a:r>
              <a:rPr lang="en-US" b="0" dirty="0">
                <a:solidFill>
                  <a:srgbClr val="000000"/>
                </a:solidFill>
                <a:effectLst/>
                <a:latin typeface="Consolas" panose="020B0609020204030204" pitchFamily="49" charset="0"/>
              </a:rPr>
              <a:t>=</a:t>
            </a:r>
            <a:r>
              <a:rPr lang="en-US" b="0" dirty="0">
                <a:solidFill>
                  <a:srgbClr val="3B3B3B"/>
                </a:solidFill>
                <a:effectLst/>
                <a:latin typeface="Consolas" panose="020B0609020204030204" pitchFamily="49" charset="0"/>
              </a:rPr>
              <a:t> () </a:t>
            </a:r>
            <a:r>
              <a:rPr lang="en-US" b="0" dirty="0">
                <a:solidFill>
                  <a:srgbClr val="0000FF"/>
                </a:solidFill>
                <a:effectLst/>
                <a:latin typeface="Consolas" panose="020B0609020204030204" pitchFamily="49" charset="0"/>
              </a:rPr>
              <a:t>=&gt;</a:t>
            </a:r>
            <a:r>
              <a:rPr lang="en-US" b="0" dirty="0">
                <a:solidFill>
                  <a:srgbClr val="3B3B3B"/>
                </a:solidFill>
                <a:effectLst/>
                <a:latin typeface="Consolas" panose="020B0609020204030204" pitchFamily="49" charset="0"/>
              </a:rPr>
              <a:t> {</a:t>
            </a:r>
          </a:p>
          <a:p>
            <a:r>
              <a:rPr lang="en-US" b="0" dirty="0">
                <a:solidFill>
                  <a:srgbClr val="3B3B3B"/>
                </a:solidFill>
                <a:effectLst/>
                <a:latin typeface="Consolas" panose="020B0609020204030204" pitchFamily="49" charset="0"/>
              </a:rPr>
              <a:t>        </a:t>
            </a:r>
            <a:r>
              <a:rPr lang="en-US" b="0" dirty="0" err="1">
                <a:solidFill>
                  <a:srgbClr val="001080"/>
                </a:solidFill>
                <a:effectLst/>
                <a:latin typeface="Consolas" panose="020B0609020204030204" pitchFamily="49" charset="0"/>
              </a:rPr>
              <a:t>navigation</a:t>
            </a:r>
            <a:r>
              <a:rPr lang="en-US" b="0" dirty="0" err="1">
                <a:solidFill>
                  <a:srgbClr val="3B3B3B"/>
                </a:solidFill>
                <a:effectLst/>
                <a:latin typeface="Consolas" panose="020B0609020204030204" pitchFamily="49" charset="0"/>
              </a:rPr>
              <a:t>.</a:t>
            </a:r>
            <a:r>
              <a:rPr lang="en-US" b="0" dirty="0" err="1">
                <a:solidFill>
                  <a:srgbClr val="795E26"/>
                </a:solidFill>
                <a:effectLst/>
                <a:latin typeface="Consolas" panose="020B0609020204030204" pitchFamily="49" charset="0"/>
              </a:rPr>
              <a:t>navigate</a:t>
            </a:r>
            <a:r>
              <a:rPr lang="en-US" b="0" dirty="0">
                <a:solidFill>
                  <a:srgbClr val="3B3B3B"/>
                </a:solidFill>
                <a:effectLst/>
                <a:latin typeface="Consolas" panose="020B0609020204030204" pitchFamily="49" charset="0"/>
              </a:rPr>
              <a:t>(</a:t>
            </a:r>
            <a:r>
              <a:rPr lang="en-US" b="0" dirty="0">
                <a:solidFill>
                  <a:srgbClr val="A31515"/>
                </a:solidFill>
                <a:effectLst/>
                <a:latin typeface="Consolas" panose="020B0609020204030204" pitchFamily="49" charset="0"/>
              </a:rPr>
              <a:t>'Menu'</a:t>
            </a:r>
            <a:r>
              <a:rPr lang="en-US" b="0" dirty="0">
                <a:solidFill>
                  <a:srgbClr val="3B3B3B"/>
                </a:solidFill>
                <a:effectLst/>
                <a:latin typeface="Consolas" panose="020B0609020204030204" pitchFamily="49" charset="0"/>
              </a:rPr>
              <a:t>);</a:t>
            </a:r>
          </a:p>
          <a:p>
            <a:r>
              <a:rPr lang="en-US" b="0" dirty="0">
                <a:solidFill>
                  <a:srgbClr val="3B3B3B"/>
                </a:solidFill>
                <a:effectLst/>
                <a:latin typeface="Consolas" panose="020B0609020204030204" pitchFamily="49" charset="0"/>
              </a:rPr>
              <a:t>    }</a:t>
            </a:r>
            <a:br>
              <a:rPr lang="en-US" b="0" dirty="0">
                <a:solidFill>
                  <a:srgbClr val="3B3B3B"/>
                </a:solidFill>
                <a:effectLst/>
                <a:latin typeface="Consolas" panose="020B0609020204030204" pitchFamily="49" charset="0"/>
              </a:rPr>
            </a:br>
            <a:r>
              <a:rPr lang="en-US" b="0" dirty="0">
                <a:solidFill>
                  <a:srgbClr val="3B3B3B"/>
                </a:solidFill>
                <a:effectLst/>
                <a:latin typeface="Consolas" panose="020B0609020204030204" pitchFamily="49" charset="0"/>
              </a:rPr>
              <a:t>    </a:t>
            </a:r>
            <a:r>
              <a:rPr lang="en-US" b="0" dirty="0">
                <a:solidFill>
                  <a:srgbClr val="AF00DB"/>
                </a:solidFill>
                <a:effectLst/>
                <a:latin typeface="Consolas" panose="020B0609020204030204" pitchFamily="49" charset="0"/>
              </a:rPr>
              <a:t>return</a:t>
            </a:r>
            <a:r>
              <a:rPr lang="en-US" b="0" dirty="0">
                <a:solidFill>
                  <a:srgbClr val="3B3B3B"/>
                </a:solidFill>
                <a:effectLst/>
                <a:latin typeface="Consolas" panose="020B0609020204030204" pitchFamily="49" charset="0"/>
              </a:rPr>
              <a:t>(</a:t>
            </a:r>
          </a:p>
          <a:p>
            <a:r>
              <a:rPr lang="en-US" b="0" dirty="0">
                <a:solidFill>
                  <a:srgbClr val="3B3B3B"/>
                </a:solidFill>
                <a:effectLst/>
                <a:latin typeface="Consolas" panose="020B0609020204030204" pitchFamily="49" charset="0"/>
              </a:rPr>
              <a:t>        </a:t>
            </a:r>
            <a:r>
              <a:rPr lang="en-US" b="0" dirty="0">
                <a:solidFill>
                  <a:srgbClr val="800000"/>
                </a:solidFill>
                <a:effectLst/>
                <a:latin typeface="Consolas" panose="020B0609020204030204" pitchFamily="49" charset="0"/>
              </a:rPr>
              <a:t>&lt;</a:t>
            </a:r>
            <a:r>
              <a:rPr lang="en-US" b="0" dirty="0">
                <a:solidFill>
                  <a:srgbClr val="267F99"/>
                </a:solidFill>
                <a:effectLst/>
                <a:latin typeface="Consolas" panose="020B0609020204030204" pitchFamily="49" charset="0"/>
              </a:rPr>
              <a:t>View</a:t>
            </a:r>
            <a:r>
              <a:rPr lang="en-US" b="0" dirty="0">
                <a:solidFill>
                  <a:srgbClr val="3B3B3B"/>
                </a:solidFill>
                <a:effectLst/>
                <a:latin typeface="Consolas" panose="020B0609020204030204" pitchFamily="49" charset="0"/>
              </a:rPr>
              <a:t> </a:t>
            </a:r>
            <a:r>
              <a:rPr lang="en-US" b="0" dirty="0">
                <a:solidFill>
                  <a:srgbClr val="E50000"/>
                </a:solidFill>
                <a:effectLst/>
                <a:latin typeface="Consolas" panose="020B0609020204030204" pitchFamily="49" charset="0"/>
              </a:rPr>
              <a:t>style</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a:t>
            </a:r>
            <a:r>
              <a:rPr lang="en-US" b="0" dirty="0" err="1">
                <a:solidFill>
                  <a:srgbClr val="001080"/>
                </a:solidFill>
                <a:effectLst/>
                <a:latin typeface="Consolas" panose="020B0609020204030204" pitchFamily="49" charset="0"/>
              </a:rPr>
              <a:t>styles</a:t>
            </a:r>
            <a:r>
              <a:rPr lang="en-US" b="0" dirty="0" err="1">
                <a:solidFill>
                  <a:srgbClr val="000000"/>
                </a:solidFill>
                <a:effectLst/>
                <a:latin typeface="Consolas" panose="020B0609020204030204" pitchFamily="49" charset="0"/>
              </a:rPr>
              <a:t>.</a:t>
            </a:r>
            <a:r>
              <a:rPr lang="en-US" b="0" dirty="0" err="1">
                <a:solidFill>
                  <a:srgbClr val="001080"/>
                </a:solidFill>
                <a:effectLst/>
                <a:latin typeface="Consolas" panose="020B0609020204030204" pitchFamily="49" charset="0"/>
              </a:rPr>
              <a:t>container</a:t>
            </a:r>
            <a:r>
              <a:rPr lang="en-US" b="0" dirty="0">
                <a:solidFill>
                  <a:srgbClr val="0000FF"/>
                </a:solidFill>
                <a:effectLst/>
                <a:latin typeface="Consolas" panose="020B0609020204030204" pitchFamily="49" charset="0"/>
              </a:rPr>
              <a:t>}</a:t>
            </a:r>
            <a:r>
              <a:rPr lang="en-US" b="0" dirty="0">
                <a:solidFill>
                  <a:srgbClr val="800000"/>
                </a:solidFill>
                <a:effectLst/>
                <a:latin typeface="Consolas" panose="020B0609020204030204" pitchFamily="49" charset="0"/>
              </a:rPr>
              <a:t>&gt;</a:t>
            </a:r>
            <a:endParaRPr lang="en-US" b="0" dirty="0">
              <a:solidFill>
                <a:srgbClr val="3B3B3B"/>
              </a:solidFill>
              <a:effectLst/>
              <a:latin typeface="Consolas" panose="020B0609020204030204" pitchFamily="49" charset="0"/>
            </a:endParaRPr>
          </a:p>
          <a:p>
            <a:r>
              <a:rPr lang="en-US" b="0" dirty="0">
                <a:solidFill>
                  <a:srgbClr val="3B3B3B"/>
                </a:solidFill>
                <a:effectLst/>
                <a:latin typeface="Consolas" panose="020B0609020204030204" pitchFamily="49" charset="0"/>
              </a:rPr>
              <a:t>            </a:t>
            </a:r>
            <a:r>
              <a:rPr lang="en-US" b="0" dirty="0">
                <a:solidFill>
                  <a:srgbClr val="800000"/>
                </a:solidFill>
                <a:effectLst/>
                <a:latin typeface="Consolas" panose="020B0609020204030204" pitchFamily="49" charset="0"/>
              </a:rPr>
              <a:t>&lt;</a:t>
            </a:r>
            <a:r>
              <a:rPr lang="en-US" b="0" dirty="0">
                <a:solidFill>
                  <a:srgbClr val="267F99"/>
                </a:solidFill>
                <a:effectLst/>
                <a:latin typeface="Consolas" panose="020B0609020204030204" pitchFamily="49" charset="0"/>
              </a:rPr>
              <a:t>Pressable</a:t>
            </a:r>
            <a:r>
              <a:rPr lang="en-US" b="0" dirty="0">
                <a:solidFill>
                  <a:srgbClr val="3B3B3B"/>
                </a:solidFill>
                <a:effectLst/>
                <a:latin typeface="Consolas" panose="020B0609020204030204" pitchFamily="49" charset="0"/>
              </a:rPr>
              <a:t> </a:t>
            </a:r>
            <a:r>
              <a:rPr lang="en-US" b="0" dirty="0" err="1">
                <a:solidFill>
                  <a:srgbClr val="E50000"/>
                </a:solidFill>
                <a:effectLst/>
                <a:latin typeface="Consolas" panose="020B0609020204030204" pitchFamily="49" charset="0"/>
              </a:rPr>
              <a:t>onPress</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a:t>
            </a:r>
            <a:r>
              <a:rPr lang="en-US" b="0" dirty="0" err="1">
                <a:solidFill>
                  <a:srgbClr val="795E26"/>
                </a:solidFill>
                <a:effectLst/>
                <a:latin typeface="Consolas" panose="020B0609020204030204" pitchFamily="49" charset="0"/>
              </a:rPr>
              <a:t>handleLogin</a:t>
            </a:r>
            <a:r>
              <a:rPr lang="en-US" b="0" dirty="0">
                <a:solidFill>
                  <a:srgbClr val="0000FF"/>
                </a:solidFill>
                <a:effectLst/>
                <a:latin typeface="Consolas" panose="020B0609020204030204" pitchFamily="49" charset="0"/>
              </a:rPr>
              <a:t>}</a:t>
            </a:r>
            <a:r>
              <a:rPr lang="en-US" b="0" dirty="0">
                <a:solidFill>
                  <a:srgbClr val="800000"/>
                </a:solidFill>
                <a:effectLst/>
                <a:latin typeface="Consolas" panose="020B0609020204030204" pitchFamily="49" charset="0"/>
              </a:rPr>
              <a:t>&gt;</a:t>
            </a:r>
            <a:endParaRPr lang="en-US" b="0" dirty="0">
              <a:solidFill>
                <a:srgbClr val="3B3B3B"/>
              </a:solidFill>
              <a:effectLst/>
              <a:latin typeface="Consolas" panose="020B0609020204030204" pitchFamily="49" charset="0"/>
            </a:endParaRPr>
          </a:p>
          <a:p>
            <a:r>
              <a:rPr lang="en-US" b="0" dirty="0">
                <a:solidFill>
                  <a:srgbClr val="3B3B3B"/>
                </a:solidFill>
                <a:effectLst/>
                <a:latin typeface="Consolas" panose="020B0609020204030204" pitchFamily="49" charset="0"/>
              </a:rPr>
              <a:t>                </a:t>
            </a:r>
            <a:r>
              <a:rPr lang="en-US" b="0" dirty="0">
                <a:solidFill>
                  <a:srgbClr val="800000"/>
                </a:solidFill>
                <a:effectLst/>
                <a:latin typeface="Consolas" panose="020B0609020204030204" pitchFamily="49" charset="0"/>
              </a:rPr>
              <a:t>&lt;</a:t>
            </a:r>
            <a:r>
              <a:rPr lang="en-US" b="0" dirty="0">
                <a:solidFill>
                  <a:srgbClr val="267F99"/>
                </a:solidFill>
                <a:effectLst/>
                <a:latin typeface="Consolas" panose="020B0609020204030204" pitchFamily="49" charset="0"/>
              </a:rPr>
              <a:t>Text</a:t>
            </a:r>
            <a:r>
              <a:rPr lang="en-US" b="0" dirty="0">
                <a:solidFill>
                  <a:srgbClr val="3B3B3B"/>
                </a:solidFill>
                <a:effectLst/>
                <a:latin typeface="Consolas" panose="020B0609020204030204" pitchFamily="49" charset="0"/>
              </a:rPr>
              <a:t> </a:t>
            </a:r>
            <a:r>
              <a:rPr lang="en-US" b="0" dirty="0">
                <a:solidFill>
                  <a:srgbClr val="E50000"/>
                </a:solidFill>
                <a:effectLst/>
                <a:latin typeface="Consolas" panose="020B0609020204030204" pitchFamily="49" charset="0"/>
              </a:rPr>
              <a:t>style</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a:t>
            </a:r>
            <a:r>
              <a:rPr lang="en-US" b="0" dirty="0" err="1">
                <a:solidFill>
                  <a:srgbClr val="001080"/>
                </a:solidFill>
                <a:effectLst/>
                <a:latin typeface="Consolas" panose="020B0609020204030204" pitchFamily="49" charset="0"/>
              </a:rPr>
              <a:t>styles</a:t>
            </a:r>
            <a:r>
              <a:rPr lang="en-US" b="0" dirty="0" err="1">
                <a:solidFill>
                  <a:srgbClr val="000000"/>
                </a:solidFill>
                <a:effectLst/>
                <a:latin typeface="Consolas" panose="020B0609020204030204" pitchFamily="49" charset="0"/>
              </a:rPr>
              <a:t>.</a:t>
            </a:r>
            <a:r>
              <a:rPr lang="en-US" b="0" dirty="0" err="1">
                <a:solidFill>
                  <a:srgbClr val="001080"/>
                </a:solidFill>
                <a:effectLst/>
                <a:latin typeface="Consolas" panose="020B0609020204030204" pitchFamily="49" charset="0"/>
              </a:rPr>
              <a:t>loginButton</a:t>
            </a:r>
            <a:r>
              <a:rPr lang="en-US" b="0" dirty="0">
                <a:solidFill>
                  <a:srgbClr val="0000FF"/>
                </a:solidFill>
                <a:effectLst/>
                <a:latin typeface="Consolas" panose="020B0609020204030204" pitchFamily="49" charset="0"/>
              </a:rPr>
              <a:t>}</a:t>
            </a:r>
            <a:r>
              <a:rPr lang="en-US" b="0" dirty="0">
                <a:solidFill>
                  <a:srgbClr val="800000"/>
                </a:solidFill>
                <a:effectLst/>
                <a:latin typeface="Consolas" panose="020B0609020204030204" pitchFamily="49" charset="0"/>
              </a:rPr>
              <a:t>&gt;</a:t>
            </a:r>
            <a:r>
              <a:rPr lang="en-US" b="0" dirty="0">
                <a:solidFill>
                  <a:srgbClr val="3B3B3B"/>
                </a:solidFill>
                <a:effectLst/>
                <a:latin typeface="Consolas" panose="020B0609020204030204" pitchFamily="49" charset="0"/>
              </a:rPr>
              <a:t>Login</a:t>
            </a:r>
            <a:r>
              <a:rPr lang="en-US" b="0" dirty="0">
                <a:solidFill>
                  <a:srgbClr val="800000"/>
                </a:solidFill>
                <a:effectLst/>
                <a:latin typeface="Consolas" panose="020B0609020204030204" pitchFamily="49" charset="0"/>
              </a:rPr>
              <a:t>&lt;/</a:t>
            </a:r>
            <a:r>
              <a:rPr lang="en-US" b="0" dirty="0">
                <a:solidFill>
                  <a:srgbClr val="267F99"/>
                </a:solidFill>
                <a:effectLst/>
                <a:latin typeface="Consolas" panose="020B0609020204030204" pitchFamily="49" charset="0"/>
              </a:rPr>
              <a:t>Text</a:t>
            </a:r>
            <a:r>
              <a:rPr lang="en-US" b="0" dirty="0">
                <a:solidFill>
                  <a:srgbClr val="800000"/>
                </a:solidFill>
                <a:effectLst/>
                <a:latin typeface="Consolas" panose="020B0609020204030204" pitchFamily="49" charset="0"/>
              </a:rPr>
              <a:t>&gt;</a:t>
            </a:r>
            <a:endParaRPr lang="en-US" b="0" dirty="0">
              <a:solidFill>
                <a:srgbClr val="3B3B3B"/>
              </a:solidFill>
              <a:effectLst/>
              <a:latin typeface="Consolas" panose="020B0609020204030204" pitchFamily="49" charset="0"/>
            </a:endParaRPr>
          </a:p>
          <a:p>
            <a:r>
              <a:rPr lang="en-US" b="0" dirty="0">
                <a:solidFill>
                  <a:srgbClr val="3B3B3B"/>
                </a:solidFill>
                <a:effectLst/>
                <a:latin typeface="Consolas" panose="020B0609020204030204" pitchFamily="49" charset="0"/>
              </a:rPr>
              <a:t>            </a:t>
            </a:r>
            <a:r>
              <a:rPr lang="en-US" b="0" dirty="0">
                <a:solidFill>
                  <a:srgbClr val="800000"/>
                </a:solidFill>
                <a:effectLst/>
                <a:latin typeface="Consolas" panose="020B0609020204030204" pitchFamily="49" charset="0"/>
              </a:rPr>
              <a:t>&lt;/</a:t>
            </a:r>
            <a:r>
              <a:rPr lang="en-US" b="0" dirty="0">
                <a:solidFill>
                  <a:srgbClr val="267F99"/>
                </a:solidFill>
                <a:effectLst/>
                <a:latin typeface="Consolas" panose="020B0609020204030204" pitchFamily="49" charset="0"/>
              </a:rPr>
              <a:t>Pressable</a:t>
            </a:r>
            <a:r>
              <a:rPr lang="en-US" b="0" dirty="0">
                <a:solidFill>
                  <a:srgbClr val="800000"/>
                </a:solidFill>
                <a:effectLst/>
                <a:latin typeface="Consolas" panose="020B0609020204030204" pitchFamily="49" charset="0"/>
              </a:rPr>
              <a:t>&gt;</a:t>
            </a:r>
            <a:endParaRPr lang="en-US" b="0" dirty="0">
              <a:solidFill>
                <a:srgbClr val="3B3B3B"/>
              </a:solidFill>
              <a:effectLst/>
              <a:latin typeface="Consolas" panose="020B0609020204030204" pitchFamily="49" charset="0"/>
            </a:endParaRPr>
          </a:p>
          <a:p>
            <a:r>
              <a:rPr lang="en-US" b="0" dirty="0">
                <a:solidFill>
                  <a:srgbClr val="3B3B3B"/>
                </a:solidFill>
                <a:effectLst/>
                <a:latin typeface="Consolas" panose="020B0609020204030204" pitchFamily="49" charset="0"/>
              </a:rPr>
              <a:t>        </a:t>
            </a:r>
            <a:r>
              <a:rPr lang="en-US" b="0" dirty="0">
                <a:solidFill>
                  <a:srgbClr val="800000"/>
                </a:solidFill>
                <a:effectLst/>
                <a:latin typeface="Consolas" panose="020B0609020204030204" pitchFamily="49" charset="0"/>
              </a:rPr>
              <a:t>&lt;/</a:t>
            </a:r>
            <a:r>
              <a:rPr lang="en-US" b="0" dirty="0">
                <a:solidFill>
                  <a:srgbClr val="267F99"/>
                </a:solidFill>
                <a:effectLst/>
                <a:latin typeface="Consolas" panose="020B0609020204030204" pitchFamily="49" charset="0"/>
              </a:rPr>
              <a:t>View</a:t>
            </a:r>
            <a:r>
              <a:rPr lang="en-US" b="0" dirty="0">
                <a:solidFill>
                  <a:srgbClr val="800000"/>
                </a:solidFill>
                <a:effectLst/>
                <a:latin typeface="Consolas" panose="020B0609020204030204" pitchFamily="49" charset="0"/>
              </a:rPr>
              <a:t>&gt;</a:t>
            </a:r>
            <a:endParaRPr lang="en-US" b="0" dirty="0">
              <a:solidFill>
                <a:srgbClr val="3B3B3B"/>
              </a:solidFill>
              <a:effectLst/>
              <a:latin typeface="Consolas" panose="020B0609020204030204" pitchFamily="49" charset="0"/>
            </a:endParaRPr>
          </a:p>
          <a:p>
            <a:r>
              <a:rPr lang="en-US" b="0" dirty="0">
                <a:solidFill>
                  <a:srgbClr val="3B3B3B"/>
                </a:solidFill>
                <a:effectLst/>
                <a:latin typeface="Consolas" panose="020B0609020204030204" pitchFamily="49" charset="0"/>
              </a:rPr>
              <a:t>    );</a:t>
            </a:r>
          </a:p>
          <a:p>
            <a:r>
              <a:rPr lang="en-US" b="0" dirty="0">
                <a:solidFill>
                  <a:srgbClr val="3B3B3B"/>
                </a:solidFill>
                <a:effectLst/>
                <a:latin typeface="Consolas" panose="020B0609020204030204" pitchFamily="49" charset="0"/>
              </a:rPr>
              <a:t>}</a:t>
            </a:r>
          </a:p>
        </p:txBody>
      </p:sp>
      <p:sp>
        <p:nvSpPr>
          <p:cNvPr id="6" name="Content Placeholder 2">
            <a:extLst>
              <a:ext uri="{FF2B5EF4-FFF2-40B4-BE49-F238E27FC236}">
                <a16:creationId xmlns:a16="http://schemas.microsoft.com/office/drawing/2014/main" id="{9D9DBE2D-E5D5-FF11-17FD-2A3082F5C030}"/>
              </a:ext>
            </a:extLst>
          </p:cNvPr>
          <p:cNvSpPr txBox="1">
            <a:spLocks/>
          </p:cNvSpPr>
          <p:nvPr/>
        </p:nvSpPr>
        <p:spPr>
          <a:xfrm>
            <a:off x="220384" y="1541918"/>
            <a:ext cx="11743016" cy="1500664"/>
          </a:xfrm>
          <a:prstGeom prst="rect">
            <a:avLst/>
          </a:prstGeom>
        </p:spPr>
        <p:txBody>
          <a:bodyPr numCol="1">
            <a:normAutofit fontScale="77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600" dirty="0"/>
              <a:t>The code sample below will navigate the app from Login to Menu component when </a:t>
            </a:r>
            <a:r>
              <a:rPr lang="en-US" sz="3600" dirty="0" err="1"/>
              <a:t>handleLogin</a:t>
            </a:r>
            <a:r>
              <a:rPr lang="en-US" sz="3600" dirty="0"/>
              <a:t> is called.</a:t>
            </a:r>
          </a:p>
          <a:p>
            <a:pPr>
              <a:lnSpc>
                <a:spcPct val="120000"/>
              </a:lnSpc>
              <a:buFont typeface="Wingdings" panose="05000000000000000000" pitchFamily="2" charset="2"/>
              <a:buChar char="§"/>
            </a:pPr>
            <a:r>
              <a:rPr lang="en-US" sz="3600" dirty="0"/>
              <a:t>You may complete the remaining part of this component like styling, etc.</a:t>
            </a:r>
          </a:p>
        </p:txBody>
      </p:sp>
    </p:spTree>
    <p:extLst>
      <p:ext uri="{BB962C8B-B14F-4D97-AF65-F5344CB8AC3E}">
        <p14:creationId xmlns:p14="http://schemas.microsoft.com/office/powerpoint/2010/main" val="40305323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Stack Navigation</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41918"/>
            <a:ext cx="11743016" cy="4887878"/>
          </a:xfrm>
          <a:prstGeom prst="rect">
            <a:avLst/>
          </a:prstGeom>
        </p:spPr>
        <p:txBody>
          <a:bodyPr numCol="1">
            <a:normAutofit fontScale="92500"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600" dirty="0"/>
              <a:t>Note that when Stack Navigation is enabled, there is an extra heading on top which shows which View is currently loaded. You can try various styling here to fit your UI.</a:t>
            </a:r>
          </a:p>
          <a:p>
            <a:pPr>
              <a:lnSpc>
                <a:spcPct val="120000"/>
              </a:lnSpc>
              <a:buFont typeface="Wingdings" panose="05000000000000000000" pitchFamily="2" charset="2"/>
              <a:buChar char="§"/>
            </a:pPr>
            <a:r>
              <a:rPr lang="en-US" sz="3600" dirty="0"/>
              <a:t>You can use the phone’s back button to go back to the previous View.</a:t>
            </a:r>
          </a:p>
          <a:p>
            <a:pPr>
              <a:lnSpc>
                <a:spcPct val="120000"/>
              </a:lnSpc>
              <a:buFont typeface="Wingdings" panose="05000000000000000000" pitchFamily="2" charset="2"/>
              <a:buChar char="§"/>
            </a:pPr>
            <a:r>
              <a:rPr lang="en-US" sz="3600" dirty="0"/>
              <a:t>The screens will behave exactly like a Stack. Therefore, you can load a view, then from within that view call another view, and then another view.</a:t>
            </a:r>
          </a:p>
        </p:txBody>
      </p:sp>
    </p:spTree>
    <p:extLst>
      <p:ext uri="{BB962C8B-B14F-4D97-AF65-F5344CB8AC3E}">
        <p14:creationId xmlns:p14="http://schemas.microsoft.com/office/powerpoint/2010/main" val="19687056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Stack Navigation</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6" name="Content Placeholder 2">
            <a:extLst>
              <a:ext uri="{FF2B5EF4-FFF2-40B4-BE49-F238E27FC236}">
                <a16:creationId xmlns:a16="http://schemas.microsoft.com/office/drawing/2014/main" id="{9D9DBE2D-E5D5-FF11-17FD-2A3082F5C030}"/>
              </a:ext>
            </a:extLst>
          </p:cNvPr>
          <p:cNvSpPr txBox="1">
            <a:spLocks/>
          </p:cNvSpPr>
          <p:nvPr/>
        </p:nvSpPr>
        <p:spPr>
          <a:xfrm>
            <a:off x="220384" y="1541918"/>
            <a:ext cx="5875616" cy="5011282"/>
          </a:xfrm>
          <a:prstGeom prst="rect">
            <a:avLst/>
          </a:prstGeom>
        </p:spPr>
        <p:txBody>
          <a:bodyPr numCol="1">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600" dirty="0"/>
              <a:t>On left is the Login view.</a:t>
            </a:r>
          </a:p>
          <a:p>
            <a:pPr>
              <a:lnSpc>
                <a:spcPct val="120000"/>
              </a:lnSpc>
              <a:buFont typeface="Wingdings" panose="05000000000000000000" pitchFamily="2" charset="2"/>
              <a:buChar char="§"/>
            </a:pPr>
            <a:r>
              <a:rPr lang="en-US" sz="3600" dirty="0"/>
              <a:t>On pressing Login button, the app navigates to the Menu view on the right.</a:t>
            </a:r>
          </a:p>
          <a:p>
            <a:pPr>
              <a:lnSpc>
                <a:spcPct val="120000"/>
              </a:lnSpc>
              <a:buFont typeface="Wingdings" panose="05000000000000000000" pitchFamily="2" charset="2"/>
              <a:buChar char="§"/>
            </a:pPr>
            <a:r>
              <a:rPr lang="en-US" sz="3600" dirty="0"/>
              <a:t>On pressing back button, you will be back again to Login view.</a:t>
            </a:r>
          </a:p>
        </p:txBody>
      </p:sp>
      <p:pic>
        <p:nvPicPr>
          <p:cNvPr id="4" name="Picture 3" descr="A screenshot of a login screen&#10;&#10;Description automatically generated with medium confidence">
            <a:extLst>
              <a:ext uri="{FF2B5EF4-FFF2-40B4-BE49-F238E27FC236}">
                <a16:creationId xmlns:a16="http://schemas.microsoft.com/office/drawing/2014/main" id="{754058BF-C876-42C4-EB80-7896424172D9}"/>
              </a:ext>
            </a:extLst>
          </p:cNvPr>
          <p:cNvPicPr>
            <a:picLocks noChangeAspect="1"/>
          </p:cNvPicPr>
          <p:nvPr/>
        </p:nvPicPr>
        <p:blipFill>
          <a:blip r:embed="rId3"/>
          <a:stretch>
            <a:fillRect/>
          </a:stretch>
        </p:blipFill>
        <p:spPr>
          <a:xfrm>
            <a:off x="6214962" y="1456759"/>
            <a:ext cx="2818846" cy="5011282"/>
          </a:xfrm>
          <a:prstGeom prst="rect">
            <a:avLst/>
          </a:prstGeom>
        </p:spPr>
      </p:pic>
      <p:pic>
        <p:nvPicPr>
          <p:cNvPr id="8" name="Picture 7" descr="A screenshot of a car&#10;&#10;Description automatically generated with low confidence">
            <a:extLst>
              <a:ext uri="{FF2B5EF4-FFF2-40B4-BE49-F238E27FC236}">
                <a16:creationId xmlns:a16="http://schemas.microsoft.com/office/drawing/2014/main" id="{C5E824A2-5464-7F99-A286-36F958D2106D}"/>
              </a:ext>
            </a:extLst>
          </p:cNvPr>
          <p:cNvPicPr>
            <a:picLocks noChangeAspect="1"/>
          </p:cNvPicPr>
          <p:nvPr/>
        </p:nvPicPr>
        <p:blipFill>
          <a:blip r:embed="rId4"/>
          <a:stretch>
            <a:fillRect/>
          </a:stretch>
        </p:blipFill>
        <p:spPr>
          <a:xfrm>
            <a:off x="9152770" y="1464134"/>
            <a:ext cx="2818846" cy="5011282"/>
          </a:xfrm>
          <a:prstGeom prst="rect">
            <a:avLst/>
          </a:prstGeom>
        </p:spPr>
      </p:pic>
    </p:spTree>
    <p:extLst>
      <p:ext uri="{BB962C8B-B14F-4D97-AF65-F5344CB8AC3E}">
        <p14:creationId xmlns:p14="http://schemas.microsoft.com/office/powerpoint/2010/main" val="30237739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Tab Navigation</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41918"/>
            <a:ext cx="11743016" cy="4887878"/>
          </a:xfrm>
          <a:prstGeom prst="rect">
            <a:avLst/>
          </a:prstGeom>
        </p:spPr>
        <p:txBody>
          <a:bodyPr numCol="1">
            <a:normAutofit fontScale="77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42950" indent="-742950">
              <a:lnSpc>
                <a:spcPct val="120000"/>
              </a:lnSpc>
              <a:buFont typeface="+mj-lt"/>
              <a:buAutoNum type="arabicPeriod"/>
            </a:pPr>
            <a:r>
              <a:rPr lang="en-US" sz="3600" dirty="0"/>
              <a:t>Install native Tab navigator</a:t>
            </a:r>
          </a:p>
          <a:p>
            <a:pPr marL="0" indent="0">
              <a:lnSpc>
                <a:spcPct val="120000"/>
              </a:lnSpc>
              <a:buNone/>
            </a:pPr>
            <a:r>
              <a:rPr lang="en-US" sz="2900" dirty="0" err="1">
                <a:latin typeface="Cascadia Code" panose="020B0609020000020004" pitchFamily="49" charset="0"/>
                <a:ea typeface="Cascadia Code" panose="020B0609020000020004" pitchFamily="49" charset="0"/>
                <a:cs typeface="Cascadia Code" panose="020B0609020000020004" pitchFamily="49" charset="0"/>
              </a:rPr>
              <a:t>npm</a:t>
            </a:r>
            <a:r>
              <a:rPr lang="en-US" sz="2900" dirty="0">
                <a:latin typeface="Cascadia Code" panose="020B0609020000020004" pitchFamily="49" charset="0"/>
                <a:ea typeface="Cascadia Code" panose="020B0609020000020004" pitchFamily="49" charset="0"/>
                <a:cs typeface="Cascadia Code" panose="020B0609020000020004" pitchFamily="49" charset="0"/>
              </a:rPr>
              <a:t> install @react-navigation/bottom-tabs</a:t>
            </a:r>
            <a:endParaRPr lang="en-US" sz="2900" dirty="0"/>
          </a:p>
          <a:p>
            <a:pPr marL="742950" indent="-742950">
              <a:lnSpc>
                <a:spcPct val="120000"/>
              </a:lnSpc>
              <a:buFont typeface="+mj-lt"/>
              <a:buAutoNum type="arabicPeriod"/>
            </a:pPr>
            <a:r>
              <a:rPr lang="en-US" sz="3600" dirty="0"/>
              <a:t>Import the bottom tab component</a:t>
            </a:r>
          </a:p>
          <a:p>
            <a:pPr marL="742950" indent="-742950">
              <a:lnSpc>
                <a:spcPct val="120000"/>
              </a:lnSpc>
              <a:buFont typeface="+mj-lt"/>
              <a:buAutoNum type="arabicPeriod"/>
            </a:pPr>
            <a:r>
              <a:rPr lang="en-US" sz="3600" dirty="0"/>
              <a:t>Initialize in a constant on top of your App component.</a:t>
            </a:r>
          </a:p>
          <a:p>
            <a:pPr marL="742950" indent="-742950">
              <a:lnSpc>
                <a:spcPct val="120000"/>
              </a:lnSpc>
              <a:buFont typeface="+mj-lt"/>
              <a:buAutoNum type="arabicPeriod"/>
            </a:pPr>
            <a:r>
              <a:rPr lang="en-US" sz="3600" dirty="0"/>
              <a:t>Define the Tab Navigator component inside the Navigation Container.</a:t>
            </a:r>
          </a:p>
          <a:p>
            <a:pPr marL="742950" indent="-742950">
              <a:lnSpc>
                <a:spcPct val="120000"/>
              </a:lnSpc>
              <a:buFont typeface="+mj-lt"/>
              <a:buAutoNum type="arabicPeriod"/>
            </a:pPr>
            <a:r>
              <a:rPr lang="en-US" sz="3600" dirty="0"/>
              <a:t>Attach all the Views as Screens inside the Tab Navigator. These steps are similar to Stack navigator.</a:t>
            </a:r>
          </a:p>
          <a:p>
            <a:pPr marL="742950" indent="-742950">
              <a:lnSpc>
                <a:spcPct val="120000"/>
              </a:lnSpc>
              <a:buFont typeface="+mj-lt"/>
              <a:buAutoNum type="arabicPeriod"/>
            </a:pPr>
            <a:r>
              <a:rPr lang="en-US" sz="3600" dirty="0"/>
              <a:t>Additionally, you should specify Icons, Active and Inactive tint </a:t>
            </a:r>
            <a:r>
              <a:rPr lang="en-US" sz="3600" dirty="0" err="1"/>
              <a:t>colours</a:t>
            </a:r>
            <a:r>
              <a:rPr lang="en-US" sz="3600" dirty="0"/>
              <a:t> to stylize your tab buttons. </a:t>
            </a:r>
            <a:r>
              <a:rPr lang="en-US" sz="3600" i="1" dirty="0"/>
              <a:t>Beware! This part is a bit tricky.</a:t>
            </a:r>
          </a:p>
        </p:txBody>
      </p:sp>
    </p:spTree>
    <p:extLst>
      <p:ext uri="{BB962C8B-B14F-4D97-AF65-F5344CB8AC3E}">
        <p14:creationId xmlns:p14="http://schemas.microsoft.com/office/powerpoint/2010/main" val="18971927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Tab Navigation – Exercise</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7" name="TextBox 6">
            <a:extLst>
              <a:ext uri="{FF2B5EF4-FFF2-40B4-BE49-F238E27FC236}">
                <a16:creationId xmlns:a16="http://schemas.microsoft.com/office/drawing/2014/main" id="{6669D123-ED0C-7768-338A-8065A34A3C72}"/>
              </a:ext>
            </a:extLst>
          </p:cNvPr>
          <p:cNvSpPr txBox="1"/>
          <p:nvPr/>
        </p:nvSpPr>
        <p:spPr>
          <a:xfrm>
            <a:off x="220384" y="1371600"/>
            <a:ext cx="11743016" cy="5016758"/>
          </a:xfrm>
          <a:prstGeom prst="rect">
            <a:avLst/>
          </a:prstGeom>
          <a:noFill/>
        </p:spPr>
        <p:txBody>
          <a:bodyPr wrap="square">
            <a:spAutoFit/>
          </a:bodyPr>
          <a:lstStyle/>
          <a:p>
            <a:r>
              <a:rPr lang="en-US" sz="1600" b="0" dirty="0">
                <a:solidFill>
                  <a:srgbClr val="AF00DB"/>
                </a:solidFill>
                <a:effectLst/>
                <a:latin typeface="Consolas" panose="020B0609020204030204" pitchFamily="49" charset="0"/>
              </a:rPr>
              <a:t>import</a:t>
            </a:r>
            <a:r>
              <a:rPr lang="en-US" sz="1600" b="0" dirty="0">
                <a:solidFill>
                  <a:srgbClr val="3B3B3B"/>
                </a:solidFill>
                <a:effectLst/>
                <a:latin typeface="Consolas" panose="020B0609020204030204" pitchFamily="49" charset="0"/>
              </a:rPr>
              <a:t> { </a:t>
            </a:r>
            <a:r>
              <a:rPr lang="en-US" sz="1600" b="0" dirty="0" err="1">
                <a:solidFill>
                  <a:srgbClr val="001080"/>
                </a:solidFill>
                <a:effectLst/>
                <a:latin typeface="Consolas" panose="020B0609020204030204" pitchFamily="49" charset="0"/>
              </a:rPr>
              <a:t>StyleSheet</a:t>
            </a:r>
            <a:r>
              <a:rPr lang="en-US" sz="1600" b="0" dirty="0">
                <a:solidFill>
                  <a:srgbClr val="3B3B3B"/>
                </a:solidFill>
                <a:effectLst/>
                <a:latin typeface="Consolas" panose="020B0609020204030204" pitchFamily="49" charset="0"/>
              </a:rPr>
              <a:t>, </a:t>
            </a:r>
            <a:r>
              <a:rPr lang="en-US" sz="1600" b="0" dirty="0">
                <a:solidFill>
                  <a:srgbClr val="001080"/>
                </a:solidFill>
                <a:effectLst/>
                <a:latin typeface="Consolas" panose="020B0609020204030204" pitchFamily="49" charset="0"/>
              </a:rPr>
              <a:t>View</a:t>
            </a:r>
            <a:r>
              <a:rPr lang="en-US" sz="1600" b="0" dirty="0">
                <a:solidFill>
                  <a:srgbClr val="3B3B3B"/>
                </a:solidFill>
                <a:effectLst/>
                <a:latin typeface="Consolas" panose="020B0609020204030204" pitchFamily="49" charset="0"/>
              </a:rPr>
              <a:t> } </a:t>
            </a:r>
            <a:r>
              <a:rPr lang="en-US" sz="1600" b="0" dirty="0">
                <a:solidFill>
                  <a:srgbClr val="AF00DB"/>
                </a:solidFill>
                <a:effectLst/>
                <a:latin typeface="Consolas" panose="020B0609020204030204" pitchFamily="49" charset="0"/>
              </a:rPr>
              <a:t>from</a:t>
            </a:r>
            <a:r>
              <a:rPr lang="en-US" sz="1600" b="0" dirty="0">
                <a:solidFill>
                  <a:srgbClr val="3B3B3B"/>
                </a:solidFill>
                <a:effectLst/>
                <a:latin typeface="Consolas" panose="020B0609020204030204" pitchFamily="49" charset="0"/>
              </a:rPr>
              <a:t> </a:t>
            </a:r>
            <a:r>
              <a:rPr lang="en-US" sz="1600" b="0" dirty="0">
                <a:solidFill>
                  <a:srgbClr val="A31515"/>
                </a:solidFill>
                <a:effectLst/>
                <a:latin typeface="Consolas" panose="020B0609020204030204" pitchFamily="49" charset="0"/>
              </a:rPr>
              <a:t>'react-native'</a:t>
            </a:r>
            <a:r>
              <a:rPr lang="en-US" sz="1600" b="0" dirty="0">
                <a:solidFill>
                  <a:srgbClr val="3B3B3B"/>
                </a:solidFill>
                <a:effectLst/>
                <a:latin typeface="Consolas" panose="020B0609020204030204" pitchFamily="49" charset="0"/>
              </a:rPr>
              <a:t>;</a:t>
            </a:r>
          </a:p>
          <a:p>
            <a:r>
              <a:rPr lang="en-US" sz="1600" b="0" dirty="0">
                <a:solidFill>
                  <a:srgbClr val="AF00DB"/>
                </a:solidFill>
                <a:effectLst/>
                <a:latin typeface="Consolas" panose="020B0609020204030204" pitchFamily="49" charset="0"/>
              </a:rPr>
              <a:t>import</a:t>
            </a:r>
            <a:r>
              <a:rPr lang="en-US" sz="1600" b="0" dirty="0">
                <a:solidFill>
                  <a:srgbClr val="3B3B3B"/>
                </a:solidFill>
                <a:effectLst/>
                <a:latin typeface="Consolas" panose="020B0609020204030204" pitchFamily="49" charset="0"/>
              </a:rPr>
              <a:t> { </a:t>
            </a:r>
            <a:r>
              <a:rPr lang="en-US" sz="1600" b="0" dirty="0" err="1">
                <a:solidFill>
                  <a:srgbClr val="001080"/>
                </a:solidFill>
                <a:effectLst/>
                <a:latin typeface="Consolas" panose="020B0609020204030204" pitchFamily="49" charset="0"/>
              </a:rPr>
              <a:t>NavigationContainer</a:t>
            </a:r>
            <a:r>
              <a:rPr lang="en-US" sz="1600" b="0" dirty="0">
                <a:solidFill>
                  <a:srgbClr val="3B3B3B"/>
                </a:solidFill>
                <a:effectLst/>
                <a:latin typeface="Consolas" panose="020B0609020204030204" pitchFamily="49" charset="0"/>
              </a:rPr>
              <a:t> } </a:t>
            </a:r>
            <a:r>
              <a:rPr lang="en-US" sz="1600" b="0" dirty="0">
                <a:solidFill>
                  <a:srgbClr val="AF00DB"/>
                </a:solidFill>
                <a:effectLst/>
                <a:latin typeface="Consolas" panose="020B0609020204030204" pitchFamily="49" charset="0"/>
              </a:rPr>
              <a:t>from</a:t>
            </a:r>
            <a:r>
              <a:rPr lang="en-US" sz="1600" b="0" dirty="0">
                <a:solidFill>
                  <a:srgbClr val="3B3B3B"/>
                </a:solidFill>
                <a:effectLst/>
                <a:latin typeface="Consolas" panose="020B0609020204030204" pitchFamily="49" charset="0"/>
              </a:rPr>
              <a:t> </a:t>
            </a:r>
            <a:r>
              <a:rPr lang="en-US" sz="1600" b="0" dirty="0">
                <a:solidFill>
                  <a:srgbClr val="A31515"/>
                </a:solidFill>
                <a:effectLst/>
                <a:latin typeface="Consolas" panose="020B0609020204030204" pitchFamily="49" charset="0"/>
              </a:rPr>
              <a:t>'@react-navigation/native'</a:t>
            </a:r>
            <a:endParaRPr lang="en-US" sz="1600" b="0" dirty="0">
              <a:solidFill>
                <a:srgbClr val="3B3B3B"/>
              </a:solidFill>
              <a:effectLst/>
              <a:latin typeface="Consolas" panose="020B0609020204030204" pitchFamily="49" charset="0"/>
            </a:endParaRPr>
          </a:p>
          <a:p>
            <a:r>
              <a:rPr lang="en-US" sz="1600" b="0" dirty="0">
                <a:solidFill>
                  <a:srgbClr val="AF00DB"/>
                </a:solidFill>
                <a:effectLst/>
                <a:latin typeface="Consolas" panose="020B0609020204030204" pitchFamily="49" charset="0"/>
              </a:rPr>
              <a:t>import</a:t>
            </a:r>
            <a:r>
              <a:rPr lang="en-US" sz="1600" b="0" dirty="0">
                <a:solidFill>
                  <a:srgbClr val="3B3B3B"/>
                </a:solidFill>
                <a:effectLst/>
                <a:latin typeface="Consolas" panose="020B0609020204030204" pitchFamily="49" charset="0"/>
              </a:rPr>
              <a:t> { </a:t>
            </a:r>
            <a:r>
              <a:rPr lang="en-US" sz="1600" b="0" dirty="0" err="1">
                <a:solidFill>
                  <a:srgbClr val="001080"/>
                </a:solidFill>
                <a:effectLst/>
                <a:latin typeface="Consolas" panose="020B0609020204030204" pitchFamily="49" charset="0"/>
              </a:rPr>
              <a:t>createBottomTabNavigator</a:t>
            </a:r>
            <a:r>
              <a:rPr lang="en-US" sz="1600" b="0" dirty="0">
                <a:solidFill>
                  <a:srgbClr val="3B3B3B"/>
                </a:solidFill>
                <a:effectLst/>
                <a:latin typeface="Consolas" panose="020B0609020204030204" pitchFamily="49" charset="0"/>
              </a:rPr>
              <a:t> } </a:t>
            </a:r>
            <a:r>
              <a:rPr lang="en-US" sz="1600" b="0" dirty="0">
                <a:solidFill>
                  <a:srgbClr val="AF00DB"/>
                </a:solidFill>
                <a:effectLst/>
                <a:latin typeface="Consolas" panose="020B0609020204030204" pitchFamily="49" charset="0"/>
              </a:rPr>
              <a:t>from</a:t>
            </a:r>
            <a:r>
              <a:rPr lang="en-US" sz="1600" b="0" dirty="0">
                <a:solidFill>
                  <a:srgbClr val="3B3B3B"/>
                </a:solidFill>
                <a:effectLst/>
                <a:latin typeface="Consolas" panose="020B0609020204030204" pitchFamily="49" charset="0"/>
              </a:rPr>
              <a:t> </a:t>
            </a:r>
            <a:r>
              <a:rPr lang="en-US" sz="1600" b="0" dirty="0">
                <a:solidFill>
                  <a:srgbClr val="A31515"/>
                </a:solidFill>
                <a:effectLst/>
                <a:latin typeface="Consolas" panose="020B0609020204030204" pitchFamily="49" charset="0"/>
              </a:rPr>
              <a:t>'@react-navigation/bottom-tabs'</a:t>
            </a:r>
            <a:endParaRPr lang="en-US" sz="1600" b="0" dirty="0">
              <a:solidFill>
                <a:srgbClr val="3B3B3B"/>
              </a:solidFill>
              <a:effectLst/>
              <a:latin typeface="Consolas" panose="020B0609020204030204" pitchFamily="49" charset="0"/>
            </a:endParaRPr>
          </a:p>
          <a:p>
            <a:r>
              <a:rPr lang="en-US" sz="1600" b="0" dirty="0">
                <a:solidFill>
                  <a:srgbClr val="AF00DB"/>
                </a:solidFill>
                <a:effectLst/>
                <a:latin typeface="Consolas" panose="020B0609020204030204" pitchFamily="49" charset="0"/>
              </a:rPr>
              <a:t>import</a:t>
            </a:r>
            <a:r>
              <a:rPr lang="en-US" sz="1600" b="0" dirty="0">
                <a:solidFill>
                  <a:srgbClr val="3B3B3B"/>
                </a:solidFill>
                <a:effectLst/>
                <a:latin typeface="Consolas" panose="020B0609020204030204" pitchFamily="49" charset="0"/>
              </a:rPr>
              <a:t> </a:t>
            </a:r>
            <a:r>
              <a:rPr lang="en-US" sz="1600" b="0" dirty="0">
                <a:solidFill>
                  <a:srgbClr val="001080"/>
                </a:solidFill>
                <a:effectLst/>
                <a:latin typeface="Consolas" panose="020B0609020204030204" pitchFamily="49" charset="0"/>
              </a:rPr>
              <a:t>Login</a:t>
            </a:r>
            <a:r>
              <a:rPr lang="en-US" sz="1600" b="0" dirty="0">
                <a:solidFill>
                  <a:srgbClr val="3B3B3B"/>
                </a:solidFill>
                <a:effectLst/>
                <a:latin typeface="Consolas" panose="020B0609020204030204" pitchFamily="49" charset="0"/>
              </a:rPr>
              <a:t> </a:t>
            </a:r>
            <a:r>
              <a:rPr lang="en-US" sz="1600" b="0" dirty="0">
                <a:solidFill>
                  <a:srgbClr val="AF00DB"/>
                </a:solidFill>
                <a:effectLst/>
                <a:latin typeface="Consolas" panose="020B0609020204030204" pitchFamily="49" charset="0"/>
              </a:rPr>
              <a:t>from</a:t>
            </a:r>
            <a:r>
              <a:rPr lang="en-US" sz="1600" b="0" dirty="0">
                <a:solidFill>
                  <a:srgbClr val="3B3B3B"/>
                </a:solidFill>
                <a:effectLst/>
                <a:latin typeface="Consolas" panose="020B0609020204030204" pitchFamily="49" charset="0"/>
              </a:rPr>
              <a:t> </a:t>
            </a:r>
            <a:r>
              <a:rPr lang="en-US" sz="1600" b="0" dirty="0">
                <a:solidFill>
                  <a:srgbClr val="A31515"/>
                </a:solidFill>
                <a:effectLst/>
                <a:latin typeface="Consolas" panose="020B0609020204030204" pitchFamily="49" charset="0"/>
              </a:rPr>
              <a:t>'./Login'</a:t>
            </a:r>
            <a:r>
              <a:rPr lang="en-US" sz="1600" b="0" dirty="0">
                <a:solidFill>
                  <a:srgbClr val="3B3B3B"/>
                </a:solidFill>
                <a:effectLst/>
                <a:latin typeface="Consolas" panose="020B0609020204030204" pitchFamily="49" charset="0"/>
              </a:rPr>
              <a:t>;</a:t>
            </a:r>
          </a:p>
          <a:p>
            <a:r>
              <a:rPr lang="en-US" sz="1600" b="0" dirty="0">
                <a:solidFill>
                  <a:srgbClr val="AF00DB"/>
                </a:solidFill>
                <a:effectLst/>
                <a:latin typeface="Consolas" panose="020B0609020204030204" pitchFamily="49" charset="0"/>
              </a:rPr>
              <a:t>import</a:t>
            </a:r>
            <a:r>
              <a:rPr lang="en-US" sz="1600" b="0" dirty="0">
                <a:solidFill>
                  <a:srgbClr val="3B3B3B"/>
                </a:solidFill>
                <a:effectLst/>
                <a:latin typeface="Consolas" panose="020B0609020204030204" pitchFamily="49" charset="0"/>
              </a:rPr>
              <a:t> </a:t>
            </a:r>
            <a:r>
              <a:rPr lang="en-US" sz="1600" b="0" dirty="0">
                <a:solidFill>
                  <a:srgbClr val="001080"/>
                </a:solidFill>
                <a:effectLst/>
                <a:latin typeface="Consolas" panose="020B0609020204030204" pitchFamily="49" charset="0"/>
              </a:rPr>
              <a:t>Menu</a:t>
            </a:r>
            <a:r>
              <a:rPr lang="en-US" sz="1600" b="0" dirty="0">
                <a:solidFill>
                  <a:srgbClr val="3B3B3B"/>
                </a:solidFill>
                <a:effectLst/>
                <a:latin typeface="Consolas" panose="020B0609020204030204" pitchFamily="49" charset="0"/>
              </a:rPr>
              <a:t> </a:t>
            </a:r>
            <a:r>
              <a:rPr lang="en-US" sz="1600" b="0" dirty="0">
                <a:solidFill>
                  <a:srgbClr val="AF00DB"/>
                </a:solidFill>
                <a:effectLst/>
                <a:latin typeface="Consolas" panose="020B0609020204030204" pitchFamily="49" charset="0"/>
              </a:rPr>
              <a:t>from</a:t>
            </a:r>
            <a:r>
              <a:rPr lang="en-US" sz="1600" b="0" dirty="0">
                <a:solidFill>
                  <a:srgbClr val="3B3B3B"/>
                </a:solidFill>
                <a:effectLst/>
                <a:latin typeface="Consolas" panose="020B0609020204030204" pitchFamily="49" charset="0"/>
              </a:rPr>
              <a:t> </a:t>
            </a:r>
            <a:r>
              <a:rPr lang="en-US" sz="1600" b="0" dirty="0">
                <a:solidFill>
                  <a:srgbClr val="A31515"/>
                </a:solidFill>
                <a:effectLst/>
                <a:latin typeface="Consolas" panose="020B0609020204030204" pitchFamily="49" charset="0"/>
              </a:rPr>
              <a:t>'./Menu’</a:t>
            </a:r>
            <a:r>
              <a:rPr lang="en-US" sz="1600" b="0" dirty="0">
                <a:solidFill>
                  <a:srgbClr val="3B3B3B"/>
                </a:solidFill>
                <a:effectLst/>
                <a:latin typeface="Consolas" panose="020B0609020204030204" pitchFamily="49" charset="0"/>
              </a:rPr>
              <a:t>;</a:t>
            </a:r>
          </a:p>
          <a:p>
            <a:endParaRPr lang="en-US" sz="1600" b="0" dirty="0">
              <a:solidFill>
                <a:srgbClr val="0000FF"/>
              </a:solidFill>
              <a:effectLst/>
              <a:latin typeface="Consolas" panose="020B0609020204030204" pitchFamily="49" charset="0"/>
            </a:endParaRPr>
          </a:p>
          <a:p>
            <a:r>
              <a:rPr lang="en-US" sz="1600" b="0">
                <a:solidFill>
                  <a:srgbClr val="0000FF"/>
                </a:solidFill>
                <a:effectLst/>
                <a:latin typeface="Consolas" panose="020B0609020204030204" pitchFamily="49" charset="0"/>
              </a:rPr>
              <a:t>const</a:t>
            </a:r>
            <a:r>
              <a:rPr lang="en-US" sz="1600" b="0">
                <a:solidFill>
                  <a:srgbClr val="3B3B3B"/>
                </a:solidFill>
                <a:effectLst/>
                <a:latin typeface="Consolas" panose="020B0609020204030204" pitchFamily="49" charset="0"/>
              </a:rPr>
              <a:t> </a:t>
            </a:r>
            <a:r>
              <a:rPr lang="en-US" sz="1600" b="0">
                <a:solidFill>
                  <a:srgbClr val="0070C1"/>
                </a:solidFill>
                <a:effectLst/>
                <a:latin typeface="Consolas" panose="020B0609020204030204" pitchFamily="49" charset="0"/>
              </a:rPr>
              <a:t>Tab</a:t>
            </a:r>
            <a:r>
              <a:rPr lang="en-US" sz="1600" b="0">
                <a:solidFill>
                  <a:srgbClr val="3B3B3B"/>
                </a:solidFill>
                <a:effectLst/>
                <a:latin typeface="Consolas" panose="020B0609020204030204" pitchFamily="49" charset="0"/>
              </a:rPr>
              <a:t> </a:t>
            </a:r>
            <a:r>
              <a:rPr lang="en-US" sz="1600" b="0" dirty="0">
                <a:solidFill>
                  <a:srgbClr val="000000"/>
                </a:solidFill>
                <a:effectLst/>
                <a:latin typeface="Consolas" panose="020B0609020204030204" pitchFamily="49" charset="0"/>
              </a:rPr>
              <a:t>=</a:t>
            </a:r>
            <a:r>
              <a:rPr lang="en-US" sz="1600" b="0" dirty="0">
                <a:solidFill>
                  <a:srgbClr val="3B3B3B"/>
                </a:solidFill>
                <a:effectLst/>
                <a:latin typeface="Consolas" panose="020B0609020204030204" pitchFamily="49" charset="0"/>
              </a:rPr>
              <a:t> </a:t>
            </a:r>
            <a:r>
              <a:rPr lang="en-US" sz="1600" b="0" dirty="0" err="1">
                <a:solidFill>
                  <a:srgbClr val="795E26"/>
                </a:solidFill>
                <a:effectLst/>
                <a:latin typeface="Consolas" panose="020B0609020204030204" pitchFamily="49" charset="0"/>
              </a:rPr>
              <a:t>createBottomTabNavigator</a:t>
            </a:r>
            <a:r>
              <a:rPr lang="en-US" sz="1600" b="0" dirty="0">
                <a:solidFill>
                  <a:srgbClr val="3B3B3B"/>
                </a:solidFill>
                <a:effectLst/>
                <a:latin typeface="Consolas" panose="020B0609020204030204" pitchFamily="49" charset="0"/>
              </a:rPr>
              <a:t>();</a:t>
            </a:r>
          </a:p>
          <a:p>
            <a:endParaRPr lang="en-US" sz="1600" b="0" dirty="0">
              <a:solidFill>
                <a:srgbClr val="AF00DB"/>
              </a:solidFill>
              <a:effectLst/>
              <a:latin typeface="Consolas" panose="020B0609020204030204" pitchFamily="49" charset="0"/>
            </a:endParaRPr>
          </a:p>
          <a:p>
            <a:r>
              <a:rPr lang="en-US" sz="1600" b="0" dirty="0">
                <a:solidFill>
                  <a:srgbClr val="AF00DB"/>
                </a:solidFill>
                <a:effectLst/>
                <a:latin typeface="Consolas" panose="020B0609020204030204" pitchFamily="49" charset="0"/>
              </a:rPr>
              <a:t>export</a:t>
            </a:r>
            <a:r>
              <a:rPr lang="en-US" sz="1600" b="0" dirty="0">
                <a:solidFill>
                  <a:srgbClr val="3B3B3B"/>
                </a:solidFill>
                <a:effectLst/>
                <a:latin typeface="Consolas" panose="020B0609020204030204" pitchFamily="49" charset="0"/>
              </a:rPr>
              <a:t> </a:t>
            </a:r>
            <a:r>
              <a:rPr lang="en-US" sz="1600" b="0" dirty="0">
                <a:solidFill>
                  <a:srgbClr val="AF00DB"/>
                </a:solidFill>
                <a:effectLst/>
                <a:latin typeface="Consolas" panose="020B0609020204030204" pitchFamily="49" charset="0"/>
              </a:rPr>
              <a:t>default</a:t>
            </a:r>
            <a:r>
              <a:rPr lang="en-US" sz="1600" b="0" dirty="0">
                <a:solidFill>
                  <a:srgbClr val="3B3B3B"/>
                </a:solidFill>
                <a:effectLst/>
                <a:latin typeface="Consolas" panose="020B0609020204030204" pitchFamily="49" charset="0"/>
              </a:rPr>
              <a:t> </a:t>
            </a:r>
            <a:r>
              <a:rPr lang="en-US" sz="1600" b="0" dirty="0">
                <a:solidFill>
                  <a:srgbClr val="0000FF"/>
                </a:solidFill>
                <a:effectLst/>
                <a:latin typeface="Consolas" panose="020B0609020204030204" pitchFamily="49" charset="0"/>
              </a:rPr>
              <a:t>function</a:t>
            </a:r>
            <a:r>
              <a:rPr lang="en-US" sz="1600" b="0" dirty="0">
                <a:solidFill>
                  <a:srgbClr val="3B3B3B"/>
                </a:solidFill>
                <a:effectLst/>
                <a:latin typeface="Consolas" panose="020B0609020204030204" pitchFamily="49" charset="0"/>
              </a:rPr>
              <a:t> </a:t>
            </a:r>
            <a:r>
              <a:rPr lang="en-US" sz="1600" b="0" dirty="0">
                <a:solidFill>
                  <a:srgbClr val="795E26"/>
                </a:solidFill>
                <a:effectLst/>
                <a:latin typeface="Consolas" panose="020B0609020204030204" pitchFamily="49" charset="0"/>
              </a:rPr>
              <a:t>App</a:t>
            </a:r>
            <a:r>
              <a:rPr lang="en-US" sz="1600" b="0" dirty="0">
                <a:solidFill>
                  <a:srgbClr val="3B3B3B"/>
                </a:solidFill>
                <a:effectLst/>
                <a:latin typeface="Consolas" panose="020B0609020204030204" pitchFamily="49" charset="0"/>
              </a:rPr>
              <a:t>() {</a:t>
            </a:r>
          </a:p>
          <a:p>
            <a:r>
              <a:rPr lang="en-US" sz="1600" b="0" dirty="0">
                <a:solidFill>
                  <a:srgbClr val="3B3B3B"/>
                </a:solidFill>
                <a:effectLst/>
                <a:latin typeface="Consolas" panose="020B0609020204030204" pitchFamily="49" charset="0"/>
              </a:rPr>
              <a:t>  </a:t>
            </a:r>
            <a:r>
              <a:rPr lang="en-US" sz="1600" b="0" dirty="0">
                <a:solidFill>
                  <a:srgbClr val="AF00DB"/>
                </a:solidFill>
                <a:effectLst/>
                <a:latin typeface="Consolas" panose="020B0609020204030204" pitchFamily="49" charset="0"/>
              </a:rPr>
              <a:t>return</a:t>
            </a:r>
            <a:r>
              <a:rPr lang="en-US" sz="1600" b="0" dirty="0">
                <a:solidFill>
                  <a:srgbClr val="3B3B3B"/>
                </a:solidFill>
                <a:effectLst/>
                <a:latin typeface="Consolas" panose="020B0609020204030204" pitchFamily="49" charset="0"/>
              </a:rPr>
              <a:t> (</a:t>
            </a:r>
          </a:p>
          <a:p>
            <a:r>
              <a:rPr lang="en-US" sz="1600" b="0" dirty="0">
                <a:solidFill>
                  <a:srgbClr val="3B3B3B"/>
                </a:solidFill>
                <a:effectLst/>
                <a:latin typeface="Consolas" panose="020B0609020204030204" pitchFamily="49" charset="0"/>
              </a:rPr>
              <a:t>    </a:t>
            </a:r>
            <a:r>
              <a:rPr lang="en-US" sz="1600" b="0" dirty="0">
                <a:solidFill>
                  <a:srgbClr val="800000"/>
                </a:solidFill>
                <a:effectLst/>
                <a:latin typeface="Consolas" panose="020B0609020204030204" pitchFamily="49" charset="0"/>
              </a:rPr>
              <a:t>&lt;</a:t>
            </a:r>
            <a:r>
              <a:rPr lang="en-US" sz="1600" b="0" dirty="0" err="1">
                <a:solidFill>
                  <a:srgbClr val="267F99"/>
                </a:solidFill>
                <a:effectLst/>
                <a:latin typeface="Consolas" panose="020B0609020204030204" pitchFamily="49" charset="0"/>
              </a:rPr>
              <a:t>NavigationContainer</a:t>
            </a:r>
            <a:r>
              <a:rPr lang="en-US" sz="1600" b="0" dirty="0">
                <a:solidFill>
                  <a:srgbClr val="800000"/>
                </a:solidFill>
                <a:effectLst/>
                <a:latin typeface="Consolas" panose="020B0609020204030204" pitchFamily="49" charset="0"/>
              </a:rPr>
              <a:t>&gt;</a:t>
            </a:r>
            <a:endParaRPr lang="en-US" sz="1600" b="0" dirty="0">
              <a:solidFill>
                <a:srgbClr val="3B3B3B"/>
              </a:solidFill>
              <a:effectLst/>
              <a:latin typeface="Consolas" panose="020B0609020204030204" pitchFamily="49" charset="0"/>
            </a:endParaRPr>
          </a:p>
          <a:p>
            <a:r>
              <a:rPr lang="en-US" sz="1600" b="0" dirty="0">
                <a:solidFill>
                  <a:srgbClr val="3B3B3B"/>
                </a:solidFill>
                <a:effectLst/>
                <a:latin typeface="Consolas" panose="020B0609020204030204" pitchFamily="49" charset="0"/>
              </a:rPr>
              <a:t>      </a:t>
            </a:r>
            <a:r>
              <a:rPr lang="en-US" sz="1600" b="0" dirty="0">
                <a:solidFill>
                  <a:srgbClr val="800000"/>
                </a:solidFill>
                <a:effectLst/>
                <a:latin typeface="Consolas" panose="020B0609020204030204" pitchFamily="49" charset="0"/>
              </a:rPr>
              <a:t>&lt;</a:t>
            </a:r>
            <a:r>
              <a:rPr lang="en-US" sz="1600" b="0" dirty="0">
                <a:solidFill>
                  <a:srgbClr val="267F99"/>
                </a:solidFill>
                <a:effectLst/>
                <a:latin typeface="Consolas" panose="020B0609020204030204" pitchFamily="49" charset="0"/>
              </a:rPr>
              <a:t>View</a:t>
            </a:r>
            <a:r>
              <a:rPr lang="en-US" sz="1600" b="0" dirty="0">
                <a:solidFill>
                  <a:srgbClr val="3B3B3B"/>
                </a:solidFill>
                <a:effectLst/>
                <a:latin typeface="Consolas" panose="020B0609020204030204" pitchFamily="49" charset="0"/>
              </a:rPr>
              <a:t> </a:t>
            </a:r>
            <a:r>
              <a:rPr lang="en-US" sz="1600" b="0" dirty="0">
                <a:solidFill>
                  <a:srgbClr val="E50000"/>
                </a:solidFill>
                <a:effectLst/>
                <a:latin typeface="Consolas" panose="020B0609020204030204" pitchFamily="49" charset="0"/>
              </a:rPr>
              <a:t>style</a:t>
            </a:r>
            <a:r>
              <a:rPr lang="en-US" sz="1600" b="0" dirty="0">
                <a:solidFill>
                  <a:srgbClr val="000000"/>
                </a:solidFill>
                <a:effectLst/>
                <a:latin typeface="Consolas" panose="020B0609020204030204" pitchFamily="49" charset="0"/>
              </a:rPr>
              <a:t>=</a:t>
            </a:r>
            <a:r>
              <a:rPr lang="en-US" sz="1600" b="0" dirty="0">
                <a:solidFill>
                  <a:srgbClr val="0000FF"/>
                </a:solidFill>
                <a:effectLst/>
                <a:latin typeface="Consolas" panose="020B0609020204030204" pitchFamily="49" charset="0"/>
              </a:rPr>
              <a:t>{</a:t>
            </a:r>
            <a:r>
              <a:rPr lang="en-US" sz="1600" b="0" dirty="0" err="1">
                <a:solidFill>
                  <a:srgbClr val="0070C1"/>
                </a:solidFill>
                <a:effectLst/>
                <a:latin typeface="Consolas" panose="020B0609020204030204" pitchFamily="49" charset="0"/>
              </a:rPr>
              <a:t>styles</a:t>
            </a:r>
            <a:r>
              <a:rPr lang="en-US" sz="1600" b="0" dirty="0" err="1">
                <a:solidFill>
                  <a:srgbClr val="000000"/>
                </a:solidFill>
                <a:effectLst/>
                <a:latin typeface="Consolas" panose="020B0609020204030204" pitchFamily="49" charset="0"/>
              </a:rPr>
              <a:t>.</a:t>
            </a:r>
            <a:r>
              <a:rPr lang="en-US" sz="1600" b="0" dirty="0" err="1">
                <a:solidFill>
                  <a:srgbClr val="001080"/>
                </a:solidFill>
                <a:effectLst/>
                <a:latin typeface="Consolas" panose="020B0609020204030204" pitchFamily="49" charset="0"/>
              </a:rPr>
              <a:t>container</a:t>
            </a:r>
            <a:r>
              <a:rPr lang="en-US" sz="1600" b="0" dirty="0">
                <a:solidFill>
                  <a:srgbClr val="0000FF"/>
                </a:solidFill>
                <a:effectLst/>
                <a:latin typeface="Consolas" panose="020B0609020204030204" pitchFamily="49" charset="0"/>
              </a:rPr>
              <a:t>}</a:t>
            </a:r>
            <a:r>
              <a:rPr lang="en-US" sz="1600" b="0" dirty="0">
                <a:solidFill>
                  <a:srgbClr val="800000"/>
                </a:solidFill>
                <a:effectLst/>
                <a:latin typeface="Consolas" panose="020B0609020204030204" pitchFamily="49" charset="0"/>
              </a:rPr>
              <a:t>&gt;</a:t>
            </a:r>
            <a:endParaRPr lang="en-US" sz="1600" b="0" dirty="0">
              <a:solidFill>
                <a:srgbClr val="3B3B3B"/>
              </a:solidFill>
              <a:effectLst/>
              <a:latin typeface="Consolas" panose="020B0609020204030204" pitchFamily="49" charset="0"/>
            </a:endParaRPr>
          </a:p>
          <a:p>
            <a:r>
              <a:rPr lang="en-US" sz="1600" b="0" dirty="0">
                <a:solidFill>
                  <a:srgbClr val="3B3B3B"/>
                </a:solidFill>
                <a:effectLst/>
                <a:latin typeface="Consolas" panose="020B0609020204030204" pitchFamily="49" charset="0"/>
              </a:rPr>
              <a:t>          </a:t>
            </a:r>
            <a:r>
              <a:rPr lang="en-US" sz="1600" b="0" dirty="0">
                <a:solidFill>
                  <a:srgbClr val="800000"/>
                </a:solidFill>
                <a:effectLst/>
                <a:latin typeface="Consolas" panose="020B0609020204030204" pitchFamily="49" charset="0"/>
              </a:rPr>
              <a:t>&lt;</a:t>
            </a:r>
            <a:r>
              <a:rPr lang="en-US" sz="1600" b="0" dirty="0" err="1">
                <a:solidFill>
                  <a:srgbClr val="267F99"/>
                </a:solidFill>
                <a:effectLst/>
                <a:latin typeface="Consolas" panose="020B0609020204030204" pitchFamily="49" charset="0"/>
              </a:rPr>
              <a:t>Tab.Navigator</a:t>
            </a:r>
            <a:r>
              <a:rPr lang="en-US" sz="1600" b="0" dirty="0">
                <a:solidFill>
                  <a:srgbClr val="800000"/>
                </a:solidFill>
                <a:effectLst/>
                <a:latin typeface="Consolas" panose="020B0609020204030204" pitchFamily="49" charset="0"/>
              </a:rPr>
              <a:t>&gt;</a:t>
            </a:r>
            <a:endParaRPr lang="en-US" sz="1600" b="0" dirty="0">
              <a:solidFill>
                <a:srgbClr val="3B3B3B"/>
              </a:solidFill>
              <a:effectLst/>
              <a:latin typeface="Consolas" panose="020B0609020204030204" pitchFamily="49" charset="0"/>
            </a:endParaRPr>
          </a:p>
          <a:p>
            <a:r>
              <a:rPr lang="en-US" sz="1600" b="0" dirty="0">
                <a:solidFill>
                  <a:srgbClr val="3B3B3B"/>
                </a:solidFill>
                <a:effectLst/>
                <a:latin typeface="Consolas" panose="020B0609020204030204" pitchFamily="49" charset="0"/>
              </a:rPr>
              <a:t>            </a:t>
            </a:r>
            <a:r>
              <a:rPr lang="en-US" sz="1600" b="0" dirty="0">
                <a:solidFill>
                  <a:srgbClr val="800000"/>
                </a:solidFill>
                <a:effectLst/>
                <a:latin typeface="Consolas" panose="020B0609020204030204" pitchFamily="49" charset="0"/>
              </a:rPr>
              <a:t>&lt;</a:t>
            </a:r>
            <a:r>
              <a:rPr lang="en-US" sz="1600" b="0" dirty="0" err="1">
                <a:solidFill>
                  <a:srgbClr val="267F99"/>
                </a:solidFill>
                <a:effectLst/>
                <a:latin typeface="Consolas" panose="020B0609020204030204" pitchFamily="49" charset="0"/>
              </a:rPr>
              <a:t>Tab.Screen</a:t>
            </a:r>
            <a:r>
              <a:rPr lang="en-US" sz="1600" b="0" dirty="0">
                <a:solidFill>
                  <a:srgbClr val="3B3B3B"/>
                </a:solidFill>
                <a:effectLst/>
                <a:latin typeface="Consolas" panose="020B0609020204030204" pitchFamily="49" charset="0"/>
              </a:rPr>
              <a:t> </a:t>
            </a:r>
            <a:r>
              <a:rPr lang="en-US" sz="1600" b="0" dirty="0">
                <a:solidFill>
                  <a:srgbClr val="E50000"/>
                </a:solidFill>
                <a:effectLst/>
                <a:latin typeface="Consolas" panose="020B0609020204030204" pitchFamily="49" charset="0"/>
              </a:rPr>
              <a:t>name</a:t>
            </a:r>
            <a:r>
              <a:rPr lang="en-US" sz="1600" b="0" dirty="0">
                <a:solidFill>
                  <a:srgbClr val="000000"/>
                </a:solidFill>
                <a:effectLst/>
                <a:latin typeface="Consolas" panose="020B0609020204030204" pitchFamily="49" charset="0"/>
              </a:rPr>
              <a:t>=</a:t>
            </a:r>
            <a:r>
              <a:rPr lang="en-US" sz="1600" b="0" dirty="0">
                <a:solidFill>
                  <a:srgbClr val="A31515"/>
                </a:solidFill>
                <a:effectLst/>
                <a:latin typeface="Consolas" panose="020B0609020204030204" pitchFamily="49" charset="0"/>
              </a:rPr>
              <a:t>"Login"</a:t>
            </a:r>
            <a:r>
              <a:rPr lang="en-US" sz="1600" b="0" dirty="0">
                <a:solidFill>
                  <a:srgbClr val="3B3B3B"/>
                </a:solidFill>
                <a:effectLst/>
                <a:latin typeface="Consolas" panose="020B0609020204030204" pitchFamily="49" charset="0"/>
              </a:rPr>
              <a:t> </a:t>
            </a:r>
            <a:r>
              <a:rPr lang="en-US" sz="1600" b="0" dirty="0">
                <a:solidFill>
                  <a:srgbClr val="E50000"/>
                </a:solidFill>
                <a:effectLst/>
                <a:latin typeface="Consolas" panose="020B0609020204030204" pitchFamily="49" charset="0"/>
              </a:rPr>
              <a:t>component</a:t>
            </a:r>
            <a:r>
              <a:rPr lang="en-US" sz="1600" b="0" dirty="0">
                <a:solidFill>
                  <a:srgbClr val="000000"/>
                </a:solidFill>
                <a:effectLst/>
                <a:latin typeface="Consolas" panose="020B0609020204030204" pitchFamily="49" charset="0"/>
              </a:rPr>
              <a:t>=</a:t>
            </a:r>
            <a:r>
              <a:rPr lang="en-US" sz="1600" b="0" dirty="0">
                <a:solidFill>
                  <a:srgbClr val="0000FF"/>
                </a:solidFill>
                <a:effectLst/>
                <a:latin typeface="Consolas" panose="020B0609020204030204" pitchFamily="49" charset="0"/>
              </a:rPr>
              <a:t>{</a:t>
            </a:r>
            <a:r>
              <a:rPr lang="en-US" sz="1600" b="0" dirty="0">
                <a:solidFill>
                  <a:srgbClr val="795E26"/>
                </a:solidFill>
                <a:effectLst/>
                <a:latin typeface="Consolas" panose="020B0609020204030204" pitchFamily="49" charset="0"/>
              </a:rPr>
              <a:t>Login</a:t>
            </a:r>
            <a:r>
              <a:rPr lang="en-US" sz="1600" b="0" dirty="0">
                <a:solidFill>
                  <a:srgbClr val="0000FF"/>
                </a:solidFill>
                <a:effectLst/>
                <a:latin typeface="Consolas" panose="020B0609020204030204" pitchFamily="49" charset="0"/>
              </a:rPr>
              <a:t>}</a:t>
            </a:r>
            <a:r>
              <a:rPr lang="en-US" sz="1600" b="0" dirty="0">
                <a:solidFill>
                  <a:srgbClr val="3B3B3B"/>
                </a:solidFill>
                <a:effectLst/>
                <a:latin typeface="Consolas" panose="020B0609020204030204" pitchFamily="49" charset="0"/>
              </a:rPr>
              <a:t> </a:t>
            </a:r>
            <a:r>
              <a:rPr lang="en-US" sz="1600" b="0" dirty="0">
                <a:solidFill>
                  <a:srgbClr val="800000"/>
                </a:solidFill>
                <a:effectLst/>
                <a:latin typeface="Consolas" panose="020B0609020204030204" pitchFamily="49" charset="0"/>
              </a:rPr>
              <a:t>/&gt;</a:t>
            </a:r>
            <a:endParaRPr lang="en-US" sz="1600" b="0" dirty="0">
              <a:solidFill>
                <a:srgbClr val="3B3B3B"/>
              </a:solidFill>
              <a:effectLst/>
              <a:latin typeface="Consolas" panose="020B0609020204030204" pitchFamily="49" charset="0"/>
            </a:endParaRPr>
          </a:p>
          <a:p>
            <a:r>
              <a:rPr lang="en-US" sz="1600" b="0" dirty="0">
                <a:solidFill>
                  <a:srgbClr val="3B3B3B"/>
                </a:solidFill>
                <a:effectLst/>
                <a:latin typeface="Consolas" panose="020B0609020204030204" pitchFamily="49" charset="0"/>
              </a:rPr>
              <a:t>            </a:t>
            </a:r>
            <a:r>
              <a:rPr lang="en-US" sz="1600" b="0" dirty="0">
                <a:solidFill>
                  <a:srgbClr val="800000"/>
                </a:solidFill>
                <a:effectLst/>
                <a:latin typeface="Consolas" panose="020B0609020204030204" pitchFamily="49" charset="0"/>
              </a:rPr>
              <a:t>&lt;</a:t>
            </a:r>
            <a:r>
              <a:rPr lang="en-US" sz="1600" b="0" dirty="0" err="1">
                <a:solidFill>
                  <a:srgbClr val="267F99"/>
                </a:solidFill>
                <a:effectLst/>
                <a:latin typeface="Consolas" panose="020B0609020204030204" pitchFamily="49" charset="0"/>
              </a:rPr>
              <a:t>Tab.Screen</a:t>
            </a:r>
            <a:r>
              <a:rPr lang="en-US" sz="1600" b="0" dirty="0">
                <a:solidFill>
                  <a:srgbClr val="3B3B3B"/>
                </a:solidFill>
                <a:effectLst/>
                <a:latin typeface="Consolas" panose="020B0609020204030204" pitchFamily="49" charset="0"/>
              </a:rPr>
              <a:t> </a:t>
            </a:r>
            <a:r>
              <a:rPr lang="en-US" sz="1600" b="0" dirty="0">
                <a:solidFill>
                  <a:srgbClr val="E50000"/>
                </a:solidFill>
                <a:effectLst/>
                <a:latin typeface="Consolas" panose="020B0609020204030204" pitchFamily="49" charset="0"/>
              </a:rPr>
              <a:t>name</a:t>
            </a:r>
            <a:r>
              <a:rPr lang="en-US" sz="1600" b="0" dirty="0">
                <a:solidFill>
                  <a:srgbClr val="000000"/>
                </a:solidFill>
                <a:effectLst/>
                <a:latin typeface="Consolas" panose="020B0609020204030204" pitchFamily="49" charset="0"/>
              </a:rPr>
              <a:t>=</a:t>
            </a:r>
            <a:r>
              <a:rPr lang="en-US" sz="1600" b="0" dirty="0">
                <a:solidFill>
                  <a:srgbClr val="A31515"/>
                </a:solidFill>
                <a:effectLst/>
                <a:latin typeface="Consolas" panose="020B0609020204030204" pitchFamily="49" charset="0"/>
              </a:rPr>
              <a:t>"Menu"</a:t>
            </a:r>
            <a:r>
              <a:rPr lang="en-US" sz="1600" b="0" dirty="0">
                <a:solidFill>
                  <a:srgbClr val="3B3B3B"/>
                </a:solidFill>
                <a:effectLst/>
                <a:latin typeface="Consolas" panose="020B0609020204030204" pitchFamily="49" charset="0"/>
              </a:rPr>
              <a:t> </a:t>
            </a:r>
            <a:r>
              <a:rPr lang="en-US" sz="1600" b="0" dirty="0">
                <a:solidFill>
                  <a:srgbClr val="E50000"/>
                </a:solidFill>
                <a:effectLst/>
                <a:latin typeface="Consolas" panose="020B0609020204030204" pitchFamily="49" charset="0"/>
              </a:rPr>
              <a:t>component</a:t>
            </a:r>
            <a:r>
              <a:rPr lang="en-US" sz="1600" b="0" dirty="0">
                <a:solidFill>
                  <a:srgbClr val="000000"/>
                </a:solidFill>
                <a:effectLst/>
                <a:latin typeface="Consolas" panose="020B0609020204030204" pitchFamily="49" charset="0"/>
              </a:rPr>
              <a:t>=</a:t>
            </a:r>
            <a:r>
              <a:rPr lang="en-US" sz="1600" b="0" dirty="0">
                <a:solidFill>
                  <a:srgbClr val="0000FF"/>
                </a:solidFill>
                <a:effectLst/>
                <a:latin typeface="Consolas" panose="020B0609020204030204" pitchFamily="49" charset="0"/>
              </a:rPr>
              <a:t>{</a:t>
            </a:r>
            <a:r>
              <a:rPr lang="en-US" sz="1600" b="0" dirty="0">
                <a:solidFill>
                  <a:srgbClr val="795E26"/>
                </a:solidFill>
                <a:effectLst/>
                <a:latin typeface="Consolas" panose="020B0609020204030204" pitchFamily="49" charset="0"/>
              </a:rPr>
              <a:t>Menu</a:t>
            </a:r>
            <a:r>
              <a:rPr lang="en-US" sz="1600" b="0" dirty="0">
                <a:solidFill>
                  <a:srgbClr val="0000FF"/>
                </a:solidFill>
                <a:effectLst/>
                <a:latin typeface="Consolas" panose="020B0609020204030204" pitchFamily="49" charset="0"/>
              </a:rPr>
              <a:t>}</a:t>
            </a:r>
            <a:r>
              <a:rPr lang="en-US" sz="1600" b="0" dirty="0">
                <a:solidFill>
                  <a:srgbClr val="3B3B3B"/>
                </a:solidFill>
                <a:effectLst/>
                <a:latin typeface="Consolas" panose="020B0609020204030204" pitchFamily="49" charset="0"/>
              </a:rPr>
              <a:t> </a:t>
            </a:r>
            <a:r>
              <a:rPr lang="en-US" sz="1600" b="0" dirty="0">
                <a:solidFill>
                  <a:srgbClr val="800000"/>
                </a:solidFill>
                <a:effectLst/>
                <a:latin typeface="Consolas" panose="020B0609020204030204" pitchFamily="49" charset="0"/>
              </a:rPr>
              <a:t>/&gt;</a:t>
            </a:r>
            <a:endParaRPr lang="en-US" sz="1600" b="0" dirty="0">
              <a:solidFill>
                <a:srgbClr val="3B3B3B"/>
              </a:solidFill>
              <a:effectLst/>
              <a:latin typeface="Consolas" panose="020B0609020204030204" pitchFamily="49" charset="0"/>
            </a:endParaRPr>
          </a:p>
          <a:p>
            <a:r>
              <a:rPr lang="en-US" sz="1600" b="0" dirty="0">
                <a:solidFill>
                  <a:srgbClr val="3B3B3B"/>
                </a:solidFill>
                <a:effectLst/>
                <a:latin typeface="Consolas" panose="020B0609020204030204" pitchFamily="49" charset="0"/>
              </a:rPr>
              <a:t>          </a:t>
            </a:r>
            <a:r>
              <a:rPr lang="en-US" sz="1600" b="0" dirty="0">
                <a:solidFill>
                  <a:srgbClr val="800000"/>
                </a:solidFill>
                <a:effectLst/>
                <a:latin typeface="Consolas" panose="020B0609020204030204" pitchFamily="49" charset="0"/>
              </a:rPr>
              <a:t>&lt;/</a:t>
            </a:r>
            <a:r>
              <a:rPr lang="en-US" sz="1600" b="0" dirty="0" err="1">
                <a:solidFill>
                  <a:srgbClr val="267F99"/>
                </a:solidFill>
                <a:effectLst/>
                <a:latin typeface="Consolas" panose="020B0609020204030204" pitchFamily="49" charset="0"/>
              </a:rPr>
              <a:t>Tab.Navigator</a:t>
            </a:r>
            <a:r>
              <a:rPr lang="en-US" sz="1600" b="0" dirty="0">
                <a:solidFill>
                  <a:srgbClr val="800000"/>
                </a:solidFill>
                <a:effectLst/>
                <a:latin typeface="Consolas" panose="020B0609020204030204" pitchFamily="49" charset="0"/>
              </a:rPr>
              <a:t>&gt;</a:t>
            </a:r>
            <a:endParaRPr lang="en-US" sz="1600" b="0" dirty="0">
              <a:solidFill>
                <a:srgbClr val="3B3B3B"/>
              </a:solidFill>
              <a:effectLst/>
              <a:latin typeface="Consolas" panose="020B0609020204030204" pitchFamily="49" charset="0"/>
            </a:endParaRPr>
          </a:p>
          <a:p>
            <a:r>
              <a:rPr lang="en-US" sz="1600" b="0" dirty="0">
                <a:solidFill>
                  <a:srgbClr val="3B3B3B"/>
                </a:solidFill>
                <a:effectLst/>
                <a:latin typeface="Consolas" panose="020B0609020204030204" pitchFamily="49" charset="0"/>
              </a:rPr>
              <a:t>      </a:t>
            </a:r>
            <a:r>
              <a:rPr lang="en-US" sz="1600" b="0" dirty="0">
                <a:solidFill>
                  <a:srgbClr val="800000"/>
                </a:solidFill>
                <a:effectLst/>
                <a:latin typeface="Consolas" panose="020B0609020204030204" pitchFamily="49" charset="0"/>
              </a:rPr>
              <a:t>&lt;/</a:t>
            </a:r>
            <a:r>
              <a:rPr lang="en-US" sz="1600" b="0" dirty="0">
                <a:solidFill>
                  <a:srgbClr val="267F99"/>
                </a:solidFill>
                <a:effectLst/>
                <a:latin typeface="Consolas" panose="020B0609020204030204" pitchFamily="49" charset="0"/>
              </a:rPr>
              <a:t>View</a:t>
            </a:r>
            <a:r>
              <a:rPr lang="en-US" sz="1600" b="0" dirty="0">
                <a:solidFill>
                  <a:srgbClr val="800000"/>
                </a:solidFill>
                <a:effectLst/>
                <a:latin typeface="Consolas" panose="020B0609020204030204" pitchFamily="49" charset="0"/>
              </a:rPr>
              <a:t>&gt;</a:t>
            </a:r>
            <a:endParaRPr lang="en-US" sz="1600" b="0" dirty="0">
              <a:solidFill>
                <a:srgbClr val="3B3B3B"/>
              </a:solidFill>
              <a:effectLst/>
              <a:latin typeface="Consolas" panose="020B0609020204030204" pitchFamily="49" charset="0"/>
            </a:endParaRPr>
          </a:p>
          <a:p>
            <a:r>
              <a:rPr lang="en-US" sz="1600" b="0" dirty="0">
                <a:solidFill>
                  <a:srgbClr val="3B3B3B"/>
                </a:solidFill>
                <a:effectLst/>
                <a:latin typeface="Consolas" panose="020B0609020204030204" pitchFamily="49" charset="0"/>
              </a:rPr>
              <a:t>    </a:t>
            </a:r>
            <a:r>
              <a:rPr lang="en-US" sz="1600" b="0" dirty="0">
                <a:solidFill>
                  <a:srgbClr val="800000"/>
                </a:solidFill>
                <a:effectLst/>
                <a:latin typeface="Consolas" panose="020B0609020204030204" pitchFamily="49" charset="0"/>
              </a:rPr>
              <a:t>&lt;/</a:t>
            </a:r>
            <a:r>
              <a:rPr lang="en-US" sz="1600" b="0" dirty="0" err="1">
                <a:solidFill>
                  <a:srgbClr val="267F99"/>
                </a:solidFill>
                <a:effectLst/>
                <a:latin typeface="Consolas" panose="020B0609020204030204" pitchFamily="49" charset="0"/>
              </a:rPr>
              <a:t>NavigationContainer</a:t>
            </a:r>
            <a:r>
              <a:rPr lang="en-US" sz="1600" b="0" dirty="0">
                <a:solidFill>
                  <a:srgbClr val="800000"/>
                </a:solidFill>
                <a:effectLst/>
                <a:latin typeface="Consolas" panose="020B0609020204030204" pitchFamily="49" charset="0"/>
              </a:rPr>
              <a:t>&gt;</a:t>
            </a:r>
            <a:endParaRPr lang="en-US" sz="1600" b="0" dirty="0">
              <a:solidFill>
                <a:srgbClr val="3B3B3B"/>
              </a:solidFill>
              <a:effectLst/>
              <a:latin typeface="Consolas" panose="020B0609020204030204" pitchFamily="49" charset="0"/>
            </a:endParaRPr>
          </a:p>
          <a:p>
            <a:r>
              <a:rPr lang="en-US" sz="1600" b="0" dirty="0">
                <a:solidFill>
                  <a:srgbClr val="3B3B3B"/>
                </a:solidFill>
                <a:effectLst/>
                <a:latin typeface="Consolas" panose="020B0609020204030204" pitchFamily="49" charset="0"/>
              </a:rPr>
              <a:t>  );</a:t>
            </a:r>
          </a:p>
          <a:p>
            <a:r>
              <a:rPr lang="en-US" sz="1600" b="0" dirty="0">
                <a:solidFill>
                  <a:srgbClr val="3B3B3B"/>
                </a:solidFill>
                <a:effectLst/>
                <a:latin typeface="Consolas" panose="020B0609020204030204" pitchFamily="49" charset="0"/>
              </a:rPr>
              <a:t>}</a:t>
            </a:r>
          </a:p>
        </p:txBody>
      </p:sp>
    </p:spTree>
    <p:extLst>
      <p:ext uri="{BB962C8B-B14F-4D97-AF65-F5344CB8AC3E}">
        <p14:creationId xmlns:p14="http://schemas.microsoft.com/office/powerpoint/2010/main" val="18337918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Tab Navigation – Exercise</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41918"/>
            <a:ext cx="5875616" cy="4887878"/>
          </a:xfrm>
          <a:prstGeom prst="rect">
            <a:avLst/>
          </a:prstGeom>
        </p:spPr>
        <p:txBody>
          <a:bodyPr numCol="1">
            <a:normAutofit fontScale="92500"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600" dirty="0"/>
              <a:t>So far so good. We only replaced Stack with Tab and the navigator changed to Tabs.</a:t>
            </a:r>
          </a:p>
          <a:p>
            <a:pPr>
              <a:lnSpc>
                <a:spcPct val="120000"/>
              </a:lnSpc>
              <a:buFont typeface="Wingdings" panose="05000000000000000000" pitchFamily="2" charset="2"/>
              <a:buChar char="§"/>
            </a:pPr>
            <a:r>
              <a:rPr lang="en-US" sz="3600" dirty="0"/>
              <a:t>Remember! A single Navigation Container can only contain one Navigation, Stack or Tab.</a:t>
            </a:r>
          </a:p>
          <a:p>
            <a:pPr>
              <a:lnSpc>
                <a:spcPct val="120000"/>
              </a:lnSpc>
              <a:buFont typeface="Wingdings" panose="05000000000000000000" pitchFamily="2" charset="2"/>
              <a:buChar char="§"/>
            </a:pPr>
            <a:r>
              <a:rPr lang="en-US" sz="3600" dirty="0"/>
              <a:t>However, the default icons are not a treat to watch.</a:t>
            </a:r>
          </a:p>
        </p:txBody>
      </p:sp>
      <p:pic>
        <p:nvPicPr>
          <p:cNvPr id="9" name="Picture 8" descr="A screenshot of a car&#10;&#10;Description automatically generated with low confidence">
            <a:extLst>
              <a:ext uri="{FF2B5EF4-FFF2-40B4-BE49-F238E27FC236}">
                <a16:creationId xmlns:a16="http://schemas.microsoft.com/office/drawing/2014/main" id="{CB24B8DF-D864-A470-AB92-BADC4B62A5BA}"/>
              </a:ext>
            </a:extLst>
          </p:cNvPr>
          <p:cNvPicPr>
            <a:picLocks noChangeAspect="1"/>
          </p:cNvPicPr>
          <p:nvPr/>
        </p:nvPicPr>
        <p:blipFill>
          <a:blip r:embed="rId3"/>
          <a:stretch>
            <a:fillRect/>
          </a:stretch>
        </p:blipFill>
        <p:spPr>
          <a:xfrm>
            <a:off x="6096000" y="1417220"/>
            <a:ext cx="2839294" cy="5047634"/>
          </a:xfrm>
          <a:prstGeom prst="rect">
            <a:avLst/>
          </a:prstGeom>
        </p:spPr>
      </p:pic>
      <p:pic>
        <p:nvPicPr>
          <p:cNvPr id="11" name="Picture 10" descr="A picture containing text, screenshot, font, number&#10;&#10;Description automatically generated">
            <a:extLst>
              <a:ext uri="{FF2B5EF4-FFF2-40B4-BE49-F238E27FC236}">
                <a16:creationId xmlns:a16="http://schemas.microsoft.com/office/drawing/2014/main" id="{8AF4555B-9E7E-E03A-B5F7-C2EB6AB2E8CB}"/>
              </a:ext>
            </a:extLst>
          </p:cNvPr>
          <p:cNvPicPr>
            <a:picLocks noChangeAspect="1"/>
          </p:cNvPicPr>
          <p:nvPr/>
        </p:nvPicPr>
        <p:blipFill>
          <a:blip r:embed="rId4"/>
          <a:stretch>
            <a:fillRect/>
          </a:stretch>
        </p:blipFill>
        <p:spPr>
          <a:xfrm>
            <a:off x="9124106" y="1417220"/>
            <a:ext cx="2839294" cy="5047634"/>
          </a:xfrm>
          <a:prstGeom prst="rect">
            <a:avLst/>
          </a:prstGeom>
        </p:spPr>
      </p:pic>
    </p:spTree>
    <p:extLst>
      <p:ext uri="{BB962C8B-B14F-4D97-AF65-F5344CB8AC3E}">
        <p14:creationId xmlns:p14="http://schemas.microsoft.com/office/powerpoint/2010/main" val="42245905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Tab Navigation – Exercise</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41918"/>
            <a:ext cx="11743016" cy="950123"/>
          </a:xfrm>
          <a:prstGeom prst="rect">
            <a:avLst/>
          </a:prstGeom>
        </p:spPr>
        <p:txBody>
          <a:bodyPr numCol="1">
            <a:normAutofit fontScale="77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600" dirty="0"/>
              <a:t>You can specify </a:t>
            </a:r>
            <a:r>
              <a:rPr lang="en-US" sz="3600" dirty="0" err="1"/>
              <a:t>screenOptions</a:t>
            </a:r>
            <a:r>
              <a:rPr lang="en-US" sz="3600" dirty="0"/>
              <a:t> to attach icons. Here, we are using </a:t>
            </a:r>
            <a:r>
              <a:rPr lang="en-US" sz="3600" dirty="0" err="1"/>
              <a:t>MaterialIcon</a:t>
            </a:r>
            <a:r>
              <a:rPr lang="en-US" sz="3600" dirty="0"/>
              <a:t> component from @expo/vector-icons library</a:t>
            </a:r>
          </a:p>
        </p:txBody>
      </p:sp>
      <p:sp>
        <p:nvSpPr>
          <p:cNvPr id="5" name="TextBox 4">
            <a:extLst>
              <a:ext uri="{FF2B5EF4-FFF2-40B4-BE49-F238E27FC236}">
                <a16:creationId xmlns:a16="http://schemas.microsoft.com/office/drawing/2014/main" id="{8E4871B9-8114-D7F5-D74E-82E896E65617}"/>
              </a:ext>
            </a:extLst>
          </p:cNvPr>
          <p:cNvSpPr txBox="1"/>
          <p:nvPr/>
        </p:nvSpPr>
        <p:spPr>
          <a:xfrm>
            <a:off x="220385" y="2492041"/>
            <a:ext cx="11743015" cy="4031873"/>
          </a:xfrm>
          <a:prstGeom prst="rect">
            <a:avLst/>
          </a:prstGeom>
          <a:noFill/>
        </p:spPr>
        <p:txBody>
          <a:bodyPr wrap="square">
            <a:spAutoFit/>
          </a:bodyPr>
          <a:lstStyle/>
          <a:p>
            <a:r>
              <a:rPr lang="en-US" sz="1600" b="0" dirty="0">
                <a:solidFill>
                  <a:srgbClr val="800000"/>
                </a:solidFill>
                <a:effectLst/>
                <a:latin typeface="Consolas" panose="020B0609020204030204" pitchFamily="49" charset="0"/>
              </a:rPr>
              <a:t>&lt;</a:t>
            </a:r>
            <a:r>
              <a:rPr lang="en-US" sz="1600" b="0" dirty="0" err="1">
                <a:solidFill>
                  <a:srgbClr val="267F99"/>
                </a:solidFill>
                <a:effectLst/>
                <a:latin typeface="Consolas" panose="020B0609020204030204" pitchFamily="49" charset="0"/>
              </a:rPr>
              <a:t>Tab.Navigator</a:t>
            </a:r>
            <a:endParaRPr lang="en-US" sz="1600" b="0" dirty="0">
              <a:solidFill>
                <a:srgbClr val="3B3B3B"/>
              </a:solidFill>
              <a:effectLst/>
              <a:latin typeface="Consolas" panose="020B0609020204030204" pitchFamily="49" charset="0"/>
            </a:endParaRPr>
          </a:p>
          <a:p>
            <a:r>
              <a:rPr lang="en-US" sz="1600" b="0" dirty="0">
                <a:solidFill>
                  <a:srgbClr val="3B3B3B"/>
                </a:solidFill>
                <a:effectLst/>
                <a:latin typeface="Consolas" panose="020B0609020204030204" pitchFamily="49" charset="0"/>
              </a:rPr>
              <a:t>  </a:t>
            </a:r>
            <a:r>
              <a:rPr lang="en-US" sz="1600" b="0" dirty="0" err="1">
                <a:solidFill>
                  <a:srgbClr val="E50000"/>
                </a:solidFill>
                <a:effectLst/>
                <a:latin typeface="Consolas" panose="020B0609020204030204" pitchFamily="49" charset="0"/>
              </a:rPr>
              <a:t>screenOptions</a:t>
            </a:r>
            <a:r>
              <a:rPr lang="en-US" sz="1600" b="0" dirty="0">
                <a:solidFill>
                  <a:srgbClr val="000000"/>
                </a:solidFill>
                <a:effectLst/>
                <a:latin typeface="Consolas" panose="020B0609020204030204" pitchFamily="49" charset="0"/>
              </a:rPr>
              <a:t>=</a:t>
            </a:r>
            <a:r>
              <a:rPr lang="en-US" sz="1600" b="0" dirty="0">
                <a:solidFill>
                  <a:srgbClr val="0000FF"/>
                </a:solidFill>
                <a:effectLst/>
                <a:latin typeface="Consolas" panose="020B0609020204030204" pitchFamily="49" charset="0"/>
              </a:rPr>
              <a:t>{</a:t>
            </a:r>
            <a:r>
              <a:rPr lang="en-US" sz="1600" b="0" dirty="0">
                <a:solidFill>
                  <a:srgbClr val="000000"/>
                </a:solidFill>
                <a:effectLst/>
                <a:latin typeface="Consolas" panose="020B0609020204030204" pitchFamily="49" charset="0"/>
              </a:rPr>
              <a:t>({ </a:t>
            </a:r>
            <a:r>
              <a:rPr lang="en-US" sz="1600" b="0" dirty="0">
                <a:solidFill>
                  <a:srgbClr val="001080"/>
                </a:solidFill>
                <a:effectLst/>
                <a:latin typeface="Consolas" panose="020B0609020204030204" pitchFamily="49" charset="0"/>
              </a:rPr>
              <a:t>route</a:t>
            </a:r>
            <a:r>
              <a:rPr lang="en-US" sz="1600" b="0" dirty="0">
                <a:solidFill>
                  <a:srgbClr val="000000"/>
                </a:solidFill>
                <a:effectLst/>
                <a:latin typeface="Consolas" panose="020B0609020204030204" pitchFamily="49" charset="0"/>
              </a:rPr>
              <a:t> }) </a:t>
            </a:r>
            <a:r>
              <a:rPr lang="en-US" sz="1600" b="0" dirty="0">
                <a:solidFill>
                  <a:srgbClr val="0000FF"/>
                </a:solidFill>
                <a:effectLst/>
                <a:latin typeface="Consolas" panose="020B0609020204030204" pitchFamily="49" charset="0"/>
              </a:rPr>
              <a:t>=&gt;</a:t>
            </a:r>
            <a:r>
              <a:rPr lang="en-US" sz="1600" b="0" dirty="0">
                <a:solidFill>
                  <a:srgbClr val="000000"/>
                </a:solidFill>
                <a:effectLst/>
                <a:latin typeface="Consolas" panose="020B0609020204030204" pitchFamily="49" charset="0"/>
              </a:rPr>
              <a:t> ({</a:t>
            </a:r>
            <a:endParaRPr lang="en-US" sz="1600" b="0" dirty="0">
              <a:solidFill>
                <a:srgbClr val="3B3B3B"/>
              </a:solidFill>
              <a:effectLst/>
              <a:latin typeface="Consolas" panose="020B0609020204030204" pitchFamily="49" charset="0"/>
            </a:endParaRPr>
          </a:p>
          <a:p>
            <a:r>
              <a:rPr lang="en-US" sz="1600" b="0" dirty="0">
                <a:solidFill>
                  <a:srgbClr val="000000"/>
                </a:solidFill>
                <a:effectLst/>
                <a:latin typeface="Consolas" panose="020B0609020204030204" pitchFamily="49" charset="0"/>
              </a:rPr>
              <a:t>    </a:t>
            </a:r>
            <a:r>
              <a:rPr lang="en-US" sz="1600" b="0" dirty="0" err="1">
                <a:solidFill>
                  <a:srgbClr val="795E26"/>
                </a:solidFill>
                <a:effectLst/>
                <a:latin typeface="Consolas" panose="020B0609020204030204" pitchFamily="49" charset="0"/>
              </a:rPr>
              <a:t>tabBarIcon</a:t>
            </a:r>
            <a:r>
              <a:rPr lang="en-US" sz="1600" b="0" dirty="0">
                <a:solidFill>
                  <a:srgbClr val="001080"/>
                </a:solidFill>
                <a:effectLst/>
                <a:latin typeface="Consolas" panose="020B0609020204030204" pitchFamily="49" charset="0"/>
              </a:rPr>
              <a:t>:</a:t>
            </a:r>
            <a:r>
              <a:rPr lang="en-US" sz="1600" b="0" dirty="0">
                <a:solidFill>
                  <a:srgbClr val="000000"/>
                </a:solidFill>
                <a:effectLst/>
                <a:latin typeface="Consolas" panose="020B0609020204030204" pitchFamily="49" charset="0"/>
              </a:rPr>
              <a:t> ({ </a:t>
            </a:r>
            <a:r>
              <a:rPr lang="en-US" sz="1600" b="0" dirty="0">
                <a:solidFill>
                  <a:srgbClr val="001080"/>
                </a:solidFill>
                <a:effectLst/>
                <a:latin typeface="Consolas" panose="020B0609020204030204" pitchFamily="49" charset="0"/>
              </a:rPr>
              <a:t>focused</a:t>
            </a:r>
            <a:r>
              <a:rPr lang="en-US" sz="1600" b="0" dirty="0">
                <a:solidFill>
                  <a:srgbClr val="000000"/>
                </a:solidFill>
                <a:effectLst/>
                <a:latin typeface="Consolas" panose="020B0609020204030204" pitchFamily="49" charset="0"/>
              </a:rPr>
              <a:t>, </a:t>
            </a:r>
            <a:r>
              <a:rPr lang="en-US" sz="1600" b="0" dirty="0">
                <a:solidFill>
                  <a:srgbClr val="001080"/>
                </a:solidFill>
                <a:effectLst/>
                <a:latin typeface="Consolas" panose="020B0609020204030204" pitchFamily="49" charset="0"/>
              </a:rPr>
              <a:t>color</a:t>
            </a:r>
            <a:r>
              <a:rPr lang="en-US" sz="1600" b="0" dirty="0">
                <a:solidFill>
                  <a:srgbClr val="000000"/>
                </a:solidFill>
                <a:effectLst/>
                <a:latin typeface="Consolas" panose="020B0609020204030204" pitchFamily="49" charset="0"/>
              </a:rPr>
              <a:t>, </a:t>
            </a:r>
            <a:r>
              <a:rPr lang="en-US" sz="1600" b="0" dirty="0">
                <a:solidFill>
                  <a:srgbClr val="001080"/>
                </a:solidFill>
                <a:effectLst/>
                <a:latin typeface="Consolas" panose="020B0609020204030204" pitchFamily="49" charset="0"/>
              </a:rPr>
              <a:t>size</a:t>
            </a:r>
            <a:r>
              <a:rPr lang="en-US" sz="1600" b="0" dirty="0">
                <a:solidFill>
                  <a:srgbClr val="000000"/>
                </a:solidFill>
                <a:effectLst/>
                <a:latin typeface="Consolas" panose="020B0609020204030204" pitchFamily="49" charset="0"/>
              </a:rPr>
              <a:t> }) </a:t>
            </a:r>
            <a:r>
              <a:rPr lang="en-US" sz="1600" b="0" dirty="0">
                <a:solidFill>
                  <a:srgbClr val="0000FF"/>
                </a:solidFill>
                <a:effectLst/>
                <a:latin typeface="Consolas" panose="020B0609020204030204" pitchFamily="49" charset="0"/>
              </a:rPr>
              <a:t>=&gt;</a:t>
            </a:r>
            <a:r>
              <a:rPr lang="en-US" sz="1600" b="0" dirty="0">
                <a:solidFill>
                  <a:srgbClr val="000000"/>
                </a:solidFill>
                <a:effectLst/>
                <a:latin typeface="Consolas" panose="020B0609020204030204" pitchFamily="49" charset="0"/>
              </a:rPr>
              <a:t> {</a:t>
            </a:r>
            <a:endParaRPr lang="en-US" sz="1600" b="0" dirty="0">
              <a:solidFill>
                <a:srgbClr val="3B3B3B"/>
              </a:solidFill>
              <a:effectLst/>
              <a:latin typeface="Consolas" panose="020B0609020204030204" pitchFamily="49" charset="0"/>
            </a:endParaRPr>
          </a:p>
          <a:p>
            <a:r>
              <a:rPr lang="en-US" sz="1600" b="0" dirty="0">
                <a:solidFill>
                  <a:srgbClr val="000000"/>
                </a:solidFill>
                <a:effectLst/>
                <a:latin typeface="Consolas" panose="020B0609020204030204" pitchFamily="49" charset="0"/>
              </a:rPr>
              <a:t>      </a:t>
            </a:r>
            <a:r>
              <a:rPr lang="en-US" sz="1600" b="0" dirty="0">
                <a:solidFill>
                  <a:srgbClr val="0000FF"/>
                </a:solidFill>
                <a:effectLst/>
                <a:latin typeface="Consolas" panose="020B0609020204030204" pitchFamily="49" charset="0"/>
              </a:rPr>
              <a:t>let</a:t>
            </a:r>
            <a:r>
              <a:rPr lang="en-US" sz="1600" b="0" dirty="0">
                <a:solidFill>
                  <a:srgbClr val="000000"/>
                </a:solidFill>
                <a:effectLst/>
                <a:latin typeface="Consolas" panose="020B0609020204030204" pitchFamily="49" charset="0"/>
              </a:rPr>
              <a:t> </a:t>
            </a:r>
            <a:r>
              <a:rPr lang="en-US" sz="1600" b="0" dirty="0" err="1">
                <a:solidFill>
                  <a:srgbClr val="001080"/>
                </a:solidFill>
                <a:effectLst/>
                <a:latin typeface="Consolas" panose="020B0609020204030204" pitchFamily="49" charset="0"/>
              </a:rPr>
              <a:t>iconName</a:t>
            </a:r>
            <a:r>
              <a:rPr lang="en-US" sz="1600" b="0" dirty="0">
                <a:solidFill>
                  <a:srgbClr val="000000"/>
                </a:solidFill>
                <a:effectLst/>
                <a:latin typeface="Consolas" panose="020B0609020204030204" pitchFamily="49" charset="0"/>
              </a:rPr>
              <a:t> = </a:t>
            </a:r>
            <a:r>
              <a:rPr lang="en-US" sz="1600" b="0" dirty="0">
                <a:solidFill>
                  <a:srgbClr val="A31515"/>
                </a:solidFill>
                <a:effectLst/>
                <a:latin typeface="Consolas" panose="020B0609020204030204" pitchFamily="49" charset="0"/>
              </a:rPr>
              <a:t>'device-unknown'</a:t>
            </a:r>
            <a:r>
              <a:rPr lang="en-US" sz="1600" b="0" dirty="0">
                <a:solidFill>
                  <a:srgbClr val="000000"/>
                </a:solidFill>
                <a:effectLst/>
                <a:latin typeface="Consolas" panose="020B0609020204030204" pitchFamily="49" charset="0"/>
              </a:rPr>
              <a:t>;</a:t>
            </a:r>
            <a:endParaRPr lang="en-US" sz="1600" b="0" dirty="0">
              <a:solidFill>
                <a:srgbClr val="3B3B3B"/>
              </a:solidFill>
              <a:effectLst/>
              <a:latin typeface="Consolas" panose="020B0609020204030204" pitchFamily="49" charset="0"/>
            </a:endParaRPr>
          </a:p>
          <a:p>
            <a:r>
              <a:rPr lang="en-US" sz="1600" b="0" dirty="0">
                <a:solidFill>
                  <a:srgbClr val="000000"/>
                </a:solidFill>
                <a:effectLst/>
                <a:latin typeface="Consolas" panose="020B0609020204030204" pitchFamily="49" charset="0"/>
              </a:rPr>
              <a:t>      </a:t>
            </a:r>
            <a:r>
              <a:rPr lang="en-US" sz="1600" b="0" dirty="0">
                <a:solidFill>
                  <a:srgbClr val="AF00DB"/>
                </a:solidFill>
                <a:effectLst/>
                <a:latin typeface="Consolas" panose="020B0609020204030204" pitchFamily="49" charset="0"/>
              </a:rPr>
              <a:t>if</a:t>
            </a:r>
            <a:r>
              <a:rPr lang="en-US" sz="1600" b="0" dirty="0">
                <a:solidFill>
                  <a:srgbClr val="000000"/>
                </a:solidFill>
                <a:effectLst/>
                <a:latin typeface="Consolas" panose="020B0609020204030204" pitchFamily="49" charset="0"/>
              </a:rPr>
              <a:t> (</a:t>
            </a:r>
            <a:r>
              <a:rPr lang="en-US" sz="1600" b="0" dirty="0">
                <a:solidFill>
                  <a:srgbClr val="001080"/>
                </a:solidFill>
                <a:effectLst/>
                <a:latin typeface="Consolas" panose="020B0609020204030204" pitchFamily="49" charset="0"/>
              </a:rPr>
              <a:t>route</a:t>
            </a:r>
            <a:r>
              <a:rPr lang="en-US" sz="1600" b="0" dirty="0">
                <a:solidFill>
                  <a:srgbClr val="000000"/>
                </a:solidFill>
                <a:effectLst/>
                <a:latin typeface="Consolas" panose="020B0609020204030204" pitchFamily="49" charset="0"/>
              </a:rPr>
              <a:t>.</a:t>
            </a:r>
            <a:r>
              <a:rPr lang="en-US" sz="1600" b="0" dirty="0">
                <a:solidFill>
                  <a:srgbClr val="001080"/>
                </a:solidFill>
                <a:effectLst/>
                <a:latin typeface="Consolas" panose="020B0609020204030204" pitchFamily="49" charset="0"/>
              </a:rPr>
              <a:t>name</a:t>
            </a:r>
            <a:r>
              <a:rPr lang="en-US" sz="1600" b="0" dirty="0">
                <a:solidFill>
                  <a:srgbClr val="000000"/>
                </a:solidFill>
                <a:effectLst/>
                <a:latin typeface="Consolas" panose="020B0609020204030204" pitchFamily="49" charset="0"/>
              </a:rPr>
              <a:t> === </a:t>
            </a:r>
            <a:r>
              <a:rPr lang="en-US" sz="1600" b="0" dirty="0">
                <a:solidFill>
                  <a:srgbClr val="A31515"/>
                </a:solidFill>
                <a:effectLst/>
                <a:latin typeface="Consolas" panose="020B0609020204030204" pitchFamily="49" charset="0"/>
              </a:rPr>
              <a:t>'About'</a:t>
            </a:r>
            <a:r>
              <a:rPr lang="en-US" sz="1600" b="0" dirty="0">
                <a:solidFill>
                  <a:srgbClr val="000000"/>
                </a:solidFill>
                <a:effectLst/>
                <a:latin typeface="Consolas" panose="020B0609020204030204" pitchFamily="49" charset="0"/>
              </a:rPr>
              <a:t>) {</a:t>
            </a:r>
            <a:endParaRPr lang="en-US" sz="1600" b="0" dirty="0">
              <a:solidFill>
                <a:srgbClr val="3B3B3B"/>
              </a:solidFill>
              <a:effectLst/>
              <a:latin typeface="Consolas" panose="020B0609020204030204" pitchFamily="49" charset="0"/>
            </a:endParaRPr>
          </a:p>
          <a:p>
            <a:r>
              <a:rPr lang="en-US" sz="1600" b="0" dirty="0">
                <a:solidFill>
                  <a:srgbClr val="000000"/>
                </a:solidFill>
                <a:effectLst/>
                <a:latin typeface="Consolas" panose="020B0609020204030204" pitchFamily="49" charset="0"/>
              </a:rPr>
              <a:t>        </a:t>
            </a:r>
            <a:r>
              <a:rPr lang="en-US" sz="1600" b="0" dirty="0" err="1">
                <a:solidFill>
                  <a:srgbClr val="001080"/>
                </a:solidFill>
                <a:effectLst/>
                <a:latin typeface="Consolas" panose="020B0609020204030204" pitchFamily="49" charset="0"/>
              </a:rPr>
              <a:t>iconName</a:t>
            </a:r>
            <a:r>
              <a:rPr lang="en-US" sz="1600" b="0" dirty="0">
                <a:solidFill>
                  <a:srgbClr val="000000"/>
                </a:solidFill>
                <a:effectLst/>
                <a:latin typeface="Consolas" panose="020B0609020204030204" pitchFamily="49" charset="0"/>
              </a:rPr>
              <a:t> = </a:t>
            </a:r>
            <a:r>
              <a:rPr lang="en-US" sz="1600" b="0" dirty="0">
                <a:solidFill>
                  <a:srgbClr val="001080"/>
                </a:solidFill>
                <a:effectLst/>
                <a:latin typeface="Consolas" panose="020B0609020204030204" pitchFamily="49" charset="0"/>
              </a:rPr>
              <a:t>focused</a:t>
            </a:r>
            <a:r>
              <a:rPr lang="en-US" sz="1600" b="0" dirty="0">
                <a:solidFill>
                  <a:srgbClr val="000000"/>
                </a:solidFill>
                <a:effectLst/>
                <a:latin typeface="Consolas" panose="020B0609020204030204" pitchFamily="49" charset="0"/>
              </a:rPr>
              <a:t> ? </a:t>
            </a:r>
            <a:r>
              <a:rPr lang="en-US" sz="1600" b="0" dirty="0">
                <a:solidFill>
                  <a:srgbClr val="A31515"/>
                </a:solidFill>
                <a:effectLst/>
                <a:latin typeface="Consolas" panose="020B0609020204030204" pitchFamily="49" charset="0"/>
              </a:rPr>
              <a:t>'info'</a:t>
            </a:r>
            <a:r>
              <a:rPr lang="en-US" sz="1600" b="0" dirty="0">
                <a:solidFill>
                  <a:srgbClr val="000000"/>
                </a:solidFill>
                <a:effectLst/>
                <a:latin typeface="Consolas" panose="020B0609020204030204" pitchFamily="49" charset="0"/>
              </a:rPr>
              <a:t> : </a:t>
            </a:r>
            <a:r>
              <a:rPr lang="en-US" sz="1600" b="0" dirty="0">
                <a:solidFill>
                  <a:srgbClr val="A31515"/>
                </a:solidFill>
                <a:effectLst/>
                <a:latin typeface="Consolas" panose="020B0609020204030204" pitchFamily="49" charset="0"/>
              </a:rPr>
              <a:t>'info-outline'</a:t>
            </a:r>
            <a:r>
              <a:rPr lang="en-US" sz="1600" b="0" dirty="0">
                <a:solidFill>
                  <a:srgbClr val="000000"/>
                </a:solidFill>
                <a:effectLst/>
                <a:latin typeface="Consolas" panose="020B0609020204030204" pitchFamily="49" charset="0"/>
              </a:rPr>
              <a:t>;</a:t>
            </a:r>
            <a:endParaRPr lang="en-US" sz="1600" b="0" dirty="0">
              <a:solidFill>
                <a:srgbClr val="3B3B3B"/>
              </a:solidFill>
              <a:effectLst/>
              <a:latin typeface="Consolas" panose="020B0609020204030204" pitchFamily="49" charset="0"/>
            </a:endParaRPr>
          </a:p>
          <a:p>
            <a:r>
              <a:rPr lang="en-US" sz="1600" b="0" dirty="0">
                <a:solidFill>
                  <a:srgbClr val="000000"/>
                </a:solidFill>
                <a:effectLst/>
                <a:latin typeface="Consolas" panose="020B0609020204030204" pitchFamily="49" charset="0"/>
              </a:rPr>
              <a:t>      } </a:t>
            </a:r>
            <a:r>
              <a:rPr lang="en-US" sz="1600" b="0" dirty="0">
                <a:solidFill>
                  <a:srgbClr val="AF00DB"/>
                </a:solidFill>
                <a:effectLst/>
                <a:latin typeface="Consolas" panose="020B0609020204030204" pitchFamily="49" charset="0"/>
              </a:rPr>
              <a:t>else</a:t>
            </a:r>
            <a:r>
              <a:rPr lang="en-US" sz="1600" b="0" dirty="0">
                <a:solidFill>
                  <a:srgbClr val="000000"/>
                </a:solidFill>
                <a:effectLst/>
                <a:latin typeface="Consolas" panose="020B0609020204030204" pitchFamily="49" charset="0"/>
              </a:rPr>
              <a:t> </a:t>
            </a:r>
            <a:r>
              <a:rPr lang="en-US" sz="1600" b="0" dirty="0">
                <a:solidFill>
                  <a:srgbClr val="AF00DB"/>
                </a:solidFill>
                <a:effectLst/>
                <a:latin typeface="Consolas" panose="020B0609020204030204" pitchFamily="49" charset="0"/>
              </a:rPr>
              <a:t>if</a:t>
            </a:r>
            <a:r>
              <a:rPr lang="en-US" sz="1600" b="0" dirty="0">
                <a:solidFill>
                  <a:srgbClr val="000000"/>
                </a:solidFill>
                <a:effectLst/>
                <a:latin typeface="Consolas" panose="020B0609020204030204" pitchFamily="49" charset="0"/>
              </a:rPr>
              <a:t> (</a:t>
            </a:r>
            <a:r>
              <a:rPr lang="en-US" sz="1600" b="0" dirty="0">
                <a:solidFill>
                  <a:srgbClr val="001080"/>
                </a:solidFill>
                <a:effectLst/>
                <a:latin typeface="Consolas" panose="020B0609020204030204" pitchFamily="49" charset="0"/>
              </a:rPr>
              <a:t>route</a:t>
            </a:r>
            <a:r>
              <a:rPr lang="en-US" sz="1600" b="0" dirty="0">
                <a:solidFill>
                  <a:srgbClr val="000000"/>
                </a:solidFill>
                <a:effectLst/>
                <a:latin typeface="Consolas" panose="020B0609020204030204" pitchFamily="49" charset="0"/>
              </a:rPr>
              <a:t>.</a:t>
            </a:r>
            <a:r>
              <a:rPr lang="en-US" sz="1600" b="0" dirty="0">
                <a:solidFill>
                  <a:srgbClr val="001080"/>
                </a:solidFill>
                <a:effectLst/>
                <a:latin typeface="Consolas" panose="020B0609020204030204" pitchFamily="49" charset="0"/>
              </a:rPr>
              <a:t>name</a:t>
            </a:r>
            <a:r>
              <a:rPr lang="en-US" sz="1600" b="0" dirty="0">
                <a:solidFill>
                  <a:srgbClr val="000000"/>
                </a:solidFill>
                <a:effectLst/>
                <a:latin typeface="Consolas" panose="020B0609020204030204" pitchFamily="49" charset="0"/>
              </a:rPr>
              <a:t> === </a:t>
            </a:r>
            <a:r>
              <a:rPr lang="en-US" sz="1600" b="0" dirty="0">
                <a:solidFill>
                  <a:srgbClr val="A31515"/>
                </a:solidFill>
                <a:effectLst/>
                <a:latin typeface="Consolas" panose="020B0609020204030204" pitchFamily="49" charset="0"/>
              </a:rPr>
              <a:t>'Menu'</a:t>
            </a:r>
            <a:r>
              <a:rPr lang="en-US" sz="1600" b="0" dirty="0">
                <a:solidFill>
                  <a:srgbClr val="000000"/>
                </a:solidFill>
                <a:effectLst/>
                <a:latin typeface="Consolas" panose="020B0609020204030204" pitchFamily="49" charset="0"/>
              </a:rPr>
              <a:t>) {</a:t>
            </a:r>
            <a:endParaRPr lang="en-US" sz="1600" b="0" dirty="0">
              <a:solidFill>
                <a:srgbClr val="3B3B3B"/>
              </a:solidFill>
              <a:effectLst/>
              <a:latin typeface="Consolas" panose="020B0609020204030204" pitchFamily="49" charset="0"/>
            </a:endParaRPr>
          </a:p>
          <a:p>
            <a:r>
              <a:rPr lang="en-US" sz="1600" b="0" dirty="0">
                <a:solidFill>
                  <a:srgbClr val="000000"/>
                </a:solidFill>
                <a:effectLst/>
                <a:latin typeface="Consolas" panose="020B0609020204030204" pitchFamily="49" charset="0"/>
              </a:rPr>
              <a:t>        </a:t>
            </a:r>
            <a:r>
              <a:rPr lang="en-US" sz="1600" b="0" dirty="0" err="1">
                <a:solidFill>
                  <a:srgbClr val="001080"/>
                </a:solidFill>
                <a:effectLst/>
                <a:latin typeface="Consolas" panose="020B0609020204030204" pitchFamily="49" charset="0"/>
              </a:rPr>
              <a:t>iconName</a:t>
            </a:r>
            <a:r>
              <a:rPr lang="en-US" sz="1600" b="0" dirty="0">
                <a:solidFill>
                  <a:srgbClr val="000000"/>
                </a:solidFill>
                <a:effectLst/>
                <a:latin typeface="Consolas" panose="020B0609020204030204" pitchFamily="49" charset="0"/>
              </a:rPr>
              <a:t> = </a:t>
            </a:r>
            <a:r>
              <a:rPr lang="en-US" sz="1600" b="0" dirty="0">
                <a:solidFill>
                  <a:srgbClr val="001080"/>
                </a:solidFill>
                <a:effectLst/>
                <a:latin typeface="Consolas" panose="020B0609020204030204" pitchFamily="49" charset="0"/>
              </a:rPr>
              <a:t>focused</a:t>
            </a:r>
            <a:r>
              <a:rPr lang="en-US" sz="1600" b="0" dirty="0">
                <a:solidFill>
                  <a:srgbClr val="000000"/>
                </a:solidFill>
                <a:effectLst/>
                <a:latin typeface="Consolas" panose="020B0609020204030204" pitchFamily="49" charset="0"/>
              </a:rPr>
              <a:t> ? </a:t>
            </a:r>
            <a:r>
              <a:rPr lang="en-US" sz="1600" b="0" dirty="0">
                <a:solidFill>
                  <a:srgbClr val="A31515"/>
                </a:solidFill>
                <a:effectLst/>
                <a:latin typeface="Consolas" panose="020B0609020204030204" pitchFamily="49" charset="0"/>
              </a:rPr>
              <a:t>'menu-open'</a:t>
            </a:r>
            <a:r>
              <a:rPr lang="en-US" sz="1600" b="0" dirty="0">
                <a:solidFill>
                  <a:srgbClr val="000000"/>
                </a:solidFill>
                <a:effectLst/>
                <a:latin typeface="Consolas" panose="020B0609020204030204" pitchFamily="49" charset="0"/>
              </a:rPr>
              <a:t> : </a:t>
            </a:r>
            <a:r>
              <a:rPr lang="en-US" sz="1600" b="0" dirty="0">
                <a:solidFill>
                  <a:srgbClr val="A31515"/>
                </a:solidFill>
                <a:effectLst/>
                <a:latin typeface="Consolas" panose="020B0609020204030204" pitchFamily="49" charset="0"/>
              </a:rPr>
              <a:t>'menu'</a:t>
            </a:r>
            <a:r>
              <a:rPr lang="en-US" sz="1600" b="0" dirty="0">
                <a:solidFill>
                  <a:srgbClr val="000000"/>
                </a:solidFill>
                <a:effectLst/>
                <a:latin typeface="Consolas" panose="020B0609020204030204" pitchFamily="49" charset="0"/>
              </a:rPr>
              <a:t>;</a:t>
            </a:r>
            <a:endParaRPr lang="en-US" sz="1600" b="0" dirty="0">
              <a:solidFill>
                <a:srgbClr val="3B3B3B"/>
              </a:solidFill>
              <a:effectLst/>
              <a:latin typeface="Consolas" panose="020B0609020204030204" pitchFamily="49" charset="0"/>
            </a:endParaRPr>
          </a:p>
          <a:p>
            <a:r>
              <a:rPr lang="en-US" sz="1600" b="0" dirty="0">
                <a:solidFill>
                  <a:srgbClr val="000000"/>
                </a:solidFill>
                <a:effectLst/>
                <a:latin typeface="Consolas" panose="020B0609020204030204" pitchFamily="49" charset="0"/>
              </a:rPr>
              <a:t>      } </a:t>
            </a:r>
            <a:r>
              <a:rPr lang="en-US" sz="1600" b="0" dirty="0">
                <a:solidFill>
                  <a:srgbClr val="AF00DB"/>
                </a:solidFill>
                <a:effectLst/>
                <a:latin typeface="Consolas" panose="020B0609020204030204" pitchFamily="49" charset="0"/>
              </a:rPr>
              <a:t>else</a:t>
            </a:r>
            <a:r>
              <a:rPr lang="en-US" sz="1600" b="0" dirty="0">
                <a:solidFill>
                  <a:srgbClr val="000000"/>
                </a:solidFill>
                <a:effectLst/>
                <a:latin typeface="Consolas" panose="020B0609020204030204" pitchFamily="49" charset="0"/>
              </a:rPr>
              <a:t> </a:t>
            </a:r>
            <a:r>
              <a:rPr lang="en-US" sz="1600" b="0" dirty="0">
                <a:solidFill>
                  <a:srgbClr val="AF00DB"/>
                </a:solidFill>
                <a:effectLst/>
                <a:latin typeface="Consolas" panose="020B0609020204030204" pitchFamily="49" charset="0"/>
              </a:rPr>
              <a:t>if</a:t>
            </a:r>
            <a:r>
              <a:rPr lang="en-US" sz="1600" b="0" dirty="0">
                <a:solidFill>
                  <a:srgbClr val="000000"/>
                </a:solidFill>
                <a:effectLst/>
                <a:latin typeface="Consolas" panose="020B0609020204030204" pitchFamily="49" charset="0"/>
              </a:rPr>
              <a:t> (</a:t>
            </a:r>
            <a:r>
              <a:rPr lang="en-US" sz="1600" b="0" dirty="0">
                <a:solidFill>
                  <a:srgbClr val="001080"/>
                </a:solidFill>
                <a:effectLst/>
                <a:latin typeface="Consolas" panose="020B0609020204030204" pitchFamily="49" charset="0"/>
              </a:rPr>
              <a:t>route</a:t>
            </a:r>
            <a:r>
              <a:rPr lang="en-US" sz="1600" b="0" dirty="0">
                <a:solidFill>
                  <a:srgbClr val="000000"/>
                </a:solidFill>
                <a:effectLst/>
                <a:latin typeface="Consolas" panose="020B0609020204030204" pitchFamily="49" charset="0"/>
              </a:rPr>
              <a:t>.</a:t>
            </a:r>
            <a:r>
              <a:rPr lang="en-US" sz="1600" b="0" dirty="0">
                <a:solidFill>
                  <a:srgbClr val="001080"/>
                </a:solidFill>
                <a:effectLst/>
                <a:latin typeface="Consolas" panose="020B0609020204030204" pitchFamily="49" charset="0"/>
              </a:rPr>
              <a:t>name</a:t>
            </a:r>
            <a:r>
              <a:rPr lang="en-US" sz="1600" b="0" dirty="0">
                <a:solidFill>
                  <a:srgbClr val="000000"/>
                </a:solidFill>
                <a:effectLst/>
                <a:latin typeface="Consolas" panose="020B0609020204030204" pitchFamily="49" charset="0"/>
              </a:rPr>
              <a:t> === </a:t>
            </a:r>
            <a:r>
              <a:rPr lang="en-US" sz="1600" b="0" dirty="0">
                <a:solidFill>
                  <a:srgbClr val="A31515"/>
                </a:solidFill>
                <a:effectLst/>
                <a:latin typeface="Consolas" panose="020B0609020204030204" pitchFamily="49" charset="0"/>
              </a:rPr>
              <a:t>'Logout'</a:t>
            </a:r>
            <a:r>
              <a:rPr lang="en-US" sz="1600" b="0" dirty="0">
                <a:solidFill>
                  <a:srgbClr val="000000"/>
                </a:solidFill>
                <a:effectLst/>
                <a:latin typeface="Consolas" panose="020B0609020204030204" pitchFamily="49" charset="0"/>
              </a:rPr>
              <a:t>) {</a:t>
            </a:r>
            <a:endParaRPr lang="en-US" sz="1600" b="0" dirty="0">
              <a:solidFill>
                <a:srgbClr val="3B3B3B"/>
              </a:solidFill>
              <a:effectLst/>
              <a:latin typeface="Consolas" panose="020B0609020204030204" pitchFamily="49" charset="0"/>
            </a:endParaRPr>
          </a:p>
          <a:p>
            <a:r>
              <a:rPr lang="en-US" sz="1600" b="0" dirty="0">
                <a:solidFill>
                  <a:srgbClr val="000000"/>
                </a:solidFill>
                <a:effectLst/>
                <a:latin typeface="Consolas" panose="020B0609020204030204" pitchFamily="49" charset="0"/>
              </a:rPr>
              <a:t>        </a:t>
            </a:r>
            <a:r>
              <a:rPr lang="en-US" sz="1600" b="0" dirty="0" err="1">
                <a:solidFill>
                  <a:srgbClr val="001080"/>
                </a:solidFill>
                <a:effectLst/>
                <a:latin typeface="Consolas" panose="020B0609020204030204" pitchFamily="49" charset="0"/>
              </a:rPr>
              <a:t>iconName</a:t>
            </a:r>
            <a:r>
              <a:rPr lang="en-US" sz="1600" b="0" dirty="0">
                <a:solidFill>
                  <a:srgbClr val="000000"/>
                </a:solidFill>
                <a:effectLst/>
                <a:latin typeface="Consolas" panose="020B0609020204030204" pitchFamily="49" charset="0"/>
              </a:rPr>
              <a:t> = </a:t>
            </a:r>
            <a:r>
              <a:rPr lang="en-US" sz="1600" b="0" dirty="0">
                <a:solidFill>
                  <a:srgbClr val="A31515"/>
                </a:solidFill>
                <a:effectLst/>
                <a:latin typeface="Consolas" panose="020B0609020204030204" pitchFamily="49" charset="0"/>
              </a:rPr>
              <a:t>'logout'</a:t>
            </a:r>
            <a:r>
              <a:rPr lang="en-US" sz="1600" b="0" dirty="0">
                <a:solidFill>
                  <a:srgbClr val="000000"/>
                </a:solidFill>
                <a:effectLst/>
                <a:latin typeface="Consolas" panose="020B0609020204030204" pitchFamily="49" charset="0"/>
              </a:rPr>
              <a:t>;</a:t>
            </a:r>
            <a:endParaRPr lang="en-US" sz="1600" b="0" dirty="0">
              <a:solidFill>
                <a:srgbClr val="3B3B3B"/>
              </a:solidFill>
              <a:effectLst/>
              <a:latin typeface="Consolas" panose="020B0609020204030204" pitchFamily="49" charset="0"/>
            </a:endParaRPr>
          </a:p>
          <a:p>
            <a:r>
              <a:rPr lang="en-US" sz="1600" b="0" dirty="0">
                <a:solidFill>
                  <a:srgbClr val="000000"/>
                </a:solidFill>
                <a:effectLst/>
                <a:latin typeface="Consolas" panose="020B0609020204030204" pitchFamily="49" charset="0"/>
              </a:rPr>
              <a:t>      }</a:t>
            </a:r>
            <a:endParaRPr lang="en-US" sz="1600" b="0" dirty="0">
              <a:solidFill>
                <a:srgbClr val="3B3B3B"/>
              </a:solidFill>
              <a:effectLst/>
              <a:latin typeface="Consolas" panose="020B0609020204030204" pitchFamily="49" charset="0"/>
            </a:endParaRPr>
          </a:p>
          <a:p>
            <a:r>
              <a:rPr lang="en-US" sz="1600" b="0" dirty="0">
                <a:solidFill>
                  <a:srgbClr val="000000"/>
                </a:solidFill>
                <a:effectLst/>
                <a:latin typeface="Consolas" panose="020B0609020204030204" pitchFamily="49" charset="0"/>
              </a:rPr>
              <a:t>      </a:t>
            </a:r>
            <a:r>
              <a:rPr lang="en-US" sz="1600" b="0" dirty="0">
                <a:solidFill>
                  <a:srgbClr val="AF00DB"/>
                </a:solidFill>
                <a:effectLst/>
                <a:latin typeface="Consolas" panose="020B0609020204030204" pitchFamily="49" charset="0"/>
              </a:rPr>
              <a:t>return</a:t>
            </a:r>
            <a:r>
              <a:rPr lang="en-US" sz="1600" b="0" dirty="0">
                <a:solidFill>
                  <a:srgbClr val="000000"/>
                </a:solidFill>
                <a:effectLst/>
                <a:latin typeface="Consolas" panose="020B0609020204030204" pitchFamily="49" charset="0"/>
              </a:rPr>
              <a:t> </a:t>
            </a:r>
            <a:r>
              <a:rPr lang="en-US" sz="1600" b="0" dirty="0">
                <a:solidFill>
                  <a:srgbClr val="800000"/>
                </a:solidFill>
                <a:effectLst/>
                <a:latin typeface="Consolas" panose="020B0609020204030204" pitchFamily="49" charset="0"/>
              </a:rPr>
              <a:t>&lt;</a:t>
            </a:r>
            <a:r>
              <a:rPr lang="en-US" sz="1600" b="0" dirty="0" err="1">
                <a:solidFill>
                  <a:srgbClr val="267F99"/>
                </a:solidFill>
                <a:effectLst/>
                <a:latin typeface="Consolas" panose="020B0609020204030204" pitchFamily="49" charset="0"/>
              </a:rPr>
              <a:t>MaterialIcons</a:t>
            </a:r>
            <a:r>
              <a:rPr lang="en-US" sz="1600" b="0" dirty="0">
                <a:solidFill>
                  <a:srgbClr val="000000"/>
                </a:solidFill>
                <a:effectLst/>
                <a:latin typeface="Consolas" panose="020B0609020204030204" pitchFamily="49" charset="0"/>
              </a:rPr>
              <a:t> </a:t>
            </a:r>
            <a:r>
              <a:rPr lang="en-US" sz="1600" b="0" dirty="0">
                <a:solidFill>
                  <a:srgbClr val="E50000"/>
                </a:solidFill>
                <a:effectLst/>
                <a:latin typeface="Consolas" panose="020B0609020204030204" pitchFamily="49" charset="0"/>
              </a:rPr>
              <a:t>name</a:t>
            </a:r>
            <a:r>
              <a:rPr lang="en-US" sz="1600" b="0" dirty="0">
                <a:solidFill>
                  <a:srgbClr val="000000"/>
                </a:solidFill>
                <a:effectLst/>
                <a:latin typeface="Consolas" panose="020B0609020204030204" pitchFamily="49" charset="0"/>
              </a:rPr>
              <a:t>=</a:t>
            </a:r>
            <a:r>
              <a:rPr lang="en-US" sz="1600" b="0" dirty="0">
                <a:solidFill>
                  <a:srgbClr val="0000FF"/>
                </a:solidFill>
                <a:effectLst/>
                <a:latin typeface="Consolas" panose="020B0609020204030204" pitchFamily="49" charset="0"/>
              </a:rPr>
              <a:t>{</a:t>
            </a:r>
            <a:r>
              <a:rPr lang="en-US" sz="1600" b="0" dirty="0" err="1">
                <a:solidFill>
                  <a:srgbClr val="001080"/>
                </a:solidFill>
                <a:effectLst/>
                <a:latin typeface="Consolas" panose="020B0609020204030204" pitchFamily="49" charset="0"/>
              </a:rPr>
              <a:t>iconName</a:t>
            </a:r>
            <a:r>
              <a:rPr lang="en-US" sz="1600" b="0" dirty="0">
                <a:solidFill>
                  <a:srgbClr val="0000FF"/>
                </a:solidFill>
                <a:effectLst/>
                <a:latin typeface="Consolas" panose="020B0609020204030204" pitchFamily="49" charset="0"/>
              </a:rPr>
              <a:t>}</a:t>
            </a:r>
            <a:r>
              <a:rPr lang="en-US" sz="1600" b="0" dirty="0">
                <a:solidFill>
                  <a:srgbClr val="000000"/>
                </a:solidFill>
                <a:effectLst/>
                <a:latin typeface="Consolas" panose="020B0609020204030204" pitchFamily="49" charset="0"/>
              </a:rPr>
              <a:t> </a:t>
            </a:r>
            <a:r>
              <a:rPr lang="en-US" sz="1600" b="0" dirty="0">
                <a:solidFill>
                  <a:srgbClr val="E50000"/>
                </a:solidFill>
                <a:effectLst/>
                <a:latin typeface="Consolas" panose="020B0609020204030204" pitchFamily="49" charset="0"/>
              </a:rPr>
              <a:t>size</a:t>
            </a:r>
            <a:r>
              <a:rPr lang="en-US" sz="1600" b="0" dirty="0">
                <a:solidFill>
                  <a:srgbClr val="000000"/>
                </a:solidFill>
                <a:effectLst/>
                <a:latin typeface="Consolas" panose="020B0609020204030204" pitchFamily="49" charset="0"/>
              </a:rPr>
              <a:t>=</a:t>
            </a:r>
            <a:r>
              <a:rPr lang="en-US" sz="1600" b="0" dirty="0">
                <a:solidFill>
                  <a:srgbClr val="0000FF"/>
                </a:solidFill>
                <a:effectLst/>
                <a:latin typeface="Consolas" panose="020B0609020204030204" pitchFamily="49" charset="0"/>
              </a:rPr>
              <a:t>{</a:t>
            </a:r>
            <a:r>
              <a:rPr lang="en-US" sz="1600" b="0" dirty="0">
                <a:solidFill>
                  <a:srgbClr val="001080"/>
                </a:solidFill>
                <a:effectLst/>
                <a:latin typeface="Consolas" panose="020B0609020204030204" pitchFamily="49" charset="0"/>
              </a:rPr>
              <a:t>size</a:t>
            </a:r>
            <a:r>
              <a:rPr lang="en-US" sz="1600" b="0" dirty="0">
                <a:solidFill>
                  <a:srgbClr val="0000FF"/>
                </a:solidFill>
                <a:effectLst/>
                <a:latin typeface="Consolas" panose="020B0609020204030204" pitchFamily="49" charset="0"/>
              </a:rPr>
              <a:t>}</a:t>
            </a:r>
            <a:r>
              <a:rPr lang="en-US" sz="1600" b="0" dirty="0">
                <a:solidFill>
                  <a:srgbClr val="000000"/>
                </a:solidFill>
                <a:effectLst/>
                <a:latin typeface="Consolas" panose="020B0609020204030204" pitchFamily="49" charset="0"/>
              </a:rPr>
              <a:t> </a:t>
            </a:r>
            <a:r>
              <a:rPr lang="en-US" sz="1600" b="0" dirty="0">
                <a:solidFill>
                  <a:srgbClr val="E50000"/>
                </a:solidFill>
                <a:effectLst/>
                <a:latin typeface="Consolas" panose="020B0609020204030204" pitchFamily="49" charset="0"/>
              </a:rPr>
              <a:t>color</a:t>
            </a:r>
            <a:r>
              <a:rPr lang="en-US" sz="1600" b="0" dirty="0">
                <a:solidFill>
                  <a:srgbClr val="000000"/>
                </a:solidFill>
                <a:effectLst/>
                <a:latin typeface="Consolas" panose="020B0609020204030204" pitchFamily="49" charset="0"/>
              </a:rPr>
              <a:t>=</a:t>
            </a:r>
            <a:r>
              <a:rPr lang="en-US" sz="1600" b="0" dirty="0">
                <a:solidFill>
                  <a:srgbClr val="0000FF"/>
                </a:solidFill>
                <a:effectLst/>
                <a:latin typeface="Consolas" panose="020B0609020204030204" pitchFamily="49" charset="0"/>
              </a:rPr>
              <a:t>{</a:t>
            </a:r>
            <a:r>
              <a:rPr lang="en-US" sz="1600" b="0" dirty="0">
                <a:solidFill>
                  <a:srgbClr val="001080"/>
                </a:solidFill>
                <a:effectLst/>
                <a:latin typeface="Consolas" panose="020B0609020204030204" pitchFamily="49" charset="0"/>
              </a:rPr>
              <a:t>color</a:t>
            </a:r>
            <a:r>
              <a:rPr lang="en-US" sz="1600" b="0" dirty="0">
                <a:solidFill>
                  <a:srgbClr val="0000FF"/>
                </a:solidFill>
                <a:effectLst/>
                <a:latin typeface="Consolas" panose="020B0609020204030204" pitchFamily="49" charset="0"/>
              </a:rPr>
              <a:t>}</a:t>
            </a:r>
            <a:r>
              <a:rPr lang="en-US" sz="1600" b="0" dirty="0">
                <a:solidFill>
                  <a:srgbClr val="000000"/>
                </a:solidFill>
                <a:effectLst/>
                <a:latin typeface="Consolas" panose="020B0609020204030204" pitchFamily="49" charset="0"/>
              </a:rPr>
              <a:t> </a:t>
            </a:r>
            <a:r>
              <a:rPr lang="en-US" sz="1600" b="0" dirty="0">
                <a:solidFill>
                  <a:srgbClr val="800000"/>
                </a:solidFill>
                <a:effectLst/>
                <a:latin typeface="Consolas" panose="020B0609020204030204" pitchFamily="49" charset="0"/>
              </a:rPr>
              <a:t>/&gt;</a:t>
            </a:r>
            <a:r>
              <a:rPr lang="en-US" sz="1600" b="0" dirty="0">
                <a:solidFill>
                  <a:srgbClr val="000000"/>
                </a:solidFill>
                <a:effectLst/>
                <a:latin typeface="Consolas" panose="020B0609020204030204" pitchFamily="49" charset="0"/>
              </a:rPr>
              <a:t>;</a:t>
            </a:r>
            <a:endParaRPr lang="en-US" sz="1600" b="0" dirty="0">
              <a:solidFill>
                <a:srgbClr val="3B3B3B"/>
              </a:solidFill>
              <a:effectLst/>
              <a:latin typeface="Consolas" panose="020B0609020204030204" pitchFamily="49" charset="0"/>
            </a:endParaRPr>
          </a:p>
          <a:p>
            <a:r>
              <a:rPr lang="en-US" sz="1600" b="0" dirty="0">
                <a:solidFill>
                  <a:srgbClr val="000000"/>
                </a:solidFill>
                <a:effectLst/>
                <a:latin typeface="Consolas" panose="020B0609020204030204" pitchFamily="49" charset="0"/>
              </a:rPr>
              <a:t>    },</a:t>
            </a:r>
            <a:endParaRPr lang="en-US" sz="1600" b="0" dirty="0">
              <a:solidFill>
                <a:srgbClr val="3B3B3B"/>
              </a:solidFill>
              <a:effectLst/>
              <a:latin typeface="Consolas" panose="020B0609020204030204" pitchFamily="49" charset="0"/>
            </a:endParaRPr>
          </a:p>
          <a:p>
            <a:r>
              <a:rPr lang="en-US" sz="1600" b="0" dirty="0">
                <a:solidFill>
                  <a:srgbClr val="000000"/>
                </a:solidFill>
                <a:effectLst/>
                <a:latin typeface="Consolas" panose="020B0609020204030204" pitchFamily="49" charset="0"/>
              </a:rPr>
              <a:t>    </a:t>
            </a:r>
            <a:r>
              <a:rPr lang="en-US" sz="1600" b="0" dirty="0" err="1">
                <a:solidFill>
                  <a:srgbClr val="001080"/>
                </a:solidFill>
                <a:effectLst/>
                <a:latin typeface="Consolas" panose="020B0609020204030204" pitchFamily="49" charset="0"/>
              </a:rPr>
              <a:t>tabBarActiveTintColor</a:t>
            </a:r>
            <a:r>
              <a:rPr lang="en-US" sz="1600" b="0" dirty="0">
                <a:solidFill>
                  <a:srgbClr val="001080"/>
                </a:solidFill>
                <a:effectLst/>
                <a:latin typeface="Consolas" panose="020B0609020204030204" pitchFamily="49" charset="0"/>
              </a:rPr>
              <a:t>:</a:t>
            </a:r>
            <a:r>
              <a:rPr lang="en-US" sz="1600" b="0" dirty="0">
                <a:solidFill>
                  <a:srgbClr val="000000"/>
                </a:solidFill>
                <a:effectLst/>
                <a:latin typeface="Consolas" panose="020B0609020204030204" pitchFamily="49" charset="0"/>
              </a:rPr>
              <a:t> </a:t>
            </a:r>
            <a:r>
              <a:rPr lang="en-US" sz="1600" b="0" dirty="0">
                <a:solidFill>
                  <a:srgbClr val="A31515"/>
                </a:solidFill>
                <a:effectLst/>
                <a:latin typeface="Consolas" panose="020B0609020204030204" pitchFamily="49" charset="0"/>
              </a:rPr>
              <a:t>'navy'</a:t>
            </a:r>
            <a:r>
              <a:rPr lang="en-US" sz="1600" b="0" dirty="0">
                <a:solidFill>
                  <a:srgbClr val="000000"/>
                </a:solidFill>
                <a:effectLst/>
                <a:latin typeface="Consolas" panose="020B0609020204030204" pitchFamily="49" charset="0"/>
              </a:rPr>
              <a:t>,</a:t>
            </a:r>
            <a:endParaRPr lang="en-US" sz="1600" b="0" dirty="0">
              <a:solidFill>
                <a:srgbClr val="3B3B3B"/>
              </a:solidFill>
              <a:effectLst/>
              <a:latin typeface="Consolas" panose="020B0609020204030204" pitchFamily="49" charset="0"/>
            </a:endParaRPr>
          </a:p>
          <a:p>
            <a:r>
              <a:rPr lang="en-US" sz="1600" b="0" dirty="0">
                <a:solidFill>
                  <a:srgbClr val="000000"/>
                </a:solidFill>
                <a:effectLst/>
                <a:latin typeface="Consolas" panose="020B0609020204030204" pitchFamily="49" charset="0"/>
              </a:rPr>
              <a:t>    </a:t>
            </a:r>
            <a:r>
              <a:rPr lang="en-US" sz="1600" b="0" dirty="0" err="1">
                <a:solidFill>
                  <a:srgbClr val="001080"/>
                </a:solidFill>
                <a:effectLst/>
                <a:latin typeface="Consolas" panose="020B0609020204030204" pitchFamily="49" charset="0"/>
              </a:rPr>
              <a:t>tabBarInactiveTintColor</a:t>
            </a:r>
            <a:r>
              <a:rPr lang="en-US" sz="1600" b="0" dirty="0">
                <a:solidFill>
                  <a:srgbClr val="001080"/>
                </a:solidFill>
                <a:effectLst/>
                <a:latin typeface="Consolas" panose="020B0609020204030204" pitchFamily="49" charset="0"/>
              </a:rPr>
              <a:t>:</a:t>
            </a:r>
            <a:r>
              <a:rPr lang="en-US" sz="1600" b="0" dirty="0">
                <a:solidFill>
                  <a:srgbClr val="000000"/>
                </a:solidFill>
                <a:effectLst/>
                <a:latin typeface="Consolas" panose="020B0609020204030204" pitchFamily="49" charset="0"/>
              </a:rPr>
              <a:t> </a:t>
            </a:r>
            <a:r>
              <a:rPr lang="en-US" sz="1600" b="0" dirty="0">
                <a:solidFill>
                  <a:srgbClr val="A31515"/>
                </a:solidFill>
                <a:effectLst/>
                <a:latin typeface="Consolas" panose="020B0609020204030204" pitchFamily="49" charset="0"/>
              </a:rPr>
              <a:t>'gray'</a:t>
            </a:r>
            <a:r>
              <a:rPr lang="en-US" sz="1600" b="0" dirty="0">
                <a:solidFill>
                  <a:srgbClr val="000000"/>
                </a:solidFill>
                <a:effectLst/>
                <a:latin typeface="Consolas" panose="020B0609020204030204" pitchFamily="49" charset="0"/>
              </a:rPr>
              <a:t>,</a:t>
            </a:r>
            <a:endParaRPr lang="en-US" sz="1600" b="0" dirty="0">
              <a:solidFill>
                <a:srgbClr val="3B3B3B"/>
              </a:solidFill>
              <a:effectLst/>
              <a:latin typeface="Consolas" panose="020B0609020204030204" pitchFamily="49" charset="0"/>
            </a:endParaRPr>
          </a:p>
          <a:p>
            <a:r>
              <a:rPr lang="en-US" sz="1600" b="0" dirty="0">
                <a:solidFill>
                  <a:srgbClr val="000000"/>
                </a:solidFill>
                <a:effectLst/>
                <a:latin typeface="Consolas" panose="020B0609020204030204" pitchFamily="49" charset="0"/>
              </a:rPr>
              <a:t>  })</a:t>
            </a:r>
            <a:r>
              <a:rPr lang="en-US" sz="1600" b="0" dirty="0">
                <a:solidFill>
                  <a:srgbClr val="0000FF"/>
                </a:solidFill>
                <a:effectLst/>
                <a:latin typeface="Consolas" panose="020B0609020204030204" pitchFamily="49" charset="0"/>
              </a:rPr>
              <a:t>}</a:t>
            </a:r>
            <a:r>
              <a:rPr lang="en-US" sz="1600" b="0" dirty="0">
                <a:solidFill>
                  <a:srgbClr val="800000"/>
                </a:solidFill>
                <a:effectLst/>
                <a:latin typeface="Consolas" panose="020B0609020204030204" pitchFamily="49" charset="0"/>
              </a:rPr>
              <a:t>&gt;</a:t>
            </a:r>
            <a:endParaRPr lang="en-US" sz="1600" b="0" dirty="0">
              <a:solidFill>
                <a:srgbClr val="3B3B3B"/>
              </a:solidFill>
              <a:effectLst/>
              <a:latin typeface="Consolas" panose="020B0609020204030204" pitchFamily="49" charset="0"/>
            </a:endParaRPr>
          </a:p>
        </p:txBody>
      </p:sp>
    </p:spTree>
    <p:extLst>
      <p:ext uri="{BB962C8B-B14F-4D97-AF65-F5344CB8AC3E}">
        <p14:creationId xmlns:p14="http://schemas.microsoft.com/office/powerpoint/2010/main" val="33586978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Tab Navigation – Exercise</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41918"/>
            <a:ext cx="11743016" cy="4933498"/>
          </a:xfrm>
          <a:prstGeom prst="rect">
            <a:avLst/>
          </a:prstGeom>
        </p:spPr>
        <p:txBody>
          <a:bodyPr numCol="1">
            <a:normAutofit fontScale="77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600" dirty="0"/>
              <a:t>Looking closely at the code, </a:t>
            </a:r>
            <a:r>
              <a:rPr lang="en-US" sz="3600" dirty="0" err="1"/>
              <a:t>screenOption</a:t>
            </a:r>
            <a:r>
              <a:rPr lang="en-US" sz="3600" dirty="0"/>
              <a:t> calls an arrow function with a prop “route”.</a:t>
            </a:r>
          </a:p>
          <a:p>
            <a:pPr>
              <a:lnSpc>
                <a:spcPct val="120000"/>
              </a:lnSpc>
              <a:buFont typeface="Wingdings" panose="05000000000000000000" pitchFamily="2" charset="2"/>
              <a:buChar char="§"/>
            </a:pPr>
            <a:r>
              <a:rPr lang="en-US" sz="3600" dirty="0"/>
              <a:t>Inside the implementation of this arrow function, we are setting </a:t>
            </a:r>
            <a:r>
              <a:rPr lang="en-US" sz="3600" dirty="0" err="1"/>
              <a:t>tabBarIcon</a:t>
            </a:r>
            <a:r>
              <a:rPr lang="en-US" sz="3600" dirty="0"/>
              <a:t> property. However, we want to define a different icon for each route.</a:t>
            </a:r>
          </a:p>
          <a:p>
            <a:pPr>
              <a:lnSpc>
                <a:spcPct val="120000"/>
              </a:lnSpc>
              <a:buFont typeface="Wingdings" panose="05000000000000000000" pitchFamily="2" charset="2"/>
              <a:buChar char="§"/>
            </a:pPr>
            <a:r>
              <a:rPr lang="en-US" sz="3600" dirty="0"/>
              <a:t>The </a:t>
            </a:r>
            <a:r>
              <a:rPr lang="en-US" sz="3600" dirty="0" err="1"/>
              <a:t>tabBarIcon</a:t>
            </a:r>
            <a:r>
              <a:rPr lang="en-US" sz="3600" dirty="0"/>
              <a:t> also calls a nested arrow function with 3 props “focused”, “color”, and “size”</a:t>
            </a:r>
          </a:p>
          <a:p>
            <a:pPr>
              <a:lnSpc>
                <a:spcPct val="120000"/>
              </a:lnSpc>
              <a:buFont typeface="Wingdings" panose="05000000000000000000" pitchFamily="2" charset="2"/>
              <a:buChar char="§"/>
            </a:pPr>
            <a:r>
              <a:rPr lang="en-US" sz="3600" dirty="0"/>
              <a:t>When the target tab is in focus, then we are using a different icon. When it is out of focus, a different icon is shown.</a:t>
            </a:r>
          </a:p>
          <a:p>
            <a:pPr>
              <a:lnSpc>
                <a:spcPct val="120000"/>
              </a:lnSpc>
              <a:buFont typeface="Wingdings" panose="05000000000000000000" pitchFamily="2" charset="2"/>
              <a:buChar char="§"/>
            </a:pPr>
            <a:r>
              <a:rPr lang="en-US" sz="3600" dirty="0"/>
              <a:t>The return statement returns a </a:t>
            </a:r>
            <a:r>
              <a:rPr lang="en-US" sz="3600" dirty="0" err="1"/>
              <a:t>MaterialIcon</a:t>
            </a:r>
            <a:r>
              <a:rPr lang="en-US" sz="3600" dirty="0"/>
              <a:t> component with selected right icon name.</a:t>
            </a:r>
          </a:p>
        </p:txBody>
      </p:sp>
    </p:spTree>
    <p:extLst>
      <p:ext uri="{BB962C8B-B14F-4D97-AF65-F5344CB8AC3E}">
        <p14:creationId xmlns:p14="http://schemas.microsoft.com/office/powerpoint/2010/main" val="11842004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Drawer Navigation</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41918"/>
            <a:ext cx="11743016" cy="4887878"/>
          </a:xfrm>
          <a:prstGeom prst="rect">
            <a:avLst/>
          </a:prstGeom>
        </p:spPr>
        <p:txBody>
          <a:bodyPr numCol="1">
            <a:normAutofit fontScale="700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42950" indent="-742950">
              <a:lnSpc>
                <a:spcPct val="120000"/>
              </a:lnSpc>
              <a:buFont typeface="+mj-lt"/>
              <a:buAutoNum type="arabicPeriod"/>
            </a:pPr>
            <a:r>
              <a:rPr lang="en-US" sz="3600" dirty="0"/>
              <a:t>Install Drawer navigator</a:t>
            </a:r>
          </a:p>
          <a:p>
            <a:pPr marL="0" indent="0">
              <a:lnSpc>
                <a:spcPct val="120000"/>
              </a:lnSpc>
              <a:buNone/>
            </a:pPr>
            <a:r>
              <a:rPr lang="en-US" sz="2900" dirty="0" err="1">
                <a:latin typeface="Cascadia Code" panose="020B0609020000020004" pitchFamily="49" charset="0"/>
                <a:ea typeface="Cascadia Code" panose="020B0609020000020004" pitchFamily="49" charset="0"/>
                <a:cs typeface="Cascadia Code" panose="020B0609020000020004" pitchFamily="49" charset="0"/>
              </a:rPr>
              <a:t>npm</a:t>
            </a:r>
            <a:r>
              <a:rPr lang="en-US" sz="2900" dirty="0">
                <a:latin typeface="Cascadia Code" panose="020B0609020000020004" pitchFamily="49" charset="0"/>
                <a:ea typeface="Cascadia Code" panose="020B0609020000020004" pitchFamily="49" charset="0"/>
                <a:cs typeface="Cascadia Code" panose="020B0609020000020004" pitchFamily="49" charset="0"/>
              </a:rPr>
              <a:t> install @react-navigation/drawer</a:t>
            </a:r>
            <a:endParaRPr lang="en-US" sz="2900" dirty="0"/>
          </a:p>
          <a:p>
            <a:pPr marL="742950" indent="-742950">
              <a:lnSpc>
                <a:spcPct val="120000"/>
              </a:lnSpc>
              <a:buFont typeface="+mj-lt"/>
              <a:buAutoNum type="arabicPeriod"/>
            </a:pPr>
            <a:r>
              <a:rPr lang="en-US" sz="3600" dirty="0"/>
              <a:t>Import the drawer component</a:t>
            </a:r>
          </a:p>
          <a:p>
            <a:pPr marL="742950" indent="-742950">
              <a:lnSpc>
                <a:spcPct val="120000"/>
              </a:lnSpc>
              <a:buFont typeface="+mj-lt"/>
              <a:buAutoNum type="arabicPeriod"/>
            </a:pPr>
            <a:r>
              <a:rPr lang="en-US" sz="3600" dirty="0"/>
              <a:t>Initialize in a constant on top of your App component.</a:t>
            </a:r>
          </a:p>
          <a:p>
            <a:pPr marL="742950" indent="-742950">
              <a:lnSpc>
                <a:spcPct val="120000"/>
              </a:lnSpc>
              <a:buFont typeface="+mj-lt"/>
              <a:buAutoNum type="arabicPeriod"/>
            </a:pPr>
            <a:r>
              <a:rPr lang="en-US" sz="3600" dirty="0"/>
              <a:t>Define the Drawer Navigator component inside the Navigation Container.</a:t>
            </a:r>
          </a:p>
          <a:p>
            <a:pPr marL="742950" indent="-742950">
              <a:lnSpc>
                <a:spcPct val="120000"/>
              </a:lnSpc>
              <a:buFont typeface="+mj-lt"/>
              <a:buAutoNum type="arabicPeriod"/>
            </a:pPr>
            <a:r>
              <a:rPr lang="en-US" sz="3600" dirty="0"/>
              <a:t>Attach all the Views as Screens inside the Drawer Navigator.</a:t>
            </a:r>
          </a:p>
          <a:p>
            <a:pPr marL="742950" indent="-742950">
              <a:lnSpc>
                <a:spcPct val="120000"/>
              </a:lnSpc>
              <a:buFont typeface="+mj-lt"/>
              <a:buAutoNum type="arabicPeriod"/>
            </a:pPr>
            <a:r>
              <a:rPr lang="en-US" sz="3600" dirty="0"/>
              <a:t>One important settings you might need is enabling reanimated plugin in babel.config.js:</a:t>
            </a:r>
          </a:p>
          <a:p>
            <a:pPr marL="0" indent="0">
              <a:lnSpc>
                <a:spcPct val="120000"/>
              </a:lnSpc>
              <a:buNone/>
            </a:pPr>
            <a:r>
              <a:rPr lang="en-US" sz="3600" dirty="0"/>
              <a:t>presets: ['babel-preset-expo'],</a:t>
            </a:r>
            <a:br>
              <a:rPr lang="en-US" sz="3600" dirty="0"/>
            </a:br>
            <a:r>
              <a:rPr lang="en-US" sz="3600" dirty="0"/>
              <a:t>plugins: ['react-native-reanimated/plugin'],</a:t>
            </a:r>
          </a:p>
        </p:txBody>
      </p:sp>
    </p:spTree>
    <p:extLst>
      <p:ext uri="{BB962C8B-B14F-4D97-AF65-F5344CB8AC3E}">
        <p14:creationId xmlns:p14="http://schemas.microsoft.com/office/powerpoint/2010/main" val="15884315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Assignment 4</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4887878"/>
          </a:xfrm>
          <a:prstGeom prst="rect">
            <a:avLst/>
          </a:prstGeom>
        </p:spPr>
        <p:txBody>
          <a:bodyPr numCol="1">
            <a:normAutofit fontScale="850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800" dirty="0"/>
              <a:t>Add Drawer Navigation to the </a:t>
            </a:r>
            <a:r>
              <a:rPr lang="en-US" sz="3800" dirty="0" err="1"/>
              <a:t>baham</a:t>
            </a:r>
            <a:r>
              <a:rPr lang="en-US" sz="3800" dirty="0"/>
              <a:t>-mobile app forked from original repository on </a:t>
            </a:r>
            <a:r>
              <a:rPr lang="en-US" sz="3800" dirty="0" err="1"/>
              <a:t>Github</a:t>
            </a:r>
            <a:r>
              <a:rPr lang="en-US" sz="3800" dirty="0"/>
              <a:t>.</a:t>
            </a:r>
          </a:p>
          <a:p>
            <a:pPr>
              <a:lnSpc>
                <a:spcPct val="120000"/>
              </a:lnSpc>
              <a:buFont typeface="Wingdings" panose="05000000000000000000" pitchFamily="2" charset="2"/>
              <a:buChar char="§"/>
            </a:pPr>
            <a:r>
              <a:rPr lang="en-US" sz="3800" dirty="0"/>
              <a:t>Your final app must contain: Home, Login, Menu, About and Settings views. You will design them according to your own sense of what </a:t>
            </a:r>
            <a:r>
              <a:rPr lang="en-US" sz="3800" dirty="0" err="1"/>
              <a:t>Baham</a:t>
            </a:r>
            <a:r>
              <a:rPr lang="en-US" sz="3800" dirty="0"/>
              <a:t> app should look like.</a:t>
            </a:r>
            <a:endParaRPr lang="en-US" sz="3600" dirty="0"/>
          </a:p>
          <a:p>
            <a:pPr>
              <a:lnSpc>
                <a:spcPct val="120000"/>
              </a:lnSpc>
              <a:buFont typeface="Wingdings" panose="05000000000000000000" pitchFamily="2" charset="2"/>
              <a:buChar char="§"/>
            </a:pPr>
            <a:r>
              <a:rPr lang="en-US" sz="3800" dirty="0"/>
              <a:t>This is a group project. Each member will submit the same copy of code. If you run into problems doing this assignment, contact other classmates.</a:t>
            </a:r>
          </a:p>
          <a:p>
            <a:pPr>
              <a:lnSpc>
                <a:spcPct val="120000"/>
              </a:lnSpc>
              <a:buFont typeface="Wingdings" panose="05000000000000000000" pitchFamily="2" charset="2"/>
              <a:buChar char="§"/>
            </a:pPr>
            <a:r>
              <a:rPr lang="en-US" sz="3800" u="sng" dirty="0"/>
              <a:t>No help will be provided from your instructor in this assignment.</a:t>
            </a:r>
            <a:endParaRPr lang="en-US" sz="3600" u="sng" dirty="0"/>
          </a:p>
        </p:txBody>
      </p:sp>
    </p:spTree>
    <p:extLst>
      <p:ext uri="{BB962C8B-B14F-4D97-AF65-F5344CB8AC3E}">
        <p14:creationId xmlns:p14="http://schemas.microsoft.com/office/powerpoint/2010/main" val="25089169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0" name="Picture Placeholder 7" descr="abstract image">
            <a:extLst>
              <a:ext uri="{FF2B5EF4-FFF2-40B4-BE49-F238E27FC236}">
                <a16:creationId xmlns:a16="http://schemas.microsoft.com/office/drawing/2014/main" id="{D5C5EA1B-F06D-4AD1-B526-89C2DF772232}"/>
              </a:ext>
            </a:extLst>
          </p:cNvPr>
          <p:cNvPicPr>
            <a:picLocks noChangeAspect="1"/>
          </p:cNvPicPr>
          <p:nvPr/>
        </p:nvPicPr>
        <p:blipFill rotWithShape="1">
          <a:blip r:embed="rId2">
            <a:alphaModFix amt="52000"/>
            <a:extLst>
              <a:ext uri="{BEBA8EAE-BF5A-486C-A8C5-ECC9F3942E4B}">
                <a14:imgProps xmlns:a14="http://schemas.microsoft.com/office/drawing/2010/main">
                  <a14:imgLayer r:embed="rId3">
                    <a14:imgEffect>
                      <a14:saturation sat="0"/>
                    </a14:imgEffect>
                  </a14:imgLayer>
                </a14:imgProps>
              </a:ext>
            </a:extLst>
          </a:blip>
          <a:srcRect l="22717" r="45642"/>
          <a:stretch/>
        </p:blipFill>
        <p:spPr>
          <a:xfrm rot="16200000">
            <a:off x="2667001" y="-2666999"/>
            <a:ext cx="6858000" cy="12192000"/>
          </a:xfrm>
          <a:prstGeom prst="rect">
            <a:avLst/>
          </a:prstGeom>
          <a:noFill/>
        </p:spPr>
      </p:pic>
      <p:sp>
        <p:nvSpPr>
          <p:cNvPr id="6" name="Title 5">
            <a:extLst>
              <a:ext uri="{FF2B5EF4-FFF2-40B4-BE49-F238E27FC236}">
                <a16:creationId xmlns:a16="http://schemas.microsoft.com/office/drawing/2014/main" id="{4F7706BE-EF2E-459C-8778-01DDD354C634}"/>
              </a:ext>
            </a:extLst>
          </p:cNvPr>
          <p:cNvSpPr>
            <a:spLocks noGrp="1"/>
          </p:cNvSpPr>
          <p:nvPr>
            <p:ph type="title" idx="4294967295"/>
          </p:nvPr>
        </p:nvSpPr>
        <p:spPr>
          <a:xfrm>
            <a:off x="702365" y="1660810"/>
            <a:ext cx="10787270" cy="830649"/>
          </a:xfrm>
        </p:spPr>
        <p:txBody>
          <a:bodyPr>
            <a:normAutofit/>
          </a:bodyPr>
          <a:lstStyle/>
          <a:p>
            <a:r>
              <a:rPr lang="en-US" sz="4000" spc="300" dirty="0"/>
              <a:t>THANK YOU</a:t>
            </a:r>
          </a:p>
        </p:txBody>
      </p:sp>
      <p:pic>
        <p:nvPicPr>
          <p:cNvPr id="24" name="Online Image Placeholder 23" descr="User">
            <a:extLst>
              <a:ext uri="{FF2B5EF4-FFF2-40B4-BE49-F238E27FC236}">
                <a16:creationId xmlns:a16="http://schemas.microsoft.com/office/drawing/2014/main" id="{E896B487-8C07-495F-95BF-B8F4960E1E8D}"/>
              </a:ext>
            </a:extLst>
          </p:cNvPr>
          <p:cNvPicPr>
            <a:picLocks noGrp="1" noChangeAspect="1"/>
          </p:cNvPicPr>
          <p:nvPr>
            <p:ph type="clipArt" sz="quarter" idx="19"/>
          </p:nvPr>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p:pic>
      <p:pic>
        <p:nvPicPr>
          <p:cNvPr id="12" name="Online Image Placeholder 11" descr="Smart Phone">
            <a:extLst>
              <a:ext uri="{FF2B5EF4-FFF2-40B4-BE49-F238E27FC236}">
                <a16:creationId xmlns:a16="http://schemas.microsoft.com/office/drawing/2014/main" id="{4E709B75-16EA-4581-AED9-567DEF45A6B2}"/>
              </a:ext>
            </a:extLst>
          </p:cNvPr>
          <p:cNvPicPr>
            <a:picLocks noGrp="1" noChangeAspect="1"/>
          </p:cNvPicPr>
          <p:nvPr>
            <p:ph type="clipArt" sz="quarter" idx="20"/>
          </p:nvPr>
        </p:nvPicPr>
        <p:blipFill>
          <a:blip r:embed="rId6" cstate="email">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5730873" y="3118670"/>
            <a:ext cx="730250" cy="730250"/>
          </a:xfrm>
        </p:spPr>
      </p:pic>
      <p:pic>
        <p:nvPicPr>
          <p:cNvPr id="28" name="Online Image Placeholder 27" descr="Envelope">
            <a:extLst>
              <a:ext uri="{FF2B5EF4-FFF2-40B4-BE49-F238E27FC236}">
                <a16:creationId xmlns:a16="http://schemas.microsoft.com/office/drawing/2014/main" id="{D4D09222-33EB-4F99-9A89-51E2E1E97584}"/>
              </a:ext>
            </a:extLst>
          </p:cNvPr>
          <p:cNvPicPr>
            <a:picLocks noGrp="1" noChangeAspect="1"/>
          </p:cNvPicPr>
          <p:nvPr>
            <p:ph type="clipArt" sz="quarter" idx="21"/>
          </p:nvPr>
        </p:nvPicPr>
        <p:blipFill>
          <a:blip r:embed="rId8" cstate="email">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p:pic>
      <p:sp>
        <p:nvSpPr>
          <p:cNvPr id="8" name="Text Placeholder 7">
            <a:extLst>
              <a:ext uri="{FF2B5EF4-FFF2-40B4-BE49-F238E27FC236}">
                <a16:creationId xmlns:a16="http://schemas.microsoft.com/office/drawing/2014/main" id="{0B070B25-2BBC-49AC-9CFA-1CD7195DF2D6}"/>
              </a:ext>
            </a:extLst>
          </p:cNvPr>
          <p:cNvSpPr>
            <a:spLocks noGrp="1"/>
          </p:cNvSpPr>
          <p:nvPr>
            <p:ph type="body" sz="quarter" idx="16"/>
          </p:nvPr>
        </p:nvSpPr>
        <p:spPr/>
        <p:txBody>
          <a:bodyPr/>
          <a:lstStyle/>
          <a:p>
            <a:r>
              <a:rPr lang="en-US" dirty="0"/>
              <a:t>Owais Hussain</a:t>
            </a:r>
          </a:p>
        </p:txBody>
      </p:sp>
      <p:sp>
        <p:nvSpPr>
          <p:cNvPr id="9" name="Text Placeholder 8">
            <a:extLst>
              <a:ext uri="{FF2B5EF4-FFF2-40B4-BE49-F238E27FC236}">
                <a16:creationId xmlns:a16="http://schemas.microsoft.com/office/drawing/2014/main" id="{9E2524A0-105C-4170-BB48-CD0756FB3DFE}"/>
              </a:ext>
            </a:extLst>
          </p:cNvPr>
          <p:cNvSpPr>
            <a:spLocks noGrp="1"/>
          </p:cNvSpPr>
          <p:nvPr>
            <p:ph type="body" sz="quarter" idx="17"/>
          </p:nvPr>
        </p:nvSpPr>
        <p:spPr/>
        <p:txBody>
          <a:bodyPr/>
          <a:lstStyle/>
          <a:p>
            <a:r>
              <a:rPr lang="en-US" dirty="0"/>
              <a:t>+92 345-3174270</a:t>
            </a:r>
          </a:p>
        </p:txBody>
      </p:sp>
      <p:sp>
        <p:nvSpPr>
          <p:cNvPr id="10" name="Text Placeholder 9">
            <a:extLst>
              <a:ext uri="{FF2B5EF4-FFF2-40B4-BE49-F238E27FC236}">
                <a16:creationId xmlns:a16="http://schemas.microsoft.com/office/drawing/2014/main" id="{6E57A531-5B0F-485D-A015-BC78AD089BA6}"/>
              </a:ext>
            </a:extLst>
          </p:cNvPr>
          <p:cNvSpPr>
            <a:spLocks noGrp="1"/>
          </p:cNvSpPr>
          <p:nvPr>
            <p:ph type="body" sz="quarter" idx="18"/>
          </p:nvPr>
        </p:nvSpPr>
        <p:spPr>
          <a:xfrm>
            <a:off x="8216525" y="3903126"/>
            <a:ext cx="3572351" cy="518795"/>
          </a:xfrm>
        </p:spPr>
        <p:txBody>
          <a:bodyPr>
            <a:normAutofit fontScale="92500"/>
          </a:bodyPr>
          <a:lstStyle/>
          <a:p>
            <a:r>
              <a:rPr lang="en-US" dirty="0"/>
              <a:t>owais.hussain@kiet.edu.pk</a:t>
            </a:r>
          </a:p>
        </p:txBody>
      </p:sp>
      <p:sp>
        <p:nvSpPr>
          <p:cNvPr id="3" name="Text Placeholder 2">
            <a:extLst>
              <a:ext uri="{FF2B5EF4-FFF2-40B4-BE49-F238E27FC236}">
                <a16:creationId xmlns:a16="http://schemas.microsoft.com/office/drawing/2014/main" id="{C747C414-85D9-40D6-9BB3-5AF68A84F413}"/>
              </a:ext>
            </a:extLst>
          </p:cNvPr>
          <p:cNvSpPr>
            <a:spLocks noGrp="1"/>
          </p:cNvSpPr>
          <p:nvPr>
            <p:ph type="body" sz="quarter" idx="12"/>
          </p:nvPr>
        </p:nvSpPr>
        <p:spPr>
          <a:xfrm>
            <a:off x="2486288" y="5137992"/>
            <a:ext cx="7219423" cy="518795"/>
          </a:xfrm>
        </p:spPr>
        <p:txBody>
          <a:bodyPr/>
          <a:lstStyle/>
          <a:p>
            <a:r>
              <a:rPr lang="en-US" sz="1700" dirty="0"/>
              <a:t>https://www.researchgate.net/profile/Owais-Hussain-3</a:t>
            </a:r>
          </a:p>
        </p:txBody>
      </p:sp>
    </p:spTree>
    <p:extLst>
      <p:ext uri="{BB962C8B-B14F-4D97-AF65-F5344CB8AC3E}">
        <p14:creationId xmlns:p14="http://schemas.microsoft.com/office/powerpoint/2010/main" val="927727573"/>
      </p:ext>
    </p:extLst>
  </p:cSld>
  <p:clrMapOvr>
    <a:masterClrMapping/>
  </p:clrMapOvr>
</p:sld>
</file>

<file path=ppt/theme/theme1.xml><?xml version="1.0" encoding="utf-8"?>
<a:theme xmlns:a="http://schemas.openxmlformats.org/drawingml/2006/main" name="Office Theme">
  <a:themeElements>
    <a:clrScheme name="Custom 5">
      <a:dk1>
        <a:sysClr val="windowText" lastClr="000000"/>
      </a:dk1>
      <a:lt1>
        <a:sysClr val="window" lastClr="FFFFFF"/>
      </a:lt1>
      <a:dk2>
        <a:srgbClr val="44546A"/>
      </a:dk2>
      <a:lt2>
        <a:srgbClr val="E7E6E6"/>
      </a:lt2>
      <a:accent1>
        <a:srgbClr val="A53F52"/>
      </a:accent1>
      <a:accent2>
        <a:srgbClr val="E99757"/>
      </a:accent2>
      <a:accent3>
        <a:srgbClr val="2F3342"/>
      </a:accent3>
      <a:accent4>
        <a:srgbClr val="2C2153"/>
      </a:accent4>
      <a:accent5>
        <a:srgbClr val="01023B"/>
      </a:accent5>
      <a:accent6>
        <a:srgbClr val="7F7F7F"/>
      </a:accent6>
      <a:hlink>
        <a:srgbClr val="3A3838"/>
      </a:hlink>
      <a:folHlink>
        <a:srgbClr val="D0CECE"/>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ech presentation_Win32_LW_v2.potx" id="{3AEEB70B-72AA-432B-B699-7833EBF4B1FE}" vid="{14A49A59-25D4-4203-BE02-DE6939C7C5F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55BB9993-D5F9-46FA-B2E5-80E3632E982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B7E2D32-4FDD-4266-880C-17595B801432}">
  <ds:schemaRefs>
    <ds:schemaRef ds:uri="http://schemas.microsoft.com/sharepoint/v3/contenttype/forms"/>
  </ds:schemaRefs>
</ds:datastoreItem>
</file>

<file path=customXml/itemProps3.xml><?xml version="1.0" encoding="utf-8"?>
<ds:datastoreItem xmlns:ds="http://schemas.openxmlformats.org/officeDocument/2006/customXml" ds:itemID="{E3D9F223-918A-45AF-9B53-56AB9E5E2182}">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Tech presentation</Template>
  <TotalTime>2925</TotalTime>
  <Words>1736</Words>
  <Application>Microsoft Office PowerPoint</Application>
  <PresentationFormat>Widescreen</PresentationFormat>
  <Paragraphs>205</Paragraphs>
  <Slides>19</Slides>
  <Notes>16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19</vt:i4>
      </vt:variant>
    </vt:vector>
  </HeadingPairs>
  <TitlesOfParts>
    <vt:vector size="27" baseType="lpstr">
      <vt:lpstr>Arial</vt:lpstr>
      <vt:lpstr>Calibri</vt:lpstr>
      <vt:lpstr>Calibri Light</vt:lpstr>
      <vt:lpstr>Cascadia Code</vt:lpstr>
      <vt:lpstr>Consolas</vt:lpstr>
      <vt:lpstr>Trebuchet MS</vt:lpstr>
      <vt:lpstr>Wingdings</vt:lpstr>
      <vt:lpstr>Office Theme</vt:lpstr>
      <vt:lpstr>MOBILE APPLICATION Development (114155)</vt:lpstr>
      <vt:lpstr>Agenda</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INFLUENCE MINING IN COMPLEX NETWORKS</dc:title>
  <dc:creator>Owais Ahmed</dc:creator>
  <cp:lastModifiedBy>Owais Ahmed</cp:lastModifiedBy>
  <cp:revision>302</cp:revision>
  <dcterms:created xsi:type="dcterms:W3CDTF">2022-11-22T20:08:03Z</dcterms:created>
  <dcterms:modified xsi:type="dcterms:W3CDTF">2023-12-30T11:02:53Z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