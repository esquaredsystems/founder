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448" r:id="rId5"/>
    <p:sldId id="2462" r:id="rId6"/>
    <p:sldId id="2486" r:id="rId7"/>
    <p:sldId id="2485" r:id="rId8"/>
    <p:sldId id="2487" r:id="rId9"/>
    <p:sldId id="2488" r:id="rId10"/>
    <p:sldId id="2489" r:id="rId11"/>
    <p:sldId id="2490" r:id="rId12"/>
    <p:sldId id="2491" r:id="rId13"/>
    <p:sldId id="2492" r:id="rId14"/>
    <p:sldId id="2496" r:id="rId15"/>
    <p:sldId id="2499" r:id="rId16"/>
    <p:sldId id="2493" r:id="rId17"/>
    <p:sldId id="2497" r:id="rId18"/>
    <p:sldId id="2498" r:id="rId19"/>
    <p:sldId id="2494" r:id="rId20"/>
    <p:sldId id="2495" r:id="rId21"/>
    <p:sldId id="2500" r:id="rId22"/>
    <p:sldId id="2501" r:id="rId23"/>
    <p:sldId id="2502" r:id="rId24"/>
    <p:sldId id="2503" r:id="rId25"/>
    <p:sldId id="2504" r:id="rId26"/>
    <p:sldId id="243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38D118-F544-4B05-948B-A63D0994F77C}" v="22" dt="2023-10-27T06:47:16.8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44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245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BE9A8FA4-F0D4-415F-B433-35430F677299}"/>
    <pc:docChg chg="modSld">
      <pc:chgData name="Owais Ahmed" userId="6abc7d4556b3b071" providerId="LiveId" clId="{BE9A8FA4-F0D4-415F-B433-35430F677299}" dt="2023-10-07T07:19:20.284" v="0"/>
      <pc:docMkLst>
        <pc:docMk/>
      </pc:docMkLst>
      <pc:sldChg chg="modSp mod">
        <pc:chgData name="Owais Ahmed" userId="6abc7d4556b3b071" providerId="LiveId" clId="{BE9A8FA4-F0D4-415F-B433-35430F677299}" dt="2023-10-07T07:19:20.284" v="0"/>
        <pc:sldMkLst>
          <pc:docMk/>
          <pc:sldMk cId="3927832306" sldId="2448"/>
        </pc:sldMkLst>
        <pc:spChg chg="mod">
          <ac:chgData name="Owais Ahmed" userId="6abc7d4556b3b071" providerId="LiveId" clId="{BE9A8FA4-F0D4-415F-B433-35430F677299}" dt="2023-10-07T07:19:20.284" v="0"/>
          <ac:spMkLst>
            <pc:docMk/>
            <pc:sldMk cId="3927832306" sldId="2448"/>
            <ac:spMk id="9" creationId="{79DC1498-E692-42BA-B69F-6D37E6CFACA0}"/>
          </ac:spMkLst>
        </pc:spChg>
      </pc:sldChg>
    </pc:docChg>
  </pc:docChgLst>
  <pc:docChgLst>
    <pc:chgData name="Owais Ahmed" userId="6abc7d4556b3b071" providerId="LiveId" clId="{31FF0103-B0ED-446C-9E77-45E322E404ED}"/>
    <pc:docChg chg="undo redo custSel addSld delSld modSld sldOrd">
      <pc:chgData name="Owais Ahmed" userId="6abc7d4556b3b071" providerId="LiveId" clId="{31FF0103-B0ED-446C-9E77-45E322E404ED}" dt="2023-03-07T10:13:56.929" v="2125" actId="20577"/>
      <pc:docMkLst>
        <pc:docMk/>
      </pc:docMkLst>
      <pc:sldChg chg="del">
        <pc:chgData name="Owais Ahmed" userId="6abc7d4556b3b071" providerId="LiveId" clId="{31FF0103-B0ED-446C-9E77-45E322E404ED}" dt="2023-03-07T09:10:09.196" v="5" actId="47"/>
        <pc:sldMkLst>
          <pc:docMk/>
          <pc:sldMk cId="4226644250" sldId="256"/>
        </pc:sldMkLst>
      </pc:sldChg>
      <pc:sldChg chg="modSp mod">
        <pc:chgData name="Owais Ahmed" userId="6abc7d4556b3b071" providerId="LiveId" clId="{31FF0103-B0ED-446C-9E77-45E322E404ED}" dt="2023-03-07T10:05:04.527" v="1091" actId="20577"/>
        <pc:sldMkLst>
          <pc:docMk/>
          <pc:sldMk cId="1649098948" sldId="2462"/>
        </pc:sldMkLst>
        <pc:spChg chg="mod">
          <ac:chgData name="Owais Ahmed" userId="6abc7d4556b3b071" providerId="LiveId" clId="{31FF0103-B0ED-446C-9E77-45E322E404ED}" dt="2023-03-07T10:05:04.527" v="109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835548672" sldId="2467"/>
        </pc:sldMkLst>
      </pc:sldChg>
      <pc:sldChg chg="add del">
        <pc:chgData name="Owais Ahmed" userId="6abc7d4556b3b071" providerId="LiveId" clId="{31FF0103-B0ED-446C-9E77-45E322E404ED}" dt="2023-03-07T09:11:04.853" v="16" actId="47"/>
        <pc:sldMkLst>
          <pc:docMk/>
          <pc:sldMk cId="2564172473" sldId="2468"/>
        </pc:sldMkLst>
      </pc:sldChg>
      <pc:sldChg chg="del">
        <pc:chgData name="Owais Ahmed" userId="6abc7d4556b3b071" providerId="LiveId" clId="{31FF0103-B0ED-446C-9E77-45E322E404ED}" dt="2023-03-07T09:10:10.602" v="7" actId="47"/>
        <pc:sldMkLst>
          <pc:docMk/>
          <pc:sldMk cId="641030253" sldId="247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1810203590" sldId="2482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426892836" sldId="2485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392008630" sldId="2486"/>
        </pc:sldMkLst>
      </pc:sldChg>
      <pc:sldChg chg="add del">
        <pc:chgData name="Owais Ahmed" userId="6abc7d4556b3b071" providerId="LiveId" clId="{31FF0103-B0ED-446C-9E77-45E322E404ED}" dt="2023-03-07T09:11:04.010" v="15" actId="47"/>
        <pc:sldMkLst>
          <pc:docMk/>
          <pc:sldMk cId="2180074341" sldId="2487"/>
        </pc:sldMkLst>
      </pc:sldChg>
      <pc:sldChg chg="add del">
        <pc:chgData name="Owais Ahmed" userId="6abc7d4556b3b071" providerId="LiveId" clId="{31FF0103-B0ED-446C-9E77-45E322E404ED}" dt="2023-03-07T09:11:17.225" v="18" actId="47"/>
        <pc:sldMkLst>
          <pc:docMk/>
          <pc:sldMk cId="692629543" sldId="2490"/>
        </pc:sldMkLst>
      </pc:sldChg>
      <pc:sldChg chg="add del">
        <pc:chgData name="Owais Ahmed" userId="6abc7d4556b3b071" providerId="LiveId" clId="{31FF0103-B0ED-446C-9E77-45E322E404ED}" dt="2023-03-07T09:11:07.496" v="17" actId="47"/>
        <pc:sldMkLst>
          <pc:docMk/>
          <pc:sldMk cId="1357650666" sldId="2491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332028716" sldId="2492"/>
        </pc:sldMkLst>
      </pc:sldChg>
      <pc:sldChg chg="del">
        <pc:chgData name="Owais Ahmed" userId="6abc7d4556b3b071" providerId="LiveId" clId="{31FF0103-B0ED-446C-9E77-45E322E404ED}" dt="2023-03-07T09:10:09.571" v="6" actId="47"/>
        <pc:sldMkLst>
          <pc:docMk/>
          <pc:sldMk cId="1339872144" sldId="2493"/>
        </pc:sldMkLst>
      </pc:sldChg>
      <pc:sldChg chg="add del">
        <pc:chgData name="Owais Ahmed" userId="6abc7d4556b3b071" providerId="LiveId" clId="{31FF0103-B0ED-446C-9E77-45E322E404ED}" dt="2023-03-07T09:16:46.132" v="342" actId="47"/>
        <pc:sldMkLst>
          <pc:docMk/>
          <pc:sldMk cId="2744016673" sldId="2493"/>
        </pc:sldMkLst>
      </pc:sldChg>
      <pc:sldChg chg="add del">
        <pc:chgData name="Owais Ahmed" userId="6abc7d4556b3b071" providerId="LiveId" clId="{31FF0103-B0ED-446C-9E77-45E322E404ED}" dt="2023-03-07T09:10:34.215" v="13" actId="47"/>
        <pc:sldMkLst>
          <pc:docMk/>
          <pc:sldMk cId="1031269857" sldId="2494"/>
        </pc:sldMkLst>
      </pc:sldChg>
      <pc:sldChg chg="del">
        <pc:chgData name="Owais Ahmed" userId="6abc7d4556b3b071" providerId="LiveId" clId="{31FF0103-B0ED-446C-9E77-45E322E404ED}" dt="2023-03-07T09:10:16.041" v="10" actId="47"/>
        <pc:sldMkLst>
          <pc:docMk/>
          <pc:sldMk cId="4264242367" sldId="2495"/>
        </pc:sldMkLst>
      </pc:sldChg>
      <pc:sldChg chg="del">
        <pc:chgData name="Owais Ahmed" userId="6abc7d4556b3b071" providerId="LiveId" clId="{31FF0103-B0ED-446C-9E77-45E322E404ED}" dt="2023-03-07T09:10:16.745" v="11" actId="47"/>
        <pc:sldMkLst>
          <pc:docMk/>
          <pc:sldMk cId="973217284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4183735996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021183974" sldId="2497"/>
        </pc:sldMkLst>
      </pc:sldChg>
      <pc:sldChg chg="add del">
        <pc:chgData name="Owais Ahmed" userId="6abc7d4556b3b071" providerId="LiveId" clId="{31FF0103-B0ED-446C-9E77-45E322E404ED}" dt="2023-03-07T09:10:45.140" v="14" actId="47"/>
        <pc:sldMkLst>
          <pc:docMk/>
          <pc:sldMk cId="2461819977" sldId="249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910229267" sldId="2500"/>
        </pc:sldMkLst>
      </pc:sldChg>
      <pc:sldChg chg="add del">
        <pc:chgData name="Owais Ahmed" userId="6abc7d4556b3b071" providerId="LiveId" clId="{31FF0103-B0ED-446C-9E77-45E322E404ED}" dt="2023-03-07T09:11:21.152" v="19" actId="47"/>
        <pc:sldMkLst>
          <pc:docMk/>
          <pc:sldMk cId="1735756904" sldId="2501"/>
        </pc:sldMkLst>
      </pc:sldChg>
      <pc:sldChg chg="modSp add mod modAnim modNotesTx">
        <pc:chgData name="Owais Ahmed" userId="6abc7d4556b3b071" providerId="LiveId" clId="{31FF0103-B0ED-446C-9E77-45E322E404ED}" dt="2023-03-07T09:18:23.935" v="457" actId="20577"/>
        <pc:sldMkLst>
          <pc:docMk/>
          <pc:sldMk cId="1990280332" sldId="2501"/>
        </pc:sldMkLst>
        <pc:spChg chg="mod">
          <ac:chgData name="Owais Ahmed" userId="6abc7d4556b3b071" providerId="LiveId" clId="{31FF0103-B0ED-446C-9E77-45E322E404ED}" dt="2023-03-07T09:18:23.935" v="457" actId="20577"/>
          <ac:spMkLst>
            <pc:docMk/>
            <pc:sldMk cId="1990280332" sldId="2501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13:27.530" v="128" actId="20577"/>
          <ac:spMkLst>
            <pc:docMk/>
            <pc:sldMk cId="1990280332" sldId="2501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31FF0103-B0ED-446C-9E77-45E322E404ED}" dt="2023-03-07T10:11:34.699" v="1897" actId="20577"/>
        <pc:sldMkLst>
          <pc:docMk/>
          <pc:sldMk cId="2738020370" sldId="2502"/>
        </pc:sldMkLst>
        <pc:spChg chg="mod">
          <ac:chgData name="Owais Ahmed" userId="6abc7d4556b3b071" providerId="LiveId" clId="{31FF0103-B0ED-446C-9E77-45E322E404ED}" dt="2023-03-07T10:11:34.699" v="1897" actId="20577"/>
          <ac:spMkLst>
            <pc:docMk/>
            <pc:sldMk cId="2738020370" sldId="2502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10:04:39.350" v="1076" actId="20577"/>
          <ac:spMkLst>
            <pc:docMk/>
            <pc:sldMk cId="2738020370" sldId="2502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31FF0103-B0ED-446C-9E77-45E322E404ED}" dt="2023-03-07T10:13:56.929" v="2125" actId="20577"/>
        <pc:sldMkLst>
          <pc:docMk/>
          <pc:sldMk cId="1306189836" sldId="2503"/>
        </pc:sldMkLst>
        <pc:spChg chg="mod">
          <ac:chgData name="Owais Ahmed" userId="6abc7d4556b3b071" providerId="LiveId" clId="{31FF0103-B0ED-446C-9E77-45E322E404ED}" dt="2023-03-07T10:13:56.929" v="2125" actId="20577"/>
          <ac:spMkLst>
            <pc:docMk/>
            <pc:sldMk cId="1306189836" sldId="2503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1FF0103-B0ED-446C-9E77-45E322E404ED}" dt="2023-03-07T09:47:19.019" v="576" actId="47"/>
        <pc:sldMkLst>
          <pc:docMk/>
          <pc:sldMk cId="2502545026" sldId="2503"/>
        </pc:sldMkLst>
        <pc:spChg chg="mod">
          <ac:chgData name="Owais Ahmed" userId="6abc7d4556b3b071" providerId="LiveId" clId="{31FF0103-B0ED-446C-9E77-45E322E404ED}" dt="2023-03-07T09:46:27.824" v="534" actId="6549"/>
          <ac:spMkLst>
            <pc:docMk/>
            <pc:sldMk cId="2502545026" sldId="2503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46:59.970" v="570" actId="20577"/>
          <ac:spMkLst>
            <pc:docMk/>
            <pc:sldMk cId="2502545026" sldId="2503"/>
            <ac:spMk id="215" creationId="{00000000-0000-0000-0000-000000000000}"/>
          </ac:spMkLst>
        </pc:spChg>
        <pc:picChg chg="add del mod">
          <ac:chgData name="Owais Ahmed" userId="6abc7d4556b3b071" providerId="LiveId" clId="{31FF0103-B0ED-446C-9E77-45E322E404ED}" dt="2023-03-07T09:47:17.151" v="575" actId="478"/>
          <ac:picMkLst>
            <pc:docMk/>
            <pc:sldMk cId="2502545026" sldId="2503"/>
            <ac:picMk id="5" creationId="{0A45C2C8-8C66-AADB-0F26-2FFD9391090C}"/>
          </ac:picMkLst>
        </pc:picChg>
      </pc:sldChg>
      <pc:sldMasterChg chg="addSldLayout delSldLayout">
        <pc:chgData name="Owais Ahmed" userId="6abc7d4556b3b071" providerId="LiveId" clId="{31FF0103-B0ED-446C-9E77-45E322E404ED}" dt="2023-03-07T09:10:14.760" v="9" actId="47"/>
        <pc:sldMasterMkLst>
          <pc:docMk/>
          <pc:sldMasterMk cId="692820" sldId="2147483648"/>
        </pc:sldMasterMkLst>
        <pc:sldLayoutChg chg="add del">
          <pc:chgData name="Owais Ahmed" userId="6abc7d4556b3b071" providerId="LiveId" clId="{31FF0103-B0ED-446C-9E77-45E322E404ED}" dt="2023-03-07T09:10:14.760" v="9" actId="47"/>
          <pc:sldLayoutMkLst>
            <pc:docMk/>
            <pc:sldMasterMk cId="692820" sldId="2147483648"/>
            <pc:sldLayoutMk cId="3227223299" sldId="2147483681"/>
          </pc:sldLayoutMkLst>
        </pc:sldLayoutChg>
        <pc:sldLayoutChg chg="del">
          <pc:chgData name="Owais Ahmed" userId="6abc7d4556b3b071" providerId="LiveId" clId="{31FF0103-B0ED-446C-9E77-45E322E404ED}" dt="2023-03-07T09:10:09.571" v="6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53B1629A-A9A8-4EA5-BFC7-E33077932B5F}"/>
    <pc:docChg chg="undo custSel addSld delSld modSld sldOrd">
      <pc:chgData name="Owais Ahmed" userId="6abc7d4556b3b071" providerId="LiveId" clId="{53B1629A-A9A8-4EA5-BFC7-E33077932B5F}" dt="2023-03-15T06:59:21.590" v="13526"/>
      <pc:docMkLst>
        <pc:docMk/>
      </pc:docMkLst>
      <pc:sldChg chg="modSp mod">
        <pc:chgData name="Owais Ahmed" userId="6abc7d4556b3b071" providerId="LiveId" clId="{53B1629A-A9A8-4EA5-BFC7-E33077932B5F}" dt="2023-03-13T08:52:28.723" v="7768" actId="14100"/>
        <pc:sldMkLst>
          <pc:docMk/>
          <pc:sldMk cId="1649098948" sldId="2462"/>
        </pc:sldMkLst>
        <pc:spChg chg="mod">
          <ac:chgData name="Owais Ahmed" userId="6abc7d4556b3b071" providerId="LiveId" clId="{53B1629A-A9A8-4EA5-BFC7-E33077932B5F}" dt="2023-03-13T08:52:28.723" v="7768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3B1629A-A9A8-4EA5-BFC7-E33077932B5F}" dt="2023-03-13T06:25:36.584" v="0" actId="47"/>
        <pc:sldMkLst>
          <pc:docMk/>
          <pc:sldMk cId="2835548672" sldId="2467"/>
        </pc:sldMkLst>
      </pc:sldChg>
      <pc:sldChg chg="del">
        <pc:chgData name="Owais Ahmed" userId="6abc7d4556b3b071" providerId="LiveId" clId="{53B1629A-A9A8-4EA5-BFC7-E33077932B5F}" dt="2023-03-13T06:25:37.635" v="2" actId="47"/>
        <pc:sldMkLst>
          <pc:docMk/>
          <pc:sldMk cId="1810203590" sldId="2482"/>
        </pc:sldMkLst>
      </pc:sldChg>
      <pc:sldChg chg="modSp mod ord modAnim modNotesTx">
        <pc:chgData name="Owais Ahmed" userId="6abc7d4556b3b071" providerId="LiveId" clId="{53B1629A-A9A8-4EA5-BFC7-E33077932B5F}" dt="2023-03-13T06:39:15.142" v="972" actId="20577"/>
        <pc:sldMkLst>
          <pc:docMk/>
          <pc:sldMk cId="2426892836" sldId="2485"/>
        </pc:sldMkLst>
        <pc:spChg chg="mod">
          <ac:chgData name="Owais Ahmed" userId="6abc7d4556b3b071" providerId="LiveId" clId="{53B1629A-A9A8-4EA5-BFC7-E33077932B5F}" dt="2023-03-13T06:39:15.142" v="972" actId="20577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7:38.970" v="85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7.467" v="1" actId="47"/>
        <pc:sldMkLst>
          <pc:docMk/>
          <pc:sldMk cId="2392008630" sldId="2486"/>
        </pc:sldMkLst>
      </pc:sldChg>
      <pc:sldChg chg="addSp delSp modSp add mod addAnim delAnim modAnim modNotesTx">
        <pc:chgData name="Owais Ahmed" userId="6abc7d4556b3b071" providerId="LiveId" clId="{53B1629A-A9A8-4EA5-BFC7-E33077932B5F}" dt="2023-03-14T08:18:59.733" v="13435"/>
        <pc:sldMkLst>
          <pc:docMk/>
          <pc:sldMk cId="2564503825" sldId="2486"/>
        </pc:sldMkLst>
        <pc:spChg chg="mod">
          <ac:chgData name="Owais Ahmed" userId="6abc7d4556b3b071" providerId="LiveId" clId="{53B1629A-A9A8-4EA5-BFC7-E33077932B5F}" dt="2023-03-13T06:39:33.411" v="989" actId="6549"/>
          <ac:spMkLst>
            <pc:docMk/>
            <pc:sldMk cId="2564503825" sldId="2486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9:06.800" v="108" actId="14100"/>
          <ac:spMkLst>
            <pc:docMk/>
            <pc:sldMk cId="2564503825" sldId="2486"/>
            <ac:spMk id="215" creationId="{00000000-0000-0000-0000-000000000000}"/>
          </ac:spMkLst>
        </pc:spChg>
        <pc:picChg chg="add del">
          <ac:chgData name="Owais Ahmed" userId="6abc7d4556b3b071" providerId="LiveId" clId="{53B1629A-A9A8-4EA5-BFC7-E33077932B5F}" dt="2023-03-13T06:27:52.701" v="90"/>
          <ac:picMkLst>
            <pc:docMk/>
            <pc:sldMk cId="2564503825" sldId="2486"/>
            <ac:picMk id="1026" creationId="{125F49AE-40C7-E916-3A5D-3F6B1A8A92A1}"/>
          </ac:picMkLst>
        </pc:picChg>
        <pc:picChg chg="add del mod">
          <ac:chgData name="Owais Ahmed" userId="6abc7d4556b3b071" providerId="LiveId" clId="{53B1629A-A9A8-4EA5-BFC7-E33077932B5F}" dt="2023-03-13T06:28:10.158" v="97"/>
          <ac:picMkLst>
            <pc:docMk/>
            <pc:sldMk cId="2564503825" sldId="2486"/>
            <ac:picMk id="1028" creationId="{4FF0696B-3F3E-A622-CF80-0D04EAFD5737}"/>
          </ac:picMkLst>
        </pc:picChg>
        <pc:picChg chg="add mod">
          <ac:chgData name="Owais Ahmed" userId="6abc7d4556b3b071" providerId="LiveId" clId="{53B1629A-A9A8-4EA5-BFC7-E33077932B5F}" dt="2023-03-13T06:34:47.167" v="525" actId="14100"/>
          <ac:picMkLst>
            <pc:docMk/>
            <pc:sldMk cId="2564503825" sldId="2486"/>
            <ac:picMk id="1030" creationId="{777C734F-CDB0-F074-AD54-5FB998243985}"/>
          </ac:picMkLst>
        </pc:picChg>
      </pc:sldChg>
      <pc:sldChg chg="modSp add mod modAnim">
        <pc:chgData name="Owais Ahmed" userId="6abc7d4556b3b071" providerId="LiveId" clId="{53B1629A-A9A8-4EA5-BFC7-E33077932B5F}" dt="2023-03-13T06:43:05.045" v="1274" actId="20577"/>
        <pc:sldMkLst>
          <pc:docMk/>
          <pc:sldMk cId="4176642933" sldId="2487"/>
        </pc:sldMkLst>
        <pc:spChg chg="mod">
          <ac:chgData name="Owais Ahmed" userId="6abc7d4556b3b071" providerId="LiveId" clId="{53B1629A-A9A8-4EA5-BFC7-E33077932B5F}" dt="2023-03-13T06:43:05.045" v="1274" actId="20577"/>
          <ac:spMkLst>
            <pc:docMk/>
            <pc:sldMk cId="4176642933" sldId="2487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53B1629A-A9A8-4EA5-BFC7-E33077932B5F}" dt="2023-03-14T08:19:37.795" v="13518" actId="20577"/>
        <pc:sldMkLst>
          <pc:docMk/>
          <pc:sldMk cId="4039704136" sldId="2488"/>
        </pc:sldMkLst>
        <pc:spChg chg="mod">
          <ac:chgData name="Owais Ahmed" userId="6abc7d4556b3b071" providerId="LiveId" clId="{53B1629A-A9A8-4EA5-BFC7-E33077932B5F}" dt="2023-03-13T06:44:43.767" v="1486" actId="403"/>
          <ac:spMkLst>
            <pc:docMk/>
            <pc:sldMk cId="4039704136" sldId="248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36.698" v="1481" actId="5793"/>
          <ac:spMkLst>
            <pc:docMk/>
            <pc:sldMk cId="4039704136" sldId="248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3B1629A-A9A8-4EA5-BFC7-E33077932B5F}" dt="2023-03-13T06:43:19.944" v="1294" actId="47"/>
        <pc:sldMkLst>
          <pc:docMk/>
          <pc:sldMk cId="2832387727" sldId="2489"/>
        </pc:sldMkLst>
        <pc:spChg chg="mod">
          <ac:chgData name="Owais Ahmed" userId="6abc7d4556b3b071" providerId="LiveId" clId="{53B1629A-A9A8-4EA5-BFC7-E33077932B5F}" dt="2023-03-13T06:43:16.186" v="1293" actId="20577"/>
          <ac:spMkLst>
            <pc:docMk/>
            <pc:sldMk cId="2832387727" sldId="2489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53B1629A-A9A8-4EA5-BFC7-E33077932B5F}" dt="2023-03-13T06:56:22.252" v="2764" actId="20577"/>
        <pc:sldMkLst>
          <pc:docMk/>
          <pc:sldMk cId="3325262481" sldId="2489"/>
        </pc:sldMkLst>
        <pc:spChg chg="mod">
          <ac:chgData name="Owais Ahmed" userId="6abc7d4556b3b071" providerId="LiveId" clId="{53B1629A-A9A8-4EA5-BFC7-E33077932B5F}" dt="2023-03-13T06:55:55.034" v="2703" actId="27636"/>
          <ac:spMkLst>
            <pc:docMk/>
            <pc:sldMk cId="3325262481" sldId="248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25.521" v="1461" actId="20577"/>
          <ac:spMkLst>
            <pc:docMk/>
            <pc:sldMk cId="3325262481" sldId="2489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6:55:32.617" v="2694" actId="6549"/>
        <pc:sldMkLst>
          <pc:docMk/>
          <pc:sldMk cId="2171066017" sldId="2490"/>
        </pc:sldMkLst>
        <pc:spChg chg="mod">
          <ac:chgData name="Owais Ahmed" userId="6abc7d4556b3b071" providerId="LiveId" clId="{53B1629A-A9A8-4EA5-BFC7-E33077932B5F}" dt="2023-03-13T06:53:21.975" v="2611" actId="20577"/>
          <ac:spMkLst>
            <pc:docMk/>
            <pc:sldMk cId="2171066017" sldId="249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2:02.705" v="2405" actId="20577"/>
          <ac:spMkLst>
            <pc:docMk/>
            <pc:sldMk cId="2171066017" sldId="249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11.250" v="4946" actId="20577"/>
        <pc:sldMkLst>
          <pc:docMk/>
          <pc:sldMk cId="3542561392" sldId="2491"/>
        </pc:sldMkLst>
        <pc:spChg chg="mod">
          <ac:chgData name="Owais Ahmed" userId="6abc7d4556b3b071" providerId="LiveId" clId="{53B1629A-A9A8-4EA5-BFC7-E33077932B5F}" dt="2023-03-13T07:30:11.250" v="4946" actId="20577"/>
          <ac:spMkLst>
            <pc:docMk/>
            <pc:sldMk cId="3542561392" sldId="2491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4:48.937" v="2648" actId="20577"/>
          <ac:spMkLst>
            <pc:docMk/>
            <pc:sldMk cId="3542561392" sldId="2491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53B1629A-A9A8-4EA5-BFC7-E33077932B5F}" dt="2023-03-15T06:58:58.979" v="13521"/>
        <pc:sldMkLst>
          <pc:docMk/>
          <pc:sldMk cId="140807305" sldId="2492"/>
        </pc:sldMkLst>
        <pc:spChg chg="mod">
          <ac:chgData name="Owais Ahmed" userId="6abc7d4556b3b071" providerId="LiveId" clId="{53B1629A-A9A8-4EA5-BFC7-E33077932B5F}" dt="2023-03-13T07:42:09.786" v="5092" actId="14100"/>
          <ac:spMkLst>
            <pc:docMk/>
            <pc:sldMk cId="140807305" sldId="2492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06:55.397" v="3324" actId="20577"/>
          <ac:spMkLst>
            <pc:docMk/>
            <pc:sldMk cId="140807305" sldId="2492"/>
            <ac:spMk id="215" creationId="{00000000-0000-0000-0000-000000000000}"/>
          </ac:spMkLst>
        </pc:spChg>
        <pc:picChg chg="add mod">
          <ac:chgData name="Owais Ahmed" userId="6abc7d4556b3b071" providerId="LiveId" clId="{53B1629A-A9A8-4EA5-BFC7-E33077932B5F}" dt="2023-03-13T07:42:03.977" v="5091" actId="14100"/>
          <ac:picMkLst>
            <pc:docMk/>
            <pc:sldMk cId="140807305" sldId="2492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7.812" v="3" actId="47"/>
        <pc:sldMkLst>
          <pc:docMk/>
          <pc:sldMk cId="332028716" sldId="2492"/>
        </pc:sldMkLst>
      </pc:sldChg>
      <pc:sldChg chg="modSp add mod modAnim modNotesTx">
        <pc:chgData name="Owais Ahmed" userId="6abc7d4556b3b071" providerId="LiveId" clId="{53B1629A-A9A8-4EA5-BFC7-E33077932B5F}" dt="2023-03-13T07:22:50.335" v="4374" actId="20577"/>
        <pc:sldMkLst>
          <pc:docMk/>
          <pc:sldMk cId="291289866" sldId="2493"/>
        </pc:sldMkLst>
        <pc:spChg chg="mod">
          <ac:chgData name="Owais Ahmed" userId="6abc7d4556b3b071" providerId="LiveId" clId="{53B1629A-A9A8-4EA5-BFC7-E33077932B5F}" dt="2023-03-13T07:22:50.335" v="4374" actId="20577"/>
          <ac:spMkLst>
            <pc:docMk/>
            <pc:sldMk cId="291289866" sldId="249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12:29.537" v="3783" actId="20577"/>
          <ac:spMkLst>
            <pc:docMk/>
            <pc:sldMk cId="291289866" sldId="2493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29.612" v="4966" actId="20577"/>
        <pc:sldMkLst>
          <pc:docMk/>
          <pc:sldMk cId="768229774" sldId="2494"/>
        </pc:sldMkLst>
        <pc:spChg chg="mod">
          <ac:chgData name="Owais Ahmed" userId="6abc7d4556b3b071" providerId="LiveId" clId="{53B1629A-A9A8-4EA5-BFC7-E33077932B5F}" dt="2023-03-13T07:27:38.568" v="4908" actId="20577"/>
          <ac:spMkLst>
            <pc:docMk/>
            <pc:sldMk cId="768229774" sldId="2494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30:29.612" v="4966" actId="20577"/>
          <ac:spMkLst>
            <pc:docMk/>
            <pc:sldMk cId="768229774" sldId="249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3B1629A-A9A8-4EA5-BFC7-E33077932B5F}" dt="2023-03-13T08:07:37.935" v="5885" actId="20577"/>
        <pc:sldMkLst>
          <pc:docMk/>
          <pc:sldMk cId="232042637" sldId="2495"/>
        </pc:sldMkLst>
        <pc:spChg chg="mod">
          <ac:chgData name="Owais Ahmed" userId="6abc7d4556b3b071" providerId="LiveId" clId="{53B1629A-A9A8-4EA5-BFC7-E33077932B5F}" dt="2023-03-13T08:07:37.935" v="5885" actId="20577"/>
          <ac:spMkLst>
            <pc:docMk/>
            <pc:sldMk cId="232042637" sldId="249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01:43.042" v="5550" actId="20577"/>
          <ac:spMkLst>
            <pc:docMk/>
            <pc:sldMk cId="232042637" sldId="2495"/>
            <ac:spMk id="215" creationId="{00000000-0000-0000-0000-000000000000}"/>
          </ac:spMkLst>
        </pc:spChg>
      </pc:sldChg>
      <pc:sldChg chg="delSp modSp add mod modAnim">
        <pc:chgData name="Owais Ahmed" userId="6abc7d4556b3b071" providerId="LiveId" clId="{53B1629A-A9A8-4EA5-BFC7-E33077932B5F}" dt="2023-03-13T07:50:36.905" v="5532" actId="20577"/>
        <pc:sldMkLst>
          <pc:docMk/>
          <pc:sldMk cId="3980957688" sldId="2496"/>
        </pc:sldMkLst>
        <pc:spChg chg="mod">
          <ac:chgData name="Owais Ahmed" userId="6abc7d4556b3b071" providerId="LiveId" clId="{53B1629A-A9A8-4EA5-BFC7-E33077932B5F}" dt="2023-03-13T07:50:36.905" v="5532" actId="20577"/>
          <ac:spMkLst>
            <pc:docMk/>
            <pc:sldMk cId="3980957688" sldId="2496"/>
            <ac:spMk id="3" creationId="{4A1C0383-58FE-E486-295E-B33B8683B938}"/>
          </ac:spMkLst>
        </pc:spChg>
        <pc:picChg chg="del">
          <ac:chgData name="Owais Ahmed" userId="6abc7d4556b3b071" providerId="LiveId" clId="{53B1629A-A9A8-4EA5-BFC7-E33077932B5F}" dt="2023-03-13T07:45:25.963" v="5094" actId="478"/>
          <ac:picMkLst>
            <pc:docMk/>
            <pc:sldMk cId="3980957688" sldId="2496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8.741" v="6" actId="47"/>
        <pc:sldMkLst>
          <pc:docMk/>
          <pc:sldMk cId="4183735996" sldId="2496"/>
        </pc:sldMkLst>
      </pc:sldChg>
      <pc:sldChg chg="del">
        <pc:chgData name="Owais Ahmed" userId="6abc7d4556b3b071" providerId="LiveId" clId="{53B1629A-A9A8-4EA5-BFC7-E33077932B5F}" dt="2023-03-13T06:25:39.228" v="7" actId="47"/>
        <pc:sldMkLst>
          <pc:docMk/>
          <pc:sldMk cId="2021183974" sldId="2497"/>
        </pc:sldMkLst>
      </pc:sldChg>
      <pc:sldChg chg="modSp add mod modAnim modNotesTx">
        <pc:chgData name="Owais Ahmed" userId="6abc7d4556b3b071" providerId="LiveId" clId="{53B1629A-A9A8-4EA5-BFC7-E33077932B5F}" dt="2023-03-13T08:52:55.619" v="7780" actId="403"/>
        <pc:sldMkLst>
          <pc:docMk/>
          <pc:sldMk cId="3124922675" sldId="2497"/>
        </pc:sldMkLst>
        <pc:spChg chg="mod">
          <ac:chgData name="Owais Ahmed" userId="6abc7d4556b3b071" providerId="LiveId" clId="{53B1629A-A9A8-4EA5-BFC7-E33077932B5F}" dt="2023-03-13T08:52:55.619" v="7780" actId="403"/>
          <ac:spMkLst>
            <pc:docMk/>
            <pc:sldMk cId="3124922675" sldId="2497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35:20.434" v="6347" actId="20577"/>
          <ac:spMkLst>
            <pc:docMk/>
            <pc:sldMk cId="3124922675" sldId="2497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8:58:53.791" v="8384" actId="20577"/>
        <pc:sldMkLst>
          <pc:docMk/>
          <pc:sldMk cId="2737715429" sldId="2498"/>
        </pc:sldMkLst>
        <pc:spChg chg="mod">
          <ac:chgData name="Owais Ahmed" userId="6abc7d4556b3b071" providerId="LiveId" clId="{53B1629A-A9A8-4EA5-BFC7-E33077932B5F}" dt="2023-03-13T08:58:53.791" v="8384" actId="20577"/>
          <ac:spMkLst>
            <pc:docMk/>
            <pc:sldMk cId="2737715429" sldId="249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52:44.264" v="7778" actId="20577"/>
          <ac:spMkLst>
            <pc:docMk/>
            <pc:sldMk cId="2737715429" sldId="2498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5T06:59:21.590" v="13526"/>
        <pc:sldMkLst>
          <pc:docMk/>
          <pc:sldMk cId="1701565530" sldId="2499"/>
        </pc:sldMkLst>
        <pc:spChg chg="mod">
          <ac:chgData name="Owais Ahmed" userId="6abc7d4556b3b071" providerId="LiveId" clId="{53B1629A-A9A8-4EA5-BFC7-E33077932B5F}" dt="2023-03-13T09:10:23.407" v="8909" actId="20577"/>
          <ac:spMkLst>
            <pc:docMk/>
            <pc:sldMk cId="1701565530" sldId="249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03:52.685" v="8395" actId="20577"/>
          <ac:spMkLst>
            <pc:docMk/>
            <pc:sldMk cId="1701565530" sldId="2499"/>
            <ac:spMk id="215" creationId="{00000000-0000-0000-0000-000000000000}"/>
          </ac:spMkLst>
        </pc:spChg>
      </pc:sldChg>
      <pc:sldChg chg="modSp add mod addAnim delAnim modAnim modNotesTx">
        <pc:chgData name="Owais Ahmed" userId="6abc7d4556b3b071" providerId="LiveId" clId="{53B1629A-A9A8-4EA5-BFC7-E33077932B5F}" dt="2023-03-13T09:26:50.189" v="10297" actId="27636"/>
        <pc:sldMkLst>
          <pc:docMk/>
          <pc:sldMk cId="98145820" sldId="2500"/>
        </pc:sldMkLst>
        <pc:spChg chg="mod">
          <ac:chgData name="Owais Ahmed" userId="6abc7d4556b3b071" providerId="LiveId" clId="{53B1629A-A9A8-4EA5-BFC7-E33077932B5F}" dt="2023-03-13T09:26:50.189" v="10297" actId="27636"/>
          <ac:spMkLst>
            <pc:docMk/>
            <pc:sldMk cId="98145820" sldId="250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22:58.961" v="9960" actId="20577"/>
          <ac:spMkLst>
            <pc:docMk/>
            <pc:sldMk cId="98145820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8.161" v="5" actId="47"/>
        <pc:sldMkLst>
          <pc:docMk/>
          <pc:sldMk cId="910229267" sldId="2500"/>
        </pc:sldMkLst>
      </pc:sldChg>
      <pc:sldChg chg="add del">
        <pc:chgData name="Owais Ahmed" userId="6abc7d4556b3b071" providerId="LiveId" clId="{53B1629A-A9A8-4EA5-BFC7-E33077932B5F}" dt="2023-03-13T09:11:47.935" v="9012" actId="2890"/>
        <pc:sldMkLst>
          <pc:docMk/>
          <pc:sldMk cId="2494837473" sldId="2500"/>
        </pc:sldMkLst>
      </pc:sldChg>
      <pc:sldChg chg="modSp add mod modAnim modNotesTx">
        <pc:chgData name="Owais Ahmed" userId="6abc7d4556b3b071" providerId="LiveId" clId="{53B1629A-A9A8-4EA5-BFC7-E33077932B5F}" dt="2023-03-13T09:30:25.170" v="10669" actId="404"/>
        <pc:sldMkLst>
          <pc:docMk/>
          <pc:sldMk cId="349804789" sldId="2501"/>
        </pc:sldMkLst>
        <pc:spChg chg="mod">
          <ac:chgData name="Owais Ahmed" userId="6abc7d4556b3b071" providerId="LiveId" clId="{53B1629A-A9A8-4EA5-BFC7-E33077932B5F}" dt="2023-03-13T09:30:25.170" v="10669" actId="404"/>
          <ac:spMkLst>
            <pc:docMk/>
            <pc:sldMk cId="349804789" sldId="2501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37.987" v="4" actId="47"/>
        <pc:sldMkLst>
          <pc:docMk/>
          <pc:sldMk cId="1990280332" sldId="2501"/>
        </pc:sldMkLst>
      </pc:sldChg>
      <pc:sldChg chg="modSp add mod modAnim modNotesTx">
        <pc:chgData name="Owais Ahmed" userId="6abc7d4556b3b071" providerId="LiveId" clId="{53B1629A-A9A8-4EA5-BFC7-E33077932B5F}" dt="2023-03-13T10:06:29.183" v="11806" actId="20577"/>
        <pc:sldMkLst>
          <pc:docMk/>
          <pc:sldMk cId="366950723" sldId="2502"/>
        </pc:sldMkLst>
        <pc:spChg chg="mod">
          <ac:chgData name="Owais Ahmed" userId="6abc7d4556b3b071" providerId="LiveId" clId="{53B1629A-A9A8-4EA5-BFC7-E33077932B5F}" dt="2023-03-13T10:04:40.708" v="11603" actId="20577"/>
          <ac:spMkLst>
            <pc:docMk/>
            <pc:sldMk cId="366950723" sldId="2502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40.193" v="8" actId="47"/>
        <pc:sldMkLst>
          <pc:docMk/>
          <pc:sldMk cId="2738020370" sldId="2502"/>
        </pc:sldMkLst>
      </pc:sldChg>
      <pc:sldChg chg="modSp add mod modAnim modNotesTx">
        <pc:chgData name="Owais Ahmed" userId="6abc7d4556b3b071" providerId="LiveId" clId="{53B1629A-A9A8-4EA5-BFC7-E33077932B5F}" dt="2023-03-13T10:12:51.586" v="12526" actId="20577"/>
        <pc:sldMkLst>
          <pc:docMk/>
          <pc:sldMk cId="465789078" sldId="2503"/>
        </pc:sldMkLst>
        <pc:spChg chg="mod">
          <ac:chgData name="Owais Ahmed" userId="6abc7d4556b3b071" providerId="LiveId" clId="{53B1629A-A9A8-4EA5-BFC7-E33077932B5F}" dt="2023-03-13T10:12:51.586" v="12526" actId="20577"/>
          <ac:spMkLst>
            <pc:docMk/>
            <pc:sldMk cId="465789078" sldId="250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10:07:35.758" v="11824" actId="20577"/>
          <ac:spMkLst>
            <pc:docMk/>
            <pc:sldMk cId="465789078" sldId="2503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41.751" v="9" actId="47"/>
        <pc:sldMkLst>
          <pc:docMk/>
          <pc:sldMk cId="1306189836" sldId="2503"/>
        </pc:sldMkLst>
      </pc:sldChg>
      <pc:sldChg chg="modSp add mod modAnim modNotesTx">
        <pc:chgData name="Owais Ahmed" userId="6abc7d4556b3b071" providerId="LiveId" clId="{53B1629A-A9A8-4EA5-BFC7-E33077932B5F}" dt="2023-03-13T10:21:37.602" v="13434" actId="20577"/>
        <pc:sldMkLst>
          <pc:docMk/>
          <pc:sldMk cId="4099730819" sldId="2504"/>
        </pc:sldMkLst>
        <pc:spChg chg="mod">
          <ac:chgData name="Owais Ahmed" userId="6abc7d4556b3b071" providerId="LiveId" clId="{53B1629A-A9A8-4EA5-BFC7-E33077932B5F}" dt="2023-03-13T10:21:37.602" v="13434" actId="20577"/>
          <ac:spMkLst>
            <pc:docMk/>
            <pc:sldMk cId="4099730819" sldId="2504"/>
            <ac:spMk id="3" creationId="{4A1C0383-58FE-E486-295E-B33B8683B938}"/>
          </ac:spMkLst>
        </pc:spChg>
      </pc:sldChg>
      <pc:sldChg chg="add del">
        <pc:chgData name="Owais Ahmed" userId="6abc7d4556b3b071" providerId="LiveId" clId="{53B1629A-A9A8-4EA5-BFC7-E33077932B5F}" dt="2023-03-13T10:18:11.279" v="12981" actId="2890"/>
        <pc:sldMkLst>
          <pc:docMk/>
          <pc:sldMk cId="3109491806" sldId="2505"/>
        </pc:sldMkLst>
      </pc:sldChg>
      <pc:sldMasterChg chg="delSldLayout">
        <pc:chgData name="Owais Ahmed" userId="6abc7d4556b3b071" providerId="LiveId" clId="{53B1629A-A9A8-4EA5-BFC7-E33077932B5F}" dt="2023-03-13T06:25:36.584" v="0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53B1629A-A9A8-4EA5-BFC7-E33077932B5F}" dt="2023-03-13T06:25:36.584" v="0" actId="47"/>
          <pc:sldLayoutMkLst>
            <pc:docMk/>
            <pc:sldMasterMk cId="692820" sldId="2147483648"/>
            <pc:sldLayoutMk cId="561853196" sldId="2147483682"/>
          </pc:sldLayoutMkLst>
        </pc:sldLayoutChg>
      </pc:sldMasterChg>
    </pc:docChg>
  </pc:docChgLst>
  <pc:docChgLst>
    <pc:chgData name="Owais Ahmed" userId="6abc7d4556b3b071" providerId="LiveId" clId="{C038D118-F544-4B05-948B-A63D0994F77C}"/>
    <pc:docChg chg="undo custSel modSld">
      <pc:chgData name="Owais Ahmed" userId="6abc7d4556b3b071" providerId="LiveId" clId="{C038D118-F544-4B05-948B-A63D0994F77C}" dt="2023-10-27T06:47:16.895" v="596" actId="20577"/>
      <pc:docMkLst>
        <pc:docMk/>
      </pc:docMkLst>
      <pc:sldChg chg="delSp modSp mod modNotesTx">
        <pc:chgData name="Owais Ahmed" userId="6abc7d4556b3b071" providerId="LiveId" clId="{C038D118-F544-4B05-948B-A63D0994F77C}" dt="2023-10-27T05:20:07.619" v="385" actId="478"/>
        <pc:sldMkLst>
          <pc:docMk/>
          <pc:sldMk cId="2564503825" sldId="2486"/>
        </pc:sldMkLst>
        <pc:spChg chg="del">
          <ac:chgData name="Owais Ahmed" userId="6abc7d4556b3b071" providerId="LiveId" clId="{C038D118-F544-4B05-948B-A63D0994F77C}" dt="2023-10-27T05:20:07.619" v="385" actId="478"/>
          <ac:spMkLst>
            <pc:docMk/>
            <pc:sldMk cId="2564503825" sldId="2486"/>
            <ac:spMk id="214" creationId="{00000000-0000-0000-0000-000000000000}"/>
          </ac:spMkLst>
        </pc:spChg>
        <pc:picChg chg="mod">
          <ac:chgData name="Owais Ahmed" userId="6abc7d4556b3b071" providerId="LiveId" clId="{C038D118-F544-4B05-948B-A63D0994F77C}" dt="2023-10-27T05:20:04.719" v="384" actId="14100"/>
          <ac:picMkLst>
            <pc:docMk/>
            <pc:sldMk cId="2564503825" sldId="2486"/>
            <ac:picMk id="1030" creationId="{777C734F-CDB0-F074-AD54-5FB998243985}"/>
          </ac:picMkLst>
        </pc:picChg>
      </pc:sldChg>
      <pc:sldChg chg="modSp mod modAnim">
        <pc:chgData name="Owais Ahmed" userId="6abc7d4556b3b071" providerId="LiveId" clId="{C038D118-F544-4B05-948B-A63D0994F77C}" dt="2023-10-27T05:28:52.858" v="404" actId="20577"/>
        <pc:sldMkLst>
          <pc:docMk/>
          <pc:sldMk cId="4176642933" sldId="2487"/>
        </pc:sldMkLst>
        <pc:spChg chg="mod">
          <ac:chgData name="Owais Ahmed" userId="6abc7d4556b3b071" providerId="LiveId" clId="{C038D118-F544-4B05-948B-A63D0994F77C}" dt="2023-10-27T05:28:52.858" v="404" actId="20577"/>
          <ac:spMkLst>
            <pc:docMk/>
            <pc:sldMk cId="4176642933" sldId="2487"/>
            <ac:spMk id="3" creationId="{4A1C0383-58FE-E486-295E-B33B8683B938}"/>
          </ac:spMkLst>
        </pc:spChg>
      </pc:sldChg>
      <pc:sldChg chg="delSp modSp mod">
        <pc:chgData name="Owais Ahmed" userId="6abc7d4556b3b071" providerId="LiveId" clId="{C038D118-F544-4B05-948B-A63D0994F77C}" dt="2023-10-27T05:40:13.247" v="407" actId="478"/>
        <pc:sldMkLst>
          <pc:docMk/>
          <pc:sldMk cId="140807305" sldId="2492"/>
        </pc:sldMkLst>
        <pc:spChg chg="del">
          <ac:chgData name="Owais Ahmed" userId="6abc7d4556b3b071" providerId="LiveId" clId="{C038D118-F544-4B05-948B-A63D0994F77C}" dt="2023-10-27T05:40:13.247" v="407" actId="478"/>
          <ac:spMkLst>
            <pc:docMk/>
            <pc:sldMk cId="140807305" sldId="2492"/>
            <ac:spMk id="214" creationId="{00000000-0000-0000-0000-000000000000}"/>
          </ac:spMkLst>
        </pc:spChg>
        <pc:picChg chg="mod">
          <ac:chgData name="Owais Ahmed" userId="6abc7d4556b3b071" providerId="LiveId" clId="{C038D118-F544-4B05-948B-A63D0994F77C}" dt="2023-10-27T05:40:09.006" v="406" actId="14100"/>
          <ac:picMkLst>
            <pc:docMk/>
            <pc:sldMk cId="140807305" sldId="2492"/>
            <ac:picMk id="2050" creationId="{D23B55AE-3A55-14E2-D08A-BF9450B71776}"/>
          </ac:picMkLst>
        </pc:picChg>
      </pc:sldChg>
      <pc:sldChg chg="modNotesTx">
        <pc:chgData name="Owais Ahmed" userId="6abc7d4556b3b071" providerId="LiveId" clId="{C038D118-F544-4B05-948B-A63D0994F77C}" dt="2023-10-27T06:44:46.590" v="595" actId="20577"/>
        <pc:sldMkLst>
          <pc:docMk/>
          <pc:sldMk cId="291289866" sldId="2493"/>
        </pc:sldMkLst>
      </pc:sldChg>
      <pc:sldChg chg="modSp">
        <pc:chgData name="Owais Ahmed" userId="6abc7d4556b3b071" providerId="LiveId" clId="{C038D118-F544-4B05-948B-A63D0994F77C}" dt="2023-10-27T06:47:16.895" v="596" actId="20577"/>
        <pc:sldMkLst>
          <pc:docMk/>
          <pc:sldMk cId="768229774" sldId="2494"/>
        </pc:sldMkLst>
        <pc:spChg chg="mod">
          <ac:chgData name="Owais Ahmed" userId="6abc7d4556b3b071" providerId="LiveId" clId="{C038D118-F544-4B05-948B-A63D0994F77C}" dt="2023-10-27T06:47:16.895" v="596" actId="20577"/>
          <ac:spMkLst>
            <pc:docMk/>
            <pc:sldMk cId="768229774" sldId="2494"/>
            <ac:spMk id="3" creationId="{4A1C0383-58FE-E486-295E-B33B8683B93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27-Oct-23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27-Oct-23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Binder IPC: Inter-process communication</a:t>
            </a:r>
          </a:p>
          <a:p>
            <a:pPr marL="228600" indent="-228600">
              <a:buAutoNum type="arabicPeriod"/>
            </a:pPr>
            <a:r>
              <a:rPr lang="en-US" dirty="0"/>
              <a:t>Kernel is lightweight OS based on Linux</a:t>
            </a:r>
          </a:p>
          <a:p>
            <a:pPr marL="228600" indent="-228600">
              <a:buAutoNum type="arabicPeriod"/>
            </a:pPr>
            <a:r>
              <a:rPr lang="en-US" dirty="0"/>
              <a:t>SGL: Scene Graph Library for real-time visualization and gaming</a:t>
            </a:r>
          </a:p>
          <a:p>
            <a:pPr marL="228600" indent="-228600">
              <a:buAutoNum type="arabicPeriod"/>
            </a:pPr>
            <a:r>
              <a:rPr lang="en-US" dirty="0"/>
              <a:t>SSL: Secure Socket Layer</a:t>
            </a:r>
          </a:p>
          <a:p>
            <a:pPr marL="228600" indent="-228600">
              <a:buAutoNum type="arabicPeriod"/>
            </a:pPr>
            <a:r>
              <a:rPr lang="en-US" dirty="0"/>
              <a:t>OpenGL (ES): Open Graphics Library for Embedded Systems</a:t>
            </a:r>
          </a:p>
          <a:p>
            <a:pPr marL="228600" indent="-228600">
              <a:buAutoNum type="arabicPeriod"/>
            </a:pPr>
            <a:r>
              <a:rPr lang="en-US" dirty="0" err="1"/>
              <a:t>Webkit</a:t>
            </a:r>
            <a:r>
              <a:rPr lang="en-US" dirty="0"/>
              <a:t>: browser engine</a:t>
            </a:r>
          </a:p>
          <a:p>
            <a:pPr marL="228600" indent="-228600">
              <a:buAutoNum type="arabicPeriod"/>
            </a:pPr>
            <a:r>
              <a:rPr lang="en-US" dirty="0" err="1"/>
              <a:t>FreeType</a:t>
            </a:r>
            <a:r>
              <a:rPr lang="en-US" dirty="0"/>
              <a:t>: font engine</a:t>
            </a:r>
          </a:p>
          <a:p>
            <a:pPr marL="228600" indent="-228600">
              <a:buAutoNum type="arabicPeriod"/>
            </a:pPr>
            <a:r>
              <a:rPr lang="en-US" dirty="0"/>
              <a:t>Surface manager: draw windows and other app surfaces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565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191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901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If it is made in Java, it can be ported to Android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704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dirty="0"/>
              <a:t>App Framework is a suite of reusable software frequently used by Apps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Android manages multiple languages in Resource Manager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63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186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Launch and Show Android Studio</a:t>
            </a:r>
          </a:p>
          <a:p>
            <a:pPr marL="228600" indent="-228600">
              <a:buAutoNum type="arabicPeriod"/>
            </a:pPr>
            <a:r>
              <a:rPr lang="en-US" dirty="0"/>
              <a:t>Launch and Show Android Emulator</a:t>
            </a:r>
          </a:p>
          <a:p>
            <a:pPr marL="228600" indent="-228600">
              <a:buAutoNum type="arabicPeriod"/>
            </a:pPr>
            <a:r>
              <a:rPr lang="en-US" dirty="0"/>
              <a:t>Launch and Show Android Debugger</a:t>
            </a:r>
          </a:p>
          <a:p>
            <a:pPr marL="228600" indent="-228600">
              <a:buAutoNum type="arabicPeriod"/>
            </a:pPr>
            <a:r>
              <a:rPr lang="en-US" dirty="0"/>
              <a:t>Open “Hierarchy View“ Perspective of Android Studio; Go to Window panel</a:t>
            </a:r>
          </a:p>
          <a:p>
            <a:pPr marL="228600" indent="-228600">
              <a:buAutoNum type="arabicPeriod"/>
            </a:pPr>
            <a:r>
              <a:rPr lang="en-US" dirty="0"/>
              <a:t>Min SDK version decides how many devices can run this app</a:t>
            </a:r>
          </a:p>
          <a:p>
            <a:pPr marL="228600" indent="-228600">
              <a:buAutoNum type="arabicPeriod"/>
            </a:pPr>
            <a:r>
              <a:rPr lang="en-US" dirty="0"/>
              <a:t>Gradle is successor of Ant builder. It is not Android specific. Its job is to compile code and manage dependencies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066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App is allocated all resources in Created state but is not visible</a:t>
            </a:r>
          </a:p>
          <a:p>
            <a:pPr marL="228600" indent="-228600">
              <a:buAutoNum type="arabicPeriod"/>
            </a:pPr>
            <a:r>
              <a:rPr lang="en-US" dirty="0"/>
              <a:t>App is visible in Started state but does not interact</a:t>
            </a:r>
          </a:p>
          <a:p>
            <a:pPr marL="228600" indent="-228600">
              <a:buAutoNum type="arabicPeriod"/>
            </a:pPr>
            <a:r>
              <a:rPr lang="en-US" dirty="0"/>
              <a:t>App is visible and interactive in Resumed and Running states</a:t>
            </a:r>
          </a:p>
          <a:p>
            <a:pPr marL="228600" indent="-228600">
              <a:buAutoNum type="arabicPeriod"/>
            </a:pPr>
            <a:r>
              <a:rPr lang="en-US" dirty="0"/>
              <a:t>App is visible but does not interact in Paused state</a:t>
            </a:r>
          </a:p>
          <a:p>
            <a:pPr marL="228600" indent="-228600">
              <a:buAutoNum type="arabicPeriod"/>
            </a:pPr>
            <a:r>
              <a:rPr lang="en-US" dirty="0"/>
              <a:t>App is not visible in Stopped state, and is ready for termination</a:t>
            </a:r>
          </a:p>
          <a:p>
            <a:pPr marL="228600" indent="-228600">
              <a:buAutoNum type="arabicPeriod"/>
            </a:pPr>
            <a:r>
              <a:rPr lang="en-US" dirty="0"/>
              <a:t>Destroyed app is terminated and cleaned from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687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935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Explain in </a:t>
            </a:r>
            <a:r>
              <a:rPr lang="en-US" dirty="0" err="1"/>
              <a:t>Baham</a:t>
            </a:r>
            <a:r>
              <a:rPr lang="en-US" dirty="0"/>
              <a:t> App context. Like a user is trying to search for available Owners for ride sharing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528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Events use Subscriber software pattern (a.k.a. Observer pattern). These are represented by Intent class. If the Subject (e.g., a sensor) changes, the Intent object is notified, which executes a function as a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00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Intents can say: I want to take a photo, or I want to download a file from web</a:t>
            </a:r>
          </a:p>
          <a:p>
            <a:pPr marL="228600" indent="-228600">
              <a:buAutoNum type="arabicPeriod"/>
            </a:pPr>
            <a:r>
              <a:rPr lang="en-US" dirty="0"/>
              <a:t>URI is Uniform Resource Identifier</a:t>
            </a:r>
          </a:p>
          <a:p>
            <a:pPr marL="228600" indent="-228600">
              <a:buAutoNum type="arabicPeriod"/>
            </a:pPr>
            <a:r>
              <a:rPr lang="en-US" sz="1200" dirty="0"/>
              <a:t>Component: if there’s only 1 specific Activity which can invoke this Intent, then it will be specified as Intent 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85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Fragments can only be int Resumed, Paused or Stopped states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60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231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2290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Flashback: A thread has a Program counter and a Stack. Heap memory is used to share data with other threads.</a:t>
            </a:r>
          </a:p>
          <a:p>
            <a:pPr marL="228600" indent="-228600">
              <a:buAutoNum type="arabicPeriod"/>
            </a:pPr>
            <a:r>
              <a:rPr lang="en-US" dirty="0"/>
              <a:t>NEVER block the UI Thread. Create long-running threads in the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2327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791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Hacking tip! Threads can call </a:t>
            </a:r>
            <a:r>
              <a:rPr lang="en-US" dirty="0" err="1"/>
              <a:t>sendMessageAtFrontOfQueue</a:t>
            </a:r>
            <a:r>
              <a:rPr lang="en-US" dirty="0"/>
              <a:t>() method to bypass entire Queue of worker thread and make the task a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2324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Shared preferences is a map of Key-value pairs. They are persisted before </a:t>
            </a:r>
            <a:r>
              <a:rPr lang="en-US" dirty="0" err="1"/>
              <a:t>onDestroy</a:t>
            </a:r>
            <a:r>
              <a:rPr lang="en-US" dirty="0"/>
              <a:t> is called.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5654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onCreate</a:t>
            </a:r>
            <a:r>
              <a:rPr lang="en-US" dirty="0"/>
              <a:t> is called to create first version of DB</a:t>
            </a:r>
          </a:p>
          <a:p>
            <a:pPr marL="228600" indent="-228600">
              <a:buAutoNum type="arabicPeriod"/>
            </a:pPr>
            <a:r>
              <a:rPr lang="en-US" dirty="0" err="1"/>
              <a:t>onUpgrade</a:t>
            </a:r>
            <a:r>
              <a:rPr lang="en-US" dirty="0"/>
              <a:t> is called in hierarchical method to implement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914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MOBILE APPLICATION </a:t>
            </a:r>
            <a:r>
              <a:rPr lang="en-US" sz="5400" b="1"/>
              <a:t>Development (114155)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1811215"/>
            <a:ext cx="4114800" cy="4403858"/>
          </a:xfrm>
        </p:spPr>
        <p:txBody>
          <a:bodyPr/>
          <a:lstStyle/>
          <a:p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Android Platform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Software Developer Kit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Android Activity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Services, </a:t>
            </a:r>
            <a:r>
              <a:rPr lang="en-US" dirty="0" err="1">
                <a:solidFill>
                  <a:srgbClr val="404040"/>
                </a:solidFill>
                <a:latin typeface="Trebuchet MS" panose="020B0603020202020204" pitchFamily="34" charset="0"/>
              </a:rPr>
              <a:t>BroadcastReceiver</a:t>
            </a:r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, </a:t>
            </a:r>
            <a:r>
              <a:rPr lang="en-US" dirty="0" err="1">
                <a:solidFill>
                  <a:srgbClr val="404040"/>
                </a:solidFill>
                <a:latin typeface="Trebuchet MS" panose="020B0603020202020204" pitchFamily="34" charset="0"/>
              </a:rPr>
              <a:t>ContentProvider</a:t>
            </a:r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, Intents, Fragments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Building APK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Example: </a:t>
            </a:r>
            <a:r>
              <a:rPr lang="en-US" dirty="0" err="1">
                <a:solidFill>
                  <a:srgbClr val="404040"/>
                </a:solidFill>
                <a:latin typeface="Trebuchet MS" panose="020B0603020202020204" pitchFamily="34" charset="0"/>
              </a:rPr>
              <a:t>Baham</a:t>
            </a:r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 App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4466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Android Platform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4194133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Kernel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Native Libraries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Android Runtime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Application Framework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Applications</a:t>
            </a:r>
          </a:p>
        </p:txBody>
      </p:sp>
      <p:pic>
        <p:nvPicPr>
          <p:cNvPr id="1030" name="Picture 6" descr="Android OS Architecture - Codeplayon">
            <a:extLst>
              <a:ext uri="{FF2B5EF4-FFF2-40B4-BE49-F238E27FC236}">
                <a16:creationId xmlns:a16="http://schemas.microsoft.com/office/drawing/2014/main" id="{777C734F-CDB0-F074-AD54-5FB998243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048" y="0"/>
            <a:ext cx="801536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50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Android Platform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Standard Linux Kernel: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Memory/Process management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Files and I/O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Device/Sensor drivers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Android Specific: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Power management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Memory sharing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Inter-process communication (binder)</a:t>
            </a:r>
          </a:p>
        </p:txBody>
      </p:sp>
    </p:spTree>
    <p:extLst>
      <p:ext uri="{BB962C8B-B14F-4D97-AF65-F5344CB8AC3E}">
        <p14:creationId xmlns:p14="http://schemas.microsoft.com/office/powerpoint/2010/main" val="242689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Android Platform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Native Libraries: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Rendering webpages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Updating display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Android’s own System C Library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Media framework for Audio/Video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OpenGL and Scene Graph Library for real-time visualization and high-performance graphics (like gaming)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SQLite, a compact RDBMS</a:t>
            </a:r>
          </a:p>
        </p:txBody>
      </p:sp>
    </p:spTree>
    <p:extLst>
      <p:ext uri="{BB962C8B-B14F-4D97-AF65-F5344CB8AC3E}">
        <p14:creationId xmlns:p14="http://schemas.microsoft.com/office/powerpoint/2010/main" val="417664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Android Platform – Android Runtime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Core </a:t>
            </a:r>
            <a:r>
              <a:rPr lang="en-US" sz="3200" b="1" u="sng" dirty="0"/>
              <a:t>JAVA</a:t>
            </a:r>
            <a:r>
              <a:rPr lang="en-US" sz="3200" dirty="0"/>
              <a:t> Libraries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Basic Java utilities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Web services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Unit testing framework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App Lifecycle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Custom Java Virtual Machine (Dalvik)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Executes Android Apps</a:t>
            </a:r>
          </a:p>
        </p:txBody>
      </p:sp>
    </p:spTree>
    <p:extLst>
      <p:ext uri="{BB962C8B-B14F-4D97-AF65-F5344CB8AC3E}">
        <p14:creationId xmlns:p14="http://schemas.microsoft.com/office/powerpoint/2010/main" val="403970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Android Platform – Application Framework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View System provides icons, labels, buttons, inputs=, …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Package Manager keeps track of </a:t>
            </a:r>
            <a:r>
              <a:rPr lang="en-US" sz="4000" u="sng" dirty="0"/>
              <a:t>all</a:t>
            </a:r>
            <a:r>
              <a:rPr lang="en-US" sz="4000" dirty="0"/>
              <a:t> installed Apps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Window Manager manages various Windows like Top bar, main Application Window and Bottom Menu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Resource Manager manages Non-compiled resources like Strings, XML, Layout files, Graphical assets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Activity Manager Starts app activities, Pauses/Resumes them, navigate back and forth between activities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Content Provider enables data sharing between Apps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Can you guess what Location Manager and Notifications Manager does?</a:t>
            </a:r>
          </a:p>
        </p:txBody>
      </p:sp>
    </p:spTree>
    <p:extLst>
      <p:ext uri="{BB962C8B-B14F-4D97-AF65-F5344CB8AC3E}">
        <p14:creationId xmlns:p14="http://schemas.microsoft.com/office/powerpoint/2010/main" val="332526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Android Platform – Application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Built-in Apps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All applications which come with Vanilla Android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None of these Apps are hard-coded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3</a:t>
            </a:r>
            <a:r>
              <a:rPr lang="en-US" sz="4000" baseline="30000" dirty="0"/>
              <a:t>rd</a:t>
            </a:r>
            <a:r>
              <a:rPr lang="en-US" sz="4000" dirty="0"/>
              <a:t> Party Apps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Installed via Stores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Installed insecurely</a:t>
            </a:r>
          </a:p>
        </p:txBody>
      </p:sp>
    </p:spTree>
    <p:extLst>
      <p:ext uri="{BB962C8B-B14F-4D97-AF65-F5344CB8AC3E}">
        <p14:creationId xmlns:p14="http://schemas.microsoft.com/office/powerpoint/2010/main" val="217106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Software Developer Kit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SDK Platform </a:t>
            </a:r>
            <a:r>
              <a:rPr lang="en-US" sz="3800" dirty="0"/>
              <a:t>(which one to choose?)</a:t>
            </a:r>
            <a:endParaRPr lang="en-US" sz="4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SDK Tools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Build tools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Android Studio and its key features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Emulator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Debugger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UI Hierarchy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Gradle builder (be patient when compiling first time)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354256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Android Activity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406693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The first class which launches the GUI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Reads user input and provides output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An Activity should do one thing and do it well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Activity Lifecycle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3B55AE-3A55-14E2-D08A-BF9450B71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891" y="0"/>
            <a:ext cx="667010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0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Android Activity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When an App opens:</a:t>
            </a:r>
            <a:br>
              <a:rPr lang="en-US" sz="3800" dirty="0"/>
            </a:b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onCreate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 -&gt; </a:t>
            </a: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onStart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 -&gt; </a:t>
            </a: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onResume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When Back button is pressed and App exits:</a:t>
            </a:r>
            <a:br>
              <a:rPr lang="en-US" sz="3800" dirty="0"/>
            </a:b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onPaused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 -&gt; </a:t>
            </a: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onStop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 -&gt; </a:t>
            </a: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onDestroy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When Home button is pressed:</a:t>
            </a:r>
            <a:br>
              <a:rPr lang="en-US" sz="3800" dirty="0"/>
            </a:b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onPaused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 -&gt; </a:t>
            </a: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onStop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When any dialog opens:</a:t>
            </a:r>
            <a:br>
              <a:rPr lang="en-US" sz="3800" dirty="0"/>
            </a:b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onPause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When an open dialog is dismissed:</a:t>
            </a:r>
            <a:br>
              <a:rPr lang="en-US" sz="3800" dirty="0"/>
            </a:b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onResume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Switching to App from Home</a:t>
            </a:r>
            <a:br>
              <a:rPr lang="en-US" sz="3800" dirty="0"/>
            </a:b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onRestart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 -&gt; </a:t>
            </a: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onStart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 -&gt; </a:t>
            </a: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onResume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8095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Android Activity - Example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onCreate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800" dirty="0"/>
              <a:t>Check if the login details are stored for auto-login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onRestart</a:t>
            </a:r>
            <a:r>
              <a:rPr lang="en-US" sz="32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600" dirty="0"/>
              <a:t>Bring to search View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onResume</a:t>
            </a:r>
            <a:r>
              <a:rPr lang="en-US" sz="28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Show pre-filled search text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onPause</a:t>
            </a:r>
            <a:r>
              <a:rPr lang="en-US" sz="28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Store snapshot of existing view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onStop</a:t>
            </a:r>
            <a:r>
              <a:rPr lang="en-US" sz="28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Cache the search results into DB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onDestroy</a:t>
            </a:r>
            <a:r>
              <a:rPr lang="en-US" sz="28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Close connections</a:t>
            </a:r>
          </a:p>
          <a:p>
            <a:pPr marL="0" indent="0">
              <a:lnSpc>
                <a:spcPct val="120000"/>
              </a:lnSpc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0156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Service, Broadcast Receiver, Content Provider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None of these have a GUI and work behind the scenes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Services run in the background, usually long-running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Broadcast Receivers listen and respond to Device Events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Extend </a:t>
            </a:r>
            <a:r>
              <a:rPr lang="en-US" sz="3600" dirty="0" err="1"/>
              <a:t>BroadcastReceiver</a:t>
            </a:r>
            <a:r>
              <a:rPr lang="en-US" sz="3600" dirty="0"/>
              <a:t> class and must implement </a:t>
            </a:r>
            <a:r>
              <a:rPr lang="en-US" sz="3600" dirty="0" err="1"/>
              <a:t>onReceive</a:t>
            </a:r>
            <a:r>
              <a:rPr lang="en-US" sz="3600" dirty="0"/>
              <a:t>() method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Content Provider stores App data, and controls sharing of data between applications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29128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Intents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5100" dirty="0"/>
              <a:t>It’s a Data structure which: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5100" dirty="0"/>
              <a:t>Activities use Intents to specify an operation user wants to perform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5100" dirty="0"/>
              <a:t>Intents also notify Activities when an Event occurs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5100" dirty="0"/>
              <a:t>Intent Fields: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Action: e.g. ACTION_DIAL meaning the Intent will dial a number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Data: the URI pointing to the data associated with the Intent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Category: e.g. CATEGORY_BROWSABLE meaning this Intent can be invoked by a Browser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Type: the MIME type, like IMAGE/*, TEXT/HTML, just like we do on HTTP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Component: identifies the associated Activity, e.g., </a:t>
            </a:r>
            <a:r>
              <a:rPr lang="en-US" sz="29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Intent(Context </a:t>
            </a:r>
            <a:r>
              <a:rPr lang="en-US" sz="29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context</a:t>
            </a:r>
            <a:r>
              <a:rPr lang="en-US" sz="29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, </a:t>
            </a:r>
            <a:r>
              <a:rPr lang="en-US" sz="29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MainActivity.class</a:t>
            </a:r>
            <a:r>
              <a:rPr lang="en-US" sz="29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)</a:t>
            </a:r>
            <a:endParaRPr lang="en-US" sz="3600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Extras: used to store extra information. Usually a Map&lt;Key, Value&gt;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Flags: e.g. FLAG_ACTIVITY_NO_HISTORY (self explanatory)</a:t>
            </a:r>
          </a:p>
        </p:txBody>
      </p:sp>
    </p:spTree>
    <p:extLst>
      <p:ext uri="{BB962C8B-B14F-4D97-AF65-F5344CB8AC3E}">
        <p14:creationId xmlns:p14="http://schemas.microsoft.com/office/powerpoint/2010/main" val="312492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Fragments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An Activity can host multiple parts, called Fragments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 fragment represents a portion of UI within an Activity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Fragments cannot independently launch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They have a lifecycle of their own, but it is tied with the lifecycle of the host Activity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3771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Building an APK (Android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PacKage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Building an </a:t>
            </a:r>
            <a:r>
              <a:rPr lang="en-US" sz="3800" dirty="0"/>
              <a:t>APK is the process of following sequence of actions: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Compile the Android Project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Package the compiled files into .</a:t>
            </a:r>
            <a:r>
              <a:rPr lang="en-US" sz="3600" dirty="0" err="1"/>
              <a:t>apk</a:t>
            </a:r>
            <a:r>
              <a:rPr lang="en-US" sz="3600" dirty="0"/>
              <a:t> file which includes all .</a:t>
            </a:r>
            <a:r>
              <a:rPr lang="en-US" sz="3600" dirty="0" err="1"/>
              <a:t>dex</a:t>
            </a:r>
            <a:r>
              <a:rPr lang="en-US" sz="3600" dirty="0"/>
              <a:t> files, </a:t>
            </a:r>
            <a:r>
              <a:rPr lang="en-US" sz="3600" dirty="0" err="1"/>
              <a:t>resources.arsc</a:t>
            </a:r>
            <a:r>
              <a:rPr lang="en-US" sz="3600" dirty="0"/>
              <a:t>, AndroidManifest.xml file and all non-compiled files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 APK is digitally “signed” for validation and verification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APK is copied and executed to an Android Device or Emulator</a:t>
            </a:r>
          </a:p>
        </p:txBody>
      </p:sp>
    </p:spTree>
    <p:extLst>
      <p:ext uri="{BB962C8B-B14F-4D97-AF65-F5344CB8AC3E}">
        <p14:creationId xmlns:p14="http://schemas.microsoft.com/office/powerpoint/2010/main" val="76822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Example: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Baham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App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Creating a new app on Android Studio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Build and Run on Emulator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 err="1"/>
              <a:t>MainActivity</a:t>
            </a:r>
            <a:r>
              <a:rPr lang="en-US" sz="3400" dirty="0"/>
              <a:t> class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 err="1"/>
              <a:t>setContentView</a:t>
            </a:r>
            <a:r>
              <a:rPr lang="en-US" sz="3400" dirty="0"/>
              <a:t>()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Directories: values, layout, drawable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XML-based resources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Modify main_activity.xml layout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R file and accessing its resources</a:t>
            </a:r>
          </a:p>
        </p:txBody>
      </p:sp>
    </p:spTree>
    <p:extLst>
      <p:ext uri="{BB962C8B-B14F-4D97-AF65-F5344CB8AC3E}">
        <p14:creationId xmlns:p14="http://schemas.microsoft.com/office/powerpoint/2010/main" val="23204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Extras: Threads and Asynchronous Tasks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Android can run many programs simultaneously, but they are slightly different than vanilla Java threads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Thread: </a:t>
            </a:r>
            <a:r>
              <a:rPr lang="en-US" sz="28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start() -&gt; run(), sleep(time), wait(), notify()</a:t>
            </a:r>
            <a:endParaRPr lang="en-US" sz="3600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UI Thread: App’s demon thread, which keeps running. All lifecycle methods by UI thread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If the UI needs to be updated by a thread, use </a:t>
            </a: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Activity.runOnUiThread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(Runnable)</a:t>
            </a:r>
            <a:r>
              <a:rPr lang="en-US" sz="3400" dirty="0"/>
              <a:t> instead of generic thread</a:t>
            </a:r>
          </a:p>
        </p:txBody>
      </p:sp>
    </p:spTree>
    <p:extLst>
      <p:ext uri="{BB962C8B-B14F-4D97-AF65-F5344CB8AC3E}">
        <p14:creationId xmlns:p14="http://schemas.microsoft.com/office/powerpoint/2010/main" val="9814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Extras: Threads and Asynchronous Tasks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err="1"/>
              <a:t>AsyncTask</a:t>
            </a:r>
            <a:r>
              <a:rPr lang="en-US" sz="3600" dirty="0"/>
              <a:t> class: a generic class which inputs Parameters, Progress and Result.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First, </a:t>
            </a:r>
            <a:r>
              <a:rPr lang="en-US" sz="30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onPreExecute</a:t>
            </a:r>
            <a:r>
              <a:rPr lang="en-US" sz="30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</a:t>
            </a:r>
            <a:r>
              <a:rPr lang="en-US" sz="3400" dirty="0"/>
              <a:t> is run in UI thread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Next, </a:t>
            </a:r>
            <a:r>
              <a:rPr lang="en-US" sz="30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doInBackground</a:t>
            </a:r>
            <a:r>
              <a:rPr lang="en-US" sz="30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(Params) </a:t>
            </a:r>
            <a:r>
              <a:rPr lang="en-US" sz="3400" dirty="0"/>
              <a:t>is run as a background thread using the parameters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Optional: while the </a:t>
            </a:r>
            <a:r>
              <a:rPr lang="en-US" sz="30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doInBackground</a:t>
            </a:r>
            <a:r>
              <a:rPr lang="en-US" sz="30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 </a:t>
            </a:r>
            <a:r>
              <a:rPr lang="en-US" sz="3400" dirty="0"/>
              <a:t>is running, call </a:t>
            </a:r>
            <a:r>
              <a:rPr lang="en-US" sz="30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publishProgress</a:t>
            </a:r>
            <a:r>
              <a:rPr lang="en-US" sz="30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(Progress values) </a:t>
            </a:r>
            <a:r>
              <a:rPr lang="en-US" sz="3400" dirty="0"/>
              <a:t>to let the UI thread know of the progress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Finally, </a:t>
            </a:r>
            <a:r>
              <a:rPr lang="en-US" sz="30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onPostExecute</a:t>
            </a:r>
            <a:r>
              <a:rPr lang="en-US" sz="30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 </a:t>
            </a:r>
            <a:r>
              <a:rPr lang="en-US" sz="3400" dirty="0"/>
              <a:t>is run in UI thread</a:t>
            </a:r>
          </a:p>
        </p:txBody>
      </p:sp>
    </p:spTree>
    <p:extLst>
      <p:ext uri="{BB962C8B-B14F-4D97-AF65-F5344CB8AC3E}">
        <p14:creationId xmlns:p14="http://schemas.microsoft.com/office/powerpoint/2010/main" val="34980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Extras: Threads and Asynchronous Tasks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Handler class: can be associated with any thread.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Example: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Thread A is performing some work X. It wants to switch to another work Y, but also wants X to be carried on.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B implements Runnable and has a handler object.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A sends a Message object (containing data about X) to handler of B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B now has the Message object in its Message Queue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As B dequeues the message, it will unpack the message and carry on the work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Once B is finished, or wants to hand over the remaining work back to A, it will send a Message object to A’s handler.</a:t>
            </a:r>
          </a:p>
        </p:txBody>
      </p:sp>
    </p:spTree>
    <p:extLst>
      <p:ext uri="{BB962C8B-B14F-4D97-AF65-F5344CB8AC3E}">
        <p14:creationId xmlns:p14="http://schemas.microsoft.com/office/powerpoint/2010/main" val="36695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Extras: Data Management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Shared Preferences: used like Cache storage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Internal Storage: App’s own private data repository, which cannot be accessed by other apps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External Storage: large amount of data, available to other Apps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Android uses Files for both Internal/External data. Parameter “mode” defines whether the file is internal or external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Database: </a:t>
            </a:r>
            <a:r>
              <a:rPr lang="en-US" sz="3600" dirty="0" err="1"/>
              <a:t>SQLiteDB</a:t>
            </a:r>
            <a:r>
              <a:rPr lang="en-US" sz="3600" dirty="0"/>
              <a:t> for private, structured data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46578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Extras: Data Management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SQLite DB uses a Helper subclass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 err="1"/>
              <a:t>onCreate</a:t>
            </a:r>
            <a:r>
              <a:rPr lang="en-US" sz="3200" dirty="0"/>
              <a:t>() method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 err="1"/>
              <a:t>onUpgrade</a:t>
            </a:r>
            <a:r>
              <a:rPr lang="en-US" sz="3200" dirty="0"/>
              <a:t>(</a:t>
            </a:r>
            <a:r>
              <a:rPr lang="en-US" sz="3200" dirty="0" err="1"/>
              <a:t>db</a:t>
            </a:r>
            <a:r>
              <a:rPr lang="en-US" sz="3200" dirty="0"/>
              <a:t>, </a:t>
            </a:r>
            <a:r>
              <a:rPr lang="en-US" sz="3200" dirty="0" err="1"/>
              <a:t>oldVersion</a:t>
            </a:r>
            <a:r>
              <a:rPr lang="en-US" sz="3200" dirty="0"/>
              <a:t>, </a:t>
            </a:r>
            <a:r>
              <a:rPr lang="en-US" sz="3200" dirty="0" err="1"/>
              <a:t>newVersion</a:t>
            </a:r>
            <a:r>
              <a:rPr lang="en-US" sz="3200" dirty="0"/>
              <a:t>) method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 err="1"/>
              <a:t>deleteDatabase</a:t>
            </a:r>
            <a:r>
              <a:rPr lang="en-US" sz="3200" dirty="0"/>
              <a:t>() method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Move forward management strategy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DB Cursors are used to navigate between records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 err="1"/>
              <a:t>SQLiteDB</a:t>
            </a:r>
            <a:r>
              <a:rPr lang="en-US" sz="3400" dirty="0"/>
              <a:t> can be examined using 3</a:t>
            </a:r>
            <a:r>
              <a:rPr lang="en-US" sz="3400" baseline="30000" dirty="0"/>
              <a:t>rd</a:t>
            </a:r>
            <a:r>
              <a:rPr lang="en-US" sz="3400" dirty="0"/>
              <a:t> </a:t>
            </a:r>
            <a:r>
              <a:rPr lang="en-US" sz="3400"/>
              <a:t>party explorers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409973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1914</TotalTime>
  <Words>1711</Words>
  <Application>Microsoft Office PowerPoint</Application>
  <PresentationFormat>Widescreen</PresentationFormat>
  <Paragraphs>242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Cascadia Code Light</vt:lpstr>
      <vt:lpstr>Trebuchet MS</vt:lpstr>
      <vt:lpstr>Wingdings</vt:lpstr>
      <vt:lpstr>Office Theme</vt:lpstr>
      <vt:lpstr>MOBILE APPLICATION Development (114155)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148</cp:revision>
  <dcterms:created xsi:type="dcterms:W3CDTF">2022-11-22T20:08:03Z</dcterms:created>
  <dcterms:modified xsi:type="dcterms:W3CDTF">2023-10-27T09:15:21Z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