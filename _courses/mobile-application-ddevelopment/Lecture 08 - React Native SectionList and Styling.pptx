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448" r:id="rId5"/>
    <p:sldId id="2462" r:id="rId6"/>
    <p:sldId id="2505" r:id="rId7"/>
    <p:sldId id="2506" r:id="rId8"/>
    <p:sldId id="2508" r:id="rId9"/>
    <p:sldId id="2509" r:id="rId10"/>
    <p:sldId id="243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2FF92D-DF7A-4C38-A24D-96CD12249CD0}" v="1699" dt="2023-12-09T12:43:56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78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768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31FF0103-B0ED-446C-9E77-45E322E404ED}"/>
    <pc:docChg chg="undo redo custSel addSld delSld modSld sldOrd">
      <pc:chgData name="Owais Ahmed" userId="6abc7d4556b3b071" providerId="LiveId" clId="{31FF0103-B0ED-446C-9E77-45E322E404ED}" dt="2023-03-07T10:13:56.929" v="2125" actId="20577"/>
      <pc:docMkLst>
        <pc:docMk/>
      </pc:docMkLst>
      <pc:sldChg chg="del">
        <pc:chgData name="Owais Ahmed" userId="6abc7d4556b3b071" providerId="LiveId" clId="{31FF0103-B0ED-446C-9E77-45E322E404ED}" dt="2023-03-07T09:10:09.196" v="5" actId="47"/>
        <pc:sldMkLst>
          <pc:docMk/>
          <pc:sldMk cId="4226644250" sldId="256"/>
        </pc:sldMkLst>
      </pc:sldChg>
      <pc:sldChg chg="modSp mod">
        <pc:chgData name="Owais Ahmed" userId="6abc7d4556b3b071" providerId="LiveId" clId="{31FF0103-B0ED-446C-9E77-45E322E404ED}" dt="2023-03-07T10:05:04.527" v="1091" actId="20577"/>
        <pc:sldMkLst>
          <pc:docMk/>
          <pc:sldMk cId="1649098948" sldId="2462"/>
        </pc:sldMkLst>
        <pc:spChg chg="mod">
          <ac:chgData name="Owais Ahmed" userId="6abc7d4556b3b071" providerId="LiveId" clId="{31FF0103-B0ED-446C-9E77-45E322E404ED}" dt="2023-03-07T10:05:04.527" v="109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835548672" sldId="2467"/>
        </pc:sldMkLst>
      </pc:sldChg>
      <pc:sldChg chg="add del">
        <pc:chgData name="Owais Ahmed" userId="6abc7d4556b3b071" providerId="LiveId" clId="{31FF0103-B0ED-446C-9E77-45E322E404ED}" dt="2023-03-07T09:11:04.853" v="16" actId="47"/>
        <pc:sldMkLst>
          <pc:docMk/>
          <pc:sldMk cId="2564172473" sldId="2468"/>
        </pc:sldMkLst>
      </pc:sldChg>
      <pc:sldChg chg="del">
        <pc:chgData name="Owais Ahmed" userId="6abc7d4556b3b071" providerId="LiveId" clId="{31FF0103-B0ED-446C-9E77-45E322E404ED}" dt="2023-03-07T09:10:10.602" v="7" actId="47"/>
        <pc:sldMkLst>
          <pc:docMk/>
          <pc:sldMk cId="641030253" sldId="247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1810203590" sldId="2482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426892836" sldId="2485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392008630" sldId="2486"/>
        </pc:sldMkLst>
      </pc:sldChg>
      <pc:sldChg chg="add del">
        <pc:chgData name="Owais Ahmed" userId="6abc7d4556b3b071" providerId="LiveId" clId="{31FF0103-B0ED-446C-9E77-45E322E404ED}" dt="2023-03-07T09:11:04.010" v="15" actId="47"/>
        <pc:sldMkLst>
          <pc:docMk/>
          <pc:sldMk cId="2180074341" sldId="2487"/>
        </pc:sldMkLst>
      </pc:sldChg>
      <pc:sldChg chg="add del">
        <pc:chgData name="Owais Ahmed" userId="6abc7d4556b3b071" providerId="LiveId" clId="{31FF0103-B0ED-446C-9E77-45E322E404ED}" dt="2023-03-07T09:11:17.225" v="18" actId="47"/>
        <pc:sldMkLst>
          <pc:docMk/>
          <pc:sldMk cId="692629543" sldId="2490"/>
        </pc:sldMkLst>
      </pc:sldChg>
      <pc:sldChg chg="add del">
        <pc:chgData name="Owais Ahmed" userId="6abc7d4556b3b071" providerId="LiveId" clId="{31FF0103-B0ED-446C-9E77-45E322E404ED}" dt="2023-03-07T09:11:07.496" v="17" actId="47"/>
        <pc:sldMkLst>
          <pc:docMk/>
          <pc:sldMk cId="1357650666" sldId="2491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332028716" sldId="2492"/>
        </pc:sldMkLst>
      </pc:sldChg>
      <pc:sldChg chg="del">
        <pc:chgData name="Owais Ahmed" userId="6abc7d4556b3b071" providerId="LiveId" clId="{31FF0103-B0ED-446C-9E77-45E322E404ED}" dt="2023-03-07T09:10:09.571" v="6" actId="47"/>
        <pc:sldMkLst>
          <pc:docMk/>
          <pc:sldMk cId="1339872144" sldId="2493"/>
        </pc:sldMkLst>
      </pc:sldChg>
      <pc:sldChg chg="add del">
        <pc:chgData name="Owais Ahmed" userId="6abc7d4556b3b071" providerId="LiveId" clId="{31FF0103-B0ED-446C-9E77-45E322E404ED}" dt="2023-03-07T09:16:46.132" v="342" actId="47"/>
        <pc:sldMkLst>
          <pc:docMk/>
          <pc:sldMk cId="2744016673" sldId="2493"/>
        </pc:sldMkLst>
      </pc:sldChg>
      <pc:sldChg chg="add del">
        <pc:chgData name="Owais Ahmed" userId="6abc7d4556b3b071" providerId="LiveId" clId="{31FF0103-B0ED-446C-9E77-45E322E404ED}" dt="2023-03-07T09:10:34.215" v="13" actId="47"/>
        <pc:sldMkLst>
          <pc:docMk/>
          <pc:sldMk cId="1031269857" sldId="2494"/>
        </pc:sldMkLst>
      </pc:sldChg>
      <pc:sldChg chg="del">
        <pc:chgData name="Owais Ahmed" userId="6abc7d4556b3b071" providerId="LiveId" clId="{31FF0103-B0ED-446C-9E77-45E322E404ED}" dt="2023-03-07T09:10:16.041" v="10" actId="47"/>
        <pc:sldMkLst>
          <pc:docMk/>
          <pc:sldMk cId="4264242367" sldId="2495"/>
        </pc:sldMkLst>
      </pc:sldChg>
      <pc:sldChg chg="del">
        <pc:chgData name="Owais Ahmed" userId="6abc7d4556b3b071" providerId="LiveId" clId="{31FF0103-B0ED-446C-9E77-45E322E404ED}" dt="2023-03-07T09:10:16.745" v="11" actId="47"/>
        <pc:sldMkLst>
          <pc:docMk/>
          <pc:sldMk cId="973217284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4183735996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021183974" sldId="2497"/>
        </pc:sldMkLst>
      </pc:sldChg>
      <pc:sldChg chg="add del">
        <pc:chgData name="Owais Ahmed" userId="6abc7d4556b3b071" providerId="LiveId" clId="{31FF0103-B0ED-446C-9E77-45E322E404ED}" dt="2023-03-07T09:10:45.140" v="14" actId="47"/>
        <pc:sldMkLst>
          <pc:docMk/>
          <pc:sldMk cId="2461819977" sldId="249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910229267" sldId="2500"/>
        </pc:sldMkLst>
      </pc:sldChg>
      <pc:sldChg chg="add del">
        <pc:chgData name="Owais Ahmed" userId="6abc7d4556b3b071" providerId="LiveId" clId="{31FF0103-B0ED-446C-9E77-45E322E404ED}" dt="2023-03-07T09:11:21.152" v="19" actId="47"/>
        <pc:sldMkLst>
          <pc:docMk/>
          <pc:sldMk cId="1735756904" sldId="2501"/>
        </pc:sldMkLst>
      </pc:sldChg>
      <pc:sldChg chg="modSp add mod modAnim modNotesTx">
        <pc:chgData name="Owais Ahmed" userId="6abc7d4556b3b071" providerId="LiveId" clId="{31FF0103-B0ED-446C-9E77-45E322E404ED}" dt="2023-03-07T09:18:23.935" v="457" actId="20577"/>
        <pc:sldMkLst>
          <pc:docMk/>
          <pc:sldMk cId="1990280332" sldId="2501"/>
        </pc:sldMkLst>
        <pc:spChg chg="mod">
          <ac:chgData name="Owais Ahmed" userId="6abc7d4556b3b071" providerId="LiveId" clId="{31FF0103-B0ED-446C-9E77-45E322E404ED}" dt="2023-03-07T09:18:23.935" v="457" actId="20577"/>
          <ac:spMkLst>
            <pc:docMk/>
            <pc:sldMk cId="1990280332" sldId="2501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13:27.530" v="128" actId="20577"/>
          <ac:spMkLst>
            <pc:docMk/>
            <pc:sldMk cId="1990280332" sldId="2501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31FF0103-B0ED-446C-9E77-45E322E404ED}" dt="2023-03-07T10:11:34.699" v="1897" actId="20577"/>
        <pc:sldMkLst>
          <pc:docMk/>
          <pc:sldMk cId="2738020370" sldId="2502"/>
        </pc:sldMkLst>
        <pc:spChg chg="mod">
          <ac:chgData name="Owais Ahmed" userId="6abc7d4556b3b071" providerId="LiveId" clId="{31FF0103-B0ED-446C-9E77-45E322E404ED}" dt="2023-03-07T10:11:34.699" v="1897" actId="20577"/>
          <ac:spMkLst>
            <pc:docMk/>
            <pc:sldMk cId="2738020370" sldId="2502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10:04:39.350" v="1076" actId="20577"/>
          <ac:spMkLst>
            <pc:docMk/>
            <pc:sldMk cId="2738020370" sldId="2502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31FF0103-B0ED-446C-9E77-45E322E404ED}" dt="2023-03-07T10:13:56.929" v="2125" actId="20577"/>
        <pc:sldMkLst>
          <pc:docMk/>
          <pc:sldMk cId="1306189836" sldId="2503"/>
        </pc:sldMkLst>
        <pc:spChg chg="mod">
          <ac:chgData name="Owais Ahmed" userId="6abc7d4556b3b071" providerId="LiveId" clId="{31FF0103-B0ED-446C-9E77-45E322E404ED}" dt="2023-03-07T10:13:56.929" v="2125" actId="20577"/>
          <ac:spMkLst>
            <pc:docMk/>
            <pc:sldMk cId="1306189836" sldId="2503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1FF0103-B0ED-446C-9E77-45E322E404ED}" dt="2023-03-07T09:47:19.019" v="576" actId="47"/>
        <pc:sldMkLst>
          <pc:docMk/>
          <pc:sldMk cId="2502545026" sldId="2503"/>
        </pc:sldMkLst>
        <pc:spChg chg="mod">
          <ac:chgData name="Owais Ahmed" userId="6abc7d4556b3b071" providerId="LiveId" clId="{31FF0103-B0ED-446C-9E77-45E322E404ED}" dt="2023-03-07T09:46:27.824" v="534" actId="6549"/>
          <ac:spMkLst>
            <pc:docMk/>
            <pc:sldMk cId="2502545026" sldId="2503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46:59.970" v="570" actId="20577"/>
          <ac:spMkLst>
            <pc:docMk/>
            <pc:sldMk cId="2502545026" sldId="2503"/>
            <ac:spMk id="215" creationId="{00000000-0000-0000-0000-000000000000}"/>
          </ac:spMkLst>
        </pc:spChg>
        <pc:picChg chg="add del mod">
          <ac:chgData name="Owais Ahmed" userId="6abc7d4556b3b071" providerId="LiveId" clId="{31FF0103-B0ED-446C-9E77-45E322E404ED}" dt="2023-03-07T09:47:17.151" v="575" actId="478"/>
          <ac:picMkLst>
            <pc:docMk/>
            <pc:sldMk cId="2502545026" sldId="2503"/>
            <ac:picMk id="5" creationId="{0A45C2C8-8C66-AADB-0F26-2FFD9391090C}"/>
          </ac:picMkLst>
        </pc:picChg>
      </pc:sldChg>
      <pc:sldMasterChg chg="addSldLayout delSldLayout">
        <pc:chgData name="Owais Ahmed" userId="6abc7d4556b3b071" providerId="LiveId" clId="{31FF0103-B0ED-446C-9E77-45E322E404ED}" dt="2023-03-07T09:10:14.760" v="9" actId="47"/>
        <pc:sldMasterMkLst>
          <pc:docMk/>
          <pc:sldMasterMk cId="692820" sldId="2147483648"/>
        </pc:sldMasterMkLst>
        <pc:sldLayoutChg chg="add del">
          <pc:chgData name="Owais Ahmed" userId="6abc7d4556b3b071" providerId="LiveId" clId="{31FF0103-B0ED-446C-9E77-45E322E404ED}" dt="2023-03-07T09:10:14.760" v="9" actId="47"/>
          <pc:sldLayoutMkLst>
            <pc:docMk/>
            <pc:sldMasterMk cId="692820" sldId="2147483648"/>
            <pc:sldLayoutMk cId="3227223299" sldId="2147483681"/>
          </pc:sldLayoutMkLst>
        </pc:sldLayoutChg>
        <pc:sldLayoutChg chg="del">
          <pc:chgData name="Owais Ahmed" userId="6abc7d4556b3b071" providerId="LiveId" clId="{31FF0103-B0ED-446C-9E77-45E322E404ED}" dt="2023-03-07T09:10:09.571" v="6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53B1629A-A9A8-4EA5-BFC7-E33077932B5F}"/>
    <pc:docChg chg="undo custSel addSld delSld modSld sldOrd">
      <pc:chgData name="Owais Ahmed" userId="6abc7d4556b3b071" providerId="LiveId" clId="{53B1629A-A9A8-4EA5-BFC7-E33077932B5F}" dt="2023-03-13T10:21:37.602" v="13434" actId="20577"/>
      <pc:docMkLst>
        <pc:docMk/>
      </pc:docMkLst>
      <pc:sldChg chg="modSp mod">
        <pc:chgData name="Owais Ahmed" userId="6abc7d4556b3b071" providerId="LiveId" clId="{53B1629A-A9A8-4EA5-BFC7-E33077932B5F}" dt="2023-03-13T08:52:28.723" v="7768" actId="14100"/>
        <pc:sldMkLst>
          <pc:docMk/>
          <pc:sldMk cId="1649098948" sldId="2462"/>
        </pc:sldMkLst>
        <pc:spChg chg="mod">
          <ac:chgData name="Owais Ahmed" userId="6abc7d4556b3b071" providerId="LiveId" clId="{53B1629A-A9A8-4EA5-BFC7-E33077932B5F}" dt="2023-03-13T08:52:28.723" v="7768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3B1629A-A9A8-4EA5-BFC7-E33077932B5F}" dt="2023-03-13T06:25:36.584" v="0" actId="47"/>
        <pc:sldMkLst>
          <pc:docMk/>
          <pc:sldMk cId="2835548672" sldId="2467"/>
        </pc:sldMkLst>
      </pc:sldChg>
      <pc:sldChg chg="del">
        <pc:chgData name="Owais Ahmed" userId="6abc7d4556b3b071" providerId="LiveId" clId="{53B1629A-A9A8-4EA5-BFC7-E33077932B5F}" dt="2023-03-13T06:25:37.635" v="2" actId="47"/>
        <pc:sldMkLst>
          <pc:docMk/>
          <pc:sldMk cId="1810203590" sldId="2482"/>
        </pc:sldMkLst>
      </pc:sldChg>
      <pc:sldChg chg="modSp mod ord modAnim modNotesTx">
        <pc:chgData name="Owais Ahmed" userId="6abc7d4556b3b071" providerId="LiveId" clId="{53B1629A-A9A8-4EA5-BFC7-E33077932B5F}" dt="2023-03-13T06:39:15.142" v="972" actId="20577"/>
        <pc:sldMkLst>
          <pc:docMk/>
          <pc:sldMk cId="2426892836" sldId="2485"/>
        </pc:sldMkLst>
        <pc:spChg chg="mod">
          <ac:chgData name="Owais Ahmed" userId="6abc7d4556b3b071" providerId="LiveId" clId="{53B1629A-A9A8-4EA5-BFC7-E33077932B5F}" dt="2023-03-13T06:39:15.142" v="972" actId="20577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7:38.970" v="85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7.467" v="1" actId="47"/>
        <pc:sldMkLst>
          <pc:docMk/>
          <pc:sldMk cId="2392008630" sldId="2486"/>
        </pc:sldMkLst>
      </pc:sldChg>
      <pc:sldChg chg="addSp delSp modSp add mod addAnim delAnim modAnim modNotesTx">
        <pc:chgData name="Owais Ahmed" userId="6abc7d4556b3b071" providerId="LiveId" clId="{53B1629A-A9A8-4EA5-BFC7-E33077932B5F}" dt="2023-03-13T06:39:33.411" v="989" actId="6549"/>
        <pc:sldMkLst>
          <pc:docMk/>
          <pc:sldMk cId="2564503825" sldId="2486"/>
        </pc:sldMkLst>
        <pc:spChg chg="mod">
          <ac:chgData name="Owais Ahmed" userId="6abc7d4556b3b071" providerId="LiveId" clId="{53B1629A-A9A8-4EA5-BFC7-E33077932B5F}" dt="2023-03-13T06:39:33.411" v="989" actId="6549"/>
          <ac:spMkLst>
            <pc:docMk/>
            <pc:sldMk cId="2564503825" sldId="2486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9:06.800" v="108" actId="14100"/>
          <ac:spMkLst>
            <pc:docMk/>
            <pc:sldMk cId="2564503825" sldId="2486"/>
            <ac:spMk id="215" creationId="{00000000-0000-0000-0000-000000000000}"/>
          </ac:spMkLst>
        </pc:spChg>
        <pc:picChg chg="add del">
          <ac:chgData name="Owais Ahmed" userId="6abc7d4556b3b071" providerId="LiveId" clId="{53B1629A-A9A8-4EA5-BFC7-E33077932B5F}" dt="2023-03-13T06:27:52.701" v="90"/>
          <ac:picMkLst>
            <pc:docMk/>
            <pc:sldMk cId="2564503825" sldId="2486"/>
            <ac:picMk id="1026" creationId="{125F49AE-40C7-E916-3A5D-3F6B1A8A92A1}"/>
          </ac:picMkLst>
        </pc:picChg>
        <pc:picChg chg="add del mod">
          <ac:chgData name="Owais Ahmed" userId="6abc7d4556b3b071" providerId="LiveId" clId="{53B1629A-A9A8-4EA5-BFC7-E33077932B5F}" dt="2023-03-13T06:28:10.158" v="97"/>
          <ac:picMkLst>
            <pc:docMk/>
            <pc:sldMk cId="2564503825" sldId="2486"/>
            <ac:picMk id="1028" creationId="{4FF0696B-3F3E-A622-CF80-0D04EAFD5737}"/>
          </ac:picMkLst>
        </pc:picChg>
        <pc:picChg chg="add mod">
          <ac:chgData name="Owais Ahmed" userId="6abc7d4556b3b071" providerId="LiveId" clId="{53B1629A-A9A8-4EA5-BFC7-E33077932B5F}" dt="2023-03-13T06:34:47.167" v="525" actId="14100"/>
          <ac:picMkLst>
            <pc:docMk/>
            <pc:sldMk cId="2564503825" sldId="2486"/>
            <ac:picMk id="1030" creationId="{777C734F-CDB0-F074-AD54-5FB998243985}"/>
          </ac:picMkLst>
        </pc:picChg>
      </pc:sldChg>
      <pc:sldChg chg="modSp add mod modAnim">
        <pc:chgData name="Owais Ahmed" userId="6abc7d4556b3b071" providerId="LiveId" clId="{53B1629A-A9A8-4EA5-BFC7-E33077932B5F}" dt="2023-03-13T06:43:05.045" v="1274" actId="20577"/>
        <pc:sldMkLst>
          <pc:docMk/>
          <pc:sldMk cId="4176642933" sldId="2487"/>
        </pc:sldMkLst>
        <pc:spChg chg="mod">
          <ac:chgData name="Owais Ahmed" userId="6abc7d4556b3b071" providerId="LiveId" clId="{53B1629A-A9A8-4EA5-BFC7-E33077932B5F}" dt="2023-03-13T06:43:05.045" v="1274" actId="20577"/>
          <ac:spMkLst>
            <pc:docMk/>
            <pc:sldMk cId="4176642933" sldId="248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3B1629A-A9A8-4EA5-BFC7-E33077932B5F}" dt="2023-03-13T06:44:43.767" v="1486" actId="403"/>
        <pc:sldMkLst>
          <pc:docMk/>
          <pc:sldMk cId="4039704136" sldId="2488"/>
        </pc:sldMkLst>
        <pc:spChg chg="mod">
          <ac:chgData name="Owais Ahmed" userId="6abc7d4556b3b071" providerId="LiveId" clId="{53B1629A-A9A8-4EA5-BFC7-E33077932B5F}" dt="2023-03-13T06:44:43.767" v="1486" actId="403"/>
          <ac:spMkLst>
            <pc:docMk/>
            <pc:sldMk cId="4039704136" sldId="248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36.698" v="1481" actId="5793"/>
          <ac:spMkLst>
            <pc:docMk/>
            <pc:sldMk cId="4039704136" sldId="248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3B1629A-A9A8-4EA5-BFC7-E33077932B5F}" dt="2023-03-13T06:43:19.944" v="1294" actId="47"/>
        <pc:sldMkLst>
          <pc:docMk/>
          <pc:sldMk cId="2832387727" sldId="2489"/>
        </pc:sldMkLst>
        <pc:spChg chg="mod">
          <ac:chgData name="Owais Ahmed" userId="6abc7d4556b3b071" providerId="LiveId" clId="{53B1629A-A9A8-4EA5-BFC7-E33077932B5F}" dt="2023-03-13T06:43:16.186" v="1293" actId="20577"/>
          <ac:spMkLst>
            <pc:docMk/>
            <pc:sldMk cId="2832387727" sldId="248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53B1629A-A9A8-4EA5-BFC7-E33077932B5F}" dt="2023-03-13T06:56:22.252" v="2764" actId="20577"/>
        <pc:sldMkLst>
          <pc:docMk/>
          <pc:sldMk cId="3325262481" sldId="2489"/>
        </pc:sldMkLst>
        <pc:spChg chg="mod">
          <ac:chgData name="Owais Ahmed" userId="6abc7d4556b3b071" providerId="LiveId" clId="{53B1629A-A9A8-4EA5-BFC7-E33077932B5F}" dt="2023-03-13T06:55:55.034" v="2703" actId="27636"/>
          <ac:spMkLst>
            <pc:docMk/>
            <pc:sldMk cId="3325262481" sldId="248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25.521" v="1461" actId="20577"/>
          <ac:spMkLst>
            <pc:docMk/>
            <pc:sldMk cId="3325262481" sldId="248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6:55:32.617" v="2694" actId="6549"/>
        <pc:sldMkLst>
          <pc:docMk/>
          <pc:sldMk cId="2171066017" sldId="2490"/>
        </pc:sldMkLst>
        <pc:spChg chg="mod">
          <ac:chgData name="Owais Ahmed" userId="6abc7d4556b3b071" providerId="LiveId" clId="{53B1629A-A9A8-4EA5-BFC7-E33077932B5F}" dt="2023-03-13T06:53:21.975" v="2611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2:02.705" v="2405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11.250" v="4946" actId="20577"/>
        <pc:sldMkLst>
          <pc:docMk/>
          <pc:sldMk cId="3542561392" sldId="2491"/>
        </pc:sldMkLst>
        <pc:spChg chg="mod">
          <ac:chgData name="Owais Ahmed" userId="6abc7d4556b3b071" providerId="LiveId" clId="{53B1629A-A9A8-4EA5-BFC7-E33077932B5F}" dt="2023-03-13T07:30:11.250" v="4946" actId="20577"/>
          <ac:spMkLst>
            <pc:docMk/>
            <pc:sldMk cId="3542561392" sldId="2491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4:48.937" v="2648" actId="20577"/>
          <ac:spMkLst>
            <pc:docMk/>
            <pc:sldMk cId="3542561392" sldId="2491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53B1629A-A9A8-4EA5-BFC7-E33077932B5F}" dt="2023-03-13T08:24:04.259" v="6339" actId="20577"/>
        <pc:sldMkLst>
          <pc:docMk/>
          <pc:sldMk cId="140807305" sldId="2492"/>
        </pc:sldMkLst>
        <pc:spChg chg="mod">
          <ac:chgData name="Owais Ahmed" userId="6abc7d4556b3b071" providerId="LiveId" clId="{53B1629A-A9A8-4EA5-BFC7-E33077932B5F}" dt="2023-03-13T07:42:09.786" v="5092" actId="14100"/>
          <ac:spMkLst>
            <pc:docMk/>
            <pc:sldMk cId="140807305" sldId="2492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06:55.397" v="3324" actId="20577"/>
          <ac:spMkLst>
            <pc:docMk/>
            <pc:sldMk cId="140807305" sldId="2492"/>
            <ac:spMk id="215" creationId="{00000000-0000-0000-0000-000000000000}"/>
          </ac:spMkLst>
        </pc:spChg>
        <pc:picChg chg="add mod">
          <ac:chgData name="Owais Ahmed" userId="6abc7d4556b3b071" providerId="LiveId" clId="{53B1629A-A9A8-4EA5-BFC7-E33077932B5F}" dt="2023-03-13T07:42:03.977" v="5091" actId="14100"/>
          <ac:picMkLst>
            <pc:docMk/>
            <pc:sldMk cId="140807305" sldId="2492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7.812" v="3" actId="47"/>
        <pc:sldMkLst>
          <pc:docMk/>
          <pc:sldMk cId="332028716" sldId="2492"/>
        </pc:sldMkLst>
      </pc:sldChg>
      <pc:sldChg chg="modSp add mod modAnim modNotesTx">
        <pc:chgData name="Owais Ahmed" userId="6abc7d4556b3b071" providerId="LiveId" clId="{53B1629A-A9A8-4EA5-BFC7-E33077932B5F}" dt="2023-03-13T07:22:50.335" v="4374" actId="20577"/>
        <pc:sldMkLst>
          <pc:docMk/>
          <pc:sldMk cId="291289866" sldId="2493"/>
        </pc:sldMkLst>
        <pc:spChg chg="mod">
          <ac:chgData name="Owais Ahmed" userId="6abc7d4556b3b071" providerId="LiveId" clId="{53B1629A-A9A8-4EA5-BFC7-E33077932B5F}" dt="2023-03-13T07:22:50.335" v="4374" actId="20577"/>
          <ac:spMkLst>
            <pc:docMk/>
            <pc:sldMk cId="291289866" sldId="249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12:29.537" v="3783" actId="20577"/>
          <ac:spMkLst>
            <pc:docMk/>
            <pc:sldMk cId="291289866" sldId="2493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29.612" v="4966" actId="20577"/>
        <pc:sldMkLst>
          <pc:docMk/>
          <pc:sldMk cId="768229774" sldId="2494"/>
        </pc:sldMkLst>
        <pc:spChg chg="mod">
          <ac:chgData name="Owais Ahmed" userId="6abc7d4556b3b071" providerId="LiveId" clId="{53B1629A-A9A8-4EA5-BFC7-E33077932B5F}" dt="2023-03-13T07:27:38.568" v="4908" actId="20577"/>
          <ac:spMkLst>
            <pc:docMk/>
            <pc:sldMk cId="768229774" sldId="2494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30:29.612" v="4966" actId="20577"/>
          <ac:spMkLst>
            <pc:docMk/>
            <pc:sldMk cId="768229774" sldId="249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3B1629A-A9A8-4EA5-BFC7-E33077932B5F}" dt="2023-03-13T08:07:37.935" v="5885" actId="20577"/>
        <pc:sldMkLst>
          <pc:docMk/>
          <pc:sldMk cId="232042637" sldId="2495"/>
        </pc:sldMkLst>
        <pc:spChg chg="mod">
          <ac:chgData name="Owais Ahmed" userId="6abc7d4556b3b071" providerId="LiveId" clId="{53B1629A-A9A8-4EA5-BFC7-E33077932B5F}" dt="2023-03-13T08:07:37.935" v="5885" actId="20577"/>
          <ac:spMkLst>
            <pc:docMk/>
            <pc:sldMk cId="232042637" sldId="249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01:43.042" v="5550" actId="20577"/>
          <ac:spMkLst>
            <pc:docMk/>
            <pc:sldMk cId="232042637" sldId="2495"/>
            <ac:spMk id="215" creationId="{00000000-0000-0000-0000-000000000000}"/>
          </ac:spMkLst>
        </pc:spChg>
      </pc:sldChg>
      <pc:sldChg chg="delSp modSp add mod modAnim">
        <pc:chgData name="Owais Ahmed" userId="6abc7d4556b3b071" providerId="LiveId" clId="{53B1629A-A9A8-4EA5-BFC7-E33077932B5F}" dt="2023-03-13T07:50:36.905" v="5532" actId="20577"/>
        <pc:sldMkLst>
          <pc:docMk/>
          <pc:sldMk cId="3980957688" sldId="2496"/>
        </pc:sldMkLst>
        <pc:spChg chg="mod">
          <ac:chgData name="Owais Ahmed" userId="6abc7d4556b3b071" providerId="LiveId" clId="{53B1629A-A9A8-4EA5-BFC7-E33077932B5F}" dt="2023-03-13T07:50:36.905" v="5532" actId="20577"/>
          <ac:spMkLst>
            <pc:docMk/>
            <pc:sldMk cId="3980957688" sldId="2496"/>
            <ac:spMk id="3" creationId="{4A1C0383-58FE-E486-295E-B33B8683B938}"/>
          </ac:spMkLst>
        </pc:spChg>
        <pc:picChg chg="del">
          <ac:chgData name="Owais Ahmed" userId="6abc7d4556b3b071" providerId="LiveId" clId="{53B1629A-A9A8-4EA5-BFC7-E33077932B5F}" dt="2023-03-13T07:45:25.963" v="5094" actId="478"/>
          <ac:picMkLst>
            <pc:docMk/>
            <pc:sldMk cId="3980957688" sldId="2496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8.741" v="6" actId="47"/>
        <pc:sldMkLst>
          <pc:docMk/>
          <pc:sldMk cId="4183735996" sldId="2496"/>
        </pc:sldMkLst>
      </pc:sldChg>
      <pc:sldChg chg="del">
        <pc:chgData name="Owais Ahmed" userId="6abc7d4556b3b071" providerId="LiveId" clId="{53B1629A-A9A8-4EA5-BFC7-E33077932B5F}" dt="2023-03-13T06:25:39.228" v="7" actId="47"/>
        <pc:sldMkLst>
          <pc:docMk/>
          <pc:sldMk cId="2021183974" sldId="2497"/>
        </pc:sldMkLst>
      </pc:sldChg>
      <pc:sldChg chg="modSp add mod modAnim modNotesTx">
        <pc:chgData name="Owais Ahmed" userId="6abc7d4556b3b071" providerId="LiveId" clId="{53B1629A-A9A8-4EA5-BFC7-E33077932B5F}" dt="2023-03-13T08:52:55.619" v="7780" actId="403"/>
        <pc:sldMkLst>
          <pc:docMk/>
          <pc:sldMk cId="3124922675" sldId="2497"/>
        </pc:sldMkLst>
        <pc:spChg chg="mod">
          <ac:chgData name="Owais Ahmed" userId="6abc7d4556b3b071" providerId="LiveId" clId="{53B1629A-A9A8-4EA5-BFC7-E33077932B5F}" dt="2023-03-13T08:52:55.619" v="7780" actId="403"/>
          <ac:spMkLst>
            <pc:docMk/>
            <pc:sldMk cId="3124922675" sldId="2497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35:20.434" v="6347" actId="20577"/>
          <ac:spMkLst>
            <pc:docMk/>
            <pc:sldMk cId="3124922675" sldId="2497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8:58:53.791" v="8384" actId="20577"/>
        <pc:sldMkLst>
          <pc:docMk/>
          <pc:sldMk cId="2737715429" sldId="2498"/>
        </pc:sldMkLst>
        <pc:spChg chg="mod">
          <ac:chgData name="Owais Ahmed" userId="6abc7d4556b3b071" providerId="LiveId" clId="{53B1629A-A9A8-4EA5-BFC7-E33077932B5F}" dt="2023-03-13T08:58:53.791" v="8384" actId="20577"/>
          <ac:spMkLst>
            <pc:docMk/>
            <pc:sldMk cId="2737715429" sldId="249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52:44.264" v="7778" actId="20577"/>
          <ac:spMkLst>
            <pc:docMk/>
            <pc:sldMk cId="2737715429" sldId="2498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9:10:48.046" v="9010" actId="20577"/>
        <pc:sldMkLst>
          <pc:docMk/>
          <pc:sldMk cId="1701565530" sldId="2499"/>
        </pc:sldMkLst>
        <pc:spChg chg="mod">
          <ac:chgData name="Owais Ahmed" userId="6abc7d4556b3b071" providerId="LiveId" clId="{53B1629A-A9A8-4EA5-BFC7-E33077932B5F}" dt="2023-03-13T09:10:23.407" v="8909" actId="20577"/>
          <ac:spMkLst>
            <pc:docMk/>
            <pc:sldMk cId="1701565530" sldId="249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03:52.685" v="8395" actId="20577"/>
          <ac:spMkLst>
            <pc:docMk/>
            <pc:sldMk cId="1701565530" sldId="2499"/>
            <ac:spMk id="215" creationId="{00000000-0000-0000-0000-000000000000}"/>
          </ac:spMkLst>
        </pc:spChg>
      </pc:sldChg>
      <pc:sldChg chg="modSp add mod addAnim delAnim modAnim modNotesTx">
        <pc:chgData name="Owais Ahmed" userId="6abc7d4556b3b071" providerId="LiveId" clId="{53B1629A-A9A8-4EA5-BFC7-E33077932B5F}" dt="2023-03-13T09:26:50.189" v="10297" actId="27636"/>
        <pc:sldMkLst>
          <pc:docMk/>
          <pc:sldMk cId="98145820" sldId="2500"/>
        </pc:sldMkLst>
        <pc:spChg chg="mod">
          <ac:chgData name="Owais Ahmed" userId="6abc7d4556b3b071" providerId="LiveId" clId="{53B1629A-A9A8-4EA5-BFC7-E33077932B5F}" dt="2023-03-13T09:26:50.189" v="10297" actId="27636"/>
          <ac:spMkLst>
            <pc:docMk/>
            <pc:sldMk cId="98145820" sldId="250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22:58.961" v="9960" actId="20577"/>
          <ac:spMkLst>
            <pc:docMk/>
            <pc:sldMk cId="98145820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8.161" v="5" actId="47"/>
        <pc:sldMkLst>
          <pc:docMk/>
          <pc:sldMk cId="910229267" sldId="2500"/>
        </pc:sldMkLst>
      </pc:sldChg>
      <pc:sldChg chg="add del">
        <pc:chgData name="Owais Ahmed" userId="6abc7d4556b3b071" providerId="LiveId" clId="{53B1629A-A9A8-4EA5-BFC7-E33077932B5F}" dt="2023-03-13T09:11:47.935" v="9012" actId="2890"/>
        <pc:sldMkLst>
          <pc:docMk/>
          <pc:sldMk cId="2494837473" sldId="2500"/>
        </pc:sldMkLst>
      </pc:sldChg>
      <pc:sldChg chg="modSp add mod modAnim modNotesTx">
        <pc:chgData name="Owais Ahmed" userId="6abc7d4556b3b071" providerId="LiveId" clId="{53B1629A-A9A8-4EA5-BFC7-E33077932B5F}" dt="2023-03-13T09:30:25.170" v="10669" actId="404"/>
        <pc:sldMkLst>
          <pc:docMk/>
          <pc:sldMk cId="349804789" sldId="2501"/>
        </pc:sldMkLst>
        <pc:spChg chg="mod">
          <ac:chgData name="Owais Ahmed" userId="6abc7d4556b3b071" providerId="LiveId" clId="{53B1629A-A9A8-4EA5-BFC7-E33077932B5F}" dt="2023-03-13T09:30:25.170" v="10669" actId="404"/>
          <ac:spMkLst>
            <pc:docMk/>
            <pc:sldMk cId="349804789" sldId="2501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37.987" v="4" actId="47"/>
        <pc:sldMkLst>
          <pc:docMk/>
          <pc:sldMk cId="1990280332" sldId="2501"/>
        </pc:sldMkLst>
      </pc:sldChg>
      <pc:sldChg chg="modSp add mod modAnim modNotesTx">
        <pc:chgData name="Owais Ahmed" userId="6abc7d4556b3b071" providerId="LiveId" clId="{53B1629A-A9A8-4EA5-BFC7-E33077932B5F}" dt="2023-03-13T10:06:29.183" v="11806" actId="20577"/>
        <pc:sldMkLst>
          <pc:docMk/>
          <pc:sldMk cId="366950723" sldId="2502"/>
        </pc:sldMkLst>
        <pc:spChg chg="mod">
          <ac:chgData name="Owais Ahmed" userId="6abc7d4556b3b071" providerId="LiveId" clId="{53B1629A-A9A8-4EA5-BFC7-E33077932B5F}" dt="2023-03-13T10:04:40.708" v="11603" actId="20577"/>
          <ac:spMkLst>
            <pc:docMk/>
            <pc:sldMk cId="366950723" sldId="2502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40.193" v="8" actId="47"/>
        <pc:sldMkLst>
          <pc:docMk/>
          <pc:sldMk cId="2738020370" sldId="2502"/>
        </pc:sldMkLst>
      </pc:sldChg>
      <pc:sldChg chg="modSp add mod modAnim modNotesTx">
        <pc:chgData name="Owais Ahmed" userId="6abc7d4556b3b071" providerId="LiveId" clId="{53B1629A-A9A8-4EA5-BFC7-E33077932B5F}" dt="2023-03-13T10:12:51.586" v="12526" actId="20577"/>
        <pc:sldMkLst>
          <pc:docMk/>
          <pc:sldMk cId="465789078" sldId="2503"/>
        </pc:sldMkLst>
        <pc:spChg chg="mod">
          <ac:chgData name="Owais Ahmed" userId="6abc7d4556b3b071" providerId="LiveId" clId="{53B1629A-A9A8-4EA5-BFC7-E33077932B5F}" dt="2023-03-13T10:12:51.586" v="12526" actId="20577"/>
          <ac:spMkLst>
            <pc:docMk/>
            <pc:sldMk cId="465789078" sldId="250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10:07:35.758" v="11824" actId="20577"/>
          <ac:spMkLst>
            <pc:docMk/>
            <pc:sldMk cId="465789078" sldId="2503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41.751" v="9" actId="47"/>
        <pc:sldMkLst>
          <pc:docMk/>
          <pc:sldMk cId="1306189836" sldId="2503"/>
        </pc:sldMkLst>
      </pc:sldChg>
      <pc:sldChg chg="modSp add mod modAnim modNotesTx">
        <pc:chgData name="Owais Ahmed" userId="6abc7d4556b3b071" providerId="LiveId" clId="{53B1629A-A9A8-4EA5-BFC7-E33077932B5F}" dt="2023-03-13T10:21:37.602" v="13434" actId="20577"/>
        <pc:sldMkLst>
          <pc:docMk/>
          <pc:sldMk cId="4099730819" sldId="2504"/>
        </pc:sldMkLst>
        <pc:spChg chg="mod">
          <ac:chgData name="Owais Ahmed" userId="6abc7d4556b3b071" providerId="LiveId" clId="{53B1629A-A9A8-4EA5-BFC7-E33077932B5F}" dt="2023-03-13T10:21:37.602" v="13434" actId="20577"/>
          <ac:spMkLst>
            <pc:docMk/>
            <pc:sldMk cId="4099730819" sldId="2504"/>
            <ac:spMk id="3" creationId="{4A1C0383-58FE-E486-295E-B33B8683B938}"/>
          </ac:spMkLst>
        </pc:spChg>
      </pc:sldChg>
      <pc:sldChg chg="add del">
        <pc:chgData name="Owais Ahmed" userId="6abc7d4556b3b071" providerId="LiveId" clId="{53B1629A-A9A8-4EA5-BFC7-E33077932B5F}" dt="2023-03-13T10:18:11.279" v="12981" actId="2890"/>
        <pc:sldMkLst>
          <pc:docMk/>
          <pc:sldMk cId="3109491806" sldId="2505"/>
        </pc:sldMkLst>
      </pc:sldChg>
      <pc:sldMasterChg chg="delSldLayout">
        <pc:chgData name="Owais Ahmed" userId="6abc7d4556b3b071" providerId="LiveId" clId="{53B1629A-A9A8-4EA5-BFC7-E33077932B5F}" dt="2023-03-13T06:25:36.584" v="0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53B1629A-A9A8-4EA5-BFC7-E33077932B5F}" dt="2023-03-13T06:25:36.584" v="0" actId="47"/>
          <pc:sldLayoutMkLst>
            <pc:docMk/>
            <pc:sldMasterMk cId="692820" sldId="2147483648"/>
            <pc:sldLayoutMk cId="561853196" sldId="2147483682"/>
          </pc:sldLayoutMkLst>
        </pc:sldLayoutChg>
      </pc:sldMasterChg>
    </pc:docChg>
  </pc:docChgLst>
  <pc:docChgLst>
    <pc:chgData name="Owais Ahmed" userId="6abc7d4556b3b071" providerId="LiveId" clId="{D42FF92D-DF7A-4C38-A24D-96CD12249CD0}"/>
    <pc:docChg chg="undo redo custSel addSld delSld modSld sldOrd">
      <pc:chgData name="Owais Ahmed" userId="6abc7d4556b3b071" providerId="LiveId" clId="{D42FF92D-DF7A-4C38-A24D-96CD12249CD0}" dt="2023-12-11T06:48:59.246" v="1975" actId="6549"/>
      <pc:docMkLst>
        <pc:docMk/>
      </pc:docMkLst>
      <pc:sldChg chg="modSp mod">
        <pc:chgData name="Owais Ahmed" userId="6abc7d4556b3b071" providerId="LiveId" clId="{D42FF92D-DF7A-4C38-A24D-96CD12249CD0}" dt="2023-12-11T06:48:59.246" v="1975" actId="6549"/>
        <pc:sldMkLst>
          <pc:docMk/>
          <pc:sldMk cId="1649098948" sldId="2462"/>
        </pc:sldMkLst>
        <pc:spChg chg="mod">
          <ac:chgData name="Owais Ahmed" userId="6abc7d4556b3b071" providerId="LiveId" clId="{D42FF92D-DF7A-4C38-A24D-96CD12249CD0}" dt="2023-12-11T06:48:59.246" v="1975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modSp del mod ord">
        <pc:chgData name="Owais Ahmed" userId="6abc7d4556b3b071" providerId="LiveId" clId="{D42FF92D-DF7A-4C38-A24D-96CD12249CD0}" dt="2023-12-11T06:48:29.813" v="1974" actId="47"/>
        <pc:sldMkLst>
          <pc:docMk/>
          <pc:sldMk cId="2638346606" sldId="2507"/>
        </pc:sldMkLst>
        <pc:spChg chg="mod">
          <ac:chgData name="Owais Ahmed" userId="6abc7d4556b3b071" providerId="LiveId" clId="{D42FF92D-DF7A-4C38-A24D-96CD12249CD0}" dt="2023-12-02T09:09:30.259" v="1692" actId="20577"/>
          <ac:spMkLst>
            <pc:docMk/>
            <pc:sldMk cId="2638346606" sldId="2507"/>
            <ac:spMk id="215" creationId="{00000000-0000-0000-0000-000000000000}"/>
          </ac:spMkLst>
        </pc:spChg>
      </pc:sldChg>
      <pc:sldChg chg="modSp">
        <pc:chgData name="Owais Ahmed" userId="6abc7d4556b3b071" providerId="LiveId" clId="{D42FF92D-DF7A-4C38-A24D-96CD12249CD0}" dt="2023-12-02T09:11:18.260" v="1775" actId="20577"/>
        <pc:sldMkLst>
          <pc:docMk/>
          <pc:sldMk cId="587599468" sldId="2508"/>
        </pc:sldMkLst>
        <pc:spChg chg="mod">
          <ac:chgData name="Owais Ahmed" userId="6abc7d4556b3b071" providerId="LiveId" clId="{D42FF92D-DF7A-4C38-A24D-96CD12249CD0}" dt="2023-12-02T09:11:18.260" v="1775" actId="20577"/>
          <ac:spMkLst>
            <pc:docMk/>
            <pc:sldMk cId="587599468" sldId="2508"/>
            <ac:spMk id="3" creationId="{4A1C0383-58FE-E486-295E-B33B8683B938}"/>
          </ac:spMkLst>
        </pc:spChg>
      </pc:sldChg>
      <pc:sldChg chg="modSp mod">
        <pc:chgData name="Owais Ahmed" userId="6abc7d4556b3b071" providerId="LiveId" clId="{D42FF92D-DF7A-4C38-A24D-96CD12249CD0}" dt="2023-12-02T09:04:25.057" v="1554" actId="403"/>
        <pc:sldMkLst>
          <pc:docMk/>
          <pc:sldMk cId="3011644173" sldId="2509"/>
        </pc:sldMkLst>
        <pc:spChg chg="mod">
          <ac:chgData name="Owais Ahmed" userId="6abc7d4556b3b071" providerId="LiveId" clId="{D42FF92D-DF7A-4C38-A24D-96CD12249CD0}" dt="2023-12-02T09:04:25.057" v="1554" actId="403"/>
          <ac:spMkLst>
            <pc:docMk/>
            <pc:sldMk cId="3011644173" sldId="2509"/>
            <ac:spMk id="5" creationId="{AD09883F-F8F9-413C-7B8B-5550E871A7ED}"/>
          </ac:spMkLst>
        </pc:spChg>
      </pc:sldChg>
      <pc:sldChg chg="add del">
        <pc:chgData name="Owais Ahmed" userId="6abc7d4556b3b071" providerId="LiveId" clId="{D42FF92D-DF7A-4C38-A24D-96CD12249CD0}" dt="2023-12-11T06:48:29.813" v="1974" actId="47"/>
        <pc:sldMkLst>
          <pc:docMk/>
          <pc:sldMk cId="2705290423" sldId="2510"/>
        </pc:sldMkLst>
      </pc:sldChg>
      <pc:sldChg chg="add del">
        <pc:chgData name="Owais Ahmed" userId="6abc7d4556b3b071" providerId="LiveId" clId="{D42FF92D-DF7A-4C38-A24D-96CD12249CD0}" dt="2023-12-11T06:48:29.813" v="1974" actId="47"/>
        <pc:sldMkLst>
          <pc:docMk/>
          <pc:sldMk cId="76294675" sldId="2511"/>
        </pc:sldMkLst>
      </pc:sldChg>
      <pc:sldChg chg="add del modAnim">
        <pc:chgData name="Owais Ahmed" userId="6abc7d4556b3b071" providerId="LiveId" clId="{D42FF92D-DF7A-4C38-A24D-96CD12249CD0}" dt="2023-12-11T06:48:29.813" v="1974" actId="47"/>
        <pc:sldMkLst>
          <pc:docMk/>
          <pc:sldMk cId="1213328324" sldId="2512"/>
        </pc:sldMkLst>
      </pc:sldChg>
      <pc:sldChg chg="add del">
        <pc:chgData name="Owais Ahmed" userId="6abc7d4556b3b071" providerId="LiveId" clId="{D42FF92D-DF7A-4C38-A24D-96CD12249CD0}" dt="2023-12-11T06:48:29.813" v="1974" actId="47"/>
        <pc:sldMkLst>
          <pc:docMk/>
          <pc:sldMk cId="434988123" sldId="2513"/>
        </pc:sldMkLst>
      </pc:sldChg>
      <pc:sldChg chg="add del">
        <pc:chgData name="Owais Ahmed" userId="6abc7d4556b3b071" providerId="LiveId" clId="{D42FF92D-DF7A-4C38-A24D-96CD12249CD0}" dt="2023-12-11T06:48:29.813" v="1974" actId="47"/>
        <pc:sldMkLst>
          <pc:docMk/>
          <pc:sldMk cId="3955690501" sldId="2514"/>
        </pc:sldMkLst>
      </pc:sldChg>
      <pc:sldChg chg="add del">
        <pc:chgData name="Owais Ahmed" userId="6abc7d4556b3b071" providerId="LiveId" clId="{D42FF92D-DF7A-4C38-A24D-96CD12249CD0}" dt="2023-12-11T06:48:29.813" v="1974" actId="47"/>
        <pc:sldMkLst>
          <pc:docMk/>
          <pc:sldMk cId="713095037" sldId="2515"/>
        </pc:sldMkLst>
      </pc:sldChg>
      <pc:sldChg chg="addSp delSp modSp add del mod ord modAnim">
        <pc:chgData name="Owais Ahmed" userId="6abc7d4556b3b071" providerId="LiveId" clId="{D42FF92D-DF7A-4C38-A24D-96CD12249CD0}" dt="2023-12-11T06:48:29.813" v="1974" actId="47"/>
        <pc:sldMkLst>
          <pc:docMk/>
          <pc:sldMk cId="3800365140" sldId="2516"/>
        </pc:sldMkLst>
        <pc:spChg chg="mod">
          <ac:chgData name="Owais Ahmed" userId="6abc7d4556b3b071" providerId="LiveId" clId="{D42FF92D-DF7A-4C38-A24D-96CD12249CD0}" dt="2023-12-02T09:26:55.871" v="1959"/>
          <ac:spMkLst>
            <pc:docMk/>
            <pc:sldMk cId="3800365140" sldId="2516"/>
            <ac:spMk id="3" creationId="{4A1C0383-58FE-E486-295E-B33B8683B938}"/>
          </ac:spMkLst>
        </pc:spChg>
        <pc:picChg chg="add del">
          <ac:chgData name="Owais Ahmed" userId="6abc7d4556b3b071" providerId="LiveId" clId="{D42FF92D-DF7A-4C38-A24D-96CD12249CD0}" dt="2023-12-02T08:58:47.199" v="1342"/>
          <ac:picMkLst>
            <pc:docMk/>
            <pc:sldMk cId="3800365140" sldId="2516"/>
            <ac:picMk id="1026" creationId="{3ED5E452-7573-291E-CAA8-5CCBB06A266E}"/>
          </ac:picMkLst>
        </pc:picChg>
      </pc:sldChg>
      <pc:sldChg chg="add del ord">
        <pc:chgData name="Owais Ahmed" userId="6abc7d4556b3b071" providerId="LiveId" clId="{D42FF92D-DF7A-4C38-A24D-96CD12249CD0}" dt="2023-12-02T09:24:26.389" v="1795" actId="47"/>
        <pc:sldMkLst>
          <pc:docMk/>
          <pc:sldMk cId="1289668821" sldId="2517"/>
        </pc:sldMkLst>
      </pc:sldChg>
      <pc:sldChg chg="addSp delSp modSp add del mod ord modAnim modNotesTx">
        <pc:chgData name="Owais Ahmed" userId="6abc7d4556b3b071" providerId="LiveId" clId="{D42FF92D-DF7A-4C38-A24D-96CD12249CD0}" dt="2023-12-11T06:48:29.813" v="1974" actId="47"/>
        <pc:sldMkLst>
          <pc:docMk/>
          <pc:sldMk cId="3132696857" sldId="2518"/>
        </pc:sldMkLst>
        <pc:spChg chg="add mod">
          <ac:chgData name="Owais Ahmed" userId="6abc7d4556b3b071" providerId="LiveId" clId="{D42FF92D-DF7A-4C38-A24D-96CD12249CD0}" dt="2023-12-02T12:20:54.025" v="1969" actId="20577"/>
          <ac:spMkLst>
            <pc:docMk/>
            <pc:sldMk cId="3132696857" sldId="2518"/>
            <ac:spMk id="3" creationId="{758589C8-5A7E-418E-F333-D501007ACECD}"/>
          </ac:spMkLst>
        </pc:spChg>
        <pc:spChg chg="del mod">
          <ac:chgData name="Owais Ahmed" userId="6abc7d4556b3b071" providerId="LiveId" clId="{D42FF92D-DF7A-4C38-A24D-96CD12249CD0}" dt="2023-12-02T08:02:35.707" v="89" actId="478"/>
          <ac:spMkLst>
            <pc:docMk/>
            <pc:sldMk cId="3132696857" sldId="2518"/>
            <ac:spMk id="5" creationId="{AD09883F-F8F9-413C-7B8B-5550E871A7ED}"/>
          </ac:spMkLst>
        </pc:spChg>
        <pc:spChg chg="mod">
          <ac:chgData name="Owais Ahmed" userId="6abc7d4556b3b071" providerId="LiveId" clId="{D42FF92D-DF7A-4C38-A24D-96CD12249CD0}" dt="2023-12-02T08:19:49.548" v="306" actId="20577"/>
          <ac:spMkLst>
            <pc:docMk/>
            <pc:sldMk cId="3132696857" sldId="2518"/>
            <ac:spMk id="215" creationId="{00000000-0000-0000-0000-000000000000}"/>
          </ac:spMkLst>
        </pc:spChg>
      </pc:sldChg>
      <pc:sldChg chg="addSp modSp add del mod ord modAnim">
        <pc:chgData name="Owais Ahmed" userId="6abc7d4556b3b071" providerId="LiveId" clId="{D42FF92D-DF7A-4C38-A24D-96CD12249CD0}" dt="2023-12-11T06:48:29.813" v="1974" actId="47"/>
        <pc:sldMkLst>
          <pc:docMk/>
          <pc:sldMk cId="2795774276" sldId="2519"/>
        </pc:sldMkLst>
        <pc:spChg chg="mod">
          <ac:chgData name="Owais Ahmed" userId="6abc7d4556b3b071" providerId="LiveId" clId="{D42FF92D-DF7A-4C38-A24D-96CD12249CD0}" dt="2023-12-02T08:54:29.497" v="1305" actId="2711"/>
          <ac:spMkLst>
            <pc:docMk/>
            <pc:sldMk cId="2795774276" sldId="2519"/>
            <ac:spMk id="3" creationId="{758589C8-5A7E-418E-F333-D501007ACECD}"/>
          </ac:spMkLst>
        </pc:spChg>
        <pc:spChg chg="add mod">
          <ac:chgData name="Owais Ahmed" userId="6abc7d4556b3b071" providerId="LiveId" clId="{D42FF92D-DF7A-4C38-A24D-96CD12249CD0}" dt="2023-12-02T08:52:14.807" v="1166" actId="14100"/>
          <ac:spMkLst>
            <pc:docMk/>
            <pc:sldMk cId="2795774276" sldId="2519"/>
            <ac:spMk id="5" creationId="{C31FF033-2786-6352-AF88-56FCCA4D2F15}"/>
          </ac:spMkLst>
        </pc:spChg>
      </pc:sldChg>
      <pc:sldChg chg="addSp delSp modSp add del mod modAnim">
        <pc:chgData name="Owais Ahmed" userId="6abc7d4556b3b071" providerId="LiveId" clId="{D42FF92D-DF7A-4C38-A24D-96CD12249CD0}" dt="2023-12-11T06:48:29.813" v="1974" actId="47"/>
        <pc:sldMkLst>
          <pc:docMk/>
          <pc:sldMk cId="1721831285" sldId="2520"/>
        </pc:sldMkLst>
        <pc:spChg chg="mod">
          <ac:chgData name="Owais Ahmed" userId="6abc7d4556b3b071" providerId="LiveId" clId="{D42FF92D-DF7A-4C38-A24D-96CD12249CD0}" dt="2023-12-02T09:24:08.441" v="1794" actId="255"/>
          <ac:spMkLst>
            <pc:docMk/>
            <pc:sldMk cId="1721831285" sldId="2520"/>
            <ac:spMk id="3" creationId="{4A1C0383-58FE-E486-295E-B33B8683B938}"/>
          </ac:spMkLst>
        </pc:spChg>
        <pc:picChg chg="add del mod">
          <ac:chgData name="Owais Ahmed" userId="6abc7d4556b3b071" providerId="LiveId" clId="{D42FF92D-DF7A-4C38-A24D-96CD12249CD0}" dt="2023-12-02T09:01:00.758" v="1358" actId="478"/>
          <ac:picMkLst>
            <pc:docMk/>
            <pc:sldMk cId="1721831285" sldId="2520"/>
            <ac:picMk id="5" creationId="{233129B9-7985-7DF2-4226-22985B2E3A65}"/>
          </ac:picMkLst>
        </pc:picChg>
        <pc:picChg chg="add mod">
          <ac:chgData name="Owais Ahmed" userId="6abc7d4556b3b071" providerId="LiveId" clId="{D42FF92D-DF7A-4C38-A24D-96CD12249CD0}" dt="2023-12-02T09:01:40.573" v="1369" actId="1076"/>
          <ac:picMkLst>
            <pc:docMk/>
            <pc:sldMk cId="1721831285" sldId="2520"/>
            <ac:picMk id="7" creationId="{B6FBA8C6-75AC-E420-5484-3F66745CC097}"/>
          </ac:picMkLst>
        </pc:picChg>
      </pc:sldChg>
      <pc:sldChg chg="modSp add del modAnim">
        <pc:chgData name="Owais Ahmed" userId="6abc7d4556b3b071" providerId="LiveId" clId="{D42FF92D-DF7A-4C38-A24D-96CD12249CD0}" dt="2023-12-11T06:48:29.813" v="1974" actId="47"/>
        <pc:sldMkLst>
          <pc:docMk/>
          <pc:sldMk cId="3488797200" sldId="2521"/>
        </pc:sldMkLst>
        <pc:spChg chg="mod">
          <ac:chgData name="Owais Ahmed" userId="6abc7d4556b3b071" providerId="LiveId" clId="{D42FF92D-DF7A-4C38-A24D-96CD12249CD0}" dt="2023-12-02T09:23:24.976" v="1780" actId="6549"/>
          <ac:spMkLst>
            <pc:docMk/>
            <pc:sldMk cId="3488797200" sldId="2521"/>
            <ac:spMk id="6" creationId="{9E939B77-F0B7-2A8D-3EDB-FAC2C9BB62B8}"/>
          </ac:spMkLst>
        </pc:spChg>
      </pc:sldChg>
    </pc:docChg>
  </pc:docChgLst>
  <pc:docChgLst>
    <pc:chgData name="Owais Ahmed" userId="6abc7d4556b3b071" providerId="LiveId" clId="{7A2E326C-3728-4F4E-962A-C55BA8FCDEE3}"/>
    <pc:docChg chg="undo custSel addSld delSld modSld sldOrd">
      <pc:chgData name="Owais Ahmed" userId="6abc7d4556b3b071" providerId="LiveId" clId="{7A2E326C-3728-4F4E-962A-C55BA8FCDEE3}" dt="2023-03-14T10:02:41.932" v="5722" actId="20577"/>
      <pc:docMkLst>
        <pc:docMk/>
      </pc:docMkLst>
      <pc:sldChg chg="modSp mod">
        <pc:chgData name="Owais Ahmed" userId="6abc7d4556b3b071" providerId="LiveId" clId="{7A2E326C-3728-4F4E-962A-C55BA8FCDEE3}" dt="2023-03-14T08:55:57.593" v="2358" actId="20577"/>
        <pc:sldMkLst>
          <pc:docMk/>
          <pc:sldMk cId="1649098948" sldId="2462"/>
        </pc:sldMkLst>
        <pc:spChg chg="mod">
          <ac:chgData name="Owais Ahmed" userId="6abc7d4556b3b071" providerId="LiveId" clId="{7A2E326C-3728-4F4E-962A-C55BA8FCDEE3}" dt="2023-03-14T08:55:57.593" v="235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7A2E326C-3728-4F4E-962A-C55BA8FCDEE3}" dt="2023-03-14T08:08:31.898" v="67" actId="47"/>
        <pc:sldMkLst>
          <pc:docMk/>
          <pc:sldMk cId="2426892836" sldId="2485"/>
        </pc:sldMkLst>
      </pc:sldChg>
      <pc:sldChg chg="del">
        <pc:chgData name="Owais Ahmed" userId="6abc7d4556b3b071" providerId="LiveId" clId="{7A2E326C-3728-4F4E-962A-C55BA8FCDEE3}" dt="2023-03-14T08:08:31.648" v="66" actId="47"/>
        <pc:sldMkLst>
          <pc:docMk/>
          <pc:sldMk cId="2564503825" sldId="2486"/>
        </pc:sldMkLst>
      </pc:sldChg>
      <pc:sldChg chg="del">
        <pc:chgData name="Owais Ahmed" userId="6abc7d4556b3b071" providerId="LiveId" clId="{7A2E326C-3728-4F4E-962A-C55BA8FCDEE3}" dt="2023-03-14T08:08:32.130" v="68" actId="47"/>
        <pc:sldMkLst>
          <pc:docMk/>
          <pc:sldMk cId="4176642933" sldId="2487"/>
        </pc:sldMkLst>
      </pc:sldChg>
      <pc:sldChg chg="del">
        <pc:chgData name="Owais Ahmed" userId="6abc7d4556b3b071" providerId="LiveId" clId="{7A2E326C-3728-4F4E-962A-C55BA8FCDEE3}" dt="2023-03-14T08:08:32.736" v="69" actId="47"/>
        <pc:sldMkLst>
          <pc:docMk/>
          <pc:sldMk cId="4039704136" sldId="2488"/>
        </pc:sldMkLst>
      </pc:sldChg>
      <pc:sldChg chg="del">
        <pc:chgData name="Owais Ahmed" userId="6abc7d4556b3b071" providerId="LiveId" clId="{7A2E326C-3728-4F4E-962A-C55BA8FCDEE3}" dt="2023-03-14T08:08:33.891" v="70" actId="47"/>
        <pc:sldMkLst>
          <pc:docMk/>
          <pc:sldMk cId="3325262481" sldId="2489"/>
        </pc:sldMkLst>
      </pc:sldChg>
      <pc:sldChg chg="modSp mod ord modAnim modNotesTx">
        <pc:chgData name="Owais Ahmed" userId="6abc7d4556b3b071" providerId="LiveId" clId="{7A2E326C-3728-4F4E-962A-C55BA8FCDEE3}" dt="2023-03-14T09:03:41.655" v="3128" actId="20577"/>
        <pc:sldMkLst>
          <pc:docMk/>
          <pc:sldMk cId="2171066017" sldId="2490"/>
        </pc:sldMkLst>
        <pc:spChg chg="mod">
          <ac:chgData name="Owais Ahmed" userId="6abc7d4556b3b071" providerId="LiveId" clId="{7A2E326C-3728-4F4E-962A-C55BA8FCDEE3}" dt="2023-03-14T09:02:50.209" v="3016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09:26.937" v="168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7A2E326C-3728-4F4E-962A-C55BA8FCDEE3}" dt="2023-03-14T08:21:00.539" v="1181" actId="20577"/>
        <pc:sldMkLst>
          <pc:docMk/>
          <pc:sldMk cId="1034671824" sldId="2491"/>
        </pc:sldMkLst>
        <pc:spChg chg="mod">
          <ac:chgData name="Owais Ahmed" userId="6abc7d4556b3b071" providerId="LiveId" clId="{7A2E326C-3728-4F4E-962A-C55BA8FCDEE3}" dt="2023-03-14T08:21:00.539" v="1181" actId="20577"/>
          <ac:spMkLst>
            <pc:docMk/>
            <pc:sldMk cId="1034671824" sldId="2491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15:37.246" v="689" actId="20577"/>
          <ac:spMkLst>
            <pc:docMk/>
            <pc:sldMk cId="1034671824" sldId="2491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5.844" v="71" actId="47"/>
        <pc:sldMkLst>
          <pc:docMk/>
          <pc:sldMk cId="3542561392" sldId="2491"/>
        </pc:sldMkLst>
      </pc:sldChg>
      <pc:sldChg chg="del">
        <pc:chgData name="Owais Ahmed" userId="6abc7d4556b3b071" providerId="LiveId" clId="{7A2E326C-3728-4F4E-962A-C55BA8FCDEE3}" dt="2023-03-14T08:08:36.060" v="72" actId="47"/>
        <pc:sldMkLst>
          <pc:docMk/>
          <pc:sldMk cId="140807305" sldId="2492"/>
        </pc:sldMkLst>
      </pc:sldChg>
      <pc:sldChg chg="modSp add mod ord modAnim">
        <pc:chgData name="Owais Ahmed" userId="6abc7d4556b3b071" providerId="LiveId" clId="{7A2E326C-3728-4F4E-962A-C55BA8FCDEE3}" dt="2023-03-14T08:30:27.433" v="1592" actId="27636"/>
        <pc:sldMkLst>
          <pc:docMk/>
          <pc:sldMk cId="536030068" sldId="2492"/>
        </pc:sldMkLst>
        <pc:spChg chg="mod">
          <ac:chgData name="Owais Ahmed" userId="6abc7d4556b3b071" providerId="LiveId" clId="{7A2E326C-3728-4F4E-962A-C55BA8FCDEE3}" dt="2023-03-14T08:30:27.433" v="1592" actId="27636"/>
          <ac:spMkLst>
            <pc:docMk/>
            <pc:sldMk cId="536030068" sldId="2492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23:33.966" v="1217" actId="20577"/>
          <ac:spMkLst>
            <pc:docMk/>
            <pc:sldMk cId="536030068" sldId="2492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7.425" v="75" actId="47"/>
        <pc:sldMkLst>
          <pc:docMk/>
          <pc:sldMk cId="291289866" sldId="2493"/>
        </pc:sldMkLst>
      </pc:sldChg>
      <pc:sldChg chg="modSp add mod ord modAnim modNotesTx">
        <pc:chgData name="Owais Ahmed" userId="6abc7d4556b3b071" providerId="LiveId" clId="{7A2E326C-3728-4F4E-962A-C55BA8FCDEE3}" dt="2023-03-14T08:55:41.968" v="2327" actId="20577"/>
        <pc:sldMkLst>
          <pc:docMk/>
          <pc:sldMk cId="1385104569" sldId="2493"/>
        </pc:sldMkLst>
        <pc:spChg chg="mod">
          <ac:chgData name="Owais Ahmed" userId="6abc7d4556b3b071" providerId="LiveId" clId="{7A2E326C-3728-4F4E-962A-C55BA8FCDEE3}" dt="2023-03-14T08:52:20.531" v="2259" actId="20577"/>
          <ac:spMkLst>
            <pc:docMk/>
            <pc:sldMk cId="1385104569" sldId="2493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55:41.968" v="2327" actId="20577"/>
          <ac:spMkLst>
            <pc:docMk/>
            <pc:sldMk cId="1385104569" sldId="2493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043" v="78" actId="47"/>
        <pc:sldMkLst>
          <pc:docMk/>
          <pc:sldMk cId="768229774" sldId="2494"/>
        </pc:sldMkLst>
      </pc:sldChg>
      <pc:sldChg chg="add del">
        <pc:chgData name="Owais Ahmed" userId="6abc7d4556b3b071" providerId="LiveId" clId="{7A2E326C-3728-4F4E-962A-C55BA8FCDEE3}" dt="2023-03-14T08:58:46.348" v="2586" actId="2890"/>
        <pc:sldMkLst>
          <pc:docMk/>
          <pc:sldMk cId="1268028680" sldId="2494"/>
        </pc:sldMkLst>
      </pc:sldChg>
      <pc:sldChg chg="modSp add mod ord modAnim">
        <pc:chgData name="Owais Ahmed" userId="6abc7d4556b3b071" providerId="LiveId" clId="{7A2E326C-3728-4F4E-962A-C55BA8FCDEE3}" dt="2023-03-14T09:33:16.316" v="4057" actId="20577"/>
        <pc:sldMkLst>
          <pc:docMk/>
          <pc:sldMk cId="3703529031" sldId="2494"/>
        </pc:sldMkLst>
        <pc:spChg chg="mod">
          <ac:chgData name="Owais Ahmed" userId="6abc7d4556b3b071" providerId="LiveId" clId="{7A2E326C-3728-4F4E-962A-C55BA8FCDEE3}" dt="2023-03-14T09:33:16.316" v="4057" actId="20577"/>
          <ac:spMkLst>
            <pc:docMk/>
            <pc:sldMk cId="3703529031" sldId="2494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9:02:31.908" v="2965" actId="20577"/>
          <ac:spMkLst>
            <pc:docMk/>
            <pc:sldMk cId="3703529031" sldId="2494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285" v="79" actId="47"/>
        <pc:sldMkLst>
          <pc:docMk/>
          <pc:sldMk cId="232042637" sldId="2495"/>
        </pc:sldMkLst>
      </pc:sldChg>
      <pc:sldChg chg="modSp add mod modAnim modNotesTx">
        <pc:chgData name="Owais Ahmed" userId="6abc7d4556b3b071" providerId="LiveId" clId="{7A2E326C-3728-4F4E-962A-C55BA8FCDEE3}" dt="2023-03-14T09:52:40.543" v="4697" actId="20577"/>
        <pc:sldMkLst>
          <pc:docMk/>
          <pc:sldMk cId="1437269240" sldId="2495"/>
        </pc:sldMkLst>
        <pc:spChg chg="mod">
          <ac:chgData name="Owais Ahmed" userId="6abc7d4556b3b071" providerId="LiveId" clId="{7A2E326C-3728-4F4E-962A-C55BA8FCDEE3}" dt="2023-03-14T09:52:40.543" v="4697" actId="20577"/>
          <ac:spMkLst>
            <pc:docMk/>
            <pc:sldMk cId="1437269240" sldId="2495"/>
            <ac:spMk id="3" creationId="{4A1C0383-58FE-E486-295E-B33B8683B938}"/>
          </ac:spMkLst>
        </pc:spChg>
      </pc:sldChg>
      <pc:sldChg chg="new del">
        <pc:chgData name="Owais Ahmed" userId="6abc7d4556b3b071" providerId="LiveId" clId="{7A2E326C-3728-4F4E-962A-C55BA8FCDEE3}" dt="2023-03-14T09:01:03.883" v="2891" actId="680"/>
        <pc:sldMkLst>
          <pc:docMk/>
          <pc:sldMk cId="2318419270" sldId="2495"/>
        </pc:sldMkLst>
      </pc:sldChg>
      <pc:sldChg chg="modSp add mod modAnim modNotesTx">
        <pc:chgData name="Owais Ahmed" userId="6abc7d4556b3b071" providerId="LiveId" clId="{7A2E326C-3728-4F4E-962A-C55BA8FCDEE3}" dt="2023-03-14T10:02:41.932" v="5722" actId="20577"/>
        <pc:sldMkLst>
          <pc:docMk/>
          <pc:sldMk cId="3627983074" sldId="2496"/>
        </pc:sldMkLst>
        <pc:spChg chg="mod">
          <ac:chgData name="Owais Ahmed" userId="6abc7d4556b3b071" providerId="LiveId" clId="{7A2E326C-3728-4F4E-962A-C55BA8FCDEE3}" dt="2023-03-14T10:02:41.932" v="5722" actId="20577"/>
          <ac:spMkLst>
            <pc:docMk/>
            <pc:sldMk cId="3627983074" sldId="2496"/>
            <ac:spMk id="3" creationId="{4A1C0383-58FE-E486-295E-B33B8683B938}"/>
          </ac:spMkLst>
        </pc:spChg>
      </pc:sldChg>
      <pc:sldChg chg="del">
        <pc:chgData name="Owais Ahmed" userId="6abc7d4556b3b071" providerId="LiveId" clId="{7A2E326C-3728-4F4E-962A-C55BA8FCDEE3}" dt="2023-03-14T08:08:36.354" v="73" actId="47"/>
        <pc:sldMkLst>
          <pc:docMk/>
          <pc:sldMk cId="3980957688" sldId="2496"/>
        </pc:sldMkLst>
      </pc:sldChg>
      <pc:sldChg chg="del">
        <pc:chgData name="Owais Ahmed" userId="6abc7d4556b3b071" providerId="LiveId" clId="{7A2E326C-3728-4F4E-962A-C55BA8FCDEE3}" dt="2023-03-14T08:08:37.612" v="76" actId="47"/>
        <pc:sldMkLst>
          <pc:docMk/>
          <pc:sldMk cId="3124922675" sldId="2497"/>
        </pc:sldMkLst>
      </pc:sldChg>
      <pc:sldChg chg="del">
        <pc:chgData name="Owais Ahmed" userId="6abc7d4556b3b071" providerId="LiveId" clId="{7A2E326C-3728-4F4E-962A-C55BA8FCDEE3}" dt="2023-03-14T08:08:37.789" v="77" actId="47"/>
        <pc:sldMkLst>
          <pc:docMk/>
          <pc:sldMk cId="2737715429" sldId="2498"/>
        </pc:sldMkLst>
      </pc:sldChg>
      <pc:sldChg chg="del">
        <pc:chgData name="Owais Ahmed" userId="6abc7d4556b3b071" providerId="LiveId" clId="{7A2E326C-3728-4F4E-962A-C55BA8FCDEE3}" dt="2023-03-14T08:08:37.223" v="74" actId="47"/>
        <pc:sldMkLst>
          <pc:docMk/>
          <pc:sldMk cId="1701565530" sldId="2499"/>
        </pc:sldMkLst>
      </pc:sldChg>
      <pc:sldChg chg="del">
        <pc:chgData name="Owais Ahmed" userId="6abc7d4556b3b071" providerId="LiveId" clId="{7A2E326C-3728-4F4E-962A-C55BA8FCDEE3}" dt="2023-03-14T08:08:38.529" v="80" actId="47"/>
        <pc:sldMkLst>
          <pc:docMk/>
          <pc:sldMk cId="98145820" sldId="2500"/>
        </pc:sldMkLst>
      </pc:sldChg>
      <pc:sldChg chg="del">
        <pc:chgData name="Owais Ahmed" userId="6abc7d4556b3b071" providerId="LiveId" clId="{7A2E326C-3728-4F4E-962A-C55BA8FCDEE3}" dt="2023-03-14T08:08:40.399" v="81" actId="47"/>
        <pc:sldMkLst>
          <pc:docMk/>
          <pc:sldMk cId="349804789" sldId="2501"/>
        </pc:sldMkLst>
      </pc:sldChg>
      <pc:sldChg chg="del">
        <pc:chgData name="Owais Ahmed" userId="6abc7d4556b3b071" providerId="LiveId" clId="{7A2E326C-3728-4F4E-962A-C55BA8FCDEE3}" dt="2023-03-14T08:08:41.244" v="82" actId="47"/>
        <pc:sldMkLst>
          <pc:docMk/>
          <pc:sldMk cId="366950723" sldId="2502"/>
        </pc:sldMkLst>
      </pc:sldChg>
      <pc:sldChg chg="del">
        <pc:chgData name="Owais Ahmed" userId="6abc7d4556b3b071" providerId="LiveId" clId="{7A2E326C-3728-4F4E-962A-C55BA8FCDEE3}" dt="2023-03-14T08:08:42.509" v="83" actId="47"/>
        <pc:sldMkLst>
          <pc:docMk/>
          <pc:sldMk cId="465789078" sldId="2503"/>
        </pc:sldMkLst>
      </pc:sldChg>
      <pc:sldChg chg="del">
        <pc:chgData name="Owais Ahmed" userId="6abc7d4556b3b071" providerId="LiveId" clId="{7A2E326C-3728-4F4E-962A-C55BA8FCDEE3}" dt="2023-03-14T08:08:43.518" v="84" actId="47"/>
        <pc:sldMkLst>
          <pc:docMk/>
          <pc:sldMk cId="4099730819" sldId="2504"/>
        </pc:sldMkLst>
      </pc:sldChg>
    </pc:docChg>
  </pc:docChgLst>
  <pc:docChgLst>
    <pc:chgData name="Owais Ahmed" userId="6abc7d4556b3b071" providerId="LiveId" clId="{E95653A9-E0CD-4BBA-B25C-51B70E54A81B}"/>
    <pc:docChg chg="modSld">
      <pc:chgData name="Owais Ahmed" userId="6abc7d4556b3b071" providerId="LiveId" clId="{E95653A9-E0CD-4BBA-B25C-51B70E54A81B}" dt="2023-10-07T07:18:57.384" v="0"/>
      <pc:docMkLst>
        <pc:docMk/>
      </pc:docMkLst>
      <pc:sldChg chg="modSp mod">
        <pc:chgData name="Owais Ahmed" userId="6abc7d4556b3b071" providerId="LiveId" clId="{E95653A9-E0CD-4BBA-B25C-51B70E54A81B}" dt="2023-10-07T07:18:57.384" v="0"/>
        <pc:sldMkLst>
          <pc:docMk/>
          <pc:sldMk cId="3927832306" sldId="2448"/>
        </pc:sldMkLst>
        <pc:spChg chg="mod">
          <ac:chgData name="Owais Ahmed" userId="6abc7d4556b3b071" providerId="LiveId" clId="{E95653A9-E0CD-4BBA-B25C-51B70E54A81B}" dt="2023-10-07T07:18:57.384" v="0"/>
          <ac:spMkLst>
            <pc:docMk/>
            <pc:sldMk cId="3927832306" sldId="2448"/>
            <ac:spMk id="9" creationId="{79DC1498-E692-42BA-B69F-6D37E6CFACA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11-Dec-23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11-Dec-23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27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555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060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Define the data object as: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allVehicles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"Sedan"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"Honda City"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'capacity'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"Honda Civic"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'capacity'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"Honda Accord"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'capacity'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"Toyota Corolla"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'capacity'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"Toyota Camry"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'capacity'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"Toyota Prius"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'capacity'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],},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"Hatch back"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[…]}]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980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MOBILE APPLICATION </a:t>
            </a:r>
            <a:r>
              <a:rPr lang="en-US" sz="5400" b="1"/>
              <a:t>Development (114155)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817369"/>
            <a:ext cx="4114800" cy="4397703"/>
          </a:xfrm>
        </p:spPr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Section List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Merging </a:t>
            </a:r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Styles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Extra: Run on web</a:t>
            </a:r>
          </a:p>
          <a:p>
            <a:endParaRPr lang="en-US" dirty="0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Scrollable Components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SectionList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 err="1"/>
              <a:t>SectionList</a:t>
            </a:r>
            <a:r>
              <a:rPr lang="en-US" sz="3800" dirty="0"/>
              <a:t> also renders components lazily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They are used when the scrollable list is meant to be distributed in sections.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They require two key properties: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sections: the data object in format [{type: …, data:[…]}, {type: …, data:[…]},]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renderItem</a:t>
            </a:r>
            <a:r>
              <a:rPr lang="en-US" sz="3600" dirty="0"/>
              <a:t>: the function to render a single data item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Additionally, there are 3 optional properties: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keyExtractor</a:t>
            </a:r>
            <a:r>
              <a:rPr lang="en-US" sz="3600" dirty="0"/>
              <a:t>: unique key assigned to each item at an index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renderSectionHeader</a:t>
            </a:r>
            <a:r>
              <a:rPr lang="en-US" sz="3600" dirty="0"/>
              <a:t>: function to render header of each section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ItemSeparatorComponent</a:t>
            </a:r>
            <a:r>
              <a:rPr lang="en-US" sz="3600" dirty="0"/>
              <a:t>: a component which separates out two items</a:t>
            </a:r>
          </a:p>
        </p:txBody>
      </p:sp>
    </p:spTree>
    <p:extLst>
      <p:ext uri="{BB962C8B-B14F-4D97-AF65-F5344CB8AC3E}">
        <p14:creationId xmlns:p14="http://schemas.microsoft.com/office/powerpoint/2010/main" val="37134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Scrollable Components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SectionList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Change the main </a:t>
            </a:r>
            <a:r>
              <a:rPr lang="en-US" sz="4000" dirty="0" err="1"/>
              <a:t>FlatList</a:t>
            </a:r>
            <a:r>
              <a:rPr lang="en-US" sz="4000" dirty="0"/>
              <a:t> (created earlier) to </a:t>
            </a:r>
            <a:r>
              <a:rPr lang="en-US" sz="4000" dirty="0" err="1"/>
              <a:t>SectionList</a:t>
            </a:r>
            <a:r>
              <a:rPr lang="en-US" sz="4000" dirty="0"/>
              <a:t>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Create a data array like: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[{“type”: “Sedan”, 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data: [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{“id”: 1, “name”: “Honda Civic”, “capacity”: 4}, 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{“id”: 2, “name”: “Toyota Hilux”, “capacity”: 10},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…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],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},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{“type”: “Motorcycle”, data: […]}, …]</a:t>
            </a:r>
            <a:endParaRPr lang="en-US" sz="3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There should be at least 5 sections in the data, with at least 3 items for each of them.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Render each section such that the section name appears as section head.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Put a separator between each item</a:t>
            </a:r>
          </a:p>
        </p:txBody>
      </p:sp>
    </p:spTree>
    <p:extLst>
      <p:ext uri="{BB962C8B-B14F-4D97-AF65-F5344CB8AC3E}">
        <p14:creationId xmlns:p14="http://schemas.microsoft.com/office/powerpoint/2010/main" val="152044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Styling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In the same app you have been working on, provide custom styling for section list component or reuse the existing ones. You can already see: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Container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mainContainer</a:t>
            </a:r>
            <a:endParaRPr lang="en-US" sz="36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menuItem</a:t>
            </a:r>
            <a:endParaRPr lang="en-US" sz="36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Follow along and provide style for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SectionList</a:t>
            </a:r>
            <a:r>
              <a:rPr lang="en-US" sz="3600" dirty="0"/>
              <a:t> Items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SectionList</a:t>
            </a:r>
            <a:r>
              <a:rPr lang="en-US" sz="3600" dirty="0"/>
              <a:t> heading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SectionList</a:t>
            </a:r>
            <a:r>
              <a:rPr lang="en-US" sz="3600" dirty="0"/>
              <a:t> separator component</a:t>
            </a:r>
          </a:p>
        </p:txBody>
      </p:sp>
    </p:spTree>
    <p:extLst>
      <p:ext uri="{BB962C8B-B14F-4D97-AF65-F5344CB8AC3E}">
        <p14:creationId xmlns:p14="http://schemas.microsoft.com/office/powerpoint/2010/main" val="58759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Styling –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883F-F8F9-413C-7B8B-5550E871A7ED}"/>
              </a:ext>
            </a:extLst>
          </p:cNvPr>
          <p:cNvSpPr txBox="1"/>
          <p:nvPr/>
        </p:nvSpPr>
        <p:spPr>
          <a:xfrm>
            <a:off x="214767" y="1371600"/>
            <a:ext cx="117430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renderSectionHeader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({ 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section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section.type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renderVehicleModelItem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({ 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item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item.name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item.capacity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itemSeparatorComponent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borderColor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: 'black', 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borderStyle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: "dotted", 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borderWidth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: 1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sz="1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SectionList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400" b="1" dirty="0">
                <a:effectLst/>
                <a:latin typeface="Consolas" panose="020B0609020204030204" pitchFamily="49" charset="0"/>
              </a:rPr>
              <a:t>sections={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allVehicles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1" dirty="0" err="1">
                <a:effectLst/>
                <a:latin typeface="Consolas" panose="020B0609020204030204" pitchFamily="49" charset="0"/>
              </a:rPr>
              <a:t>renderItem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={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renderVehicleModelItem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1" dirty="0" err="1">
                <a:effectLst/>
                <a:latin typeface="Consolas" panose="020B0609020204030204" pitchFamily="49" charset="0"/>
              </a:rPr>
              <a:t>renderSectionHeader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={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renderSectionHeader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1" dirty="0" err="1">
                <a:effectLst/>
                <a:latin typeface="Consolas" panose="020B0609020204030204" pitchFamily="49" charset="0"/>
              </a:rPr>
              <a:t>ItemSeparatorComponent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={</a:t>
            </a:r>
            <a:r>
              <a:rPr lang="en-US" sz="1400" b="1" dirty="0" err="1">
                <a:effectLst/>
                <a:latin typeface="Consolas" panose="020B0609020204030204" pitchFamily="49" charset="0"/>
              </a:rPr>
              <a:t>itemSeparatorComponent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1" dirty="0" err="1">
                <a:effectLst/>
                <a:latin typeface="Consolas" panose="020B0609020204030204" pitchFamily="49" charset="0"/>
              </a:rPr>
              <a:t>keyExtractor</a:t>
            </a:r>
            <a:r>
              <a:rPr lang="en-US" sz="1400" b="1" dirty="0">
                <a:effectLst/>
                <a:latin typeface="Consolas" panose="020B0609020204030204" pitchFamily="49" charset="0"/>
              </a:rPr>
              <a:t>={(item, index) =&gt; item.id * (item.id + index)}</a:t>
            </a:r>
          </a:p>
          <a:p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1164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2495</TotalTime>
  <Words>568</Words>
  <Application>Microsoft Office PowerPoint</Application>
  <PresentationFormat>Widescreen</PresentationFormat>
  <Paragraphs>88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Cascadia Code</vt:lpstr>
      <vt:lpstr>Consolas</vt:lpstr>
      <vt:lpstr>Trebuchet MS</vt:lpstr>
      <vt:lpstr>Wingdings</vt:lpstr>
      <vt:lpstr>Office Theme</vt:lpstr>
      <vt:lpstr>MOBILE APPLICATION Development (114155)</vt:lpstr>
      <vt:lpstr>Agenda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243</cp:revision>
  <dcterms:created xsi:type="dcterms:W3CDTF">2022-11-22T20:08:03Z</dcterms:created>
  <dcterms:modified xsi:type="dcterms:W3CDTF">2023-12-11T06:48:59Z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