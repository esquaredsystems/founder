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1"/>
  </p:notesMasterIdLst>
  <p:handoutMasterIdLst>
    <p:handoutMasterId r:id="rId22"/>
  </p:handoutMasterIdLst>
  <p:sldIdLst>
    <p:sldId id="2448" r:id="rId5"/>
    <p:sldId id="2462" r:id="rId6"/>
    <p:sldId id="2491" r:id="rId7"/>
    <p:sldId id="2492" r:id="rId8"/>
    <p:sldId id="2493" r:id="rId9"/>
    <p:sldId id="2496" r:id="rId10"/>
    <p:sldId id="2494" r:id="rId11"/>
    <p:sldId id="2495" r:id="rId12"/>
    <p:sldId id="2497" r:id="rId13"/>
    <p:sldId id="2498" r:id="rId14"/>
    <p:sldId id="2503" r:id="rId15"/>
    <p:sldId id="2499" r:id="rId16"/>
    <p:sldId id="2500" r:id="rId17"/>
    <p:sldId id="2501" r:id="rId18"/>
    <p:sldId id="2502" r:id="rId19"/>
    <p:sldId id="2436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92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141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023B"/>
    <a:srgbClr val="898989"/>
    <a:srgbClr val="2F3342"/>
    <a:srgbClr val="A53F52"/>
    <a:srgbClr val="2C2153"/>
    <a:srgbClr val="E997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1992"/>
        <p:guide pos="3840"/>
        <p:guide orient="horz" pos="1416"/>
      </p:guideLst>
    </p:cSldViewPr>
  </p:slide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handoutMaster" Target="handoutMasters/handout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wais Ahmed" userId="6abc7d4556b3b071" providerId="LiveId" clId="{31FF0103-B0ED-446C-9E77-45E322E404ED}"/>
    <pc:docChg chg="undo redo custSel addSld delSld modSld sldOrd">
      <pc:chgData name="Owais Ahmed" userId="6abc7d4556b3b071" providerId="LiveId" clId="{31FF0103-B0ED-446C-9E77-45E322E404ED}" dt="2023-03-07T10:13:56.929" v="2125" actId="20577"/>
      <pc:docMkLst>
        <pc:docMk/>
      </pc:docMkLst>
      <pc:sldChg chg="del">
        <pc:chgData name="Owais Ahmed" userId="6abc7d4556b3b071" providerId="LiveId" clId="{31FF0103-B0ED-446C-9E77-45E322E404ED}" dt="2023-03-07T09:10:09.196" v="5" actId="47"/>
        <pc:sldMkLst>
          <pc:docMk/>
          <pc:sldMk cId="4226644250" sldId="256"/>
        </pc:sldMkLst>
      </pc:sldChg>
      <pc:sldChg chg="modSp mod">
        <pc:chgData name="Owais Ahmed" userId="6abc7d4556b3b071" providerId="LiveId" clId="{31FF0103-B0ED-446C-9E77-45E322E404ED}" dt="2023-03-07T10:05:04.527" v="1091" actId="20577"/>
        <pc:sldMkLst>
          <pc:docMk/>
          <pc:sldMk cId="1649098948" sldId="2462"/>
        </pc:sldMkLst>
        <pc:spChg chg="mod">
          <ac:chgData name="Owais Ahmed" userId="6abc7d4556b3b071" providerId="LiveId" clId="{31FF0103-B0ED-446C-9E77-45E322E404ED}" dt="2023-03-07T10:05:04.527" v="1091" actId="20577"/>
          <ac:spMkLst>
            <pc:docMk/>
            <pc:sldMk cId="1649098948" sldId="2462"/>
            <ac:spMk id="6" creationId="{F3C89A40-EEAA-43AB-9A3A-B2CFDE450F1B}"/>
          </ac:spMkLst>
        </pc:spChg>
      </pc:sldChg>
      <pc:sldChg chg="add">
        <pc:chgData name="Owais Ahmed" userId="6abc7d4556b3b071" providerId="LiveId" clId="{31FF0103-B0ED-446C-9E77-45E322E404ED}" dt="2023-03-07T09:10:30.938" v="12"/>
        <pc:sldMkLst>
          <pc:docMk/>
          <pc:sldMk cId="2835548672" sldId="2467"/>
        </pc:sldMkLst>
      </pc:sldChg>
      <pc:sldChg chg="add del">
        <pc:chgData name="Owais Ahmed" userId="6abc7d4556b3b071" providerId="LiveId" clId="{31FF0103-B0ED-446C-9E77-45E322E404ED}" dt="2023-03-07T09:11:04.853" v="16" actId="47"/>
        <pc:sldMkLst>
          <pc:docMk/>
          <pc:sldMk cId="2564172473" sldId="2468"/>
        </pc:sldMkLst>
      </pc:sldChg>
      <pc:sldChg chg="del">
        <pc:chgData name="Owais Ahmed" userId="6abc7d4556b3b071" providerId="LiveId" clId="{31FF0103-B0ED-446C-9E77-45E322E404ED}" dt="2023-03-07T09:10:10.602" v="7" actId="47"/>
        <pc:sldMkLst>
          <pc:docMk/>
          <pc:sldMk cId="641030253" sldId="2479"/>
        </pc:sldMkLst>
      </pc:sldChg>
      <pc:sldChg chg="add">
        <pc:chgData name="Owais Ahmed" userId="6abc7d4556b3b071" providerId="LiveId" clId="{31FF0103-B0ED-446C-9E77-45E322E404ED}" dt="2023-03-07T09:10:30.938" v="12"/>
        <pc:sldMkLst>
          <pc:docMk/>
          <pc:sldMk cId="1810203590" sldId="2482"/>
        </pc:sldMkLst>
      </pc:sldChg>
      <pc:sldChg chg="add">
        <pc:chgData name="Owais Ahmed" userId="6abc7d4556b3b071" providerId="LiveId" clId="{31FF0103-B0ED-446C-9E77-45E322E404ED}" dt="2023-03-07T09:10:30.938" v="12"/>
        <pc:sldMkLst>
          <pc:docMk/>
          <pc:sldMk cId="2426892836" sldId="2485"/>
        </pc:sldMkLst>
      </pc:sldChg>
      <pc:sldChg chg="add">
        <pc:chgData name="Owais Ahmed" userId="6abc7d4556b3b071" providerId="LiveId" clId="{31FF0103-B0ED-446C-9E77-45E322E404ED}" dt="2023-03-07T09:10:30.938" v="12"/>
        <pc:sldMkLst>
          <pc:docMk/>
          <pc:sldMk cId="2392008630" sldId="2486"/>
        </pc:sldMkLst>
      </pc:sldChg>
      <pc:sldChg chg="add del">
        <pc:chgData name="Owais Ahmed" userId="6abc7d4556b3b071" providerId="LiveId" clId="{31FF0103-B0ED-446C-9E77-45E322E404ED}" dt="2023-03-07T09:11:04.010" v="15" actId="47"/>
        <pc:sldMkLst>
          <pc:docMk/>
          <pc:sldMk cId="2180074341" sldId="2487"/>
        </pc:sldMkLst>
      </pc:sldChg>
      <pc:sldChg chg="add del">
        <pc:chgData name="Owais Ahmed" userId="6abc7d4556b3b071" providerId="LiveId" clId="{31FF0103-B0ED-446C-9E77-45E322E404ED}" dt="2023-03-07T09:11:17.225" v="18" actId="47"/>
        <pc:sldMkLst>
          <pc:docMk/>
          <pc:sldMk cId="692629543" sldId="2490"/>
        </pc:sldMkLst>
      </pc:sldChg>
      <pc:sldChg chg="add del">
        <pc:chgData name="Owais Ahmed" userId="6abc7d4556b3b071" providerId="LiveId" clId="{31FF0103-B0ED-446C-9E77-45E322E404ED}" dt="2023-03-07T09:11:07.496" v="17" actId="47"/>
        <pc:sldMkLst>
          <pc:docMk/>
          <pc:sldMk cId="1357650666" sldId="2491"/>
        </pc:sldMkLst>
      </pc:sldChg>
      <pc:sldChg chg="add">
        <pc:chgData name="Owais Ahmed" userId="6abc7d4556b3b071" providerId="LiveId" clId="{31FF0103-B0ED-446C-9E77-45E322E404ED}" dt="2023-03-07T09:10:30.938" v="12"/>
        <pc:sldMkLst>
          <pc:docMk/>
          <pc:sldMk cId="332028716" sldId="2492"/>
        </pc:sldMkLst>
      </pc:sldChg>
      <pc:sldChg chg="del">
        <pc:chgData name="Owais Ahmed" userId="6abc7d4556b3b071" providerId="LiveId" clId="{31FF0103-B0ED-446C-9E77-45E322E404ED}" dt="2023-03-07T09:10:09.571" v="6" actId="47"/>
        <pc:sldMkLst>
          <pc:docMk/>
          <pc:sldMk cId="1339872144" sldId="2493"/>
        </pc:sldMkLst>
      </pc:sldChg>
      <pc:sldChg chg="add del">
        <pc:chgData name="Owais Ahmed" userId="6abc7d4556b3b071" providerId="LiveId" clId="{31FF0103-B0ED-446C-9E77-45E322E404ED}" dt="2023-03-07T09:16:46.132" v="342" actId="47"/>
        <pc:sldMkLst>
          <pc:docMk/>
          <pc:sldMk cId="2744016673" sldId="2493"/>
        </pc:sldMkLst>
      </pc:sldChg>
      <pc:sldChg chg="add del">
        <pc:chgData name="Owais Ahmed" userId="6abc7d4556b3b071" providerId="LiveId" clId="{31FF0103-B0ED-446C-9E77-45E322E404ED}" dt="2023-03-07T09:10:34.215" v="13" actId="47"/>
        <pc:sldMkLst>
          <pc:docMk/>
          <pc:sldMk cId="1031269857" sldId="2494"/>
        </pc:sldMkLst>
      </pc:sldChg>
      <pc:sldChg chg="del">
        <pc:chgData name="Owais Ahmed" userId="6abc7d4556b3b071" providerId="LiveId" clId="{31FF0103-B0ED-446C-9E77-45E322E404ED}" dt="2023-03-07T09:10:16.041" v="10" actId="47"/>
        <pc:sldMkLst>
          <pc:docMk/>
          <pc:sldMk cId="4264242367" sldId="2495"/>
        </pc:sldMkLst>
      </pc:sldChg>
      <pc:sldChg chg="del">
        <pc:chgData name="Owais Ahmed" userId="6abc7d4556b3b071" providerId="LiveId" clId="{31FF0103-B0ED-446C-9E77-45E322E404ED}" dt="2023-03-07T09:10:16.745" v="11" actId="47"/>
        <pc:sldMkLst>
          <pc:docMk/>
          <pc:sldMk cId="973217284" sldId="2496"/>
        </pc:sldMkLst>
      </pc:sldChg>
      <pc:sldChg chg="add">
        <pc:chgData name="Owais Ahmed" userId="6abc7d4556b3b071" providerId="LiveId" clId="{31FF0103-B0ED-446C-9E77-45E322E404ED}" dt="2023-03-07T09:10:30.938" v="12"/>
        <pc:sldMkLst>
          <pc:docMk/>
          <pc:sldMk cId="4183735996" sldId="2496"/>
        </pc:sldMkLst>
      </pc:sldChg>
      <pc:sldChg chg="add">
        <pc:chgData name="Owais Ahmed" userId="6abc7d4556b3b071" providerId="LiveId" clId="{31FF0103-B0ED-446C-9E77-45E322E404ED}" dt="2023-03-07T09:10:30.938" v="12"/>
        <pc:sldMkLst>
          <pc:docMk/>
          <pc:sldMk cId="2021183974" sldId="2497"/>
        </pc:sldMkLst>
      </pc:sldChg>
      <pc:sldChg chg="add del">
        <pc:chgData name="Owais Ahmed" userId="6abc7d4556b3b071" providerId="LiveId" clId="{31FF0103-B0ED-446C-9E77-45E322E404ED}" dt="2023-03-07T09:10:45.140" v="14" actId="47"/>
        <pc:sldMkLst>
          <pc:docMk/>
          <pc:sldMk cId="2461819977" sldId="2499"/>
        </pc:sldMkLst>
      </pc:sldChg>
      <pc:sldChg chg="add">
        <pc:chgData name="Owais Ahmed" userId="6abc7d4556b3b071" providerId="LiveId" clId="{31FF0103-B0ED-446C-9E77-45E322E404ED}" dt="2023-03-07T09:10:30.938" v="12"/>
        <pc:sldMkLst>
          <pc:docMk/>
          <pc:sldMk cId="910229267" sldId="2500"/>
        </pc:sldMkLst>
      </pc:sldChg>
      <pc:sldChg chg="add del">
        <pc:chgData name="Owais Ahmed" userId="6abc7d4556b3b071" providerId="LiveId" clId="{31FF0103-B0ED-446C-9E77-45E322E404ED}" dt="2023-03-07T09:11:21.152" v="19" actId="47"/>
        <pc:sldMkLst>
          <pc:docMk/>
          <pc:sldMk cId="1735756904" sldId="2501"/>
        </pc:sldMkLst>
      </pc:sldChg>
      <pc:sldChg chg="modSp add mod modAnim modNotesTx">
        <pc:chgData name="Owais Ahmed" userId="6abc7d4556b3b071" providerId="LiveId" clId="{31FF0103-B0ED-446C-9E77-45E322E404ED}" dt="2023-03-07T09:18:23.935" v="457" actId="20577"/>
        <pc:sldMkLst>
          <pc:docMk/>
          <pc:sldMk cId="1990280332" sldId="2501"/>
        </pc:sldMkLst>
        <pc:spChg chg="mod">
          <ac:chgData name="Owais Ahmed" userId="6abc7d4556b3b071" providerId="LiveId" clId="{31FF0103-B0ED-446C-9E77-45E322E404ED}" dt="2023-03-07T09:18:23.935" v="457" actId="20577"/>
          <ac:spMkLst>
            <pc:docMk/>
            <pc:sldMk cId="1990280332" sldId="2501"/>
            <ac:spMk id="3" creationId="{4A1C0383-58FE-E486-295E-B33B8683B938}"/>
          </ac:spMkLst>
        </pc:spChg>
        <pc:spChg chg="mod">
          <ac:chgData name="Owais Ahmed" userId="6abc7d4556b3b071" providerId="LiveId" clId="{31FF0103-B0ED-446C-9E77-45E322E404ED}" dt="2023-03-07T09:13:27.530" v="128" actId="20577"/>
          <ac:spMkLst>
            <pc:docMk/>
            <pc:sldMk cId="1990280332" sldId="2501"/>
            <ac:spMk id="215" creationId="{00000000-0000-0000-0000-000000000000}"/>
          </ac:spMkLst>
        </pc:spChg>
      </pc:sldChg>
      <pc:sldChg chg="modSp add mod ord modAnim">
        <pc:chgData name="Owais Ahmed" userId="6abc7d4556b3b071" providerId="LiveId" clId="{31FF0103-B0ED-446C-9E77-45E322E404ED}" dt="2023-03-07T10:11:34.699" v="1897" actId="20577"/>
        <pc:sldMkLst>
          <pc:docMk/>
          <pc:sldMk cId="2738020370" sldId="2502"/>
        </pc:sldMkLst>
        <pc:spChg chg="mod">
          <ac:chgData name="Owais Ahmed" userId="6abc7d4556b3b071" providerId="LiveId" clId="{31FF0103-B0ED-446C-9E77-45E322E404ED}" dt="2023-03-07T10:11:34.699" v="1897" actId="20577"/>
          <ac:spMkLst>
            <pc:docMk/>
            <pc:sldMk cId="2738020370" sldId="2502"/>
            <ac:spMk id="3" creationId="{4A1C0383-58FE-E486-295E-B33B8683B938}"/>
          </ac:spMkLst>
        </pc:spChg>
        <pc:spChg chg="mod">
          <ac:chgData name="Owais Ahmed" userId="6abc7d4556b3b071" providerId="LiveId" clId="{31FF0103-B0ED-446C-9E77-45E322E404ED}" dt="2023-03-07T10:04:39.350" v="1076" actId="20577"/>
          <ac:spMkLst>
            <pc:docMk/>
            <pc:sldMk cId="2738020370" sldId="2502"/>
            <ac:spMk id="215" creationId="{00000000-0000-0000-0000-000000000000}"/>
          </ac:spMkLst>
        </pc:spChg>
      </pc:sldChg>
      <pc:sldChg chg="modSp add modAnim">
        <pc:chgData name="Owais Ahmed" userId="6abc7d4556b3b071" providerId="LiveId" clId="{31FF0103-B0ED-446C-9E77-45E322E404ED}" dt="2023-03-07T10:13:56.929" v="2125" actId="20577"/>
        <pc:sldMkLst>
          <pc:docMk/>
          <pc:sldMk cId="1306189836" sldId="2503"/>
        </pc:sldMkLst>
        <pc:spChg chg="mod">
          <ac:chgData name="Owais Ahmed" userId="6abc7d4556b3b071" providerId="LiveId" clId="{31FF0103-B0ED-446C-9E77-45E322E404ED}" dt="2023-03-07T10:13:56.929" v="2125" actId="20577"/>
          <ac:spMkLst>
            <pc:docMk/>
            <pc:sldMk cId="1306189836" sldId="2503"/>
            <ac:spMk id="3" creationId="{4A1C0383-58FE-E486-295E-B33B8683B938}"/>
          </ac:spMkLst>
        </pc:spChg>
      </pc:sldChg>
      <pc:sldChg chg="addSp delSp modSp add del mod modAnim">
        <pc:chgData name="Owais Ahmed" userId="6abc7d4556b3b071" providerId="LiveId" clId="{31FF0103-B0ED-446C-9E77-45E322E404ED}" dt="2023-03-07T09:47:19.019" v="576" actId="47"/>
        <pc:sldMkLst>
          <pc:docMk/>
          <pc:sldMk cId="2502545026" sldId="2503"/>
        </pc:sldMkLst>
        <pc:spChg chg="mod">
          <ac:chgData name="Owais Ahmed" userId="6abc7d4556b3b071" providerId="LiveId" clId="{31FF0103-B0ED-446C-9E77-45E322E404ED}" dt="2023-03-07T09:46:27.824" v="534" actId="6549"/>
          <ac:spMkLst>
            <pc:docMk/>
            <pc:sldMk cId="2502545026" sldId="2503"/>
            <ac:spMk id="3" creationId="{4A1C0383-58FE-E486-295E-B33B8683B938}"/>
          </ac:spMkLst>
        </pc:spChg>
        <pc:spChg chg="mod">
          <ac:chgData name="Owais Ahmed" userId="6abc7d4556b3b071" providerId="LiveId" clId="{31FF0103-B0ED-446C-9E77-45E322E404ED}" dt="2023-03-07T09:46:59.970" v="570" actId="20577"/>
          <ac:spMkLst>
            <pc:docMk/>
            <pc:sldMk cId="2502545026" sldId="2503"/>
            <ac:spMk id="215" creationId="{00000000-0000-0000-0000-000000000000}"/>
          </ac:spMkLst>
        </pc:spChg>
        <pc:picChg chg="add del mod">
          <ac:chgData name="Owais Ahmed" userId="6abc7d4556b3b071" providerId="LiveId" clId="{31FF0103-B0ED-446C-9E77-45E322E404ED}" dt="2023-03-07T09:47:17.151" v="575" actId="478"/>
          <ac:picMkLst>
            <pc:docMk/>
            <pc:sldMk cId="2502545026" sldId="2503"/>
            <ac:picMk id="5" creationId="{0A45C2C8-8C66-AADB-0F26-2FFD9391090C}"/>
          </ac:picMkLst>
        </pc:picChg>
      </pc:sldChg>
      <pc:sldMasterChg chg="addSldLayout delSldLayout">
        <pc:chgData name="Owais Ahmed" userId="6abc7d4556b3b071" providerId="LiveId" clId="{31FF0103-B0ED-446C-9E77-45E322E404ED}" dt="2023-03-07T09:10:14.760" v="9" actId="47"/>
        <pc:sldMasterMkLst>
          <pc:docMk/>
          <pc:sldMasterMk cId="692820" sldId="2147483648"/>
        </pc:sldMasterMkLst>
        <pc:sldLayoutChg chg="add del">
          <pc:chgData name="Owais Ahmed" userId="6abc7d4556b3b071" providerId="LiveId" clId="{31FF0103-B0ED-446C-9E77-45E322E404ED}" dt="2023-03-07T09:10:14.760" v="9" actId="47"/>
          <pc:sldLayoutMkLst>
            <pc:docMk/>
            <pc:sldMasterMk cId="692820" sldId="2147483648"/>
            <pc:sldLayoutMk cId="3227223299" sldId="2147483681"/>
          </pc:sldLayoutMkLst>
        </pc:sldLayoutChg>
        <pc:sldLayoutChg chg="del">
          <pc:chgData name="Owais Ahmed" userId="6abc7d4556b3b071" providerId="LiveId" clId="{31FF0103-B0ED-446C-9E77-45E322E404ED}" dt="2023-03-07T09:10:09.571" v="6" actId="47"/>
          <pc:sldLayoutMkLst>
            <pc:docMk/>
            <pc:sldMasterMk cId="692820" sldId="2147483648"/>
            <pc:sldLayoutMk cId="105451964" sldId="2147483682"/>
          </pc:sldLayoutMkLst>
        </pc:sldLayoutChg>
      </pc:sldMasterChg>
    </pc:docChg>
  </pc:docChgLst>
  <pc:docChgLst>
    <pc:chgData name="Owais Ahmed" userId="6abc7d4556b3b071" providerId="LiveId" clId="{D908A15B-828B-457F-A757-CD2366D8C7E8}"/>
    <pc:docChg chg="modSld">
      <pc:chgData name="Owais Ahmed" userId="6abc7d4556b3b071" providerId="LiveId" clId="{D908A15B-828B-457F-A757-CD2366D8C7E8}" dt="2023-10-07T07:19:08.405" v="0"/>
      <pc:docMkLst>
        <pc:docMk/>
      </pc:docMkLst>
      <pc:sldChg chg="modSp mod">
        <pc:chgData name="Owais Ahmed" userId="6abc7d4556b3b071" providerId="LiveId" clId="{D908A15B-828B-457F-A757-CD2366D8C7E8}" dt="2023-10-07T07:19:08.405" v="0"/>
        <pc:sldMkLst>
          <pc:docMk/>
          <pc:sldMk cId="3927832306" sldId="2448"/>
        </pc:sldMkLst>
        <pc:spChg chg="mod">
          <ac:chgData name="Owais Ahmed" userId="6abc7d4556b3b071" providerId="LiveId" clId="{D908A15B-828B-457F-A757-CD2366D8C7E8}" dt="2023-10-07T07:19:08.405" v="0"/>
          <ac:spMkLst>
            <pc:docMk/>
            <pc:sldMk cId="3927832306" sldId="2448"/>
            <ac:spMk id="9" creationId="{79DC1498-E692-42BA-B69F-6D37E6CFACA0}"/>
          </ac:spMkLst>
        </pc:spChg>
      </pc:sldChg>
    </pc:docChg>
  </pc:docChgLst>
  <pc:docChgLst>
    <pc:chgData name="Owais Ahmed" userId="6abc7d4556b3b071" providerId="LiveId" clId="{53B1629A-A9A8-4EA5-BFC7-E33077932B5F}"/>
    <pc:docChg chg="undo custSel addSld delSld modSld sldOrd">
      <pc:chgData name="Owais Ahmed" userId="6abc7d4556b3b071" providerId="LiveId" clId="{53B1629A-A9A8-4EA5-BFC7-E33077932B5F}" dt="2023-03-13T10:21:37.602" v="13434" actId="20577"/>
      <pc:docMkLst>
        <pc:docMk/>
      </pc:docMkLst>
      <pc:sldChg chg="modSp mod">
        <pc:chgData name="Owais Ahmed" userId="6abc7d4556b3b071" providerId="LiveId" clId="{53B1629A-A9A8-4EA5-BFC7-E33077932B5F}" dt="2023-03-13T08:52:28.723" v="7768" actId="14100"/>
        <pc:sldMkLst>
          <pc:docMk/>
          <pc:sldMk cId="1649098948" sldId="2462"/>
        </pc:sldMkLst>
        <pc:spChg chg="mod">
          <ac:chgData name="Owais Ahmed" userId="6abc7d4556b3b071" providerId="LiveId" clId="{53B1629A-A9A8-4EA5-BFC7-E33077932B5F}" dt="2023-03-13T08:52:28.723" v="7768" actId="14100"/>
          <ac:spMkLst>
            <pc:docMk/>
            <pc:sldMk cId="1649098948" sldId="2462"/>
            <ac:spMk id="6" creationId="{F3C89A40-EEAA-43AB-9A3A-B2CFDE450F1B}"/>
          </ac:spMkLst>
        </pc:spChg>
      </pc:sldChg>
      <pc:sldChg chg="del">
        <pc:chgData name="Owais Ahmed" userId="6abc7d4556b3b071" providerId="LiveId" clId="{53B1629A-A9A8-4EA5-BFC7-E33077932B5F}" dt="2023-03-13T06:25:36.584" v="0" actId="47"/>
        <pc:sldMkLst>
          <pc:docMk/>
          <pc:sldMk cId="2835548672" sldId="2467"/>
        </pc:sldMkLst>
      </pc:sldChg>
      <pc:sldChg chg="del">
        <pc:chgData name="Owais Ahmed" userId="6abc7d4556b3b071" providerId="LiveId" clId="{53B1629A-A9A8-4EA5-BFC7-E33077932B5F}" dt="2023-03-13T06:25:37.635" v="2" actId="47"/>
        <pc:sldMkLst>
          <pc:docMk/>
          <pc:sldMk cId="1810203590" sldId="2482"/>
        </pc:sldMkLst>
      </pc:sldChg>
      <pc:sldChg chg="modSp mod ord modAnim modNotesTx">
        <pc:chgData name="Owais Ahmed" userId="6abc7d4556b3b071" providerId="LiveId" clId="{53B1629A-A9A8-4EA5-BFC7-E33077932B5F}" dt="2023-03-13T06:39:15.142" v="972" actId="20577"/>
        <pc:sldMkLst>
          <pc:docMk/>
          <pc:sldMk cId="2426892836" sldId="2485"/>
        </pc:sldMkLst>
        <pc:spChg chg="mod">
          <ac:chgData name="Owais Ahmed" userId="6abc7d4556b3b071" providerId="LiveId" clId="{53B1629A-A9A8-4EA5-BFC7-E33077932B5F}" dt="2023-03-13T06:39:15.142" v="972" actId="20577"/>
          <ac:spMkLst>
            <pc:docMk/>
            <pc:sldMk cId="2426892836" sldId="2485"/>
            <ac:spMk id="3" creationId="{4A1C0383-58FE-E486-295E-B33B8683B938}"/>
          </ac:spMkLst>
        </pc:spChg>
        <pc:spChg chg="mod">
          <ac:chgData name="Owais Ahmed" userId="6abc7d4556b3b071" providerId="LiveId" clId="{53B1629A-A9A8-4EA5-BFC7-E33077932B5F}" dt="2023-03-13T06:27:38.970" v="85" actId="20577"/>
          <ac:spMkLst>
            <pc:docMk/>
            <pc:sldMk cId="2426892836" sldId="2485"/>
            <ac:spMk id="215" creationId="{00000000-0000-0000-0000-000000000000}"/>
          </ac:spMkLst>
        </pc:spChg>
      </pc:sldChg>
      <pc:sldChg chg="del">
        <pc:chgData name="Owais Ahmed" userId="6abc7d4556b3b071" providerId="LiveId" clId="{53B1629A-A9A8-4EA5-BFC7-E33077932B5F}" dt="2023-03-13T06:25:37.467" v="1" actId="47"/>
        <pc:sldMkLst>
          <pc:docMk/>
          <pc:sldMk cId="2392008630" sldId="2486"/>
        </pc:sldMkLst>
      </pc:sldChg>
      <pc:sldChg chg="addSp delSp modSp add mod addAnim delAnim modAnim modNotesTx">
        <pc:chgData name="Owais Ahmed" userId="6abc7d4556b3b071" providerId="LiveId" clId="{53B1629A-A9A8-4EA5-BFC7-E33077932B5F}" dt="2023-03-13T06:39:33.411" v="989" actId="6549"/>
        <pc:sldMkLst>
          <pc:docMk/>
          <pc:sldMk cId="2564503825" sldId="2486"/>
        </pc:sldMkLst>
        <pc:spChg chg="mod">
          <ac:chgData name="Owais Ahmed" userId="6abc7d4556b3b071" providerId="LiveId" clId="{53B1629A-A9A8-4EA5-BFC7-E33077932B5F}" dt="2023-03-13T06:39:33.411" v="989" actId="6549"/>
          <ac:spMkLst>
            <pc:docMk/>
            <pc:sldMk cId="2564503825" sldId="2486"/>
            <ac:spMk id="3" creationId="{4A1C0383-58FE-E486-295E-B33B8683B938}"/>
          </ac:spMkLst>
        </pc:spChg>
        <pc:spChg chg="mod">
          <ac:chgData name="Owais Ahmed" userId="6abc7d4556b3b071" providerId="LiveId" clId="{53B1629A-A9A8-4EA5-BFC7-E33077932B5F}" dt="2023-03-13T06:29:06.800" v="108" actId="14100"/>
          <ac:spMkLst>
            <pc:docMk/>
            <pc:sldMk cId="2564503825" sldId="2486"/>
            <ac:spMk id="215" creationId="{00000000-0000-0000-0000-000000000000}"/>
          </ac:spMkLst>
        </pc:spChg>
        <pc:picChg chg="add del">
          <ac:chgData name="Owais Ahmed" userId="6abc7d4556b3b071" providerId="LiveId" clId="{53B1629A-A9A8-4EA5-BFC7-E33077932B5F}" dt="2023-03-13T06:27:52.701" v="90"/>
          <ac:picMkLst>
            <pc:docMk/>
            <pc:sldMk cId="2564503825" sldId="2486"/>
            <ac:picMk id="1026" creationId="{125F49AE-40C7-E916-3A5D-3F6B1A8A92A1}"/>
          </ac:picMkLst>
        </pc:picChg>
        <pc:picChg chg="add del mod">
          <ac:chgData name="Owais Ahmed" userId="6abc7d4556b3b071" providerId="LiveId" clId="{53B1629A-A9A8-4EA5-BFC7-E33077932B5F}" dt="2023-03-13T06:28:10.158" v="97"/>
          <ac:picMkLst>
            <pc:docMk/>
            <pc:sldMk cId="2564503825" sldId="2486"/>
            <ac:picMk id="1028" creationId="{4FF0696B-3F3E-A622-CF80-0D04EAFD5737}"/>
          </ac:picMkLst>
        </pc:picChg>
        <pc:picChg chg="add mod">
          <ac:chgData name="Owais Ahmed" userId="6abc7d4556b3b071" providerId="LiveId" clId="{53B1629A-A9A8-4EA5-BFC7-E33077932B5F}" dt="2023-03-13T06:34:47.167" v="525" actId="14100"/>
          <ac:picMkLst>
            <pc:docMk/>
            <pc:sldMk cId="2564503825" sldId="2486"/>
            <ac:picMk id="1030" creationId="{777C734F-CDB0-F074-AD54-5FB998243985}"/>
          </ac:picMkLst>
        </pc:picChg>
      </pc:sldChg>
      <pc:sldChg chg="modSp add mod modAnim">
        <pc:chgData name="Owais Ahmed" userId="6abc7d4556b3b071" providerId="LiveId" clId="{53B1629A-A9A8-4EA5-BFC7-E33077932B5F}" dt="2023-03-13T06:43:05.045" v="1274" actId="20577"/>
        <pc:sldMkLst>
          <pc:docMk/>
          <pc:sldMk cId="4176642933" sldId="2487"/>
        </pc:sldMkLst>
        <pc:spChg chg="mod">
          <ac:chgData name="Owais Ahmed" userId="6abc7d4556b3b071" providerId="LiveId" clId="{53B1629A-A9A8-4EA5-BFC7-E33077932B5F}" dt="2023-03-13T06:43:05.045" v="1274" actId="20577"/>
          <ac:spMkLst>
            <pc:docMk/>
            <pc:sldMk cId="4176642933" sldId="2487"/>
            <ac:spMk id="3" creationId="{4A1C0383-58FE-E486-295E-B33B8683B938}"/>
          </ac:spMkLst>
        </pc:spChg>
      </pc:sldChg>
      <pc:sldChg chg="modSp add mod modAnim">
        <pc:chgData name="Owais Ahmed" userId="6abc7d4556b3b071" providerId="LiveId" clId="{53B1629A-A9A8-4EA5-BFC7-E33077932B5F}" dt="2023-03-13T06:44:43.767" v="1486" actId="403"/>
        <pc:sldMkLst>
          <pc:docMk/>
          <pc:sldMk cId="4039704136" sldId="2488"/>
        </pc:sldMkLst>
        <pc:spChg chg="mod">
          <ac:chgData name="Owais Ahmed" userId="6abc7d4556b3b071" providerId="LiveId" clId="{53B1629A-A9A8-4EA5-BFC7-E33077932B5F}" dt="2023-03-13T06:44:43.767" v="1486" actId="403"/>
          <ac:spMkLst>
            <pc:docMk/>
            <pc:sldMk cId="4039704136" sldId="2488"/>
            <ac:spMk id="3" creationId="{4A1C0383-58FE-E486-295E-B33B8683B938}"/>
          </ac:spMkLst>
        </pc:spChg>
        <pc:spChg chg="mod">
          <ac:chgData name="Owais Ahmed" userId="6abc7d4556b3b071" providerId="LiveId" clId="{53B1629A-A9A8-4EA5-BFC7-E33077932B5F}" dt="2023-03-13T06:44:36.698" v="1481" actId="5793"/>
          <ac:spMkLst>
            <pc:docMk/>
            <pc:sldMk cId="4039704136" sldId="2488"/>
            <ac:spMk id="215" creationId="{00000000-0000-0000-0000-000000000000}"/>
          </ac:spMkLst>
        </pc:spChg>
      </pc:sldChg>
      <pc:sldChg chg="modSp add del modAnim">
        <pc:chgData name="Owais Ahmed" userId="6abc7d4556b3b071" providerId="LiveId" clId="{53B1629A-A9A8-4EA5-BFC7-E33077932B5F}" dt="2023-03-13T06:43:19.944" v="1294" actId="47"/>
        <pc:sldMkLst>
          <pc:docMk/>
          <pc:sldMk cId="2832387727" sldId="2489"/>
        </pc:sldMkLst>
        <pc:spChg chg="mod">
          <ac:chgData name="Owais Ahmed" userId="6abc7d4556b3b071" providerId="LiveId" clId="{53B1629A-A9A8-4EA5-BFC7-E33077932B5F}" dt="2023-03-13T06:43:16.186" v="1293" actId="20577"/>
          <ac:spMkLst>
            <pc:docMk/>
            <pc:sldMk cId="2832387727" sldId="2489"/>
            <ac:spMk id="3" creationId="{4A1C0383-58FE-E486-295E-B33B8683B938}"/>
          </ac:spMkLst>
        </pc:spChg>
      </pc:sldChg>
      <pc:sldChg chg="modSp add mod modAnim modNotesTx">
        <pc:chgData name="Owais Ahmed" userId="6abc7d4556b3b071" providerId="LiveId" clId="{53B1629A-A9A8-4EA5-BFC7-E33077932B5F}" dt="2023-03-13T06:56:22.252" v="2764" actId="20577"/>
        <pc:sldMkLst>
          <pc:docMk/>
          <pc:sldMk cId="3325262481" sldId="2489"/>
        </pc:sldMkLst>
        <pc:spChg chg="mod">
          <ac:chgData name="Owais Ahmed" userId="6abc7d4556b3b071" providerId="LiveId" clId="{53B1629A-A9A8-4EA5-BFC7-E33077932B5F}" dt="2023-03-13T06:55:55.034" v="2703" actId="27636"/>
          <ac:spMkLst>
            <pc:docMk/>
            <pc:sldMk cId="3325262481" sldId="2489"/>
            <ac:spMk id="3" creationId="{4A1C0383-58FE-E486-295E-B33B8683B938}"/>
          </ac:spMkLst>
        </pc:spChg>
        <pc:spChg chg="mod">
          <ac:chgData name="Owais Ahmed" userId="6abc7d4556b3b071" providerId="LiveId" clId="{53B1629A-A9A8-4EA5-BFC7-E33077932B5F}" dt="2023-03-13T06:44:25.521" v="1461" actId="20577"/>
          <ac:spMkLst>
            <pc:docMk/>
            <pc:sldMk cId="3325262481" sldId="2489"/>
            <ac:spMk id="215" creationId="{00000000-0000-0000-0000-000000000000}"/>
          </ac:spMkLst>
        </pc:spChg>
      </pc:sldChg>
      <pc:sldChg chg="modSp add mod modAnim modNotesTx">
        <pc:chgData name="Owais Ahmed" userId="6abc7d4556b3b071" providerId="LiveId" clId="{53B1629A-A9A8-4EA5-BFC7-E33077932B5F}" dt="2023-03-13T06:55:32.617" v="2694" actId="6549"/>
        <pc:sldMkLst>
          <pc:docMk/>
          <pc:sldMk cId="2171066017" sldId="2490"/>
        </pc:sldMkLst>
        <pc:spChg chg="mod">
          <ac:chgData name="Owais Ahmed" userId="6abc7d4556b3b071" providerId="LiveId" clId="{53B1629A-A9A8-4EA5-BFC7-E33077932B5F}" dt="2023-03-13T06:53:21.975" v="2611" actId="20577"/>
          <ac:spMkLst>
            <pc:docMk/>
            <pc:sldMk cId="2171066017" sldId="2490"/>
            <ac:spMk id="3" creationId="{4A1C0383-58FE-E486-295E-B33B8683B938}"/>
          </ac:spMkLst>
        </pc:spChg>
        <pc:spChg chg="mod">
          <ac:chgData name="Owais Ahmed" userId="6abc7d4556b3b071" providerId="LiveId" clId="{53B1629A-A9A8-4EA5-BFC7-E33077932B5F}" dt="2023-03-13T06:52:02.705" v="2405" actId="20577"/>
          <ac:spMkLst>
            <pc:docMk/>
            <pc:sldMk cId="2171066017" sldId="2490"/>
            <ac:spMk id="215" creationId="{00000000-0000-0000-0000-000000000000}"/>
          </ac:spMkLst>
        </pc:spChg>
      </pc:sldChg>
      <pc:sldChg chg="modSp add mod modAnim modNotesTx">
        <pc:chgData name="Owais Ahmed" userId="6abc7d4556b3b071" providerId="LiveId" clId="{53B1629A-A9A8-4EA5-BFC7-E33077932B5F}" dt="2023-03-13T07:30:11.250" v="4946" actId="20577"/>
        <pc:sldMkLst>
          <pc:docMk/>
          <pc:sldMk cId="3542561392" sldId="2491"/>
        </pc:sldMkLst>
        <pc:spChg chg="mod">
          <ac:chgData name="Owais Ahmed" userId="6abc7d4556b3b071" providerId="LiveId" clId="{53B1629A-A9A8-4EA5-BFC7-E33077932B5F}" dt="2023-03-13T07:30:11.250" v="4946" actId="20577"/>
          <ac:spMkLst>
            <pc:docMk/>
            <pc:sldMk cId="3542561392" sldId="2491"/>
            <ac:spMk id="3" creationId="{4A1C0383-58FE-E486-295E-B33B8683B938}"/>
          </ac:spMkLst>
        </pc:spChg>
        <pc:spChg chg="mod">
          <ac:chgData name="Owais Ahmed" userId="6abc7d4556b3b071" providerId="LiveId" clId="{53B1629A-A9A8-4EA5-BFC7-E33077932B5F}" dt="2023-03-13T06:54:48.937" v="2648" actId="20577"/>
          <ac:spMkLst>
            <pc:docMk/>
            <pc:sldMk cId="3542561392" sldId="2491"/>
            <ac:spMk id="215" creationId="{00000000-0000-0000-0000-000000000000}"/>
          </ac:spMkLst>
        </pc:spChg>
      </pc:sldChg>
      <pc:sldChg chg="addSp modSp add mod modAnim modNotesTx">
        <pc:chgData name="Owais Ahmed" userId="6abc7d4556b3b071" providerId="LiveId" clId="{53B1629A-A9A8-4EA5-BFC7-E33077932B5F}" dt="2023-03-13T08:24:04.259" v="6339" actId="20577"/>
        <pc:sldMkLst>
          <pc:docMk/>
          <pc:sldMk cId="140807305" sldId="2492"/>
        </pc:sldMkLst>
        <pc:spChg chg="mod">
          <ac:chgData name="Owais Ahmed" userId="6abc7d4556b3b071" providerId="LiveId" clId="{53B1629A-A9A8-4EA5-BFC7-E33077932B5F}" dt="2023-03-13T07:42:09.786" v="5092" actId="14100"/>
          <ac:spMkLst>
            <pc:docMk/>
            <pc:sldMk cId="140807305" sldId="2492"/>
            <ac:spMk id="3" creationId="{4A1C0383-58FE-E486-295E-B33B8683B938}"/>
          </ac:spMkLst>
        </pc:spChg>
        <pc:spChg chg="mod">
          <ac:chgData name="Owais Ahmed" userId="6abc7d4556b3b071" providerId="LiveId" clId="{53B1629A-A9A8-4EA5-BFC7-E33077932B5F}" dt="2023-03-13T07:06:55.397" v="3324" actId="20577"/>
          <ac:spMkLst>
            <pc:docMk/>
            <pc:sldMk cId="140807305" sldId="2492"/>
            <ac:spMk id="215" creationId="{00000000-0000-0000-0000-000000000000}"/>
          </ac:spMkLst>
        </pc:spChg>
        <pc:picChg chg="add mod">
          <ac:chgData name="Owais Ahmed" userId="6abc7d4556b3b071" providerId="LiveId" clId="{53B1629A-A9A8-4EA5-BFC7-E33077932B5F}" dt="2023-03-13T07:42:03.977" v="5091" actId="14100"/>
          <ac:picMkLst>
            <pc:docMk/>
            <pc:sldMk cId="140807305" sldId="2492"/>
            <ac:picMk id="2050" creationId="{D23B55AE-3A55-14E2-D08A-BF9450B71776}"/>
          </ac:picMkLst>
        </pc:picChg>
      </pc:sldChg>
      <pc:sldChg chg="del">
        <pc:chgData name="Owais Ahmed" userId="6abc7d4556b3b071" providerId="LiveId" clId="{53B1629A-A9A8-4EA5-BFC7-E33077932B5F}" dt="2023-03-13T06:25:37.812" v="3" actId="47"/>
        <pc:sldMkLst>
          <pc:docMk/>
          <pc:sldMk cId="332028716" sldId="2492"/>
        </pc:sldMkLst>
      </pc:sldChg>
      <pc:sldChg chg="modSp add mod modAnim modNotesTx">
        <pc:chgData name="Owais Ahmed" userId="6abc7d4556b3b071" providerId="LiveId" clId="{53B1629A-A9A8-4EA5-BFC7-E33077932B5F}" dt="2023-03-13T07:22:50.335" v="4374" actId="20577"/>
        <pc:sldMkLst>
          <pc:docMk/>
          <pc:sldMk cId="291289866" sldId="2493"/>
        </pc:sldMkLst>
        <pc:spChg chg="mod">
          <ac:chgData name="Owais Ahmed" userId="6abc7d4556b3b071" providerId="LiveId" clId="{53B1629A-A9A8-4EA5-BFC7-E33077932B5F}" dt="2023-03-13T07:22:50.335" v="4374" actId="20577"/>
          <ac:spMkLst>
            <pc:docMk/>
            <pc:sldMk cId="291289866" sldId="2493"/>
            <ac:spMk id="3" creationId="{4A1C0383-58FE-E486-295E-B33B8683B938}"/>
          </ac:spMkLst>
        </pc:spChg>
        <pc:spChg chg="mod">
          <ac:chgData name="Owais Ahmed" userId="6abc7d4556b3b071" providerId="LiveId" clId="{53B1629A-A9A8-4EA5-BFC7-E33077932B5F}" dt="2023-03-13T07:12:29.537" v="3783" actId="20577"/>
          <ac:spMkLst>
            <pc:docMk/>
            <pc:sldMk cId="291289866" sldId="2493"/>
            <ac:spMk id="215" creationId="{00000000-0000-0000-0000-000000000000}"/>
          </ac:spMkLst>
        </pc:spChg>
      </pc:sldChg>
      <pc:sldChg chg="modSp add mod modAnim modNotesTx">
        <pc:chgData name="Owais Ahmed" userId="6abc7d4556b3b071" providerId="LiveId" clId="{53B1629A-A9A8-4EA5-BFC7-E33077932B5F}" dt="2023-03-13T07:30:29.612" v="4966" actId="20577"/>
        <pc:sldMkLst>
          <pc:docMk/>
          <pc:sldMk cId="768229774" sldId="2494"/>
        </pc:sldMkLst>
        <pc:spChg chg="mod">
          <ac:chgData name="Owais Ahmed" userId="6abc7d4556b3b071" providerId="LiveId" clId="{53B1629A-A9A8-4EA5-BFC7-E33077932B5F}" dt="2023-03-13T07:27:38.568" v="4908" actId="20577"/>
          <ac:spMkLst>
            <pc:docMk/>
            <pc:sldMk cId="768229774" sldId="2494"/>
            <ac:spMk id="3" creationId="{4A1C0383-58FE-E486-295E-B33B8683B938}"/>
          </ac:spMkLst>
        </pc:spChg>
        <pc:spChg chg="mod">
          <ac:chgData name="Owais Ahmed" userId="6abc7d4556b3b071" providerId="LiveId" clId="{53B1629A-A9A8-4EA5-BFC7-E33077932B5F}" dt="2023-03-13T07:30:29.612" v="4966" actId="20577"/>
          <ac:spMkLst>
            <pc:docMk/>
            <pc:sldMk cId="768229774" sldId="2494"/>
            <ac:spMk id="215" creationId="{00000000-0000-0000-0000-000000000000}"/>
          </ac:spMkLst>
        </pc:spChg>
      </pc:sldChg>
      <pc:sldChg chg="modSp add mod modAnim">
        <pc:chgData name="Owais Ahmed" userId="6abc7d4556b3b071" providerId="LiveId" clId="{53B1629A-A9A8-4EA5-BFC7-E33077932B5F}" dt="2023-03-13T08:07:37.935" v="5885" actId="20577"/>
        <pc:sldMkLst>
          <pc:docMk/>
          <pc:sldMk cId="232042637" sldId="2495"/>
        </pc:sldMkLst>
        <pc:spChg chg="mod">
          <ac:chgData name="Owais Ahmed" userId="6abc7d4556b3b071" providerId="LiveId" clId="{53B1629A-A9A8-4EA5-BFC7-E33077932B5F}" dt="2023-03-13T08:07:37.935" v="5885" actId="20577"/>
          <ac:spMkLst>
            <pc:docMk/>
            <pc:sldMk cId="232042637" sldId="2495"/>
            <ac:spMk id="3" creationId="{4A1C0383-58FE-E486-295E-B33B8683B938}"/>
          </ac:spMkLst>
        </pc:spChg>
        <pc:spChg chg="mod">
          <ac:chgData name="Owais Ahmed" userId="6abc7d4556b3b071" providerId="LiveId" clId="{53B1629A-A9A8-4EA5-BFC7-E33077932B5F}" dt="2023-03-13T08:01:43.042" v="5550" actId="20577"/>
          <ac:spMkLst>
            <pc:docMk/>
            <pc:sldMk cId="232042637" sldId="2495"/>
            <ac:spMk id="215" creationId="{00000000-0000-0000-0000-000000000000}"/>
          </ac:spMkLst>
        </pc:spChg>
      </pc:sldChg>
      <pc:sldChg chg="delSp modSp add mod modAnim">
        <pc:chgData name="Owais Ahmed" userId="6abc7d4556b3b071" providerId="LiveId" clId="{53B1629A-A9A8-4EA5-BFC7-E33077932B5F}" dt="2023-03-13T07:50:36.905" v="5532" actId="20577"/>
        <pc:sldMkLst>
          <pc:docMk/>
          <pc:sldMk cId="3980957688" sldId="2496"/>
        </pc:sldMkLst>
        <pc:spChg chg="mod">
          <ac:chgData name="Owais Ahmed" userId="6abc7d4556b3b071" providerId="LiveId" clId="{53B1629A-A9A8-4EA5-BFC7-E33077932B5F}" dt="2023-03-13T07:50:36.905" v="5532" actId="20577"/>
          <ac:spMkLst>
            <pc:docMk/>
            <pc:sldMk cId="3980957688" sldId="2496"/>
            <ac:spMk id="3" creationId="{4A1C0383-58FE-E486-295E-B33B8683B938}"/>
          </ac:spMkLst>
        </pc:spChg>
        <pc:picChg chg="del">
          <ac:chgData name="Owais Ahmed" userId="6abc7d4556b3b071" providerId="LiveId" clId="{53B1629A-A9A8-4EA5-BFC7-E33077932B5F}" dt="2023-03-13T07:45:25.963" v="5094" actId="478"/>
          <ac:picMkLst>
            <pc:docMk/>
            <pc:sldMk cId="3980957688" sldId="2496"/>
            <ac:picMk id="2050" creationId="{D23B55AE-3A55-14E2-D08A-BF9450B71776}"/>
          </ac:picMkLst>
        </pc:picChg>
      </pc:sldChg>
      <pc:sldChg chg="del">
        <pc:chgData name="Owais Ahmed" userId="6abc7d4556b3b071" providerId="LiveId" clId="{53B1629A-A9A8-4EA5-BFC7-E33077932B5F}" dt="2023-03-13T06:25:38.741" v="6" actId="47"/>
        <pc:sldMkLst>
          <pc:docMk/>
          <pc:sldMk cId="4183735996" sldId="2496"/>
        </pc:sldMkLst>
      </pc:sldChg>
      <pc:sldChg chg="del">
        <pc:chgData name="Owais Ahmed" userId="6abc7d4556b3b071" providerId="LiveId" clId="{53B1629A-A9A8-4EA5-BFC7-E33077932B5F}" dt="2023-03-13T06:25:39.228" v="7" actId="47"/>
        <pc:sldMkLst>
          <pc:docMk/>
          <pc:sldMk cId="2021183974" sldId="2497"/>
        </pc:sldMkLst>
      </pc:sldChg>
      <pc:sldChg chg="modSp add mod modAnim modNotesTx">
        <pc:chgData name="Owais Ahmed" userId="6abc7d4556b3b071" providerId="LiveId" clId="{53B1629A-A9A8-4EA5-BFC7-E33077932B5F}" dt="2023-03-13T08:52:55.619" v="7780" actId="403"/>
        <pc:sldMkLst>
          <pc:docMk/>
          <pc:sldMk cId="3124922675" sldId="2497"/>
        </pc:sldMkLst>
        <pc:spChg chg="mod">
          <ac:chgData name="Owais Ahmed" userId="6abc7d4556b3b071" providerId="LiveId" clId="{53B1629A-A9A8-4EA5-BFC7-E33077932B5F}" dt="2023-03-13T08:52:55.619" v="7780" actId="403"/>
          <ac:spMkLst>
            <pc:docMk/>
            <pc:sldMk cId="3124922675" sldId="2497"/>
            <ac:spMk id="3" creationId="{4A1C0383-58FE-E486-295E-B33B8683B938}"/>
          </ac:spMkLst>
        </pc:spChg>
        <pc:spChg chg="mod">
          <ac:chgData name="Owais Ahmed" userId="6abc7d4556b3b071" providerId="LiveId" clId="{53B1629A-A9A8-4EA5-BFC7-E33077932B5F}" dt="2023-03-13T08:35:20.434" v="6347" actId="20577"/>
          <ac:spMkLst>
            <pc:docMk/>
            <pc:sldMk cId="3124922675" sldId="2497"/>
            <ac:spMk id="215" creationId="{00000000-0000-0000-0000-000000000000}"/>
          </ac:spMkLst>
        </pc:spChg>
      </pc:sldChg>
      <pc:sldChg chg="modSp add mod modAnim modNotesTx">
        <pc:chgData name="Owais Ahmed" userId="6abc7d4556b3b071" providerId="LiveId" clId="{53B1629A-A9A8-4EA5-BFC7-E33077932B5F}" dt="2023-03-13T08:58:53.791" v="8384" actId="20577"/>
        <pc:sldMkLst>
          <pc:docMk/>
          <pc:sldMk cId="2737715429" sldId="2498"/>
        </pc:sldMkLst>
        <pc:spChg chg="mod">
          <ac:chgData name="Owais Ahmed" userId="6abc7d4556b3b071" providerId="LiveId" clId="{53B1629A-A9A8-4EA5-BFC7-E33077932B5F}" dt="2023-03-13T08:58:53.791" v="8384" actId="20577"/>
          <ac:spMkLst>
            <pc:docMk/>
            <pc:sldMk cId="2737715429" sldId="2498"/>
            <ac:spMk id="3" creationId="{4A1C0383-58FE-E486-295E-B33B8683B938}"/>
          </ac:spMkLst>
        </pc:spChg>
        <pc:spChg chg="mod">
          <ac:chgData name="Owais Ahmed" userId="6abc7d4556b3b071" providerId="LiveId" clId="{53B1629A-A9A8-4EA5-BFC7-E33077932B5F}" dt="2023-03-13T08:52:44.264" v="7778" actId="20577"/>
          <ac:spMkLst>
            <pc:docMk/>
            <pc:sldMk cId="2737715429" sldId="2498"/>
            <ac:spMk id="215" creationId="{00000000-0000-0000-0000-000000000000}"/>
          </ac:spMkLst>
        </pc:spChg>
      </pc:sldChg>
      <pc:sldChg chg="modSp add mod modAnim modNotesTx">
        <pc:chgData name="Owais Ahmed" userId="6abc7d4556b3b071" providerId="LiveId" clId="{53B1629A-A9A8-4EA5-BFC7-E33077932B5F}" dt="2023-03-13T09:10:48.046" v="9010" actId="20577"/>
        <pc:sldMkLst>
          <pc:docMk/>
          <pc:sldMk cId="1701565530" sldId="2499"/>
        </pc:sldMkLst>
        <pc:spChg chg="mod">
          <ac:chgData name="Owais Ahmed" userId="6abc7d4556b3b071" providerId="LiveId" clId="{53B1629A-A9A8-4EA5-BFC7-E33077932B5F}" dt="2023-03-13T09:10:23.407" v="8909" actId="20577"/>
          <ac:spMkLst>
            <pc:docMk/>
            <pc:sldMk cId="1701565530" sldId="2499"/>
            <ac:spMk id="3" creationId="{4A1C0383-58FE-E486-295E-B33B8683B938}"/>
          </ac:spMkLst>
        </pc:spChg>
        <pc:spChg chg="mod">
          <ac:chgData name="Owais Ahmed" userId="6abc7d4556b3b071" providerId="LiveId" clId="{53B1629A-A9A8-4EA5-BFC7-E33077932B5F}" dt="2023-03-13T09:03:52.685" v="8395" actId="20577"/>
          <ac:spMkLst>
            <pc:docMk/>
            <pc:sldMk cId="1701565530" sldId="2499"/>
            <ac:spMk id="215" creationId="{00000000-0000-0000-0000-000000000000}"/>
          </ac:spMkLst>
        </pc:spChg>
      </pc:sldChg>
      <pc:sldChg chg="modSp add mod addAnim delAnim modAnim modNotesTx">
        <pc:chgData name="Owais Ahmed" userId="6abc7d4556b3b071" providerId="LiveId" clId="{53B1629A-A9A8-4EA5-BFC7-E33077932B5F}" dt="2023-03-13T09:26:50.189" v="10297" actId="27636"/>
        <pc:sldMkLst>
          <pc:docMk/>
          <pc:sldMk cId="98145820" sldId="2500"/>
        </pc:sldMkLst>
        <pc:spChg chg="mod">
          <ac:chgData name="Owais Ahmed" userId="6abc7d4556b3b071" providerId="LiveId" clId="{53B1629A-A9A8-4EA5-BFC7-E33077932B5F}" dt="2023-03-13T09:26:50.189" v="10297" actId="27636"/>
          <ac:spMkLst>
            <pc:docMk/>
            <pc:sldMk cId="98145820" sldId="2500"/>
            <ac:spMk id="3" creationId="{4A1C0383-58FE-E486-295E-B33B8683B938}"/>
          </ac:spMkLst>
        </pc:spChg>
        <pc:spChg chg="mod">
          <ac:chgData name="Owais Ahmed" userId="6abc7d4556b3b071" providerId="LiveId" clId="{53B1629A-A9A8-4EA5-BFC7-E33077932B5F}" dt="2023-03-13T09:22:58.961" v="9960" actId="20577"/>
          <ac:spMkLst>
            <pc:docMk/>
            <pc:sldMk cId="98145820" sldId="2500"/>
            <ac:spMk id="215" creationId="{00000000-0000-0000-0000-000000000000}"/>
          </ac:spMkLst>
        </pc:spChg>
      </pc:sldChg>
      <pc:sldChg chg="del">
        <pc:chgData name="Owais Ahmed" userId="6abc7d4556b3b071" providerId="LiveId" clId="{53B1629A-A9A8-4EA5-BFC7-E33077932B5F}" dt="2023-03-13T06:25:38.161" v="5" actId="47"/>
        <pc:sldMkLst>
          <pc:docMk/>
          <pc:sldMk cId="910229267" sldId="2500"/>
        </pc:sldMkLst>
      </pc:sldChg>
      <pc:sldChg chg="add del">
        <pc:chgData name="Owais Ahmed" userId="6abc7d4556b3b071" providerId="LiveId" clId="{53B1629A-A9A8-4EA5-BFC7-E33077932B5F}" dt="2023-03-13T09:11:47.935" v="9012" actId="2890"/>
        <pc:sldMkLst>
          <pc:docMk/>
          <pc:sldMk cId="2494837473" sldId="2500"/>
        </pc:sldMkLst>
      </pc:sldChg>
      <pc:sldChg chg="modSp add mod modAnim modNotesTx">
        <pc:chgData name="Owais Ahmed" userId="6abc7d4556b3b071" providerId="LiveId" clId="{53B1629A-A9A8-4EA5-BFC7-E33077932B5F}" dt="2023-03-13T09:30:25.170" v="10669" actId="404"/>
        <pc:sldMkLst>
          <pc:docMk/>
          <pc:sldMk cId="349804789" sldId="2501"/>
        </pc:sldMkLst>
        <pc:spChg chg="mod">
          <ac:chgData name="Owais Ahmed" userId="6abc7d4556b3b071" providerId="LiveId" clId="{53B1629A-A9A8-4EA5-BFC7-E33077932B5F}" dt="2023-03-13T09:30:25.170" v="10669" actId="404"/>
          <ac:spMkLst>
            <pc:docMk/>
            <pc:sldMk cId="349804789" sldId="2501"/>
            <ac:spMk id="3" creationId="{4A1C0383-58FE-E486-295E-B33B8683B938}"/>
          </ac:spMkLst>
        </pc:spChg>
      </pc:sldChg>
      <pc:sldChg chg="del">
        <pc:chgData name="Owais Ahmed" userId="6abc7d4556b3b071" providerId="LiveId" clId="{53B1629A-A9A8-4EA5-BFC7-E33077932B5F}" dt="2023-03-13T06:25:37.987" v="4" actId="47"/>
        <pc:sldMkLst>
          <pc:docMk/>
          <pc:sldMk cId="1990280332" sldId="2501"/>
        </pc:sldMkLst>
      </pc:sldChg>
      <pc:sldChg chg="modSp add mod modAnim modNotesTx">
        <pc:chgData name="Owais Ahmed" userId="6abc7d4556b3b071" providerId="LiveId" clId="{53B1629A-A9A8-4EA5-BFC7-E33077932B5F}" dt="2023-03-13T10:06:29.183" v="11806" actId="20577"/>
        <pc:sldMkLst>
          <pc:docMk/>
          <pc:sldMk cId="366950723" sldId="2502"/>
        </pc:sldMkLst>
        <pc:spChg chg="mod">
          <ac:chgData name="Owais Ahmed" userId="6abc7d4556b3b071" providerId="LiveId" clId="{53B1629A-A9A8-4EA5-BFC7-E33077932B5F}" dt="2023-03-13T10:04:40.708" v="11603" actId="20577"/>
          <ac:spMkLst>
            <pc:docMk/>
            <pc:sldMk cId="366950723" sldId="2502"/>
            <ac:spMk id="3" creationId="{4A1C0383-58FE-E486-295E-B33B8683B938}"/>
          </ac:spMkLst>
        </pc:spChg>
      </pc:sldChg>
      <pc:sldChg chg="del">
        <pc:chgData name="Owais Ahmed" userId="6abc7d4556b3b071" providerId="LiveId" clId="{53B1629A-A9A8-4EA5-BFC7-E33077932B5F}" dt="2023-03-13T06:25:40.193" v="8" actId="47"/>
        <pc:sldMkLst>
          <pc:docMk/>
          <pc:sldMk cId="2738020370" sldId="2502"/>
        </pc:sldMkLst>
      </pc:sldChg>
      <pc:sldChg chg="modSp add mod modAnim modNotesTx">
        <pc:chgData name="Owais Ahmed" userId="6abc7d4556b3b071" providerId="LiveId" clId="{53B1629A-A9A8-4EA5-BFC7-E33077932B5F}" dt="2023-03-13T10:12:51.586" v="12526" actId="20577"/>
        <pc:sldMkLst>
          <pc:docMk/>
          <pc:sldMk cId="465789078" sldId="2503"/>
        </pc:sldMkLst>
        <pc:spChg chg="mod">
          <ac:chgData name="Owais Ahmed" userId="6abc7d4556b3b071" providerId="LiveId" clId="{53B1629A-A9A8-4EA5-BFC7-E33077932B5F}" dt="2023-03-13T10:12:51.586" v="12526" actId="20577"/>
          <ac:spMkLst>
            <pc:docMk/>
            <pc:sldMk cId="465789078" sldId="2503"/>
            <ac:spMk id="3" creationId="{4A1C0383-58FE-E486-295E-B33B8683B938}"/>
          </ac:spMkLst>
        </pc:spChg>
        <pc:spChg chg="mod">
          <ac:chgData name="Owais Ahmed" userId="6abc7d4556b3b071" providerId="LiveId" clId="{53B1629A-A9A8-4EA5-BFC7-E33077932B5F}" dt="2023-03-13T10:07:35.758" v="11824" actId="20577"/>
          <ac:spMkLst>
            <pc:docMk/>
            <pc:sldMk cId="465789078" sldId="2503"/>
            <ac:spMk id="215" creationId="{00000000-0000-0000-0000-000000000000}"/>
          </ac:spMkLst>
        </pc:spChg>
      </pc:sldChg>
      <pc:sldChg chg="del">
        <pc:chgData name="Owais Ahmed" userId="6abc7d4556b3b071" providerId="LiveId" clId="{53B1629A-A9A8-4EA5-BFC7-E33077932B5F}" dt="2023-03-13T06:25:41.751" v="9" actId="47"/>
        <pc:sldMkLst>
          <pc:docMk/>
          <pc:sldMk cId="1306189836" sldId="2503"/>
        </pc:sldMkLst>
      </pc:sldChg>
      <pc:sldChg chg="modSp add mod modAnim modNotesTx">
        <pc:chgData name="Owais Ahmed" userId="6abc7d4556b3b071" providerId="LiveId" clId="{53B1629A-A9A8-4EA5-BFC7-E33077932B5F}" dt="2023-03-13T10:21:37.602" v="13434" actId="20577"/>
        <pc:sldMkLst>
          <pc:docMk/>
          <pc:sldMk cId="4099730819" sldId="2504"/>
        </pc:sldMkLst>
        <pc:spChg chg="mod">
          <ac:chgData name="Owais Ahmed" userId="6abc7d4556b3b071" providerId="LiveId" clId="{53B1629A-A9A8-4EA5-BFC7-E33077932B5F}" dt="2023-03-13T10:21:37.602" v="13434" actId="20577"/>
          <ac:spMkLst>
            <pc:docMk/>
            <pc:sldMk cId="4099730819" sldId="2504"/>
            <ac:spMk id="3" creationId="{4A1C0383-58FE-E486-295E-B33B8683B938}"/>
          </ac:spMkLst>
        </pc:spChg>
      </pc:sldChg>
      <pc:sldChg chg="add del">
        <pc:chgData name="Owais Ahmed" userId="6abc7d4556b3b071" providerId="LiveId" clId="{53B1629A-A9A8-4EA5-BFC7-E33077932B5F}" dt="2023-03-13T10:18:11.279" v="12981" actId="2890"/>
        <pc:sldMkLst>
          <pc:docMk/>
          <pc:sldMk cId="3109491806" sldId="2505"/>
        </pc:sldMkLst>
      </pc:sldChg>
      <pc:sldMasterChg chg="delSldLayout">
        <pc:chgData name="Owais Ahmed" userId="6abc7d4556b3b071" providerId="LiveId" clId="{53B1629A-A9A8-4EA5-BFC7-E33077932B5F}" dt="2023-03-13T06:25:36.584" v="0" actId="47"/>
        <pc:sldMasterMkLst>
          <pc:docMk/>
          <pc:sldMasterMk cId="692820" sldId="2147483648"/>
        </pc:sldMasterMkLst>
        <pc:sldLayoutChg chg="del">
          <pc:chgData name="Owais Ahmed" userId="6abc7d4556b3b071" providerId="LiveId" clId="{53B1629A-A9A8-4EA5-BFC7-E33077932B5F}" dt="2023-03-13T06:25:36.584" v="0" actId="47"/>
          <pc:sldLayoutMkLst>
            <pc:docMk/>
            <pc:sldMasterMk cId="692820" sldId="2147483648"/>
            <pc:sldLayoutMk cId="561853196" sldId="2147483682"/>
          </pc:sldLayoutMkLst>
        </pc:sldLayoutChg>
      </pc:sldMasterChg>
    </pc:docChg>
  </pc:docChgLst>
  <pc:docChgLst>
    <pc:chgData name="Owais Ahmed" userId="6abc7d4556b3b071" providerId="LiveId" clId="{7A2E326C-3728-4F4E-962A-C55BA8FCDEE3}"/>
    <pc:docChg chg="undo custSel addSld delSld modSld sldOrd">
      <pc:chgData name="Owais Ahmed" userId="6abc7d4556b3b071" providerId="LiveId" clId="{7A2E326C-3728-4F4E-962A-C55BA8FCDEE3}" dt="2023-03-14T10:02:41.932" v="5722" actId="20577"/>
      <pc:docMkLst>
        <pc:docMk/>
      </pc:docMkLst>
      <pc:sldChg chg="modSp mod">
        <pc:chgData name="Owais Ahmed" userId="6abc7d4556b3b071" providerId="LiveId" clId="{7A2E326C-3728-4F4E-962A-C55BA8FCDEE3}" dt="2023-03-14T08:55:57.593" v="2358" actId="20577"/>
        <pc:sldMkLst>
          <pc:docMk/>
          <pc:sldMk cId="1649098948" sldId="2462"/>
        </pc:sldMkLst>
        <pc:spChg chg="mod">
          <ac:chgData name="Owais Ahmed" userId="6abc7d4556b3b071" providerId="LiveId" clId="{7A2E326C-3728-4F4E-962A-C55BA8FCDEE3}" dt="2023-03-14T08:55:57.593" v="2358" actId="20577"/>
          <ac:spMkLst>
            <pc:docMk/>
            <pc:sldMk cId="1649098948" sldId="2462"/>
            <ac:spMk id="6" creationId="{F3C89A40-EEAA-43AB-9A3A-B2CFDE450F1B}"/>
          </ac:spMkLst>
        </pc:spChg>
      </pc:sldChg>
      <pc:sldChg chg="del">
        <pc:chgData name="Owais Ahmed" userId="6abc7d4556b3b071" providerId="LiveId" clId="{7A2E326C-3728-4F4E-962A-C55BA8FCDEE3}" dt="2023-03-14T08:08:31.898" v="67" actId="47"/>
        <pc:sldMkLst>
          <pc:docMk/>
          <pc:sldMk cId="2426892836" sldId="2485"/>
        </pc:sldMkLst>
      </pc:sldChg>
      <pc:sldChg chg="del">
        <pc:chgData name="Owais Ahmed" userId="6abc7d4556b3b071" providerId="LiveId" clId="{7A2E326C-3728-4F4E-962A-C55BA8FCDEE3}" dt="2023-03-14T08:08:31.648" v="66" actId="47"/>
        <pc:sldMkLst>
          <pc:docMk/>
          <pc:sldMk cId="2564503825" sldId="2486"/>
        </pc:sldMkLst>
      </pc:sldChg>
      <pc:sldChg chg="del">
        <pc:chgData name="Owais Ahmed" userId="6abc7d4556b3b071" providerId="LiveId" clId="{7A2E326C-3728-4F4E-962A-C55BA8FCDEE3}" dt="2023-03-14T08:08:32.130" v="68" actId="47"/>
        <pc:sldMkLst>
          <pc:docMk/>
          <pc:sldMk cId="4176642933" sldId="2487"/>
        </pc:sldMkLst>
      </pc:sldChg>
      <pc:sldChg chg="del">
        <pc:chgData name="Owais Ahmed" userId="6abc7d4556b3b071" providerId="LiveId" clId="{7A2E326C-3728-4F4E-962A-C55BA8FCDEE3}" dt="2023-03-14T08:08:32.736" v="69" actId="47"/>
        <pc:sldMkLst>
          <pc:docMk/>
          <pc:sldMk cId="4039704136" sldId="2488"/>
        </pc:sldMkLst>
      </pc:sldChg>
      <pc:sldChg chg="del">
        <pc:chgData name="Owais Ahmed" userId="6abc7d4556b3b071" providerId="LiveId" clId="{7A2E326C-3728-4F4E-962A-C55BA8FCDEE3}" dt="2023-03-14T08:08:33.891" v="70" actId="47"/>
        <pc:sldMkLst>
          <pc:docMk/>
          <pc:sldMk cId="3325262481" sldId="2489"/>
        </pc:sldMkLst>
      </pc:sldChg>
      <pc:sldChg chg="modSp mod ord modAnim modNotesTx">
        <pc:chgData name="Owais Ahmed" userId="6abc7d4556b3b071" providerId="LiveId" clId="{7A2E326C-3728-4F4E-962A-C55BA8FCDEE3}" dt="2023-03-14T09:03:41.655" v="3128" actId="20577"/>
        <pc:sldMkLst>
          <pc:docMk/>
          <pc:sldMk cId="2171066017" sldId="2490"/>
        </pc:sldMkLst>
        <pc:spChg chg="mod">
          <ac:chgData name="Owais Ahmed" userId="6abc7d4556b3b071" providerId="LiveId" clId="{7A2E326C-3728-4F4E-962A-C55BA8FCDEE3}" dt="2023-03-14T09:02:50.209" v="3016" actId="20577"/>
          <ac:spMkLst>
            <pc:docMk/>
            <pc:sldMk cId="2171066017" sldId="2490"/>
            <ac:spMk id="3" creationId="{4A1C0383-58FE-E486-295E-B33B8683B938}"/>
          </ac:spMkLst>
        </pc:spChg>
        <pc:spChg chg="mod">
          <ac:chgData name="Owais Ahmed" userId="6abc7d4556b3b071" providerId="LiveId" clId="{7A2E326C-3728-4F4E-962A-C55BA8FCDEE3}" dt="2023-03-14T08:09:26.937" v="168" actId="20577"/>
          <ac:spMkLst>
            <pc:docMk/>
            <pc:sldMk cId="2171066017" sldId="2490"/>
            <ac:spMk id="215" creationId="{00000000-0000-0000-0000-000000000000}"/>
          </ac:spMkLst>
        </pc:spChg>
      </pc:sldChg>
      <pc:sldChg chg="modSp add mod modAnim modNotesTx">
        <pc:chgData name="Owais Ahmed" userId="6abc7d4556b3b071" providerId="LiveId" clId="{7A2E326C-3728-4F4E-962A-C55BA8FCDEE3}" dt="2023-03-14T08:21:00.539" v="1181" actId="20577"/>
        <pc:sldMkLst>
          <pc:docMk/>
          <pc:sldMk cId="1034671824" sldId="2491"/>
        </pc:sldMkLst>
        <pc:spChg chg="mod">
          <ac:chgData name="Owais Ahmed" userId="6abc7d4556b3b071" providerId="LiveId" clId="{7A2E326C-3728-4F4E-962A-C55BA8FCDEE3}" dt="2023-03-14T08:21:00.539" v="1181" actId="20577"/>
          <ac:spMkLst>
            <pc:docMk/>
            <pc:sldMk cId="1034671824" sldId="2491"/>
            <ac:spMk id="3" creationId="{4A1C0383-58FE-E486-295E-B33B8683B938}"/>
          </ac:spMkLst>
        </pc:spChg>
        <pc:spChg chg="mod">
          <ac:chgData name="Owais Ahmed" userId="6abc7d4556b3b071" providerId="LiveId" clId="{7A2E326C-3728-4F4E-962A-C55BA8FCDEE3}" dt="2023-03-14T08:15:37.246" v="689" actId="20577"/>
          <ac:spMkLst>
            <pc:docMk/>
            <pc:sldMk cId="1034671824" sldId="2491"/>
            <ac:spMk id="215" creationId="{00000000-0000-0000-0000-000000000000}"/>
          </ac:spMkLst>
        </pc:spChg>
      </pc:sldChg>
      <pc:sldChg chg="del">
        <pc:chgData name="Owais Ahmed" userId="6abc7d4556b3b071" providerId="LiveId" clId="{7A2E326C-3728-4F4E-962A-C55BA8FCDEE3}" dt="2023-03-14T08:08:35.844" v="71" actId="47"/>
        <pc:sldMkLst>
          <pc:docMk/>
          <pc:sldMk cId="3542561392" sldId="2491"/>
        </pc:sldMkLst>
      </pc:sldChg>
      <pc:sldChg chg="del">
        <pc:chgData name="Owais Ahmed" userId="6abc7d4556b3b071" providerId="LiveId" clId="{7A2E326C-3728-4F4E-962A-C55BA8FCDEE3}" dt="2023-03-14T08:08:36.060" v="72" actId="47"/>
        <pc:sldMkLst>
          <pc:docMk/>
          <pc:sldMk cId="140807305" sldId="2492"/>
        </pc:sldMkLst>
      </pc:sldChg>
      <pc:sldChg chg="modSp add mod ord modAnim">
        <pc:chgData name="Owais Ahmed" userId="6abc7d4556b3b071" providerId="LiveId" clId="{7A2E326C-3728-4F4E-962A-C55BA8FCDEE3}" dt="2023-03-14T08:30:27.433" v="1592" actId="27636"/>
        <pc:sldMkLst>
          <pc:docMk/>
          <pc:sldMk cId="536030068" sldId="2492"/>
        </pc:sldMkLst>
        <pc:spChg chg="mod">
          <ac:chgData name="Owais Ahmed" userId="6abc7d4556b3b071" providerId="LiveId" clId="{7A2E326C-3728-4F4E-962A-C55BA8FCDEE3}" dt="2023-03-14T08:30:27.433" v="1592" actId="27636"/>
          <ac:spMkLst>
            <pc:docMk/>
            <pc:sldMk cId="536030068" sldId="2492"/>
            <ac:spMk id="3" creationId="{4A1C0383-58FE-E486-295E-B33B8683B938}"/>
          </ac:spMkLst>
        </pc:spChg>
        <pc:spChg chg="mod">
          <ac:chgData name="Owais Ahmed" userId="6abc7d4556b3b071" providerId="LiveId" clId="{7A2E326C-3728-4F4E-962A-C55BA8FCDEE3}" dt="2023-03-14T08:23:33.966" v="1217" actId="20577"/>
          <ac:spMkLst>
            <pc:docMk/>
            <pc:sldMk cId="536030068" sldId="2492"/>
            <ac:spMk id="215" creationId="{00000000-0000-0000-0000-000000000000}"/>
          </ac:spMkLst>
        </pc:spChg>
      </pc:sldChg>
      <pc:sldChg chg="del">
        <pc:chgData name="Owais Ahmed" userId="6abc7d4556b3b071" providerId="LiveId" clId="{7A2E326C-3728-4F4E-962A-C55BA8FCDEE3}" dt="2023-03-14T08:08:37.425" v="75" actId="47"/>
        <pc:sldMkLst>
          <pc:docMk/>
          <pc:sldMk cId="291289866" sldId="2493"/>
        </pc:sldMkLst>
      </pc:sldChg>
      <pc:sldChg chg="modSp add mod ord modAnim modNotesTx">
        <pc:chgData name="Owais Ahmed" userId="6abc7d4556b3b071" providerId="LiveId" clId="{7A2E326C-3728-4F4E-962A-C55BA8FCDEE3}" dt="2023-03-14T08:55:41.968" v="2327" actId="20577"/>
        <pc:sldMkLst>
          <pc:docMk/>
          <pc:sldMk cId="1385104569" sldId="2493"/>
        </pc:sldMkLst>
        <pc:spChg chg="mod">
          <ac:chgData name="Owais Ahmed" userId="6abc7d4556b3b071" providerId="LiveId" clId="{7A2E326C-3728-4F4E-962A-C55BA8FCDEE3}" dt="2023-03-14T08:52:20.531" v="2259" actId="20577"/>
          <ac:spMkLst>
            <pc:docMk/>
            <pc:sldMk cId="1385104569" sldId="2493"/>
            <ac:spMk id="3" creationId="{4A1C0383-58FE-E486-295E-B33B8683B938}"/>
          </ac:spMkLst>
        </pc:spChg>
        <pc:spChg chg="mod">
          <ac:chgData name="Owais Ahmed" userId="6abc7d4556b3b071" providerId="LiveId" clId="{7A2E326C-3728-4F4E-962A-C55BA8FCDEE3}" dt="2023-03-14T08:55:41.968" v="2327" actId="20577"/>
          <ac:spMkLst>
            <pc:docMk/>
            <pc:sldMk cId="1385104569" sldId="2493"/>
            <ac:spMk id="215" creationId="{00000000-0000-0000-0000-000000000000}"/>
          </ac:spMkLst>
        </pc:spChg>
      </pc:sldChg>
      <pc:sldChg chg="del">
        <pc:chgData name="Owais Ahmed" userId="6abc7d4556b3b071" providerId="LiveId" clId="{7A2E326C-3728-4F4E-962A-C55BA8FCDEE3}" dt="2023-03-14T08:08:38.043" v="78" actId="47"/>
        <pc:sldMkLst>
          <pc:docMk/>
          <pc:sldMk cId="768229774" sldId="2494"/>
        </pc:sldMkLst>
      </pc:sldChg>
      <pc:sldChg chg="add del">
        <pc:chgData name="Owais Ahmed" userId="6abc7d4556b3b071" providerId="LiveId" clId="{7A2E326C-3728-4F4E-962A-C55BA8FCDEE3}" dt="2023-03-14T08:58:46.348" v="2586" actId="2890"/>
        <pc:sldMkLst>
          <pc:docMk/>
          <pc:sldMk cId="1268028680" sldId="2494"/>
        </pc:sldMkLst>
      </pc:sldChg>
      <pc:sldChg chg="modSp add mod ord modAnim">
        <pc:chgData name="Owais Ahmed" userId="6abc7d4556b3b071" providerId="LiveId" clId="{7A2E326C-3728-4F4E-962A-C55BA8FCDEE3}" dt="2023-03-14T09:33:16.316" v="4057" actId="20577"/>
        <pc:sldMkLst>
          <pc:docMk/>
          <pc:sldMk cId="3703529031" sldId="2494"/>
        </pc:sldMkLst>
        <pc:spChg chg="mod">
          <ac:chgData name="Owais Ahmed" userId="6abc7d4556b3b071" providerId="LiveId" clId="{7A2E326C-3728-4F4E-962A-C55BA8FCDEE3}" dt="2023-03-14T09:33:16.316" v="4057" actId="20577"/>
          <ac:spMkLst>
            <pc:docMk/>
            <pc:sldMk cId="3703529031" sldId="2494"/>
            <ac:spMk id="3" creationId="{4A1C0383-58FE-E486-295E-B33B8683B938}"/>
          </ac:spMkLst>
        </pc:spChg>
        <pc:spChg chg="mod">
          <ac:chgData name="Owais Ahmed" userId="6abc7d4556b3b071" providerId="LiveId" clId="{7A2E326C-3728-4F4E-962A-C55BA8FCDEE3}" dt="2023-03-14T09:02:31.908" v="2965" actId="20577"/>
          <ac:spMkLst>
            <pc:docMk/>
            <pc:sldMk cId="3703529031" sldId="2494"/>
            <ac:spMk id="215" creationId="{00000000-0000-0000-0000-000000000000}"/>
          </ac:spMkLst>
        </pc:spChg>
      </pc:sldChg>
      <pc:sldChg chg="del">
        <pc:chgData name="Owais Ahmed" userId="6abc7d4556b3b071" providerId="LiveId" clId="{7A2E326C-3728-4F4E-962A-C55BA8FCDEE3}" dt="2023-03-14T08:08:38.285" v="79" actId="47"/>
        <pc:sldMkLst>
          <pc:docMk/>
          <pc:sldMk cId="232042637" sldId="2495"/>
        </pc:sldMkLst>
      </pc:sldChg>
      <pc:sldChg chg="modSp add mod modAnim modNotesTx">
        <pc:chgData name="Owais Ahmed" userId="6abc7d4556b3b071" providerId="LiveId" clId="{7A2E326C-3728-4F4E-962A-C55BA8FCDEE3}" dt="2023-03-14T09:52:40.543" v="4697" actId="20577"/>
        <pc:sldMkLst>
          <pc:docMk/>
          <pc:sldMk cId="1437269240" sldId="2495"/>
        </pc:sldMkLst>
        <pc:spChg chg="mod">
          <ac:chgData name="Owais Ahmed" userId="6abc7d4556b3b071" providerId="LiveId" clId="{7A2E326C-3728-4F4E-962A-C55BA8FCDEE3}" dt="2023-03-14T09:52:40.543" v="4697" actId="20577"/>
          <ac:spMkLst>
            <pc:docMk/>
            <pc:sldMk cId="1437269240" sldId="2495"/>
            <ac:spMk id="3" creationId="{4A1C0383-58FE-E486-295E-B33B8683B938}"/>
          </ac:spMkLst>
        </pc:spChg>
      </pc:sldChg>
      <pc:sldChg chg="new del">
        <pc:chgData name="Owais Ahmed" userId="6abc7d4556b3b071" providerId="LiveId" clId="{7A2E326C-3728-4F4E-962A-C55BA8FCDEE3}" dt="2023-03-14T09:01:03.883" v="2891" actId="680"/>
        <pc:sldMkLst>
          <pc:docMk/>
          <pc:sldMk cId="2318419270" sldId="2495"/>
        </pc:sldMkLst>
      </pc:sldChg>
      <pc:sldChg chg="modSp add mod modAnim modNotesTx">
        <pc:chgData name="Owais Ahmed" userId="6abc7d4556b3b071" providerId="LiveId" clId="{7A2E326C-3728-4F4E-962A-C55BA8FCDEE3}" dt="2023-03-14T10:02:41.932" v="5722" actId="20577"/>
        <pc:sldMkLst>
          <pc:docMk/>
          <pc:sldMk cId="3627983074" sldId="2496"/>
        </pc:sldMkLst>
        <pc:spChg chg="mod">
          <ac:chgData name="Owais Ahmed" userId="6abc7d4556b3b071" providerId="LiveId" clId="{7A2E326C-3728-4F4E-962A-C55BA8FCDEE3}" dt="2023-03-14T10:02:41.932" v="5722" actId="20577"/>
          <ac:spMkLst>
            <pc:docMk/>
            <pc:sldMk cId="3627983074" sldId="2496"/>
            <ac:spMk id="3" creationId="{4A1C0383-58FE-E486-295E-B33B8683B938}"/>
          </ac:spMkLst>
        </pc:spChg>
      </pc:sldChg>
      <pc:sldChg chg="del">
        <pc:chgData name="Owais Ahmed" userId="6abc7d4556b3b071" providerId="LiveId" clId="{7A2E326C-3728-4F4E-962A-C55BA8FCDEE3}" dt="2023-03-14T08:08:36.354" v="73" actId="47"/>
        <pc:sldMkLst>
          <pc:docMk/>
          <pc:sldMk cId="3980957688" sldId="2496"/>
        </pc:sldMkLst>
      </pc:sldChg>
      <pc:sldChg chg="del">
        <pc:chgData name="Owais Ahmed" userId="6abc7d4556b3b071" providerId="LiveId" clId="{7A2E326C-3728-4F4E-962A-C55BA8FCDEE3}" dt="2023-03-14T08:08:37.612" v="76" actId="47"/>
        <pc:sldMkLst>
          <pc:docMk/>
          <pc:sldMk cId="3124922675" sldId="2497"/>
        </pc:sldMkLst>
      </pc:sldChg>
      <pc:sldChg chg="del">
        <pc:chgData name="Owais Ahmed" userId="6abc7d4556b3b071" providerId="LiveId" clId="{7A2E326C-3728-4F4E-962A-C55BA8FCDEE3}" dt="2023-03-14T08:08:37.789" v="77" actId="47"/>
        <pc:sldMkLst>
          <pc:docMk/>
          <pc:sldMk cId="2737715429" sldId="2498"/>
        </pc:sldMkLst>
      </pc:sldChg>
      <pc:sldChg chg="del">
        <pc:chgData name="Owais Ahmed" userId="6abc7d4556b3b071" providerId="LiveId" clId="{7A2E326C-3728-4F4E-962A-C55BA8FCDEE3}" dt="2023-03-14T08:08:37.223" v="74" actId="47"/>
        <pc:sldMkLst>
          <pc:docMk/>
          <pc:sldMk cId="1701565530" sldId="2499"/>
        </pc:sldMkLst>
      </pc:sldChg>
      <pc:sldChg chg="del">
        <pc:chgData name="Owais Ahmed" userId="6abc7d4556b3b071" providerId="LiveId" clId="{7A2E326C-3728-4F4E-962A-C55BA8FCDEE3}" dt="2023-03-14T08:08:38.529" v="80" actId="47"/>
        <pc:sldMkLst>
          <pc:docMk/>
          <pc:sldMk cId="98145820" sldId="2500"/>
        </pc:sldMkLst>
      </pc:sldChg>
      <pc:sldChg chg="del">
        <pc:chgData name="Owais Ahmed" userId="6abc7d4556b3b071" providerId="LiveId" clId="{7A2E326C-3728-4F4E-962A-C55BA8FCDEE3}" dt="2023-03-14T08:08:40.399" v="81" actId="47"/>
        <pc:sldMkLst>
          <pc:docMk/>
          <pc:sldMk cId="349804789" sldId="2501"/>
        </pc:sldMkLst>
      </pc:sldChg>
      <pc:sldChg chg="del">
        <pc:chgData name="Owais Ahmed" userId="6abc7d4556b3b071" providerId="LiveId" clId="{7A2E326C-3728-4F4E-962A-C55BA8FCDEE3}" dt="2023-03-14T08:08:41.244" v="82" actId="47"/>
        <pc:sldMkLst>
          <pc:docMk/>
          <pc:sldMk cId="366950723" sldId="2502"/>
        </pc:sldMkLst>
      </pc:sldChg>
      <pc:sldChg chg="del">
        <pc:chgData name="Owais Ahmed" userId="6abc7d4556b3b071" providerId="LiveId" clId="{7A2E326C-3728-4F4E-962A-C55BA8FCDEE3}" dt="2023-03-14T08:08:42.509" v="83" actId="47"/>
        <pc:sldMkLst>
          <pc:docMk/>
          <pc:sldMk cId="465789078" sldId="2503"/>
        </pc:sldMkLst>
      </pc:sldChg>
      <pc:sldChg chg="del">
        <pc:chgData name="Owais Ahmed" userId="6abc7d4556b3b071" providerId="LiveId" clId="{7A2E326C-3728-4F4E-962A-C55BA8FCDEE3}" dt="2023-03-14T08:08:43.518" v="84" actId="47"/>
        <pc:sldMkLst>
          <pc:docMk/>
          <pc:sldMk cId="4099730819" sldId="2504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CDA54B0-B6CA-42AB-9F68-AE25B485F9C3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AFEFB673-03F7-4EE9-8720-4569026087A5}">
      <dgm:prSet custT="1"/>
      <dgm:spPr/>
      <dgm:t>
        <a:bodyPr/>
        <a:lstStyle/>
        <a:p>
          <a:r>
            <a:rPr lang="en-US" sz="1600"/>
            <a:t>Client asks a feature on email</a:t>
          </a:r>
        </a:p>
      </dgm:t>
    </dgm:pt>
    <dgm:pt modelId="{11B752B9-2C8E-48DF-9834-833EB40C4F51}" type="parTrans" cxnId="{D91BBA7B-9152-4E22-8924-BF73BA23D0EE}">
      <dgm:prSet/>
      <dgm:spPr/>
      <dgm:t>
        <a:bodyPr/>
        <a:lstStyle/>
        <a:p>
          <a:endParaRPr lang="en-US" sz="2000"/>
        </a:p>
      </dgm:t>
    </dgm:pt>
    <dgm:pt modelId="{50F441E1-6A7A-4693-A171-6B98761E91E7}" type="sibTrans" cxnId="{D91BBA7B-9152-4E22-8924-BF73BA23D0EE}">
      <dgm:prSet custT="1"/>
      <dgm:spPr/>
      <dgm:t>
        <a:bodyPr/>
        <a:lstStyle/>
        <a:p>
          <a:endParaRPr lang="en-US" sz="600"/>
        </a:p>
      </dgm:t>
    </dgm:pt>
    <dgm:pt modelId="{30CB2A05-9EC7-417B-9D70-CA95C99F4678}">
      <dgm:prSet custT="1"/>
      <dgm:spPr/>
      <dgm:t>
        <a:bodyPr/>
        <a:lstStyle/>
        <a:p>
          <a:r>
            <a:rPr lang="en-US" sz="1600"/>
            <a:t>Business analyst performs analysis, and the feature is approved</a:t>
          </a:r>
        </a:p>
      </dgm:t>
    </dgm:pt>
    <dgm:pt modelId="{4C2B37F4-D98E-4660-B87C-A890E7751B9E}" type="parTrans" cxnId="{1B7FA9A5-3ED5-4B74-960B-49921FCBE0F9}">
      <dgm:prSet/>
      <dgm:spPr/>
      <dgm:t>
        <a:bodyPr/>
        <a:lstStyle/>
        <a:p>
          <a:endParaRPr lang="en-US" sz="2000"/>
        </a:p>
      </dgm:t>
    </dgm:pt>
    <dgm:pt modelId="{156636E1-702B-4536-8208-9693298689C3}" type="sibTrans" cxnId="{1B7FA9A5-3ED5-4B74-960B-49921FCBE0F9}">
      <dgm:prSet custT="1"/>
      <dgm:spPr/>
      <dgm:t>
        <a:bodyPr/>
        <a:lstStyle/>
        <a:p>
          <a:endParaRPr lang="en-US" sz="600"/>
        </a:p>
      </dgm:t>
    </dgm:pt>
    <dgm:pt modelId="{1B1E6600-DF77-4F50-A868-ED3DC6D3C846}">
      <dgm:prSet custT="1"/>
      <dgm:spPr/>
      <dgm:t>
        <a:bodyPr/>
        <a:lstStyle/>
        <a:p>
          <a:r>
            <a:rPr lang="en-US" sz="1600"/>
            <a:t>Client creates a ticket on Jira</a:t>
          </a:r>
        </a:p>
      </dgm:t>
    </dgm:pt>
    <dgm:pt modelId="{D19334CD-EB0A-4087-BFA9-21F031E3B711}" type="parTrans" cxnId="{DBC36954-D604-4DC4-864C-8BAD0922312F}">
      <dgm:prSet/>
      <dgm:spPr/>
      <dgm:t>
        <a:bodyPr/>
        <a:lstStyle/>
        <a:p>
          <a:endParaRPr lang="en-US" sz="2000"/>
        </a:p>
      </dgm:t>
    </dgm:pt>
    <dgm:pt modelId="{35668303-1D74-4636-9B28-400C72E87F5A}" type="sibTrans" cxnId="{DBC36954-D604-4DC4-864C-8BAD0922312F}">
      <dgm:prSet custT="1"/>
      <dgm:spPr/>
      <dgm:t>
        <a:bodyPr/>
        <a:lstStyle/>
        <a:p>
          <a:endParaRPr lang="en-US" sz="600"/>
        </a:p>
      </dgm:t>
    </dgm:pt>
    <dgm:pt modelId="{1A82B93A-FD80-44D7-AFFE-8FCED957A878}">
      <dgm:prSet custT="1"/>
      <dgm:spPr/>
      <dgm:t>
        <a:bodyPr/>
        <a:lstStyle/>
        <a:p>
          <a:r>
            <a:rPr lang="en-US" sz="1600"/>
            <a:t>Scrum master picks the ticket and converts into a user story</a:t>
          </a:r>
        </a:p>
      </dgm:t>
    </dgm:pt>
    <dgm:pt modelId="{CDD0247B-E6DF-4F93-BEB9-86630CBF9ED5}" type="parTrans" cxnId="{D8FD48C2-1C14-4FD8-92D3-F6E74C64A7EB}">
      <dgm:prSet/>
      <dgm:spPr/>
      <dgm:t>
        <a:bodyPr/>
        <a:lstStyle/>
        <a:p>
          <a:endParaRPr lang="en-US" sz="2000"/>
        </a:p>
      </dgm:t>
    </dgm:pt>
    <dgm:pt modelId="{423A457F-C1D8-4F1C-B8C1-2C92C639EE6C}" type="sibTrans" cxnId="{D8FD48C2-1C14-4FD8-92D3-F6E74C64A7EB}">
      <dgm:prSet custT="1"/>
      <dgm:spPr/>
      <dgm:t>
        <a:bodyPr/>
        <a:lstStyle/>
        <a:p>
          <a:endParaRPr lang="en-US" sz="600"/>
        </a:p>
      </dgm:t>
    </dgm:pt>
    <dgm:pt modelId="{F2F374A2-61E2-4650-B1EB-9B7C0A043FB9}">
      <dgm:prSet custT="1"/>
      <dgm:spPr/>
      <dgm:t>
        <a:bodyPr/>
        <a:lstStyle/>
        <a:p>
          <a:r>
            <a:rPr lang="en-US" sz="1600"/>
            <a:t>User story is converted into tasks and put on backlog on scrum board</a:t>
          </a:r>
        </a:p>
      </dgm:t>
    </dgm:pt>
    <dgm:pt modelId="{99F25A98-FF67-4860-9BEE-5416D92EE44B}" type="parTrans" cxnId="{34875EDC-5E1B-4190-9C8D-2EF9DAA31CE4}">
      <dgm:prSet/>
      <dgm:spPr/>
      <dgm:t>
        <a:bodyPr/>
        <a:lstStyle/>
        <a:p>
          <a:endParaRPr lang="en-US" sz="2000"/>
        </a:p>
      </dgm:t>
    </dgm:pt>
    <dgm:pt modelId="{0F4C59AC-A3ED-4D3E-BA3D-E247A7CF44DC}" type="sibTrans" cxnId="{34875EDC-5E1B-4190-9C8D-2EF9DAA31CE4}">
      <dgm:prSet custT="1"/>
      <dgm:spPr/>
      <dgm:t>
        <a:bodyPr/>
        <a:lstStyle/>
        <a:p>
          <a:endParaRPr lang="en-US" sz="600"/>
        </a:p>
      </dgm:t>
    </dgm:pt>
    <dgm:pt modelId="{9912EB30-71F5-4BEA-9134-1AD8B4DFBF20}">
      <dgm:prSet custT="1"/>
      <dgm:spPr/>
      <dgm:t>
        <a:bodyPr/>
        <a:lstStyle/>
        <a:p>
          <a:r>
            <a:rPr lang="en-US" sz="1600"/>
            <a:t>Tasks are picked in sprint planning meeting</a:t>
          </a:r>
        </a:p>
      </dgm:t>
    </dgm:pt>
    <dgm:pt modelId="{69672C2C-F1B1-41EC-9B0B-67C6D2096B43}" type="parTrans" cxnId="{0ECDC4FD-2043-446F-881B-4BA8B2C4EA5E}">
      <dgm:prSet/>
      <dgm:spPr/>
      <dgm:t>
        <a:bodyPr/>
        <a:lstStyle/>
        <a:p>
          <a:endParaRPr lang="en-US" sz="2000"/>
        </a:p>
      </dgm:t>
    </dgm:pt>
    <dgm:pt modelId="{3DEE546A-A8B7-49BF-871B-4337654B9E9E}" type="sibTrans" cxnId="{0ECDC4FD-2043-446F-881B-4BA8B2C4EA5E}">
      <dgm:prSet custT="1"/>
      <dgm:spPr/>
      <dgm:t>
        <a:bodyPr/>
        <a:lstStyle/>
        <a:p>
          <a:endParaRPr lang="en-US" sz="600"/>
        </a:p>
      </dgm:t>
    </dgm:pt>
    <dgm:pt modelId="{CB7181D6-08E8-4023-B230-8B13731F34D8}">
      <dgm:prSet custT="1"/>
      <dgm:spPr/>
      <dgm:t>
        <a:bodyPr/>
        <a:lstStyle/>
        <a:p>
          <a:r>
            <a:rPr lang="en-US" sz="1600"/>
            <a:t>Designer provides mockup/wireframe</a:t>
          </a:r>
        </a:p>
      </dgm:t>
    </dgm:pt>
    <dgm:pt modelId="{556359C9-DBE1-406D-BD09-E6C1ED492367}" type="parTrans" cxnId="{18F7E5A3-8705-4CE5-A267-FA79790D1D12}">
      <dgm:prSet/>
      <dgm:spPr/>
      <dgm:t>
        <a:bodyPr/>
        <a:lstStyle/>
        <a:p>
          <a:endParaRPr lang="en-US" sz="2000"/>
        </a:p>
      </dgm:t>
    </dgm:pt>
    <dgm:pt modelId="{F8145B50-FD72-40A0-855D-E5721794443A}" type="sibTrans" cxnId="{18F7E5A3-8705-4CE5-A267-FA79790D1D12}">
      <dgm:prSet custT="1"/>
      <dgm:spPr/>
      <dgm:t>
        <a:bodyPr/>
        <a:lstStyle/>
        <a:p>
          <a:endParaRPr lang="en-US" sz="600"/>
        </a:p>
      </dgm:t>
    </dgm:pt>
    <dgm:pt modelId="{85A7299A-7162-43E5-A548-D1062B89178B}">
      <dgm:prSet custT="1"/>
      <dgm:spPr/>
      <dgm:t>
        <a:bodyPr/>
        <a:lstStyle/>
        <a:p>
          <a:r>
            <a:rPr lang="en-US" sz="1600"/>
            <a:t>Developers write code, perform unit testing and </a:t>
          </a:r>
          <a:r>
            <a:rPr lang="en-US" sz="1600" err="1"/>
            <a:t>linting</a:t>
          </a:r>
          <a:r>
            <a:rPr lang="en-US" sz="1600"/>
            <a:t>, and commit on local branch</a:t>
          </a:r>
        </a:p>
      </dgm:t>
    </dgm:pt>
    <dgm:pt modelId="{9781234D-9C24-45B3-A406-DA2C9F6A2418}" type="parTrans" cxnId="{5070A99D-3FBA-4F32-A82C-3D375230F6DE}">
      <dgm:prSet/>
      <dgm:spPr/>
      <dgm:t>
        <a:bodyPr/>
        <a:lstStyle/>
        <a:p>
          <a:endParaRPr lang="en-US" sz="2000"/>
        </a:p>
      </dgm:t>
    </dgm:pt>
    <dgm:pt modelId="{1D4703FC-D663-4EF9-A80E-92F6C0363B07}" type="sibTrans" cxnId="{5070A99D-3FBA-4F32-A82C-3D375230F6DE}">
      <dgm:prSet custT="1"/>
      <dgm:spPr/>
      <dgm:t>
        <a:bodyPr/>
        <a:lstStyle/>
        <a:p>
          <a:endParaRPr lang="en-US" sz="600"/>
        </a:p>
      </dgm:t>
    </dgm:pt>
    <dgm:pt modelId="{9540D2DF-4729-4DFB-BB18-0F70BB875AC9}">
      <dgm:prSet custT="1"/>
      <dgm:spPr/>
      <dgm:t>
        <a:bodyPr/>
        <a:lstStyle/>
        <a:p>
          <a:r>
            <a:rPr lang="en-US" sz="1600"/>
            <a:t>Lead programmer reviews code and merges into master branch</a:t>
          </a:r>
        </a:p>
      </dgm:t>
    </dgm:pt>
    <dgm:pt modelId="{9A824389-13F7-4B91-BF9B-F78FF11133E3}" type="parTrans" cxnId="{41B4BC55-D3EE-45C1-9920-1907064790BD}">
      <dgm:prSet/>
      <dgm:spPr/>
      <dgm:t>
        <a:bodyPr/>
        <a:lstStyle/>
        <a:p>
          <a:endParaRPr lang="en-US" sz="2000"/>
        </a:p>
      </dgm:t>
    </dgm:pt>
    <dgm:pt modelId="{78A8714A-812E-4D3B-A547-B15740EBA905}" type="sibTrans" cxnId="{41B4BC55-D3EE-45C1-9920-1907064790BD}">
      <dgm:prSet custT="1"/>
      <dgm:spPr/>
      <dgm:t>
        <a:bodyPr/>
        <a:lstStyle/>
        <a:p>
          <a:endParaRPr lang="en-US" sz="600"/>
        </a:p>
      </dgm:t>
    </dgm:pt>
    <dgm:pt modelId="{33E05AEE-98D0-4D07-B4DA-BB8CD8C65BB2}">
      <dgm:prSet custT="1"/>
      <dgm:spPr/>
      <dgm:t>
        <a:bodyPr/>
        <a:lstStyle/>
        <a:p>
          <a:r>
            <a:rPr lang="en-US" sz="1600"/>
            <a:t>The code is built and artifacts are created</a:t>
          </a:r>
        </a:p>
      </dgm:t>
    </dgm:pt>
    <dgm:pt modelId="{BE51C4D3-7E82-434E-A9A2-630B24F8D7E1}" type="parTrans" cxnId="{26C7392F-538F-44A4-95AA-E380B18626D5}">
      <dgm:prSet/>
      <dgm:spPr/>
      <dgm:t>
        <a:bodyPr/>
        <a:lstStyle/>
        <a:p>
          <a:endParaRPr lang="en-US" sz="2000"/>
        </a:p>
      </dgm:t>
    </dgm:pt>
    <dgm:pt modelId="{A55EB037-EA51-40D5-8D2F-BA70B13E4B64}" type="sibTrans" cxnId="{26C7392F-538F-44A4-95AA-E380B18626D5}">
      <dgm:prSet custT="1"/>
      <dgm:spPr/>
      <dgm:t>
        <a:bodyPr/>
        <a:lstStyle/>
        <a:p>
          <a:endParaRPr lang="en-US" sz="600"/>
        </a:p>
      </dgm:t>
    </dgm:pt>
    <dgm:pt modelId="{D347A68E-9D05-4157-BFCC-57CC93AD0C7D}">
      <dgm:prSet custT="1"/>
      <dgm:spPr/>
      <dgm:t>
        <a:bodyPr/>
        <a:lstStyle/>
        <a:p>
          <a:r>
            <a:rPr lang="en-US" sz="1600"/>
            <a:t>Artifacts are deployed automatically on test environment</a:t>
          </a:r>
        </a:p>
      </dgm:t>
    </dgm:pt>
    <dgm:pt modelId="{565F1D94-52EB-4375-9047-635B5F092720}" type="parTrans" cxnId="{C2A05949-2384-4D67-9E12-E630A56A9D2A}">
      <dgm:prSet/>
      <dgm:spPr/>
      <dgm:t>
        <a:bodyPr/>
        <a:lstStyle/>
        <a:p>
          <a:endParaRPr lang="en-US" sz="2000"/>
        </a:p>
      </dgm:t>
    </dgm:pt>
    <dgm:pt modelId="{41D45126-54A8-4332-8CED-B4BB65691B62}" type="sibTrans" cxnId="{C2A05949-2384-4D67-9E12-E630A56A9D2A}">
      <dgm:prSet custT="1"/>
      <dgm:spPr/>
      <dgm:t>
        <a:bodyPr/>
        <a:lstStyle/>
        <a:p>
          <a:endParaRPr lang="en-US" sz="600"/>
        </a:p>
      </dgm:t>
    </dgm:pt>
    <dgm:pt modelId="{3597CB7B-5F63-49C3-818B-158E263FC684}">
      <dgm:prSet custT="1"/>
      <dgm:spPr/>
      <dgm:t>
        <a:bodyPr/>
        <a:lstStyle/>
        <a:p>
          <a:r>
            <a:rPr lang="en-US" sz="1600"/>
            <a:t>Quality Assurance team performs testing and approves the build</a:t>
          </a:r>
        </a:p>
      </dgm:t>
    </dgm:pt>
    <dgm:pt modelId="{891300FD-0753-4A01-B831-4150432B596C}" type="parTrans" cxnId="{B8DF16C4-1192-4352-B22B-4A6FB2895B2E}">
      <dgm:prSet/>
      <dgm:spPr/>
      <dgm:t>
        <a:bodyPr/>
        <a:lstStyle/>
        <a:p>
          <a:endParaRPr lang="en-US" sz="2000"/>
        </a:p>
      </dgm:t>
    </dgm:pt>
    <dgm:pt modelId="{FF7226FF-C348-471E-B063-9688D948A655}" type="sibTrans" cxnId="{B8DF16C4-1192-4352-B22B-4A6FB2895B2E}">
      <dgm:prSet custT="1"/>
      <dgm:spPr/>
      <dgm:t>
        <a:bodyPr/>
        <a:lstStyle/>
        <a:p>
          <a:endParaRPr lang="en-US" sz="600"/>
        </a:p>
      </dgm:t>
    </dgm:pt>
    <dgm:pt modelId="{F8764C3F-9703-4CC7-BA41-8E873EF213A1}">
      <dgm:prSet custT="1"/>
      <dgm:spPr/>
      <dgm:t>
        <a:bodyPr/>
        <a:lstStyle/>
        <a:p>
          <a:r>
            <a:rPr lang="en-US" sz="1600"/>
            <a:t>Build is deployed and validated to production environment a day before end of sprint</a:t>
          </a:r>
        </a:p>
      </dgm:t>
    </dgm:pt>
    <dgm:pt modelId="{ABCB00E9-3447-40F2-A37E-4CAC0E7C662A}" type="parTrans" cxnId="{28D2DD3F-012D-406A-8655-1428241E9E5D}">
      <dgm:prSet/>
      <dgm:spPr/>
      <dgm:t>
        <a:bodyPr/>
        <a:lstStyle/>
        <a:p>
          <a:endParaRPr lang="en-US" sz="2000"/>
        </a:p>
      </dgm:t>
    </dgm:pt>
    <dgm:pt modelId="{5FA73EB9-CCC3-4C5E-AAB2-AF5AA96CEFF5}" type="sibTrans" cxnId="{28D2DD3F-012D-406A-8655-1428241E9E5D}">
      <dgm:prSet custT="1"/>
      <dgm:spPr/>
      <dgm:t>
        <a:bodyPr/>
        <a:lstStyle/>
        <a:p>
          <a:endParaRPr lang="en-US" sz="600"/>
        </a:p>
      </dgm:t>
    </dgm:pt>
    <dgm:pt modelId="{8EA382E9-5087-474E-B1E4-F58A35443ABE}">
      <dgm:prSet custT="1"/>
      <dgm:spPr/>
      <dgm:t>
        <a:bodyPr/>
        <a:lstStyle/>
        <a:p>
          <a:r>
            <a:rPr lang="en-US" sz="1600"/>
            <a:t>Release notes are prepared, and respective tasks are closed</a:t>
          </a:r>
        </a:p>
      </dgm:t>
    </dgm:pt>
    <dgm:pt modelId="{99E064F3-081C-474C-A1BB-865253565ADD}" type="parTrans" cxnId="{9B195FF7-98BD-4C36-95C5-8C01AE57313F}">
      <dgm:prSet/>
      <dgm:spPr/>
      <dgm:t>
        <a:bodyPr/>
        <a:lstStyle/>
        <a:p>
          <a:endParaRPr lang="en-US" sz="2000"/>
        </a:p>
      </dgm:t>
    </dgm:pt>
    <dgm:pt modelId="{580B44D5-34FE-4304-B52E-6A6EFEC16798}" type="sibTrans" cxnId="{9B195FF7-98BD-4C36-95C5-8C01AE57313F}">
      <dgm:prSet/>
      <dgm:spPr/>
      <dgm:t>
        <a:bodyPr/>
        <a:lstStyle/>
        <a:p>
          <a:endParaRPr lang="en-US" sz="2000"/>
        </a:p>
      </dgm:t>
    </dgm:pt>
    <dgm:pt modelId="{D1F883A5-BC0E-46EE-B4E3-33DE98DC0362}" type="pres">
      <dgm:prSet presAssocID="{0CDA54B0-B6CA-42AB-9F68-AE25B485F9C3}" presName="Name0" presStyleCnt="0">
        <dgm:presLayoutVars>
          <dgm:dir/>
          <dgm:resizeHandles val="exact"/>
        </dgm:presLayoutVars>
      </dgm:prSet>
      <dgm:spPr/>
    </dgm:pt>
    <dgm:pt modelId="{D5F92EE1-652D-493D-88AC-6C1AE738B148}" type="pres">
      <dgm:prSet presAssocID="{AFEFB673-03F7-4EE9-8720-4569026087A5}" presName="node" presStyleLbl="node1" presStyleIdx="0" presStyleCnt="14">
        <dgm:presLayoutVars>
          <dgm:bulletEnabled val="1"/>
        </dgm:presLayoutVars>
      </dgm:prSet>
      <dgm:spPr/>
    </dgm:pt>
    <dgm:pt modelId="{A4E69DC7-7AF9-4494-BE93-41E1C80869D0}" type="pres">
      <dgm:prSet presAssocID="{50F441E1-6A7A-4693-A171-6B98761E91E7}" presName="sibTrans" presStyleLbl="sibTrans1D1" presStyleIdx="0" presStyleCnt="13"/>
      <dgm:spPr/>
    </dgm:pt>
    <dgm:pt modelId="{AA0A2E21-AC8C-41A0-AE49-F61ABEB8914E}" type="pres">
      <dgm:prSet presAssocID="{50F441E1-6A7A-4693-A171-6B98761E91E7}" presName="connectorText" presStyleLbl="sibTrans1D1" presStyleIdx="0" presStyleCnt="13"/>
      <dgm:spPr/>
    </dgm:pt>
    <dgm:pt modelId="{8F0DBE2E-9AC1-4584-9D28-BFE40EFDB791}" type="pres">
      <dgm:prSet presAssocID="{30CB2A05-9EC7-417B-9D70-CA95C99F4678}" presName="node" presStyleLbl="node1" presStyleIdx="1" presStyleCnt="14">
        <dgm:presLayoutVars>
          <dgm:bulletEnabled val="1"/>
        </dgm:presLayoutVars>
      </dgm:prSet>
      <dgm:spPr/>
    </dgm:pt>
    <dgm:pt modelId="{D3E269A7-D47E-4E4E-ADC1-ECD07051653D}" type="pres">
      <dgm:prSet presAssocID="{156636E1-702B-4536-8208-9693298689C3}" presName="sibTrans" presStyleLbl="sibTrans1D1" presStyleIdx="1" presStyleCnt="13"/>
      <dgm:spPr/>
    </dgm:pt>
    <dgm:pt modelId="{0D129B61-781E-41A6-A31D-1CE017D8D744}" type="pres">
      <dgm:prSet presAssocID="{156636E1-702B-4536-8208-9693298689C3}" presName="connectorText" presStyleLbl="sibTrans1D1" presStyleIdx="1" presStyleCnt="13"/>
      <dgm:spPr/>
    </dgm:pt>
    <dgm:pt modelId="{64E00C60-7DB9-42FF-BFDF-C5A578377E43}" type="pres">
      <dgm:prSet presAssocID="{1B1E6600-DF77-4F50-A868-ED3DC6D3C846}" presName="node" presStyleLbl="node1" presStyleIdx="2" presStyleCnt="14">
        <dgm:presLayoutVars>
          <dgm:bulletEnabled val="1"/>
        </dgm:presLayoutVars>
      </dgm:prSet>
      <dgm:spPr/>
    </dgm:pt>
    <dgm:pt modelId="{AA1B4FBF-A22F-4675-B62B-9D4594E7A083}" type="pres">
      <dgm:prSet presAssocID="{35668303-1D74-4636-9B28-400C72E87F5A}" presName="sibTrans" presStyleLbl="sibTrans1D1" presStyleIdx="2" presStyleCnt="13"/>
      <dgm:spPr/>
    </dgm:pt>
    <dgm:pt modelId="{1D95217F-1F1C-41F6-A23C-02C8883FB502}" type="pres">
      <dgm:prSet presAssocID="{35668303-1D74-4636-9B28-400C72E87F5A}" presName="connectorText" presStyleLbl="sibTrans1D1" presStyleIdx="2" presStyleCnt="13"/>
      <dgm:spPr/>
    </dgm:pt>
    <dgm:pt modelId="{9206D8A4-ACF8-4170-94D4-75CF90046FCF}" type="pres">
      <dgm:prSet presAssocID="{1A82B93A-FD80-44D7-AFFE-8FCED957A878}" presName="node" presStyleLbl="node1" presStyleIdx="3" presStyleCnt="14">
        <dgm:presLayoutVars>
          <dgm:bulletEnabled val="1"/>
        </dgm:presLayoutVars>
      </dgm:prSet>
      <dgm:spPr/>
    </dgm:pt>
    <dgm:pt modelId="{F0A0905D-A567-4B5B-9907-5A8F03329B28}" type="pres">
      <dgm:prSet presAssocID="{423A457F-C1D8-4F1C-B8C1-2C92C639EE6C}" presName="sibTrans" presStyleLbl="sibTrans1D1" presStyleIdx="3" presStyleCnt="13"/>
      <dgm:spPr/>
    </dgm:pt>
    <dgm:pt modelId="{C1CEB439-F343-41B9-BE26-701F25431824}" type="pres">
      <dgm:prSet presAssocID="{423A457F-C1D8-4F1C-B8C1-2C92C639EE6C}" presName="connectorText" presStyleLbl="sibTrans1D1" presStyleIdx="3" presStyleCnt="13"/>
      <dgm:spPr/>
    </dgm:pt>
    <dgm:pt modelId="{AF68EF1C-7D9D-407D-A0C1-DD04FA5C02D4}" type="pres">
      <dgm:prSet presAssocID="{F2F374A2-61E2-4650-B1EB-9B7C0A043FB9}" presName="node" presStyleLbl="node1" presStyleIdx="4" presStyleCnt="14">
        <dgm:presLayoutVars>
          <dgm:bulletEnabled val="1"/>
        </dgm:presLayoutVars>
      </dgm:prSet>
      <dgm:spPr/>
    </dgm:pt>
    <dgm:pt modelId="{07BC1013-AB3E-4AD1-A80D-316EB4E43AD0}" type="pres">
      <dgm:prSet presAssocID="{0F4C59AC-A3ED-4D3E-BA3D-E247A7CF44DC}" presName="sibTrans" presStyleLbl="sibTrans1D1" presStyleIdx="4" presStyleCnt="13"/>
      <dgm:spPr/>
    </dgm:pt>
    <dgm:pt modelId="{36EA9B78-EED0-4B8D-A5C6-D29CFD04744B}" type="pres">
      <dgm:prSet presAssocID="{0F4C59AC-A3ED-4D3E-BA3D-E247A7CF44DC}" presName="connectorText" presStyleLbl="sibTrans1D1" presStyleIdx="4" presStyleCnt="13"/>
      <dgm:spPr/>
    </dgm:pt>
    <dgm:pt modelId="{DC60F794-8DAF-42CA-A2D8-39736FB5665A}" type="pres">
      <dgm:prSet presAssocID="{9912EB30-71F5-4BEA-9134-1AD8B4DFBF20}" presName="node" presStyleLbl="node1" presStyleIdx="5" presStyleCnt="14">
        <dgm:presLayoutVars>
          <dgm:bulletEnabled val="1"/>
        </dgm:presLayoutVars>
      </dgm:prSet>
      <dgm:spPr/>
    </dgm:pt>
    <dgm:pt modelId="{C94DB49F-87F9-4772-A707-27B49E999878}" type="pres">
      <dgm:prSet presAssocID="{3DEE546A-A8B7-49BF-871B-4337654B9E9E}" presName="sibTrans" presStyleLbl="sibTrans1D1" presStyleIdx="5" presStyleCnt="13"/>
      <dgm:spPr/>
    </dgm:pt>
    <dgm:pt modelId="{70D19D99-A24B-4DA0-8064-BBD99EC15E34}" type="pres">
      <dgm:prSet presAssocID="{3DEE546A-A8B7-49BF-871B-4337654B9E9E}" presName="connectorText" presStyleLbl="sibTrans1D1" presStyleIdx="5" presStyleCnt="13"/>
      <dgm:spPr/>
    </dgm:pt>
    <dgm:pt modelId="{F25528D6-0920-4595-BD6D-E9AC5A2DC099}" type="pres">
      <dgm:prSet presAssocID="{CB7181D6-08E8-4023-B230-8B13731F34D8}" presName="node" presStyleLbl="node1" presStyleIdx="6" presStyleCnt="14">
        <dgm:presLayoutVars>
          <dgm:bulletEnabled val="1"/>
        </dgm:presLayoutVars>
      </dgm:prSet>
      <dgm:spPr/>
    </dgm:pt>
    <dgm:pt modelId="{ED9D485B-FB23-40F2-A2FE-FF774916C21C}" type="pres">
      <dgm:prSet presAssocID="{F8145B50-FD72-40A0-855D-E5721794443A}" presName="sibTrans" presStyleLbl="sibTrans1D1" presStyleIdx="6" presStyleCnt="13"/>
      <dgm:spPr/>
    </dgm:pt>
    <dgm:pt modelId="{512400C1-AD3D-42B5-B3F1-630BB5291CB2}" type="pres">
      <dgm:prSet presAssocID="{F8145B50-FD72-40A0-855D-E5721794443A}" presName="connectorText" presStyleLbl="sibTrans1D1" presStyleIdx="6" presStyleCnt="13"/>
      <dgm:spPr/>
    </dgm:pt>
    <dgm:pt modelId="{435A8694-BFD8-4FA3-A7FA-7B7B7B47A3E3}" type="pres">
      <dgm:prSet presAssocID="{85A7299A-7162-43E5-A548-D1062B89178B}" presName="node" presStyleLbl="node1" presStyleIdx="7" presStyleCnt="14">
        <dgm:presLayoutVars>
          <dgm:bulletEnabled val="1"/>
        </dgm:presLayoutVars>
      </dgm:prSet>
      <dgm:spPr/>
    </dgm:pt>
    <dgm:pt modelId="{21208BD1-07A3-4CCE-934B-61E9928E8C4B}" type="pres">
      <dgm:prSet presAssocID="{1D4703FC-D663-4EF9-A80E-92F6C0363B07}" presName="sibTrans" presStyleLbl="sibTrans1D1" presStyleIdx="7" presStyleCnt="13"/>
      <dgm:spPr/>
    </dgm:pt>
    <dgm:pt modelId="{158EA73A-5C12-4B18-A282-871750081088}" type="pres">
      <dgm:prSet presAssocID="{1D4703FC-D663-4EF9-A80E-92F6C0363B07}" presName="connectorText" presStyleLbl="sibTrans1D1" presStyleIdx="7" presStyleCnt="13"/>
      <dgm:spPr/>
    </dgm:pt>
    <dgm:pt modelId="{D0CC47D2-0E00-4380-BC2F-8A2889E0CE4B}" type="pres">
      <dgm:prSet presAssocID="{9540D2DF-4729-4DFB-BB18-0F70BB875AC9}" presName="node" presStyleLbl="node1" presStyleIdx="8" presStyleCnt="14">
        <dgm:presLayoutVars>
          <dgm:bulletEnabled val="1"/>
        </dgm:presLayoutVars>
      </dgm:prSet>
      <dgm:spPr/>
    </dgm:pt>
    <dgm:pt modelId="{0487AA60-2E42-46E1-AFBF-C8B54CC4D81C}" type="pres">
      <dgm:prSet presAssocID="{78A8714A-812E-4D3B-A547-B15740EBA905}" presName="sibTrans" presStyleLbl="sibTrans1D1" presStyleIdx="8" presStyleCnt="13"/>
      <dgm:spPr/>
    </dgm:pt>
    <dgm:pt modelId="{1B6D35D0-719B-42AD-ADD6-3EC17185899F}" type="pres">
      <dgm:prSet presAssocID="{78A8714A-812E-4D3B-A547-B15740EBA905}" presName="connectorText" presStyleLbl="sibTrans1D1" presStyleIdx="8" presStyleCnt="13"/>
      <dgm:spPr/>
    </dgm:pt>
    <dgm:pt modelId="{1CAAFB77-6FF8-4825-8C32-86839468DD96}" type="pres">
      <dgm:prSet presAssocID="{33E05AEE-98D0-4D07-B4DA-BB8CD8C65BB2}" presName="node" presStyleLbl="node1" presStyleIdx="9" presStyleCnt="14">
        <dgm:presLayoutVars>
          <dgm:bulletEnabled val="1"/>
        </dgm:presLayoutVars>
      </dgm:prSet>
      <dgm:spPr/>
    </dgm:pt>
    <dgm:pt modelId="{A5195798-CBCA-4E1A-A11D-F569C3710E5B}" type="pres">
      <dgm:prSet presAssocID="{A55EB037-EA51-40D5-8D2F-BA70B13E4B64}" presName="sibTrans" presStyleLbl="sibTrans1D1" presStyleIdx="9" presStyleCnt="13"/>
      <dgm:spPr/>
    </dgm:pt>
    <dgm:pt modelId="{E208B8EB-DAF1-4656-B8FB-5434B909755B}" type="pres">
      <dgm:prSet presAssocID="{A55EB037-EA51-40D5-8D2F-BA70B13E4B64}" presName="connectorText" presStyleLbl="sibTrans1D1" presStyleIdx="9" presStyleCnt="13"/>
      <dgm:spPr/>
    </dgm:pt>
    <dgm:pt modelId="{EB4832D4-5C46-4B19-B6DC-54951A353F3A}" type="pres">
      <dgm:prSet presAssocID="{D347A68E-9D05-4157-BFCC-57CC93AD0C7D}" presName="node" presStyleLbl="node1" presStyleIdx="10" presStyleCnt="14">
        <dgm:presLayoutVars>
          <dgm:bulletEnabled val="1"/>
        </dgm:presLayoutVars>
      </dgm:prSet>
      <dgm:spPr/>
    </dgm:pt>
    <dgm:pt modelId="{46F920CC-3D23-46E8-A7E3-F5F3564C46CE}" type="pres">
      <dgm:prSet presAssocID="{41D45126-54A8-4332-8CED-B4BB65691B62}" presName="sibTrans" presStyleLbl="sibTrans1D1" presStyleIdx="10" presStyleCnt="13"/>
      <dgm:spPr/>
    </dgm:pt>
    <dgm:pt modelId="{0C2B3F5C-9B2E-481C-A306-7EF8566C5C98}" type="pres">
      <dgm:prSet presAssocID="{41D45126-54A8-4332-8CED-B4BB65691B62}" presName="connectorText" presStyleLbl="sibTrans1D1" presStyleIdx="10" presStyleCnt="13"/>
      <dgm:spPr/>
    </dgm:pt>
    <dgm:pt modelId="{51EEF444-3744-4C0D-BBD6-ACDEB68E144B}" type="pres">
      <dgm:prSet presAssocID="{3597CB7B-5F63-49C3-818B-158E263FC684}" presName="node" presStyleLbl="node1" presStyleIdx="11" presStyleCnt="14">
        <dgm:presLayoutVars>
          <dgm:bulletEnabled val="1"/>
        </dgm:presLayoutVars>
      </dgm:prSet>
      <dgm:spPr/>
    </dgm:pt>
    <dgm:pt modelId="{D5BAAE3E-52FD-4549-B4F3-FAF7D83C42C0}" type="pres">
      <dgm:prSet presAssocID="{FF7226FF-C348-471E-B063-9688D948A655}" presName="sibTrans" presStyleLbl="sibTrans1D1" presStyleIdx="11" presStyleCnt="13"/>
      <dgm:spPr/>
    </dgm:pt>
    <dgm:pt modelId="{59970550-F1DD-4205-81DD-DDC9C9523AA7}" type="pres">
      <dgm:prSet presAssocID="{FF7226FF-C348-471E-B063-9688D948A655}" presName="connectorText" presStyleLbl="sibTrans1D1" presStyleIdx="11" presStyleCnt="13"/>
      <dgm:spPr/>
    </dgm:pt>
    <dgm:pt modelId="{46848791-84B2-47DE-8C23-4883151726B2}" type="pres">
      <dgm:prSet presAssocID="{F8764C3F-9703-4CC7-BA41-8E873EF213A1}" presName="node" presStyleLbl="node1" presStyleIdx="12" presStyleCnt="14">
        <dgm:presLayoutVars>
          <dgm:bulletEnabled val="1"/>
        </dgm:presLayoutVars>
      </dgm:prSet>
      <dgm:spPr/>
    </dgm:pt>
    <dgm:pt modelId="{64C56316-4D0A-483D-8E68-E6DD1ED84117}" type="pres">
      <dgm:prSet presAssocID="{5FA73EB9-CCC3-4C5E-AAB2-AF5AA96CEFF5}" presName="sibTrans" presStyleLbl="sibTrans1D1" presStyleIdx="12" presStyleCnt="13"/>
      <dgm:spPr/>
    </dgm:pt>
    <dgm:pt modelId="{D8ABCA48-37ED-451A-AE74-3F72069B7FD2}" type="pres">
      <dgm:prSet presAssocID="{5FA73EB9-CCC3-4C5E-AAB2-AF5AA96CEFF5}" presName="connectorText" presStyleLbl="sibTrans1D1" presStyleIdx="12" presStyleCnt="13"/>
      <dgm:spPr/>
    </dgm:pt>
    <dgm:pt modelId="{76BF1406-0D34-47DA-A106-37CAFB3DD125}" type="pres">
      <dgm:prSet presAssocID="{8EA382E9-5087-474E-B1E4-F58A35443ABE}" presName="node" presStyleLbl="node1" presStyleIdx="13" presStyleCnt="14">
        <dgm:presLayoutVars>
          <dgm:bulletEnabled val="1"/>
        </dgm:presLayoutVars>
      </dgm:prSet>
      <dgm:spPr/>
    </dgm:pt>
  </dgm:ptLst>
  <dgm:cxnLst>
    <dgm:cxn modelId="{404AC80E-F0E5-4F00-9CFD-2FDCCEA5B62A}" type="presOf" srcId="{78A8714A-812E-4D3B-A547-B15740EBA905}" destId="{1B6D35D0-719B-42AD-ADD6-3EC17185899F}" srcOrd="1" destOrd="0" presId="urn:microsoft.com/office/officeart/2016/7/layout/RepeatingBendingProcessNew"/>
    <dgm:cxn modelId="{29EB1320-401F-4251-B6BE-42A29BD5A5BE}" type="presOf" srcId="{35668303-1D74-4636-9B28-400C72E87F5A}" destId="{1D95217F-1F1C-41F6-A23C-02C8883FB502}" srcOrd="1" destOrd="0" presId="urn:microsoft.com/office/officeart/2016/7/layout/RepeatingBendingProcessNew"/>
    <dgm:cxn modelId="{9DA4B522-AE97-447C-AD12-02FF50416F85}" type="presOf" srcId="{9540D2DF-4729-4DFB-BB18-0F70BB875AC9}" destId="{D0CC47D2-0E00-4380-BC2F-8A2889E0CE4B}" srcOrd="0" destOrd="0" presId="urn:microsoft.com/office/officeart/2016/7/layout/RepeatingBendingProcessNew"/>
    <dgm:cxn modelId="{5ADFBF2B-0FF4-4E65-AE6E-B4F1927B8733}" type="presOf" srcId="{78A8714A-812E-4D3B-A547-B15740EBA905}" destId="{0487AA60-2E42-46E1-AFBF-C8B54CC4D81C}" srcOrd="0" destOrd="0" presId="urn:microsoft.com/office/officeart/2016/7/layout/RepeatingBendingProcessNew"/>
    <dgm:cxn modelId="{26C7392F-538F-44A4-95AA-E380B18626D5}" srcId="{0CDA54B0-B6CA-42AB-9F68-AE25B485F9C3}" destId="{33E05AEE-98D0-4D07-B4DA-BB8CD8C65BB2}" srcOrd="9" destOrd="0" parTransId="{BE51C4D3-7E82-434E-A9A2-630B24F8D7E1}" sibTransId="{A55EB037-EA51-40D5-8D2F-BA70B13E4B64}"/>
    <dgm:cxn modelId="{A3A53F38-E32A-4DB0-B5EA-FEC85F9B0AC6}" type="presOf" srcId="{85A7299A-7162-43E5-A548-D1062B89178B}" destId="{435A8694-BFD8-4FA3-A7FA-7B7B7B47A3E3}" srcOrd="0" destOrd="0" presId="urn:microsoft.com/office/officeart/2016/7/layout/RepeatingBendingProcessNew"/>
    <dgm:cxn modelId="{93A02E3E-A4AA-4CE0-B317-C1D8E6EA8610}" type="presOf" srcId="{D347A68E-9D05-4157-BFCC-57CC93AD0C7D}" destId="{EB4832D4-5C46-4B19-B6DC-54951A353F3A}" srcOrd="0" destOrd="0" presId="urn:microsoft.com/office/officeart/2016/7/layout/RepeatingBendingProcessNew"/>
    <dgm:cxn modelId="{955E9D3E-BB83-4852-A956-050305B66F6E}" type="presOf" srcId="{F2F374A2-61E2-4650-B1EB-9B7C0A043FB9}" destId="{AF68EF1C-7D9D-407D-A0C1-DD04FA5C02D4}" srcOrd="0" destOrd="0" presId="urn:microsoft.com/office/officeart/2016/7/layout/RepeatingBendingProcessNew"/>
    <dgm:cxn modelId="{28D2DD3F-012D-406A-8655-1428241E9E5D}" srcId="{0CDA54B0-B6CA-42AB-9F68-AE25B485F9C3}" destId="{F8764C3F-9703-4CC7-BA41-8E873EF213A1}" srcOrd="12" destOrd="0" parTransId="{ABCB00E9-3447-40F2-A37E-4CAC0E7C662A}" sibTransId="{5FA73EB9-CCC3-4C5E-AAB2-AF5AA96CEFF5}"/>
    <dgm:cxn modelId="{FA3C0A41-06A3-4CE7-9D23-8EFE72DD90AB}" type="presOf" srcId="{9912EB30-71F5-4BEA-9134-1AD8B4DFBF20}" destId="{DC60F794-8DAF-42CA-A2D8-39736FB5665A}" srcOrd="0" destOrd="0" presId="urn:microsoft.com/office/officeart/2016/7/layout/RepeatingBendingProcessNew"/>
    <dgm:cxn modelId="{8C006A41-D148-46BA-B9F0-EB90AD3A9A4E}" type="presOf" srcId="{423A457F-C1D8-4F1C-B8C1-2C92C639EE6C}" destId="{C1CEB439-F343-41B9-BE26-701F25431824}" srcOrd="1" destOrd="0" presId="urn:microsoft.com/office/officeart/2016/7/layout/RepeatingBendingProcessNew"/>
    <dgm:cxn modelId="{105E2B42-0EF4-4067-9332-AA36BA799763}" type="presOf" srcId="{3DEE546A-A8B7-49BF-871B-4337654B9E9E}" destId="{C94DB49F-87F9-4772-A707-27B49E999878}" srcOrd="0" destOrd="0" presId="urn:microsoft.com/office/officeart/2016/7/layout/RepeatingBendingProcessNew"/>
    <dgm:cxn modelId="{8AE12063-3E7A-4BA7-B233-0E7AEC64F948}" type="presOf" srcId="{30CB2A05-9EC7-417B-9D70-CA95C99F4678}" destId="{8F0DBE2E-9AC1-4584-9D28-BFE40EFDB791}" srcOrd="0" destOrd="0" presId="urn:microsoft.com/office/officeart/2016/7/layout/RepeatingBendingProcessNew"/>
    <dgm:cxn modelId="{C04A7D65-92BB-4EB9-B26D-95FB58D1846D}" type="presOf" srcId="{5FA73EB9-CCC3-4C5E-AAB2-AF5AA96CEFF5}" destId="{D8ABCA48-37ED-451A-AE74-3F72069B7FD2}" srcOrd="1" destOrd="0" presId="urn:microsoft.com/office/officeart/2016/7/layout/RepeatingBendingProcessNew"/>
    <dgm:cxn modelId="{C2A05949-2384-4D67-9E12-E630A56A9D2A}" srcId="{0CDA54B0-B6CA-42AB-9F68-AE25B485F9C3}" destId="{D347A68E-9D05-4157-BFCC-57CC93AD0C7D}" srcOrd="10" destOrd="0" parTransId="{565F1D94-52EB-4375-9047-635B5F092720}" sibTransId="{41D45126-54A8-4332-8CED-B4BB65691B62}"/>
    <dgm:cxn modelId="{A0FCED6B-E642-4C02-8DB8-C5413F9FD9D1}" type="presOf" srcId="{3597CB7B-5F63-49C3-818B-158E263FC684}" destId="{51EEF444-3744-4C0D-BBD6-ACDEB68E144B}" srcOrd="0" destOrd="0" presId="urn:microsoft.com/office/officeart/2016/7/layout/RepeatingBendingProcessNew"/>
    <dgm:cxn modelId="{0932E86C-347E-4AF5-AAC6-8A67EFF9E446}" type="presOf" srcId="{8EA382E9-5087-474E-B1E4-F58A35443ABE}" destId="{76BF1406-0D34-47DA-A106-37CAFB3DD125}" srcOrd="0" destOrd="0" presId="urn:microsoft.com/office/officeart/2016/7/layout/RepeatingBendingProcessNew"/>
    <dgm:cxn modelId="{D74BC750-8EC7-46E1-9811-F5DBFE5B4EDB}" type="presOf" srcId="{CB7181D6-08E8-4023-B230-8B13731F34D8}" destId="{F25528D6-0920-4595-BD6D-E9AC5A2DC099}" srcOrd="0" destOrd="0" presId="urn:microsoft.com/office/officeart/2016/7/layout/RepeatingBendingProcessNew"/>
    <dgm:cxn modelId="{BA436352-DF76-4459-907F-3A8BD211A1A6}" type="presOf" srcId="{F8145B50-FD72-40A0-855D-E5721794443A}" destId="{512400C1-AD3D-42B5-B3F1-630BB5291CB2}" srcOrd="1" destOrd="0" presId="urn:microsoft.com/office/officeart/2016/7/layout/RepeatingBendingProcessNew"/>
    <dgm:cxn modelId="{8BF4A052-7BC3-4FD2-BA60-ED26F4566EC7}" type="presOf" srcId="{41D45126-54A8-4332-8CED-B4BB65691B62}" destId="{0C2B3F5C-9B2E-481C-A306-7EF8566C5C98}" srcOrd="1" destOrd="0" presId="urn:microsoft.com/office/officeart/2016/7/layout/RepeatingBendingProcessNew"/>
    <dgm:cxn modelId="{796DE452-4D5D-4DE8-8B42-C21A2D97214A}" type="presOf" srcId="{0CDA54B0-B6CA-42AB-9F68-AE25B485F9C3}" destId="{D1F883A5-BC0E-46EE-B4E3-33DE98DC0362}" srcOrd="0" destOrd="0" presId="urn:microsoft.com/office/officeart/2016/7/layout/RepeatingBendingProcessNew"/>
    <dgm:cxn modelId="{DBC36954-D604-4DC4-864C-8BAD0922312F}" srcId="{0CDA54B0-B6CA-42AB-9F68-AE25B485F9C3}" destId="{1B1E6600-DF77-4F50-A868-ED3DC6D3C846}" srcOrd="2" destOrd="0" parTransId="{D19334CD-EB0A-4087-BFA9-21F031E3B711}" sibTransId="{35668303-1D74-4636-9B28-400C72E87F5A}"/>
    <dgm:cxn modelId="{41B4BC55-D3EE-45C1-9920-1907064790BD}" srcId="{0CDA54B0-B6CA-42AB-9F68-AE25B485F9C3}" destId="{9540D2DF-4729-4DFB-BB18-0F70BB875AC9}" srcOrd="8" destOrd="0" parTransId="{9A824389-13F7-4B91-BF9B-F78FF11133E3}" sibTransId="{78A8714A-812E-4D3B-A547-B15740EBA905}"/>
    <dgm:cxn modelId="{D6745857-57BB-47AF-8DE3-3856264B625E}" type="presOf" srcId="{41D45126-54A8-4332-8CED-B4BB65691B62}" destId="{46F920CC-3D23-46E8-A7E3-F5F3564C46CE}" srcOrd="0" destOrd="0" presId="urn:microsoft.com/office/officeart/2016/7/layout/RepeatingBendingProcessNew"/>
    <dgm:cxn modelId="{4B5E657A-B67F-4872-8645-77078D855464}" type="presOf" srcId="{FF7226FF-C348-471E-B063-9688D948A655}" destId="{D5BAAE3E-52FD-4549-B4F3-FAF7D83C42C0}" srcOrd="0" destOrd="0" presId="urn:microsoft.com/office/officeart/2016/7/layout/RepeatingBendingProcessNew"/>
    <dgm:cxn modelId="{AFE2DF7A-0441-4F8C-A47E-D6572C819FC3}" type="presOf" srcId="{1B1E6600-DF77-4F50-A868-ED3DC6D3C846}" destId="{64E00C60-7DB9-42FF-BFDF-C5A578377E43}" srcOrd="0" destOrd="0" presId="urn:microsoft.com/office/officeart/2016/7/layout/RepeatingBendingProcessNew"/>
    <dgm:cxn modelId="{D91BBA7B-9152-4E22-8924-BF73BA23D0EE}" srcId="{0CDA54B0-B6CA-42AB-9F68-AE25B485F9C3}" destId="{AFEFB673-03F7-4EE9-8720-4569026087A5}" srcOrd="0" destOrd="0" parTransId="{11B752B9-2C8E-48DF-9834-833EB40C4F51}" sibTransId="{50F441E1-6A7A-4693-A171-6B98761E91E7}"/>
    <dgm:cxn modelId="{F3E64F81-2214-4165-A485-317E42F7D054}" type="presOf" srcId="{156636E1-702B-4536-8208-9693298689C3}" destId="{D3E269A7-D47E-4E4E-ADC1-ECD07051653D}" srcOrd="0" destOrd="0" presId="urn:microsoft.com/office/officeart/2016/7/layout/RepeatingBendingProcessNew"/>
    <dgm:cxn modelId="{47C1D386-A513-4A0B-BFDC-571DE7A87982}" type="presOf" srcId="{0F4C59AC-A3ED-4D3E-BA3D-E247A7CF44DC}" destId="{07BC1013-AB3E-4AD1-A80D-316EB4E43AD0}" srcOrd="0" destOrd="0" presId="urn:microsoft.com/office/officeart/2016/7/layout/RepeatingBendingProcessNew"/>
    <dgm:cxn modelId="{1139518F-2BE3-4CE7-AFBC-8111E435E50E}" type="presOf" srcId="{33E05AEE-98D0-4D07-B4DA-BB8CD8C65BB2}" destId="{1CAAFB77-6FF8-4825-8C32-86839468DD96}" srcOrd="0" destOrd="0" presId="urn:microsoft.com/office/officeart/2016/7/layout/RepeatingBendingProcessNew"/>
    <dgm:cxn modelId="{04B60293-7228-4A1A-ABF8-57FE47DB21D2}" type="presOf" srcId="{1D4703FC-D663-4EF9-A80E-92F6C0363B07}" destId="{21208BD1-07A3-4CCE-934B-61E9928E8C4B}" srcOrd="0" destOrd="0" presId="urn:microsoft.com/office/officeart/2016/7/layout/RepeatingBendingProcessNew"/>
    <dgm:cxn modelId="{5070A99D-3FBA-4F32-A82C-3D375230F6DE}" srcId="{0CDA54B0-B6CA-42AB-9F68-AE25B485F9C3}" destId="{85A7299A-7162-43E5-A548-D1062B89178B}" srcOrd="7" destOrd="0" parTransId="{9781234D-9C24-45B3-A406-DA2C9F6A2418}" sibTransId="{1D4703FC-D663-4EF9-A80E-92F6C0363B07}"/>
    <dgm:cxn modelId="{18F7E5A3-8705-4CE5-A267-FA79790D1D12}" srcId="{0CDA54B0-B6CA-42AB-9F68-AE25B485F9C3}" destId="{CB7181D6-08E8-4023-B230-8B13731F34D8}" srcOrd="6" destOrd="0" parTransId="{556359C9-DBE1-406D-BD09-E6C1ED492367}" sibTransId="{F8145B50-FD72-40A0-855D-E5721794443A}"/>
    <dgm:cxn modelId="{1B7FA9A5-3ED5-4B74-960B-49921FCBE0F9}" srcId="{0CDA54B0-B6CA-42AB-9F68-AE25B485F9C3}" destId="{30CB2A05-9EC7-417B-9D70-CA95C99F4678}" srcOrd="1" destOrd="0" parTransId="{4C2B37F4-D98E-4660-B87C-A890E7751B9E}" sibTransId="{156636E1-702B-4536-8208-9693298689C3}"/>
    <dgm:cxn modelId="{D00E6AB2-726B-4920-A344-6A1BBC8C3F18}" type="presOf" srcId="{FF7226FF-C348-471E-B063-9688D948A655}" destId="{59970550-F1DD-4205-81DD-DDC9C9523AA7}" srcOrd="1" destOrd="0" presId="urn:microsoft.com/office/officeart/2016/7/layout/RepeatingBendingProcessNew"/>
    <dgm:cxn modelId="{EA6C39B5-2660-454E-A759-23010DA5C657}" type="presOf" srcId="{0F4C59AC-A3ED-4D3E-BA3D-E247A7CF44DC}" destId="{36EA9B78-EED0-4B8D-A5C6-D29CFD04744B}" srcOrd="1" destOrd="0" presId="urn:microsoft.com/office/officeart/2016/7/layout/RepeatingBendingProcessNew"/>
    <dgm:cxn modelId="{9B8E3EBB-9F41-4E67-B7E6-2645B572D867}" type="presOf" srcId="{5FA73EB9-CCC3-4C5E-AAB2-AF5AA96CEFF5}" destId="{64C56316-4D0A-483D-8E68-E6DD1ED84117}" srcOrd="0" destOrd="0" presId="urn:microsoft.com/office/officeart/2016/7/layout/RepeatingBendingProcessNew"/>
    <dgm:cxn modelId="{D8FD48C2-1C14-4FD8-92D3-F6E74C64A7EB}" srcId="{0CDA54B0-B6CA-42AB-9F68-AE25B485F9C3}" destId="{1A82B93A-FD80-44D7-AFFE-8FCED957A878}" srcOrd="3" destOrd="0" parTransId="{CDD0247B-E6DF-4F93-BEB9-86630CBF9ED5}" sibTransId="{423A457F-C1D8-4F1C-B8C1-2C92C639EE6C}"/>
    <dgm:cxn modelId="{B8DF16C4-1192-4352-B22B-4A6FB2895B2E}" srcId="{0CDA54B0-B6CA-42AB-9F68-AE25B485F9C3}" destId="{3597CB7B-5F63-49C3-818B-158E263FC684}" srcOrd="11" destOrd="0" parTransId="{891300FD-0753-4A01-B831-4150432B596C}" sibTransId="{FF7226FF-C348-471E-B063-9688D948A655}"/>
    <dgm:cxn modelId="{8590D3CC-E95C-4521-B467-16B5DFE41233}" type="presOf" srcId="{3DEE546A-A8B7-49BF-871B-4337654B9E9E}" destId="{70D19D99-A24B-4DA0-8064-BBD99EC15E34}" srcOrd="1" destOrd="0" presId="urn:microsoft.com/office/officeart/2016/7/layout/RepeatingBendingProcessNew"/>
    <dgm:cxn modelId="{97AD33CD-401C-4BC7-A818-E4EEAE236164}" type="presOf" srcId="{AFEFB673-03F7-4EE9-8720-4569026087A5}" destId="{D5F92EE1-652D-493D-88AC-6C1AE738B148}" srcOrd="0" destOrd="0" presId="urn:microsoft.com/office/officeart/2016/7/layout/RepeatingBendingProcessNew"/>
    <dgm:cxn modelId="{335468CE-0B51-4518-A42D-48CD3DE76E58}" type="presOf" srcId="{A55EB037-EA51-40D5-8D2F-BA70B13E4B64}" destId="{E208B8EB-DAF1-4656-B8FB-5434B909755B}" srcOrd="1" destOrd="0" presId="urn:microsoft.com/office/officeart/2016/7/layout/RepeatingBendingProcessNew"/>
    <dgm:cxn modelId="{6545D5CE-85A1-497F-9D82-CF57197F411A}" type="presOf" srcId="{423A457F-C1D8-4F1C-B8C1-2C92C639EE6C}" destId="{F0A0905D-A567-4B5B-9907-5A8F03329B28}" srcOrd="0" destOrd="0" presId="urn:microsoft.com/office/officeart/2016/7/layout/RepeatingBendingProcessNew"/>
    <dgm:cxn modelId="{430E5FD9-7D4C-473C-A5DE-DCC29CE6E632}" type="presOf" srcId="{50F441E1-6A7A-4693-A171-6B98761E91E7}" destId="{A4E69DC7-7AF9-4494-BE93-41E1C80869D0}" srcOrd="0" destOrd="0" presId="urn:microsoft.com/office/officeart/2016/7/layout/RepeatingBendingProcessNew"/>
    <dgm:cxn modelId="{34875EDC-5E1B-4190-9C8D-2EF9DAA31CE4}" srcId="{0CDA54B0-B6CA-42AB-9F68-AE25B485F9C3}" destId="{F2F374A2-61E2-4650-B1EB-9B7C0A043FB9}" srcOrd="4" destOrd="0" parTransId="{99F25A98-FF67-4860-9BEE-5416D92EE44B}" sibTransId="{0F4C59AC-A3ED-4D3E-BA3D-E247A7CF44DC}"/>
    <dgm:cxn modelId="{16DBA7DF-F413-4A78-806F-3132DD1982D9}" type="presOf" srcId="{A55EB037-EA51-40D5-8D2F-BA70B13E4B64}" destId="{A5195798-CBCA-4E1A-A11D-F569C3710E5B}" srcOrd="0" destOrd="0" presId="urn:microsoft.com/office/officeart/2016/7/layout/RepeatingBendingProcessNew"/>
    <dgm:cxn modelId="{9460F6E8-7C09-4589-9057-69ADE1485EA3}" type="presOf" srcId="{156636E1-702B-4536-8208-9693298689C3}" destId="{0D129B61-781E-41A6-A31D-1CE017D8D744}" srcOrd="1" destOrd="0" presId="urn:microsoft.com/office/officeart/2016/7/layout/RepeatingBendingProcessNew"/>
    <dgm:cxn modelId="{E39A23E9-0B29-460B-8000-93ACCF1941FD}" type="presOf" srcId="{1A82B93A-FD80-44D7-AFFE-8FCED957A878}" destId="{9206D8A4-ACF8-4170-94D4-75CF90046FCF}" srcOrd="0" destOrd="0" presId="urn:microsoft.com/office/officeart/2016/7/layout/RepeatingBendingProcessNew"/>
    <dgm:cxn modelId="{94A9BBEC-6571-4BFA-8416-D350C263A128}" type="presOf" srcId="{F8764C3F-9703-4CC7-BA41-8E873EF213A1}" destId="{46848791-84B2-47DE-8C23-4883151726B2}" srcOrd="0" destOrd="0" presId="urn:microsoft.com/office/officeart/2016/7/layout/RepeatingBendingProcessNew"/>
    <dgm:cxn modelId="{B5D9A8EE-F6C5-4B90-9F4F-DE0621F9EF16}" type="presOf" srcId="{1D4703FC-D663-4EF9-A80E-92F6C0363B07}" destId="{158EA73A-5C12-4B18-A282-871750081088}" srcOrd="1" destOrd="0" presId="urn:microsoft.com/office/officeart/2016/7/layout/RepeatingBendingProcessNew"/>
    <dgm:cxn modelId="{05A92CF4-7303-4693-AB06-CBE044C708E1}" type="presOf" srcId="{35668303-1D74-4636-9B28-400C72E87F5A}" destId="{AA1B4FBF-A22F-4675-B62B-9D4594E7A083}" srcOrd="0" destOrd="0" presId="urn:microsoft.com/office/officeart/2016/7/layout/RepeatingBendingProcessNew"/>
    <dgm:cxn modelId="{9B195FF7-98BD-4C36-95C5-8C01AE57313F}" srcId="{0CDA54B0-B6CA-42AB-9F68-AE25B485F9C3}" destId="{8EA382E9-5087-474E-B1E4-F58A35443ABE}" srcOrd="13" destOrd="0" parTransId="{99E064F3-081C-474C-A1BB-865253565ADD}" sibTransId="{580B44D5-34FE-4304-B52E-6A6EFEC16798}"/>
    <dgm:cxn modelId="{985FDBF7-63A3-4C71-9291-A84E218A3D3A}" type="presOf" srcId="{F8145B50-FD72-40A0-855D-E5721794443A}" destId="{ED9D485B-FB23-40F2-A2FE-FF774916C21C}" srcOrd="0" destOrd="0" presId="urn:microsoft.com/office/officeart/2016/7/layout/RepeatingBendingProcessNew"/>
    <dgm:cxn modelId="{EBC82CF8-7B31-4698-B176-C8345FCC986B}" type="presOf" srcId="{50F441E1-6A7A-4693-A171-6B98761E91E7}" destId="{AA0A2E21-AC8C-41A0-AE49-F61ABEB8914E}" srcOrd="1" destOrd="0" presId="urn:microsoft.com/office/officeart/2016/7/layout/RepeatingBendingProcessNew"/>
    <dgm:cxn modelId="{0ECDC4FD-2043-446F-881B-4BA8B2C4EA5E}" srcId="{0CDA54B0-B6CA-42AB-9F68-AE25B485F9C3}" destId="{9912EB30-71F5-4BEA-9134-1AD8B4DFBF20}" srcOrd="5" destOrd="0" parTransId="{69672C2C-F1B1-41EC-9B0B-67C6D2096B43}" sibTransId="{3DEE546A-A8B7-49BF-871B-4337654B9E9E}"/>
    <dgm:cxn modelId="{A05EBD58-6D53-4269-9082-DFFBE0EEC9BE}" type="presParOf" srcId="{D1F883A5-BC0E-46EE-B4E3-33DE98DC0362}" destId="{D5F92EE1-652D-493D-88AC-6C1AE738B148}" srcOrd="0" destOrd="0" presId="urn:microsoft.com/office/officeart/2016/7/layout/RepeatingBendingProcessNew"/>
    <dgm:cxn modelId="{45057B7F-EA15-440D-A288-4E83F1BD5F76}" type="presParOf" srcId="{D1F883A5-BC0E-46EE-B4E3-33DE98DC0362}" destId="{A4E69DC7-7AF9-4494-BE93-41E1C80869D0}" srcOrd="1" destOrd="0" presId="urn:microsoft.com/office/officeart/2016/7/layout/RepeatingBendingProcessNew"/>
    <dgm:cxn modelId="{9CF0D2FC-6348-42A7-A11F-9BFA966A3072}" type="presParOf" srcId="{A4E69DC7-7AF9-4494-BE93-41E1C80869D0}" destId="{AA0A2E21-AC8C-41A0-AE49-F61ABEB8914E}" srcOrd="0" destOrd="0" presId="urn:microsoft.com/office/officeart/2016/7/layout/RepeatingBendingProcessNew"/>
    <dgm:cxn modelId="{99142C33-260E-4387-9B06-48D7A27BEE9C}" type="presParOf" srcId="{D1F883A5-BC0E-46EE-B4E3-33DE98DC0362}" destId="{8F0DBE2E-9AC1-4584-9D28-BFE40EFDB791}" srcOrd="2" destOrd="0" presId="urn:microsoft.com/office/officeart/2016/7/layout/RepeatingBendingProcessNew"/>
    <dgm:cxn modelId="{AADC0E97-22DF-4ED7-AED5-D63D6FE4354F}" type="presParOf" srcId="{D1F883A5-BC0E-46EE-B4E3-33DE98DC0362}" destId="{D3E269A7-D47E-4E4E-ADC1-ECD07051653D}" srcOrd="3" destOrd="0" presId="urn:microsoft.com/office/officeart/2016/7/layout/RepeatingBendingProcessNew"/>
    <dgm:cxn modelId="{FFC98C72-28E7-4525-916A-6DE7CDAB52AB}" type="presParOf" srcId="{D3E269A7-D47E-4E4E-ADC1-ECD07051653D}" destId="{0D129B61-781E-41A6-A31D-1CE017D8D744}" srcOrd="0" destOrd="0" presId="urn:microsoft.com/office/officeart/2016/7/layout/RepeatingBendingProcessNew"/>
    <dgm:cxn modelId="{17F70E01-C72E-420B-98E2-30D7FA10D09D}" type="presParOf" srcId="{D1F883A5-BC0E-46EE-B4E3-33DE98DC0362}" destId="{64E00C60-7DB9-42FF-BFDF-C5A578377E43}" srcOrd="4" destOrd="0" presId="urn:microsoft.com/office/officeart/2016/7/layout/RepeatingBendingProcessNew"/>
    <dgm:cxn modelId="{9A37C744-D873-443A-B978-627102E850DE}" type="presParOf" srcId="{D1F883A5-BC0E-46EE-B4E3-33DE98DC0362}" destId="{AA1B4FBF-A22F-4675-B62B-9D4594E7A083}" srcOrd="5" destOrd="0" presId="urn:microsoft.com/office/officeart/2016/7/layout/RepeatingBendingProcessNew"/>
    <dgm:cxn modelId="{EFB9A0A6-C7BF-435E-898D-585CE94C40AF}" type="presParOf" srcId="{AA1B4FBF-A22F-4675-B62B-9D4594E7A083}" destId="{1D95217F-1F1C-41F6-A23C-02C8883FB502}" srcOrd="0" destOrd="0" presId="urn:microsoft.com/office/officeart/2016/7/layout/RepeatingBendingProcessNew"/>
    <dgm:cxn modelId="{4C990035-5F72-41FF-ACF2-61156E21981B}" type="presParOf" srcId="{D1F883A5-BC0E-46EE-B4E3-33DE98DC0362}" destId="{9206D8A4-ACF8-4170-94D4-75CF90046FCF}" srcOrd="6" destOrd="0" presId="urn:microsoft.com/office/officeart/2016/7/layout/RepeatingBendingProcessNew"/>
    <dgm:cxn modelId="{670492F6-EC04-492D-8F11-52CA68C4C180}" type="presParOf" srcId="{D1F883A5-BC0E-46EE-B4E3-33DE98DC0362}" destId="{F0A0905D-A567-4B5B-9907-5A8F03329B28}" srcOrd="7" destOrd="0" presId="urn:microsoft.com/office/officeart/2016/7/layout/RepeatingBendingProcessNew"/>
    <dgm:cxn modelId="{F1263E70-3F22-43B8-9D4F-B35A333789F4}" type="presParOf" srcId="{F0A0905D-A567-4B5B-9907-5A8F03329B28}" destId="{C1CEB439-F343-41B9-BE26-701F25431824}" srcOrd="0" destOrd="0" presId="urn:microsoft.com/office/officeart/2016/7/layout/RepeatingBendingProcessNew"/>
    <dgm:cxn modelId="{E0EB7815-E8B6-42D9-A886-7D4098F15A29}" type="presParOf" srcId="{D1F883A5-BC0E-46EE-B4E3-33DE98DC0362}" destId="{AF68EF1C-7D9D-407D-A0C1-DD04FA5C02D4}" srcOrd="8" destOrd="0" presId="urn:microsoft.com/office/officeart/2016/7/layout/RepeatingBendingProcessNew"/>
    <dgm:cxn modelId="{F740C3FB-6250-4598-B561-F164CB545E53}" type="presParOf" srcId="{D1F883A5-BC0E-46EE-B4E3-33DE98DC0362}" destId="{07BC1013-AB3E-4AD1-A80D-316EB4E43AD0}" srcOrd="9" destOrd="0" presId="urn:microsoft.com/office/officeart/2016/7/layout/RepeatingBendingProcessNew"/>
    <dgm:cxn modelId="{C23C2481-19AC-47BF-92D6-68CEBE150B9E}" type="presParOf" srcId="{07BC1013-AB3E-4AD1-A80D-316EB4E43AD0}" destId="{36EA9B78-EED0-4B8D-A5C6-D29CFD04744B}" srcOrd="0" destOrd="0" presId="urn:microsoft.com/office/officeart/2016/7/layout/RepeatingBendingProcessNew"/>
    <dgm:cxn modelId="{D8F0508B-CB2B-485A-8D6D-4945465AE3F8}" type="presParOf" srcId="{D1F883A5-BC0E-46EE-B4E3-33DE98DC0362}" destId="{DC60F794-8DAF-42CA-A2D8-39736FB5665A}" srcOrd="10" destOrd="0" presId="urn:microsoft.com/office/officeart/2016/7/layout/RepeatingBendingProcessNew"/>
    <dgm:cxn modelId="{BF2C510B-2F34-4B5E-90B0-714DECAB2A23}" type="presParOf" srcId="{D1F883A5-BC0E-46EE-B4E3-33DE98DC0362}" destId="{C94DB49F-87F9-4772-A707-27B49E999878}" srcOrd="11" destOrd="0" presId="urn:microsoft.com/office/officeart/2016/7/layout/RepeatingBendingProcessNew"/>
    <dgm:cxn modelId="{E02FABC5-D15F-4061-806E-1D7539063FE6}" type="presParOf" srcId="{C94DB49F-87F9-4772-A707-27B49E999878}" destId="{70D19D99-A24B-4DA0-8064-BBD99EC15E34}" srcOrd="0" destOrd="0" presId="urn:microsoft.com/office/officeart/2016/7/layout/RepeatingBendingProcessNew"/>
    <dgm:cxn modelId="{2D8A20E5-7C92-4E35-B65A-856974277A50}" type="presParOf" srcId="{D1F883A5-BC0E-46EE-B4E3-33DE98DC0362}" destId="{F25528D6-0920-4595-BD6D-E9AC5A2DC099}" srcOrd="12" destOrd="0" presId="urn:microsoft.com/office/officeart/2016/7/layout/RepeatingBendingProcessNew"/>
    <dgm:cxn modelId="{94D51B04-EA25-49BA-B5A6-7CD1D707FB46}" type="presParOf" srcId="{D1F883A5-BC0E-46EE-B4E3-33DE98DC0362}" destId="{ED9D485B-FB23-40F2-A2FE-FF774916C21C}" srcOrd="13" destOrd="0" presId="urn:microsoft.com/office/officeart/2016/7/layout/RepeatingBendingProcessNew"/>
    <dgm:cxn modelId="{209E12E9-2B4B-4223-9423-3EA222CD5676}" type="presParOf" srcId="{ED9D485B-FB23-40F2-A2FE-FF774916C21C}" destId="{512400C1-AD3D-42B5-B3F1-630BB5291CB2}" srcOrd="0" destOrd="0" presId="urn:microsoft.com/office/officeart/2016/7/layout/RepeatingBendingProcessNew"/>
    <dgm:cxn modelId="{728C4256-99F8-4B7C-949A-0885C8E9A5EB}" type="presParOf" srcId="{D1F883A5-BC0E-46EE-B4E3-33DE98DC0362}" destId="{435A8694-BFD8-4FA3-A7FA-7B7B7B47A3E3}" srcOrd="14" destOrd="0" presId="urn:microsoft.com/office/officeart/2016/7/layout/RepeatingBendingProcessNew"/>
    <dgm:cxn modelId="{25BE9CA3-D3DC-4784-BA54-579F92DA1EDD}" type="presParOf" srcId="{D1F883A5-BC0E-46EE-B4E3-33DE98DC0362}" destId="{21208BD1-07A3-4CCE-934B-61E9928E8C4B}" srcOrd="15" destOrd="0" presId="urn:microsoft.com/office/officeart/2016/7/layout/RepeatingBendingProcessNew"/>
    <dgm:cxn modelId="{060A57C1-B5E9-48E0-AAD1-BC6EE09744ED}" type="presParOf" srcId="{21208BD1-07A3-4CCE-934B-61E9928E8C4B}" destId="{158EA73A-5C12-4B18-A282-871750081088}" srcOrd="0" destOrd="0" presId="urn:microsoft.com/office/officeart/2016/7/layout/RepeatingBendingProcessNew"/>
    <dgm:cxn modelId="{6AAB3451-84B0-4A0B-B414-FFCD44E57D5B}" type="presParOf" srcId="{D1F883A5-BC0E-46EE-B4E3-33DE98DC0362}" destId="{D0CC47D2-0E00-4380-BC2F-8A2889E0CE4B}" srcOrd="16" destOrd="0" presId="urn:microsoft.com/office/officeart/2016/7/layout/RepeatingBendingProcessNew"/>
    <dgm:cxn modelId="{3D496A05-9EDD-4729-A30E-DE1FD03EEB79}" type="presParOf" srcId="{D1F883A5-BC0E-46EE-B4E3-33DE98DC0362}" destId="{0487AA60-2E42-46E1-AFBF-C8B54CC4D81C}" srcOrd="17" destOrd="0" presId="urn:microsoft.com/office/officeart/2016/7/layout/RepeatingBendingProcessNew"/>
    <dgm:cxn modelId="{D7F5FF94-15FF-4A33-AA4B-36B52DF1B54C}" type="presParOf" srcId="{0487AA60-2E42-46E1-AFBF-C8B54CC4D81C}" destId="{1B6D35D0-719B-42AD-ADD6-3EC17185899F}" srcOrd="0" destOrd="0" presId="urn:microsoft.com/office/officeart/2016/7/layout/RepeatingBendingProcessNew"/>
    <dgm:cxn modelId="{925CD907-C0D9-4C71-A6CF-503BC22B4608}" type="presParOf" srcId="{D1F883A5-BC0E-46EE-B4E3-33DE98DC0362}" destId="{1CAAFB77-6FF8-4825-8C32-86839468DD96}" srcOrd="18" destOrd="0" presId="urn:microsoft.com/office/officeart/2016/7/layout/RepeatingBendingProcessNew"/>
    <dgm:cxn modelId="{57D5503B-6F29-4499-A612-43547124014F}" type="presParOf" srcId="{D1F883A5-BC0E-46EE-B4E3-33DE98DC0362}" destId="{A5195798-CBCA-4E1A-A11D-F569C3710E5B}" srcOrd="19" destOrd="0" presId="urn:microsoft.com/office/officeart/2016/7/layout/RepeatingBendingProcessNew"/>
    <dgm:cxn modelId="{76F36F2B-FDD7-41B7-B833-18B72BFD226A}" type="presParOf" srcId="{A5195798-CBCA-4E1A-A11D-F569C3710E5B}" destId="{E208B8EB-DAF1-4656-B8FB-5434B909755B}" srcOrd="0" destOrd="0" presId="urn:microsoft.com/office/officeart/2016/7/layout/RepeatingBendingProcessNew"/>
    <dgm:cxn modelId="{AD51D96A-6EDB-4E52-8182-D102FE9D6548}" type="presParOf" srcId="{D1F883A5-BC0E-46EE-B4E3-33DE98DC0362}" destId="{EB4832D4-5C46-4B19-B6DC-54951A353F3A}" srcOrd="20" destOrd="0" presId="urn:microsoft.com/office/officeart/2016/7/layout/RepeatingBendingProcessNew"/>
    <dgm:cxn modelId="{4B6EA3AB-520C-417A-B377-8EBEA7E55014}" type="presParOf" srcId="{D1F883A5-BC0E-46EE-B4E3-33DE98DC0362}" destId="{46F920CC-3D23-46E8-A7E3-F5F3564C46CE}" srcOrd="21" destOrd="0" presId="urn:microsoft.com/office/officeart/2016/7/layout/RepeatingBendingProcessNew"/>
    <dgm:cxn modelId="{DC2552B5-AF40-4145-8C5C-DFB39593E969}" type="presParOf" srcId="{46F920CC-3D23-46E8-A7E3-F5F3564C46CE}" destId="{0C2B3F5C-9B2E-481C-A306-7EF8566C5C98}" srcOrd="0" destOrd="0" presId="urn:microsoft.com/office/officeart/2016/7/layout/RepeatingBendingProcessNew"/>
    <dgm:cxn modelId="{30B269A4-E01D-4342-9705-362CAD55C97A}" type="presParOf" srcId="{D1F883A5-BC0E-46EE-B4E3-33DE98DC0362}" destId="{51EEF444-3744-4C0D-BBD6-ACDEB68E144B}" srcOrd="22" destOrd="0" presId="urn:microsoft.com/office/officeart/2016/7/layout/RepeatingBendingProcessNew"/>
    <dgm:cxn modelId="{069D035D-6D88-4DEB-BF17-CA8D54B3CB25}" type="presParOf" srcId="{D1F883A5-BC0E-46EE-B4E3-33DE98DC0362}" destId="{D5BAAE3E-52FD-4549-B4F3-FAF7D83C42C0}" srcOrd="23" destOrd="0" presId="urn:microsoft.com/office/officeart/2016/7/layout/RepeatingBendingProcessNew"/>
    <dgm:cxn modelId="{7CB514A1-E31D-4398-A5F7-92AA821BD52E}" type="presParOf" srcId="{D5BAAE3E-52FD-4549-B4F3-FAF7D83C42C0}" destId="{59970550-F1DD-4205-81DD-DDC9C9523AA7}" srcOrd="0" destOrd="0" presId="urn:microsoft.com/office/officeart/2016/7/layout/RepeatingBendingProcessNew"/>
    <dgm:cxn modelId="{2DDDB7DC-AEA7-4894-B787-7579F16307A5}" type="presParOf" srcId="{D1F883A5-BC0E-46EE-B4E3-33DE98DC0362}" destId="{46848791-84B2-47DE-8C23-4883151726B2}" srcOrd="24" destOrd="0" presId="urn:microsoft.com/office/officeart/2016/7/layout/RepeatingBendingProcessNew"/>
    <dgm:cxn modelId="{3500083D-E3DE-4D7E-8C91-83C4E6C09CE5}" type="presParOf" srcId="{D1F883A5-BC0E-46EE-B4E3-33DE98DC0362}" destId="{64C56316-4D0A-483D-8E68-E6DD1ED84117}" srcOrd="25" destOrd="0" presId="urn:microsoft.com/office/officeart/2016/7/layout/RepeatingBendingProcessNew"/>
    <dgm:cxn modelId="{618D464F-1ECF-4F54-935A-3630F6821036}" type="presParOf" srcId="{64C56316-4D0A-483D-8E68-E6DD1ED84117}" destId="{D8ABCA48-37ED-451A-AE74-3F72069B7FD2}" srcOrd="0" destOrd="0" presId="urn:microsoft.com/office/officeart/2016/7/layout/RepeatingBendingProcessNew"/>
    <dgm:cxn modelId="{A52AF6CA-7244-4770-962D-1B5D9FBFD773}" type="presParOf" srcId="{D1F883A5-BC0E-46EE-B4E3-33DE98DC0362}" destId="{76BF1406-0D34-47DA-A106-37CAFB3DD125}" srcOrd="26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4E69DC7-7AF9-4494-BE93-41E1C80869D0}">
      <dsp:nvSpPr>
        <dsp:cNvPr id="0" name=""/>
        <dsp:cNvSpPr/>
      </dsp:nvSpPr>
      <dsp:spPr>
        <a:xfrm>
          <a:off x="1990621" y="939298"/>
          <a:ext cx="42459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24598" y="45720"/>
              </a:lnTo>
            </a:path>
          </a:pathLst>
        </a:custGeom>
        <a:noFill/>
        <a:ln w="63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>
        <a:off x="2191540" y="982740"/>
        <a:ext cx="22759" cy="4556"/>
      </dsp:txXfrm>
    </dsp:sp>
    <dsp:sp modelId="{D5F92EE1-652D-493D-88AC-6C1AE738B148}">
      <dsp:nvSpPr>
        <dsp:cNvPr id="0" name=""/>
        <dsp:cNvSpPr/>
      </dsp:nvSpPr>
      <dsp:spPr>
        <a:xfrm>
          <a:off x="13295" y="391281"/>
          <a:ext cx="1979125" cy="1187475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6979" tIns="101796" rIns="96979" bIns="101796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Client asks a feature on email</a:t>
          </a:r>
        </a:p>
      </dsp:txBody>
      <dsp:txXfrm>
        <a:off x="13295" y="391281"/>
        <a:ext cx="1979125" cy="1187475"/>
      </dsp:txXfrm>
    </dsp:sp>
    <dsp:sp modelId="{D3E269A7-D47E-4E4E-ADC1-ECD07051653D}">
      <dsp:nvSpPr>
        <dsp:cNvPr id="0" name=""/>
        <dsp:cNvSpPr/>
      </dsp:nvSpPr>
      <dsp:spPr>
        <a:xfrm>
          <a:off x="4424946" y="939298"/>
          <a:ext cx="42459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24598" y="45720"/>
              </a:lnTo>
            </a:path>
          </a:pathLst>
        </a:custGeom>
        <a:noFill/>
        <a:ln w="6350" cap="flat" cmpd="sng" algn="ctr">
          <a:solidFill>
            <a:schemeClr val="accent5">
              <a:hueOff val="-1194719"/>
              <a:satOff val="-8059"/>
              <a:lumOff val="317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>
        <a:off x="4625865" y="982740"/>
        <a:ext cx="22759" cy="4556"/>
      </dsp:txXfrm>
    </dsp:sp>
    <dsp:sp modelId="{8F0DBE2E-9AC1-4584-9D28-BFE40EFDB791}">
      <dsp:nvSpPr>
        <dsp:cNvPr id="0" name=""/>
        <dsp:cNvSpPr/>
      </dsp:nvSpPr>
      <dsp:spPr>
        <a:xfrm>
          <a:off x="2447620" y="391281"/>
          <a:ext cx="1979125" cy="1187475"/>
        </a:xfrm>
        <a:prstGeom prst="rect">
          <a:avLst/>
        </a:prstGeom>
        <a:solidFill>
          <a:schemeClr val="accent5">
            <a:hueOff val="-1102817"/>
            <a:satOff val="-7439"/>
            <a:lumOff val="292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6979" tIns="101796" rIns="96979" bIns="101796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Business analyst performs analysis, and the feature is approved</a:t>
          </a:r>
        </a:p>
      </dsp:txBody>
      <dsp:txXfrm>
        <a:off x="2447620" y="391281"/>
        <a:ext cx="1979125" cy="1187475"/>
      </dsp:txXfrm>
    </dsp:sp>
    <dsp:sp modelId="{AA1B4FBF-A22F-4675-B62B-9D4594E7A083}">
      <dsp:nvSpPr>
        <dsp:cNvPr id="0" name=""/>
        <dsp:cNvSpPr/>
      </dsp:nvSpPr>
      <dsp:spPr>
        <a:xfrm>
          <a:off x="6859270" y="939298"/>
          <a:ext cx="42459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24598" y="45720"/>
              </a:lnTo>
            </a:path>
          </a:pathLst>
        </a:custGeom>
        <a:noFill/>
        <a:ln w="6350" cap="flat" cmpd="sng" algn="ctr">
          <a:solidFill>
            <a:schemeClr val="accent5">
              <a:hueOff val="-2389438"/>
              <a:satOff val="-16118"/>
              <a:lumOff val="634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>
        <a:off x="7060190" y="982740"/>
        <a:ext cx="22759" cy="4556"/>
      </dsp:txXfrm>
    </dsp:sp>
    <dsp:sp modelId="{64E00C60-7DB9-42FF-BFDF-C5A578377E43}">
      <dsp:nvSpPr>
        <dsp:cNvPr id="0" name=""/>
        <dsp:cNvSpPr/>
      </dsp:nvSpPr>
      <dsp:spPr>
        <a:xfrm>
          <a:off x="4881945" y="391281"/>
          <a:ext cx="1979125" cy="1187475"/>
        </a:xfrm>
        <a:prstGeom prst="rect">
          <a:avLst/>
        </a:prstGeom>
        <a:solidFill>
          <a:schemeClr val="accent5">
            <a:hueOff val="-2205635"/>
            <a:satOff val="-14878"/>
            <a:lumOff val="585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6979" tIns="101796" rIns="96979" bIns="101796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Client creates a ticket on Jira</a:t>
          </a:r>
        </a:p>
      </dsp:txBody>
      <dsp:txXfrm>
        <a:off x="4881945" y="391281"/>
        <a:ext cx="1979125" cy="1187475"/>
      </dsp:txXfrm>
    </dsp:sp>
    <dsp:sp modelId="{F0A0905D-A567-4B5B-9907-5A8F03329B28}">
      <dsp:nvSpPr>
        <dsp:cNvPr id="0" name=""/>
        <dsp:cNvSpPr/>
      </dsp:nvSpPr>
      <dsp:spPr>
        <a:xfrm>
          <a:off x="9293595" y="939298"/>
          <a:ext cx="42459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24598" y="45720"/>
              </a:lnTo>
            </a:path>
          </a:pathLst>
        </a:custGeom>
        <a:noFill/>
        <a:ln w="6350" cap="flat" cmpd="sng" algn="ctr">
          <a:solidFill>
            <a:schemeClr val="accent5">
              <a:hueOff val="-3584156"/>
              <a:satOff val="-24176"/>
              <a:lumOff val="951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>
        <a:off x="9494515" y="982740"/>
        <a:ext cx="22759" cy="4556"/>
      </dsp:txXfrm>
    </dsp:sp>
    <dsp:sp modelId="{9206D8A4-ACF8-4170-94D4-75CF90046FCF}">
      <dsp:nvSpPr>
        <dsp:cNvPr id="0" name=""/>
        <dsp:cNvSpPr/>
      </dsp:nvSpPr>
      <dsp:spPr>
        <a:xfrm>
          <a:off x="7316269" y="391281"/>
          <a:ext cx="1979125" cy="1187475"/>
        </a:xfrm>
        <a:prstGeom prst="rect">
          <a:avLst/>
        </a:prstGeom>
        <a:solidFill>
          <a:schemeClr val="accent5">
            <a:hueOff val="-3308452"/>
            <a:satOff val="-22317"/>
            <a:lumOff val="877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6979" tIns="101796" rIns="96979" bIns="101796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Scrum master picks the ticket and converts into a user story</a:t>
          </a:r>
        </a:p>
      </dsp:txBody>
      <dsp:txXfrm>
        <a:off x="7316269" y="391281"/>
        <a:ext cx="1979125" cy="1187475"/>
      </dsp:txXfrm>
    </dsp:sp>
    <dsp:sp modelId="{07BC1013-AB3E-4AD1-A80D-316EB4E43AD0}">
      <dsp:nvSpPr>
        <dsp:cNvPr id="0" name=""/>
        <dsp:cNvSpPr/>
      </dsp:nvSpPr>
      <dsp:spPr>
        <a:xfrm>
          <a:off x="1002858" y="1576956"/>
          <a:ext cx="9737299" cy="424598"/>
        </a:xfrm>
        <a:custGeom>
          <a:avLst/>
          <a:gdLst/>
          <a:ahLst/>
          <a:cxnLst/>
          <a:rect l="0" t="0" r="0" b="0"/>
          <a:pathLst>
            <a:path>
              <a:moveTo>
                <a:pt x="9737299" y="0"/>
              </a:moveTo>
              <a:lnTo>
                <a:pt x="9737299" y="229399"/>
              </a:lnTo>
              <a:lnTo>
                <a:pt x="0" y="229399"/>
              </a:lnTo>
              <a:lnTo>
                <a:pt x="0" y="424598"/>
              </a:lnTo>
            </a:path>
          </a:pathLst>
        </a:custGeom>
        <a:noFill/>
        <a:ln w="6350" cap="flat" cmpd="sng" algn="ctr">
          <a:solidFill>
            <a:schemeClr val="accent5">
              <a:hueOff val="-4778875"/>
              <a:satOff val="-32235"/>
              <a:lumOff val="1268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>
        <a:off x="5627809" y="1786978"/>
        <a:ext cx="487396" cy="4556"/>
      </dsp:txXfrm>
    </dsp:sp>
    <dsp:sp modelId="{AF68EF1C-7D9D-407D-A0C1-DD04FA5C02D4}">
      <dsp:nvSpPr>
        <dsp:cNvPr id="0" name=""/>
        <dsp:cNvSpPr/>
      </dsp:nvSpPr>
      <dsp:spPr>
        <a:xfrm>
          <a:off x="9750594" y="391281"/>
          <a:ext cx="1979125" cy="1187475"/>
        </a:xfrm>
        <a:prstGeom prst="rect">
          <a:avLst/>
        </a:prstGeom>
        <a:solidFill>
          <a:schemeClr val="accent5">
            <a:hueOff val="-4411269"/>
            <a:satOff val="-29755"/>
            <a:lumOff val="1170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6979" tIns="101796" rIns="96979" bIns="101796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User story is converted into tasks and put on backlog on scrum board</a:t>
          </a:r>
        </a:p>
      </dsp:txBody>
      <dsp:txXfrm>
        <a:off x="9750594" y="391281"/>
        <a:ext cx="1979125" cy="1187475"/>
      </dsp:txXfrm>
    </dsp:sp>
    <dsp:sp modelId="{C94DB49F-87F9-4772-A707-27B49E999878}">
      <dsp:nvSpPr>
        <dsp:cNvPr id="0" name=""/>
        <dsp:cNvSpPr/>
      </dsp:nvSpPr>
      <dsp:spPr>
        <a:xfrm>
          <a:off x="1990621" y="2581973"/>
          <a:ext cx="42459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24598" y="45720"/>
              </a:lnTo>
            </a:path>
          </a:pathLst>
        </a:custGeom>
        <a:noFill/>
        <a:ln w="6350" cap="flat" cmpd="sng" algn="ctr">
          <a:solidFill>
            <a:schemeClr val="accent5">
              <a:hueOff val="-5973593"/>
              <a:satOff val="-40294"/>
              <a:lumOff val="1585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>
        <a:off x="2191540" y="2625415"/>
        <a:ext cx="22759" cy="4556"/>
      </dsp:txXfrm>
    </dsp:sp>
    <dsp:sp modelId="{DC60F794-8DAF-42CA-A2D8-39736FB5665A}">
      <dsp:nvSpPr>
        <dsp:cNvPr id="0" name=""/>
        <dsp:cNvSpPr/>
      </dsp:nvSpPr>
      <dsp:spPr>
        <a:xfrm>
          <a:off x="13295" y="2033955"/>
          <a:ext cx="1979125" cy="1187475"/>
        </a:xfrm>
        <a:prstGeom prst="rect">
          <a:avLst/>
        </a:prstGeom>
        <a:solidFill>
          <a:schemeClr val="accent5">
            <a:hueOff val="-5514087"/>
            <a:satOff val="-37194"/>
            <a:lumOff val="1463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6979" tIns="101796" rIns="96979" bIns="101796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Tasks are picked in sprint planning meeting</a:t>
          </a:r>
        </a:p>
      </dsp:txBody>
      <dsp:txXfrm>
        <a:off x="13295" y="2033955"/>
        <a:ext cx="1979125" cy="1187475"/>
      </dsp:txXfrm>
    </dsp:sp>
    <dsp:sp modelId="{ED9D485B-FB23-40F2-A2FE-FF774916C21C}">
      <dsp:nvSpPr>
        <dsp:cNvPr id="0" name=""/>
        <dsp:cNvSpPr/>
      </dsp:nvSpPr>
      <dsp:spPr>
        <a:xfrm>
          <a:off x="4424946" y="2581973"/>
          <a:ext cx="42459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24598" y="45720"/>
              </a:lnTo>
            </a:path>
          </a:pathLst>
        </a:custGeom>
        <a:noFill/>
        <a:ln w="6350" cap="flat" cmpd="sng" algn="ctr">
          <a:solidFill>
            <a:schemeClr val="accent5">
              <a:hueOff val="-7168312"/>
              <a:satOff val="-48353"/>
              <a:lumOff val="1902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>
        <a:off x="4625865" y="2625415"/>
        <a:ext cx="22759" cy="4556"/>
      </dsp:txXfrm>
    </dsp:sp>
    <dsp:sp modelId="{F25528D6-0920-4595-BD6D-E9AC5A2DC099}">
      <dsp:nvSpPr>
        <dsp:cNvPr id="0" name=""/>
        <dsp:cNvSpPr/>
      </dsp:nvSpPr>
      <dsp:spPr>
        <a:xfrm>
          <a:off x="2447620" y="2033955"/>
          <a:ext cx="1979125" cy="1187475"/>
        </a:xfrm>
        <a:prstGeom prst="rect">
          <a:avLst/>
        </a:prstGeom>
        <a:solidFill>
          <a:schemeClr val="accent5">
            <a:hueOff val="-6616904"/>
            <a:satOff val="-44633"/>
            <a:lumOff val="1755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6979" tIns="101796" rIns="96979" bIns="101796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Designer provides mockup/wireframe</a:t>
          </a:r>
        </a:p>
      </dsp:txBody>
      <dsp:txXfrm>
        <a:off x="2447620" y="2033955"/>
        <a:ext cx="1979125" cy="1187475"/>
      </dsp:txXfrm>
    </dsp:sp>
    <dsp:sp modelId="{21208BD1-07A3-4CCE-934B-61E9928E8C4B}">
      <dsp:nvSpPr>
        <dsp:cNvPr id="0" name=""/>
        <dsp:cNvSpPr/>
      </dsp:nvSpPr>
      <dsp:spPr>
        <a:xfrm>
          <a:off x="6859270" y="2581973"/>
          <a:ext cx="42459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24598" y="45720"/>
              </a:lnTo>
            </a:path>
          </a:pathLst>
        </a:custGeom>
        <a:noFill/>
        <a:ln w="6350" cap="flat" cmpd="sng" algn="ctr">
          <a:solidFill>
            <a:schemeClr val="accent5">
              <a:hueOff val="-8363031"/>
              <a:satOff val="-56411"/>
              <a:lumOff val="22191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>
        <a:off x="7060190" y="2625415"/>
        <a:ext cx="22759" cy="4556"/>
      </dsp:txXfrm>
    </dsp:sp>
    <dsp:sp modelId="{435A8694-BFD8-4FA3-A7FA-7B7B7B47A3E3}">
      <dsp:nvSpPr>
        <dsp:cNvPr id="0" name=""/>
        <dsp:cNvSpPr/>
      </dsp:nvSpPr>
      <dsp:spPr>
        <a:xfrm>
          <a:off x="4881945" y="2033955"/>
          <a:ext cx="1979125" cy="1187475"/>
        </a:xfrm>
        <a:prstGeom prst="rect">
          <a:avLst/>
        </a:prstGeom>
        <a:solidFill>
          <a:schemeClr val="accent5">
            <a:hueOff val="-7719721"/>
            <a:satOff val="-52072"/>
            <a:lumOff val="2048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6979" tIns="101796" rIns="96979" bIns="101796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Developers write code, perform unit testing and </a:t>
          </a:r>
          <a:r>
            <a:rPr lang="en-US" sz="1600" kern="1200" err="1"/>
            <a:t>linting</a:t>
          </a:r>
          <a:r>
            <a:rPr lang="en-US" sz="1600" kern="1200"/>
            <a:t>, and commit on local branch</a:t>
          </a:r>
        </a:p>
      </dsp:txBody>
      <dsp:txXfrm>
        <a:off x="4881945" y="2033955"/>
        <a:ext cx="1979125" cy="1187475"/>
      </dsp:txXfrm>
    </dsp:sp>
    <dsp:sp modelId="{0487AA60-2E42-46E1-AFBF-C8B54CC4D81C}">
      <dsp:nvSpPr>
        <dsp:cNvPr id="0" name=""/>
        <dsp:cNvSpPr/>
      </dsp:nvSpPr>
      <dsp:spPr>
        <a:xfrm>
          <a:off x="9293595" y="2581973"/>
          <a:ext cx="42459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24598" y="45720"/>
              </a:lnTo>
            </a:path>
          </a:pathLst>
        </a:custGeom>
        <a:noFill/>
        <a:ln w="6350" cap="flat" cmpd="sng" algn="ctr">
          <a:solidFill>
            <a:schemeClr val="accent5">
              <a:hueOff val="-9557750"/>
              <a:satOff val="-64470"/>
              <a:lumOff val="25361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>
        <a:off x="9494515" y="2625415"/>
        <a:ext cx="22759" cy="4556"/>
      </dsp:txXfrm>
    </dsp:sp>
    <dsp:sp modelId="{D0CC47D2-0E00-4380-BC2F-8A2889E0CE4B}">
      <dsp:nvSpPr>
        <dsp:cNvPr id="0" name=""/>
        <dsp:cNvSpPr/>
      </dsp:nvSpPr>
      <dsp:spPr>
        <a:xfrm>
          <a:off x="7316269" y="2033955"/>
          <a:ext cx="1979125" cy="1187475"/>
        </a:xfrm>
        <a:prstGeom prst="rect">
          <a:avLst/>
        </a:prstGeom>
        <a:solidFill>
          <a:schemeClr val="accent5">
            <a:hueOff val="-8822539"/>
            <a:satOff val="-59511"/>
            <a:lumOff val="2341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6979" tIns="101796" rIns="96979" bIns="101796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Lead programmer reviews code and merges into master branch</a:t>
          </a:r>
        </a:p>
      </dsp:txBody>
      <dsp:txXfrm>
        <a:off x="7316269" y="2033955"/>
        <a:ext cx="1979125" cy="1187475"/>
      </dsp:txXfrm>
    </dsp:sp>
    <dsp:sp modelId="{A5195798-CBCA-4E1A-A11D-F569C3710E5B}">
      <dsp:nvSpPr>
        <dsp:cNvPr id="0" name=""/>
        <dsp:cNvSpPr/>
      </dsp:nvSpPr>
      <dsp:spPr>
        <a:xfrm>
          <a:off x="1002858" y="3219631"/>
          <a:ext cx="9737299" cy="424598"/>
        </a:xfrm>
        <a:custGeom>
          <a:avLst/>
          <a:gdLst/>
          <a:ahLst/>
          <a:cxnLst/>
          <a:rect l="0" t="0" r="0" b="0"/>
          <a:pathLst>
            <a:path>
              <a:moveTo>
                <a:pt x="9737299" y="0"/>
              </a:moveTo>
              <a:lnTo>
                <a:pt x="9737299" y="229399"/>
              </a:lnTo>
              <a:lnTo>
                <a:pt x="0" y="229399"/>
              </a:lnTo>
              <a:lnTo>
                <a:pt x="0" y="424598"/>
              </a:lnTo>
            </a:path>
          </a:pathLst>
        </a:custGeom>
        <a:noFill/>
        <a:ln w="6350" cap="flat" cmpd="sng" algn="ctr">
          <a:solidFill>
            <a:schemeClr val="accent5">
              <a:hueOff val="-10752469"/>
              <a:satOff val="-72529"/>
              <a:lumOff val="28531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>
        <a:off x="5627809" y="3429652"/>
        <a:ext cx="487396" cy="4556"/>
      </dsp:txXfrm>
    </dsp:sp>
    <dsp:sp modelId="{1CAAFB77-6FF8-4825-8C32-86839468DD96}">
      <dsp:nvSpPr>
        <dsp:cNvPr id="0" name=""/>
        <dsp:cNvSpPr/>
      </dsp:nvSpPr>
      <dsp:spPr>
        <a:xfrm>
          <a:off x="9750594" y="2033955"/>
          <a:ext cx="1979125" cy="1187475"/>
        </a:xfrm>
        <a:prstGeom prst="rect">
          <a:avLst/>
        </a:prstGeom>
        <a:solidFill>
          <a:schemeClr val="accent5">
            <a:hueOff val="-9925356"/>
            <a:satOff val="-66950"/>
            <a:lumOff val="2633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6979" tIns="101796" rIns="96979" bIns="101796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The code is built and artifacts are created</a:t>
          </a:r>
        </a:p>
      </dsp:txBody>
      <dsp:txXfrm>
        <a:off x="9750594" y="2033955"/>
        <a:ext cx="1979125" cy="1187475"/>
      </dsp:txXfrm>
    </dsp:sp>
    <dsp:sp modelId="{46F920CC-3D23-46E8-A7E3-F5F3564C46CE}">
      <dsp:nvSpPr>
        <dsp:cNvPr id="0" name=""/>
        <dsp:cNvSpPr/>
      </dsp:nvSpPr>
      <dsp:spPr>
        <a:xfrm>
          <a:off x="1990621" y="4224648"/>
          <a:ext cx="42459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24598" y="45720"/>
              </a:lnTo>
            </a:path>
          </a:pathLst>
        </a:custGeom>
        <a:noFill/>
        <a:ln w="6350" cap="flat" cmpd="sng" algn="ctr">
          <a:solidFill>
            <a:schemeClr val="accent5">
              <a:hueOff val="-11947187"/>
              <a:satOff val="-80588"/>
              <a:lumOff val="31701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>
        <a:off x="2191540" y="4268089"/>
        <a:ext cx="22759" cy="4556"/>
      </dsp:txXfrm>
    </dsp:sp>
    <dsp:sp modelId="{EB4832D4-5C46-4B19-B6DC-54951A353F3A}">
      <dsp:nvSpPr>
        <dsp:cNvPr id="0" name=""/>
        <dsp:cNvSpPr/>
      </dsp:nvSpPr>
      <dsp:spPr>
        <a:xfrm>
          <a:off x="13295" y="3676630"/>
          <a:ext cx="1979125" cy="1187475"/>
        </a:xfrm>
        <a:prstGeom prst="rect">
          <a:avLst/>
        </a:prstGeom>
        <a:solidFill>
          <a:schemeClr val="accent5">
            <a:hueOff val="-11028173"/>
            <a:satOff val="-74388"/>
            <a:lumOff val="2926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6979" tIns="101796" rIns="96979" bIns="101796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Artifacts are deployed automatically on test environment</a:t>
          </a:r>
        </a:p>
      </dsp:txBody>
      <dsp:txXfrm>
        <a:off x="13295" y="3676630"/>
        <a:ext cx="1979125" cy="1187475"/>
      </dsp:txXfrm>
    </dsp:sp>
    <dsp:sp modelId="{D5BAAE3E-52FD-4549-B4F3-FAF7D83C42C0}">
      <dsp:nvSpPr>
        <dsp:cNvPr id="0" name=""/>
        <dsp:cNvSpPr/>
      </dsp:nvSpPr>
      <dsp:spPr>
        <a:xfrm>
          <a:off x="4424946" y="4224648"/>
          <a:ext cx="42459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24598" y="45720"/>
              </a:lnTo>
            </a:path>
          </a:pathLst>
        </a:custGeom>
        <a:noFill/>
        <a:ln w="6350" cap="flat" cmpd="sng" algn="ctr">
          <a:solidFill>
            <a:schemeClr val="accent5">
              <a:hueOff val="-13141906"/>
              <a:satOff val="-88646"/>
              <a:lumOff val="34871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>
        <a:off x="4625865" y="4268089"/>
        <a:ext cx="22759" cy="4556"/>
      </dsp:txXfrm>
    </dsp:sp>
    <dsp:sp modelId="{51EEF444-3744-4C0D-BBD6-ACDEB68E144B}">
      <dsp:nvSpPr>
        <dsp:cNvPr id="0" name=""/>
        <dsp:cNvSpPr/>
      </dsp:nvSpPr>
      <dsp:spPr>
        <a:xfrm>
          <a:off x="2447620" y="3676630"/>
          <a:ext cx="1979125" cy="1187475"/>
        </a:xfrm>
        <a:prstGeom prst="rect">
          <a:avLst/>
        </a:prstGeom>
        <a:solidFill>
          <a:schemeClr val="accent5">
            <a:hueOff val="-12130990"/>
            <a:satOff val="-81827"/>
            <a:lumOff val="3218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6979" tIns="101796" rIns="96979" bIns="101796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Quality Assurance team performs testing and approves the build</a:t>
          </a:r>
        </a:p>
      </dsp:txBody>
      <dsp:txXfrm>
        <a:off x="2447620" y="3676630"/>
        <a:ext cx="1979125" cy="1187475"/>
      </dsp:txXfrm>
    </dsp:sp>
    <dsp:sp modelId="{64C56316-4D0A-483D-8E68-E6DD1ED84117}">
      <dsp:nvSpPr>
        <dsp:cNvPr id="0" name=""/>
        <dsp:cNvSpPr/>
      </dsp:nvSpPr>
      <dsp:spPr>
        <a:xfrm>
          <a:off x="6859270" y="4224648"/>
          <a:ext cx="42459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24598" y="45720"/>
              </a:lnTo>
            </a:path>
          </a:pathLst>
        </a:custGeom>
        <a:noFill/>
        <a:ln w="6350" cap="flat" cmpd="sng" algn="ctr">
          <a:solidFill>
            <a:schemeClr val="accent5">
              <a:hueOff val="-14336624"/>
              <a:satOff val="-96705"/>
              <a:lumOff val="38041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>
        <a:off x="7060190" y="4268089"/>
        <a:ext cx="22759" cy="4556"/>
      </dsp:txXfrm>
    </dsp:sp>
    <dsp:sp modelId="{46848791-84B2-47DE-8C23-4883151726B2}">
      <dsp:nvSpPr>
        <dsp:cNvPr id="0" name=""/>
        <dsp:cNvSpPr/>
      </dsp:nvSpPr>
      <dsp:spPr>
        <a:xfrm>
          <a:off x="4881945" y="3676630"/>
          <a:ext cx="1979125" cy="1187475"/>
        </a:xfrm>
        <a:prstGeom prst="rect">
          <a:avLst/>
        </a:prstGeom>
        <a:solidFill>
          <a:schemeClr val="accent5">
            <a:hueOff val="-13233808"/>
            <a:satOff val="-89266"/>
            <a:lumOff val="3511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6979" tIns="101796" rIns="96979" bIns="101796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Build is deployed and validated to production environment a day before end of sprint</a:t>
          </a:r>
        </a:p>
      </dsp:txBody>
      <dsp:txXfrm>
        <a:off x="4881945" y="3676630"/>
        <a:ext cx="1979125" cy="1187475"/>
      </dsp:txXfrm>
    </dsp:sp>
    <dsp:sp modelId="{76BF1406-0D34-47DA-A106-37CAFB3DD125}">
      <dsp:nvSpPr>
        <dsp:cNvPr id="0" name=""/>
        <dsp:cNvSpPr/>
      </dsp:nvSpPr>
      <dsp:spPr>
        <a:xfrm>
          <a:off x="7316269" y="3676630"/>
          <a:ext cx="1979125" cy="1187475"/>
        </a:xfrm>
        <a:prstGeom prst="rect">
          <a:avLst/>
        </a:prstGeom>
        <a:solidFill>
          <a:schemeClr val="accent5">
            <a:hueOff val="-14336624"/>
            <a:satOff val="-96705"/>
            <a:lumOff val="3804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6979" tIns="101796" rIns="96979" bIns="101796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Release notes are prepared, and respective tasks are closed</a:t>
          </a:r>
        </a:p>
      </dsp:txBody>
      <dsp:txXfrm>
        <a:off x="7316269" y="3676630"/>
        <a:ext cx="1979125" cy="118747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F97DFCF-F890-A143-9133-C8B65C9B01E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E2C281-2434-D94F-B4BD-BA3CD4DB84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6D5B4E-BF3E-3B45-A4BA-D6C3B92870D7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17CBFA-633D-5540-AFAA-BE1F495EC62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6B5631-D714-AD41-853B-A883ADC344D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5AE8BC-2AB3-9E4C-9797-2A6F8A74C7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98705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A8621B-8C8E-49BA-8772-41D0FE75A082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8B34ED-4CDD-41C9-90F7-D768D5559A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9706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sz="1200"/>
              <a:t>Spiral, Prototype, Extreme Programming, Rapid Application Development, Rational Unified Process, and what not. They all are the same.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30215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/>
              <a:t>The remaining 5 principles can only be understood if the defined 7 have been adopted well.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2386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1913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80931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sz="1200"/>
              <a:t>Continuous planning is needed because:</a:t>
            </a:r>
          </a:p>
          <a:p>
            <a:pPr marL="806958" lvl="1" indent="-514350">
              <a:buFont typeface="Wingdings" panose="05000000000000000000" pitchFamily="2" charset="2"/>
              <a:buChar char="§"/>
            </a:pPr>
            <a:r>
              <a:rPr lang="en-US" sz="1200"/>
              <a:t>What works for me may not work for you</a:t>
            </a:r>
          </a:p>
          <a:p>
            <a:pPr marL="806958" lvl="1" indent="-514350">
              <a:buFont typeface="Wingdings" panose="05000000000000000000" pitchFamily="2" charset="2"/>
              <a:buChar char="§"/>
            </a:pPr>
            <a:r>
              <a:rPr lang="en-US" sz="1200"/>
              <a:t>What works for me may not work for me in another project</a:t>
            </a:r>
          </a:p>
          <a:p>
            <a:pPr marL="806958" lvl="1" indent="-514350">
              <a:buFont typeface="Wingdings" panose="05000000000000000000" pitchFamily="2" charset="2"/>
              <a:buChar char="§"/>
            </a:pPr>
            <a:r>
              <a:rPr lang="en-US" sz="1200"/>
              <a:t>What works for me today may not work for me tomorrow in the same project</a:t>
            </a:r>
          </a:p>
          <a:p>
            <a:pPr marL="228600" indent="-228600">
              <a:buAutoNum type="arabicPeriod"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7951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err="1"/>
              <a:t>Github</a:t>
            </a:r>
            <a:r>
              <a:rPr lang="en-US"/>
              <a:t> isn’t flash drive. It isn’t supposed to back up stuff, repos shouldn’t be made and deleted life selfies.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4960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61539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76904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74489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054745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531887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86358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84503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80209DF-C4D9-43B8-AA05-F5361915304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512343" y="5922140"/>
            <a:ext cx="5167313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58235C5-25B1-4243-9762-4AAD3C08E8B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038600" y="3608511"/>
            <a:ext cx="4114800" cy="51879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>
            <a:noAutofit/>
          </a:bodyPr>
          <a:lstStyle>
            <a:lvl1pPr marL="0" indent="0" algn="ctr">
              <a:buNone/>
              <a:defRPr sz="1800" cap="all" baseline="0"/>
            </a:lvl1pPr>
          </a:lstStyle>
          <a:p>
            <a:r>
              <a:rPr lang="en-US" spc="300"/>
              <a:t>ANNUAL REVIEW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8B2C6E-DB6F-4476-8E95-9F6EC79392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0836" y="2445633"/>
            <a:ext cx="11490325" cy="823913"/>
          </a:xfrm>
        </p:spPr>
        <p:txBody>
          <a:bodyPr>
            <a:noAutofit/>
          </a:bodyPr>
          <a:lstStyle>
            <a:lvl1pPr>
              <a:lnSpc>
                <a:spcPct val="150000"/>
              </a:lnSpc>
              <a:spcBef>
                <a:spcPts val="1000"/>
              </a:spcBef>
              <a:defRPr sz="4000" cap="all" spc="300" baseline="0"/>
            </a:lvl1pPr>
          </a:lstStyle>
          <a:p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823031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12AA41C-A030-4521-8130-6A8E4543F27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58000"/>
          </a:xfrm>
          <a:prstGeom prst="parallelogram">
            <a:avLst/>
          </a:prstGeo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83D428-B974-43F4-9246-0A2EECA11A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68819" y="642927"/>
            <a:ext cx="4846320" cy="1435947"/>
          </a:xfrm>
        </p:spPr>
        <p:txBody>
          <a:bodyPr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5400" baseline="0"/>
            </a:lvl1pPr>
          </a:lstStyle>
          <a:p>
            <a:r>
              <a:rPr lang="en-US"/>
              <a:t>Title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9732E-D749-40DD-8365-050285187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F55E23-C4CC-4E9B-80F4-C4BEA6E2D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D00A38D-CFE8-4333-B9D2-D3E7EACA4F0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068820" y="2078875"/>
            <a:ext cx="4114800" cy="3798888"/>
          </a:xfrm>
        </p:spPr>
        <p:txBody>
          <a:bodyPr>
            <a:noAutofit/>
          </a:bodyPr>
          <a:lstStyle>
            <a:lvl1pPr marL="0" indent="0">
              <a:buNone/>
              <a:defRPr sz="1800" spc="3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AA8588E-221D-4931-A290-C5C418443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068820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1152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E5539E44-E270-49B4-8B0A-07870325AA9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25539" y="1546138"/>
            <a:ext cx="4023360" cy="464871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1400" spc="300" baseline="0" dirty="0">
                <a:solidFill>
                  <a:schemeClr val="lt1"/>
                </a:solidFill>
              </a:defRPr>
            </a:lvl1pPr>
          </a:lstStyle>
          <a:p>
            <a:pPr marL="0" lvl="0" algn="ctr"/>
            <a:r>
              <a:rPr lang="en-US"/>
              <a:t>CLICK TO EDIT MASTER TEXT STYLES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86FE9B2-6286-484B-8943-95EE0B6B02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416550" cy="6846932"/>
          </a:xfr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D4E8708-8565-4A5B-9D9E-1D4F40EAF9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Content Placeholder 8">
            <a:extLst>
              <a:ext uri="{FF2B5EF4-FFF2-40B4-BE49-F238E27FC236}">
                <a16:creationId xmlns:a16="http://schemas.microsoft.com/office/drawing/2014/main" id="{42436126-0370-4532-A8AD-D20897982AD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0" y="2799617"/>
            <a:ext cx="4646246" cy="2218585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pPr marL="0" indent="0">
              <a:lnSpc>
                <a:spcPct val="100000"/>
              </a:lnSpc>
              <a:buNone/>
            </a:pPr>
            <a:r>
              <a:rPr lang="en-US" sz="1600">
                <a:cs typeface="Biome Light" panose="020B0303030204020804" pitchFamily="34" charset="0"/>
              </a:rPr>
              <a:t>Click to edit master text style.</a:t>
            </a:r>
          </a:p>
          <a:p>
            <a:pPr marL="0" indent="0">
              <a:buNone/>
            </a:pPr>
            <a:endParaRPr lang="en-US"/>
          </a:p>
        </p:txBody>
      </p:sp>
      <p:sp>
        <p:nvSpPr>
          <p:cNvPr id="17" name="Slide Number Placeholder 70">
            <a:extLst>
              <a:ext uri="{FF2B5EF4-FFF2-40B4-BE49-F238E27FC236}">
                <a16:creationId xmlns:a16="http://schemas.microsoft.com/office/drawing/2014/main" id="{AEC105AD-E933-4969-B038-0ABD6F013167}"/>
              </a:ext>
            </a:extLst>
          </p:cNvPr>
          <p:cNvSpPr txBox="1">
            <a:spLocks/>
          </p:cNvSpPr>
          <p:nvPr userDrawn="1"/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C2E478F-E849-4A8C-AF1F-CBCC78A7CBF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B0E4A3-5566-43FE-A59F-2C4F4FE7F3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9" y="612037"/>
            <a:ext cx="5897218" cy="884238"/>
          </a:xfrm>
        </p:spPr>
        <p:txBody>
          <a:bodyPr lIns="91440" rIns="91440"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478327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12AA41C-A030-4521-8130-6A8E4543F27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67922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4242487 w 6096000"/>
              <a:gd name="connsiteY2" fmla="*/ 6833286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67922"/>
              <a:gd name="connsiteX1" fmla="*/ 6096000 w 6096000"/>
              <a:gd name="connsiteY1" fmla="*/ 0 h 6867922"/>
              <a:gd name="connsiteX2" fmla="*/ 4228633 w 6096000"/>
              <a:gd name="connsiteY2" fmla="*/ 6867922 h 6867922"/>
              <a:gd name="connsiteX3" fmla="*/ 0 w 6096000"/>
              <a:gd name="connsiteY3" fmla="*/ 6858000 h 6867922"/>
              <a:gd name="connsiteX4" fmla="*/ 0 w 6096000"/>
              <a:gd name="connsiteY4" fmla="*/ 0 h 6867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96000" h="6867922">
                <a:moveTo>
                  <a:pt x="0" y="0"/>
                </a:moveTo>
                <a:lnTo>
                  <a:pt x="6096000" y="0"/>
                </a:lnTo>
                <a:lnTo>
                  <a:pt x="4228633" y="6867922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ABA725B-4BCB-1D48-9C5D-46706B1871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2262871"/>
            <a:ext cx="5251450" cy="1661297"/>
          </a:xfrm>
        </p:spPr>
        <p:txBody>
          <a:bodyPr anchor="b"/>
          <a:lstStyle>
            <a:lvl1pPr algn="l">
              <a:defRPr sz="6000" spc="3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3C356F-E483-4AFD-856C-13BB8E8A560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6000" y="4378134"/>
            <a:ext cx="5251450" cy="36512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cap="all" spc="60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9732E-D749-40DD-8365-050285187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F55E23-C4CC-4E9B-80F4-C4BEA6E2D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8901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074E6-E39E-4D19-B91F-8E84F37CBF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92279" y="365125"/>
            <a:ext cx="4018722" cy="573989"/>
          </a:xfrm>
        </p:spPr>
        <p:txBody>
          <a:bodyPr lIns="0" rIns="0">
            <a:noAutofit/>
          </a:bodyPr>
          <a:lstStyle>
            <a:lvl1pPr algn="l">
              <a:defRPr sz="3200" spc="300"/>
            </a:lvl1pPr>
          </a:lstStyle>
          <a:p>
            <a:r>
              <a:rPr lang="en-US"/>
              <a:t>SLIDE TITLE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7D1B16-7058-45AD-9B19-E19CAF9668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92279" y="1263841"/>
            <a:ext cx="4018722" cy="4636392"/>
          </a:xfrm>
        </p:spPr>
        <p:txBody>
          <a:bodyPr lIns="0" rIns="0">
            <a:noAutofit/>
          </a:bodyPr>
          <a:lstStyle>
            <a:lvl1pPr>
              <a:lnSpc>
                <a:spcPct val="150000"/>
              </a:lnSpc>
              <a:spcBef>
                <a:spcPts val="500"/>
              </a:spcBef>
              <a:defRPr sz="1600"/>
            </a:lvl1pPr>
            <a:lvl2pPr>
              <a:lnSpc>
                <a:spcPct val="150000"/>
              </a:lnSpc>
              <a:spcBef>
                <a:spcPts val="500"/>
              </a:spcBef>
              <a:defRPr sz="1400"/>
            </a:lvl2pPr>
            <a:lvl3pPr>
              <a:lnSpc>
                <a:spcPct val="150000"/>
              </a:lnSpc>
              <a:spcBef>
                <a:spcPts val="500"/>
              </a:spcBef>
              <a:defRPr sz="1400"/>
            </a:lvl3pPr>
            <a:lvl4pPr>
              <a:lnSpc>
                <a:spcPct val="150000"/>
              </a:lnSpc>
              <a:spcBef>
                <a:spcPts val="500"/>
              </a:spcBef>
              <a:defRPr sz="1200"/>
            </a:lvl4pPr>
            <a:lvl5pPr>
              <a:lnSpc>
                <a:spcPct val="150000"/>
              </a:lnSpc>
              <a:spcBef>
                <a:spcPts val="500"/>
              </a:spcBef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9" name="Slide Number Placeholder 5">
            <a:extLst>
              <a:ext uri="{FF2B5EF4-FFF2-40B4-BE49-F238E27FC236}">
                <a16:creationId xmlns:a16="http://schemas.microsoft.com/office/drawing/2014/main" id="{3DEB48E0-328C-45EE-A8BD-90E6AB2610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7CA175D-816E-4F70-96CC-8A1FD0EB16C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36600" y="3651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323519C8-24DE-471D-85A9-7A8AFACEC45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051300" y="3651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47F0F1E-7AF5-4B76-928C-7B28010C4F9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36600" y="24225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063D0E8E-9491-4AF0-918D-A0B782C5FD6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051300" y="24225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042F54CB-9200-4D74-968A-0A3E5871D9E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36600" y="44799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1D925119-27E3-496E-86BC-23416F94FB6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051300" y="44799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DF93AF7-D4DC-42B5-8A4F-B5F3ABBB03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781678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9680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45D17-D652-4766-B11C-2E8D8390D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767791"/>
            <a:ext cx="11002962" cy="823913"/>
          </a:xfrm>
        </p:spPr>
        <p:txBody>
          <a:bodyPr>
            <a:noAutofit/>
          </a:bodyPr>
          <a:lstStyle>
            <a:lvl1pPr>
              <a:defRPr sz="4800" spc="3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C7A58C-70BA-43E5-BD90-83ADB63B0C0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8A60B7-2499-42C6-8A74-ACDAE245746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6340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179BAC-E989-4203-B9B4-6628036548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8600" y="4607137"/>
            <a:ext cx="4114800" cy="421480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>
            <a:noAutofit/>
          </a:bodyPr>
          <a:lstStyle>
            <a:lvl1pPr>
              <a:defRPr sz="1400" spc="300" baseline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0CCC81E-A013-4315-AD13-97BA3AA955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78756" y="1569719"/>
            <a:ext cx="9234488" cy="2651443"/>
          </a:xfrm>
        </p:spPr>
        <p:txBody>
          <a:bodyPr>
            <a:noAutofit/>
          </a:bodyPr>
          <a:lstStyle>
            <a:lvl1pPr marL="0" indent="0" algn="ctr">
              <a:buNone/>
              <a:defRPr sz="3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95553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2">
            <a:extLst>
              <a:ext uri="{FF2B5EF4-FFF2-40B4-BE49-F238E27FC236}">
                <a16:creationId xmlns:a16="http://schemas.microsoft.com/office/drawing/2014/main" id="{0EF11611-8537-47CC-87AC-2E25428B7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1"/>
            <a:ext cx="11002962" cy="1623218"/>
          </a:xfrm>
        </p:spPr>
        <p:txBody>
          <a:bodyPr anchor="ctr">
            <a:noAutofit/>
          </a:bodyPr>
          <a:lstStyle/>
          <a:p>
            <a:pPr algn="ctr"/>
            <a:r>
              <a:rPr lang="en-US" sz="4800"/>
              <a:t>Click to edit Master title style</a:t>
            </a:r>
          </a:p>
        </p:txBody>
      </p:sp>
      <p:sp>
        <p:nvSpPr>
          <p:cNvPr id="19" name="Picture Placeholder 17">
            <a:extLst>
              <a:ext uri="{FF2B5EF4-FFF2-40B4-BE49-F238E27FC236}">
                <a16:creationId xmlns:a16="http://schemas.microsoft.com/office/drawing/2014/main" id="{D1A63A52-1E65-414B-BBC3-D31F515791A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578601" y="1638300"/>
            <a:ext cx="5156200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ED7E0E1A-1E64-4A9A-9C8B-69486BD1123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69900" y="1638300"/>
            <a:ext cx="5156200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1E462965-19D7-4A65-B394-9AE76A5B48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9107" y="3864355"/>
            <a:ext cx="5157787" cy="494506"/>
          </a:xfrm>
        </p:spPr>
        <p:txBody>
          <a:bodyPr>
            <a:no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US" spc="3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FAEC14D1-0BEA-4D9A-9D96-A56B6A9B07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9107" y="4531139"/>
            <a:ext cx="5157787" cy="2039144"/>
          </a:xfrm>
        </p:spPr>
        <p:txBody>
          <a:bodyPr>
            <a:noAutofit/>
          </a:bodyPr>
          <a:lstStyle/>
          <a:p>
            <a:pPr lvl="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4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1507BB47-1AB4-42F2-99FF-453A0622B8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65107" y="3864355"/>
            <a:ext cx="5183188" cy="494506"/>
          </a:xfrm>
        </p:spPr>
        <p:txBody>
          <a:bodyPr>
            <a:no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US" spc="3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4" name="Content Placeholder 6">
            <a:extLst>
              <a:ext uri="{FF2B5EF4-FFF2-40B4-BE49-F238E27FC236}">
                <a16:creationId xmlns:a16="http://schemas.microsoft.com/office/drawing/2014/main" id="{438D6EEA-A0DB-4B5F-8F41-A9C1F2C094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65107" y="4531139"/>
            <a:ext cx="5183188" cy="2039144"/>
          </a:xfrm>
        </p:spPr>
        <p:txBody>
          <a:bodyPr>
            <a:noAutofit/>
          </a:bodyPr>
          <a:lstStyle/>
          <a:p>
            <a:pPr lvl="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4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A4909F59-7529-454A-A1EF-3CC1EADEF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49269" y="6468303"/>
            <a:ext cx="443948" cy="365125"/>
          </a:xfrm>
        </p:spPr>
        <p:txBody>
          <a:bodyPr>
            <a:noAutofit/>
          </a:bodyPr>
          <a:lstStyle/>
          <a:p>
            <a:fld id="{8C2E478F-E849-4A8C-AF1F-CBCC78A7CB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08345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">
            <a:extLst>
              <a:ext uri="{FF2B5EF4-FFF2-40B4-BE49-F238E27FC236}">
                <a16:creationId xmlns:a16="http://schemas.microsoft.com/office/drawing/2014/main" id="{6186F91B-547E-43BC-9BCE-04619DAAF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1"/>
            <a:ext cx="11002962" cy="1623218"/>
          </a:xfrm>
        </p:spPr>
        <p:txBody>
          <a:bodyPr anchor="ctr">
            <a:noAutofit/>
          </a:bodyPr>
          <a:lstStyle/>
          <a:p>
            <a:pPr algn="ctr"/>
            <a:r>
              <a:rPr lang="en-US" sz="4800"/>
              <a:t>Click to edit Master title style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635DFA1-45D2-4EFE-8BB2-BE96634669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60121" y="3669506"/>
            <a:ext cx="3108326" cy="2566988"/>
          </a:xfrm>
        </p:spPr>
        <p:txBody>
          <a:bodyPr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2F2918FE-A84E-4303-AEF3-4FD66CDD733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60438" y="1624013"/>
            <a:ext cx="3108325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25" name="Picture Placeholder 23">
            <a:extLst>
              <a:ext uri="{FF2B5EF4-FFF2-40B4-BE49-F238E27FC236}">
                <a16:creationId xmlns:a16="http://schemas.microsoft.com/office/drawing/2014/main" id="{E2401025-9BC9-4BDD-97DA-CA763CF846B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542155" y="1623219"/>
            <a:ext cx="3108325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26" name="Picture Placeholder 23">
            <a:extLst>
              <a:ext uri="{FF2B5EF4-FFF2-40B4-BE49-F238E27FC236}">
                <a16:creationId xmlns:a16="http://schemas.microsoft.com/office/drawing/2014/main" id="{B7C4AAB6-897A-4ABD-AD50-2D86B197E91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122920" y="1623219"/>
            <a:ext cx="3108325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790D65EC-6EB4-4594-91E9-5C3DE7C3BA8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41837" y="3681412"/>
            <a:ext cx="3108326" cy="2566988"/>
          </a:xfrm>
        </p:spPr>
        <p:txBody>
          <a:bodyPr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27">
            <a:extLst>
              <a:ext uri="{FF2B5EF4-FFF2-40B4-BE49-F238E27FC236}">
                <a16:creationId xmlns:a16="http://schemas.microsoft.com/office/drawing/2014/main" id="{611CF730-D055-47C2-A626-299F429D41B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22919" y="3681412"/>
            <a:ext cx="3108326" cy="2566988"/>
          </a:xfrm>
        </p:spPr>
        <p:txBody>
          <a:bodyPr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Slide Number Placeholder 5">
            <a:extLst>
              <a:ext uri="{FF2B5EF4-FFF2-40B4-BE49-F238E27FC236}">
                <a16:creationId xmlns:a16="http://schemas.microsoft.com/office/drawing/2014/main" id="{F09E06A6-BFDD-42BD-BA69-2CD3BEF0F73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549269" y="6468303"/>
            <a:ext cx="443948" cy="365125"/>
          </a:xfrm>
        </p:spPr>
        <p:txBody>
          <a:bodyPr>
            <a:noAutofit/>
          </a:bodyPr>
          <a:lstStyle/>
          <a:p>
            <a:fld id="{8C2E478F-E849-4A8C-AF1F-CBCC78A7CB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55920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86FE9B2-6286-484B-8943-95EE0B6B02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416550" cy="6858000"/>
          </a:xfr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D4E8708-8565-4A5B-9D9E-1D4F40EAF9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Content Placeholder 8">
            <a:extLst>
              <a:ext uri="{FF2B5EF4-FFF2-40B4-BE49-F238E27FC236}">
                <a16:creationId xmlns:a16="http://schemas.microsoft.com/office/drawing/2014/main" id="{42436126-0370-4532-A8AD-D20897982AD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0" y="1661160"/>
            <a:ext cx="4646246" cy="2218585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pPr marL="0" indent="0">
              <a:lnSpc>
                <a:spcPct val="100000"/>
              </a:lnSpc>
              <a:buNone/>
            </a:pPr>
            <a:r>
              <a:rPr lang="en-US" sz="1600">
                <a:cs typeface="Biome Light" panose="020B0303030204020804" pitchFamily="34" charset="0"/>
              </a:rPr>
              <a:t>Click to edit master text style.</a:t>
            </a:r>
          </a:p>
          <a:p>
            <a:pPr marL="0" indent="0">
              <a:buNone/>
            </a:pPr>
            <a:endParaRPr lang="en-US"/>
          </a:p>
        </p:txBody>
      </p:sp>
      <p:sp>
        <p:nvSpPr>
          <p:cNvPr id="17" name="Slide Number Placeholder 70">
            <a:extLst>
              <a:ext uri="{FF2B5EF4-FFF2-40B4-BE49-F238E27FC236}">
                <a16:creationId xmlns:a16="http://schemas.microsoft.com/office/drawing/2014/main" id="{AEC105AD-E933-4969-B038-0ABD6F013167}"/>
              </a:ext>
            </a:extLst>
          </p:cNvPr>
          <p:cNvSpPr txBox="1">
            <a:spLocks/>
          </p:cNvSpPr>
          <p:nvPr userDrawn="1"/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C2E478F-E849-4A8C-AF1F-CBCC78A7CBF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6CDEBF2-B5C9-4887-B717-81C3D1A73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9" y="612037"/>
            <a:ext cx="5897218" cy="884238"/>
          </a:xfrm>
        </p:spPr>
        <p:txBody>
          <a:bodyPr lIns="91440" rIns="91440"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16A7FA3-8C13-4E5A-88C4-4357C8ACD7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07044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3196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9074D0F-754F-4F2C-A410-F222D2D2346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02365" y="1660810"/>
            <a:ext cx="10787270" cy="830649"/>
          </a:xfrm>
        </p:spPr>
        <p:txBody>
          <a:bodyPr>
            <a:noAutofit/>
          </a:bodyPr>
          <a:lstStyle/>
          <a:p>
            <a:r>
              <a:rPr lang="en-US" sz="4000" spc="300"/>
              <a:t>Click to edit Master title style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80209DF-C4D9-43B8-AA05-F5361915304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512343" y="5137992"/>
            <a:ext cx="5167313" cy="51879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13">
            <a:extLst>
              <a:ext uri="{FF2B5EF4-FFF2-40B4-BE49-F238E27FC236}">
                <a16:creationId xmlns:a16="http://schemas.microsoft.com/office/drawing/2014/main" id="{1D89734B-03E0-4ADE-8F62-C819F3E976D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8194" y="3903126"/>
            <a:ext cx="3064668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32" name="Text Placeholder 13">
            <a:extLst>
              <a:ext uri="{FF2B5EF4-FFF2-40B4-BE49-F238E27FC236}">
                <a16:creationId xmlns:a16="http://schemas.microsoft.com/office/drawing/2014/main" id="{85971F4D-8B59-4B3E-9169-64E0EF1BA85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63664" y="3893330"/>
            <a:ext cx="3064668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33" name="Text Placeholder 13">
            <a:extLst>
              <a:ext uri="{FF2B5EF4-FFF2-40B4-BE49-F238E27FC236}">
                <a16:creationId xmlns:a16="http://schemas.microsoft.com/office/drawing/2014/main" id="{90B19777-E2ED-419C-B486-857117FD081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539138" y="3903126"/>
            <a:ext cx="3064668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34" name="Online Image Placeholder 33">
            <a:extLst>
              <a:ext uri="{FF2B5EF4-FFF2-40B4-BE49-F238E27FC236}">
                <a16:creationId xmlns:a16="http://schemas.microsoft.com/office/drawing/2014/main" id="{1A58EB44-F532-4998-B316-61C738C37BF5}"/>
              </a:ext>
            </a:extLst>
          </p:cNvPr>
          <p:cNvSpPr>
            <a:spLocks noGrp="1"/>
          </p:cNvSpPr>
          <p:nvPr>
            <p:ph type="clipArt" sz="quarter" idx="19" hasCustomPrompt="1"/>
          </p:nvPr>
        </p:nvSpPr>
        <p:spPr>
          <a:xfrm>
            <a:off x="1754768" y="3098985"/>
            <a:ext cx="731520" cy="731520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Icon</a:t>
            </a:r>
          </a:p>
        </p:txBody>
      </p:sp>
      <p:sp>
        <p:nvSpPr>
          <p:cNvPr id="35" name="Online Image Placeholder 33">
            <a:extLst>
              <a:ext uri="{FF2B5EF4-FFF2-40B4-BE49-F238E27FC236}">
                <a16:creationId xmlns:a16="http://schemas.microsoft.com/office/drawing/2014/main" id="{33763C3C-3545-40BD-9B2C-DC4C0E4CE819}"/>
              </a:ext>
            </a:extLst>
          </p:cNvPr>
          <p:cNvSpPr>
            <a:spLocks noGrp="1"/>
          </p:cNvSpPr>
          <p:nvPr>
            <p:ph type="clipArt" sz="quarter" idx="20" hasCustomPrompt="1"/>
          </p:nvPr>
        </p:nvSpPr>
        <p:spPr>
          <a:xfrm>
            <a:off x="5730240" y="3098985"/>
            <a:ext cx="731520" cy="731520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Icon</a:t>
            </a:r>
          </a:p>
        </p:txBody>
      </p:sp>
      <p:sp>
        <p:nvSpPr>
          <p:cNvPr id="36" name="Online Image Placeholder 33">
            <a:extLst>
              <a:ext uri="{FF2B5EF4-FFF2-40B4-BE49-F238E27FC236}">
                <a16:creationId xmlns:a16="http://schemas.microsoft.com/office/drawing/2014/main" id="{1C5D3777-17F3-4225-8C52-2EF1DB4FD54A}"/>
              </a:ext>
            </a:extLst>
          </p:cNvPr>
          <p:cNvSpPr>
            <a:spLocks noGrp="1"/>
          </p:cNvSpPr>
          <p:nvPr>
            <p:ph type="clipArt" sz="quarter" idx="21" hasCustomPrompt="1"/>
          </p:nvPr>
        </p:nvSpPr>
        <p:spPr>
          <a:xfrm>
            <a:off x="9705712" y="3098985"/>
            <a:ext cx="731520" cy="731520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Icon</a:t>
            </a:r>
          </a:p>
        </p:txBody>
      </p:sp>
    </p:spTree>
    <p:extLst>
      <p:ext uri="{BB962C8B-B14F-4D97-AF65-F5344CB8AC3E}">
        <p14:creationId xmlns:p14="http://schemas.microsoft.com/office/powerpoint/2010/main" val="31737403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272232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05F96C-D634-4A69-95EC-3D002BD68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365125"/>
            <a:ext cx="11002962" cy="8239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757E98-D0FB-43E3-98BC-711F6A2F53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519" y="1365813"/>
            <a:ext cx="10989920" cy="48111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A65B72-2E86-4BA3-94F2-3ADFA40B7A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C1F3FD-3DB9-46B7-85E1-E8B8878A40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2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1" r:id="rId3"/>
    <p:sldLayoutId id="2147483651" r:id="rId4"/>
    <p:sldLayoutId id="2147483660" r:id="rId5"/>
    <p:sldLayoutId id="2147483677" r:id="rId6"/>
    <p:sldLayoutId id="2147483666" r:id="rId7"/>
    <p:sldLayoutId id="2147483679" r:id="rId8"/>
    <p:sldLayoutId id="2147483653" r:id="rId9"/>
    <p:sldLayoutId id="2147483678" r:id="rId10"/>
    <p:sldLayoutId id="2147483680" r:id="rId11"/>
    <p:sldLayoutId id="2147483681" r:id="rId12"/>
  </p:sldLayoutIdLst>
  <p:hf hdr="0" ftr="0" dt="0"/>
  <p:txStyles>
    <p:titleStyle>
      <a:lvl1pPr algn="ctr" defTabSz="914400" rtl="0" eaLnBrk="1" latinLnBrk="0" hangingPunct="1">
        <a:lnSpc>
          <a:spcPct val="10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 descr="abstract image">
            <a:extLst>
              <a:ext uri="{FF2B5EF4-FFF2-40B4-BE49-F238E27FC236}">
                <a16:creationId xmlns:a16="http://schemas.microsoft.com/office/drawing/2014/main" id="{9AB29DBC-55D3-49D9-BB44-4936739C4B5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>
            <a:alphaModFix amt="52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/>
          <a:stretch/>
        </p:blipFill>
        <p:spPr/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79DC1498-E692-42BA-B69F-6D37E6CFAC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837" y="1477926"/>
            <a:ext cx="11525730" cy="2307265"/>
          </a:xfrm>
        </p:spPr>
        <p:txBody>
          <a:bodyPr/>
          <a:lstStyle/>
          <a:p>
            <a:r>
              <a:rPr lang="en-US" sz="5400" b="1"/>
              <a:t>MOBILE APPLICATION Development (114155)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AE828D-1E63-455F-949D-0C5454A7FE8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50837" y="5699050"/>
            <a:ext cx="11525730" cy="1073889"/>
          </a:xfrm>
        </p:spPr>
        <p:txBody>
          <a:bodyPr/>
          <a:lstStyle/>
          <a:p>
            <a:r>
              <a:rPr lang="en-US" sz="2000"/>
              <a:t>Dr. Owais Hussain</a:t>
            </a:r>
          </a:p>
        </p:txBody>
      </p:sp>
    </p:spTree>
    <p:extLst>
      <p:ext uri="{BB962C8B-B14F-4D97-AF65-F5344CB8AC3E}">
        <p14:creationId xmlns:p14="http://schemas.microsoft.com/office/powerpoint/2010/main" val="39278323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A87B3-0A27-4EE9-979E-B69581E47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Agenda</a:t>
            </a:r>
          </a:p>
        </p:txBody>
      </p:sp>
      <p:pic>
        <p:nvPicPr>
          <p:cNvPr id="8" name="Picture Placeholder 7" descr="group of people at a conference table">
            <a:extLst>
              <a:ext uri="{FF2B5EF4-FFF2-40B4-BE49-F238E27FC236}">
                <a16:creationId xmlns:a16="http://schemas.microsoft.com/office/drawing/2014/main" id="{BB76F5AB-0940-46E1-85F9-6A870D7D04C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20370" r="20370"/>
          <a:stretch/>
        </p:blipFill>
        <p:spPr/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3C89A40-EEAA-43AB-9A3A-B2CFDE450F1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068820" y="1811215"/>
            <a:ext cx="4114800" cy="4403858"/>
          </a:xfrm>
        </p:spPr>
        <p:txBody>
          <a:bodyPr/>
          <a:lstStyle/>
          <a:p>
            <a:r>
              <a:rPr lang="en-US">
                <a:solidFill>
                  <a:srgbClr val="404040"/>
                </a:solidFill>
                <a:latin typeface="Trebuchet MS" panose="020B0603020202020204" pitchFamily="34" charset="0"/>
              </a:rPr>
              <a:t>Agile Methodology</a:t>
            </a:r>
          </a:p>
          <a:p>
            <a:r>
              <a:rPr lang="en-US">
                <a:solidFill>
                  <a:srgbClr val="404040"/>
                </a:solidFill>
                <a:latin typeface="Trebuchet MS" panose="020B0603020202020204" pitchFamily="34" charset="0"/>
              </a:rPr>
              <a:t>Planning &amp; Communication</a:t>
            </a:r>
          </a:p>
          <a:p>
            <a:r>
              <a:rPr lang="en-US">
                <a:solidFill>
                  <a:srgbClr val="404040"/>
                </a:solidFill>
                <a:latin typeface="Trebuchet MS" panose="020B0603020202020204" pitchFamily="34" charset="0"/>
              </a:rPr>
              <a:t>Version Control</a:t>
            </a:r>
          </a:p>
          <a:p>
            <a:r>
              <a:rPr lang="en-US">
                <a:solidFill>
                  <a:srgbClr val="404040"/>
                </a:solidFill>
                <a:latin typeface="Trebuchet MS" panose="020B0603020202020204" pitchFamily="34" charset="0"/>
              </a:rPr>
              <a:t>Issue Tracking</a:t>
            </a:r>
          </a:p>
          <a:p>
            <a:r>
              <a:rPr lang="en-US">
                <a:solidFill>
                  <a:srgbClr val="404040"/>
                </a:solidFill>
                <a:latin typeface="Trebuchet MS" panose="020B0603020202020204" pitchFamily="34" charset="0"/>
              </a:rPr>
              <a:t>Semantic Versioning</a:t>
            </a:r>
          </a:p>
          <a:p>
            <a:r>
              <a:rPr lang="en-US">
                <a:solidFill>
                  <a:srgbClr val="404040"/>
                </a:solidFill>
                <a:latin typeface="Trebuchet MS" panose="020B0603020202020204" pitchFamily="34" charset="0"/>
              </a:rPr>
              <a:t>Automated Testing</a:t>
            </a:r>
          </a:p>
          <a:p>
            <a:r>
              <a:rPr lang="en-US">
                <a:solidFill>
                  <a:srgbClr val="404040"/>
                </a:solidFill>
                <a:latin typeface="Trebuchet MS" panose="020B0603020202020204" pitchFamily="34" charset="0"/>
              </a:rPr>
              <a:t>Documentation</a:t>
            </a:r>
          </a:p>
          <a:p>
            <a:r>
              <a:rPr lang="en-US">
                <a:solidFill>
                  <a:srgbClr val="404040"/>
                </a:solidFill>
                <a:latin typeface="Trebuchet MS" panose="020B0603020202020204" pitchFamily="34" charset="0"/>
              </a:rPr>
              <a:t>Code Quality control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9F8048-1E86-48F4-B246-D2F8C54B7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90989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>
                <a:solidFill>
                  <a:srgbClr val="FFFFFF"/>
                </a:solidFill>
                <a:latin typeface="Arial"/>
                <a:cs typeface="Arial"/>
              </a:rPr>
              <a:t>Agile Methodology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800"/>
              <a:t>Waterfall model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800"/>
              <a:t>Bottlenecks and the fall of Waterfall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800"/>
              <a:t>The perfect Software development methodology – </a:t>
            </a:r>
          </a:p>
          <a:p>
            <a:pPr marL="0" indent="0" algn="r">
              <a:lnSpc>
                <a:spcPct val="120000"/>
              </a:lnSpc>
              <a:buNone/>
            </a:pPr>
            <a:r>
              <a:rPr lang="en-US" sz="3800"/>
              <a:t>…and other fairy tales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800"/>
              <a:t>The philosophy behind Agile methodology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800"/>
              <a:t>12 Principles of Agile manifesto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/>
              <a:t>https://agilemanifesto.org/principles.html</a:t>
            </a:r>
          </a:p>
        </p:txBody>
      </p:sp>
    </p:spTree>
    <p:extLst>
      <p:ext uri="{BB962C8B-B14F-4D97-AF65-F5344CB8AC3E}">
        <p14:creationId xmlns:p14="http://schemas.microsoft.com/office/powerpoint/2010/main" val="27756330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>
                <a:solidFill>
                  <a:srgbClr val="FFFFFF"/>
                </a:solidFill>
                <a:latin typeface="Arial"/>
                <a:cs typeface="Arial"/>
              </a:rPr>
              <a:t>Agile Methodology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800"/>
              <a:t>Our highest priority: customer satisfaction through continuous delivery.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800"/>
              <a:t>We welcome: changing requirements, even late in development.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800"/>
              <a:t>We deliver: working software frequently according to customer preference.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800"/>
              <a:t>Together: we work with customer </a:t>
            </a:r>
            <a:r>
              <a:rPr lang="en-US" sz="3800" i="1" u="sng"/>
              <a:t>daily</a:t>
            </a:r>
            <a:r>
              <a:rPr lang="en-US" sz="3800"/>
              <a:t>, throughout the project.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800"/>
              <a:t>Our team: consists of motivated individuals, trusted to do their job.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800"/>
              <a:t>We prefer: face-to-face communication.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800"/>
              <a:t>Our KPI: working software.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3800"/>
              <a:t>Why have I skipped the other 5?</a:t>
            </a:r>
          </a:p>
        </p:txBody>
      </p:sp>
    </p:spTree>
    <p:extLst>
      <p:ext uri="{BB962C8B-B14F-4D97-AF65-F5344CB8AC3E}">
        <p14:creationId xmlns:p14="http://schemas.microsoft.com/office/powerpoint/2010/main" val="16767068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>
                <a:solidFill>
                  <a:srgbClr val="FFFFFF"/>
                </a:solidFill>
                <a:latin typeface="Arial"/>
                <a:cs typeface="Arial"/>
              </a:rPr>
              <a:t>Agile Methodology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 numCol="2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800"/>
              <a:t>Scrum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/>
              <a:t>Discrete timelines (2-4 weeks)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/>
              <a:t>The team has a structure and predefined roles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/>
              <a:t>Software delivered at the end of each scrum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/>
              <a:t>Used mostly by established Software companies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800"/>
              <a:t>Kanban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/>
              <a:t>Continuous development; software updated after each feature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/>
              <a:t>Roles and processes may change frequently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/>
              <a:t>Too many on-the-fly requests/changes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/>
              <a:t>One board, everyone onboard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/>
              <a:t>Used mostly by students/hobbyists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800"/>
              <a:t>Lean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/>
              <a:t>Used to develop MVP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/>
              <a:t>Build nothing but what’s absolutely necessary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/>
              <a:t>Automate and continuously improve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/>
              <a:t>Used by Start-ups</a:t>
            </a:r>
          </a:p>
        </p:txBody>
      </p:sp>
    </p:spTree>
    <p:extLst>
      <p:ext uri="{BB962C8B-B14F-4D97-AF65-F5344CB8AC3E}">
        <p14:creationId xmlns:p14="http://schemas.microsoft.com/office/powerpoint/2010/main" val="3034132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>
                <a:solidFill>
                  <a:srgbClr val="FFFFFF"/>
                </a:solidFill>
                <a:latin typeface="Arial"/>
                <a:cs typeface="Arial"/>
              </a:rPr>
              <a:t>Agile Methodology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6"/>
            <a:ext cx="11743016" cy="968877"/>
          </a:xfrm>
          <a:prstGeom prst="rect">
            <a:avLst/>
          </a:prstGeom>
        </p:spPr>
        <p:txBody>
          <a:bodyPr numCol="1"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800"/>
              <a:t>Inside a modern software house…</a:t>
            </a:r>
          </a:p>
        </p:txBody>
      </p:sp>
      <p:pic>
        <p:nvPicPr>
          <p:cNvPr id="4" name="Picture 2" descr="Image result for agile software house">
            <a:extLst>
              <a:ext uri="{FF2B5EF4-FFF2-40B4-BE49-F238E27FC236}">
                <a16:creationId xmlns:a16="http://schemas.microsoft.com/office/drawing/2014/main" id="{2A39828B-770F-55FE-B1CA-D0BD86CA94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97860" y="2725964"/>
            <a:ext cx="10596280" cy="36027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35601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>
                <a:solidFill>
                  <a:srgbClr val="FFFFFF"/>
                </a:solidFill>
                <a:latin typeface="Arial"/>
                <a:cs typeface="Arial"/>
              </a:rPr>
              <a:t>Planning and Communication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7379044" cy="4887878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800"/>
              <a:t>Planning is good. Plans are bad.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/>
              <a:t>Jira, Trello, Asana, Hardboard.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800"/>
              <a:t>Formal communication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/>
              <a:t>Email, Hard documents, Review meetings, Wiki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800"/>
              <a:t>Informal communication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/>
              <a:t>Stand-ups, Slack/MS Team, Huddles, Coffee breaks</a:t>
            </a:r>
          </a:p>
        </p:txBody>
      </p:sp>
      <p:pic>
        <p:nvPicPr>
          <p:cNvPr id="4" name="Picture 6" descr="Image result for scrum board">
            <a:extLst>
              <a:ext uri="{FF2B5EF4-FFF2-40B4-BE49-F238E27FC236}">
                <a16:creationId xmlns:a16="http://schemas.microsoft.com/office/drawing/2014/main" id="{2BE1DE89-05E3-2E9D-5C29-22679EE06E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9428" y="1676863"/>
            <a:ext cx="4372188" cy="43721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77681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>
                <a:solidFill>
                  <a:srgbClr val="FFFFFF"/>
                </a:solidFill>
                <a:latin typeface="Arial"/>
                <a:cs typeface="Arial"/>
              </a:rPr>
              <a:t>Version Control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8169832" cy="4887878"/>
          </a:xfrm>
          <a:prstGeom prst="rect">
            <a:avLst/>
          </a:prstGeom>
        </p:spPr>
        <p:txBody>
          <a:bodyPr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800"/>
              <a:t>Version control systems allow us to manage changes to code and preserve all the revisions.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800"/>
              <a:t>Git vs Subversion/MS Source Safe/MS Team Foundation Server/Mercurial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800" err="1"/>
              <a:t>Github</a:t>
            </a:r>
            <a:r>
              <a:rPr lang="en-US" sz="3800"/>
              <a:t>: what it is, and what it isn’t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800"/>
              <a:t>Single repository per app (app, not project)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800" err="1"/>
              <a:t>Github</a:t>
            </a:r>
            <a:r>
              <a:rPr lang="en-US" sz="3800"/>
              <a:t> flow: feature branches and protected branches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800"/>
              <a:t>Code reviews and mergers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800"/>
              <a:t>Handling conflicts</a:t>
            </a:r>
          </a:p>
        </p:txBody>
      </p:sp>
      <p:pic>
        <p:nvPicPr>
          <p:cNvPr id="4" name="Picture 4" descr="Image result for merge conflict meme">
            <a:extLst>
              <a:ext uri="{FF2B5EF4-FFF2-40B4-BE49-F238E27FC236}">
                <a16:creationId xmlns:a16="http://schemas.microsoft.com/office/drawing/2014/main" id="{EAAB2509-3D83-B25E-F7D7-837CF8627F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0216" y="2357062"/>
            <a:ext cx="3581400" cy="289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867419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>
                <a:solidFill>
                  <a:srgbClr val="FFFFFF"/>
                </a:solidFill>
                <a:latin typeface="Arial"/>
                <a:cs typeface="Arial"/>
              </a:rPr>
              <a:t>Issue Tracking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800"/>
              <a:t>Issue can be a bug, a feature request or change request.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800"/>
              <a:t>Common Protocol: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/>
              <a:t>Discussion &gt; Email &gt; Update documents &gt; Jira &gt; Sprint planning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800"/>
              <a:t>Impact analysis, priority, activity type, estimates and progress update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800"/>
              <a:t>In target sprint &gt; Design &gt; Build &gt; Test &gt; Deliver &gt; Verify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800"/>
              <a:t>Do not always come from clients.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800"/>
              <a:t>Feedback collection – a preemptive step to avoid defects.</a:t>
            </a:r>
          </a:p>
        </p:txBody>
      </p:sp>
    </p:spTree>
    <p:extLst>
      <p:ext uri="{BB962C8B-B14F-4D97-AF65-F5344CB8AC3E}">
        <p14:creationId xmlns:p14="http://schemas.microsoft.com/office/powerpoint/2010/main" val="32919360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>
                <a:solidFill>
                  <a:srgbClr val="FFFFFF"/>
                </a:solidFill>
                <a:latin typeface="Arial"/>
                <a:cs typeface="Arial"/>
              </a:rPr>
              <a:t>Semantic Versioning (</a:t>
            </a:r>
            <a:r>
              <a:rPr lang="en-US" sz="3200" err="1">
                <a:solidFill>
                  <a:srgbClr val="FFFFFF"/>
                </a:solidFill>
                <a:latin typeface="Arial"/>
                <a:cs typeface="Arial"/>
              </a:rPr>
              <a:t>SemVer</a:t>
            </a:r>
            <a:r>
              <a:rPr lang="en-US" sz="3200">
                <a:solidFill>
                  <a:srgbClr val="FFFFFF"/>
                </a:solidFill>
                <a:latin typeface="Arial"/>
                <a:cs typeface="Arial"/>
              </a:rPr>
              <a:t>)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800"/>
              <a:t>Versioning is assigning unique names/numbers to software builds.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800"/>
              <a:t>Each app has separate versioning.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/>
              <a:t>Major: Architecture-level change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/>
              <a:t>Minor: Backwards incompatible change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/>
              <a:t>Micro/Maintenance: Backwards compatible change</a:t>
            </a:r>
          </a:p>
        </p:txBody>
      </p:sp>
    </p:spTree>
    <p:extLst>
      <p:ext uri="{BB962C8B-B14F-4D97-AF65-F5344CB8AC3E}">
        <p14:creationId xmlns:p14="http://schemas.microsoft.com/office/powerpoint/2010/main" val="17569214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>
                <a:solidFill>
                  <a:srgbClr val="FFFFFF"/>
                </a:solidFill>
                <a:latin typeface="Arial"/>
                <a:cs typeface="Arial"/>
              </a:rPr>
              <a:t>Semantic Versioning (</a:t>
            </a:r>
            <a:r>
              <a:rPr lang="en-US" sz="3200" err="1">
                <a:solidFill>
                  <a:srgbClr val="FFFFFF"/>
                </a:solidFill>
                <a:latin typeface="Arial"/>
                <a:cs typeface="Arial"/>
              </a:rPr>
              <a:t>SemVer</a:t>
            </a:r>
            <a:r>
              <a:rPr lang="en-US" sz="3200">
                <a:solidFill>
                  <a:srgbClr val="FFFFFF"/>
                </a:solidFill>
                <a:latin typeface="Arial"/>
                <a:cs typeface="Arial"/>
              </a:rPr>
              <a:t>)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800"/>
              <a:t>Releases: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/>
              <a:t>Pre-alpha Release: not exactly released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/>
              <a:t>Alpha Release: in-house testing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/>
              <a:t>Beta Release: external testing (clients)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/>
              <a:t>Production Release: no known bugs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800"/>
              <a:t>Tagging on </a:t>
            </a:r>
            <a:r>
              <a:rPr lang="en-US" sz="3800" err="1"/>
              <a:t>Github</a:t>
            </a:r>
            <a:endParaRPr lang="en-US" sz="3800"/>
          </a:p>
        </p:txBody>
      </p:sp>
    </p:spTree>
    <p:extLst>
      <p:ext uri="{BB962C8B-B14F-4D97-AF65-F5344CB8AC3E}">
        <p14:creationId xmlns:p14="http://schemas.microsoft.com/office/powerpoint/2010/main" val="20909147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>
                <a:solidFill>
                  <a:srgbClr val="FFFFFF"/>
                </a:solidFill>
                <a:latin typeface="Arial"/>
                <a:cs typeface="Arial"/>
              </a:rPr>
              <a:t>Automated Testing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800"/>
              <a:t>Ensures that each feature is manually tested only once.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800"/>
              <a:t>Unit Testing: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/>
              <a:t>Junit, </a:t>
            </a:r>
            <a:r>
              <a:rPr lang="en-US" sz="3600" err="1"/>
              <a:t>PyTest</a:t>
            </a:r>
            <a:r>
              <a:rPr lang="en-US" sz="3600"/>
              <a:t>, Django Tests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800"/>
              <a:t>API Testing:</a:t>
            </a:r>
            <a:endParaRPr lang="en-US" sz="3600"/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/>
              <a:t>Postman, Insomnia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800"/>
              <a:t>Performance Testing: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/>
              <a:t>Apache JMeter, Selenium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800"/>
              <a:t>UI Testing: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/>
              <a:t>Browser </a:t>
            </a:r>
            <a:r>
              <a:rPr lang="en-US" sz="3600" err="1"/>
              <a:t>DevTools</a:t>
            </a:r>
            <a:endParaRPr lang="en-US" sz="3600"/>
          </a:p>
        </p:txBody>
      </p:sp>
    </p:spTree>
    <p:extLst>
      <p:ext uri="{BB962C8B-B14F-4D97-AF65-F5344CB8AC3E}">
        <p14:creationId xmlns:p14="http://schemas.microsoft.com/office/powerpoint/2010/main" val="3722486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>
                <a:solidFill>
                  <a:srgbClr val="FFFFFF"/>
                </a:solidFill>
                <a:latin typeface="Arial"/>
                <a:cs typeface="Arial"/>
              </a:rPr>
              <a:t>Documentation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800"/>
              <a:t>Rules: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400"/>
              <a:t>Zero documentation is recipe for failure.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400"/>
              <a:t>Documenting everything is waste of time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400"/>
              <a:t>Write-only documentation is waste of time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400"/>
              <a:t>Static documentation is waste of time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400"/>
              <a:t>Shakespearean language is waste of time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/>
              <a:t>Levels: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400"/>
              <a:t>For everyone: Wiki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400"/>
              <a:t>For internal team: Jira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400"/>
              <a:t>For Engineers: in-code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400"/>
              <a:t>For clients: MS Office/Google drive</a:t>
            </a:r>
          </a:p>
        </p:txBody>
      </p:sp>
    </p:spTree>
    <p:extLst>
      <p:ext uri="{BB962C8B-B14F-4D97-AF65-F5344CB8AC3E}">
        <p14:creationId xmlns:p14="http://schemas.microsoft.com/office/powerpoint/2010/main" val="18251414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>
                <a:solidFill>
                  <a:srgbClr val="FFFFFF"/>
                </a:solidFill>
                <a:latin typeface="Arial"/>
                <a:cs typeface="Arial"/>
              </a:rPr>
              <a:t>Code Quality control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 numCol="2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800"/>
              <a:t>Code Quality check: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/>
              <a:t>Eliminates bad practices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/>
              <a:t>Increases readability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/>
              <a:t>Prevents security holes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/>
              <a:t>Increases runtime performance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800"/>
              <a:t>Why? Because of w</a:t>
            </a:r>
            <a:r>
              <a:rPr lang="en-US" sz="3600"/>
              <a:t>eak understanding of: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400"/>
              <a:t>Design patterns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400"/>
              <a:t>OOP concepts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400"/>
              <a:t>Data structures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400"/>
              <a:t>Querying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400"/>
              <a:t>Test-driven development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400"/>
              <a:t>Code Reviews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400"/>
              <a:t>Linting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400"/>
              <a:t>Dedicated tools (e.g., SonarQube)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endParaRPr lang="en-US" sz="3600"/>
          </a:p>
        </p:txBody>
      </p:sp>
    </p:spTree>
    <p:extLst>
      <p:ext uri="{BB962C8B-B14F-4D97-AF65-F5344CB8AC3E}">
        <p14:creationId xmlns:p14="http://schemas.microsoft.com/office/powerpoint/2010/main" val="41721668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>
                <a:solidFill>
                  <a:srgbClr val="FFFFFF"/>
                </a:solidFill>
                <a:latin typeface="Arial"/>
                <a:cs typeface="Arial"/>
              </a:rPr>
              <a:t>In a nut-shell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graphicFrame>
        <p:nvGraphicFramePr>
          <p:cNvPr id="6" name="Content Placeholder 4">
            <a:extLst>
              <a:ext uri="{FF2B5EF4-FFF2-40B4-BE49-F238E27FC236}">
                <a16:creationId xmlns:a16="http://schemas.microsoft.com/office/drawing/2014/main" id="{2C4AA52B-4DB5-EF96-7836-257F9B8815D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73789890"/>
              </p:ext>
            </p:extLst>
          </p:nvPr>
        </p:nvGraphicFramePr>
        <p:xfrm>
          <a:off x="220384" y="1293816"/>
          <a:ext cx="11743016" cy="52553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187039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Placeholder 7" descr="abstract image">
            <a:extLst>
              <a:ext uri="{FF2B5EF4-FFF2-40B4-BE49-F238E27FC236}">
                <a16:creationId xmlns:a16="http://schemas.microsoft.com/office/drawing/2014/main" id="{D5C5EA1B-F06D-4AD1-B526-89C2DF77223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2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22717" r="45642"/>
          <a:stretch/>
        </p:blipFill>
        <p:spPr>
          <a:xfrm rot="16200000">
            <a:off x="2667001" y="-2666999"/>
            <a:ext cx="6858000" cy="12192000"/>
          </a:xfrm>
          <a:prstGeom prst="rect">
            <a:avLst/>
          </a:prstGeom>
          <a:noFill/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4F7706BE-EF2E-459C-8778-01DDD354C63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02365" y="1660810"/>
            <a:ext cx="10787270" cy="830649"/>
          </a:xfrm>
        </p:spPr>
        <p:txBody>
          <a:bodyPr>
            <a:normAutofit/>
          </a:bodyPr>
          <a:lstStyle/>
          <a:p>
            <a:r>
              <a:rPr lang="en-US" sz="4000" spc="300"/>
              <a:t>THANK YOU</a:t>
            </a:r>
          </a:p>
        </p:txBody>
      </p:sp>
      <p:pic>
        <p:nvPicPr>
          <p:cNvPr id="24" name="Online Image Placeholder 23" descr="User">
            <a:extLst>
              <a:ext uri="{FF2B5EF4-FFF2-40B4-BE49-F238E27FC236}">
                <a16:creationId xmlns:a16="http://schemas.microsoft.com/office/drawing/2014/main" id="{E896B487-8C07-495F-95BF-B8F4960E1E8D}"/>
              </a:ext>
            </a:extLst>
          </p:cNvPr>
          <p:cNvPicPr>
            <a:picLocks noGrp="1" noChangeAspect="1"/>
          </p:cNvPicPr>
          <p:nvPr>
            <p:ph type="clipArt" sz="quarter" idx="19"/>
          </p:nvPr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/>
      </p:pic>
      <p:pic>
        <p:nvPicPr>
          <p:cNvPr id="12" name="Online Image Placeholder 11" descr="Smart Phone">
            <a:extLst>
              <a:ext uri="{FF2B5EF4-FFF2-40B4-BE49-F238E27FC236}">
                <a16:creationId xmlns:a16="http://schemas.microsoft.com/office/drawing/2014/main" id="{4E709B75-16EA-4581-AED9-567DEF45A6B2}"/>
              </a:ext>
            </a:extLst>
          </p:cNvPr>
          <p:cNvPicPr>
            <a:picLocks noGrp="1" noChangeAspect="1"/>
          </p:cNvPicPr>
          <p:nvPr>
            <p:ph type="clipArt" sz="quarter" idx="20"/>
          </p:nvPr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30873" y="3118670"/>
            <a:ext cx="730250" cy="730250"/>
          </a:xfrm>
        </p:spPr>
      </p:pic>
      <p:pic>
        <p:nvPicPr>
          <p:cNvPr id="28" name="Online Image Placeholder 27" descr="Envelope">
            <a:extLst>
              <a:ext uri="{FF2B5EF4-FFF2-40B4-BE49-F238E27FC236}">
                <a16:creationId xmlns:a16="http://schemas.microsoft.com/office/drawing/2014/main" id="{D4D09222-33EB-4F99-9A89-51E2E1E97584}"/>
              </a:ext>
            </a:extLst>
          </p:cNvPr>
          <p:cNvPicPr>
            <a:picLocks noGrp="1" noChangeAspect="1"/>
          </p:cNvPicPr>
          <p:nvPr>
            <p:ph type="clipArt" sz="quarter" idx="21"/>
          </p:nvPr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/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B070B25-2BBC-49AC-9CFA-1CD7195DF2D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/>
              <a:t>Owais Hussain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E2524A0-105C-4170-BB48-CD0756FB3DF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/>
              <a:t>+92 345-3174270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E57A531-5B0F-485D-A015-BC78AD089BA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216525" y="3903126"/>
            <a:ext cx="3572351" cy="518795"/>
          </a:xfrm>
        </p:spPr>
        <p:txBody>
          <a:bodyPr>
            <a:normAutofit fontScale="92500"/>
          </a:bodyPr>
          <a:lstStyle/>
          <a:p>
            <a:r>
              <a:rPr lang="en-US"/>
              <a:t>owais.hussain@kiet.edu.pk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47C414-85D9-40D6-9BB3-5AF68A84F41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486288" y="5137992"/>
            <a:ext cx="7219423" cy="518795"/>
          </a:xfrm>
        </p:spPr>
        <p:txBody>
          <a:bodyPr/>
          <a:lstStyle/>
          <a:p>
            <a:r>
              <a:rPr lang="en-US" sz="1700"/>
              <a:t>https://www.researchgate.net/profile/Owais-Hussain-3</a:t>
            </a:r>
          </a:p>
        </p:txBody>
      </p:sp>
    </p:spTree>
    <p:extLst>
      <p:ext uri="{BB962C8B-B14F-4D97-AF65-F5344CB8AC3E}">
        <p14:creationId xmlns:p14="http://schemas.microsoft.com/office/powerpoint/2010/main" val="9277275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5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53F52"/>
      </a:accent1>
      <a:accent2>
        <a:srgbClr val="E99757"/>
      </a:accent2>
      <a:accent3>
        <a:srgbClr val="2F3342"/>
      </a:accent3>
      <a:accent4>
        <a:srgbClr val="2C2153"/>
      </a:accent4>
      <a:accent5>
        <a:srgbClr val="01023B"/>
      </a:accent5>
      <a:accent6>
        <a:srgbClr val="7F7F7F"/>
      </a:accent6>
      <a:hlink>
        <a:srgbClr val="3A3838"/>
      </a:hlink>
      <a:folHlink>
        <a:srgbClr val="D0CECE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ch presentation_Win32_LW_v2.potx" id="{3AEEB70B-72AA-432B-B699-7833EBF4B1FE}" vid="{14A49A59-25D4-4203-BE02-DE6939C7C5F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55BB9993-D5F9-46FA-B2E5-80E3632E9820}">
  <ds:schemaRefs>
    <ds:schemaRef ds:uri="16c05727-aa75-4e4a-9b5f-8a80a1165891"/>
    <ds:schemaRef ds:uri="71af3243-3dd4-4a8d-8c0d-dd76da1f02a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1B7E2D32-4FDD-4266-880C-17595B80143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3D9F223-918A-45AF-9B53-56AB9E5E2182}">
  <ds:schemaRefs>
    <ds:schemaRef ds:uri="71af3243-3dd4-4a8d-8c0d-dd76da1f02a5"/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Tech presentation</Template>
  <TotalTime>0</TotalTime>
  <Words>939</Words>
  <Application>Microsoft Office PowerPoint</Application>
  <PresentationFormat>Widescreen</PresentationFormat>
  <Paragraphs>174</Paragraphs>
  <Slides>16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Arial</vt:lpstr>
      <vt:lpstr>Biome Light</vt:lpstr>
      <vt:lpstr>Calibri</vt:lpstr>
      <vt:lpstr>Calibri Light</vt:lpstr>
      <vt:lpstr>Trebuchet MS</vt:lpstr>
      <vt:lpstr>Wingdings</vt:lpstr>
      <vt:lpstr>Office Theme</vt:lpstr>
      <vt:lpstr>MOBILE APPLICATION Development (114155)</vt:lpstr>
      <vt:lpstr>Agenda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INFLUENCE MINING IN COMPLEX NETWORKS</dc:title>
  <dc:creator>Owais Ahmed</dc:creator>
  <cp:lastModifiedBy>Owais Ahmed</cp:lastModifiedBy>
  <cp:revision>1</cp:revision>
  <dcterms:created xsi:type="dcterms:W3CDTF">2022-11-22T20:08:03Z</dcterms:created>
  <dcterms:modified xsi:type="dcterms:W3CDTF">2026-06-12T11:59:55Z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