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448" r:id="rId5"/>
    <p:sldId id="2462" r:id="rId6"/>
    <p:sldId id="2516" r:id="rId7"/>
    <p:sldId id="2520" r:id="rId8"/>
    <p:sldId id="2521" r:id="rId9"/>
    <p:sldId id="2507" r:id="rId10"/>
    <p:sldId id="2518" r:id="rId11"/>
    <p:sldId id="2519" r:id="rId12"/>
    <p:sldId id="2510" r:id="rId13"/>
    <p:sldId id="2511" r:id="rId14"/>
    <p:sldId id="2512" r:id="rId15"/>
    <p:sldId id="2513" r:id="rId16"/>
    <p:sldId id="2514" r:id="rId17"/>
    <p:sldId id="2515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8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768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291C22A3-FDB9-4B94-BFA4-F02C28D34170}"/>
    <pc:docChg chg="delSld modSld">
      <pc:chgData name="Owais Ahmed" userId="6abc7d4556b3b071" providerId="LiveId" clId="{291C22A3-FDB9-4B94-BFA4-F02C28D34170}" dt="2023-12-11T06:48:50.778" v="2" actId="47"/>
      <pc:docMkLst>
        <pc:docMk/>
      </pc:docMkLst>
      <pc:sldChg chg="modSp mod">
        <pc:chgData name="Owais Ahmed" userId="6abc7d4556b3b071" providerId="LiveId" clId="{291C22A3-FDB9-4B94-BFA4-F02C28D34170}" dt="2023-12-11T06:48:45.973" v="1" actId="6549"/>
        <pc:sldMkLst>
          <pc:docMk/>
          <pc:sldMk cId="1649098948" sldId="2462"/>
        </pc:sldMkLst>
        <pc:spChg chg="mod">
          <ac:chgData name="Owais Ahmed" userId="6abc7d4556b3b071" providerId="LiveId" clId="{291C22A3-FDB9-4B94-BFA4-F02C28D34170}" dt="2023-12-11T06:48:45.973" v="1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291C22A3-FDB9-4B94-BFA4-F02C28D34170}" dt="2023-12-11T06:48:50.778" v="2" actId="47"/>
        <pc:sldMkLst>
          <pc:docMk/>
          <pc:sldMk cId="3713406757" sldId="2505"/>
        </pc:sldMkLst>
      </pc:sldChg>
      <pc:sldChg chg="del">
        <pc:chgData name="Owais Ahmed" userId="6abc7d4556b3b071" providerId="LiveId" clId="{291C22A3-FDB9-4B94-BFA4-F02C28D34170}" dt="2023-12-11T06:48:50.778" v="2" actId="47"/>
        <pc:sldMkLst>
          <pc:docMk/>
          <pc:sldMk cId="1520441757" sldId="2506"/>
        </pc:sldMkLst>
      </pc:sldChg>
      <pc:sldChg chg="del">
        <pc:chgData name="Owais Ahmed" userId="6abc7d4556b3b071" providerId="LiveId" clId="{291C22A3-FDB9-4B94-BFA4-F02C28D34170}" dt="2023-12-11T06:48:50.778" v="2" actId="47"/>
        <pc:sldMkLst>
          <pc:docMk/>
          <pc:sldMk cId="587599468" sldId="2508"/>
        </pc:sldMkLst>
      </pc:sldChg>
      <pc:sldChg chg="del">
        <pc:chgData name="Owais Ahmed" userId="6abc7d4556b3b071" providerId="LiveId" clId="{291C22A3-FDB9-4B94-BFA4-F02C28D34170}" dt="2023-12-11T06:48:50.778" v="2" actId="47"/>
        <pc:sldMkLst>
          <pc:docMk/>
          <pc:sldMk cId="3011644173" sldId="2509"/>
        </pc:sldMkLst>
      </pc:sld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3T10:21:37.602" v="13434" actId="20577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3T06:39:33.411" v="989" actId="6549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3B1629A-A9A8-4EA5-BFC7-E33077932B5F}" dt="2023-03-13T06:44:43.767" v="1486" actId="403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3T08:24:04.259" v="6339" actId="20577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9:10:48.046" v="9010" actId="20577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  <pc:docChgLst>
    <pc:chgData name="Owais Ahmed" userId="6abc7d4556b3b071" providerId="LiveId" clId="{D42FF92D-DF7A-4C38-A24D-96CD12249CD0}"/>
    <pc:docChg chg="undo redo custSel addSld delSld modSld sldOrd">
      <pc:chgData name="Owais Ahmed" userId="6abc7d4556b3b071" providerId="LiveId" clId="{D42FF92D-DF7A-4C38-A24D-96CD12249CD0}" dt="2023-12-09T12:43:56.842" v="1972"/>
      <pc:docMkLst>
        <pc:docMk/>
      </pc:docMkLst>
      <pc:sldChg chg="modSp mod">
        <pc:chgData name="Owais Ahmed" userId="6abc7d4556b3b071" providerId="LiveId" clId="{D42FF92D-DF7A-4C38-A24D-96CD12249CD0}" dt="2023-12-02T09:10:32.725" v="1721" actId="20577"/>
        <pc:sldMkLst>
          <pc:docMk/>
          <pc:sldMk cId="1649098948" sldId="2462"/>
        </pc:sldMkLst>
        <pc:spChg chg="mod">
          <ac:chgData name="Owais Ahmed" userId="6abc7d4556b3b071" providerId="LiveId" clId="{D42FF92D-DF7A-4C38-A24D-96CD12249CD0}" dt="2023-12-02T09:10:32.725" v="172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ord">
        <pc:chgData name="Owais Ahmed" userId="6abc7d4556b3b071" providerId="LiveId" clId="{D42FF92D-DF7A-4C38-A24D-96CD12249CD0}" dt="2023-12-02T09:09:54.196" v="1714"/>
        <pc:sldMkLst>
          <pc:docMk/>
          <pc:sldMk cId="2638346606" sldId="2507"/>
        </pc:sldMkLst>
        <pc:spChg chg="mod">
          <ac:chgData name="Owais Ahmed" userId="6abc7d4556b3b071" providerId="LiveId" clId="{D42FF92D-DF7A-4C38-A24D-96CD12249CD0}" dt="2023-12-02T09:09:30.259" v="1692" actId="20577"/>
          <ac:spMkLst>
            <pc:docMk/>
            <pc:sldMk cId="2638346606" sldId="2507"/>
            <ac:spMk id="215" creationId="{00000000-0000-0000-0000-000000000000}"/>
          </ac:spMkLst>
        </pc:spChg>
      </pc:sldChg>
      <pc:sldChg chg="modSp">
        <pc:chgData name="Owais Ahmed" userId="6abc7d4556b3b071" providerId="LiveId" clId="{D42FF92D-DF7A-4C38-A24D-96CD12249CD0}" dt="2023-12-02T09:11:18.260" v="1775" actId="20577"/>
        <pc:sldMkLst>
          <pc:docMk/>
          <pc:sldMk cId="587599468" sldId="2508"/>
        </pc:sldMkLst>
        <pc:spChg chg="mod">
          <ac:chgData name="Owais Ahmed" userId="6abc7d4556b3b071" providerId="LiveId" clId="{D42FF92D-DF7A-4C38-A24D-96CD12249CD0}" dt="2023-12-02T09:11:18.260" v="1775" actId="20577"/>
          <ac:spMkLst>
            <pc:docMk/>
            <pc:sldMk cId="587599468" sldId="2508"/>
            <ac:spMk id="3" creationId="{4A1C0383-58FE-E486-295E-B33B8683B938}"/>
          </ac:spMkLst>
        </pc:spChg>
      </pc:sldChg>
      <pc:sldChg chg="modSp mod">
        <pc:chgData name="Owais Ahmed" userId="6abc7d4556b3b071" providerId="LiveId" clId="{D42FF92D-DF7A-4C38-A24D-96CD12249CD0}" dt="2023-12-02T09:04:25.057" v="1554" actId="403"/>
        <pc:sldMkLst>
          <pc:docMk/>
          <pc:sldMk cId="3011644173" sldId="2509"/>
        </pc:sldMkLst>
        <pc:spChg chg="mod">
          <ac:chgData name="Owais Ahmed" userId="6abc7d4556b3b071" providerId="LiveId" clId="{D42FF92D-DF7A-4C38-A24D-96CD12249CD0}" dt="2023-12-02T09:04:25.057" v="1554" actId="403"/>
          <ac:spMkLst>
            <pc:docMk/>
            <pc:sldMk cId="3011644173" sldId="2509"/>
            <ac:spMk id="5" creationId="{AD09883F-F8F9-413C-7B8B-5550E871A7ED}"/>
          </ac:spMkLst>
        </pc:spChg>
      </pc:sldChg>
      <pc:sldChg chg="add">
        <pc:chgData name="Owais Ahmed" userId="6abc7d4556b3b071" providerId="LiveId" clId="{D42FF92D-DF7A-4C38-A24D-96CD12249CD0}" dt="2023-12-02T07:15:08.608" v="4"/>
        <pc:sldMkLst>
          <pc:docMk/>
          <pc:sldMk cId="2705290423" sldId="2510"/>
        </pc:sldMkLst>
      </pc:sldChg>
      <pc:sldChg chg="add">
        <pc:chgData name="Owais Ahmed" userId="6abc7d4556b3b071" providerId="LiveId" clId="{D42FF92D-DF7A-4C38-A24D-96CD12249CD0}" dt="2023-12-02T07:15:08.608" v="4"/>
        <pc:sldMkLst>
          <pc:docMk/>
          <pc:sldMk cId="76294675" sldId="2511"/>
        </pc:sldMkLst>
      </pc:sldChg>
      <pc:sldChg chg="add modAnim">
        <pc:chgData name="Owais Ahmed" userId="6abc7d4556b3b071" providerId="LiveId" clId="{D42FF92D-DF7A-4C38-A24D-96CD12249CD0}" dt="2023-12-09T12:43:56.842" v="1972"/>
        <pc:sldMkLst>
          <pc:docMk/>
          <pc:sldMk cId="1213328324" sldId="2512"/>
        </pc:sldMkLst>
      </pc:sldChg>
      <pc:sldChg chg="add">
        <pc:chgData name="Owais Ahmed" userId="6abc7d4556b3b071" providerId="LiveId" clId="{D42FF92D-DF7A-4C38-A24D-96CD12249CD0}" dt="2023-12-02T07:15:08.608" v="4"/>
        <pc:sldMkLst>
          <pc:docMk/>
          <pc:sldMk cId="434988123" sldId="2513"/>
        </pc:sldMkLst>
      </pc:sldChg>
      <pc:sldChg chg="add">
        <pc:chgData name="Owais Ahmed" userId="6abc7d4556b3b071" providerId="LiveId" clId="{D42FF92D-DF7A-4C38-A24D-96CD12249CD0}" dt="2023-12-02T07:15:08.608" v="4"/>
        <pc:sldMkLst>
          <pc:docMk/>
          <pc:sldMk cId="3955690501" sldId="2514"/>
        </pc:sldMkLst>
      </pc:sldChg>
      <pc:sldChg chg="add">
        <pc:chgData name="Owais Ahmed" userId="6abc7d4556b3b071" providerId="LiveId" clId="{D42FF92D-DF7A-4C38-A24D-96CD12249CD0}" dt="2023-12-02T07:15:08.608" v="4"/>
        <pc:sldMkLst>
          <pc:docMk/>
          <pc:sldMk cId="713095037" sldId="2515"/>
        </pc:sldMkLst>
      </pc:sldChg>
      <pc:sldChg chg="addSp delSp modSp add mod ord modAnim">
        <pc:chgData name="Owais Ahmed" userId="6abc7d4556b3b071" providerId="LiveId" clId="{D42FF92D-DF7A-4C38-A24D-96CD12249CD0}" dt="2023-12-02T09:26:55.871" v="1959"/>
        <pc:sldMkLst>
          <pc:docMk/>
          <pc:sldMk cId="3800365140" sldId="2516"/>
        </pc:sldMkLst>
        <pc:spChg chg="mod">
          <ac:chgData name="Owais Ahmed" userId="6abc7d4556b3b071" providerId="LiveId" clId="{D42FF92D-DF7A-4C38-A24D-96CD12249CD0}" dt="2023-12-02T09:26:55.871" v="1959"/>
          <ac:spMkLst>
            <pc:docMk/>
            <pc:sldMk cId="3800365140" sldId="2516"/>
            <ac:spMk id="3" creationId="{4A1C0383-58FE-E486-295E-B33B8683B938}"/>
          </ac:spMkLst>
        </pc:spChg>
        <pc:picChg chg="add del">
          <ac:chgData name="Owais Ahmed" userId="6abc7d4556b3b071" providerId="LiveId" clId="{D42FF92D-DF7A-4C38-A24D-96CD12249CD0}" dt="2023-12-02T08:58:47.199" v="1342"/>
          <ac:picMkLst>
            <pc:docMk/>
            <pc:sldMk cId="3800365140" sldId="2516"/>
            <ac:picMk id="1026" creationId="{3ED5E452-7573-291E-CAA8-5CCBB06A266E}"/>
          </ac:picMkLst>
        </pc:picChg>
      </pc:sldChg>
      <pc:sldChg chg="add del ord">
        <pc:chgData name="Owais Ahmed" userId="6abc7d4556b3b071" providerId="LiveId" clId="{D42FF92D-DF7A-4C38-A24D-96CD12249CD0}" dt="2023-12-02T09:24:26.389" v="1795" actId="47"/>
        <pc:sldMkLst>
          <pc:docMk/>
          <pc:sldMk cId="1289668821" sldId="2517"/>
        </pc:sldMkLst>
      </pc:sldChg>
      <pc:sldChg chg="addSp delSp modSp add mod ord modAnim modNotesTx">
        <pc:chgData name="Owais Ahmed" userId="6abc7d4556b3b071" providerId="LiveId" clId="{D42FF92D-DF7A-4C38-A24D-96CD12249CD0}" dt="2023-12-02T12:20:54.025" v="1969" actId="20577"/>
        <pc:sldMkLst>
          <pc:docMk/>
          <pc:sldMk cId="3132696857" sldId="2518"/>
        </pc:sldMkLst>
        <pc:spChg chg="add mod">
          <ac:chgData name="Owais Ahmed" userId="6abc7d4556b3b071" providerId="LiveId" clId="{D42FF92D-DF7A-4C38-A24D-96CD12249CD0}" dt="2023-12-02T12:20:54.025" v="1969" actId="20577"/>
          <ac:spMkLst>
            <pc:docMk/>
            <pc:sldMk cId="3132696857" sldId="2518"/>
            <ac:spMk id="3" creationId="{758589C8-5A7E-418E-F333-D501007ACECD}"/>
          </ac:spMkLst>
        </pc:spChg>
        <pc:spChg chg="del mod">
          <ac:chgData name="Owais Ahmed" userId="6abc7d4556b3b071" providerId="LiveId" clId="{D42FF92D-DF7A-4C38-A24D-96CD12249CD0}" dt="2023-12-02T08:02:35.707" v="89" actId="478"/>
          <ac:spMkLst>
            <pc:docMk/>
            <pc:sldMk cId="3132696857" sldId="2518"/>
            <ac:spMk id="5" creationId="{AD09883F-F8F9-413C-7B8B-5550E871A7ED}"/>
          </ac:spMkLst>
        </pc:spChg>
        <pc:spChg chg="mod">
          <ac:chgData name="Owais Ahmed" userId="6abc7d4556b3b071" providerId="LiveId" clId="{D42FF92D-DF7A-4C38-A24D-96CD12249CD0}" dt="2023-12-02T08:19:49.548" v="306" actId="20577"/>
          <ac:spMkLst>
            <pc:docMk/>
            <pc:sldMk cId="3132696857" sldId="2518"/>
            <ac:spMk id="215" creationId="{00000000-0000-0000-0000-000000000000}"/>
          </ac:spMkLst>
        </pc:spChg>
      </pc:sldChg>
      <pc:sldChg chg="addSp modSp add mod ord modAnim">
        <pc:chgData name="Owais Ahmed" userId="6abc7d4556b3b071" providerId="LiveId" clId="{D42FF92D-DF7A-4C38-A24D-96CD12249CD0}" dt="2023-12-02T12:23:01.441" v="1971"/>
        <pc:sldMkLst>
          <pc:docMk/>
          <pc:sldMk cId="2795774276" sldId="2519"/>
        </pc:sldMkLst>
        <pc:spChg chg="mod">
          <ac:chgData name="Owais Ahmed" userId="6abc7d4556b3b071" providerId="LiveId" clId="{D42FF92D-DF7A-4C38-A24D-96CD12249CD0}" dt="2023-12-02T08:54:29.497" v="1305" actId="2711"/>
          <ac:spMkLst>
            <pc:docMk/>
            <pc:sldMk cId="2795774276" sldId="2519"/>
            <ac:spMk id="3" creationId="{758589C8-5A7E-418E-F333-D501007ACECD}"/>
          </ac:spMkLst>
        </pc:spChg>
        <pc:spChg chg="add mod">
          <ac:chgData name="Owais Ahmed" userId="6abc7d4556b3b071" providerId="LiveId" clId="{D42FF92D-DF7A-4C38-A24D-96CD12249CD0}" dt="2023-12-02T08:52:14.807" v="1166" actId="14100"/>
          <ac:spMkLst>
            <pc:docMk/>
            <pc:sldMk cId="2795774276" sldId="2519"/>
            <ac:spMk id="5" creationId="{C31FF033-2786-6352-AF88-56FCCA4D2F15}"/>
          </ac:spMkLst>
        </pc:spChg>
      </pc:sldChg>
      <pc:sldChg chg="addSp delSp modSp add mod modAnim">
        <pc:chgData name="Owais Ahmed" userId="6abc7d4556b3b071" providerId="LiveId" clId="{D42FF92D-DF7A-4C38-A24D-96CD12249CD0}" dt="2023-12-02T09:24:08.441" v="1794" actId="255"/>
        <pc:sldMkLst>
          <pc:docMk/>
          <pc:sldMk cId="1721831285" sldId="2520"/>
        </pc:sldMkLst>
        <pc:spChg chg="mod">
          <ac:chgData name="Owais Ahmed" userId="6abc7d4556b3b071" providerId="LiveId" clId="{D42FF92D-DF7A-4C38-A24D-96CD12249CD0}" dt="2023-12-02T09:24:08.441" v="1794" actId="255"/>
          <ac:spMkLst>
            <pc:docMk/>
            <pc:sldMk cId="1721831285" sldId="2520"/>
            <ac:spMk id="3" creationId="{4A1C0383-58FE-E486-295E-B33B8683B938}"/>
          </ac:spMkLst>
        </pc:spChg>
        <pc:picChg chg="add del mod">
          <ac:chgData name="Owais Ahmed" userId="6abc7d4556b3b071" providerId="LiveId" clId="{D42FF92D-DF7A-4C38-A24D-96CD12249CD0}" dt="2023-12-02T09:01:00.758" v="1358" actId="478"/>
          <ac:picMkLst>
            <pc:docMk/>
            <pc:sldMk cId="1721831285" sldId="2520"/>
            <ac:picMk id="5" creationId="{233129B9-7985-7DF2-4226-22985B2E3A65}"/>
          </ac:picMkLst>
        </pc:picChg>
        <pc:picChg chg="add mod">
          <ac:chgData name="Owais Ahmed" userId="6abc7d4556b3b071" providerId="LiveId" clId="{D42FF92D-DF7A-4C38-A24D-96CD12249CD0}" dt="2023-12-02T09:01:40.573" v="1369" actId="1076"/>
          <ac:picMkLst>
            <pc:docMk/>
            <pc:sldMk cId="1721831285" sldId="2520"/>
            <ac:picMk id="7" creationId="{B6FBA8C6-75AC-E420-5484-3F66745CC097}"/>
          </ac:picMkLst>
        </pc:picChg>
      </pc:sldChg>
      <pc:sldChg chg="modSp add modAnim">
        <pc:chgData name="Owais Ahmed" userId="6abc7d4556b3b071" providerId="LiveId" clId="{D42FF92D-DF7A-4C38-A24D-96CD12249CD0}" dt="2023-12-02T09:23:39.187" v="1781" actId="6549"/>
        <pc:sldMkLst>
          <pc:docMk/>
          <pc:sldMk cId="3488797200" sldId="2521"/>
        </pc:sldMkLst>
        <pc:spChg chg="mod">
          <ac:chgData name="Owais Ahmed" userId="6abc7d4556b3b071" providerId="LiveId" clId="{D42FF92D-DF7A-4C38-A24D-96CD12249CD0}" dt="2023-12-02T09:23:24.976" v="1780" actId="6549"/>
          <ac:spMkLst>
            <pc:docMk/>
            <pc:sldMk cId="3488797200" sldId="2521"/>
            <ac:spMk id="6" creationId="{9E939B77-F0B7-2A8D-3EDB-FAC2C9BB62B8}"/>
          </ac:spMkLst>
        </pc:spChg>
      </pc:sldChg>
    </pc:docChg>
  </pc:docChgLst>
  <pc:docChgLst>
    <pc:chgData name="Owais Ahmed" userId="6abc7d4556b3b071" providerId="LiveId" clId="{7A2E326C-3728-4F4E-962A-C55BA8FCDEE3}"/>
    <pc:docChg chg="undo custSel addSld delSld modSld sldOrd">
      <pc:chgData name="Owais Ahmed" userId="6abc7d4556b3b071" providerId="LiveId" clId="{7A2E326C-3728-4F4E-962A-C55BA8FCDEE3}" dt="2023-03-14T10:02:41.932" v="5722" actId="20577"/>
      <pc:docMkLst>
        <pc:docMk/>
      </pc:docMkLst>
      <pc:sldChg chg="modSp mod">
        <pc:chgData name="Owais Ahmed" userId="6abc7d4556b3b071" providerId="LiveId" clId="{7A2E326C-3728-4F4E-962A-C55BA8FCDEE3}" dt="2023-03-14T08:55:57.593" v="2358" actId="20577"/>
        <pc:sldMkLst>
          <pc:docMk/>
          <pc:sldMk cId="1649098948" sldId="2462"/>
        </pc:sldMkLst>
        <pc:spChg chg="mod">
          <ac:chgData name="Owais Ahmed" userId="6abc7d4556b3b071" providerId="LiveId" clId="{7A2E326C-3728-4F4E-962A-C55BA8FCDEE3}" dt="2023-03-14T08:55:57.593" v="23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7A2E326C-3728-4F4E-962A-C55BA8FCDEE3}" dt="2023-03-14T08:08:31.898" v="67" actId="47"/>
        <pc:sldMkLst>
          <pc:docMk/>
          <pc:sldMk cId="2426892836" sldId="2485"/>
        </pc:sldMkLst>
      </pc:sldChg>
      <pc:sldChg chg="del">
        <pc:chgData name="Owais Ahmed" userId="6abc7d4556b3b071" providerId="LiveId" clId="{7A2E326C-3728-4F4E-962A-C55BA8FCDEE3}" dt="2023-03-14T08:08:31.648" v="66" actId="47"/>
        <pc:sldMkLst>
          <pc:docMk/>
          <pc:sldMk cId="2564503825" sldId="2486"/>
        </pc:sldMkLst>
      </pc:sldChg>
      <pc:sldChg chg="del">
        <pc:chgData name="Owais Ahmed" userId="6abc7d4556b3b071" providerId="LiveId" clId="{7A2E326C-3728-4F4E-962A-C55BA8FCDEE3}" dt="2023-03-14T08:08:32.130" v="68" actId="47"/>
        <pc:sldMkLst>
          <pc:docMk/>
          <pc:sldMk cId="4176642933" sldId="2487"/>
        </pc:sldMkLst>
      </pc:sldChg>
      <pc:sldChg chg="del">
        <pc:chgData name="Owais Ahmed" userId="6abc7d4556b3b071" providerId="LiveId" clId="{7A2E326C-3728-4F4E-962A-C55BA8FCDEE3}" dt="2023-03-14T08:08:32.736" v="69" actId="47"/>
        <pc:sldMkLst>
          <pc:docMk/>
          <pc:sldMk cId="4039704136" sldId="2488"/>
        </pc:sldMkLst>
      </pc:sldChg>
      <pc:sldChg chg="del">
        <pc:chgData name="Owais Ahmed" userId="6abc7d4556b3b071" providerId="LiveId" clId="{7A2E326C-3728-4F4E-962A-C55BA8FCDEE3}" dt="2023-03-14T08:08:33.891" v="70" actId="47"/>
        <pc:sldMkLst>
          <pc:docMk/>
          <pc:sldMk cId="3325262481" sldId="2489"/>
        </pc:sldMkLst>
      </pc:sldChg>
      <pc:sldChg chg="modSp mod ord modAnim modNotesTx">
        <pc:chgData name="Owais Ahmed" userId="6abc7d4556b3b071" providerId="LiveId" clId="{7A2E326C-3728-4F4E-962A-C55BA8FCDEE3}" dt="2023-03-14T09:03:41.655" v="3128" actId="20577"/>
        <pc:sldMkLst>
          <pc:docMk/>
          <pc:sldMk cId="2171066017" sldId="2490"/>
        </pc:sldMkLst>
        <pc:spChg chg="mod">
          <ac:chgData name="Owais Ahmed" userId="6abc7d4556b3b071" providerId="LiveId" clId="{7A2E326C-3728-4F4E-962A-C55BA8FCDEE3}" dt="2023-03-14T09:02:50.209" v="3016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09:26.937" v="168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A2E326C-3728-4F4E-962A-C55BA8FCDEE3}" dt="2023-03-14T08:21:00.539" v="1181" actId="20577"/>
        <pc:sldMkLst>
          <pc:docMk/>
          <pc:sldMk cId="1034671824" sldId="2491"/>
        </pc:sldMkLst>
        <pc:spChg chg="mod">
          <ac:chgData name="Owais Ahmed" userId="6abc7d4556b3b071" providerId="LiveId" clId="{7A2E326C-3728-4F4E-962A-C55BA8FCDEE3}" dt="2023-03-14T08:21:00.539" v="1181" actId="20577"/>
          <ac:spMkLst>
            <pc:docMk/>
            <pc:sldMk cId="1034671824" sldId="2491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15:37.246" v="689" actId="20577"/>
          <ac:spMkLst>
            <pc:docMk/>
            <pc:sldMk cId="1034671824" sldId="2491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5.844" v="71" actId="47"/>
        <pc:sldMkLst>
          <pc:docMk/>
          <pc:sldMk cId="3542561392" sldId="2491"/>
        </pc:sldMkLst>
      </pc:sldChg>
      <pc:sldChg chg="del">
        <pc:chgData name="Owais Ahmed" userId="6abc7d4556b3b071" providerId="LiveId" clId="{7A2E326C-3728-4F4E-962A-C55BA8FCDEE3}" dt="2023-03-14T08:08:36.060" v="72" actId="47"/>
        <pc:sldMkLst>
          <pc:docMk/>
          <pc:sldMk cId="140807305" sldId="2492"/>
        </pc:sldMkLst>
      </pc:sldChg>
      <pc:sldChg chg="modSp add mod ord modAnim">
        <pc:chgData name="Owais Ahmed" userId="6abc7d4556b3b071" providerId="LiveId" clId="{7A2E326C-3728-4F4E-962A-C55BA8FCDEE3}" dt="2023-03-14T08:30:27.433" v="1592" actId="27636"/>
        <pc:sldMkLst>
          <pc:docMk/>
          <pc:sldMk cId="536030068" sldId="2492"/>
        </pc:sldMkLst>
        <pc:spChg chg="mod">
          <ac:chgData name="Owais Ahmed" userId="6abc7d4556b3b071" providerId="LiveId" clId="{7A2E326C-3728-4F4E-962A-C55BA8FCDEE3}" dt="2023-03-14T08:30:27.433" v="1592" actId="27636"/>
          <ac:spMkLst>
            <pc:docMk/>
            <pc:sldMk cId="536030068" sldId="2492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23:33.966" v="1217" actId="20577"/>
          <ac:spMkLst>
            <pc:docMk/>
            <pc:sldMk cId="536030068" sldId="2492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7.425" v="75" actId="47"/>
        <pc:sldMkLst>
          <pc:docMk/>
          <pc:sldMk cId="291289866" sldId="2493"/>
        </pc:sldMkLst>
      </pc:sldChg>
      <pc:sldChg chg="modSp add mod ord modAnim modNotesTx">
        <pc:chgData name="Owais Ahmed" userId="6abc7d4556b3b071" providerId="LiveId" clId="{7A2E326C-3728-4F4E-962A-C55BA8FCDEE3}" dt="2023-03-14T08:55:41.968" v="2327" actId="20577"/>
        <pc:sldMkLst>
          <pc:docMk/>
          <pc:sldMk cId="1385104569" sldId="2493"/>
        </pc:sldMkLst>
        <pc:spChg chg="mod">
          <ac:chgData name="Owais Ahmed" userId="6abc7d4556b3b071" providerId="LiveId" clId="{7A2E326C-3728-4F4E-962A-C55BA8FCDEE3}" dt="2023-03-14T08:52:20.531" v="2259" actId="20577"/>
          <ac:spMkLst>
            <pc:docMk/>
            <pc:sldMk cId="1385104569" sldId="2493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55:41.968" v="2327" actId="20577"/>
          <ac:spMkLst>
            <pc:docMk/>
            <pc:sldMk cId="1385104569" sldId="2493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043" v="78" actId="47"/>
        <pc:sldMkLst>
          <pc:docMk/>
          <pc:sldMk cId="768229774" sldId="2494"/>
        </pc:sldMkLst>
      </pc:sldChg>
      <pc:sldChg chg="add del">
        <pc:chgData name="Owais Ahmed" userId="6abc7d4556b3b071" providerId="LiveId" clId="{7A2E326C-3728-4F4E-962A-C55BA8FCDEE3}" dt="2023-03-14T08:58:46.348" v="2586" actId="2890"/>
        <pc:sldMkLst>
          <pc:docMk/>
          <pc:sldMk cId="1268028680" sldId="2494"/>
        </pc:sldMkLst>
      </pc:sldChg>
      <pc:sldChg chg="modSp add mod ord modAnim">
        <pc:chgData name="Owais Ahmed" userId="6abc7d4556b3b071" providerId="LiveId" clId="{7A2E326C-3728-4F4E-962A-C55BA8FCDEE3}" dt="2023-03-14T09:33:16.316" v="4057" actId="20577"/>
        <pc:sldMkLst>
          <pc:docMk/>
          <pc:sldMk cId="3703529031" sldId="2494"/>
        </pc:sldMkLst>
        <pc:spChg chg="mod">
          <ac:chgData name="Owais Ahmed" userId="6abc7d4556b3b071" providerId="LiveId" clId="{7A2E326C-3728-4F4E-962A-C55BA8FCDEE3}" dt="2023-03-14T09:33:16.316" v="4057" actId="20577"/>
          <ac:spMkLst>
            <pc:docMk/>
            <pc:sldMk cId="3703529031" sldId="2494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9:02:31.908" v="2965" actId="20577"/>
          <ac:spMkLst>
            <pc:docMk/>
            <pc:sldMk cId="3703529031" sldId="2494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285" v="79" actId="47"/>
        <pc:sldMkLst>
          <pc:docMk/>
          <pc:sldMk cId="232042637" sldId="2495"/>
        </pc:sldMkLst>
      </pc:sldChg>
      <pc:sldChg chg="modSp add mod modAnim modNotesTx">
        <pc:chgData name="Owais Ahmed" userId="6abc7d4556b3b071" providerId="LiveId" clId="{7A2E326C-3728-4F4E-962A-C55BA8FCDEE3}" dt="2023-03-14T09:52:40.543" v="4697" actId="20577"/>
        <pc:sldMkLst>
          <pc:docMk/>
          <pc:sldMk cId="1437269240" sldId="2495"/>
        </pc:sldMkLst>
        <pc:spChg chg="mod">
          <ac:chgData name="Owais Ahmed" userId="6abc7d4556b3b071" providerId="LiveId" clId="{7A2E326C-3728-4F4E-962A-C55BA8FCDEE3}" dt="2023-03-14T09:52:40.543" v="4697" actId="20577"/>
          <ac:spMkLst>
            <pc:docMk/>
            <pc:sldMk cId="1437269240" sldId="2495"/>
            <ac:spMk id="3" creationId="{4A1C0383-58FE-E486-295E-B33B8683B938}"/>
          </ac:spMkLst>
        </pc:spChg>
      </pc:sldChg>
      <pc:sldChg chg="new del">
        <pc:chgData name="Owais Ahmed" userId="6abc7d4556b3b071" providerId="LiveId" clId="{7A2E326C-3728-4F4E-962A-C55BA8FCDEE3}" dt="2023-03-14T09:01:03.883" v="2891" actId="680"/>
        <pc:sldMkLst>
          <pc:docMk/>
          <pc:sldMk cId="2318419270" sldId="2495"/>
        </pc:sldMkLst>
      </pc:sldChg>
      <pc:sldChg chg="modSp add mod modAnim modNotesTx">
        <pc:chgData name="Owais Ahmed" userId="6abc7d4556b3b071" providerId="LiveId" clId="{7A2E326C-3728-4F4E-962A-C55BA8FCDEE3}" dt="2023-03-14T10:02:41.932" v="5722" actId="20577"/>
        <pc:sldMkLst>
          <pc:docMk/>
          <pc:sldMk cId="3627983074" sldId="2496"/>
        </pc:sldMkLst>
        <pc:spChg chg="mod">
          <ac:chgData name="Owais Ahmed" userId="6abc7d4556b3b071" providerId="LiveId" clId="{7A2E326C-3728-4F4E-962A-C55BA8FCDEE3}" dt="2023-03-14T10:02:41.932" v="5722" actId="20577"/>
          <ac:spMkLst>
            <pc:docMk/>
            <pc:sldMk cId="3627983074" sldId="2496"/>
            <ac:spMk id="3" creationId="{4A1C0383-58FE-E486-295E-B33B8683B938}"/>
          </ac:spMkLst>
        </pc:spChg>
      </pc:sldChg>
      <pc:sldChg chg="del">
        <pc:chgData name="Owais Ahmed" userId="6abc7d4556b3b071" providerId="LiveId" clId="{7A2E326C-3728-4F4E-962A-C55BA8FCDEE3}" dt="2023-03-14T08:08:36.354" v="73" actId="47"/>
        <pc:sldMkLst>
          <pc:docMk/>
          <pc:sldMk cId="3980957688" sldId="2496"/>
        </pc:sldMkLst>
      </pc:sldChg>
      <pc:sldChg chg="del">
        <pc:chgData name="Owais Ahmed" userId="6abc7d4556b3b071" providerId="LiveId" clId="{7A2E326C-3728-4F4E-962A-C55BA8FCDEE3}" dt="2023-03-14T08:08:37.612" v="76" actId="47"/>
        <pc:sldMkLst>
          <pc:docMk/>
          <pc:sldMk cId="3124922675" sldId="2497"/>
        </pc:sldMkLst>
      </pc:sldChg>
      <pc:sldChg chg="del">
        <pc:chgData name="Owais Ahmed" userId="6abc7d4556b3b071" providerId="LiveId" clId="{7A2E326C-3728-4F4E-962A-C55BA8FCDEE3}" dt="2023-03-14T08:08:37.789" v="77" actId="47"/>
        <pc:sldMkLst>
          <pc:docMk/>
          <pc:sldMk cId="2737715429" sldId="2498"/>
        </pc:sldMkLst>
      </pc:sldChg>
      <pc:sldChg chg="del">
        <pc:chgData name="Owais Ahmed" userId="6abc7d4556b3b071" providerId="LiveId" clId="{7A2E326C-3728-4F4E-962A-C55BA8FCDEE3}" dt="2023-03-14T08:08:37.223" v="74" actId="47"/>
        <pc:sldMkLst>
          <pc:docMk/>
          <pc:sldMk cId="1701565530" sldId="2499"/>
        </pc:sldMkLst>
      </pc:sldChg>
      <pc:sldChg chg="del">
        <pc:chgData name="Owais Ahmed" userId="6abc7d4556b3b071" providerId="LiveId" clId="{7A2E326C-3728-4F4E-962A-C55BA8FCDEE3}" dt="2023-03-14T08:08:38.529" v="80" actId="47"/>
        <pc:sldMkLst>
          <pc:docMk/>
          <pc:sldMk cId="98145820" sldId="2500"/>
        </pc:sldMkLst>
      </pc:sldChg>
      <pc:sldChg chg="del">
        <pc:chgData name="Owais Ahmed" userId="6abc7d4556b3b071" providerId="LiveId" clId="{7A2E326C-3728-4F4E-962A-C55BA8FCDEE3}" dt="2023-03-14T08:08:40.399" v="81" actId="47"/>
        <pc:sldMkLst>
          <pc:docMk/>
          <pc:sldMk cId="349804789" sldId="2501"/>
        </pc:sldMkLst>
      </pc:sldChg>
      <pc:sldChg chg="del">
        <pc:chgData name="Owais Ahmed" userId="6abc7d4556b3b071" providerId="LiveId" clId="{7A2E326C-3728-4F4E-962A-C55BA8FCDEE3}" dt="2023-03-14T08:08:41.244" v="82" actId="47"/>
        <pc:sldMkLst>
          <pc:docMk/>
          <pc:sldMk cId="366950723" sldId="2502"/>
        </pc:sldMkLst>
      </pc:sldChg>
      <pc:sldChg chg="del">
        <pc:chgData name="Owais Ahmed" userId="6abc7d4556b3b071" providerId="LiveId" clId="{7A2E326C-3728-4F4E-962A-C55BA8FCDEE3}" dt="2023-03-14T08:08:42.509" v="83" actId="47"/>
        <pc:sldMkLst>
          <pc:docMk/>
          <pc:sldMk cId="465789078" sldId="2503"/>
        </pc:sldMkLst>
      </pc:sldChg>
      <pc:sldChg chg="del">
        <pc:chgData name="Owais Ahmed" userId="6abc7d4556b3b071" providerId="LiveId" clId="{7A2E326C-3728-4F4E-962A-C55BA8FCDEE3}" dt="2023-03-14T08:08:43.518" v="84" actId="47"/>
        <pc:sldMkLst>
          <pc:docMk/>
          <pc:sldMk cId="4099730819" sldId="2504"/>
        </pc:sldMkLst>
      </pc:sldChg>
    </pc:docChg>
  </pc:docChgLst>
  <pc:docChgLst>
    <pc:chgData name="Owais Ahmed" userId="6abc7d4556b3b071" providerId="LiveId" clId="{E95653A9-E0CD-4BBA-B25C-51B70E54A81B}"/>
    <pc:docChg chg="modSld">
      <pc:chgData name="Owais Ahmed" userId="6abc7d4556b3b071" providerId="LiveId" clId="{E95653A9-E0CD-4BBA-B25C-51B70E54A81B}" dt="2023-10-07T07:18:57.384" v="0"/>
      <pc:docMkLst>
        <pc:docMk/>
      </pc:docMkLst>
      <pc:sldChg chg="modSp mod">
        <pc:chgData name="Owais Ahmed" userId="6abc7d4556b3b071" providerId="LiveId" clId="{E95653A9-E0CD-4BBA-B25C-51B70E54A81B}" dt="2023-10-07T07:18:57.384" v="0"/>
        <pc:sldMkLst>
          <pc:docMk/>
          <pc:sldMk cId="3927832306" sldId="2448"/>
        </pc:sldMkLst>
        <pc:spChg chg="mod">
          <ac:chgData name="Owais Ahmed" userId="6abc7d4556b3b071" providerId="LiveId" clId="{E95653A9-E0CD-4BBA-B25C-51B70E54A81B}" dt="2023-10-07T07:18:57.384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11-Dec-23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11-Dec-23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18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763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6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923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44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17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84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See </a:t>
            </a:r>
            <a:r>
              <a:rPr lang="en-US" sz="1200" dirty="0"/>
              <a:t>https://reactnative.dev/docs/textinput#keyboardtype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429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555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57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64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</a:t>
            </a:r>
            <a:r>
              <a:rPr lang="en-US" sz="5400" b="1"/>
              <a:t>Development (114155)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817369"/>
            <a:ext cx="4114800" cy="4397703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Working with Images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Working with Input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Pressable Components</a:t>
            </a:r>
          </a:p>
          <a:p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Working with Images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Image is a core component in React Native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source attribute is compulsory, which defines where to pick the image from: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For locally stored: </a:t>
            </a:r>
            <a:r>
              <a:rPr lang="en-US" sz="2600" b="1" dirty="0"/>
              <a:t>&lt;Image source={require('./assets/honda_civic_1.jpg')} /&gt;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For remote images: </a:t>
            </a:r>
            <a:r>
              <a:rPr lang="en-US" sz="2600" b="1" dirty="0"/>
              <a:t>&lt;Image source={</a:t>
            </a:r>
            <a:r>
              <a:rPr lang="en-US" sz="2600" b="1" dirty="0" err="1"/>
              <a:t>uri</a:t>
            </a:r>
            <a:r>
              <a:rPr lang="en-US" sz="2600" b="1" dirty="0"/>
              <a:t>: 'http://&lt;address&gt;/hondacivic1.jpg'} /&gt;</a:t>
            </a:r>
            <a:endParaRPr lang="en-US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 err="1"/>
              <a:t>resizeMode</a:t>
            </a:r>
            <a:r>
              <a:rPr lang="en-US" sz="2800" dirty="0"/>
              <a:t> prop defines how to resize an image when the window frame does not match image dimensions.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resize mode is the most important setting. There are 5 modes to resize an image.</a:t>
            </a:r>
          </a:p>
        </p:txBody>
      </p:sp>
    </p:spTree>
    <p:extLst>
      <p:ext uri="{BB962C8B-B14F-4D97-AF65-F5344CB8AC3E}">
        <p14:creationId xmlns:p14="http://schemas.microsoft.com/office/powerpoint/2010/main" val="380036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Working with Images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3" y="1532587"/>
            <a:ext cx="6799643" cy="4887878"/>
          </a:xfrm>
          <a:prstGeom prst="rect">
            <a:avLst/>
          </a:prstGeom>
        </p:spPr>
        <p:txBody>
          <a:bodyPr numCol="1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700" dirty="0"/>
              <a:t>“cover” scales the image uniformly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700" dirty="0"/>
              <a:t>“contain” scales the image uniformly so that both dimensions of the image will be equal to or less than window view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700" dirty="0"/>
              <a:t>“stretch” scales with height independently, and does not maintain aspect ratio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700" dirty="0"/>
              <a:t>“center” scales and brings the image in center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700" dirty="0"/>
              <a:t>“repeat” repeats the image till it covers the window view. This is used to create repeated pattern, e.g., as a background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FBA8C6-75AC-E420-5484-3F66745CC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27" y="2002386"/>
            <a:ext cx="4943373" cy="394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3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Working with Images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939B77-F0B7-2A8D-3EDB-FAC2C9BB62B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Search for images for each vehicle type and store a sample in the assets folder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Modify the </a:t>
            </a:r>
            <a:r>
              <a:rPr lang="en-US" sz="3800" dirty="0" err="1"/>
              <a:t>allVehicles</a:t>
            </a:r>
            <a:r>
              <a:rPr lang="en-US" sz="3800" dirty="0"/>
              <a:t> object and attach an additional key “</a:t>
            </a:r>
            <a:r>
              <a:rPr lang="en-US" sz="3800" dirty="0" err="1"/>
              <a:t>image_url</a:t>
            </a:r>
            <a:r>
              <a:rPr lang="en-US" sz="3800" dirty="0"/>
              <a:t>”: require(“… path … to … image ”)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 the </a:t>
            </a:r>
            <a:r>
              <a:rPr lang="en-US" sz="3600" dirty="0" err="1"/>
              <a:t>renderVehicleModelItem</a:t>
            </a:r>
            <a:r>
              <a:rPr lang="en-US" sz="3600" dirty="0"/>
              <a:t>, attach the image of the associated object along with its text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Run and see if the </a:t>
            </a:r>
            <a:r>
              <a:rPr lang="en-US" sz="3600" dirty="0" err="1"/>
              <a:t>SectionList</a:t>
            </a:r>
            <a:r>
              <a:rPr lang="en-US" sz="3600" dirty="0"/>
              <a:t> now contains all images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Work with </a:t>
            </a:r>
            <a:r>
              <a:rPr lang="en-US" sz="3600" dirty="0" err="1"/>
              <a:t>resizeMode</a:t>
            </a:r>
            <a:r>
              <a:rPr lang="en-US" sz="3600" dirty="0"/>
              <a:t> and see which mode is perfect for your case</a:t>
            </a:r>
          </a:p>
        </p:txBody>
      </p:sp>
    </p:spTree>
    <p:extLst>
      <p:ext uri="{BB962C8B-B14F-4D97-AF65-F5344CB8AC3E}">
        <p14:creationId xmlns:p14="http://schemas.microsoft.com/office/powerpoint/2010/main" val="348879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Merging Styles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 React Native, there are two modes for native styling: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Inline: set attribute style={{JSX expression}}.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Create </a:t>
            </a:r>
            <a:r>
              <a:rPr lang="en-US" sz="3400" dirty="0" err="1"/>
              <a:t>StyleSheet</a:t>
            </a:r>
            <a:r>
              <a:rPr lang="en-US" sz="3400" dirty="0"/>
              <a:t> object and set as style={</a:t>
            </a:r>
            <a:r>
              <a:rPr lang="en-US" sz="3400" dirty="0" err="1"/>
              <a:t>styleName</a:t>
            </a:r>
            <a:r>
              <a:rPr lang="en-US" sz="3400" dirty="0"/>
              <a:t>} for the component.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style can also be an array, like style={[style1, style2]} which merges all the style properties.</a:t>
            </a:r>
          </a:p>
        </p:txBody>
      </p:sp>
    </p:spTree>
    <p:extLst>
      <p:ext uri="{BB962C8B-B14F-4D97-AF65-F5344CB8AC3E}">
        <p14:creationId xmlns:p14="http://schemas.microsoft.com/office/powerpoint/2010/main" val="263834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Extra: Run on Web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89C8-5A7E-418E-F333-D501007ACEC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You can run your app on Web browser as well.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Install the following dependencies via </a:t>
            </a:r>
            <a:r>
              <a:rPr lang="en-US" sz="3800" dirty="0" err="1"/>
              <a:t>npm</a:t>
            </a:r>
            <a:r>
              <a:rPr lang="en-US" sz="3800" dirty="0"/>
              <a:t>/</a:t>
            </a:r>
            <a:r>
              <a:rPr lang="en-US" sz="3800" dirty="0" err="1"/>
              <a:t>npx</a:t>
            </a:r>
            <a:r>
              <a:rPr lang="en-US" sz="3800" dirty="0"/>
              <a:t> install: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react-native-web, react-scripts, react-</a:t>
            </a:r>
            <a:r>
              <a:rPr lang="en-US" sz="3400" dirty="0" err="1"/>
              <a:t>dom</a:t>
            </a:r>
            <a:r>
              <a:rPr lang="en-US" sz="3400" dirty="0"/>
              <a:t>, @expo/webpack-config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Once done, you should see extra options in your </a:t>
            </a:r>
            <a:r>
              <a:rPr lang="en-US" sz="3600" dirty="0" err="1"/>
              <a:t>package.json</a:t>
            </a:r>
            <a:r>
              <a:rPr lang="en-US" sz="3600" dirty="0"/>
              <a:t> file: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"scripts": {</a:t>
            </a:r>
            <a:br>
              <a:rPr lang="en-US" sz="3600" dirty="0"/>
            </a:br>
            <a:r>
              <a:rPr lang="en-US" sz="3600" dirty="0"/>
              <a:t>    …,</a:t>
            </a:r>
            <a:br>
              <a:rPr lang="en-US" sz="3600" dirty="0"/>
            </a:br>
            <a:r>
              <a:rPr lang="en-US" sz="3600" dirty="0"/>
              <a:t>    "</a:t>
            </a:r>
            <a:r>
              <a:rPr lang="en-US" sz="3600" dirty="0" err="1"/>
              <a:t>ios</a:t>
            </a:r>
            <a:r>
              <a:rPr lang="en-US" sz="3600" dirty="0"/>
              <a:t>": "expo start --</a:t>
            </a:r>
            <a:r>
              <a:rPr lang="en-US" sz="3600" dirty="0" err="1"/>
              <a:t>ios</a:t>
            </a:r>
            <a:r>
              <a:rPr lang="en-US" sz="3600" dirty="0"/>
              <a:t>",</a:t>
            </a:r>
            <a:br>
              <a:rPr lang="en-US" sz="3600" dirty="0"/>
            </a:br>
            <a:r>
              <a:rPr lang="en-US" sz="3600" dirty="0"/>
              <a:t>    "web": "expo start --web“</a:t>
            </a:r>
            <a:br>
              <a:rPr lang="en-US" sz="3600" dirty="0"/>
            </a:br>
            <a:r>
              <a:rPr lang="en-US" sz="36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13269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Extra: Run on Web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89C8-5A7E-418E-F333-D501007ACEC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Make the following changes:</a:t>
            </a:r>
          </a:p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800" dirty="0"/>
              <a:t>All export statements should come at the end of each component file</a:t>
            </a:r>
          </a:p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dirty="0"/>
              <a:t>In </a:t>
            </a:r>
            <a:r>
              <a:rPr lang="en-US" sz="3600" u="sng" dirty="0"/>
              <a:t>babel.config.js</a:t>
            </a:r>
            <a:r>
              <a:rPr lang="en-US" sz="3600" dirty="0"/>
              <a:t> file, “module-resolver” plugin and provide alias for the root folder. This is how the browser will fetch absolute file paths.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Run the app: </a:t>
            </a:r>
            <a:r>
              <a:rPr lang="en-US" sz="3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 start web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FF033-2786-6352-AF88-56FCCA4D2F15}"/>
              </a:ext>
            </a:extLst>
          </p:cNvPr>
          <p:cNvSpPr txBox="1"/>
          <p:nvPr/>
        </p:nvSpPr>
        <p:spPr>
          <a:xfrm>
            <a:off x="6087784" y="1574795"/>
            <a:ext cx="58756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api.cache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presets: [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'babel-preset-expo'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plugins: [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[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'module-resolver'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alias: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'@components'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},         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77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Working with Input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Touch based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Text: Keyboard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Clicks and Gestures: on-screen Touch sensor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Multimedia: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Audio: Microphones (usually multiple)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Pictures: Cameras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Videos: Cameras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Positioning: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GPS Location: GPS sensor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Orientation: Gyroscopic sensor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Velocity: Gyroscopic sensor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Other: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Proximity sensor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Fingerprint scanner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IRIS scanner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Heart rate sensor</a:t>
            </a:r>
          </a:p>
        </p:txBody>
      </p:sp>
    </p:spTree>
    <p:extLst>
      <p:ext uri="{BB962C8B-B14F-4D97-AF65-F5344CB8AC3E}">
        <p14:creationId xmlns:p14="http://schemas.microsoft.com/office/powerpoint/2010/main" val="270529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Working with Input – Text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 err="1"/>
              <a:t>TextInput</a:t>
            </a:r>
            <a:r>
              <a:rPr lang="en-US" sz="3800" dirty="0"/>
              <a:t> is a core component to collect text-based user input via on-screen Keyboard.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Attributes: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onChangeText</a:t>
            </a:r>
            <a:r>
              <a:rPr lang="en-US" sz="3400" dirty="0"/>
              <a:t>: handler function invoked on text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keyboardType</a:t>
            </a:r>
            <a:r>
              <a:rPr lang="en-US" sz="3400" dirty="0"/>
              <a:t>: which keyboard layout to show. Values can be “default”, “number-pad”, “numeric”, “phone-pad”, “email-address”, “</a:t>
            </a:r>
            <a:r>
              <a:rPr lang="en-US" sz="3400" dirty="0" err="1"/>
              <a:t>url</a:t>
            </a:r>
            <a:r>
              <a:rPr lang="en-US" sz="3400" dirty="0"/>
              <a:t>” and more.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placeholder: the placeholder text exemplifying what to enter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value: the text value. We will use a state hook here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style: the style attribute</a:t>
            </a:r>
          </a:p>
        </p:txBody>
      </p:sp>
    </p:spTree>
    <p:extLst>
      <p:ext uri="{BB962C8B-B14F-4D97-AF65-F5344CB8AC3E}">
        <p14:creationId xmlns:p14="http://schemas.microsoft.com/office/powerpoint/2010/main" val="7629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Working with Input – Text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277716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Create the first page for </a:t>
            </a:r>
            <a:r>
              <a:rPr lang="en-US" sz="3600" dirty="0" err="1"/>
              <a:t>Baham</a:t>
            </a:r>
            <a:r>
              <a:rPr lang="en-US" sz="3600" dirty="0"/>
              <a:t> app, containing two inputs: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Email address of the user logging in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Password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email address must be validated using a Regular expression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keyboard type for Email and Password should be appropriate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Use React </a:t>
            </a:r>
            <a:r>
              <a:rPr lang="en-US" sz="3600" dirty="0" err="1"/>
              <a:t>useState</a:t>
            </a:r>
            <a:r>
              <a:rPr lang="en-US" sz="3600" dirty="0"/>
              <a:t> hooks to manage the value of email and password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19780-8CA5-D454-1A45-8D761EBE837C}"/>
              </a:ext>
            </a:extLst>
          </p:cNvPr>
          <p:cNvSpPr txBox="1"/>
          <p:nvPr/>
        </p:nvSpPr>
        <p:spPr>
          <a:xfrm>
            <a:off x="236816" y="4309750"/>
            <a:ext cx="11734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TextInput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styles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validateEmail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?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'black'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onChangeText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handleTextChange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"lemon.user@email.com"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keyboardType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"email-address"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32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Render the given array in a </a:t>
            </a:r>
            <a:r>
              <a:rPr lang="en-US" sz="4000" dirty="0" err="1"/>
              <a:t>FlatList</a:t>
            </a:r>
            <a:endParaRPr lang="en-US" sz="4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At the end of the list, add a multi-line feedback form with a text input and a submit button (non-functional)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PK" sz="2800" dirty="0"/>
              <a:t>const </a:t>
            </a:r>
            <a:r>
              <a:rPr lang="en-PK" sz="2800" dirty="0" err="1"/>
              <a:t>vehicleModels</a:t>
            </a:r>
            <a:r>
              <a:rPr lang="en-PK" sz="2800" dirty="0"/>
              <a:t> = ['Toyota Avalon', 'Toyota Camry', 'Toyota Corolla', 'Toyota </a:t>
            </a:r>
            <a:r>
              <a:rPr lang="en-PK" sz="2800" dirty="0" err="1"/>
              <a:t>Passo</a:t>
            </a:r>
            <a:r>
              <a:rPr lang="en-PK" sz="2800" dirty="0"/>
              <a:t>', 'Toyota </a:t>
            </a:r>
            <a:r>
              <a:rPr lang="en-PK" sz="2800" dirty="0" err="1"/>
              <a:t>Hiace</a:t>
            </a:r>
            <a:r>
              <a:rPr lang="en-PK" sz="2800" dirty="0"/>
              <a:t>', 'Toyota Prius', 'Toyota Yaris', 'Toyota Fortuner', 'Toyota Hilux', 'Honda City', 'Honda Civic', 'Honda Grace', 'Honda Fit', 'Honda Accord', 'Honda </a:t>
            </a:r>
            <a:r>
              <a:rPr lang="en-PK" sz="2800" dirty="0" err="1"/>
              <a:t>Vezel</a:t>
            </a:r>
            <a:r>
              <a:rPr lang="en-PK" sz="2800" dirty="0"/>
              <a:t>', 'Suzuki Mehran', 'Suzuki Khyber', 'Suzuki Swift', 'Suzuki Alto', 'Suzuki Bolan', 'Suzuki Liana', 'Suzuki Cultus', 'Suzuki Wagon-R', 'Daihatsu Cuore', 'Daihatsu Mira', 'Daihatsu </a:t>
            </a:r>
            <a:r>
              <a:rPr lang="en-PK" sz="2800" dirty="0" err="1"/>
              <a:t>Hijet</a:t>
            </a:r>
            <a:r>
              <a:rPr lang="en-PK" sz="2800" dirty="0"/>
              <a:t>', 'Daihatsu Move']</a:t>
            </a:r>
          </a:p>
        </p:txBody>
      </p:sp>
    </p:spTree>
    <p:extLst>
      <p:ext uri="{BB962C8B-B14F-4D97-AF65-F5344CB8AC3E}">
        <p14:creationId xmlns:p14="http://schemas.microsoft.com/office/powerpoint/2010/main" val="43498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Pressable Components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Pressable components handle touch events.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Used to create custom buttons, clickable elements, or interactive UI elements.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Pressable detects various touch interactions, such as pressing, releasing, hovering, and long pressing.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You can provide custom content within the Pressable component, such as text, images, or other React Native components.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Accepts an </a:t>
            </a:r>
            <a:r>
              <a:rPr lang="en-US" sz="2800" dirty="0" err="1"/>
              <a:t>onPress</a:t>
            </a:r>
            <a:r>
              <a:rPr lang="en-US" sz="2800" dirty="0"/>
              <a:t> prop, which is a callback function that will be executed when the component is pressed.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Additionally, you can specify other touch event callbacks, such as </a:t>
            </a:r>
            <a:r>
              <a:rPr lang="en-US" sz="2800" dirty="0" err="1"/>
              <a:t>onPressIn</a:t>
            </a:r>
            <a:r>
              <a:rPr lang="en-US" sz="2800" dirty="0"/>
              <a:t>, </a:t>
            </a:r>
            <a:r>
              <a:rPr lang="en-US" sz="2800" dirty="0" err="1"/>
              <a:t>onPressOut</a:t>
            </a:r>
            <a:r>
              <a:rPr lang="en-US" sz="2800" dirty="0"/>
              <a:t>, and </a:t>
            </a:r>
            <a:r>
              <a:rPr lang="en-US" sz="2800" dirty="0" err="1"/>
              <a:t>onLongPress</a:t>
            </a:r>
            <a:r>
              <a:rPr lang="en-US" sz="2800" dirty="0"/>
              <a:t>, to handle specific touch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95569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Pressable Components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Extending the Section List of </a:t>
            </a:r>
            <a:r>
              <a:rPr lang="en-US" sz="2800" dirty="0" err="1"/>
              <a:t>Baham</a:t>
            </a:r>
            <a:r>
              <a:rPr lang="en-US" sz="2800" dirty="0"/>
              <a:t> app, Add a Pressable which switches between App info and the List.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On launch, the </a:t>
            </a:r>
            <a:r>
              <a:rPr lang="en-US" sz="2800" dirty="0" err="1"/>
              <a:t>Baham</a:t>
            </a:r>
            <a:r>
              <a:rPr lang="en-US" sz="2800" dirty="0"/>
              <a:t> app info is displayed.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On pressing the Pressable, the View switches to the list of Vehicle Types.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 the snippet, the </a:t>
            </a:r>
            <a:r>
              <a:rPr lang="en-US" sz="2800" dirty="0" err="1"/>
              <a:t>onMenuPress</a:t>
            </a:r>
            <a:r>
              <a:rPr lang="en-US" sz="2800" dirty="0"/>
              <a:t> is a handler function, while </a:t>
            </a:r>
            <a:r>
              <a:rPr lang="en-US" sz="2800" dirty="0" err="1"/>
              <a:t>showMenu</a:t>
            </a:r>
            <a:r>
              <a:rPr lang="en-US" sz="2800" dirty="0"/>
              <a:t> is a state hook.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&lt;Pressable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onPress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onMenuPress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{/* Print Show or Hide menu depending on state of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showMenu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*/}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&lt;Text style={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lightStyle.showMenuText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}&gt;  {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showMenu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? "&gt;&gt;&gt; Hide Menu &lt;&lt;&lt;" : "&lt;&lt;&lt; Show Menu &gt;&gt;&gt;"}&lt;/Text&gt;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&lt;/Pressable&gt;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309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2495</TotalTime>
  <Words>1208</Words>
  <Application>Microsoft Office PowerPoint</Application>
  <PresentationFormat>Widescreen</PresentationFormat>
  <Paragraphs>147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Cascadia Code</vt:lpstr>
      <vt:lpstr>Consolas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243</cp:revision>
  <dcterms:created xsi:type="dcterms:W3CDTF">2022-11-22T20:08:03Z</dcterms:created>
  <dcterms:modified xsi:type="dcterms:W3CDTF">2023-12-11T06:48:53Z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