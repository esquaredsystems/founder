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4"/>
  </p:notesMasterIdLst>
  <p:handoutMasterIdLst>
    <p:handoutMasterId r:id="rId25"/>
  </p:handoutMasterIdLst>
  <p:sldIdLst>
    <p:sldId id="2448" r:id="rId5"/>
    <p:sldId id="2462" r:id="rId6"/>
    <p:sldId id="2498" r:id="rId7"/>
    <p:sldId id="2499" r:id="rId8"/>
    <p:sldId id="2500" r:id="rId9"/>
    <p:sldId id="2501" r:id="rId10"/>
    <p:sldId id="2502" r:id="rId11"/>
    <p:sldId id="2503" r:id="rId12"/>
    <p:sldId id="2504" r:id="rId13"/>
    <p:sldId id="2512" r:id="rId14"/>
    <p:sldId id="2511" r:id="rId15"/>
    <p:sldId id="2505" r:id="rId16"/>
    <p:sldId id="2507" r:id="rId17"/>
    <p:sldId id="2508" r:id="rId18"/>
    <p:sldId id="2513" r:id="rId19"/>
    <p:sldId id="2514" r:id="rId20"/>
    <p:sldId id="2515" r:id="rId21"/>
    <p:sldId id="2506" r:id="rId22"/>
    <p:sldId id="243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1023B"/>
    <a:srgbClr val="898989"/>
    <a:srgbClr val="2F3342"/>
    <a:srgbClr val="A53F52"/>
    <a:srgbClr val="2C2153"/>
    <a:srgbClr val="E99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12304E-D243-4612-B84A-35A1EEC6F414}" v="2834" dt="2023-10-14T11:55:56.663"/>
    <p1510:client id="{F7B03156-E5DE-4346-BA1F-E68347E6BCBB}" v="225" dt="2023-10-14T05:33:59.1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6013" autoAdjust="0"/>
  </p:normalViewPr>
  <p:slideViewPr>
    <p:cSldViewPr snapToGrid="0">
      <p:cViewPr varScale="1">
        <p:scale>
          <a:sx n="71" d="100"/>
          <a:sy n="71" d="100"/>
        </p:scale>
        <p:origin x="1090" y="48"/>
      </p:cViewPr>
      <p:guideLst>
        <p:guide orient="horz" pos="1992"/>
        <p:guide pos="3840"/>
        <p:guide orient="horz" pos="1416"/>
      </p:guideLst>
    </p:cSldViewPr>
  </p:slideViewPr>
  <p:outlineViewPr>
    <p:cViewPr>
      <p:scale>
        <a:sx n="33" d="100"/>
        <a:sy n="33" d="100"/>
      </p:scale>
      <p:origin x="0" y="-51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8722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 Ahmed" userId="6abc7d4556b3b071" providerId="LiveId" clId="{6864A3F8-DEDE-46FB-9A37-33BD97B65025}"/>
    <pc:docChg chg="undo custSel addSld delSld modSld sldOrd">
      <pc:chgData name="Owais Ahmed" userId="6abc7d4556b3b071" providerId="LiveId" clId="{6864A3F8-DEDE-46FB-9A37-33BD97B65025}" dt="2023-03-06T18:37:13.356" v="6932" actId="47"/>
      <pc:docMkLst>
        <pc:docMk/>
      </pc:docMkLst>
      <pc:sldChg chg="modSp mod">
        <pc:chgData name="Owais Ahmed" userId="6abc7d4556b3b071" providerId="LiveId" clId="{6864A3F8-DEDE-46FB-9A37-33BD97B65025}" dt="2023-03-06T11:28:43.963" v="2847" actId="6549"/>
        <pc:sldMkLst>
          <pc:docMk/>
          <pc:sldMk cId="1649098948" sldId="2462"/>
        </pc:sldMkLst>
        <pc:spChg chg="mod">
          <ac:chgData name="Owais Ahmed" userId="6abc7d4556b3b071" providerId="LiveId" clId="{6864A3F8-DEDE-46FB-9A37-33BD97B65025}" dt="2023-03-06T11:28:43.963" v="2847" actId="6549"/>
          <ac:spMkLst>
            <pc:docMk/>
            <pc:sldMk cId="1649098948" sldId="2462"/>
            <ac:spMk id="6" creationId="{F3C89A40-EEAA-43AB-9A3A-B2CFDE450F1B}"/>
          </ac:spMkLst>
        </pc:spChg>
      </pc:sldChg>
      <pc:sldChg chg="del">
        <pc:chgData name="Owais Ahmed" userId="6abc7d4556b3b071" providerId="LiveId" clId="{6864A3F8-DEDE-46FB-9A37-33BD97B65025}" dt="2023-03-06T10:29:39.635" v="307" actId="47"/>
        <pc:sldMkLst>
          <pc:docMk/>
          <pc:sldMk cId="2835548672" sldId="2467"/>
        </pc:sldMkLst>
      </pc:sldChg>
      <pc:sldChg chg="del">
        <pc:chgData name="Owais Ahmed" userId="6abc7d4556b3b071" providerId="LiveId" clId="{6864A3F8-DEDE-46FB-9A37-33BD97B65025}" dt="2023-03-06T10:29:36.863" v="306" actId="47"/>
        <pc:sldMkLst>
          <pc:docMk/>
          <pc:sldMk cId="2564172473" sldId="2468"/>
        </pc:sldMkLst>
      </pc:sldChg>
      <pc:sldChg chg="del">
        <pc:chgData name="Owais Ahmed" userId="6abc7d4556b3b071" providerId="LiveId" clId="{6864A3F8-DEDE-46FB-9A37-33BD97B65025}" dt="2023-03-06T10:29:34.116" v="304" actId="47"/>
        <pc:sldMkLst>
          <pc:docMk/>
          <pc:sldMk cId="1810203590" sldId="2482"/>
        </pc:sldMkLst>
      </pc:sldChg>
      <pc:sldChg chg="del">
        <pc:chgData name="Owais Ahmed" userId="6abc7d4556b3b071" providerId="LiveId" clId="{6864A3F8-DEDE-46FB-9A37-33BD97B65025}" dt="2023-03-06T10:29:41.060" v="308" actId="47"/>
        <pc:sldMkLst>
          <pc:docMk/>
          <pc:sldMk cId="2426892836" sldId="2485"/>
        </pc:sldMkLst>
      </pc:sldChg>
      <pc:sldChg chg="modSp mod ord modAnim modNotesTx">
        <pc:chgData name="Owais Ahmed" userId="6abc7d4556b3b071" providerId="LiveId" clId="{6864A3F8-DEDE-46FB-9A37-33BD97B65025}" dt="2023-03-06T12:36:31.872" v="3053" actId="20577"/>
        <pc:sldMkLst>
          <pc:docMk/>
          <pc:sldMk cId="2392008630" sldId="2486"/>
        </pc:sldMkLst>
        <pc:spChg chg="mod">
          <ac:chgData name="Owais Ahmed" userId="6abc7d4556b3b071" providerId="LiveId" clId="{6864A3F8-DEDE-46FB-9A37-33BD97B65025}" dt="2023-03-06T12:36:31.872" v="3053" actId="20577"/>
          <ac:spMkLst>
            <pc:docMk/>
            <pc:sldMk cId="2392008630" sldId="2486"/>
            <ac:spMk id="3" creationId="{4A1C0383-58FE-E486-295E-B33B8683B938}"/>
          </ac:spMkLst>
        </pc:spChg>
        <pc:spChg chg="mod">
          <ac:chgData name="Owais Ahmed" userId="6abc7d4556b3b071" providerId="LiveId" clId="{6864A3F8-DEDE-46FB-9A37-33BD97B65025}" dt="2023-03-06T10:30:05.555" v="339" actId="20577"/>
          <ac:spMkLst>
            <pc:docMk/>
            <pc:sldMk cId="2392008630" sldId="2486"/>
            <ac:spMk id="215" creationId="{00000000-0000-0000-0000-000000000000}"/>
          </ac:spMkLst>
        </pc:spChg>
      </pc:sldChg>
      <pc:sldChg chg="del">
        <pc:chgData name="Owais Ahmed" userId="6abc7d4556b3b071" providerId="LiveId" clId="{6864A3F8-DEDE-46FB-9A37-33BD97B65025}" dt="2023-03-06T10:29:36.588" v="305" actId="47"/>
        <pc:sldMkLst>
          <pc:docMk/>
          <pc:sldMk cId="2180074341" sldId="2487"/>
        </pc:sldMkLst>
      </pc:sldChg>
      <pc:sldChg chg="del">
        <pc:chgData name="Owais Ahmed" userId="6abc7d4556b3b071" providerId="LiveId" clId="{6864A3F8-DEDE-46FB-9A37-33BD97B65025}" dt="2023-03-06T10:29:25.741" v="299" actId="47"/>
        <pc:sldMkLst>
          <pc:docMk/>
          <pc:sldMk cId="692629543" sldId="2490"/>
        </pc:sldMkLst>
      </pc:sldChg>
      <pc:sldChg chg="del">
        <pc:chgData name="Owais Ahmed" userId="6abc7d4556b3b071" providerId="LiveId" clId="{6864A3F8-DEDE-46FB-9A37-33BD97B65025}" dt="2023-03-06T10:29:45.038" v="309" actId="47"/>
        <pc:sldMkLst>
          <pc:docMk/>
          <pc:sldMk cId="1357650666" sldId="2491"/>
        </pc:sldMkLst>
      </pc:sldChg>
      <pc:sldChg chg="del">
        <pc:chgData name="Owais Ahmed" userId="6abc7d4556b3b071" providerId="LiveId" clId="{6864A3F8-DEDE-46FB-9A37-33BD97B65025}" dt="2023-03-06T10:29:46.592" v="310" actId="47"/>
        <pc:sldMkLst>
          <pc:docMk/>
          <pc:sldMk cId="332028716" sldId="2492"/>
        </pc:sldMkLst>
      </pc:sldChg>
      <pc:sldChg chg="del">
        <pc:chgData name="Owais Ahmed" userId="6abc7d4556b3b071" providerId="LiveId" clId="{6864A3F8-DEDE-46FB-9A37-33BD97B65025}" dt="2023-03-06T10:29:32.820" v="303" actId="47"/>
        <pc:sldMkLst>
          <pc:docMk/>
          <pc:sldMk cId="2744016673" sldId="2493"/>
        </pc:sldMkLst>
      </pc:sldChg>
      <pc:sldChg chg="del">
        <pc:chgData name="Owais Ahmed" userId="6abc7d4556b3b071" providerId="LiveId" clId="{6864A3F8-DEDE-46FB-9A37-33BD97B65025}" dt="2023-03-06T10:29:29.969" v="302" actId="47"/>
        <pc:sldMkLst>
          <pc:docMk/>
          <pc:sldMk cId="910229267" sldId="2494"/>
        </pc:sldMkLst>
      </pc:sldChg>
      <pc:sldChg chg="del">
        <pc:chgData name="Owais Ahmed" userId="6abc7d4556b3b071" providerId="LiveId" clId="{6864A3F8-DEDE-46FB-9A37-33BD97B65025}" dt="2023-03-06T10:29:28.135" v="301" actId="47"/>
        <pc:sldMkLst>
          <pc:docMk/>
          <pc:sldMk cId="4183735996" sldId="2496"/>
        </pc:sldMkLst>
      </pc:sldChg>
      <pc:sldChg chg="del">
        <pc:chgData name="Owais Ahmed" userId="6abc7d4556b3b071" providerId="LiveId" clId="{6864A3F8-DEDE-46FB-9A37-33BD97B65025}" dt="2023-03-06T10:29:26.982" v="300" actId="47"/>
        <pc:sldMkLst>
          <pc:docMk/>
          <pc:sldMk cId="2021183974" sldId="2497"/>
        </pc:sldMkLst>
      </pc:sldChg>
      <pc:sldChg chg="addSp delSp modSp mod modAnim modNotesTx">
        <pc:chgData name="Owais Ahmed" userId="6abc7d4556b3b071" providerId="LiveId" clId="{6864A3F8-DEDE-46FB-9A37-33BD97B65025}" dt="2023-03-06T12:35:59.936" v="3040" actId="20577"/>
        <pc:sldMkLst>
          <pc:docMk/>
          <pc:sldMk cId="2461819977" sldId="2499"/>
        </pc:sldMkLst>
        <pc:spChg chg="add del mod">
          <ac:chgData name="Owais Ahmed" userId="6abc7d4556b3b071" providerId="LiveId" clId="{6864A3F8-DEDE-46FB-9A37-33BD97B65025}" dt="2023-03-06T11:27:19.846" v="2796"/>
          <ac:spMkLst>
            <pc:docMk/>
            <pc:sldMk cId="2461819977" sldId="2499"/>
            <ac:spMk id="2" creationId="{3A354AF7-AA77-B4A0-A261-FC7D8F7D6A4E}"/>
          </ac:spMkLst>
        </pc:spChg>
        <pc:spChg chg="mod">
          <ac:chgData name="Owais Ahmed" userId="6abc7d4556b3b071" providerId="LiveId" clId="{6864A3F8-DEDE-46FB-9A37-33BD97B65025}" dt="2023-03-06T12:35:25.443" v="2948" actId="20577"/>
          <ac:spMkLst>
            <pc:docMk/>
            <pc:sldMk cId="2461819977" sldId="2499"/>
            <ac:spMk id="5" creationId="{D6B5DCB6-4358-037D-2AAC-2F1B1119C128}"/>
          </ac:spMkLst>
        </pc:spChg>
        <pc:spChg chg="mod">
          <ac:chgData name="Owais Ahmed" userId="6abc7d4556b3b071" providerId="LiveId" clId="{6864A3F8-DEDE-46FB-9A37-33BD97B65025}" dt="2023-03-06T11:11:17.901" v="2709" actId="20577"/>
          <ac:spMkLst>
            <pc:docMk/>
            <pc:sldMk cId="2461819977" sldId="2499"/>
            <ac:spMk id="9" creationId="{27EE95FA-7E6C-9450-66FD-4F118356AE19}"/>
          </ac:spMkLst>
        </pc:spChg>
        <pc:picChg chg="del">
          <ac:chgData name="Owais Ahmed" userId="6abc7d4556b3b071" providerId="LiveId" clId="{6864A3F8-DEDE-46FB-9A37-33BD97B65025}" dt="2023-03-06T10:29:52.054" v="314" actId="478"/>
          <ac:picMkLst>
            <pc:docMk/>
            <pc:sldMk cId="2461819977" sldId="2499"/>
            <ac:picMk id="3" creationId="{C7D15564-73D0-93EB-9ECE-ABE1AF60AC39}"/>
          </ac:picMkLst>
        </pc:picChg>
        <pc:picChg chg="add mod">
          <ac:chgData name="Owais Ahmed" userId="6abc7d4556b3b071" providerId="LiveId" clId="{6864A3F8-DEDE-46FB-9A37-33BD97B65025}" dt="2023-03-06T11:28:15.252" v="2845" actId="1076"/>
          <ac:picMkLst>
            <pc:docMk/>
            <pc:sldMk cId="2461819977" sldId="2499"/>
            <ac:picMk id="4" creationId="{0CB86E18-AEC0-6872-91F2-3F7C2E372C2A}"/>
          </ac:picMkLst>
        </pc:picChg>
        <pc:picChg chg="del">
          <ac:chgData name="Owais Ahmed" userId="6abc7d4556b3b071" providerId="LiveId" clId="{6864A3F8-DEDE-46FB-9A37-33BD97B65025}" dt="2023-03-06T10:29:55.418" v="318" actId="478"/>
          <ac:picMkLst>
            <pc:docMk/>
            <pc:sldMk cId="2461819977" sldId="2499"/>
            <ac:picMk id="1026" creationId="{4E9BC237-8DFF-7D68-3479-17D18AE1EDB9}"/>
          </ac:picMkLst>
        </pc:picChg>
        <pc:picChg chg="del">
          <ac:chgData name="Owais Ahmed" userId="6abc7d4556b3b071" providerId="LiveId" clId="{6864A3F8-DEDE-46FB-9A37-33BD97B65025}" dt="2023-03-06T10:29:54.706" v="317" actId="478"/>
          <ac:picMkLst>
            <pc:docMk/>
            <pc:sldMk cId="2461819977" sldId="2499"/>
            <ac:picMk id="1028" creationId="{1D0FCAD3-8A03-E23C-1D6C-B9F4A1A4C503}"/>
          </ac:picMkLst>
        </pc:picChg>
        <pc:picChg chg="del">
          <ac:chgData name="Owais Ahmed" userId="6abc7d4556b3b071" providerId="LiveId" clId="{6864A3F8-DEDE-46FB-9A37-33BD97B65025}" dt="2023-03-06T10:29:53.991" v="316" actId="478"/>
          <ac:picMkLst>
            <pc:docMk/>
            <pc:sldMk cId="2461819977" sldId="2499"/>
            <ac:picMk id="1030" creationId="{7295A43C-8BB3-BF50-274C-F773C06F244B}"/>
          </ac:picMkLst>
        </pc:picChg>
        <pc:picChg chg="del">
          <ac:chgData name="Owais Ahmed" userId="6abc7d4556b3b071" providerId="LiveId" clId="{6864A3F8-DEDE-46FB-9A37-33BD97B65025}" dt="2023-03-06T10:29:53.356" v="315" actId="478"/>
          <ac:picMkLst>
            <pc:docMk/>
            <pc:sldMk cId="2461819977" sldId="2499"/>
            <ac:picMk id="1032" creationId="{58D7C36B-5032-1278-7DB4-7235C150FE0D}"/>
          </ac:picMkLst>
        </pc:picChg>
        <pc:picChg chg="del">
          <ac:chgData name="Owais Ahmed" userId="6abc7d4556b3b071" providerId="LiveId" clId="{6864A3F8-DEDE-46FB-9A37-33BD97B65025}" dt="2023-03-06T10:29:51.547" v="313" actId="478"/>
          <ac:picMkLst>
            <pc:docMk/>
            <pc:sldMk cId="2461819977" sldId="2499"/>
            <ac:picMk id="1036" creationId="{0AC7BD4F-2C68-F990-BF52-0723B70406CA}"/>
          </ac:picMkLst>
        </pc:picChg>
      </pc:sldChg>
      <pc:sldChg chg="modSp add mod modAnim modNotesTx">
        <pc:chgData name="Owais Ahmed" userId="6abc7d4556b3b071" providerId="LiveId" clId="{6864A3F8-DEDE-46FB-9A37-33BD97B65025}" dt="2023-03-06T10:59:15.771" v="2203"/>
        <pc:sldMkLst>
          <pc:docMk/>
          <pc:sldMk cId="1569340604" sldId="2500"/>
        </pc:sldMkLst>
        <pc:spChg chg="mod">
          <ac:chgData name="Owais Ahmed" userId="6abc7d4556b3b071" providerId="LiveId" clId="{6864A3F8-DEDE-46FB-9A37-33BD97B65025}" dt="2023-03-06T10:42:40.740" v="1254" actId="20577"/>
          <ac:spMkLst>
            <pc:docMk/>
            <pc:sldMk cId="1569340604" sldId="2500"/>
            <ac:spMk id="3" creationId="{4A1C0383-58FE-E486-295E-B33B8683B938}"/>
          </ac:spMkLst>
        </pc:spChg>
        <pc:spChg chg="mod">
          <ac:chgData name="Owais Ahmed" userId="6abc7d4556b3b071" providerId="LiveId" clId="{6864A3F8-DEDE-46FB-9A37-33BD97B65025}" dt="2023-03-06T10:37:33.639" v="853" actId="20577"/>
          <ac:spMkLst>
            <pc:docMk/>
            <pc:sldMk cId="1569340604" sldId="2500"/>
            <ac:spMk id="215" creationId="{00000000-0000-0000-0000-000000000000}"/>
          </ac:spMkLst>
        </pc:spChg>
      </pc:sldChg>
      <pc:sldChg chg="del">
        <pc:chgData name="Owais Ahmed" userId="6abc7d4556b3b071" providerId="LiveId" clId="{6864A3F8-DEDE-46FB-9A37-33BD97B65025}" dt="2023-03-06T10:29:23.991" v="298" actId="47"/>
        <pc:sldMkLst>
          <pc:docMk/>
          <pc:sldMk cId="1735756904" sldId="2500"/>
        </pc:sldMkLst>
      </pc:sldChg>
      <pc:sldChg chg="modSp add mod modNotesTx">
        <pc:chgData name="Owais Ahmed" userId="6abc7d4556b3b071" providerId="LiveId" clId="{6864A3F8-DEDE-46FB-9A37-33BD97B65025}" dt="2023-03-06T10:58:01.855" v="2150" actId="20577"/>
        <pc:sldMkLst>
          <pc:docMk/>
          <pc:sldMk cId="4096403042" sldId="2501"/>
        </pc:sldMkLst>
        <pc:spChg chg="mod">
          <ac:chgData name="Owais Ahmed" userId="6abc7d4556b3b071" providerId="LiveId" clId="{6864A3F8-DEDE-46FB-9A37-33BD97B65025}" dt="2023-03-06T10:54:43.011" v="2016" actId="20577"/>
          <ac:spMkLst>
            <pc:docMk/>
            <pc:sldMk cId="4096403042" sldId="2501"/>
            <ac:spMk id="3" creationId="{4A1C0383-58FE-E486-295E-B33B8683B938}"/>
          </ac:spMkLst>
        </pc:spChg>
        <pc:spChg chg="mod">
          <ac:chgData name="Owais Ahmed" userId="6abc7d4556b3b071" providerId="LiveId" clId="{6864A3F8-DEDE-46FB-9A37-33BD97B65025}" dt="2023-03-06T10:44:26.075" v="1396" actId="20577"/>
          <ac:spMkLst>
            <pc:docMk/>
            <pc:sldMk cId="4096403042" sldId="2501"/>
            <ac:spMk id="215" creationId="{00000000-0000-0000-0000-000000000000}"/>
          </ac:spMkLst>
        </pc:spChg>
      </pc:sldChg>
      <pc:sldChg chg="modSp add mod modNotesTx">
        <pc:chgData name="Owais Ahmed" userId="6abc7d4556b3b071" providerId="LiveId" clId="{6864A3F8-DEDE-46FB-9A37-33BD97B65025}" dt="2023-03-06T10:57:58.868" v="2149" actId="20577"/>
        <pc:sldMkLst>
          <pc:docMk/>
          <pc:sldMk cId="194166090" sldId="2502"/>
        </pc:sldMkLst>
        <pc:spChg chg="mod">
          <ac:chgData name="Owais Ahmed" userId="6abc7d4556b3b071" providerId="LiveId" clId="{6864A3F8-DEDE-46FB-9A37-33BD97B65025}" dt="2023-03-06T10:55:47.580" v="2129" actId="20577"/>
          <ac:spMkLst>
            <pc:docMk/>
            <pc:sldMk cId="194166090" sldId="2502"/>
            <ac:spMk id="3" creationId="{4A1C0383-58FE-E486-295E-B33B8683B938}"/>
          </ac:spMkLst>
        </pc:spChg>
        <pc:spChg chg="mod">
          <ac:chgData name="Owais Ahmed" userId="6abc7d4556b3b071" providerId="LiveId" clId="{6864A3F8-DEDE-46FB-9A37-33BD97B65025}" dt="2023-03-06T10:52:00.554" v="1820" actId="20577"/>
          <ac:spMkLst>
            <pc:docMk/>
            <pc:sldMk cId="194166090" sldId="2502"/>
            <ac:spMk id="215" creationId="{00000000-0000-0000-0000-000000000000}"/>
          </ac:spMkLst>
        </pc:spChg>
      </pc:sldChg>
      <pc:sldChg chg="add del">
        <pc:chgData name="Owais Ahmed" userId="6abc7d4556b3b071" providerId="LiveId" clId="{6864A3F8-DEDE-46FB-9A37-33BD97B65025}" dt="2023-03-06T10:51:29.974" v="1739" actId="2890"/>
        <pc:sldMkLst>
          <pc:docMk/>
          <pc:sldMk cId="2332049988" sldId="2502"/>
        </pc:sldMkLst>
      </pc:sldChg>
      <pc:sldChg chg="addSp modSp add mod ord modAnim">
        <pc:chgData name="Owais Ahmed" userId="6abc7d4556b3b071" providerId="LiveId" clId="{6864A3F8-DEDE-46FB-9A37-33BD97B65025}" dt="2023-03-06T11:10:01.397" v="2686" actId="20577"/>
        <pc:sldMkLst>
          <pc:docMk/>
          <pc:sldMk cId="1020505974" sldId="2503"/>
        </pc:sldMkLst>
        <pc:spChg chg="mod">
          <ac:chgData name="Owais Ahmed" userId="6abc7d4556b3b071" providerId="LiveId" clId="{6864A3F8-DEDE-46FB-9A37-33BD97B65025}" dt="2023-03-06T11:06:25.330" v="2437" actId="27636"/>
          <ac:spMkLst>
            <pc:docMk/>
            <pc:sldMk cId="1020505974" sldId="2503"/>
            <ac:spMk id="3" creationId="{4A1C0383-58FE-E486-295E-B33B8683B938}"/>
          </ac:spMkLst>
        </pc:spChg>
        <pc:spChg chg="add mod">
          <ac:chgData name="Owais Ahmed" userId="6abc7d4556b3b071" providerId="LiveId" clId="{6864A3F8-DEDE-46FB-9A37-33BD97B65025}" dt="2023-03-06T11:10:01.397" v="2686" actId="20577"/>
          <ac:spMkLst>
            <pc:docMk/>
            <pc:sldMk cId="1020505974" sldId="2503"/>
            <ac:spMk id="4" creationId="{8E334DDB-72B7-9ADC-892D-EC414FC40353}"/>
          </ac:spMkLst>
        </pc:spChg>
        <pc:spChg chg="mod">
          <ac:chgData name="Owais Ahmed" userId="6abc7d4556b3b071" providerId="LiveId" clId="{6864A3F8-DEDE-46FB-9A37-33BD97B65025}" dt="2023-03-06T10:56:59.881" v="2146" actId="20577"/>
          <ac:spMkLst>
            <pc:docMk/>
            <pc:sldMk cId="1020505974" sldId="2503"/>
            <ac:spMk id="215" creationId="{00000000-0000-0000-0000-000000000000}"/>
          </ac:spMkLst>
        </pc:spChg>
      </pc:sldChg>
      <pc:sldChg chg="add del">
        <pc:chgData name="Owais Ahmed" userId="6abc7d4556b3b071" providerId="LiveId" clId="{6864A3F8-DEDE-46FB-9A37-33BD97B65025}" dt="2023-03-06T12:36:25.588" v="3041" actId="47"/>
        <pc:sldMkLst>
          <pc:docMk/>
          <pc:sldMk cId="3469959760" sldId="2504"/>
        </pc:sldMkLst>
      </pc:sldChg>
      <pc:sldChg chg="modSp add mod modAnim">
        <pc:chgData name="Owais Ahmed" userId="6abc7d4556b3b071" providerId="LiveId" clId="{6864A3F8-DEDE-46FB-9A37-33BD97B65025}" dt="2023-03-06T12:43:14.291" v="3713" actId="14"/>
        <pc:sldMkLst>
          <pc:docMk/>
          <pc:sldMk cId="3525142213" sldId="2504"/>
        </pc:sldMkLst>
        <pc:spChg chg="mod">
          <ac:chgData name="Owais Ahmed" userId="6abc7d4556b3b071" providerId="LiveId" clId="{6864A3F8-DEDE-46FB-9A37-33BD97B65025}" dt="2023-03-06T12:43:14.291" v="3713" actId="14"/>
          <ac:spMkLst>
            <pc:docMk/>
            <pc:sldMk cId="3525142213" sldId="2504"/>
            <ac:spMk id="3" creationId="{4A1C0383-58FE-E486-295E-B33B8683B938}"/>
          </ac:spMkLst>
        </pc:spChg>
        <pc:spChg chg="mod">
          <ac:chgData name="Owais Ahmed" userId="6abc7d4556b3b071" providerId="LiveId" clId="{6864A3F8-DEDE-46FB-9A37-33BD97B65025}" dt="2023-03-06T12:36:44.011" v="3074" actId="20577"/>
          <ac:spMkLst>
            <pc:docMk/>
            <pc:sldMk cId="3525142213" sldId="2504"/>
            <ac:spMk id="215" creationId="{00000000-0000-0000-0000-000000000000}"/>
          </ac:spMkLst>
        </pc:spChg>
      </pc:sldChg>
      <pc:sldChg chg="addSp modSp add mod modAnim modNotesTx">
        <pc:chgData name="Owais Ahmed" userId="6abc7d4556b3b071" providerId="LiveId" clId="{6864A3F8-DEDE-46FB-9A37-33BD97B65025}" dt="2023-03-06T12:50:09.886" v="4144" actId="20577"/>
        <pc:sldMkLst>
          <pc:docMk/>
          <pc:sldMk cId="3110229929" sldId="2505"/>
        </pc:sldMkLst>
        <pc:spChg chg="mod">
          <ac:chgData name="Owais Ahmed" userId="6abc7d4556b3b071" providerId="LiveId" clId="{6864A3F8-DEDE-46FB-9A37-33BD97B65025}" dt="2023-03-06T12:49:36.941" v="4109" actId="14100"/>
          <ac:spMkLst>
            <pc:docMk/>
            <pc:sldMk cId="3110229929" sldId="2505"/>
            <ac:spMk id="3" creationId="{4A1C0383-58FE-E486-295E-B33B8683B938}"/>
          </ac:spMkLst>
        </pc:spChg>
        <pc:spChg chg="add mod">
          <ac:chgData name="Owais Ahmed" userId="6abc7d4556b3b071" providerId="LiveId" clId="{6864A3F8-DEDE-46FB-9A37-33BD97B65025}" dt="2023-03-06T12:50:09.886" v="4144" actId="20577"/>
          <ac:spMkLst>
            <pc:docMk/>
            <pc:sldMk cId="3110229929" sldId="2505"/>
            <ac:spMk id="5" creationId="{C7480DFC-04C3-BB80-21C9-D940F6237932}"/>
          </ac:spMkLst>
        </pc:spChg>
        <pc:spChg chg="mod">
          <ac:chgData name="Owais Ahmed" userId="6abc7d4556b3b071" providerId="LiveId" clId="{6864A3F8-DEDE-46FB-9A37-33BD97B65025}" dt="2023-03-06T12:45:46.069" v="3850" actId="20577"/>
          <ac:spMkLst>
            <pc:docMk/>
            <pc:sldMk cId="3110229929" sldId="2505"/>
            <ac:spMk id="215" creationId="{00000000-0000-0000-0000-000000000000}"/>
          </ac:spMkLst>
        </pc:spChg>
      </pc:sldChg>
      <pc:sldChg chg="addSp delSp modSp add del mod">
        <pc:chgData name="Owais Ahmed" userId="6abc7d4556b3b071" providerId="LiveId" clId="{6864A3F8-DEDE-46FB-9A37-33BD97B65025}" dt="2023-03-06T12:35:16.371" v="2945" actId="47"/>
        <pc:sldMkLst>
          <pc:docMk/>
          <pc:sldMk cId="3643635207" sldId="2505"/>
        </pc:sldMkLst>
        <pc:spChg chg="add del mod">
          <ac:chgData name="Owais Ahmed" userId="6abc7d4556b3b071" providerId="LiveId" clId="{6864A3F8-DEDE-46FB-9A37-33BD97B65025}" dt="2023-03-06T12:35:06.782" v="2943" actId="478"/>
          <ac:spMkLst>
            <pc:docMk/>
            <pc:sldMk cId="3643635207" sldId="2505"/>
            <ac:spMk id="2" creationId="{0FD5D1FA-B0E7-06FB-31C7-DE2457BA6B39}"/>
          </ac:spMkLst>
        </pc:spChg>
        <pc:spChg chg="mod">
          <ac:chgData name="Owais Ahmed" userId="6abc7d4556b3b071" providerId="LiveId" clId="{6864A3F8-DEDE-46FB-9A37-33BD97B65025}" dt="2023-03-06T12:35:10.631" v="2944" actId="14100"/>
          <ac:spMkLst>
            <pc:docMk/>
            <pc:sldMk cId="3643635207" sldId="2505"/>
            <ac:spMk id="5" creationId="{D6B5DCB6-4358-037D-2AAC-2F1B1119C128}"/>
          </ac:spMkLst>
        </pc:spChg>
        <pc:spChg chg="mod">
          <ac:chgData name="Owais Ahmed" userId="6abc7d4556b3b071" providerId="LiveId" clId="{6864A3F8-DEDE-46FB-9A37-33BD97B65025}" dt="2023-03-06T11:29:06.997" v="2867" actId="20577"/>
          <ac:spMkLst>
            <pc:docMk/>
            <pc:sldMk cId="3643635207" sldId="2505"/>
            <ac:spMk id="9" creationId="{27EE95FA-7E6C-9450-66FD-4F118356AE19}"/>
          </ac:spMkLst>
        </pc:spChg>
        <pc:picChg chg="del">
          <ac:chgData name="Owais Ahmed" userId="6abc7d4556b3b071" providerId="LiveId" clId="{6864A3F8-DEDE-46FB-9A37-33BD97B65025}" dt="2023-03-06T12:35:01.329" v="2942" actId="478"/>
          <ac:picMkLst>
            <pc:docMk/>
            <pc:sldMk cId="3643635207" sldId="2505"/>
            <ac:picMk id="4" creationId="{0CB86E18-AEC0-6872-91F2-3F7C2E372C2A}"/>
          </ac:picMkLst>
        </pc:picChg>
      </pc:sldChg>
      <pc:sldChg chg="modSp add del mod">
        <pc:chgData name="Owais Ahmed" userId="6abc7d4556b3b071" providerId="LiveId" clId="{6864A3F8-DEDE-46FB-9A37-33BD97B65025}" dt="2023-03-06T17:24:31.389" v="4166" actId="47"/>
        <pc:sldMkLst>
          <pc:docMk/>
          <pc:sldMk cId="1282711935" sldId="2506"/>
        </pc:sldMkLst>
        <pc:spChg chg="mod">
          <ac:chgData name="Owais Ahmed" userId="6abc7d4556b3b071" providerId="LiveId" clId="{6864A3F8-DEDE-46FB-9A37-33BD97B65025}" dt="2023-03-06T17:24:23.263" v="4162" actId="20577"/>
          <ac:spMkLst>
            <pc:docMk/>
            <pc:sldMk cId="1282711935" sldId="2506"/>
            <ac:spMk id="215" creationId="{00000000-0000-0000-0000-000000000000}"/>
          </ac:spMkLst>
        </pc:spChg>
      </pc:sldChg>
      <pc:sldChg chg="modSp add del mod ord modAnim modNotesTx">
        <pc:chgData name="Owais Ahmed" userId="6abc7d4556b3b071" providerId="LiveId" clId="{6864A3F8-DEDE-46FB-9A37-33BD97B65025}" dt="2023-03-06T17:46:49.395" v="5580" actId="47"/>
        <pc:sldMkLst>
          <pc:docMk/>
          <pc:sldMk cId="3326915312" sldId="2507"/>
        </pc:sldMkLst>
        <pc:spChg chg="mod">
          <ac:chgData name="Owais Ahmed" userId="6abc7d4556b3b071" providerId="LiveId" clId="{6864A3F8-DEDE-46FB-9A37-33BD97B65025}" dt="2023-03-06T17:36:53.743" v="5088" actId="948"/>
          <ac:spMkLst>
            <pc:docMk/>
            <pc:sldMk cId="3326915312" sldId="2507"/>
            <ac:spMk id="3" creationId="{4A1C0383-58FE-E486-295E-B33B8683B938}"/>
          </ac:spMkLst>
        </pc:spChg>
        <pc:spChg chg="mod">
          <ac:chgData name="Owais Ahmed" userId="6abc7d4556b3b071" providerId="LiveId" clId="{6864A3F8-DEDE-46FB-9A37-33BD97B65025}" dt="2023-03-06T17:24:52.487" v="4196" actId="20577"/>
          <ac:spMkLst>
            <pc:docMk/>
            <pc:sldMk cId="3326915312" sldId="2507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6864A3F8-DEDE-46FB-9A37-33BD97B65025}" dt="2023-03-06T17:40:35.533" v="5349" actId="948"/>
        <pc:sldMkLst>
          <pc:docMk/>
          <pc:sldMk cId="3557178733" sldId="2508"/>
        </pc:sldMkLst>
        <pc:spChg chg="mod">
          <ac:chgData name="Owais Ahmed" userId="6abc7d4556b3b071" providerId="LiveId" clId="{6864A3F8-DEDE-46FB-9A37-33BD97B65025}" dt="2023-03-06T17:40:35.533" v="5349" actId="948"/>
          <ac:spMkLst>
            <pc:docMk/>
            <pc:sldMk cId="3557178733" sldId="2508"/>
            <ac:spMk id="3" creationId="{4A1C0383-58FE-E486-295E-B33B8683B938}"/>
          </ac:spMkLst>
        </pc:spChg>
      </pc:sldChg>
      <pc:sldChg chg="modSp add mod modAnim modNotesTx">
        <pc:chgData name="Owais Ahmed" userId="6abc7d4556b3b071" providerId="LiveId" clId="{6864A3F8-DEDE-46FB-9A37-33BD97B65025}" dt="2023-03-06T18:01:27.355" v="5966" actId="20577"/>
        <pc:sldMkLst>
          <pc:docMk/>
          <pc:sldMk cId="1473069472" sldId="2509"/>
        </pc:sldMkLst>
        <pc:spChg chg="mod">
          <ac:chgData name="Owais Ahmed" userId="6abc7d4556b3b071" providerId="LiveId" clId="{6864A3F8-DEDE-46FB-9A37-33BD97B65025}" dt="2023-03-06T18:01:27.355" v="5966" actId="20577"/>
          <ac:spMkLst>
            <pc:docMk/>
            <pc:sldMk cId="1473069472" sldId="2509"/>
            <ac:spMk id="3" creationId="{4A1C0383-58FE-E486-295E-B33B8683B938}"/>
          </ac:spMkLst>
        </pc:spChg>
        <pc:spChg chg="mod">
          <ac:chgData name="Owais Ahmed" userId="6abc7d4556b3b071" providerId="LiveId" clId="{6864A3F8-DEDE-46FB-9A37-33BD97B65025}" dt="2023-03-06T17:40:52.483" v="5367" actId="20577"/>
          <ac:spMkLst>
            <pc:docMk/>
            <pc:sldMk cId="1473069472" sldId="2509"/>
            <ac:spMk id="215" creationId="{00000000-0000-0000-0000-000000000000}"/>
          </ac:spMkLst>
        </pc:spChg>
      </pc:sldChg>
      <pc:sldChg chg="addSp delSp modSp add mod addAnim delAnim modAnim modNotesTx">
        <pc:chgData name="Owais Ahmed" userId="6abc7d4556b3b071" providerId="LiveId" clId="{6864A3F8-DEDE-46FB-9A37-33BD97B65025}" dt="2023-03-06T18:30:50.582" v="6343" actId="114"/>
        <pc:sldMkLst>
          <pc:docMk/>
          <pc:sldMk cId="1492833906" sldId="2510"/>
        </pc:sldMkLst>
        <pc:spChg chg="add del mod">
          <ac:chgData name="Owais Ahmed" userId="6abc7d4556b3b071" providerId="LiveId" clId="{6864A3F8-DEDE-46FB-9A37-33BD97B65025}" dt="2023-03-06T18:30:50.582" v="6343" actId="114"/>
          <ac:spMkLst>
            <pc:docMk/>
            <pc:sldMk cId="1492833906" sldId="2510"/>
            <ac:spMk id="3" creationId="{4A1C0383-58FE-E486-295E-B33B8683B938}"/>
          </ac:spMkLst>
        </pc:spChg>
        <pc:spChg chg="add del">
          <ac:chgData name="Owais Ahmed" userId="6abc7d4556b3b071" providerId="LiveId" clId="{6864A3F8-DEDE-46FB-9A37-33BD97B65025}" dt="2023-03-06T18:25:38.022" v="5983" actId="22"/>
          <ac:spMkLst>
            <pc:docMk/>
            <pc:sldMk cId="1492833906" sldId="2510"/>
            <ac:spMk id="5" creationId="{4F5A8C6C-3B3A-4817-6C01-46AEA1D40008}"/>
          </ac:spMkLst>
        </pc:spChg>
      </pc:sldChg>
      <pc:sldChg chg="modSp add modAnim">
        <pc:chgData name="Owais Ahmed" userId="6abc7d4556b3b071" providerId="LiveId" clId="{6864A3F8-DEDE-46FB-9A37-33BD97B65025}" dt="2023-03-06T18:35:42.131" v="6920" actId="20577"/>
        <pc:sldMkLst>
          <pc:docMk/>
          <pc:sldMk cId="2941033464" sldId="2511"/>
        </pc:sldMkLst>
        <pc:spChg chg="mod">
          <ac:chgData name="Owais Ahmed" userId="6abc7d4556b3b071" providerId="LiveId" clId="{6864A3F8-DEDE-46FB-9A37-33BD97B65025}" dt="2023-03-06T18:35:42.131" v="6920" actId="20577"/>
          <ac:spMkLst>
            <pc:docMk/>
            <pc:sldMk cId="2941033464" sldId="2511"/>
            <ac:spMk id="3" creationId="{4A1C0383-58FE-E486-295E-B33B8683B938}"/>
          </ac:spMkLst>
        </pc:spChg>
      </pc:sldChg>
      <pc:sldChg chg="modSp add del mod">
        <pc:chgData name="Owais Ahmed" userId="6abc7d4556b3b071" providerId="LiveId" clId="{6864A3F8-DEDE-46FB-9A37-33BD97B65025}" dt="2023-03-06T18:37:13.356" v="6932" actId="47"/>
        <pc:sldMkLst>
          <pc:docMk/>
          <pc:sldMk cId="2107783757" sldId="2512"/>
        </pc:sldMkLst>
        <pc:spChg chg="mod">
          <ac:chgData name="Owais Ahmed" userId="6abc7d4556b3b071" providerId="LiveId" clId="{6864A3F8-DEDE-46FB-9A37-33BD97B65025}" dt="2023-03-06T18:37:06.046" v="6931" actId="20577"/>
          <ac:spMkLst>
            <pc:docMk/>
            <pc:sldMk cId="2107783757" sldId="2512"/>
            <ac:spMk id="215" creationId="{00000000-0000-0000-0000-000000000000}"/>
          </ac:spMkLst>
        </pc:spChg>
      </pc:sldChg>
    </pc:docChg>
  </pc:docChgLst>
  <pc:docChgLst>
    <pc:chgData name="Owais Ahmed" userId="6abc7d4556b3b071" providerId="LiveId" clId="{36542103-18F1-477E-B1A3-2758C3E1EAA4}"/>
    <pc:docChg chg="undo redo custSel addSld delSld modSld">
      <pc:chgData name="Owais Ahmed" userId="6abc7d4556b3b071" providerId="LiveId" clId="{36542103-18F1-477E-B1A3-2758C3E1EAA4}" dt="2023-03-01T09:12:54.212" v="3802" actId="20577"/>
      <pc:docMkLst>
        <pc:docMk/>
      </pc:docMkLst>
      <pc:sldChg chg="modSp">
        <pc:chgData name="Owais Ahmed" userId="6abc7d4556b3b071" providerId="LiveId" clId="{36542103-18F1-477E-B1A3-2758C3E1EAA4}" dt="2023-03-01T09:06:22.474" v="3412" actId="403"/>
        <pc:sldMkLst>
          <pc:docMk/>
          <pc:sldMk cId="4226644250" sldId="256"/>
        </pc:sldMkLst>
        <pc:spChg chg="mod">
          <ac:chgData name="Owais Ahmed" userId="6abc7d4556b3b071" providerId="LiveId" clId="{36542103-18F1-477E-B1A3-2758C3E1EAA4}" dt="2023-03-01T09:06:22.474" v="3412" actId="403"/>
          <ac:spMkLst>
            <pc:docMk/>
            <pc:sldMk cId="4226644250" sldId="256"/>
            <ac:spMk id="5" creationId="{D6B5DCB6-4358-037D-2AAC-2F1B1119C128}"/>
          </ac:spMkLst>
        </pc:spChg>
      </pc:sldChg>
      <pc:sldChg chg="modSp del mod">
        <pc:chgData name="Owais Ahmed" userId="6abc7d4556b3b071" providerId="LiveId" clId="{36542103-18F1-477E-B1A3-2758C3E1EAA4}" dt="2023-03-01T09:06:41.202" v="3416" actId="47"/>
        <pc:sldMkLst>
          <pc:docMk/>
          <pc:sldMk cId="505738359" sldId="2464"/>
        </pc:sldMkLst>
        <pc:spChg chg="mod">
          <ac:chgData name="Owais Ahmed" userId="6abc7d4556b3b071" providerId="LiveId" clId="{36542103-18F1-477E-B1A3-2758C3E1EAA4}" dt="2023-03-01T09:06:37.784" v="3414" actId="21"/>
          <ac:spMkLst>
            <pc:docMk/>
            <pc:sldMk cId="505738359" sldId="2464"/>
            <ac:spMk id="5" creationId="{D6B5DCB6-4358-037D-2AAC-2F1B1119C128}"/>
          </ac:spMkLst>
        </pc:spChg>
      </pc:sldChg>
      <pc:sldChg chg="modSp modAnim modNotesTx">
        <pc:chgData name="Owais Ahmed" userId="6abc7d4556b3b071" providerId="LiveId" clId="{36542103-18F1-477E-B1A3-2758C3E1EAA4}" dt="2023-03-01T08:18:05.251" v="1705" actId="20577"/>
        <pc:sldMkLst>
          <pc:docMk/>
          <pc:sldMk cId="2797597492" sldId="2465"/>
        </pc:sldMkLst>
        <pc:spChg chg="mod">
          <ac:chgData name="Owais Ahmed" userId="6abc7d4556b3b071" providerId="LiveId" clId="{36542103-18F1-477E-B1A3-2758C3E1EAA4}" dt="2023-03-01T08:18:05.251" v="1705" actId="20577"/>
          <ac:spMkLst>
            <pc:docMk/>
            <pc:sldMk cId="2797597492" sldId="2465"/>
            <ac:spMk id="5" creationId="{D6B5DCB6-4358-037D-2AAC-2F1B1119C128}"/>
          </ac:spMkLst>
        </pc:spChg>
      </pc:sldChg>
      <pc:sldChg chg="delSp modSp mod modAnim modNotesTx">
        <pc:chgData name="Owais Ahmed" userId="6abc7d4556b3b071" providerId="LiveId" clId="{36542103-18F1-477E-B1A3-2758C3E1EAA4}" dt="2023-03-01T08:23:58.781" v="2119" actId="20577"/>
        <pc:sldMkLst>
          <pc:docMk/>
          <pc:sldMk cId="1288171314" sldId="2466"/>
        </pc:sldMkLst>
        <pc:spChg chg="del">
          <ac:chgData name="Owais Ahmed" userId="6abc7d4556b3b071" providerId="LiveId" clId="{36542103-18F1-477E-B1A3-2758C3E1EAA4}" dt="2023-03-01T08:09:03.047" v="811" actId="478"/>
          <ac:spMkLst>
            <pc:docMk/>
            <pc:sldMk cId="1288171314" sldId="2466"/>
            <ac:spMk id="3" creationId="{D176E863-9DE0-14DD-7A0F-7D505E61BFEC}"/>
          </ac:spMkLst>
        </pc:spChg>
        <pc:spChg chg="mod">
          <ac:chgData name="Owais Ahmed" userId="6abc7d4556b3b071" providerId="LiveId" clId="{36542103-18F1-477E-B1A3-2758C3E1EAA4}" dt="2023-03-01T08:23:58.781" v="2119" actId="20577"/>
          <ac:spMkLst>
            <pc:docMk/>
            <pc:sldMk cId="1288171314" sldId="2466"/>
            <ac:spMk id="5" creationId="{D6B5DCB6-4358-037D-2AAC-2F1B1119C128}"/>
          </ac:spMkLst>
        </pc:spChg>
        <pc:spChg chg="mod">
          <ac:chgData name="Owais Ahmed" userId="6abc7d4556b3b071" providerId="LiveId" clId="{36542103-18F1-477E-B1A3-2758C3E1EAA4}" dt="2023-03-01T07:48:22.561" v="6" actId="20577"/>
          <ac:spMkLst>
            <pc:docMk/>
            <pc:sldMk cId="1288171314" sldId="2466"/>
            <ac:spMk id="9" creationId="{27EE95FA-7E6C-9450-66FD-4F118356AE19}"/>
          </ac:spMkLst>
        </pc:spChg>
      </pc:sldChg>
      <pc:sldChg chg="modSp add mod modAnim">
        <pc:chgData name="Owais Ahmed" userId="6abc7d4556b3b071" providerId="LiveId" clId="{36542103-18F1-477E-B1A3-2758C3E1EAA4}" dt="2023-03-01T08:07:43.604" v="809" actId="20577"/>
        <pc:sldMkLst>
          <pc:docMk/>
          <pc:sldMk cId="2835548672" sldId="2467"/>
        </pc:sldMkLst>
        <pc:spChg chg="mod">
          <ac:chgData name="Owais Ahmed" userId="6abc7d4556b3b071" providerId="LiveId" clId="{36542103-18F1-477E-B1A3-2758C3E1EAA4}" dt="2023-03-01T08:07:43.604" v="809" actId="20577"/>
          <ac:spMkLst>
            <pc:docMk/>
            <pc:sldMk cId="2835548672" sldId="2467"/>
            <ac:spMk id="5" creationId="{D6B5DCB6-4358-037D-2AAC-2F1B1119C128}"/>
          </ac:spMkLst>
        </pc:spChg>
        <pc:spChg chg="mod">
          <ac:chgData name="Owais Ahmed" userId="6abc7d4556b3b071" providerId="LiveId" clId="{36542103-18F1-477E-B1A3-2758C3E1EAA4}" dt="2023-03-01T07:48:46.694" v="35" actId="20577"/>
          <ac:spMkLst>
            <pc:docMk/>
            <pc:sldMk cId="2835548672" sldId="2467"/>
            <ac:spMk id="9" creationId="{27EE95FA-7E6C-9450-66FD-4F118356AE19}"/>
          </ac:spMkLst>
        </pc:spChg>
      </pc:sldChg>
      <pc:sldChg chg="addSp delSp modSp add mod modAnim modNotesTx">
        <pc:chgData name="Owais Ahmed" userId="6abc7d4556b3b071" providerId="LiveId" clId="{36542103-18F1-477E-B1A3-2758C3E1EAA4}" dt="2023-03-01T08:55:14.070" v="2656" actId="1076"/>
        <pc:sldMkLst>
          <pc:docMk/>
          <pc:sldMk cId="2564172473" sldId="2468"/>
        </pc:sldMkLst>
        <pc:spChg chg="del mod">
          <ac:chgData name="Owais Ahmed" userId="6abc7d4556b3b071" providerId="LiveId" clId="{36542103-18F1-477E-B1A3-2758C3E1EAA4}" dt="2023-03-01T08:27:29.732" v="2235"/>
          <ac:spMkLst>
            <pc:docMk/>
            <pc:sldMk cId="2564172473" sldId="2468"/>
            <ac:spMk id="3" creationId="{D176E863-9DE0-14DD-7A0F-7D505E61BFEC}"/>
          </ac:spMkLst>
        </pc:spChg>
        <pc:spChg chg="add del">
          <ac:chgData name="Owais Ahmed" userId="6abc7d4556b3b071" providerId="LiveId" clId="{36542103-18F1-477E-B1A3-2758C3E1EAA4}" dt="2023-03-01T08:31:34.587" v="2302" actId="22"/>
          <ac:spMkLst>
            <pc:docMk/>
            <pc:sldMk cId="2564172473" sldId="2468"/>
            <ac:spMk id="4" creationId="{8A891969-3D80-CC18-9A58-4D1ACB4889A1}"/>
          </ac:spMkLst>
        </pc:spChg>
        <pc:spChg chg="mod">
          <ac:chgData name="Owais Ahmed" userId="6abc7d4556b3b071" providerId="LiveId" clId="{36542103-18F1-477E-B1A3-2758C3E1EAA4}" dt="2023-03-01T08:54:36.206" v="2653" actId="20577"/>
          <ac:spMkLst>
            <pc:docMk/>
            <pc:sldMk cId="2564172473" sldId="2468"/>
            <ac:spMk id="5" creationId="{D6B5DCB6-4358-037D-2AAC-2F1B1119C128}"/>
          </ac:spMkLst>
        </pc:spChg>
        <pc:spChg chg="mod">
          <ac:chgData name="Owais Ahmed" userId="6abc7d4556b3b071" providerId="LiveId" clId="{36542103-18F1-477E-B1A3-2758C3E1EAA4}" dt="2023-03-01T08:24:22.184" v="2156" actId="20577"/>
          <ac:spMkLst>
            <pc:docMk/>
            <pc:sldMk cId="2564172473" sldId="2468"/>
            <ac:spMk id="9" creationId="{27EE95FA-7E6C-9450-66FD-4F118356AE19}"/>
          </ac:spMkLst>
        </pc:spChg>
        <pc:picChg chg="add mod">
          <ac:chgData name="Owais Ahmed" userId="6abc7d4556b3b071" providerId="LiveId" clId="{36542103-18F1-477E-B1A3-2758C3E1EAA4}" dt="2023-03-01T08:28:16.253" v="2240" actId="1076"/>
          <ac:picMkLst>
            <pc:docMk/>
            <pc:sldMk cId="2564172473" sldId="2468"/>
            <ac:picMk id="1026" creationId="{B52B6349-72B8-80CF-DA1C-C5486174747D}"/>
          </ac:picMkLst>
        </pc:picChg>
        <pc:picChg chg="add del mod">
          <ac:chgData name="Owais Ahmed" userId="6abc7d4556b3b071" providerId="LiveId" clId="{36542103-18F1-477E-B1A3-2758C3E1EAA4}" dt="2023-03-01T08:28:17.476" v="2241"/>
          <ac:picMkLst>
            <pc:docMk/>
            <pc:sldMk cId="2564172473" sldId="2468"/>
            <ac:picMk id="1028" creationId="{2A67EFA5-7B75-527F-8245-7A648D1CBD3A}"/>
          </ac:picMkLst>
        </pc:picChg>
        <pc:picChg chg="add mod">
          <ac:chgData name="Owais Ahmed" userId="6abc7d4556b3b071" providerId="LiveId" clId="{36542103-18F1-477E-B1A3-2758C3E1EAA4}" dt="2023-03-01T08:28:28.253" v="2245" actId="1076"/>
          <ac:picMkLst>
            <pc:docMk/>
            <pc:sldMk cId="2564172473" sldId="2468"/>
            <ac:picMk id="1030" creationId="{937909F9-9B17-7819-16D9-0A5467D24F10}"/>
          </ac:picMkLst>
        </pc:picChg>
        <pc:picChg chg="add mod">
          <ac:chgData name="Owais Ahmed" userId="6abc7d4556b3b071" providerId="LiveId" clId="{36542103-18F1-477E-B1A3-2758C3E1EAA4}" dt="2023-03-01T08:29:01.821" v="2248" actId="1076"/>
          <ac:picMkLst>
            <pc:docMk/>
            <pc:sldMk cId="2564172473" sldId="2468"/>
            <ac:picMk id="1032" creationId="{7CBE8AC6-1EBF-7FB2-D6EB-F9BB600F73C3}"/>
          </ac:picMkLst>
        </pc:picChg>
        <pc:picChg chg="add mod">
          <ac:chgData name="Owais Ahmed" userId="6abc7d4556b3b071" providerId="LiveId" clId="{36542103-18F1-477E-B1A3-2758C3E1EAA4}" dt="2023-03-01T08:30:28.741" v="2296" actId="1076"/>
          <ac:picMkLst>
            <pc:docMk/>
            <pc:sldMk cId="2564172473" sldId="2468"/>
            <ac:picMk id="1034" creationId="{C1426860-0002-4F9C-A184-C2CEC2C2EE80}"/>
          </ac:picMkLst>
        </pc:picChg>
        <pc:picChg chg="add mod">
          <ac:chgData name="Owais Ahmed" userId="6abc7d4556b3b071" providerId="LiveId" clId="{36542103-18F1-477E-B1A3-2758C3E1EAA4}" dt="2023-03-01T08:31:47.817" v="2305" actId="1076"/>
          <ac:picMkLst>
            <pc:docMk/>
            <pc:sldMk cId="2564172473" sldId="2468"/>
            <ac:picMk id="1036" creationId="{75D01A3D-4670-7C8F-147C-FB516418D76A}"/>
          </ac:picMkLst>
        </pc:picChg>
        <pc:picChg chg="add mod">
          <ac:chgData name="Owais Ahmed" userId="6abc7d4556b3b071" providerId="LiveId" clId="{36542103-18F1-477E-B1A3-2758C3E1EAA4}" dt="2023-03-01T08:33:03.104" v="2317" actId="1076"/>
          <ac:picMkLst>
            <pc:docMk/>
            <pc:sldMk cId="2564172473" sldId="2468"/>
            <ac:picMk id="1038" creationId="{C88242AB-2EAA-BA69-5988-EDB7E50964EB}"/>
          </ac:picMkLst>
        </pc:picChg>
        <pc:picChg chg="add mod">
          <ac:chgData name="Owais Ahmed" userId="6abc7d4556b3b071" providerId="LiveId" clId="{36542103-18F1-477E-B1A3-2758C3E1EAA4}" dt="2023-03-01T08:34:43.048" v="2333" actId="1076"/>
          <ac:picMkLst>
            <pc:docMk/>
            <pc:sldMk cId="2564172473" sldId="2468"/>
            <ac:picMk id="1040" creationId="{5A8D6D8F-C097-A63B-FC87-5AAA61887AD8}"/>
          </ac:picMkLst>
        </pc:picChg>
        <pc:picChg chg="add mod">
          <ac:chgData name="Owais Ahmed" userId="6abc7d4556b3b071" providerId="LiveId" clId="{36542103-18F1-477E-B1A3-2758C3E1EAA4}" dt="2023-03-01T08:55:14.070" v="2656" actId="1076"/>
          <ac:picMkLst>
            <pc:docMk/>
            <pc:sldMk cId="2564172473" sldId="2468"/>
            <ac:picMk id="1042" creationId="{46AA148E-1148-E8E6-4A54-C7C189AFCED4}"/>
          </ac:picMkLst>
        </pc:picChg>
        <pc:picChg chg="add mod">
          <ac:chgData name="Owais Ahmed" userId="6abc7d4556b3b071" providerId="LiveId" clId="{36542103-18F1-477E-B1A3-2758C3E1EAA4}" dt="2023-03-01T08:37:51.965" v="2364" actId="1076"/>
          <ac:picMkLst>
            <pc:docMk/>
            <pc:sldMk cId="2564172473" sldId="2468"/>
            <ac:picMk id="1044" creationId="{1095811A-A7C8-B8F6-7CF5-11472B45F658}"/>
          </ac:picMkLst>
        </pc:picChg>
        <pc:picChg chg="add mod">
          <ac:chgData name="Owais Ahmed" userId="6abc7d4556b3b071" providerId="LiveId" clId="{36542103-18F1-477E-B1A3-2758C3E1EAA4}" dt="2023-03-01T08:40:09.827" v="2395" actId="1076"/>
          <ac:picMkLst>
            <pc:docMk/>
            <pc:sldMk cId="2564172473" sldId="2468"/>
            <ac:picMk id="1046" creationId="{4D5EC02C-232A-E9E5-EC01-B58D1804CA7D}"/>
          </ac:picMkLst>
        </pc:picChg>
        <pc:picChg chg="add mod">
          <ac:chgData name="Owais Ahmed" userId="6abc7d4556b3b071" providerId="LiveId" clId="{36542103-18F1-477E-B1A3-2758C3E1EAA4}" dt="2023-03-01T08:54:52.038" v="2654" actId="1076"/>
          <ac:picMkLst>
            <pc:docMk/>
            <pc:sldMk cId="2564172473" sldId="2468"/>
            <ac:picMk id="1048" creationId="{D468CF6D-A89A-19B5-3AE9-B6948626587B}"/>
          </ac:picMkLst>
        </pc:picChg>
        <pc:picChg chg="add mod">
          <ac:chgData name="Owais Ahmed" userId="6abc7d4556b3b071" providerId="LiveId" clId="{36542103-18F1-477E-B1A3-2758C3E1EAA4}" dt="2023-03-01T08:54:52.038" v="2654" actId="1076"/>
          <ac:picMkLst>
            <pc:docMk/>
            <pc:sldMk cId="2564172473" sldId="2468"/>
            <ac:picMk id="1050" creationId="{35738118-63CC-CB61-5B20-3C94196E8DF1}"/>
          </ac:picMkLst>
        </pc:picChg>
        <pc:picChg chg="add mod">
          <ac:chgData name="Owais Ahmed" userId="6abc7d4556b3b071" providerId="LiveId" clId="{36542103-18F1-477E-B1A3-2758C3E1EAA4}" dt="2023-03-01T08:54:52.038" v="2654" actId="1076"/>
          <ac:picMkLst>
            <pc:docMk/>
            <pc:sldMk cId="2564172473" sldId="2468"/>
            <ac:picMk id="1052" creationId="{BF7E1FFF-0CFA-27D4-9300-9C801C052FAA}"/>
          </ac:picMkLst>
        </pc:picChg>
        <pc:picChg chg="add mod">
          <ac:chgData name="Owais Ahmed" userId="6abc7d4556b3b071" providerId="LiveId" clId="{36542103-18F1-477E-B1A3-2758C3E1EAA4}" dt="2023-03-01T08:54:52.038" v="2654" actId="1076"/>
          <ac:picMkLst>
            <pc:docMk/>
            <pc:sldMk cId="2564172473" sldId="2468"/>
            <ac:picMk id="1054" creationId="{7FCC54F9-0056-984F-40DE-18E6FCB11BEC}"/>
          </ac:picMkLst>
        </pc:picChg>
        <pc:picChg chg="add mod">
          <ac:chgData name="Owais Ahmed" userId="6abc7d4556b3b071" providerId="LiveId" clId="{36542103-18F1-477E-B1A3-2758C3E1EAA4}" dt="2023-03-01T08:54:52.038" v="2654" actId="1076"/>
          <ac:picMkLst>
            <pc:docMk/>
            <pc:sldMk cId="2564172473" sldId="2468"/>
            <ac:picMk id="1056" creationId="{ED1C7EDF-74CC-FC33-285C-59A51EC93A90}"/>
          </ac:picMkLst>
        </pc:picChg>
        <pc:picChg chg="add del">
          <ac:chgData name="Owais Ahmed" userId="6abc7d4556b3b071" providerId="LiveId" clId="{36542103-18F1-477E-B1A3-2758C3E1EAA4}" dt="2023-03-01T08:51:51.165" v="2629" actId="478"/>
          <ac:picMkLst>
            <pc:docMk/>
            <pc:sldMk cId="2564172473" sldId="2468"/>
            <ac:picMk id="1058" creationId="{1F35332A-00C8-AF0E-F1B6-69B5DE71861E}"/>
          </ac:picMkLst>
        </pc:picChg>
        <pc:picChg chg="add mod">
          <ac:chgData name="Owais Ahmed" userId="6abc7d4556b3b071" providerId="LiveId" clId="{36542103-18F1-477E-B1A3-2758C3E1EAA4}" dt="2023-03-01T08:54:52.038" v="2654" actId="1076"/>
          <ac:picMkLst>
            <pc:docMk/>
            <pc:sldMk cId="2564172473" sldId="2468"/>
            <ac:picMk id="1060" creationId="{1CCE3F63-D372-42A0-B788-182E353BE074}"/>
          </ac:picMkLst>
        </pc:picChg>
        <pc:picChg chg="add del">
          <ac:chgData name="Owais Ahmed" userId="6abc7d4556b3b071" providerId="LiveId" clId="{36542103-18F1-477E-B1A3-2758C3E1EAA4}" dt="2023-03-01T08:52:59.251" v="2638"/>
          <ac:picMkLst>
            <pc:docMk/>
            <pc:sldMk cId="2564172473" sldId="2468"/>
            <ac:picMk id="1062" creationId="{4149B8C2-8A21-D6DE-97A4-30B459F15977}"/>
          </ac:picMkLst>
        </pc:picChg>
        <pc:picChg chg="add mod">
          <ac:chgData name="Owais Ahmed" userId="6abc7d4556b3b071" providerId="LiveId" clId="{36542103-18F1-477E-B1A3-2758C3E1EAA4}" dt="2023-03-01T08:54:52.038" v="2654" actId="1076"/>
          <ac:picMkLst>
            <pc:docMk/>
            <pc:sldMk cId="2564172473" sldId="2468"/>
            <ac:picMk id="1064" creationId="{0EFF1FD0-A435-B34D-C9E5-2A09341DAA14}"/>
          </ac:picMkLst>
        </pc:picChg>
        <pc:picChg chg="add mod">
          <ac:chgData name="Owais Ahmed" userId="6abc7d4556b3b071" providerId="LiveId" clId="{36542103-18F1-477E-B1A3-2758C3E1EAA4}" dt="2023-03-01T08:54:52.038" v="2654" actId="1076"/>
          <ac:picMkLst>
            <pc:docMk/>
            <pc:sldMk cId="2564172473" sldId="2468"/>
            <ac:picMk id="1066" creationId="{9F58BC05-1927-7EA6-94BF-C04942B2E1B3}"/>
          </ac:picMkLst>
        </pc:picChg>
        <pc:picChg chg="add del mod">
          <ac:chgData name="Owais Ahmed" userId="6abc7d4556b3b071" providerId="LiveId" clId="{36542103-18F1-477E-B1A3-2758C3E1EAA4}" dt="2023-03-01T08:54:33.706" v="2650" actId="478"/>
          <ac:picMkLst>
            <pc:docMk/>
            <pc:sldMk cId="2564172473" sldId="2468"/>
            <ac:picMk id="1068" creationId="{885917AC-0558-2F54-1E23-5FD0C2D83E0E}"/>
          </ac:picMkLst>
        </pc:picChg>
      </pc:sldChg>
      <pc:sldChg chg="addSp delSp modSp add mod modClrScheme modAnim chgLayout">
        <pc:chgData name="Owais Ahmed" userId="6abc7d4556b3b071" providerId="LiveId" clId="{36542103-18F1-477E-B1A3-2758C3E1EAA4}" dt="2023-03-01T09:06:11.459" v="3411" actId="20577"/>
        <pc:sldMkLst>
          <pc:docMk/>
          <pc:sldMk cId="1870517188" sldId="2469"/>
        </pc:sldMkLst>
        <pc:spChg chg="add del mod">
          <ac:chgData name="Owais Ahmed" userId="6abc7d4556b3b071" providerId="LiveId" clId="{36542103-18F1-477E-B1A3-2758C3E1EAA4}" dt="2023-03-01T09:00:26.499" v="2771" actId="478"/>
          <ac:spMkLst>
            <pc:docMk/>
            <pc:sldMk cId="1870517188" sldId="2469"/>
            <ac:spMk id="2" creationId="{CFF223DC-3CA3-FFF1-5576-45716986B769}"/>
          </ac:spMkLst>
        </pc:spChg>
        <pc:spChg chg="add del mod ord">
          <ac:chgData name="Owais Ahmed" userId="6abc7d4556b3b071" providerId="LiveId" clId="{36542103-18F1-477E-B1A3-2758C3E1EAA4}" dt="2023-03-01T08:56:32.354" v="2729" actId="700"/>
          <ac:spMkLst>
            <pc:docMk/>
            <pc:sldMk cId="1870517188" sldId="2469"/>
            <ac:spMk id="3" creationId="{CABAE5EC-F67A-5744-393C-1F289C372DD4}"/>
          </ac:spMkLst>
        </pc:spChg>
        <pc:spChg chg="add del mod ord">
          <ac:chgData name="Owais Ahmed" userId="6abc7d4556b3b071" providerId="LiveId" clId="{36542103-18F1-477E-B1A3-2758C3E1EAA4}" dt="2023-03-01T08:56:32.354" v="2729" actId="700"/>
          <ac:spMkLst>
            <pc:docMk/>
            <pc:sldMk cId="1870517188" sldId="2469"/>
            <ac:spMk id="4" creationId="{C5E72A6B-1CB4-081E-4D8D-6B4B558B9790}"/>
          </ac:spMkLst>
        </pc:spChg>
        <pc:spChg chg="mod ord">
          <ac:chgData name="Owais Ahmed" userId="6abc7d4556b3b071" providerId="LiveId" clId="{36542103-18F1-477E-B1A3-2758C3E1EAA4}" dt="2023-03-01T09:05:56.936" v="3399" actId="403"/>
          <ac:spMkLst>
            <pc:docMk/>
            <pc:sldMk cId="1870517188" sldId="2469"/>
            <ac:spMk id="5" creationId="{D6B5DCB6-4358-037D-2AAC-2F1B1119C128}"/>
          </ac:spMkLst>
        </pc:spChg>
        <pc:spChg chg="add del mod ord">
          <ac:chgData name="Owais Ahmed" userId="6abc7d4556b3b071" providerId="LiveId" clId="{36542103-18F1-477E-B1A3-2758C3E1EAA4}" dt="2023-03-01T09:00:22.937" v="2766" actId="700"/>
          <ac:spMkLst>
            <pc:docMk/>
            <pc:sldMk cId="1870517188" sldId="2469"/>
            <ac:spMk id="6" creationId="{EE38476D-0BB4-3A9F-DC79-D3570EFF0273}"/>
          </ac:spMkLst>
        </pc:spChg>
        <pc:spChg chg="add del mod ord">
          <ac:chgData name="Owais Ahmed" userId="6abc7d4556b3b071" providerId="LiveId" clId="{36542103-18F1-477E-B1A3-2758C3E1EAA4}" dt="2023-03-01T09:00:22.937" v="2766" actId="700"/>
          <ac:spMkLst>
            <pc:docMk/>
            <pc:sldMk cId="1870517188" sldId="2469"/>
            <ac:spMk id="7" creationId="{7C450C07-660A-B2BE-8115-42CC21C5CC73}"/>
          </ac:spMkLst>
        </pc:spChg>
        <pc:spChg chg="mod">
          <ac:chgData name="Owais Ahmed" userId="6abc7d4556b3b071" providerId="LiveId" clId="{36542103-18F1-477E-B1A3-2758C3E1EAA4}" dt="2023-03-01T08:56:51.712" v="2733" actId="14100"/>
          <ac:spMkLst>
            <pc:docMk/>
            <pc:sldMk cId="1870517188" sldId="2469"/>
            <ac:spMk id="8" creationId="{FF8DF268-CC40-9C40-2D1C-E83401534CE9}"/>
          </ac:spMkLst>
        </pc:spChg>
        <pc:spChg chg="mod">
          <ac:chgData name="Owais Ahmed" userId="6abc7d4556b3b071" providerId="LiveId" clId="{36542103-18F1-477E-B1A3-2758C3E1EAA4}" dt="2023-03-01T09:06:11.459" v="3411" actId="20577"/>
          <ac:spMkLst>
            <pc:docMk/>
            <pc:sldMk cId="1870517188" sldId="2469"/>
            <ac:spMk id="9" creationId="{27EE95FA-7E6C-9450-66FD-4F118356AE19}"/>
          </ac:spMkLst>
        </pc:spChg>
        <pc:spChg chg="add del">
          <ac:chgData name="Owais Ahmed" userId="6abc7d4556b3b071" providerId="LiveId" clId="{36542103-18F1-477E-B1A3-2758C3E1EAA4}" dt="2023-03-01T09:00:21.672" v="2759" actId="478"/>
          <ac:spMkLst>
            <pc:docMk/>
            <pc:sldMk cId="1870517188" sldId="2469"/>
            <ac:spMk id="11" creationId="{7B1ABC8C-8F12-48B3-9A07-8DF4518AA283}"/>
          </ac:spMkLst>
        </pc:spChg>
        <pc:spChg chg="add del mod ord">
          <ac:chgData name="Owais Ahmed" userId="6abc7d4556b3b071" providerId="LiveId" clId="{36542103-18F1-477E-B1A3-2758C3E1EAA4}" dt="2023-03-01T09:00:22.937" v="2766" actId="700"/>
          <ac:spMkLst>
            <pc:docMk/>
            <pc:sldMk cId="1870517188" sldId="2469"/>
            <ac:spMk id="12" creationId="{63842672-E58E-4703-D71C-40B913AB2591}"/>
          </ac:spMkLst>
        </pc:spChg>
        <pc:spChg chg="add del mod ord">
          <ac:chgData name="Owais Ahmed" userId="6abc7d4556b3b071" providerId="LiveId" clId="{36542103-18F1-477E-B1A3-2758C3E1EAA4}" dt="2023-03-01T09:00:22.937" v="2766" actId="700"/>
          <ac:spMkLst>
            <pc:docMk/>
            <pc:sldMk cId="1870517188" sldId="2469"/>
            <ac:spMk id="13" creationId="{B380B516-64A4-B580-705A-1823F0486898}"/>
          </ac:spMkLst>
        </pc:spChg>
        <pc:spChg chg="add del mod ord">
          <ac:chgData name="Owais Ahmed" userId="6abc7d4556b3b071" providerId="LiveId" clId="{36542103-18F1-477E-B1A3-2758C3E1EAA4}" dt="2023-03-01T09:00:22.937" v="2766" actId="700"/>
          <ac:spMkLst>
            <pc:docMk/>
            <pc:sldMk cId="1870517188" sldId="2469"/>
            <ac:spMk id="14" creationId="{6831A05B-F344-060C-9501-A13DBCD9D296}"/>
          </ac:spMkLst>
        </pc:spChg>
        <pc:spChg chg="add del mod ord">
          <ac:chgData name="Owais Ahmed" userId="6abc7d4556b3b071" providerId="LiveId" clId="{36542103-18F1-477E-B1A3-2758C3E1EAA4}" dt="2023-03-01T09:00:22.937" v="2766" actId="700"/>
          <ac:spMkLst>
            <pc:docMk/>
            <pc:sldMk cId="1870517188" sldId="2469"/>
            <ac:spMk id="15" creationId="{022E519C-6F64-34FA-749B-258C28A2A145}"/>
          </ac:spMkLst>
        </pc:spChg>
        <pc:spChg chg="add del mod ord">
          <ac:chgData name="Owais Ahmed" userId="6abc7d4556b3b071" providerId="LiveId" clId="{36542103-18F1-477E-B1A3-2758C3E1EAA4}" dt="2023-03-01T09:00:22.937" v="2766" actId="700"/>
          <ac:spMkLst>
            <pc:docMk/>
            <pc:sldMk cId="1870517188" sldId="2469"/>
            <ac:spMk id="16" creationId="{4FCE375B-3296-F6D2-7C33-C17B227667B4}"/>
          </ac:spMkLst>
        </pc:spChg>
        <pc:spChg chg="add del mod">
          <ac:chgData name="Owais Ahmed" userId="6abc7d4556b3b071" providerId="LiveId" clId="{36542103-18F1-477E-B1A3-2758C3E1EAA4}" dt="2023-03-01T08:59:34.203" v="2749" actId="931"/>
          <ac:spMkLst>
            <pc:docMk/>
            <pc:sldMk cId="1870517188" sldId="2469"/>
            <ac:spMk id="19" creationId="{6ACB0E0D-1937-1BB7-4F07-CDF3D84F6802}"/>
          </ac:spMkLst>
        </pc:spChg>
        <pc:spChg chg="add del mod">
          <ac:chgData name="Owais Ahmed" userId="6abc7d4556b3b071" providerId="LiveId" clId="{36542103-18F1-477E-B1A3-2758C3E1EAA4}" dt="2023-03-01T08:59:33.840" v="2747" actId="931"/>
          <ac:spMkLst>
            <pc:docMk/>
            <pc:sldMk cId="1870517188" sldId="2469"/>
            <ac:spMk id="22" creationId="{F6EEB7DC-73FF-8889-788D-D5B9A985ACB1}"/>
          </ac:spMkLst>
        </pc:spChg>
        <pc:picChg chg="add del mod">
          <ac:chgData name="Owais Ahmed" userId="6abc7d4556b3b071" providerId="LiveId" clId="{36542103-18F1-477E-B1A3-2758C3E1EAA4}" dt="2023-03-01T08:59:34.203" v="2749" actId="931"/>
          <ac:picMkLst>
            <pc:docMk/>
            <pc:sldMk cId="1870517188" sldId="2469"/>
            <ac:picMk id="18" creationId="{65109187-29E0-0B88-4E4C-FA6D382572FE}"/>
          </ac:picMkLst>
        </pc:picChg>
        <pc:picChg chg="add del mod">
          <ac:chgData name="Owais Ahmed" userId="6abc7d4556b3b071" providerId="LiveId" clId="{36542103-18F1-477E-B1A3-2758C3E1EAA4}" dt="2023-03-01T08:59:33.840" v="2747" actId="931"/>
          <ac:picMkLst>
            <pc:docMk/>
            <pc:sldMk cId="1870517188" sldId="2469"/>
            <ac:picMk id="21" creationId="{9538D330-65EF-5591-62B2-C76901DED2B0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26" creationId="{B52B6349-72B8-80CF-DA1C-C5486174747D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30" creationId="{937909F9-9B17-7819-16D9-0A5467D24F10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32" creationId="{7CBE8AC6-1EBF-7FB2-D6EB-F9BB600F73C3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34" creationId="{C1426860-0002-4F9C-A184-C2CEC2C2EE80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36" creationId="{75D01A3D-4670-7C8F-147C-FB516418D76A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38" creationId="{C88242AB-2EAA-BA69-5988-EDB7E50964EB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40" creationId="{5A8D6D8F-C097-A63B-FC87-5AAA61887AD8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42" creationId="{46AA148E-1148-E8E6-4A54-C7C189AFCED4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44" creationId="{1095811A-A7C8-B8F6-7CF5-11472B45F658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46" creationId="{4D5EC02C-232A-E9E5-EC01-B58D1804CA7D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48" creationId="{D468CF6D-A89A-19B5-3AE9-B6948626587B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50" creationId="{35738118-63CC-CB61-5B20-3C94196E8DF1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52" creationId="{BF7E1FFF-0CFA-27D4-9300-9C801C052FAA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54" creationId="{7FCC54F9-0056-984F-40DE-18E6FCB11BEC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56" creationId="{ED1C7EDF-74CC-FC33-285C-59A51EC93A90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60" creationId="{1CCE3F63-D372-42A0-B788-182E353BE074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64" creationId="{0EFF1FD0-A435-B34D-C9E5-2A09341DAA14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66" creationId="{9F58BC05-1927-7EA6-94BF-C04942B2E1B3}"/>
          </ac:picMkLst>
        </pc:picChg>
        <pc:picChg chg="add del mod">
          <ac:chgData name="Owais Ahmed" userId="6abc7d4556b3b071" providerId="LiveId" clId="{36542103-18F1-477E-B1A3-2758C3E1EAA4}" dt="2023-03-01T08:59:54.463" v="2753"/>
          <ac:picMkLst>
            <pc:docMk/>
            <pc:sldMk cId="1870517188" sldId="2469"/>
            <ac:picMk id="2050" creationId="{4AC6709D-0F5B-C721-8AFC-E0D67534FCA7}"/>
          </ac:picMkLst>
        </pc:picChg>
        <pc:picChg chg="add del mod">
          <ac:chgData name="Owais Ahmed" userId="6abc7d4556b3b071" providerId="LiveId" clId="{36542103-18F1-477E-B1A3-2758C3E1EAA4}" dt="2023-03-01T09:00:08.733" v="2755"/>
          <ac:picMkLst>
            <pc:docMk/>
            <pc:sldMk cId="1870517188" sldId="2469"/>
            <ac:picMk id="2052" creationId="{75ADEFA1-127A-A8D5-EDD2-560B13BFAF5E}"/>
          </ac:picMkLst>
        </pc:picChg>
        <pc:picChg chg="add del mod">
          <ac:chgData name="Owais Ahmed" userId="6abc7d4556b3b071" providerId="LiveId" clId="{36542103-18F1-477E-B1A3-2758C3E1EAA4}" dt="2023-03-01T09:00:18.137" v="2757"/>
          <ac:picMkLst>
            <pc:docMk/>
            <pc:sldMk cId="1870517188" sldId="2469"/>
            <ac:picMk id="2054" creationId="{85063C02-B830-F61C-A629-E105AA3CA561}"/>
          </ac:picMkLst>
        </pc:picChg>
      </pc:sldChg>
      <pc:sldChg chg="modSp add modAnim">
        <pc:chgData name="Owais Ahmed" userId="6abc7d4556b3b071" providerId="LiveId" clId="{36542103-18F1-477E-B1A3-2758C3E1EAA4}" dt="2023-03-01T09:06:39.417" v="3415"/>
        <pc:sldMkLst>
          <pc:docMk/>
          <pc:sldMk cId="773770613" sldId="2470"/>
        </pc:sldMkLst>
        <pc:spChg chg="mod">
          <ac:chgData name="Owais Ahmed" userId="6abc7d4556b3b071" providerId="LiveId" clId="{36542103-18F1-477E-B1A3-2758C3E1EAA4}" dt="2023-03-01T09:06:39.417" v="3415"/>
          <ac:spMkLst>
            <pc:docMk/>
            <pc:sldMk cId="773770613" sldId="2470"/>
            <ac:spMk id="5" creationId="{D6B5DCB6-4358-037D-2AAC-2F1B1119C128}"/>
          </ac:spMkLst>
        </pc:spChg>
      </pc:sldChg>
      <pc:sldChg chg="modSp add mod modAnim">
        <pc:chgData name="Owais Ahmed" userId="6abc7d4556b3b071" providerId="LiveId" clId="{36542103-18F1-477E-B1A3-2758C3E1EAA4}" dt="2023-03-01T09:11:37.101" v="3780" actId="20577"/>
        <pc:sldMkLst>
          <pc:docMk/>
          <pc:sldMk cId="246082422" sldId="2471"/>
        </pc:sldMkLst>
        <pc:spChg chg="mod">
          <ac:chgData name="Owais Ahmed" userId="6abc7d4556b3b071" providerId="LiveId" clId="{36542103-18F1-477E-B1A3-2758C3E1EAA4}" dt="2023-03-01T09:11:36.476" v="3779" actId="20577"/>
          <ac:spMkLst>
            <pc:docMk/>
            <pc:sldMk cId="246082422" sldId="2471"/>
            <ac:spMk id="5" creationId="{D6B5DCB6-4358-037D-2AAC-2F1B1119C128}"/>
          </ac:spMkLst>
        </pc:spChg>
        <pc:spChg chg="mod">
          <ac:chgData name="Owais Ahmed" userId="6abc7d4556b3b071" providerId="LiveId" clId="{36542103-18F1-477E-B1A3-2758C3E1EAA4}" dt="2023-03-01T09:08:09.846" v="3439" actId="20577"/>
          <ac:spMkLst>
            <pc:docMk/>
            <pc:sldMk cId="246082422" sldId="2471"/>
            <ac:spMk id="9" creationId="{27EE95FA-7E6C-9450-66FD-4F118356AE19}"/>
          </ac:spMkLst>
        </pc:spChg>
      </pc:sldChg>
      <pc:sldChg chg="modSp add mod modAnim">
        <pc:chgData name="Owais Ahmed" userId="6abc7d4556b3b071" providerId="LiveId" clId="{36542103-18F1-477E-B1A3-2758C3E1EAA4}" dt="2023-03-01T09:12:54.212" v="3802" actId="20577"/>
        <pc:sldMkLst>
          <pc:docMk/>
          <pc:sldMk cId="104746486" sldId="2472"/>
        </pc:sldMkLst>
        <pc:spChg chg="mod">
          <ac:chgData name="Owais Ahmed" userId="6abc7d4556b3b071" providerId="LiveId" clId="{36542103-18F1-477E-B1A3-2758C3E1EAA4}" dt="2023-03-01T09:12:54.212" v="3802" actId="20577"/>
          <ac:spMkLst>
            <pc:docMk/>
            <pc:sldMk cId="104746486" sldId="2472"/>
            <ac:spMk id="5" creationId="{D6B5DCB6-4358-037D-2AAC-2F1B1119C128}"/>
          </ac:spMkLst>
        </pc:spChg>
        <pc:spChg chg="mod">
          <ac:chgData name="Owais Ahmed" userId="6abc7d4556b3b071" providerId="LiveId" clId="{36542103-18F1-477E-B1A3-2758C3E1EAA4}" dt="2023-03-01T09:12:06.290" v="3789" actId="20577"/>
          <ac:spMkLst>
            <pc:docMk/>
            <pc:sldMk cId="104746486" sldId="2472"/>
            <ac:spMk id="9" creationId="{27EE95FA-7E6C-9450-66FD-4F118356AE19}"/>
          </ac:spMkLst>
        </pc:spChg>
      </pc:sldChg>
    </pc:docChg>
  </pc:docChgLst>
  <pc:docChgLst>
    <pc:chgData name="Owais Ahmed" userId="6abc7d4556b3b071" providerId="LiveId" clId="{F7D2E12A-CC47-45F8-B963-B58408823847}"/>
    <pc:docChg chg="undo redo custSel addSld delSld modSld sldOrd">
      <pc:chgData name="Owais Ahmed" userId="6abc7d4556b3b071" providerId="LiveId" clId="{F7D2E12A-CC47-45F8-B963-B58408823847}" dt="2023-03-18T15:36:19.546" v="4623" actId="47"/>
      <pc:docMkLst>
        <pc:docMk/>
      </pc:docMkLst>
      <pc:sldChg chg="modSp mod modNotesTx">
        <pc:chgData name="Owais Ahmed" userId="6abc7d4556b3b071" providerId="LiveId" clId="{F7D2E12A-CC47-45F8-B963-B58408823847}" dt="2023-03-18T12:52:27.938" v="1297" actId="20577"/>
        <pc:sldMkLst>
          <pc:docMk/>
          <pc:sldMk cId="1401833206" sldId="2498"/>
        </pc:sldMkLst>
        <pc:spChg chg="mod">
          <ac:chgData name="Owais Ahmed" userId="6abc7d4556b3b071" providerId="LiveId" clId="{F7D2E12A-CC47-45F8-B963-B58408823847}" dt="2023-03-18T12:52:27.938" v="1297" actId="20577"/>
          <ac:spMkLst>
            <pc:docMk/>
            <pc:sldMk cId="1401833206" sldId="2498"/>
            <ac:spMk id="3" creationId="{4A1C0383-58FE-E486-295E-B33B8683B938}"/>
          </ac:spMkLst>
        </pc:spChg>
        <pc:spChg chg="mod">
          <ac:chgData name="Owais Ahmed" userId="6abc7d4556b3b071" providerId="LiveId" clId="{F7D2E12A-CC47-45F8-B963-B58408823847}" dt="2023-03-18T12:34:38.900" v="190" actId="20577"/>
          <ac:spMkLst>
            <pc:docMk/>
            <pc:sldMk cId="1401833206" sldId="2498"/>
            <ac:spMk id="215" creationId="{00000000-0000-0000-0000-000000000000}"/>
          </ac:spMkLst>
        </pc:spChg>
      </pc:sldChg>
      <pc:sldChg chg="modSp add mod modNotesTx">
        <pc:chgData name="Owais Ahmed" userId="6abc7d4556b3b071" providerId="LiveId" clId="{F7D2E12A-CC47-45F8-B963-B58408823847}" dt="2023-03-18T13:16:04.134" v="2156" actId="20577"/>
        <pc:sldMkLst>
          <pc:docMk/>
          <pc:sldMk cId="2488591089" sldId="2499"/>
        </pc:sldMkLst>
        <pc:spChg chg="mod">
          <ac:chgData name="Owais Ahmed" userId="6abc7d4556b3b071" providerId="LiveId" clId="{F7D2E12A-CC47-45F8-B963-B58408823847}" dt="2023-03-18T12:56:15.685" v="1461" actId="20577"/>
          <ac:spMkLst>
            <pc:docMk/>
            <pc:sldMk cId="2488591089" sldId="2499"/>
            <ac:spMk id="3" creationId="{4A1C0383-58FE-E486-295E-B33B8683B938}"/>
          </ac:spMkLst>
        </pc:spChg>
        <pc:spChg chg="mod">
          <ac:chgData name="Owais Ahmed" userId="6abc7d4556b3b071" providerId="LiveId" clId="{F7D2E12A-CC47-45F8-B963-B58408823847}" dt="2023-03-18T13:16:04.134" v="2156" actId="20577"/>
          <ac:spMkLst>
            <pc:docMk/>
            <pc:sldMk cId="2488591089" sldId="2499"/>
            <ac:spMk id="215" creationId="{00000000-0000-0000-0000-000000000000}"/>
          </ac:spMkLst>
        </pc:spChg>
      </pc:sldChg>
      <pc:sldChg chg="modSp add mod">
        <pc:chgData name="Owais Ahmed" userId="6abc7d4556b3b071" providerId="LiveId" clId="{F7D2E12A-CC47-45F8-B963-B58408823847}" dt="2023-03-18T13:16:01.645" v="2154" actId="20577"/>
        <pc:sldMkLst>
          <pc:docMk/>
          <pc:sldMk cId="1696626642" sldId="2500"/>
        </pc:sldMkLst>
        <pc:spChg chg="mod">
          <ac:chgData name="Owais Ahmed" userId="6abc7d4556b3b071" providerId="LiveId" clId="{F7D2E12A-CC47-45F8-B963-B58408823847}" dt="2023-03-18T13:15:09.007" v="2113"/>
          <ac:spMkLst>
            <pc:docMk/>
            <pc:sldMk cId="1696626642" sldId="2500"/>
            <ac:spMk id="3" creationId="{4A1C0383-58FE-E486-295E-B33B8683B938}"/>
          </ac:spMkLst>
        </pc:spChg>
        <pc:spChg chg="mod">
          <ac:chgData name="Owais Ahmed" userId="6abc7d4556b3b071" providerId="LiveId" clId="{F7D2E12A-CC47-45F8-B963-B58408823847}" dt="2023-03-18T13:16:01.645" v="2154" actId="20577"/>
          <ac:spMkLst>
            <pc:docMk/>
            <pc:sldMk cId="1696626642" sldId="2500"/>
            <ac:spMk id="215" creationId="{00000000-0000-0000-0000-000000000000}"/>
          </ac:spMkLst>
        </pc:spChg>
      </pc:sldChg>
      <pc:sldChg chg="modSp add mod ord">
        <pc:chgData name="Owais Ahmed" userId="6abc7d4556b3b071" providerId="LiveId" clId="{F7D2E12A-CC47-45F8-B963-B58408823847}" dt="2023-03-18T13:35:42.760" v="2800" actId="20577"/>
        <pc:sldMkLst>
          <pc:docMk/>
          <pc:sldMk cId="3652868979" sldId="2501"/>
        </pc:sldMkLst>
        <pc:spChg chg="mod">
          <ac:chgData name="Owais Ahmed" userId="6abc7d4556b3b071" providerId="LiveId" clId="{F7D2E12A-CC47-45F8-B963-B58408823847}" dt="2023-03-18T13:35:42.760" v="2800" actId="20577"/>
          <ac:spMkLst>
            <pc:docMk/>
            <pc:sldMk cId="3652868979" sldId="2501"/>
            <ac:spMk id="3" creationId="{4A1C0383-58FE-E486-295E-B33B8683B938}"/>
          </ac:spMkLst>
        </pc:spChg>
        <pc:spChg chg="mod">
          <ac:chgData name="Owais Ahmed" userId="6abc7d4556b3b071" providerId="LiveId" clId="{F7D2E12A-CC47-45F8-B963-B58408823847}" dt="2023-03-18T13:16:10.899" v="2167" actId="5793"/>
          <ac:spMkLst>
            <pc:docMk/>
            <pc:sldMk cId="3652868979" sldId="2501"/>
            <ac:spMk id="215" creationId="{00000000-0000-0000-0000-000000000000}"/>
          </ac:spMkLst>
        </pc:spChg>
      </pc:sldChg>
      <pc:sldChg chg="modSp add mod">
        <pc:chgData name="Owais Ahmed" userId="6abc7d4556b3b071" providerId="LiveId" clId="{F7D2E12A-CC47-45F8-B963-B58408823847}" dt="2023-03-18T13:39:52.180" v="3193" actId="20577"/>
        <pc:sldMkLst>
          <pc:docMk/>
          <pc:sldMk cId="4262776764" sldId="2502"/>
        </pc:sldMkLst>
        <pc:spChg chg="mod">
          <ac:chgData name="Owais Ahmed" userId="6abc7d4556b3b071" providerId="LiveId" clId="{F7D2E12A-CC47-45F8-B963-B58408823847}" dt="2023-03-18T13:39:52.180" v="3193" actId="20577"/>
          <ac:spMkLst>
            <pc:docMk/>
            <pc:sldMk cId="4262776764" sldId="2502"/>
            <ac:spMk id="3" creationId="{4A1C0383-58FE-E486-295E-B33B8683B938}"/>
          </ac:spMkLst>
        </pc:spChg>
        <pc:spChg chg="mod">
          <ac:chgData name="Owais Ahmed" userId="6abc7d4556b3b071" providerId="LiveId" clId="{F7D2E12A-CC47-45F8-B963-B58408823847}" dt="2023-03-18T13:36:07.323" v="2808" actId="20577"/>
          <ac:spMkLst>
            <pc:docMk/>
            <pc:sldMk cId="4262776764" sldId="2502"/>
            <ac:spMk id="215" creationId="{00000000-0000-0000-0000-000000000000}"/>
          </ac:spMkLst>
        </pc:spChg>
      </pc:sldChg>
      <pc:sldChg chg="modSp add mod ord">
        <pc:chgData name="Owais Ahmed" userId="6abc7d4556b3b071" providerId="LiveId" clId="{F7D2E12A-CC47-45F8-B963-B58408823847}" dt="2023-03-18T13:45:52.156" v="3733" actId="20577"/>
        <pc:sldMkLst>
          <pc:docMk/>
          <pc:sldMk cId="3975834223" sldId="2503"/>
        </pc:sldMkLst>
        <pc:spChg chg="mod">
          <ac:chgData name="Owais Ahmed" userId="6abc7d4556b3b071" providerId="LiveId" clId="{F7D2E12A-CC47-45F8-B963-B58408823847}" dt="2023-03-18T13:45:52.156" v="3733" actId="20577"/>
          <ac:spMkLst>
            <pc:docMk/>
            <pc:sldMk cId="3975834223" sldId="2503"/>
            <ac:spMk id="3" creationId="{4A1C0383-58FE-E486-295E-B33B8683B938}"/>
          </ac:spMkLst>
        </pc:spChg>
        <pc:spChg chg="mod">
          <ac:chgData name="Owais Ahmed" userId="6abc7d4556b3b071" providerId="LiveId" clId="{F7D2E12A-CC47-45F8-B963-B58408823847}" dt="2023-03-18T13:40:17.840" v="3201" actId="20577"/>
          <ac:spMkLst>
            <pc:docMk/>
            <pc:sldMk cId="3975834223" sldId="2503"/>
            <ac:spMk id="215" creationId="{00000000-0000-0000-0000-000000000000}"/>
          </ac:spMkLst>
        </pc:spChg>
      </pc:sldChg>
      <pc:sldChg chg="modSp add mod">
        <pc:chgData name="Owais Ahmed" userId="6abc7d4556b3b071" providerId="LiveId" clId="{F7D2E12A-CC47-45F8-B963-B58408823847}" dt="2023-03-18T14:42:26.928" v="4070" actId="20577"/>
        <pc:sldMkLst>
          <pc:docMk/>
          <pc:sldMk cId="3687126207" sldId="2504"/>
        </pc:sldMkLst>
        <pc:spChg chg="mod">
          <ac:chgData name="Owais Ahmed" userId="6abc7d4556b3b071" providerId="LiveId" clId="{F7D2E12A-CC47-45F8-B963-B58408823847}" dt="2023-03-18T14:42:26.928" v="4070" actId="20577"/>
          <ac:spMkLst>
            <pc:docMk/>
            <pc:sldMk cId="3687126207" sldId="2504"/>
            <ac:spMk id="3" creationId="{4A1C0383-58FE-E486-295E-B33B8683B938}"/>
          </ac:spMkLst>
        </pc:spChg>
        <pc:spChg chg="mod">
          <ac:chgData name="Owais Ahmed" userId="6abc7d4556b3b071" providerId="LiveId" clId="{F7D2E12A-CC47-45F8-B963-B58408823847}" dt="2023-03-18T13:48:19.523" v="3741" actId="20577"/>
          <ac:spMkLst>
            <pc:docMk/>
            <pc:sldMk cId="3687126207" sldId="2504"/>
            <ac:spMk id="215" creationId="{00000000-0000-0000-0000-000000000000}"/>
          </ac:spMkLst>
        </pc:spChg>
      </pc:sldChg>
      <pc:sldChg chg="modSp add mod modNotesTx">
        <pc:chgData name="Owais Ahmed" userId="6abc7d4556b3b071" providerId="LiveId" clId="{F7D2E12A-CC47-45F8-B963-B58408823847}" dt="2023-03-18T15:05:20.435" v="4314" actId="20577"/>
        <pc:sldMkLst>
          <pc:docMk/>
          <pc:sldMk cId="357785969" sldId="2505"/>
        </pc:sldMkLst>
        <pc:spChg chg="mod">
          <ac:chgData name="Owais Ahmed" userId="6abc7d4556b3b071" providerId="LiveId" clId="{F7D2E12A-CC47-45F8-B963-B58408823847}" dt="2023-03-18T15:04:55.499" v="4219" actId="20577"/>
          <ac:spMkLst>
            <pc:docMk/>
            <pc:sldMk cId="357785969" sldId="2505"/>
            <ac:spMk id="3" creationId="{4A1C0383-58FE-E486-295E-B33B8683B938}"/>
          </ac:spMkLst>
        </pc:spChg>
        <pc:spChg chg="mod">
          <ac:chgData name="Owais Ahmed" userId="6abc7d4556b3b071" providerId="LiveId" clId="{F7D2E12A-CC47-45F8-B963-B58408823847}" dt="2023-03-18T15:05:01.865" v="4235" actId="20577"/>
          <ac:spMkLst>
            <pc:docMk/>
            <pc:sldMk cId="357785969" sldId="2505"/>
            <ac:spMk id="215" creationId="{00000000-0000-0000-0000-000000000000}"/>
          </ac:spMkLst>
        </pc:spChg>
      </pc:sldChg>
      <pc:sldChg chg="modSp add del mod ord">
        <pc:chgData name="Owais Ahmed" userId="6abc7d4556b3b071" providerId="LiveId" clId="{F7D2E12A-CC47-45F8-B963-B58408823847}" dt="2023-03-18T15:36:09.573" v="4621" actId="20577"/>
        <pc:sldMkLst>
          <pc:docMk/>
          <pc:sldMk cId="3997071868" sldId="2506"/>
        </pc:sldMkLst>
        <pc:spChg chg="mod">
          <ac:chgData name="Owais Ahmed" userId="6abc7d4556b3b071" providerId="LiveId" clId="{F7D2E12A-CC47-45F8-B963-B58408823847}" dt="2023-03-18T15:36:09.573" v="4621" actId="20577"/>
          <ac:spMkLst>
            <pc:docMk/>
            <pc:sldMk cId="3997071868" sldId="2506"/>
            <ac:spMk id="3" creationId="{4A1C0383-58FE-E486-295E-B33B8683B938}"/>
          </ac:spMkLst>
        </pc:spChg>
        <pc:spChg chg="mod">
          <ac:chgData name="Owais Ahmed" userId="6abc7d4556b3b071" providerId="LiveId" clId="{F7D2E12A-CC47-45F8-B963-B58408823847}" dt="2023-03-18T15:27:51.694" v="4361" actId="5793"/>
          <ac:spMkLst>
            <pc:docMk/>
            <pc:sldMk cId="3997071868" sldId="2506"/>
            <ac:spMk id="215" creationId="{00000000-0000-0000-0000-000000000000}"/>
          </ac:spMkLst>
        </pc:spChg>
      </pc:sldChg>
      <pc:sldChg chg="add del">
        <pc:chgData name="Owais Ahmed" userId="6abc7d4556b3b071" providerId="LiveId" clId="{F7D2E12A-CC47-45F8-B963-B58408823847}" dt="2023-03-18T15:36:19.546" v="4623" actId="47"/>
        <pc:sldMkLst>
          <pc:docMk/>
          <pc:sldMk cId="3595565126" sldId="2507"/>
        </pc:sldMkLst>
      </pc:sldChg>
    </pc:docChg>
  </pc:docChgLst>
  <pc:docChgLst>
    <pc:chgData name="Owais Ahmed" userId="6abc7d4556b3b071" providerId="LiveId" clId="{34695503-CF25-4871-9EA9-61F2B2450D0B}"/>
    <pc:docChg chg="addSld modSld">
      <pc:chgData name="Owais Ahmed" userId="6abc7d4556b3b071" providerId="LiveId" clId="{34695503-CF25-4871-9EA9-61F2B2450D0B}" dt="2023-03-15T07:12:17.527" v="32" actId="20577"/>
      <pc:docMkLst>
        <pc:docMk/>
      </pc:docMkLst>
      <pc:sldChg chg="modSp mod">
        <pc:chgData name="Owais Ahmed" userId="6abc7d4556b3b071" providerId="LiveId" clId="{34695503-CF25-4871-9EA9-61F2B2450D0B}" dt="2023-03-15T07:11:38.843" v="2" actId="20577"/>
        <pc:sldMkLst>
          <pc:docMk/>
          <pc:sldMk cId="1020505974" sldId="2503"/>
        </pc:sldMkLst>
        <pc:spChg chg="mod">
          <ac:chgData name="Owais Ahmed" userId="6abc7d4556b3b071" providerId="LiveId" clId="{34695503-CF25-4871-9EA9-61F2B2450D0B}" dt="2023-03-15T07:11:38.843" v="2" actId="20577"/>
          <ac:spMkLst>
            <pc:docMk/>
            <pc:sldMk cId="1020505974" sldId="2503"/>
            <ac:spMk id="215" creationId="{00000000-0000-0000-0000-000000000000}"/>
          </ac:spMkLst>
        </pc:spChg>
      </pc:sldChg>
      <pc:sldChg chg="modSp mod modNotesTx">
        <pc:chgData name="Owais Ahmed" userId="6abc7d4556b3b071" providerId="LiveId" clId="{34695503-CF25-4871-9EA9-61F2B2450D0B}" dt="2023-03-15T07:12:17.527" v="32" actId="20577"/>
        <pc:sldMkLst>
          <pc:docMk/>
          <pc:sldMk cId="3110229929" sldId="2505"/>
        </pc:sldMkLst>
        <pc:spChg chg="mod">
          <ac:chgData name="Owais Ahmed" userId="6abc7d4556b3b071" providerId="LiveId" clId="{34695503-CF25-4871-9EA9-61F2B2450D0B}" dt="2023-03-15T07:12:17.527" v="32" actId="20577"/>
          <ac:spMkLst>
            <pc:docMk/>
            <pc:sldMk cId="3110229929" sldId="2505"/>
            <ac:spMk id="5" creationId="{C7480DFC-04C3-BB80-21C9-D940F6237932}"/>
          </ac:spMkLst>
        </pc:spChg>
      </pc:sldChg>
      <pc:sldChg chg="add">
        <pc:chgData name="Owais Ahmed" userId="6abc7d4556b3b071" providerId="LiveId" clId="{34695503-CF25-4871-9EA9-61F2B2450D0B}" dt="2023-03-15T07:10:38.975" v="0" actId="2890"/>
        <pc:sldMkLst>
          <pc:docMk/>
          <pc:sldMk cId="3081681808" sldId="2512"/>
        </pc:sldMkLst>
      </pc:sldChg>
    </pc:docChg>
  </pc:docChgLst>
  <pc:docChgLst>
    <pc:chgData name="Owais Ahmed" userId="6abc7d4556b3b071" providerId="LiveId" clId="{F7B03156-E5DE-4346-BA1F-E68347E6BCBB}"/>
    <pc:docChg chg="undo custSel modSld">
      <pc:chgData name="Owais Ahmed" userId="6abc7d4556b3b071" providerId="LiveId" clId="{F7B03156-E5DE-4346-BA1F-E68347E6BCBB}" dt="2023-10-14T05:39:06.380" v="321" actId="20577"/>
      <pc:docMkLst>
        <pc:docMk/>
      </pc:docMkLst>
      <pc:sldChg chg="modSp mod">
        <pc:chgData name="Owais Ahmed" userId="6abc7d4556b3b071" providerId="LiveId" clId="{F7B03156-E5DE-4346-BA1F-E68347E6BCBB}" dt="2023-10-14T05:10:42.056" v="0"/>
        <pc:sldMkLst>
          <pc:docMk/>
          <pc:sldMk cId="3927832306" sldId="2448"/>
        </pc:sldMkLst>
        <pc:spChg chg="mod">
          <ac:chgData name="Owais Ahmed" userId="6abc7d4556b3b071" providerId="LiveId" clId="{F7B03156-E5DE-4346-BA1F-E68347E6BCBB}" dt="2023-10-14T05:10:42.056" v="0"/>
          <ac:spMkLst>
            <pc:docMk/>
            <pc:sldMk cId="3927832306" sldId="2448"/>
            <ac:spMk id="9" creationId="{79DC1498-E692-42BA-B69F-6D37E6CFACA0}"/>
          </ac:spMkLst>
        </pc:spChg>
      </pc:sldChg>
      <pc:sldChg chg="addSp modSp mod addAnim delAnim modAnim">
        <pc:chgData name="Owais Ahmed" userId="6abc7d4556b3b071" providerId="LiveId" clId="{F7B03156-E5DE-4346-BA1F-E68347E6BCBB}" dt="2023-10-14T05:33:59.187" v="246"/>
        <pc:sldMkLst>
          <pc:docMk/>
          <pc:sldMk cId="679114668" sldId="2501"/>
        </pc:sldMkLst>
        <pc:spChg chg="mod">
          <ac:chgData name="Owais Ahmed" userId="6abc7d4556b3b071" providerId="LiveId" clId="{F7B03156-E5DE-4346-BA1F-E68347E6BCBB}" dt="2023-10-14T05:32:33.759" v="200" actId="20577"/>
          <ac:spMkLst>
            <pc:docMk/>
            <pc:sldMk cId="679114668" sldId="2501"/>
            <ac:spMk id="3" creationId="{4A1C0383-58FE-E486-295E-B33B8683B938}"/>
          </ac:spMkLst>
        </pc:spChg>
        <pc:spChg chg="add mod">
          <ac:chgData name="Owais Ahmed" userId="6abc7d4556b3b071" providerId="LiveId" clId="{F7B03156-E5DE-4346-BA1F-E68347E6BCBB}" dt="2023-10-14T05:33:41.798" v="243" actId="20577"/>
          <ac:spMkLst>
            <pc:docMk/>
            <pc:sldMk cId="679114668" sldId="2501"/>
            <ac:spMk id="4" creationId="{CD411EC5-C34D-1507-492C-0A34A73BA658}"/>
          </ac:spMkLst>
        </pc:spChg>
      </pc:sldChg>
      <pc:sldChg chg="modSp mod">
        <pc:chgData name="Owais Ahmed" userId="6abc7d4556b3b071" providerId="LiveId" clId="{F7B03156-E5DE-4346-BA1F-E68347E6BCBB}" dt="2023-10-14T05:39:06.380" v="321" actId="20577"/>
        <pc:sldMkLst>
          <pc:docMk/>
          <pc:sldMk cId="154349479" sldId="2506"/>
        </pc:sldMkLst>
        <pc:spChg chg="mod">
          <ac:chgData name="Owais Ahmed" userId="6abc7d4556b3b071" providerId="LiveId" clId="{F7B03156-E5DE-4346-BA1F-E68347E6BCBB}" dt="2023-10-14T05:39:06.380" v="321" actId="20577"/>
          <ac:spMkLst>
            <pc:docMk/>
            <pc:sldMk cId="154349479" sldId="2506"/>
            <ac:spMk id="3" creationId="{4A1C0383-58FE-E486-295E-B33B8683B938}"/>
          </ac:spMkLst>
        </pc:spChg>
        <pc:spChg chg="mod">
          <ac:chgData name="Owais Ahmed" userId="6abc7d4556b3b071" providerId="LiveId" clId="{F7B03156-E5DE-4346-BA1F-E68347E6BCBB}" dt="2023-10-14T05:37:48.925" v="249" actId="20577"/>
          <ac:spMkLst>
            <pc:docMk/>
            <pc:sldMk cId="154349479" sldId="2506"/>
            <ac:spMk id="215" creationId="{00000000-0000-0000-0000-000000000000}"/>
          </ac:spMkLst>
        </pc:spChg>
      </pc:sldChg>
    </pc:docChg>
  </pc:docChgLst>
  <pc:docChgLst>
    <pc:chgData name="Owais Ahmed" userId="6abc7d4556b3b071" providerId="LiveId" clId="{9212304E-D243-4612-B84A-35A1EEC6F414}"/>
    <pc:docChg chg="undo custSel addSld delSld modSld sldOrd">
      <pc:chgData name="Owais Ahmed" userId="6abc7d4556b3b071" providerId="LiveId" clId="{9212304E-D243-4612-B84A-35A1EEC6F414}" dt="2023-10-14T11:55:56.663" v="3264"/>
      <pc:docMkLst>
        <pc:docMk/>
      </pc:docMkLst>
      <pc:sldChg chg="modSp mod">
        <pc:chgData name="Owais Ahmed" userId="6abc7d4556b3b071" providerId="LiveId" clId="{9212304E-D243-4612-B84A-35A1EEC6F414}" dt="2023-10-14T08:03:08.683" v="2213" actId="6549"/>
        <pc:sldMkLst>
          <pc:docMk/>
          <pc:sldMk cId="1649098948" sldId="2462"/>
        </pc:sldMkLst>
        <pc:spChg chg="mod">
          <ac:chgData name="Owais Ahmed" userId="6abc7d4556b3b071" providerId="LiveId" clId="{9212304E-D243-4612-B84A-35A1EEC6F414}" dt="2023-10-14T08:03:08.683" v="2213" actId="6549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">
        <pc:chgData name="Owais Ahmed" userId="6abc7d4556b3b071" providerId="LiveId" clId="{9212304E-D243-4612-B84A-35A1EEC6F414}" dt="2023-10-14T06:53:32.567" v="25"/>
        <pc:sldMkLst>
          <pc:docMk/>
          <pc:sldMk cId="679114668" sldId="2501"/>
        </pc:sldMkLst>
        <pc:spChg chg="mod">
          <ac:chgData name="Owais Ahmed" userId="6abc7d4556b3b071" providerId="LiveId" clId="{9212304E-D243-4612-B84A-35A1EEC6F414}" dt="2023-10-14T06:53:24.119" v="23" actId="20577"/>
          <ac:spMkLst>
            <pc:docMk/>
            <pc:sldMk cId="679114668" sldId="2501"/>
            <ac:spMk id="4" creationId="{CD411EC5-C34D-1507-492C-0A34A73BA658}"/>
          </ac:spMkLst>
        </pc:spChg>
      </pc:sldChg>
      <pc:sldChg chg="modSp">
        <pc:chgData name="Owais Ahmed" userId="6abc7d4556b3b071" providerId="LiveId" clId="{9212304E-D243-4612-B84A-35A1EEC6F414}" dt="2023-10-14T11:44:38.766" v="3254" actId="20577"/>
        <pc:sldMkLst>
          <pc:docMk/>
          <pc:sldMk cId="3662152803" sldId="2504"/>
        </pc:sldMkLst>
        <pc:spChg chg="mod">
          <ac:chgData name="Owais Ahmed" userId="6abc7d4556b3b071" providerId="LiveId" clId="{9212304E-D243-4612-B84A-35A1EEC6F414}" dt="2023-10-14T11:44:38.766" v="3254" actId="20577"/>
          <ac:spMkLst>
            <pc:docMk/>
            <pc:sldMk cId="3662152803" sldId="2504"/>
            <ac:spMk id="3" creationId="{4A1C0383-58FE-E486-295E-B33B8683B938}"/>
          </ac:spMkLst>
        </pc:spChg>
      </pc:sldChg>
      <pc:sldChg chg="modSp mod modAnim">
        <pc:chgData name="Owais Ahmed" userId="6abc7d4556b3b071" providerId="LiveId" clId="{9212304E-D243-4612-B84A-35A1EEC6F414}" dt="2023-10-14T07:36:39.769" v="1203" actId="27636"/>
        <pc:sldMkLst>
          <pc:docMk/>
          <pc:sldMk cId="2076398518" sldId="2505"/>
        </pc:sldMkLst>
        <pc:spChg chg="mod">
          <ac:chgData name="Owais Ahmed" userId="6abc7d4556b3b071" providerId="LiveId" clId="{9212304E-D243-4612-B84A-35A1EEC6F414}" dt="2023-10-14T07:36:39.769" v="1203" actId="27636"/>
          <ac:spMkLst>
            <pc:docMk/>
            <pc:sldMk cId="2076398518" sldId="2505"/>
            <ac:spMk id="3" creationId="{4A1C0383-58FE-E486-295E-B33B8683B938}"/>
          </ac:spMkLst>
        </pc:spChg>
      </pc:sldChg>
      <pc:sldChg chg="del">
        <pc:chgData name="Owais Ahmed" userId="6abc7d4556b3b071" providerId="LiveId" clId="{9212304E-D243-4612-B84A-35A1EEC6F414}" dt="2023-10-14T08:03:18.947" v="2215" actId="47"/>
        <pc:sldMkLst>
          <pc:docMk/>
          <pc:sldMk cId="1585807572" sldId="2509"/>
        </pc:sldMkLst>
      </pc:sldChg>
      <pc:sldChg chg="del modAnim">
        <pc:chgData name="Owais Ahmed" userId="6abc7d4556b3b071" providerId="LiveId" clId="{9212304E-D243-4612-B84A-35A1EEC6F414}" dt="2023-10-14T08:03:13.201" v="2214" actId="47"/>
        <pc:sldMkLst>
          <pc:docMk/>
          <pc:sldMk cId="983202641" sldId="2510"/>
        </pc:sldMkLst>
      </pc:sldChg>
      <pc:sldChg chg="addSp delSp modSp add mod delAnim modAnim modNotesTx">
        <pc:chgData name="Owais Ahmed" userId="6abc7d4556b3b071" providerId="LiveId" clId="{9212304E-D243-4612-B84A-35A1EEC6F414}" dt="2023-10-14T07:36:14.136" v="1198" actId="20577"/>
        <pc:sldMkLst>
          <pc:docMk/>
          <pc:sldMk cId="2306747189" sldId="2511"/>
        </pc:sldMkLst>
        <pc:spChg chg="mod">
          <ac:chgData name="Owais Ahmed" userId="6abc7d4556b3b071" providerId="LiveId" clId="{9212304E-D243-4612-B84A-35A1EEC6F414}" dt="2023-10-14T07:36:08.174" v="1197" actId="27636"/>
          <ac:spMkLst>
            <pc:docMk/>
            <pc:sldMk cId="2306747189" sldId="2511"/>
            <ac:spMk id="3" creationId="{4A1C0383-58FE-E486-295E-B33B8683B938}"/>
          </ac:spMkLst>
        </pc:spChg>
        <pc:spChg chg="add del mod">
          <ac:chgData name="Owais Ahmed" userId="6abc7d4556b3b071" providerId="LiveId" clId="{9212304E-D243-4612-B84A-35A1EEC6F414}" dt="2023-10-14T07:31:22.975" v="1007" actId="478"/>
          <ac:spMkLst>
            <pc:docMk/>
            <pc:sldMk cId="2306747189" sldId="2511"/>
            <ac:spMk id="4" creationId="{D053F08F-1B13-D62E-9368-7ECC9DC08AE2}"/>
          </ac:spMkLst>
        </pc:spChg>
      </pc:sldChg>
      <pc:sldChg chg="modSp add ord modAnim">
        <pc:chgData name="Owais Ahmed" userId="6abc7d4556b3b071" providerId="LiveId" clId="{9212304E-D243-4612-B84A-35A1EEC6F414}" dt="2023-10-14T11:55:56.663" v="3264"/>
        <pc:sldMkLst>
          <pc:docMk/>
          <pc:sldMk cId="2988519603" sldId="2512"/>
        </pc:sldMkLst>
        <pc:spChg chg="mod">
          <ac:chgData name="Owais Ahmed" userId="6abc7d4556b3b071" providerId="LiveId" clId="{9212304E-D243-4612-B84A-35A1EEC6F414}" dt="2023-10-14T07:31:08.997" v="1003" actId="20577"/>
          <ac:spMkLst>
            <pc:docMk/>
            <pc:sldMk cId="2988519603" sldId="2512"/>
            <ac:spMk id="4" creationId="{D053F08F-1B13-D62E-9368-7ECC9DC08AE2}"/>
          </ac:spMkLst>
        </pc:spChg>
      </pc:sldChg>
      <pc:sldChg chg="modSp add mod ord modAnim modNotesTx">
        <pc:chgData name="Owais Ahmed" userId="6abc7d4556b3b071" providerId="LiveId" clId="{9212304E-D243-4612-B84A-35A1EEC6F414}" dt="2023-10-14T07:53:23.314" v="2210" actId="20577"/>
        <pc:sldMkLst>
          <pc:docMk/>
          <pc:sldMk cId="4034087114" sldId="2513"/>
        </pc:sldMkLst>
        <pc:spChg chg="mod">
          <ac:chgData name="Owais Ahmed" userId="6abc7d4556b3b071" providerId="LiveId" clId="{9212304E-D243-4612-B84A-35A1EEC6F414}" dt="2023-10-14T07:52:47.354" v="2040" actId="20577"/>
          <ac:spMkLst>
            <pc:docMk/>
            <pc:sldMk cId="4034087114" sldId="2513"/>
            <ac:spMk id="3" creationId="{4A1C0383-58FE-E486-295E-B33B8683B938}"/>
          </ac:spMkLst>
        </pc:spChg>
        <pc:spChg chg="mod">
          <ac:chgData name="Owais Ahmed" userId="6abc7d4556b3b071" providerId="LiveId" clId="{9212304E-D243-4612-B84A-35A1EEC6F414}" dt="2023-10-14T07:37:20.577" v="1237" actId="20577"/>
          <ac:spMkLst>
            <pc:docMk/>
            <pc:sldMk cId="4034087114" sldId="2513"/>
            <ac:spMk id="215" creationId="{00000000-0000-0000-0000-000000000000}"/>
          </ac:spMkLst>
        </pc:spChg>
      </pc:sldChg>
      <pc:sldChg chg="modSp add mod addAnim delAnim modAnim modNotesTx">
        <pc:chgData name="Owais Ahmed" userId="6abc7d4556b3b071" providerId="LiveId" clId="{9212304E-D243-4612-B84A-35A1EEC6F414}" dt="2023-10-14T08:14:35.691" v="2567" actId="20577"/>
        <pc:sldMkLst>
          <pc:docMk/>
          <pc:sldMk cId="775290752" sldId="2514"/>
        </pc:sldMkLst>
        <pc:spChg chg="mod">
          <ac:chgData name="Owais Ahmed" userId="6abc7d4556b3b071" providerId="LiveId" clId="{9212304E-D243-4612-B84A-35A1EEC6F414}" dt="2023-10-14T08:14:35.691" v="2567" actId="20577"/>
          <ac:spMkLst>
            <pc:docMk/>
            <pc:sldMk cId="775290752" sldId="2514"/>
            <ac:spMk id="3" creationId="{4A1C0383-58FE-E486-295E-B33B8683B938}"/>
          </ac:spMkLst>
        </pc:spChg>
      </pc:sldChg>
      <pc:sldChg chg="addSp delSp modSp add mod modAnim">
        <pc:chgData name="Owais Ahmed" userId="6abc7d4556b3b071" providerId="LiveId" clId="{9212304E-D243-4612-B84A-35A1EEC6F414}" dt="2023-10-14T08:51:56.856" v="3251" actId="404"/>
        <pc:sldMkLst>
          <pc:docMk/>
          <pc:sldMk cId="838035279" sldId="2515"/>
        </pc:sldMkLst>
        <pc:spChg chg="mod">
          <ac:chgData name="Owais Ahmed" userId="6abc7d4556b3b071" providerId="LiveId" clId="{9212304E-D243-4612-B84A-35A1EEC6F414}" dt="2023-10-14T08:42:02.328" v="2937" actId="20577"/>
          <ac:spMkLst>
            <pc:docMk/>
            <pc:sldMk cId="838035279" sldId="2515"/>
            <ac:spMk id="3" creationId="{4A1C0383-58FE-E486-295E-B33B8683B938}"/>
          </ac:spMkLst>
        </pc:spChg>
        <pc:spChg chg="add mod">
          <ac:chgData name="Owais Ahmed" userId="6abc7d4556b3b071" providerId="LiveId" clId="{9212304E-D243-4612-B84A-35A1EEC6F414}" dt="2023-10-14T08:51:56.856" v="3251" actId="404"/>
          <ac:spMkLst>
            <pc:docMk/>
            <pc:sldMk cId="838035279" sldId="2515"/>
            <ac:spMk id="4" creationId="{B442C086-68AE-C5C9-4AE4-FCCE5402CE6C}"/>
          </ac:spMkLst>
        </pc:spChg>
        <pc:picChg chg="add del">
          <ac:chgData name="Owais Ahmed" userId="6abc7d4556b3b071" providerId="LiveId" clId="{9212304E-D243-4612-B84A-35A1EEC6F414}" dt="2023-10-14T08:31:20.135" v="2901" actId="22"/>
          <ac:picMkLst>
            <pc:docMk/>
            <pc:sldMk cId="838035279" sldId="2515"/>
            <ac:picMk id="6" creationId="{BD7B2AFA-8E38-6DFA-D818-A10FA4EC02E4}"/>
          </ac:picMkLst>
        </pc:picChg>
      </pc:sldChg>
    </pc:docChg>
  </pc:docChgLst>
  <pc:docChgLst>
    <pc:chgData name="Owais Ahmed" userId="6abc7d4556b3b071" providerId="LiveId" clId="{B625B757-8EA5-47D7-8626-DA1020D487D0}"/>
    <pc:docChg chg="undo redo custSel addSld delSld modSld sldOrd addSection delSection modSection">
      <pc:chgData name="Owais Ahmed" userId="6abc7d4556b3b071" providerId="LiveId" clId="{B625B757-8EA5-47D7-8626-DA1020D487D0}" dt="2023-02-28T06:44:59.946" v="2629" actId="20577"/>
      <pc:docMkLst>
        <pc:docMk/>
      </pc:docMkLst>
      <pc:sldChg chg="del">
        <pc:chgData name="Owais Ahmed" userId="6abc7d4556b3b071" providerId="LiveId" clId="{B625B757-8EA5-47D7-8626-DA1020D487D0}" dt="2023-02-28T06:04:27.712" v="384" actId="47"/>
        <pc:sldMkLst>
          <pc:docMk/>
          <pc:sldMk cId="1459829511" sldId="278"/>
        </pc:sldMkLst>
      </pc:sldChg>
      <pc:sldChg chg="modSp">
        <pc:chgData name="Owais Ahmed" userId="6abc7d4556b3b071" providerId="LiveId" clId="{B625B757-8EA5-47D7-8626-DA1020D487D0}" dt="2023-02-28T05:39:27.204" v="51" actId="20577"/>
        <pc:sldMkLst>
          <pc:docMk/>
          <pc:sldMk cId="1287457047" sldId="522"/>
        </pc:sldMkLst>
        <pc:spChg chg="mod">
          <ac:chgData name="Owais Ahmed" userId="6abc7d4556b3b071" providerId="LiveId" clId="{B625B757-8EA5-47D7-8626-DA1020D487D0}" dt="2023-02-28T05:39:24.499" v="50" actId="20577"/>
          <ac:spMkLst>
            <pc:docMk/>
            <pc:sldMk cId="1287457047" sldId="522"/>
            <ac:spMk id="210" creationId="{00000000-0000-0000-0000-000000000000}"/>
          </ac:spMkLst>
        </pc:spChg>
        <pc:spChg chg="mod">
          <ac:chgData name="Owais Ahmed" userId="6abc7d4556b3b071" providerId="LiveId" clId="{B625B757-8EA5-47D7-8626-DA1020D487D0}" dt="2023-02-28T05:39:27.204" v="51" actId="20577"/>
          <ac:spMkLst>
            <pc:docMk/>
            <pc:sldMk cId="1287457047" sldId="522"/>
            <ac:spMk id="211" creationId="{00000000-0000-0000-0000-000000000000}"/>
          </ac:spMkLst>
        </pc:spChg>
      </pc:sldChg>
      <pc:sldChg chg="modSp add del mod ord">
        <pc:chgData name="Owais Ahmed" userId="6abc7d4556b3b071" providerId="LiveId" clId="{B625B757-8EA5-47D7-8626-DA1020D487D0}" dt="2023-02-28T06:04:32.575" v="388"/>
        <pc:sldMkLst>
          <pc:docMk/>
          <pc:sldMk cId="927727573" sldId="2436"/>
        </pc:sldMkLst>
        <pc:spChg chg="mod">
          <ac:chgData name="Owais Ahmed" userId="6abc7d4556b3b071" providerId="LiveId" clId="{B625B757-8EA5-47D7-8626-DA1020D487D0}" dt="2023-02-28T06:04:21.019" v="383" actId="20577"/>
          <ac:spMkLst>
            <pc:docMk/>
            <pc:sldMk cId="927727573" sldId="2436"/>
            <ac:spMk id="9" creationId="{9E2524A0-105C-4170-BB48-CD0756FB3DFE}"/>
          </ac:spMkLst>
        </pc:spChg>
        <pc:spChg chg="mod">
          <ac:chgData name="Owais Ahmed" userId="6abc7d4556b3b071" providerId="LiveId" clId="{B625B757-8EA5-47D7-8626-DA1020D487D0}" dt="2023-02-28T06:04:03.887" v="377" actId="27636"/>
          <ac:spMkLst>
            <pc:docMk/>
            <pc:sldMk cId="927727573" sldId="2436"/>
            <ac:spMk id="10" creationId="{6E57A531-5B0F-485D-A015-BC78AD089BA6}"/>
          </ac:spMkLst>
        </pc:spChg>
      </pc:sldChg>
      <pc:sldChg chg="modSp mod">
        <pc:chgData name="Owais Ahmed" userId="6abc7d4556b3b071" providerId="LiveId" clId="{B625B757-8EA5-47D7-8626-DA1020D487D0}" dt="2023-02-28T05:39:19.635" v="49" actId="20577"/>
        <pc:sldMkLst>
          <pc:docMk/>
          <pc:sldMk cId="3927832306" sldId="2448"/>
        </pc:sldMkLst>
        <pc:spChg chg="mod">
          <ac:chgData name="Owais Ahmed" userId="6abc7d4556b3b071" providerId="LiveId" clId="{B625B757-8EA5-47D7-8626-DA1020D487D0}" dt="2023-02-28T05:39:19.635" v="49" actId="20577"/>
          <ac:spMkLst>
            <pc:docMk/>
            <pc:sldMk cId="3927832306" sldId="2448"/>
            <ac:spMk id="3" creationId="{C0AE828D-1E63-455F-949D-0C5454A7FE88}"/>
          </ac:spMkLst>
        </pc:spChg>
        <pc:spChg chg="mod">
          <ac:chgData name="Owais Ahmed" userId="6abc7d4556b3b071" providerId="LiveId" clId="{B625B757-8EA5-47D7-8626-DA1020D487D0}" dt="2023-02-28T05:39:07.271" v="28" actId="20577"/>
          <ac:spMkLst>
            <pc:docMk/>
            <pc:sldMk cId="3927832306" sldId="2448"/>
            <ac:spMk id="9" creationId="{79DC1498-E692-42BA-B69F-6D37E6CFACA0}"/>
          </ac:spMkLst>
        </pc:spChg>
      </pc:sldChg>
      <pc:sldChg chg="modSp mod">
        <pc:chgData name="Owais Ahmed" userId="6abc7d4556b3b071" providerId="LiveId" clId="{B625B757-8EA5-47D7-8626-DA1020D487D0}" dt="2023-02-28T06:35:33.047" v="1909"/>
        <pc:sldMkLst>
          <pc:docMk/>
          <pc:sldMk cId="1649098948" sldId="2462"/>
        </pc:sldMkLst>
        <pc:spChg chg="mod">
          <ac:chgData name="Owais Ahmed" userId="6abc7d4556b3b071" providerId="LiveId" clId="{B625B757-8EA5-47D7-8626-DA1020D487D0}" dt="2023-02-28T06:35:33.047" v="1909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 modNotesTx">
        <pc:chgData name="Owais Ahmed" userId="6abc7d4556b3b071" providerId="LiveId" clId="{B625B757-8EA5-47D7-8626-DA1020D487D0}" dt="2023-02-28T06:09:15.858" v="668"/>
        <pc:sldMkLst>
          <pc:docMk/>
          <pc:sldMk cId="641030253" sldId="2479"/>
        </pc:sldMkLst>
        <pc:spChg chg="mod">
          <ac:chgData name="Owais Ahmed" userId="6abc7d4556b3b071" providerId="LiveId" clId="{B625B757-8EA5-47D7-8626-DA1020D487D0}" dt="2023-02-28T06:08:38.926" v="645" actId="20577"/>
          <ac:spMkLst>
            <pc:docMk/>
            <pc:sldMk cId="641030253" sldId="2479"/>
            <ac:spMk id="3" creationId="{4A1C0383-58FE-E486-295E-B33B8683B938}"/>
          </ac:spMkLst>
        </pc:spChg>
        <pc:spChg chg="mod">
          <ac:chgData name="Owais Ahmed" userId="6abc7d4556b3b071" providerId="LiveId" clId="{B625B757-8EA5-47D7-8626-DA1020D487D0}" dt="2023-02-28T06:04:54.278" v="401" actId="20577"/>
          <ac:spMkLst>
            <pc:docMk/>
            <pc:sldMk cId="641030253" sldId="2479"/>
            <ac:spMk id="215" creationId="{00000000-0000-0000-0000-000000000000}"/>
          </ac:spMkLst>
        </pc:spChg>
      </pc:sldChg>
      <pc:sldChg chg="del">
        <pc:chgData name="Owais Ahmed" userId="6abc7d4556b3b071" providerId="LiveId" clId="{B625B757-8EA5-47D7-8626-DA1020D487D0}" dt="2023-02-28T06:32:48.590" v="1580" actId="47"/>
        <pc:sldMkLst>
          <pc:docMk/>
          <pc:sldMk cId="1476319960" sldId="2480"/>
        </pc:sldMkLst>
      </pc:sldChg>
      <pc:sldChg chg="del">
        <pc:chgData name="Owais Ahmed" userId="6abc7d4556b3b071" providerId="LiveId" clId="{B625B757-8EA5-47D7-8626-DA1020D487D0}" dt="2023-02-28T06:32:49.489" v="1581" actId="47"/>
        <pc:sldMkLst>
          <pc:docMk/>
          <pc:sldMk cId="3336402349" sldId="2481"/>
        </pc:sldMkLst>
      </pc:sldChg>
      <pc:sldChg chg="del">
        <pc:chgData name="Owais Ahmed" userId="6abc7d4556b3b071" providerId="LiveId" clId="{B625B757-8EA5-47D7-8626-DA1020D487D0}" dt="2023-02-28T06:32:50.572" v="1582" actId="47"/>
        <pc:sldMkLst>
          <pc:docMk/>
          <pc:sldMk cId="1810203590" sldId="2482"/>
        </pc:sldMkLst>
      </pc:sldChg>
      <pc:sldChg chg="del">
        <pc:chgData name="Owais Ahmed" userId="6abc7d4556b3b071" providerId="LiveId" clId="{B625B757-8EA5-47D7-8626-DA1020D487D0}" dt="2023-02-28T06:32:52.990" v="1583" actId="47"/>
        <pc:sldMkLst>
          <pc:docMk/>
          <pc:sldMk cId="1304413050" sldId="2483"/>
        </pc:sldMkLst>
      </pc:sldChg>
      <pc:sldChg chg="modSp mod modAnim modNotesTx">
        <pc:chgData name="Owais Ahmed" userId="6abc7d4556b3b071" providerId="LiveId" clId="{B625B757-8EA5-47D7-8626-DA1020D487D0}" dt="2023-02-28T06:40:56.305" v="2388" actId="20577"/>
        <pc:sldMkLst>
          <pc:docMk/>
          <pc:sldMk cId="2426892836" sldId="2485"/>
        </pc:sldMkLst>
        <pc:spChg chg="mod">
          <ac:chgData name="Owais Ahmed" userId="6abc7d4556b3b071" providerId="LiveId" clId="{B625B757-8EA5-47D7-8626-DA1020D487D0}" dt="2023-02-28T06:35:09.643" v="1907" actId="27636"/>
          <ac:spMkLst>
            <pc:docMk/>
            <pc:sldMk cId="2426892836" sldId="2485"/>
            <ac:spMk id="3" creationId="{4A1C0383-58FE-E486-295E-B33B8683B938}"/>
          </ac:spMkLst>
        </pc:spChg>
        <pc:spChg chg="mod">
          <ac:chgData name="Owais Ahmed" userId="6abc7d4556b3b071" providerId="LiveId" clId="{B625B757-8EA5-47D7-8626-DA1020D487D0}" dt="2023-02-28T06:39:26.178" v="2299" actId="20577"/>
          <ac:spMkLst>
            <pc:docMk/>
            <pc:sldMk cId="2426892836" sldId="2485"/>
            <ac:spMk id="215" creationId="{00000000-0000-0000-0000-000000000000}"/>
          </ac:spMkLst>
        </pc:spChg>
      </pc:sldChg>
      <pc:sldChg chg="addSp delSp modSp add mod modClrScheme modAnim chgLayout modNotesTx">
        <pc:chgData name="Owais Ahmed" userId="6abc7d4556b3b071" providerId="LiveId" clId="{B625B757-8EA5-47D7-8626-DA1020D487D0}" dt="2023-02-28T06:14:22.100" v="962" actId="20577"/>
        <pc:sldMkLst>
          <pc:docMk/>
          <pc:sldMk cId="3132224988" sldId="2486"/>
        </pc:sldMkLst>
        <pc:spChg chg="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2" creationId="{00000000-0000-0000-0000-000000000000}"/>
          </ac:spMkLst>
        </pc:spChg>
        <pc:spChg chg="mod">
          <ac:chgData name="Owais Ahmed" userId="6abc7d4556b3b071" providerId="LiveId" clId="{B625B757-8EA5-47D7-8626-DA1020D487D0}" dt="2023-02-28T06:13:50.755" v="956" actId="14100"/>
          <ac:spMkLst>
            <pc:docMk/>
            <pc:sldMk cId="3132224988" sldId="2486"/>
            <ac:spMk id="3" creationId="{4A1C0383-58FE-E486-295E-B33B8683B938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4" creationId="{859AAD20-7314-E559-7D8A-0DC34160522F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5" creationId="{8A5BE477-AA8E-D072-D852-46674083989F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6" creationId="{035E1E46-D674-BB9A-8DF9-0424EF92AF7D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7" creationId="{C2F19D94-40EB-8143-72C2-8C85F8BEEAE5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8" creationId="{3D11E90D-CD49-EC3B-6B2E-8C0EA25556E2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9" creationId="{CB758099-0357-038B-3804-2B9CC6C5EBD3}"/>
          </ac:spMkLst>
        </pc:spChg>
        <pc:spChg chg="mod">
          <ac:chgData name="Owais Ahmed" userId="6abc7d4556b3b071" providerId="LiveId" clId="{B625B757-8EA5-47D7-8626-DA1020D487D0}" dt="2023-02-28T06:08:54.639" v="667" actId="20577"/>
          <ac:spMkLst>
            <pc:docMk/>
            <pc:sldMk cId="3132224988" sldId="2486"/>
            <ac:spMk id="215" creationId="{00000000-0000-0000-0000-000000000000}"/>
          </ac:spMkLst>
        </pc:spChg>
      </pc:sldChg>
      <pc:sldChg chg="addSp delSp modSp add mod modAnim modNotesTx">
        <pc:chgData name="Owais Ahmed" userId="6abc7d4556b3b071" providerId="LiveId" clId="{B625B757-8EA5-47D7-8626-DA1020D487D0}" dt="2023-02-28T06:36:21.024" v="2026" actId="20577"/>
        <pc:sldMkLst>
          <pc:docMk/>
          <pc:sldMk cId="2805003587" sldId="2487"/>
        </pc:sldMkLst>
        <pc:spChg chg="mod">
          <ac:chgData name="Owais Ahmed" userId="6abc7d4556b3b071" providerId="LiveId" clId="{B625B757-8EA5-47D7-8626-DA1020D487D0}" dt="2023-02-28T06:20:30.704" v="1209" actId="20577"/>
          <ac:spMkLst>
            <pc:docMk/>
            <pc:sldMk cId="2805003587" sldId="2487"/>
            <ac:spMk id="3" creationId="{4A1C0383-58FE-E486-295E-B33B8683B938}"/>
          </ac:spMkLst>
        </pc:spChg>
        <pc:spChg chg="add mod">
          <ac:chgData name="Owais Ahmed" userId="6abc7d4556b3b071" providerId="LiveId" clId="{B625B757-8EA5-47D7-8626-DA1020D487D0}" dt="2023-02-28T06:31:10.700" v="1459" actId="5793"/>
          <ac:spMkLst>
            <pc:docMk/>
            <pc:sldMk cId="2805003587" sldId="2487"/>
            <ac:spMk id="4" creationId="{6BAD1345-C97E-6E2D-586E-9183375409AA}"/>
          </ac:spMkLst>
        </pc:spChg>
        <pc:spChg chg="add mod">
          <ac:chgData name="Owais Ahmed" userId="6abc7d4556b3b071" providerId="LiveId" clId="{B625B757-8EA5-47D7-8626-DA1020D487D0}" dt="2023-02-28T06:25:38.358" v="1241" actId="207"/>
          <ac:spMkLst>
            <pc:docMk/>
            <pc:sldMk cId="2805003587" sldId="2487"/>
            <ac:spMk id="7" creationId="{DDF95A81-328D-B22D-EF9C-0D6CA6F15F2A}"/>
          </ac:spMkLst>
        </pc:spChg>
        <pc:spChg chg="add mod">
          <ac:chgData name="Owais Ahmed" userId="6abc7d4556b3b071" providerId="LiveId" clId="{B625B757-8EA5-47D7-8626-DA1020D487D0}" dt="2023-02-28T06:31:58.545" v="1479" actId="20577"/>
          <ac:spMkLst>
            <pc:docMk/>
            <pc:sldMk cId="2805003587" sldId="2487"/>
            <ac:spMk id="8" creationId="{3FF9B1FB-1044-C275-C723-970AE674B69E}"/>
          </ac:spMkLst>
        </pc:spChg>
        <pc:spChg chg="mod">
          <ac:chgData name="Owais Ahmed" userId="6abc7d4556b3b071" providerId="LiveId" clId="{B625B757-8EA5-47D7-8626-DA1020D487D0}" dt="2023-02-28T06:14:50.738" v="984" actId="20577"/>
          <ac:spMkLst>
            <pc:docMk/>
            <pc:sldMk cId="2805003587" sldId="2487"/>
            <ac:spMk id="215" creationId="{00000000-0000-0000-0000-000000000000}"/>
          </ac:spMkLst>
        </pc:spChg>
        <pc:picChg chg="add del">
          <ac:chgData name="Owais Ahmed" userId="6abc7d4556b3b071" providerId="LiveId" clId="{B625B757-8EA5-47D7-8626-DA1020D487D0}" dt="2023-02-28T06:24:04.666" v="1215"/>
          <ac:picMkLst>
            <pc:docMk/>
            <pc:sldMk cId="2805003587" sldId="2487"/>
            <ac:picMk id="1026" creationId="{DEF79F96-A87A-18B9-64F0-926009C470C0}"/>
          </ac:picMkLst>
        </pc:picChg>
        <pc:inkChg chg="add del">
          <ac:chgData name="Owais Ahmed" userId="6abc7d4556b3b071" providerId="LiveId" clId="{B625B757-8EA5-47D7-8626-DA1020D487D0}" dt="2023-02-28T06:22:55.231" v="1213" actId="9405"/>
          <ac:inkMkLst>
            <pc:docMk/>
            <pc:sldMk cId="2805003587" sldId="2487"/>
            <ac:inkMk id="5" creationId="{FE5E47C1-73F8-2AB0-9A6E-2ED6C4D27FD4}"/>
          </ac:inkMkLst>
        </pc:inkChg>
        <pc:inkChg chg="add del">
          <ac:chgData name="Owais Ahmed" userId="6abc7d4556b3b071" providerId="LiveId" clId="{B625B757-8EA5-47D7-8626-DA1020D487D0}" dt="2023-02-28T06:22:54.933" v="1212" actId="9405"/>
          <ac:inkMkLst>
            <pc:docMk/>
            <pc:sldMk cId="2805003587" sldId="2487"/>
            <ac:inkMk id="6" creationId="{DBB01586-36AC-0D2F-2518-46E376963A01}"/>
          </ac:inkMkLst>
        </pc:inkChg>
      </pc:sldChg>
      <pc:sldChg chg="add del">
        <pc:chgData name="Owais Ahmed" userId="6abc7d4556b3b071" providerId="LiveId" clId="{B625B757-8EA5-47D7-8626-DA1020D487D0}" dt="2023-02-28T06:36:36.836" v="2027" actId="47"/>
        <pc:sldMkLst>
          <pc:docMk/>
          <pc:sldMk cId="50712674" sldId="2488"/>
        </pc:sldMkLst>
      </pc:sldChg>
      <pc:sldChg chg="modSp add modAnim">
        <pc:chgData name="Owais Ahmed" userId="6abc7d4556b3b071" providerId="LiveId" clId="{B625B757-8EA5-47D7-8626-DA1020D487D0}" dt="2023-02-28T06:38:59.463" v="2284" actId="20577"/>
        <pc:sldMkLst>
          <pc:docMk/>
          <pc:sldMk cId="918376006" sldId="2488"/>
        </pc:sldMkLst>
        <pc:spChg chg="mod">
          <ac:chgData name="Owais Ahmed" userId="6abc7d4556b3b071" providerId="LiveId" clId="{B625B757-8EA5-47D7-8626-DA1020D487D0}" dt="2023-02-28T06:38:59.463" v="2284" actId="20577"/>
          <ac:spMkLst>
            <pc:docMk/>
            <pc:sldMk cId="918376006" sldId="2488"/>
            <ac:spMk id="3" creationId="{4A1C0383-58FE-E486-295E-B33B8683B938}"/>
          </ac:spMkLst>
        </pc:spChg>
        <pc:spChg chg="mod">
          <ac:chgData name="Owais Ahmed" userId="6abc7d4556b3b071" providerId="LiveId" clId="{B625B757-8EA5-47D7-8626-DA1020D487D0}" dt="2023-02-28T06:36:59.830" v="2067" actId="20577"/>
          <ac:spMkLst>
            <pc:docMk/>
            <pc:sldMk cId="918376006" sldId="2488"/>
            <ac:spMk id="215" creationId="{00000000-0000-0000-0000-000000000000}"/>
          </ac:spMkLst>
        </pc:spChg>
      </pc:sldChg>
      <pc:sldChg chg="modSp add mod ord modAnim modNotesTx">
        <pc:chgData name="Owais Ahmed" userId="6abc7d4556b3b071" providerId="LiveId" clId="{B625B757-8EA5-47D7-8626-DA1020D487D0}" dt="2023-02-28T06:44:30.393" v="2606" actId="20577"/>
        <pc:sldMkLst>
          <pc:docMk/>
          <pc:sldMk cId="3454217637" sldId="2489"/>
        </pc:sldMkLst>
        <pc:spChg chg="mod">
          <ac:chgData name="Owais Ahmed" userId="6abc7d4556b3b071" providerId="LiveId" clId="{B625B757-8EA5-47D7-8626-DA1020D487D0}" dt="2023-02-28T06:44:18.315" v="2605" actId="20577"/>
          <ac:spMkLst>
            <pc:docMk/>
            <pc:sldMk cId="3454217637" sldId="2489"/>
            <ac:spMk id="3" creationId="{4A1C0383-58FE-E486-295E-B33B8683B938}"/>
          </ac:spMkLst>
        </pc:spChg>
        <pc:spChg chg="mod">
          <ac:chgData name="Owais Ahmed" userId="6abc7d4556b3b071" providerId="LiveId" clId="{B625B757-8EA5-47D7-8626-DA1020D487D0}" dt="2023-02-28T06:41:26.557" v="2410" actId="20577"/>
          <ac:spMkLst>
            <pc:docMk/>
            <pc:sldMk cId="3454217637" sldId="2489"/>
            <ac:spMk id="215" creationId="{00000000-0000-0000-0000-000000000000}"/>
          </ac:spMkLst>
        </pc:spChg>
      </pc:sldChg>
      <pc:sldChg chg="modSp add mod">
        <pc:chgData name="Owais Ahmed" userId="6abc7d4556b3b071" providerId="LiveId" clId="{B625B757-8EA5-47D7-8626-DA1020D487D0}" dt="2023-02-28T06:44:59.946" v="2629" actId="20577"/>
        <pc:sldMkLst>
          <pc:docMk/>
          <pc:sldMk cId="3828703945" sldId="2490"/>
        </pc:sldMkLst>
        <pc:spChg chg="mod">
          <ac:chgData name="Owais Ahmed" userId="6abc7d4556b3b071" providerId="LiveId" clId="{B625B757-8EA5-47D7-8626-DA1020D487D0}" dt="2023-02-28T06:44:59.946" v="2629" actId="20577"/>
          <ac:spMkLst>
            <pc:docMk/>
            <pc:sldMk cId="3828703945" sldId="2490"/>
            <ac:spMk id="215" creationId="{00000000-0000-0000-0000-000000000000}"/>
          </ac:spMkLst>
        </pc:spChg>
      </pc:sldChg>
      <pc:sldMasterChg chg="delSldLayout">
        <pc:chgData name="Owais Ahmed" userId="6abc7d4556b3b071" providerId="LiveId" clId="{B625B757-8EA5-47D7-8626-DA1020D487D0}" dt="2023-02-28T06:04:27.712" v="384" actId="47"/>
        <pc:sldMasterMkLst>
          <pc:docMk/>
          <pc:sldMasterMk cId="692820" sldId="2147483648"/>
        </pc:sldMasterMkLst>
        <pc:sldLayoutChg chg="del">
          <pc:chgData name="Owais Ahmed" userId="6abc7d4556b3b071" providerId="LiveId" clId="{B625B757-8EA5-47D7-8626-DA1020D487D0}" dt="2023-02-28T06:04:27.712" v="384" actId="47"/>
          <pc:sldLayoutMkLst>
            <pc:docMk/>
            <pc:sldMasterMk cId="692820" sldId="2147483648"/>
            <pc:sldLayoutMk cId="1939976995" sldId="2147483682"/>
          </pc:sldLayoutMkLst>
        </pc:sldLayoutChg>
      </pc:sldMasterChg>
    </pc:docChg>
  </pc:docChgLst>
  <pc:docChgLst>
    <pc:chgData name="Owais Ahmed" userId="6abc7d4556b3b071" providerId="LiveId" clId="{D973DB92-2E30-4D3E-AA38-B172040B75C2}"/>
    <pc:docChg chg="undo custSel addSld delSld modSld sldOrd">
      <pc:chgData name="Owais Ahmed" userId="6abc7d4556b3b071" providerId="LiveId" clId="{D973DB92-2E30-4D3E-AA38-B172040B75C2}" dt="2023-03-15T10:55:32.627" v="7077" actId="20577"/>
      <pc:docMkLst>
        <pc:docMk/>
      </pc:docMkLst>
      <pc:sldChg chg="modSp mod">
        <pc:chgData name="Owais Ahmed" userId="6abc7d4556b3b071" providerId="LiveId" clId="{D973DB92-2E30-4D3E-AA38-B172040B75C2}" dt="2023-03-15T10:33:51.942" v="6015" actId="20577"/>
        <pc:sldMkLst>
          <pc:docMk/>
          <pc:sldMk cId="1649098948" sldId="2462"/>
        </pc:sldMkLst>
        <pc:spChg chg="mod">
          <ac:chgData name="Owais Ahmed" userId="6abc7d4556b3b071" providerId="LiveId" clId="{D973DB92-2E30-4D3E-AA38-B172040B75C2}" dt="2023-03-15T10:33:51.942" v="6015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 modNotesTx">
        <pc:chgData name="Owais Ahmed" userId="6abc7d4556b3b071" providerId="LiveId" clId="{D973DB92-2E30-4D3E-AA38-B172040B75C2}" dt="2023-03-15T09:42:40.453" v="2672"/>
        <pc:sldMkLst>
          <pc:docMk/>
          <pc:sldMk cId="2392008630" sldId="2486"/>
        </pc:sldMkLst>
        <pc:spChg chg="mod">
          <ac:chgData name="Owais Ahmed" userId="6abc7d4556b3b071" providerId="LiveId" clId="{D973DB92-2E30-4D3E-AA38-B172040B75C2}" dt="2023-03-15T08:29:43.892" v="1504" actId="20577"/>
          <ac:spMkLst>
            <pc:docMk/>
            <pc:sldMk cId="2392008630" sldId="2486"/>
            <ac:spMk id="3" creationId="{4A1C0383-58FE-E486-295E-B33B8683B938}"/>
          </ac:spMkLst>
        </pc:spChg>
        <pc:spChg chg="mod">
          <ac:chgData name="Owais Ahmed" userId="6abc7d4556b3b071" providerId="LiveId" clId="{D973DB92-2E30-4D3E-AA38-B172040B75C2}" dt="2023-03-15T07:45:16.429" v="1038" actId="20577"/>
          <ac:spMkLst>
            <pc:docMk/>
            <pc:sldMk cId="2392008630" sldId="2486"/>
            <ac:spMk id="215" creationId="{00000000-0000-0000-0000-000000000000}"/>
          </ac:spMkLst>
        </pc:spChg>
      </pc:sldChg>
      <pc:sldChg chg="addSp delSp modSp add mod ord modAnim">
        <pc:chgData name="Owais Ahmed" userId="6abc7d4556b3b071" providerId="LiveId" clId="{D973DB92-2E30-4D3E-AA38-B172040B75C2}" dt="2023-03-15T07:21:06.289" v="653"/>
        <pc:sldMkLst>
          <pc:docMk/>
          <pc:sldMk cId="1924801277" sldId="2487"/>
        </pc:sldMkLst>
        <pc:spChg chg="mod">
          <ac:chgData name="Owais Ahmed" userId="6abc7d4556b3b071" providerId="LiveId" clId="{D973DB92-2E30-4D3E-AA38-B172040B75C2}" dt="2023-03-15T07:20:53.812" v="650" actId="20577"/>
          <ac:spMkLst>
            <pc:docMk/>
            <pc:sldMk cId="1924801277" sldId="2487"/>
            <ac:spMk id="3" creationId="{4A1C0383-58FE-E486-295E-B33B8683B938}"/>
          </ac:spMkLst>
        </pc:spChg>
        <pc:picChg chg="add del">
          <ac:chgData name="Owais Ahmed" userId="6abc7d4556b3b071" providerId="LiveId" clId="{D973DB92-2E30-4D3E-AA38-B172040B75C2}" dt="2023-03-15T07:20:01.078" v="615" actId="22"/>
          <ac:picMkLst>
            <pc:docMk/>
            <pc:sldMk cId="1924801277" sldId="2487"/>
            <ac:picMk id="5" creationId="{BA83ABEA-7B82-91C4-BA9B-F0A8F132110E}"/>
          </ac:picMkLst>
        </pc:picChg>
        <pc:picChg chg="add mod">
          <ac:chgData name="Owais Ahmed" userId="6abc7d4556b3b071" providerId="LiveId" clId="{D973DB92-2E30-4D3E-AA38-B172040B75C2}" dt="2023-03-15T07:20:17.671" v="618" actId="1076"/>
          <ac:picMkLst>
            <pc:docMk/>
            <pc:sldMk cId="1924801277" sldId="2487"/>
            <ac:picMk id="7" creationId="{6F4A1CFE-123E-08F2-2F5A-7F109E06DEED}"/>
          </ac:picMkLst>
        </pc:picChg>
      </pc:sldChg>
      <pc:sldChg chg="modSp add mod modAnim modNotesTx">
        <pc:chgData name="Owais Ahmed" userId="6abc7d4556b3b071" providerId="LiveId" clId="{D973DB92-2E30-4D3E-AA38-B172040B75C2}" dt="2023-03-15T09:43:46.676" v="2725" actId="6549"/>
        <pc:sldMkLst>
          <pc:docMk/>
          <pc:sldMk cId="2438268924" sldId="2488"/>
        </pc:sldMkLst>
        <pc:spChg chg="mod">
          <ac:chgData name="Owais Ahmed" userId="6abc7d4556b3b071" providerId="LiveId" clId="{D973DB92-2E30-4D3E-AA38-B172040B75C2}" dt="2023-03-15T08:49:13.869" v="2304" actId="114"/>
          <ac:spMkLst>
            <pc:docMk/>
            <pc:sldMk cId="2438268924" sldId="2488"/>
            <ac:spMk id="3" creationId="{4A1C0383-58FE-E486-295E-B33B8683B938}"/>
          </ac:spMkLst>
        </pc:spChg>
        <pc:spChg chg="mod">
          <ac:chgData name="Owais Ahmed" userId="6abc7d4556b3b071" providerId="LiveId" clId="{D973DB92-2E30-4D3E-AA38-B172040B75C2}" dt="2023-03-15T08:30:19.037" v="1545" actId="20577"/>
          <ac:spMkLst>
            <pc:docMk/>
            <pc:sldMk cId="2438268924" sldId="2488"/>
            <ac:spMk id="215" creationId="{00000000-0000-0000-0000-000000000000}"/>
          </ac:spMkLst>
        </pc:spChg>
      </pc:sldChg>
      <pc:sldChg chg="add del ord">
        <pc:chgData name="Owais Ahmed" userId="6abc7d4556b3b071" providerId="LiveId" clId="{D973DB92-2E30-4D3E-AA38-B172040B75C2}" dt="2023-03-15T08:30:10.093" v="1509" actId="2890"/>
        <pc:sldMkLst>
          <pc:docMk/>
          <pc:sldMk cId="3078871595" sldId="2488"/>
        </pc:sldMkLst>
      </pc:sldChg>
      <pc:sldChg chg="addSp modSp add mod modAnim modNotesTx">
        <pc:chgData name="Owais Ahmed" userId="6abc7d4556b3b071" providerId="LiveId" clId="{D973DB92-2E30-4D3E-AA38-B172040B75C2}" dt="2023-03-15T09:49:40.029" v="3303" actId="404"/>
        <pc:sldMkLst>
          <pc:docMk/>
          <pc:sldMk cId="2535675126" sldId="2489"/>
        </pc:sldMkLst>
        <pc:spChg chg="mod">
          <ac:chgData name="Owais Ahmed" userId="6abc7d4556b3b071" providerId="LiveId" clId="{D973DB92-2E30-4D3E-AA38-B172040B75C2}" dt="2023-03-15T09:49:40.029" v="3303" actId="404"/>
          <ac:spMkLst>
            <pc:docMk/>
            <pc:sldMk cId="2535675126" sldId="2489"/>
            <ac:spMk id="3" creationId="{4A1C0383-58FE-E486-295E-B33B8683B938}"/>
          </ac:spMkLst>
        </pc:spChg>
        <pc:spChg chg="mod">
          <ac:chgData name="Owais Ahmed" userId="6abc7d4556b3b071" providerId="LiveId" clId="{D973DB92-2E30-4D3E-AA38-B172040B75C2}" dt="2023-03-15T09:34:18.438" v="2333" actId="20577"/>
          <ac:spMkLst>
            <pc:docMk/>
            <pc:sldMk cId="2535675126" sldId="2489"/>
            <ac:spMk id="215" creationId="{00000000-0000-0000-0000-000000000000}"/>
          </ac:spMkLst>
        </pc:spChg>
        <pc:picChg chg="add mod">
          <ac:chgData name="Owais Ahmed" userId="6abc7d4556b3b071" providerId="LiveId" clId="{D973DB92-2E30-4D3E-AA38-B172040B75C2}" dt="2023-03-15T09:38:36.369" v="2557" actId="1076"/>
          <ac:picMkLst>
            <pc:docMk/>
            <pc:sldMk cId="2535675126" sldId="2489"/>
            <ac:picMk id="5" creationId="{B6483E92-7B4D-CAB2-EB45-25F539FE10E0}"/>
          </ac:picMkLst>
        </pc:picChg>
      </pc:sldChg>
      <pc:sldChg chg="delSp modSp add mod modAnim modNotesTx">
        <pc:chgData name="Owais Ahmed" userId="6abc7d4556b3b071" providerId="LiveId" clId="{D973DB92-2E30-4D3E-AA38-B172040B75C2}" dt="2023-03-15T09:54:22.453" v="3613" actId="20577"/>
        <pc:sldMkLst>
          <pc:docMk/>
          <pc:sldMk cId="1482311959" sldId="2490"/>
        </pc:sldMkLst>
        <pc:spChg chg="mod">
          <ac:chgData name="Owais Ahmed" userId="6abc7d4556b3b071" providerId="LiveId" clId="{D973DB92-2E30-4D3E-AA38-B172040B75C2}" dt="2023-03-15T09:53:12.375" v="3587" actId="27636"/>
          <ac:spMkLst>
            <pc:docMk/>
            <pc:sldMk cId="1482311959" sldId="2490"/>
            <ac:spMk id="3" creationId="{4A1C0383-58FE-E486-295E-B33B8683B938}"/>
          </ac:spMkLst>
        </pc:spChg>
        <pc:spChg chg="mod">
          <ac:chgData name="Owais Ahmed" userId="6abc7d4556b3b071" providerId="LiveId" clId="{D973DB92-2E30-4D3E-AA38-B172040B75C2}" dt="2023-03-15T09:54:22.453" v="3613" actId="20577"/>
          <ac:spMkLst>
            <pc:docMk/>
            <pc:sldMk cId="1482311959" sldId="2490"/>
            <ac:spMk id="215" creationId="{00000000-0000-0000-0000-000000000000}"/>
          </ac:spMkLst>
        </pc:spChg>
        <pc:picChg chg="del">
          <ac:chgData name="Owais Ahmed" userId="6abc7d4556b3b071" providerId="LiveId" clId="{D973DB92-2E30-4D3E-AA38-B172040B75C2}" dt="2023-03-15T09:41:13.498" v="2661" actId="478"/>
          <ac:picMkLst>
            <pc:docMk/>
            <pc:sldMk cId="1482311959" sldId="2490"/>
            <ac:picMk id="5" creationId="{B6483E92-7B4D-CAB2-EB45-25F539FE10E0}"/>
          </ac:picMkLst>
        </pc:picChg>
      </pc:sldChg>
      <pc:sldChg chg="addSp modSp add mod modAnim modNotesTx">
        <pc:chgData name="Owais Ahmed" userId="6abc7d4556b3b071" providerId="LiveId" clId="{D973DB92-2E30-4D3E-AA38-B172040B75C2}" dt="2023-03-15T09:58:48.443" v="4077" actId="20577"/>
        <pc:sldMkLst>
          <pc:docMk/>
          <pc:sldMk cId="2034277488" sldId="2491"/>
        </pc:sldMkLst>
        <pc:spChg chg="mod">
          <ac:chgData name="Owais Ahmed" userId="6abc7d4556b3b071" providerId="LiveId" clId="{D973DB92-2E30-4D3E-AA38-B172040B75C2}" dt="2023-03-15T09:58:03.870" v="3958" actId="20577"/>
          <ac:spMkLst>
            <pc:docMk/>
            <pc:sldMk cId="2034277488" sldId="2491"/>
            <ac:spMk id="3" creationId="{4A1C0383-58FE-E486-295E-B33B8683B938}"/>
          </ac:spMkLst>
        </pc:spChg>
        <pc:spChg chg="mod">
          <ac:chgData name="Owais Ahmed" userId="6abc7d4556b3b071" providerId="LiveId" clId="{D973DB92-2E30-4D3E-AA38-B172040B75C2}" dt="2023-03-15T09:54:27.185" v="3623" actId="20577"/>
          <ac:spMkLst>
            <pc:docMk/>
            <pc:sldMk cId="2034277488" sldId="2491"/>
            <ac:spMk id="215" creationId="{00000000-0000-0000-0000-000000000000}"/>
          </ac:spMkLst>
        </pc:spChg>
        <pc:picChg chg="add mod">
          <ac:chgData name="Owais Ahmed" userId="6abc7d4556b3b071" providerId="LiveId" clId="{D973DB92-2E30-4D3E-AA38-B172040B75C2}" dt="2023-03-15T09:57:25.242" v="3865" actId="1076"/>
          <ac:picMkLst>
            <pc:docMk/>
            <pc:sldMk cId="2034277488" sldId="2491"/>
            <ac:picMk id="5" creationId="{7971DD92-7C9C-B54D-D889-021773C9126D}"/>
          </ac:picMkLst>
        </pc:picChg>
      </pc:sldChg>
      <pc:sldChg chg="modSp add mod ord modAnim modNotesTx">
        <pc:chgData name="Owais Ahmed" userId="6abc7d4556b3b071" providerId="LiveId" clId="{D973DB92-2E30-4D3E-AA38-B172040B75C2}" dt="2023-03-15T10:11:15.085" v="4860" actId="20577"/>
        <pc:sldMkLst>
          <pc:docMk/>
          <pc:sldMk cId="1475048650" sldId="2492"/>
        </pc:sldMkLst>
        <pc:spChg chg="mod">
          <ac:chgData name="Owais Ahmed" userId="6abc7d4556b3b071" providerId="LiveId" clId="{D973DB92-2E30-4D3E-AA38-B172040B75C2}" dt="2023-03-15T10:11:15.085" v="4860" actId="20577"/>
          <ac:spMkLst>
            <pc:docMk/>
            <pc:sldMk cId="1475048650" sldId="2492"/>
            <ac:spMk id="3" creationId="{4A1C0383-58FE-E486-295E-B33B8683B938}"/>
          </ac:spMkLst>
        </pc:spChg>
        <pc:spChg chg="mod">
          <ac:chgData name="Owais Ahmed" userId="6abc7d4556b3b071" providerId="LiveId" clId="{D973DB92-2E30-4D3E-AA38-B172040B75C2}" dt="2023-03-15T10:00:16.598" v="4087" actId="20577"/>
          <ac:spMkLst>
            <pc:docMk/>
            <pc:sldMk cId="1475048650" sldId="2492"/>
            <ac:spMk id="215" creationId="{00000000-0000-0000-0000-000000000000}"/>
          </ac:spMkLst>
        </pc:spChg>
      </pc:sldChg>
      <pc:sldChg chg="addSp modSp add mod modAnim">
        <pc:chgData name="Owais Ahmed" userId="6abc7d4556b3b071" providerId="LiveId" clId="{D973DB92-2E30-4D3E-AA38-B172040B75C2}" dt="2023-03-15T10:15:30.553" v="5268" actId="115"/>
        <pc:sldMkLst>
          <pc:docMk/>
          <pc:sldMk cId="2816993553" sldId="2493"/>
        </pc:sldMkLst>
        <pc:spChg chg="mod">
          <ac:chgData name="Owais Ahmed" userId="6abc7d4556b3b071" providerId="LiveId" clId="{D973DB92-2E30-4D3E-AA38-B172040B75C2}" dt="2023-03-15T10:15:30.553" v="5268" actId="115"/>
          <ac:spMkLst>
            <pc:docMk/>
            <pc:sldMk cId="2816993553" sldId="2493"/>
            <ac:spMk id="3" creationId="{4A1C0383-58FE-E486-295E-B33B8683B938}"/>
          </ac:spMkLst>
        </pc:spChg>
        <pc:spChg chg="mod">
          <ac:chgData name="Owais Ahmed" userId="6abc7d4556b3b071" providerId="LiveId" clId="{D973DB92-2E30-4D3E-AA38-B172040B75C2}" dt="2023-03-15T10:11:42.437" v="4866" actId="20577"/>
          <ac:spMkLst>
            <pc:docMk/>
            <pc:sldMk cId="2816993553" sldId="2493"/>
            <ac:spMk id="215" creationId="{00000000-0000-0000-0000-000000000000}"/>
          </ac:spMkLst>
        </pc:spChg>
        <pc:graphicFrameChg chg="add mod">
          <ac:chgData name="Owais Ahmed" userId="6abc7d4556b3b071" providerId="LiveId" clId="{D973DB92-2E30-4D3E-AA38-B172040B75C2}" dt="2023-03-15T10:14:39.173" v="5221" actId="1076"/>
          <ac:graphicFrameMkLst>
            <pc:docMk/>
            <pc:sldMk cId="2816993553" sldId="2493"/>
            <ac:graphicFrameMk id="4" creationId="{F5D698A0-8888-51FA-F2F3-3514DA25FD2B}"/>
          </ac:graphicFrameMkLst>
        </pc:graphicFrameChg>
      </pc:sldChg>
      <pc:sldChg chg="modSp add del mod">
        <pc:chgData name="Owais Ahmed" userId="6abc7d4556b3b071" providerId="LiveId" clId="{D973DB92-2E30-4D3E-AA38-B172040B75C2}" dt="2023-03-15T10:16:04.309" v="5273" actId="2890"/>
        <pc:sldMkLst>
          <pc:docMk/>
          <pc:sldMk cId="1274123899" sldId="2494"/>
        </pc:sldMkLst>
        <pc:spChg chg="mod">
          <ac:chgData name="Owais Ahmed" userId="6abc7d4556b3b071" providerId="LiveId" clId="{D973DB92-2E30-4D3E-AA38-B172040B75C2}" dt="2023-03-15T10:16:02.214" v="5272" actId="20577"/>
          <ac:spMkLst>
            <pc:docMk/>
            <pc:sldMk cId="1274123899" sldId="2494"/>
            <ac:spMk id="215" creationId="{00000000-0000-0000-0000-000000000000}"/>
          </ac:spMkLst>
        </pc:spChg>
      </pc:sldChg>
      <pc:sldChg chg="modSp add del mod ord modAnim">
        <pc:chgData name="Owais Ahmed" userId="6abc7d4556b3b071" providerId="LiveId" clId="{D973DB92-2E30-4D3E-AA38-B172040B75C2}" dt="2023-03-15T10:16:33.941" v="5284" actId="47"/>
        <pc:sldMkLst>
          <pc:docMk/>
          <pc:sldMk cId="3443479169" sldId="2494"/>
        </pc:sldMkLst>
        <pc:spChg chg="mod">
          <ac:chgData name="Owais Ahmed" userId="6abc7d4556b3b071" providerId="LiveId" clId="{D973DB92-2E30-4D3E-AA38-B172040B75C2}" dt="2023-03-15T10:16:29.591" v="5283" actId="20577"/>
          <ac:spMkLst>
            <pc:docMk/>
            <pc:sldMk cId="3443479169" sldId="2494"/>
            <ac:spMk id="3" creationId="{4A1C0383-58FE-E486-295E-B33B8683B938}"/>
          </ac:spMkLst>
        </pc:spChg>
        <pc:spChg chg="mod">
          <ac:chgData name="Owais Ahmed" userId="6abc7d4556b3b071" providerId="LiveId" clId="{D973DB92-2E30-4D3E-AA38-B172040B75C2}" dt="2023-03-15T10:16:20.335" v="5280" actId="20577"/>
          <ac:spMkLst>
            <pc:docMk/>
            <pc:sldMk cId="3443479169" sldId="2494"/>
            <ac:spMk id="215" creationId="{00000000-0000-0000-0000-000000000000}"/>
          </ac:spMkLst>
        </pc:spChg>
      </pc:sldChg>
      <pc:sldChg chg="addSp delSp modSp add mod modAnim modNotesTx">
        <pc:chgData name="Owais Ahmed" userId="6abc7d4556b3b071" providerId="LiveId" clId="{D973DB92-2E30-4D3E-AA38-B172040B75C2}" dt="2023-03-15T10:42:30.547" v="6232" actId="20577"/>
        <pc:sldMkLst>
          <pc:docMk/>
          <pc:sldMk cId="3909228132" sldId="2494"/>
        </pc:sldMkLst>
        <pc:spChg chg="mod">
          <ac:chgData name="Owais Ahmed" userId="6abc7d4556b3b071" providerId="LiveId" clId="{D973DB92-2E30-4D3E-AA38-B172040B75C2}" dt="2023-03-15T10:25:48.914" v="5989" actId="20577"/>
          <ac:spMkLst>
            <pc:docMk/>
            <pc:sldMk cId="3909228132" sldId="2494"/>
            <ac:spMk id="3" creationId="{4A1C0383-58FE-E486-295E-B33B8683B938}"/>
          </ac:spMkLst>
        </pc:spChg>
        <pc:spChg chg="add del">
          <ac:chgData name="Owais Ahmed" userId="6abc7d4556b3b071" providerId="LiveId" clId="{D973DB92-2E30-4D3E-AA38-B172040B75C2}" dt="2023-03-15T10:18:11.399" v="5450"/>
          <ac:spMkLst>
            <pc:docMk/>
            <pc:sldMk cId="3909228132" sldId="2494"/>
            <ac:spMk id="4" creationId="{0605BF9C-D85C-A188-A468-D08D46107176}"/>
          </ac:spMkLst>
        </pc:spChg>
        <pc:spChg chg="add del">
          <ac:chgData name="Owais Ahmed" userId="6abc7d4556b3b071" providerId="LiveId" clId="{D973DB92-2E30-4D3E-AA38-B172040B75C2}" dt="2023-03-15T10:18:13.063" v="5453"/>
          <ac:spMkLst>
            <pc:docMk/>
            <pc:sldMk cId="3909228132" sldId="2494"/>
            <ac:spMk id="5" creationId="{ADDB1547-B36A-A687-97C3-524174F955DC}"/>
          </ac:spMkLst>
        </pc:spChg>
        <pc:spChg chg="mod">
          <ac:chgData name="Owais Ahmed" userId="6abc7d4556b3b071" providerId="LiveId" clId="{D973DB92-2E30-4D3E-AA38-B172040B75C2}" dt="2023-03-15T10:21:20.153" v="5466" actId="20577"/>
          <ac:spMkLst>
            <pc:docMk/>
            <pc:sldMk cId="3909228132" sldId="2494"/>
            <ac:spMk id="215" creationId="{00000000-0000-0000-0000-000000000000}"/>
          </ac:spMkLst>
        </pc:spChg>
      </pc:sldChg>
      <pc:sldChg chg="addSp delSp modSp add mod modAnim modNotesTx">
        <pc:chgData name="Owais Ahmed" userId="6abc7d4556b3b071" providerId="LiveId" clId="{D973DB92-2E30-4D3E-AA38-B172040B75C2}" dt="2023-03-15T10:52:01.289" v="6920" actId="20577"/>
        <pc:sldMkLst>
          <pc:docMk/>
          <pc:sldMk cId="2416465802" sldId="2495"/>
        </pc:sldMkLst>
        <pc:spChg chg="mod">
          <ac:chgData name="Owais Ahmed" userId="6abc7d4556b3b071" providerId="LiveId" clId="{D973DB92-2E30-4D3E-AA38-B172040B75C2}" dt="2023-03-15T10:52:01.289" v="6920" actId="20577"/>
          <ac:spMkLst>
            <pc:docMk/>
            <pc:sldMk cId="2416465802" sldId="2495"/>
            <ac:spMk id="3" creationId="{4A1C0383-58FE-E486-295E-B33B8683B938}"/>
          </ac:spMkLst>
        </pc:spChg>
        <pc:spChg chg="mod">
          <ac:chgData name="Owais Ahmed" userId="6abc7d4556b3b071" providerId="LiveId" clId="{D973DB92-2E30-4D3E-AA38-B172040B75C2}" dt="2023-03-15T10:33:45.240" v="6002" actId="20577"/>
          <ac:spMkLst>
            <pc:docMk/>
            <pc:sldMk cId="2416465802" sldId="2495"/>
            <ac:spMk id="215" creationId="{00000000-0000-0000-0000-000000000000}"/>
          </ac:spMkLst>
        </pc:spChg>
        <pc:picChg chg="add del mod">
          <ac:chgData name="Owais Ahmed" userId="6abc7d4556b3b071" providerId="LiveId" clId="{D973DB92-2E30-4D3E-AA38-B172040B75C2}" dt="2023-03-15T10:41:31.212" v="6116" actId="478"/>
          <ac:picMkLst>
            <pc:docMk/>
            <pc:sldMk cId="2416465802" sldId="2495"/>
            <ac:picMk id="5" creationId="{27CF46D5-F899-231F-6B35-69873C1F96D9}"/>
          </ac:picMkLst>
        </pc:picChg>
      </pc:sldChg>
      <pc:sldChg chg="modSp add mod modNotesTx">
        <pc:chgData name="Owais Ahmed" userId="6abc7d4556b3b071" providerId="LiveId" clId="{D973DB92-2E30-4D3E-AA38-B172040B75C2}" dt="2023-03-15T10:52:34.121" v="6926" actId="20577"/>
        <pc:sldMkLst>
          <pc:docMk/>
          <pc:sldMk cId="2362747596" sldId="2496"/>
        </pc:sldMkLst>
        <pc:spChg chg="mod">
          <ac:chgData name="Owais Ahmed" userId="6abc7d4556b3b071" providerId="LiveId" clId="{D973DB92-2E30-4D3E-AA38-B172040B75C2}" dt="2023-03-15T10:50:51.459" v="6853" actId="27636"/>
          <ac:spMkLst>
            <pc:docMk/>
            <pc:sldMk cId="2362747596" sldId="2496"/>
            <ac:spMk id="3" creationId="{4A1C0383-58FE-E486-295E-B33B8683B938}"/>
          </ac:spMkLst>
        </pc:spChg>
        <pc:spChg chg="mod">
          <ac:chgData name="Owais Ahmed" userId="6abc7d4556b3b071" providerId="LiveId" clId="{D973DB92-2E30-4D3E-AA38-B172040B75C2}" dt="2023-03-15T10:52:34.121" v="6926" actId="20577"/>
          <ac:spMkLst>
            <pc:docMk/>
            <pc:sldMk cId="2362747596" sldId="2496"/>
            <ac:spMk id="215" creationId="{00000000-0000-0000-0000-000000000000}"/>
          </ac:spMkLst>
        </pc:spChg>
      </pc:sldChg>
      <pc:sldChg chg="modSp add mod ord modNotesTx">
        <pc:chgData name="Owais Ahmed" userId="6abc7d4556b3b071" providerId="LiveId" clId="{D973DB92-2E30-4D3E-AA38-B172040B75C2}" dt="2023-03-15T10:54:59.492" v="7063" actId="27636"/>
        <pc:sldMkLst>
          <pc:docMk/>
          <pc:sldMk cId="3096876490" sldId="2497"/>
        </pc:sldMkLst>
        <pc:spChg chg="mod">
          <ac:chgData name="Owais Ahmed" userId="6abc7d4556b3b071" providerId="LiveId" clId="{D973DB92-2E30-4D3E-AA38-B172040B75C2}" dt="2023-03-15T10:54:59.492" v="7063" actId="27636"/>
          <ac:spMkLst>
            <pc:docMk/>
            <pc:sldMk cId="3096876490" sldId="2497"/>
            <ac:spMk id="3" creationId="{4A1C0383-58FE-E486-295E-B33B8683B938}"/>
          </ac:spMkLst>
        </pc:spChg>
        <pc:spChg chg="mod">
          <ac:chgData name="Owais Ahmed" userId="6abc7d4556b3b071" providerId="LiveId" clId="{D973DB92-2E30-4D3E-AA38-B172040B75C2}" dt="2023-03-15T10:52:45.819" v="6938" actId="20577"/>
          <ac:spMkLst>
            <pc:docMk/>
            <pc:sldMk cId="3096876490" sldId="2497"/>
            <ac:spMk id="215" creationId="{00000000-0000-0000-0000-000000000000}"/>
          </ac:spMkLst>
        </pc:spChg>
      </pc:sldChg>
      <pc:sldChg chg="modSp add mod">
        <pc:chgData name="Owais Ahmed" userId="6abc7d4556b3b071" providerId="LiveId" clId="{D973DB92-2E30-4D3E-AA38-B172040B75C2}" dt="2023-03-15T10:55:32.627" v="7077" actId="20577"/>
        <pc:sldMkLst>
          <pc:docMk/>
          <pc:sldMk cId="1401833206" sldId="2498"/>
        </pc:sldMkLst>
        <pc:spChg chg="mod">
          <ac:chgData name="Owais Ahmed" userId="6abc7d4556b3b071" providerId="LiveId" clId="{D973DB92-2E30-4D3E-AA38-B172040B75C2}" dt="2023-03-15T10:55:32.627" v="7077" actId="20577"/>
          <ac:spMkLst>
            <pc:docMk/>
            <pc:sldMk cId="1401833206" sldId="2498"/>
            <ac:spMk id="215" creationId="{00000000-0000-0000-0000-000000000000}"/>
          </ac:spMkLst>
        </pc:spChg>
      </pc:sldChg>
      <pc:sldChg chg="del">
        <pc:chgData name="Owais Ahmed" userId="6abc7d4556b3b071" providerId="LiveId" clId="{D973DB92-2E30-4D3E-AA38-B172040B75C2}" dt="2023-03-15T07:15:46.613" v="165" actId="47"/>
        <pc:sldMkLst>
          <pc:docMk/>
          <pc:sldMk cId="2461819977" sldId="2499"/>
        </pc:sldMkLst>
      </pc:sldChg>
      <pc:sldChg chg="del">
        <pc:chgData name="Owais Ahmed" userId="6abc7d4556b3b071" providerId="LiveId" clId="{D973DB92-2E30-4D3E-AA38-B172040B75C2}" dt="2023-03-15T07:15:45.903" v="161" actId="47"/>
        <pc:sldMkLst>
          <pc:docMk/>
          <pc:sldMk cId="1569340604" sldId="2500"/>
        </pc:sldMkLst>
      </pc:sldChg>
      <pc:sldChg chg="del">
        <pc:chgData name="Owais Ahmed" userId="6abc7d4556b3b071" providerId="LiveId" clId="{D973DB92-2E30-4D3E-AA38-B172040B75C2}" dt="2023-03-15T07:15:46.080" v="162" actId="47"/>
        <pc:sldMkLst>
          <pc:docMk/>
          <pc:sldMk cId="4096403042" sldId="2501"/>
        </pc:sldMkLst>
      </pc:sldChg>
      <pc:sldChg chg="del">
        <pc:chgData name="Owais Ahmed" userId="6abc7d4556b3b071" providerId="LiveId" clId="{D973DB92-2E30-4D3E-AA38-B172040B75C2}" dt="2023-03-15T07:15:46.247" v="163" actId="47"/>
        <pc:sldMkLst>
          <pc:docMk/>
          <pc:sldMk cId="194166090" sldId="2502"/>
        </pc:sldMkLst>
      </pc:sldChg>
      <pc:sldChg chg="del">
        <pc:chgData name="Owais Ahmed" userId="6abc7d4556b3b071" providerId="LiveId" clId="{D973DB92-2E30-4D3E-AA38-B172040B75C2}" dt="2023-03-15T07:15:46.432" v="164" actId="47"/>
        <pc:sldMkLst>
          <pc:docMk/>
          <pc:sldMk cId="1020505974" sldId="2503"/>
        </pc:sldMkLst>
      </pc:sldChg>
      <pc:sldChg chg="del">
        <pc:chgData name="Owais Ahmed" userId="6abc7d4556b3b071" providerId="LiveId" clId="{D973DB92-2E30-4D3E-AA38-B172040B75C2}" dt="2023-03-15T07:15:46.814" v="166" actId="47"/>
        <pc:sldMkLst>
          <pc:docMk/>
          <pc:sldMk cId="3525142213" sldId="2504"/>
        </pc:sldMkLst>
      </pc:sldChg>
      <pc:sldChg chg="del">
        <pc:chgData name="Owais Ahmed" userId="6abc7d4556b3b071" providerId="LiveId" clId="{D973DB92-2E30-4D3E-AA38-B172040B75C2}" dt="2023-03-15T07:15:47.857" v="167" actId="47"/>
        <pc:sldMkLst>
          <pc:docMk/>
          <pc:sldMk cId="3110229929" sldId="2505"/>
        </pc:sldMkLst>
      </pc:sldChg>
      <pc:sldChg chg="del">
        <pc:chgData name="Owais Ahmed" userId="6abc7d4556b3b071" providerId="LiveId" clId="{D973DB92-2E30-4D3E-AA38-B172040B75C2}" dt="2023-03-15T07:15:48.038" v="168" actId="47"/>
        <pc:sldMkLst>
          <pc:docMk/>
          <pc:sldMk cId="3557178733" sldId="2508"/>
        </pc:sldMkLst>
      </pc:sldChg>
      <pc:sldChg chg="del">
        <pc:chgData name="Owais Ahmed" userId="6abc7d4556b3b071" providerId="LiveId" clId="{D973DB92-2E30-4D3E-AA38-B172040B75C2}" dt="2023-03-15T07:15:49.231" v="169" actId="47"/>
        <pc:sldMkLst>
          <pc:docMk/>
          <pc:sldMk cId="1473069472" sldId="2509"/>
        </pc:sldMkLst>
      </pc:sldChg>
      <pc:sldChg chg="del">
        <pc:chgData name="Owais Ahmed" userId="6abc7d4556b3b071" providerId="LiveId" clId="{D973DB92-2E30-4D3E-AA38-B172040B75C2}" dt="2023-03-15T07:15:49.439" v="170" actId="47"/>
        <pc:sldMkLst>
          <pc:docMk/>
          <pc:sldMk cId="1492833906" sldId="2510"/>
        </pc:sldMkLst>
      </pc:sldChg>
      <pc:sldChg chg="del">
        <pc:chgData name="Owais Ahmed" userId="6abc7d4556b3b071" providerId="LiveId" clId="{D973DB92-2E30-4D3E-AA38-B172040B75C2}" dt="2023-03-15T07:15:50.522" v="171" actId="47"/>
        <pc:sldMkLst>
          <pc:docMk/>
          <pc:sldMk cId="2941033464" sldId="2511"/>
        </pc:sldMkLst>
      </pc:sldChg>
      <pc:sldChg chg="modSp del modAnim">
        <pc:chgData name="Owais Ahmed" userId="6abc7d4556b3b071" providerId="LiveId" clId="{D973DB92-2E30-4D3E-AA38-B172040B75C2}" dt="2023-03-15T07:15:58.639" v="173" actId="47"/>
        <pc:sldMkLst>
          <pc:docMk/>
          <pc:sldMk cId="3081681808" sldId="2512"/>
        </pc:sldMkLst>
        <pc:spChg chg="mod">
          <ac:chgData name="Owais Ahmed" userId="6abc7d4556b3b071" providerId="LiveId" clId="{D973DB92-2E30-4D3E-AA38-B172040B75C2}" dt="2023-03-15T07:15:54.694" v="172" actId="20577"/>
          <ac:spMkLst>
            <pc:docMk/>
            <pc:sldMk cId="3081681808" sldId="2512"/>
            <ac:spMk id="3" creationId="{4A1C0383-58FE-E486-295E-B33B8683B938}"/>
          </ac:spMkLst>
        </pc:spChg>
      </pc:sldChg>
      <pc:sldMasterChg chg="delSldLayout">
        <pc:chgData name="Owais Ahmed" userId="6abc7d4556b3b071" providerId="LiveId" clId="{D973DB92-2E30-4D3E-AA38-B172040B75C2}" dt="2023-03-15T07:15:46.613" v="165" actId="47"/>
        <pc:sldMasterMkLst>
          <pc:docMk/>
          <pc:sldMasterMk cId="692820" sldId="2147483648"/>
        </pc:sldMasterMkLst>
        <pc:sldLayoutChg chg="del">
          <pc:chgData name="Owais Ahmed" userId="6abc7d4556b3b071" providerId="LiveId" clId="{D973DB92-2E30-4D3E-AA38-B172040B75C2}" dt="2023-03-15T07:15:46.613" v="165" actId="47"/>
          <pc:sldLayoutMkLst>
            <pc:docMk/>
            <pc:sldMasterMk cId="692820" sldId="2147483648"/>
            <pc:sldLayoutMk cId="105451964" sldId="2147483682"/>
          </pc:sldLayoutMkLst>
        </pc:sldLayoutChg>
      </pc:sldMasterChg>
    </pc:docChg>
  </pc:docChgLst>
  <pc:docChgLst>
    <pc:chgData name="Owais Ahmed" userId="6abc7d4556b3b071" providerId="LiveId" clId="{6234E53E-BBBE-4BA7-991E-434376AE7195}"/>
    <pc:docChg chg="undo redo custSel addSld delSld modSld sldOrd">
      <pc:chgData name="Owais Ahmed" userId="6abc7d4556b3b071" providerId="LiveId" clId="{6234E53E-BBBE-4BA7-991E-434376AE7195}" dt="2023-03-18T19:01:45.060" v="2213" actId="20577"/>
      <pc:docMkLst>
        <pc:docMk/>
      </pc:docMkLst>
      <pc:sldChg chg="modSp mod">
        <pc:chgData name="Owais Ahmed" userId="6abc7d4556b3b071" providerId="LiveId" clId="{6234E53E-BBBE-4BA7-991E-434376AE7195}" dt="2023-03-18T18:33:40.037" v="1866" actId="20577"/>
        <pc:sldMkLst>
          <pc:docMk/>
          <pc:sldMk cId="1649098948" sldId="2462"/>
        </pc:sldMkLst>
        <pc:spChg chg="mod">
          <ac:chgData name="Owais Ahmed" userId="6abc7d4556b3b071" providerId="LiveId" clId="{6234E53E-BBBE-4BA7-991E-434376AE7195}" dt="2023-03-18T18:33:40.037" v="1866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del">
        <pc:chgData name="Owais Ahmed" userId="6abc7d4556b3b071" providerId="LiveId" clId="{6234E53E-BBBE-4BA7-991E-434376AE7195}" dt="2023-03-18T15:46:28.918" v="72" actId="47"/>
        <pc:sldMkLst>
          <pc:docMk/>
          <pc:sldMk cId="2392008630" sldId="2486"/>
        </pc:sldMkLst>
      </pc:sldChg>
      <pc:sldChg chg="del">
        <pc:chgData name="Owais Ahmed" userId="6abc7d4556b3b071" providerId="LiveId" clId="{6234E53E-BBBE-4BA7-991E-434376AE7195}" dt="2023-03-18T15:46:28.247" v="71" actId="47"/>
        <pc:sldMkLst>
          <pc:docMk/>
          <pc:sldMk cId="1924801277" sldId="2487"/>
        </pc:sldMkLst>
      </pc:sldChg>
      <pc:sldChg chg="del">
        <pc:chgData name="Owais Ahmed" userId="6abc7d4556b3b071" providerId="LiveId" clId="{6234E53E-BBBE-4BA7-991E-434376AE7195}" dt="2023-03-18T15:46:31.026" v="73" actId="47"/>
        <pc:sldMkLst>
          <pc:docMk/>
          <pc:sldMk cId="2438268924" sldId="2488"/>
        </pc:sldMkLst>
      </pc:sldChg>
      <pc:sldChg chg="del">
        <pc:chgData name="Owais Ahmed" userId="6abc7d4556b3b071" providerId="LiveId" clId="{6234E53E-BBBE-4BA7-991E-434376AE7195}" dt="2023-03-18T15:46:31.848" v="74" actId="47"/>
        <pc:sldMkLst>
          <pc:docMk/>
          <pc:sldMk cId="2535675126" sldId="2489"/>
        </pc:sldMkLst>
      </pc:sldChg>
      <pc:sldChg chg="del">
        <pc:chgData name="Owais Ahmed" userId="6abc7d4556b3b071" providerId="LiveId" clId="{6234E53E-BBBE-4BA7-991E-434376AE7195}" dt="2023-03-18T15:46:33.217" v="75" actId="47"/>
        <pc:sldMkLst>
          <pc:docMk/>
          <pc:sldMk cId="1482311959" sldId="2490"/>
        </pc:sldMkLst>
      </pc:sldChg>
      <pc:sldChg chg="del">
        <pc:chgData name="Owais Ahmed" userId="6abc7d4556b3b071" providerId="LiveId" clId="{6234E53E-BBBE-4BA7-991E-434376AE7195}" dt="2023-03-18T15:46:33.647" v="76" actId="47"/>
        <pc:sldMkLst>
          <pc:docMk/>
          <pc:sldMk cId="2034277488" sldId="2491"/>
        </pc:sldMkLst>
      </pc:sldChg>
      <pc:sldChg chg="del">
        <pc:chgData name="Owais Ahmed" userId="6abc7d4556b3b071" providerId="LiveId" clId="{6234E53E-BBBE-4BA7-991E-434376AE7195}" dt="2023-03-18T15:46:36.782" v="78" actId="47"/>
        <pc:sldMkLst>
          <pc:docMk/>
          <pc:sldMk cId="1475048650" sldId="2492"/>
        </pc:sldMkLst>
      </pc:sldChg>
      <pc:sldChg chg="del">
        <pc:chgData name="Owais Ahmed" userId="6abc7d4556b3b071" providerId="LiveId" clId="{6234E53E-BBBE-4BA7-991E-434376AE7195}" dt="2023-03-18T15:46:35.387" v="77" actId="47"/>
        <pc:sldMkLst>
          <pc:docMk/>
          <pc:sldMk cId="2816993553" sldId="2493"/>
        </pc:sldMkLst>
      </pc:sldChg>
      <pc:sldChg chg="modSp del modAnim">
        <pc:chgData name="Owais Ahmed" userId="6abc7d4556b3b071" providerId="LiveId" clId="{6234E53E-BBBE-4BA7-991E-434376AE7195}" dt="2023-03-18T15:46:42.424" v="80" actId="47"/>
        <pc:sldMkLst>
          <pc:docMk/>
          <pc:sldMk cId="3909228132" sldId="2494"/>
        </pc:sldMkLst>
        <pc:spChg chg="mod">
          <ac:chgData name="Owais Ahmed" userId="6abc7d4556b3b071" providerId="LiveId" clId="{6234E53E-BBBE-4BA7-991E-434376AE7195}" dt="2023-03-18T15:46:39.987" v="79" actId="6549"/>
          <ac:spMkLst>
            <pc:docMk/>
            <pc:sldMk cId="3909228132" sldId="2494"/>
            <ac:spMk id="3" creationId="{4A1C0383-58FE-E486-295E-B33B8683B938}"/>
          </ac:spMkLst>
        </pc:spChg>
      </pc:sldChg>
      <pc:sldChg chg="modSp del mod">
        <pc:chgData name="Owais Ahmed" userId="6abc7d4556b3b071" providerId="LiveId" clId="{6234E53E-BBBE-4BA7-991E-434376AE7195}" dt="2023-03-18T15:46:51.351" v="86" actId="47"/>
        <pc:sldMkLst>
          <pc:docMk/>
          <pc:sldMk cId="2416465802" sldId="2495"/>
        </pc:sldMkLst>
        <pc:spChg chg="mod">
          <ac:chgData name="Owais Ahmed" userId="6abc7d4556b3b071" providerId="LiveId" clId="{6234E53E-BBBE-4BA7-991E-434376AE7195}" dt="2023-03-18T15:46:45.737" v="81" actId="6549"/>
          <ac:spMkLst>
            <pc:docMk/>
            <pc:sldMk cId="2416465802" sldId="2495"/>
            <ac:spMk id="3" creationId="{4A1C0383-58FE-E486-295E-B33B8683B938}"/>
          </ac:spMkLst>
        </pc:spChg>
      </pc:sldChg>
      <pc:sldChg chg="del">
        <pc:chgData name="Owais Ahmed" userId="6abc7d4556b3b071" providerId="LiveId" clId="{6234E53E-BBBE-4BA7-991E-434376AE7195}" dt="2023-03-18T15:46:47.637" v="82" actId="47"/>
        <pc:sldMkLst>
          <pc:docMk/>
          <pc:sldMk cId="2362747596" sldId="2496"/>
        </pc:sldMkLst>
      </pc:sldChg>
      <pc:sldChg chg="del">
        <pc:chgData name="Owais Ahmed" userId="6abc7d4556b3b071" providerId="LiveId" clId="{6234E53E-BBBE-4BA7-991E-434376AE7195}" dt="2023-03-18T15:46:48.208" v="83" actId="47"/>
        <pc:sldMkLst>
          <pc:docMk/>
          <pc:sldMk cId="3096876490" sldId="2497"/>
        </pc:sldMkLst>
      </pc:sldChg>
      <pc:sldChg chg="modSp mod modNotesTx">
        <pc:chgData name="Owais Ahmed" userId="6abc7d4556b3b071" providerId="LiveId" clId="{6234E53E-BBBE-4BA7-991E-434376AE7195}" dt="2023-03-18T15:52:40.113" v="681" actId="20577"/>
        <pc:sldMkLst>
          <pc:docMk/>
          <pc:sldMk cId="1401833206" sldId="2498"/>
        </pc:sldMkLst>
        <pc:spChg chg="mod">
          <ac:chgData name="Owais Ahmed" userId="6abc7d4556b3b071" providerId="LiveId" clId="{6234E53E-BBBE-4BA7-991E-434376AE7195}" dt="2023-03-18T15:52:40.113" v="681" actId="20577"/>
          <ac:spMkLst>
            <pc:docMk/>
            <pc:sldMk cId="1401833206" sldId="2498"/>
            <ac:spMk id="3" creationId="{4A1C0383-58FE-E486-295E-B33B8683B938}"/>
          </ac:spMkLst>
        </pc:spChg>
        <pc:spChg chg="mod">
          <ac:chgData name="Owais Ahmed" userId="6abc7d4556b3b071" providerId="LiveId" clId="{6234E53E-BBBE-4BA7-991E-434376AE7195}" dt="2023-03-18T15:47:17.739" v="126" actId="20577"/>
          <ac:spMkLst>
            <pc:docMk/>
            <pc:sldMk cId="1401833206" sldId="2498"/>
            <ac:spMk id="215" creationId="{00000000-0000-0000-0000-000000000000}"/>
          </ac:spMkLst>
        </pc:spChg>
      </pc:sldChg>
      <pc:sldChg chg="modSp add mod">
        <pc:chgData name="Owais Ahmed" userId="6abc7d4556b3b071" providerId="LiveId" clId="{6234E53E-BBBE-4BA7-991E-434376AE7195}" dt="2023-03-18T17:58:41.057" v="1132" actId="20577"/>
        <pc:sldMkLst>
          <pc:docMk/>
          <pc:sldMk cId="582216619" sldId="2499"/>
        </pc:sldMkLst>
        <pc:spChg chg="mod">
          <ac:chgData name="Owais Ahmed" userId="6abc7d4556b3b071" providerId="LiveId" clId="{6234E53E-BBBE-4BA7-991E-434376AE7195}" dt="2023-03-18T16:05:29.908" v="1107" actId="20577"/>
          <ac:spMkLst>
            <pc:docMk/>
            <pc:sldMk cId="582216619" sldId="2499"/>
            <ac:spMk id="3" creationId="{4A1C0383-58FE-E486-295E-B33B8683B938}"/>
          </ac:spMkLst>
        </pc:spChg>
        <pc:spChg chg="mod">
          <ac:chgData name="Owais Ahmed" userId="6abc7d4556b3b071" providerId="LiveId" clId="{6234E53E-BBBE-4BA7-991E-434376AE7195}" dt="2023-03-18T17:58:41.057" v="1132" actId="20577"/>
          <ac:spMkLst>
            <pc:docMk/>
            <pc:sldMk cId="582216619" sldId="2499"/>
            <ac:spMk id="215" creationId="{00000000-0000-0000-0000-000000000000}"/>
          </ac:spMkLst>
        </pc:spChg>
      </pc:sldChg>
      <pc:sldChg chg="del">
        <pc:chgData name="Owais Ahmed" userId="6abc7d4556b3b071" providerId="LiveId" clId="{6234E53E-BBBE-4BA7-991E-434376AE7195}" dt="2023-03-18T15:46:54.120" v="88" actId="47"/>
        <pc:sldMkLst>
          <pc:docMk/>
          <pc:sldMk cId="2488591089" sldId="2499"/>
        </pc:sldMkLst>
      </pc:sldChg>
      <pc:sldChg chg="modSp add mod">
        <pc:chgData name="Owais Ahmed" userId="6abc7d4556b3b071" providerId="LiveId" clId="{6234E53E-BBBE-4BA7-991E-434376AE7195}" dt="2023-03-18T19:01:45.060" v="2213" actId="20577"/>
        <pc:sldMkLst>
          <pc:docMk/>
          <pc:sldMk cId="1074617271" sldId="2500"/>
        </pc:sldMkLst>
        <pc:spChg chg="mod">
          <ac:chgData name="Owais Ahmed" userId="6abc7d4556b3b071" providerId="LiveId" clId="{6234E53E-BBBE-4BA7-991E-434376AE7195}" dt="2023-03-18T19:01:45.060" v="2213" actId="20577"/>
          <ac:spMkLst>
            <pc:docMk/>
            <pc:sldMk cId="1074617271" sldId="2500"/>
            <ac:spMk id="3" creationId="{4A1C0383-58FE-E486-295E-B33B8683B938}"/>
          </ac:spMkLst>
        </pc:spChg>
        <pc:spChg chg="mod">
          <ac:chgData name="Owais Ahmed" userId="6abc7d4556b3b071" providerId="LiveId" clId="{6234E53E-BBBE-4BA7-991E-434376AE7195}" dt="2023-03-18T17:58:52.080" v="1153" actId="20577"/>
          <ac:spMkLst>
            <pc:docMk/>
            <pc:sldMk cId="1074617271" sldId="2500"/>
            <ac:spMk id="215" creationId="{00000000-0000-0000-0000-000000000000}"/>
          </ac:spMkLst>
        </pc:spChg>
      </pc:sldChg>
      <pc:sldChg chg="add del ord">
        <pc:chgData name="Owais Ahmed" userId="6abc7d4556b3b071" providerId="LiveId" clId="{6234E53E-BBBE-4BA7-991E-434376AE7195}" dt="2023-03-18T16:05:46.049" v="1111" actId="47"/>
        <pc:sldMkLst>
          <pc:docMk/>
          <pc:sldMk cId="1466414012" sldId="2500"/>
        </pc:sldMkLst>
      </pc:sldChg>
      <pc:sldChg chg="del">
        <pc:chgData name="Owais Ahmed" userId="6abc7d4556b3b071" providerId="LiveId" clId="{6234E53E-BBBE-4BA7-991E-434376AE7195}" dt="2023-03-18T15:46:54.546" v="89" actId="47"/>
        <pc:sldMkLst>
          <pc:docMk/>
          <pc:sldMk cId="1696626642" sldId="2500"/>
        </pc:sldMkLst>
      </pc:sldChg>
      <pc:sldChg chg="del">
        <pc:chgData name="Owais Ahmed" userId="6abc7d4556b3b071" providerId="LiveId" clId="{6234E53E-BBBE-4BA7-991E-434376AE7195}" dt="2023-03-18T15:46:54.857" v="90" actId="47"/>
        <pc:sldMkLst>
          <pc:docMk/>
          <pc:sldMk cId="3652868979" sldId="2501"/>
        </pc:sldMkLst>
      </pc:sldChg>
      <pc:sldChg chg="del">
        <pc:chgData name="Owais Ahmed" userId="6abc7d4556b3b071" providerId="LiveId" clId="{6234E53E-BBBE-4BA7-991E-434376AE7195}" dt="2023-03-18T15:46:55.233" v="91" actId="47"/>
        <pc:sldMkLst>
          <pc:docMk/>
          <pc:sldMk cId="4262776764" sldId="2502"/>
        </pc:sldMkLst>
      </pc:sldChg>
      <pc:sldChg chg="del">
        <pc:chgData name="Owais Ahmed" userId="6abc7d4556b3b071" providerId="LiveId" clId="{6234E53E-BBBE-4BA7-991E-434376AE7195}" dt="2023-03-18T15:46:55.691" v="92" actId="47"/>
        <pc:sldMkLst>
          <pc:docMk/>
          <pc:sldMk cId="3975834223" sldId="2503"/>
        </pc:sldMkLst>
      </pc:sldChg>
      <pc:sldChg chg="del">
        <pc:chgData name="Owais Ahmed" userId="6abc7d4556b3b071" providerId="LiveId" clId="{6234E53E-BBBE-4BA7-991E-434376AE7195}" dt="2023-03-18T15:46:56.259" v="93" actId="47"/>
        <pc:sldMkLst>
          <pc:docMk/>
          <pc:sldMk cId="3687126207" sldId="2504"/>
        </pc:sldMkLst>
      </pc:sldChg>
      <pc:sldChg chg="del">
        <pc:chgData name="Owais Ahmed" userId="6abc7d4556b3b071" providerId="LiveId" clId="{6234E53E-BBBE-4BA7-991E-434376AE7195}" dt="2023-03-18T15:46:58.435" v="94" actId="47"/>
        <pc:sldMkLst>
          <pc:docMk/>
          <pc:sldMk cId="357785969" sldId="2505"/>
        </pc:sldMkLst>
      </pc:sldChg>
      <pc:sldChg chg="del">
        <pc:chgData name="Owais Ahmed" userId="6abc7d4556b3b071" providerId="LiveId" clId="{6234E53E-BBBE-4BA7-991E-434376AE7195}" dt="2023-03-18T15:47:00.245" v="95" actId="47"/>
        <pc:sldMkLst>
          <pc:docMk/>
          <pc:sldMk cId="3997071868" sldId="2506"/>
        </pc:sldMkLst>
      </pc:sldChg>
    </pc:docChg>
  </pc:docChgLst>
  <pc:docChgLst>
    <pc:chgData name="Owais Ahmed" userId="6abc7d4556b3b071" providerId="LiveId" clId="{57AE1D6D-A5CE-4F6A-9493-265C0424249A}"/>
    <pc:docChg chg="undo custSel addSld delSld modSld sldOrd">
      <pc:chgData name="Owais Ahmed" userId="6abc7d4556b3b071" providerId="LiveId" clId="{57AE1D6D-A5CE-4F6A-9493-265C0424249A}" dt="2023-03-06T10:20:29.035" v="8275" actId="20577"/>
      <pc:docMkLst>
        <pc:docMk/>
      </pc:docMkLst>
      <pc:sldChg chg="del">
        <pc:chgData name="Owais Ahmed" userId="6abc7d4556b3b071" providerId="LiveId" clId="{57AE1D6D-A5CE-4F6A-9493-265C0424249A}" dt="2023-03-06T05:11:24.272" v="23" actId="47"/>
        <pc:sldMkLst>
          <pc:docMk/>
          <pc:sldMk cId="4226644250" sldId="256"/>
        </pc:sldMkLst>
      </pc:sldChg>
      <pc:sldChg chg="modSp mod">
        <pc:chgData name="Owais Ahmed" userId="6abc7d4556b3b071" providerId="LiveId" clId="{57AE1D6D-A5CE-4F6A-9493-265C0424249A}" dt="2023-03-06T10:09:34.467" v="7171" actId="14100"/>
        <pc:sldMkLst>
          <pc:docMk/>
          <pc:sldMk cId="1649098948" sldId="2462"/>
        </pc:sldMkLst>
        <pc:spChg chg="mod">
          <ac:chgData name="Owais Ahmed" userId="6abc7d4556b3b071" providerId="LiveId" clId="{57AE1D6D-A5CE-4F6A-9493-265C0424249A}" dt="2023-03-06T10:09:34.467" v="7171" actId="14100"/>
          <ac:spMkLst>
            <pc:docMk/>
            <pc:sldMk cId="1649098948" sldId="2462"/>
            <ac:spMk id="6" creationId="{F3C89A40-EEAA-43AB-9A3A-B2CFDE450F1B}"/>
          </ac:spMkLst>
        </pc:spChg>
      </pc:sldChg>
      <pc:sldChg chg="del">
        <pc:chgData name="Owais Ahmed" userId="6abc7d4556b3b071" providerId="LiveId" clId="{57AE1D6D-A5CE-4F6A-9493-265C0424249A}" dt="2023-03-06T05:11:24.562" v="24" actId="47"/>
        <pc:sldMkLst>
          <pc:docMk/>
          <pc:sldMk cId="3603977170" sldId="2463"/>
        </pc:sldMkLst>
      </pc:sldChg>
      <pc:sldChg chg="del">
        <pc:chgData name="Owais Ahmed" userId="6abc7d4556b3b071" providerId="LiveId" clId="{57AE1D6D-A5CE-4F6A-9493-265C0424249A}" dt="2023-03-06T05:11:28.254" v="26" actId="47"/>
        <pc:sldMkLst>
          <pc:docMk/>
          <pc:sldMk cId="2797597492" sldId="2465"/>
        </pc:sldMkLst>
      </pc:sldChg>
      <pc:sldChg chg="del">
        <pc:chgData name="Owais Ahmed" userId="6abc7d4556b3b071" providerId="LiveId" clId="{57AE1D6D-A5CE-4F6A-9493-265C0424249A}" dt="2023-03-06T05:11:30.359" v="27" actId="47"/>
        <pc:sldMkLst>
          <pc:docMk/>
          <pc:sldMk cId="1288171314" sldId="2466"/>
        </pc:sldMkLst>
      </pc:sldChg>
      <pc:sldChg chg="modSp mod modAnim">
        <pc:chgData name="Owais Ahmed" userId="6abc7d4556b3b071" providerId="LiveId" clId="{57AE1D6D-A5CE-4F6A-9493-265C0424249A}" dt="2023-03-06T05:19:20.537" v="161" actId="404"/>
        <pc:sldMkLst>
          <pc:docMk/>
          <pc:sldMk cId="2835548672" sldId="2467"/>
        </pc:sldMkLst>
        <pc:spChg chg="mod">
          <ac:chgData name="Owais Ahmed" userId="6abc7d4556b3b071" providerId="LiveId" clId="{57AE1D6D-A5CE-4F6A-9493-265C0424249A}" dt="2023-03-06T05:19:20.537" v="161" actId="404"/>
          <ac:spMkLst>
            <pc:docMk/>
            <pc:sldMk cId="2835548672" sldId="2467"/>
            <ac:spMk id="5" creationId="{D6B5DCB6-4358-037D-2AAC-2F1B1119C128}"/>
          </ac:spMkLst>
        </pc:spChg>
        <pc:spChg chg="mod">
          <ac:chgData name="Owais Ahmed" userId="6abc7d4556b3b071" providerId="LiveId" clId="{57AE1D6D-A5CE-4F6A-9493-265C0424249A}" dt="2023-03-06T05:15:03.624" v="62" actId="20577"/>
          <ac:spMkLst>
            <pc:docMk/>
            <pc:sldMk cId="2835548672" sldId="2467"/>
            <ac:spMk id="9" creationId="{27EE95FA-7E6C-9450-66FD-4F118356AE19}"/>
          </ac:spMkLst>
        </pc:spChg>
      </pc:sldChg>
      <pc:sldChg chg="addSp delSp modSp mod ord addAnim delAnim modAnim">
        <pc:chgData name="Owais Ahmed" userId="6abc7d4556b3b071" providerId="LiveId" clId="{57AE1D6D-A5CE-4F6A-9493-265C0424249A}" dt="2023-03-06T06:05:48.465" v="2208" actId="20577"/>
        <pc:sldMkLst>
          <pc:docMk/>
          <pc:sldMk cId="2564172473" sldId="2468"/>
        </pc:sldMkLst>
        <pc:spChg chg="add del mod">
          <ac:chgData name="Owais Ahmed" userId="6abc7d4556b3b071" providerId="LiveId" clId="{57AE1D6D-A5CE-4F6A-9493-265C0424249A}" dt="2023-03-06T05:49:20.706" v="1553" actId="478"/>
          <ac:spMkLst>
            <pc:docMk/>
            <pc:sldMk cId="2564172473" sldId="2468"/>
            <ac:spMk id="2" creationId="{5BD75907-4EF7-3426-B22D-F53125E3D807}"/>
          </ac:spMkLst>
        </pc:spChg>
        <pc:spChg chg="mod">
          <ac:chgData name="Owais Ahmed" userId="6abc7d4556b3b071" providerId="LiveId" clId="{57AE1D6D-A5CE-4F6A-9493-265C0424249A}" dt="2023-03-06T05:52:36.035" v="1736" actId="20577"/>
          <ac:spMkLst>
            <pc:docMk/>
            <pc:sldMk cId="2564172473" sldId="2468"/>
            <ac:spMk id="5" creationId="{D6B5DCB6-4358-037D-2AAC-2F1B1119C128}"/>
          </ac:spMkLst>
        </pc:spChg>
        <pc:spChg chg="mod">
          <ac:chgData name="Owais Ahmed" userId="6abc7d4556b3b071" providerId="LiveId" clId="{57AE1D6D-A5CE-4F6A-9493-265C0424249A}" dt="2023-03-06T05:49:00.023" v="1547" actId="20577"/>
          <ac:spMkLst>
            <pc:docMk/>
            <pc:sldMk cId="2564172473" sldId="2468"/>
            <ac:spMk id="9" creationId="{27EE95FA-7E6C-9450-66FD-4F118356AE19}"/>
          </ac:spMkLst>
        </pc:spChg>
        <pc:graphicFrameChg chg="add mod modGraphic">
          <ac:chgData name="Owais Ahmed" userId="6abc7d4556b3b071" providerId="LiveId" clId="{57AE1D6D-A5CE-4F6A-9493-265C0424249A}" dt="2023-03-06T06:05:48.465" v="2208" actId="20577"/>
          <ac:graphicFrameMkLst>
            <pc:docMk/>
            <pc:sldMk cId="2564172473" sldId="2468"/>
            <ac:graphicFrameMk id="3" creationId="{9AEEB574-55E6-EBD0-248C-E37F602D2887}"/>
          </ac:graphicFrameMkLst>
        </pc:graphicFrameChg>
        <pc:picChg chg="del">
          <ac:chgData name="Owais Ahmed" userId="6abc7d4556b3b071" providerId="LiveId" clId="{57AE1D6D-A5CE-4F6A-9493-265C0424249A}" dt="2023-03-06T05:14:20.863" v="48" actId="478"/>
          <ac:picMkLst>
            <pc:docMk/>
            <pc:sldMk cId="2564172473" sldId="2468"/>
            <ac:picMk id="1026" creationId="{B52B6349-72B8-80CF-DA1C-C5486174747D}"/>
          </ac:picMkLst>
        </pc:picChg>
        <pc:picChg chg="del">
          <ac:chgData name="Owais Ahmed" userId="6abc7d4556b3b071" providerId="LiveId" clId="{57AE1D6D-A5CE-4F6A-9493-265C0424249A}" dt="2023-03-06T05:14:20.460" v="47" actId="478"/>
          <ac:picMkLst>
            <pc:docMk/>
            <pc:sldMk cId="2564172473" sldId="2468"/>
            <ac:picMk id="1030" creationId="{937909F9-9B17-7819-16D9-0A5467D24F10}"/>
          </ac:picMkLst>
        </pc:picChg>
        <pc:picChg chg="del">
          <ac:chgData name="Owais Ahmed" userId="6abc7d4556b3b071" providerId="LiveId" clId="{57AE1D6D-A5CE-4F6A-9493-265C0424249A}" dt="2023-03-06T05:14:20.010" v="46" actId="478"/>
          <ac:picMkLst>
            <pc:docMk/>
            <pc:sldMk cId="2564172473" sldId="2468"/>
            <ac:picMk id="1032" creationId="{7CBE8AC6-1EBF-7FB2-D6EB-F9BB600F73C3}"/>
          </ac:picMkLst>
        </pc:picChg>
        <pc:picChg chg="del">
          <ac:chgData name="Owais Ahmed" userId="6abc7d4556b3b071" providerId="LiveId" clId="{57AE1D6D-A5CE-4F6A-9493-265C0424249A}" dt="2023-03-06T05:14:19.618" v="45" actId="478"/>
          <ac:picMkLst>
            <pc:docMk/>
            <pc:sldMk cId="2564172473" sldId="2468"/>
            <ac:picMk id="1034" creationId="{C1426860-0002-4F9C-A184-C2CEC2C2EE80}"/>
          </ac:picMkLst>
        </pc:picChg>
        <pc:picChg chg="del">
          <ac:chgData name="Owais Ahmed" userId="6abc7d4556b3b071" providerId="LiveId" clId="{57AE1D6D-A5CE-4F6A-9493-265C0424249A}" dt="2023-03-06T05:14:19.238" v="44" actId="478"/>
          <ac:picMkLst>
            <pc:docMk/>
            <pc:sldMk cId="2564172473" sldId="2468"/>
            <ac:picMk id="1036" creationId="{75D01A3D-4670-7C8F-147C-FB516418D76A}"/>
          </ac:picMkLst>
        </pc:picChg>
        <pc:picChg chg="del">
          <ac:chgData name="Owais Ahmed" userId="6abc7d4556b3b071" providerId="LiveId" clId="{57AE1D6D-A5CE-4F6A-9493-265C0424249A}" dt="2023-03-06T05:14:18.483" v="43" actId="478"/>
          <ac:picMkLst>
            <pc:docMk/>
            <pc:sldMk cId="2564172473" sldId="2468"/>
            <ac:picMk id="1038" creationId="{C88242AB-2EAA-BA69-5988-EDB7E50964EB}"/>
          </ac:picMkLst>
        </pc:picChg>
        <pc:picChg chg="del">
          <ac:chgData name="Owais Ahmed" userId="6abc7d4556b3b071" providerId="LiveId" clId="{57AE1D6D-A5CE-4F6A-9493-265C0424249A}" dt="2023-03-06T05:14:18.073" v="42" actId="478"/>
          <ac:picMkLst>
            <pc:docMk/>
            <pc:sldMk cId="2564172473" sldId="2468"/>
            <ac:picMk id="1040" creationId="{5A8D6D8F-C097-A63B-FC87-5AAA61887AD8}"/>
          </ac:picMkLst>
        </pc:picChg>
        <pc:picChg chg="del">
          <ac:chgData name="Owais Ahmed" userId="6abc7d4556b3b071" providerId="LiveId" clId="{57AE1D6D-A5CE-4F6A-9493-265C0424249A}" dt="2023-03-06T05:14:17.668" v="41" actId="478"/>
          <ac:picMkLst>
            <pc:docMk/>
            <pc:sldMk cId="2564172473" sldId="2468"/>
            <ac:picMk id="1042" creationId="{46AA148E-1148-E8E6-4A54-C7C189AFCED4}"/>
          </ac:picMkLst>
        </pc:picChg>
        <pc:picChg chg="del">
          <ac:chgData name="Owais Ahmed" userId="6abc7d4556b3b071" providerId="LiveId" clId="{57AE1D6D-A5CE-4F6A-9493-265C0424249A}" dt="2023-03-06T05:14:17.236" v="40" actId="478"/>
          <ac:picMkLst>
            <pc:docMk/>
            <pc:sldMk cId="2564172473" sldId="2468"/>
            <ac:picMk id="1044" creationId="{1095811A-A7C8-B8F6-7CF5-11472B45F658}"/>
          </ac:picMkLst>
        </pc:picChg>
        <pc:picChg chg="del">
          <ac:chgData name="Owais Ahmed" userId="6abc7d4556b3b071" providerId="LiveId" clId="{57AE1D6D-A5CE-4F6A-9493-265C0424249A}" dt="2023-03-06T05:14:16.789" v="39" actId="478"/>
          <ac:picMkLst>
            <pc:docMk/>
            <pc:sldMk cId="2564172473" sldId="2468"/>
            <ac:picMk id="1046" creationId="{4D5EC02C-232A-E9E5-EC01-B58D1804CA7D}"/>
          </ac:picMkLst>
        </pc:picChg>
        <pc:picChg chg="del">
          <ac:chgData name="Owais Ahmed" userId="6abc7d4556b3b071" providerId="LiveId" clId="{57AE1D6D-A5CE-4F6A-9493-265C0424249A}" dt="2023-03-06T05:14:15.207" v="35" actId="478"/>
          <ac:picMkLst>
            <pc:docMk/>
            <pc:sldMk cId="2564172473" sldId="2468"/>
            <ac:picMk id="1048" creationId="{D468CF6D-A89A-19B5-3AE9-B6948626587B}"/>
          </ac:picMkLst>
        </pc:picChg>
        <pc:picChg chg="del">
          <ac:chgData name="Owais Ahmed" userId="6abc7d4556b3b071" providerId="LiveId" clId="{57AE1D6D-A5CE-4F6A-9493-265C0424249A}" dt="2023-03-06T05:14:15.590" v="36" actId="478"/>
          <ac:picMkLst>
            <pc:docMk/>
            <pc:sldMk cId="2564172473" sldId="2468"/>
            <ac:picMk id="1050" creationId="{35738118-63CC-CB61-5B20-3C94196E8DF1}"/>
          </ac:picMkLst>
        </pc:picChg>
        <pc:picChg chg="del">
          <ac:chgData name="Owais Ahmed" userId="6abc7d4556b3b071" providerId="LiveId" clId="{57AE1D6D-A5CE-4F6A-9493-265C0424249A}" dt="2023-03-06T05:14:15.961" v="37" actId="478"/>
          <ac:picMkLst>
            <pc:docMk/>
            <pc:sldMk cId="2564172473" sldId="2468"/>
            <ac:picMk id="1052" creationId="{BF7E1FFF-0CFA-27D4-9300-9C801C052FAA}"/>
          </ac:picMkLst>
        </pc:picChg>
        <pc:picChg chg="del">
          <ac:chgData name="Owais Ahmed" userId="6abc7d4556b3b071" providerId="LiveId" clId="{57AE1D6D-A5CE-4F6A-9493-265C0424249A}" dt="2023-03-06T05:14:16.379" v="38" actId="478"/>
          <ac:picMkLst>
            <pc:docMk/>
            <pc:sldMk cId="2564172473" sldId="2468"/>
            <ac:picMk id="1054" creationId="{7FCC54F9-0056-984F-40DE-18E6FCB11BEC}"/>
          </ac:picMkLst>
        </pc:picChg>
        <pc:picChg chg="del">
          <ac:chgData name="Owais Ahmed" userId="6abc7d4556b3b071" providerId="LiveId" clId="{57AE1D6D-A5CE-4F6A-9493-265C0424249A}" dt="2023-03-06T05:14:14.757" v="34" actId="478"/>
          <ac:picMkLst>
            <pc:docMk/>
            <pc:sldMk cId="2564172473" sldId="2468"/>
            <ac:picMk id="1056" creationId="{ED1C7EDF-74CC-FC33-285C-59A51EC93A90}"/>
          </ac:picMkLst>
        </pc:picChg>
        <pc:picChg chg="del">
          <ac:chgData name="Owais Ahmed" userId="6abc7d4556b3b071" providerId="LiveId" clId="{57AE1D6D-A5CE-4F6A-9493-265C0424249A}" dt="2023-03-06T05:14:14.326" v="33" actId="478"/>
          <ac:picMkLst>
            <pc:docMk/>
            <pc:sldMk cId="2564172473" sldId="2468"/>
            <ac:picMk id="1060" creationId="{1CCE3F63-D372-42A0-B788-182E353BE074}"/>
          </ac:picMkLst>
        </pc:picChg>
        <pc:picChg chg="del">
          <ac:chgData name="Owais Ahmed" userId="6abc7d4556b3b071" providerId="LiveId" clId="{57AE1D6D-A5CE-4F6A-9493-265C0424249A}" dt="2023-03-06T05:14:13.837" v="32" actId="478"/>
          <ac:picMkLst>
            <pc:docMk/>
            <pc:sldMk cId="2564172473" sldId="2468"/>
            <ac:picMk id="1064" creationId="{0EFF1FD0-A435-B34D-C9E5-2A09341DAA14}"/>
          </ac:picMkLst>
        </pc:picChg>
        <pc:picChg chg="del">
          <ac:chgData name="Owais Ahmed" userId="6abc7d4556b3b071" providerId="LiveId" clId="{57AE1D6D-A5CE-4F6A-9493-265C0424249A}" dt="2023-03-06T05:14:13.341" v="31" actId="478"/>
          <ac:picMkLst>
            <pc:docMk/>
            <pc:sldMk cId="2564172473" sldId="2468"/>
            <ac:picMk id="1066" creationId="{9F58BC05-1927-7EA6-94BF-C04942B2E1B3}"/>
          </ac:picMkLst>
        </pc:picChg>
      </pc:sldChg>
      <pc:sldChg chg="add del">
        <pc:chgData name="Owais Ahmed" userId="6abc7d4556b3b071" providerId="LiveId" clId="{57AE1D6D-A5CE-4F6A-9493-265C0424249A}" dt="2023-03-06T05:16:40.316" v="75" actId="2890"/>
        <pc:sldMkLst>
          <pc:docMk/>
          <pc:sldMk cId="167876563" sldId="2469"/>
        </pc:sldMkLst>
      </pc:sldChg>
      <pc:sldChg chg="del">
        <pc:chgData name="Owais Ahmed" userId="6abc7d4556b3b071" providerId="LiveId" clId="{57AE1D6D-A5CE-4F6A-9493-265C0424249A}" dt="2023-03-06T05:14:08.406" v="28" actId="47"/>
        <pc:sldMkLst>
          <pc:docMk/>
          <pc:sldMk cId="1870517188" sldId="2469"/>
        </pc:sldMkLst>
      </pc:sldChg>
      <pc:sldChg chg="add del">
        <pc:chgData name="Owais Ahmed" userId="6abc7d4556b3b071" providerId="LiveId" clId="{57AE1D6D-A5CE-4F6A-9493-265C0424249A}" dt="2023-03-06T05:16:43.431" v="77" actId="2890"/>
        <pc:sldMkLst>
          <pc:docMk/>
          <pc:sldMk cId="2100283133" sldId="2469"/>
        </pc:sldMkLst>
      </pc:sldChg>
      <pc:sldChg chg="del">
        <pc:chgData name="Owais Ahmed" userId="6abc7d4556b3b071" providerId="LiveId" clId="{57AE1D6D-A5CE-4F6A-9493-265C0424249A}" dt="2023-03-06T05:11:24.867" v="25" actId="47"/>
        <pc:sldMkLst>
          <pc:docMk/>
          <pc:sldMk cId="773770613" sldId="2470"/>
        </pc:sldMkLst>
      </pc:sldChg>
      <pc:sldChg chg="del">
        <pc:chgData name="Owais Ahmed" userId="6abc7d4556b3b071" providerId="LiveId" clId="{57AE1D6D-A5CE-4F6A-9493-265C0424249A}" dt="2023-03-06T05:14:09.321" v="30" actId="47"/>
        <pc:sldMkLst>
          <pc:docMk/>
          <pc:sldMk cId="246082422" sldId="2471"/>
        </pc:sldMkLst>
      </pc:sldChg>
      <pc:sldChg chg="del">
        <pc:chgData name="Owais Ahmed" userId="6abc7d4556b3b071" providerId="LiveId" clId="{57AE1D6D-A5CE-4F6A-9493-265C0424249A}" dt="2023-03-06T05:14:08.637" v="29" actId="47"/>
        <pc:sldMkLst>
          <pc:docMk/>
          <pc:sldMk cId="104746486" sldId="2472"/>
        </pc:sldMkLst>
      </pc:sldChg>
      <pc:sldChg chg="modSp add mod modAnim modNotesTx">
        <pc:chgData name="Owais Ahmed" userId="6abc7d4556b3b071" providerId="LiveId" clId="{57AE1D6D-A5CE-4F6A-9493-265C0424249A}" dt="2023-03-06T08:56:55.536" v="5481" actId="20577"/>
        <pc:sldMkLst>
          <pc:docMk/>
          <pc:sldMk cId="1810203590" sldId="2482"/>
        </pc:sldMkLst>
        <pc:spChg chg="mod">
          <ac:chgData name="Owais Ahmed" userId="6abc7d4556b3b071" providerId="LiveId" clId="{57AE1D6D-A5CE-4F6A-9493-265C0424249A}" dt="2023-03-06T08:56:37.220" v="5440" actId="20577"/>
          <ac:spMkLst>
            <pc:docMk/>
            <pc:sldMk cId="1810203590" sldId="2482"/>
            <ac:spMk id="3" creationId="{4A1C0383-58FE-E486-295E-B33B8683B938}"/>
          </ac:spMkLst>
        </pc:spChg>
        <pc:spChg chg="mod">
          <ac:chgData name="Owais Ahmed" userId="6abc7d4556b3b071" providerId="LiveId" clId="{57AE1D6D-A5CE-4F6A-9493-265C0424249A}" dt="2023-03-06T08:53:32.212" v="5205" actId="20577"/>
          <ac:spMkLst>
            <pc:docMk/>
            <pc:sldMk cId="1810203590" sldId="2482"/>
            <ac:spMk id="215" creationId="{00000000-0000-0000-0000-000000000000}"/>
          </ac:spMkLst>
        </pc:spChg>
      </pc:sldChg>
      <pc:sldChg chg="modSp add mod ord modAnim modNotesTx">
        <pc:chgData name="Owais Ahmed" userId="6abc7d4556b3b071" providerId="LiveId" clId="{57AE1D6D-A5CE-4F6A-9493-265C0424249A}" dt="2023-03-06T05:18:42.810" v="157" actId="20577"/>
        <pc:sldMkLst>
          <pc:docMk/>
          <pc:sldMk cId="2426892836" sldId="2485"/>
        </pc:sldMkLst>
        <pc:spChg chg="mod">
          <ac:chgData name="Owais Ahmed" userId="6abc7d4556b3b071" providerId="LiveId" clId="{57AE1D6D-A5CE-4F6A-9493-265C0424249A}" dt="2023-03-06T05:18:33.993" v="154" actId="27636"/>
          <ac:spMkLst>
            <pc:docMk/>
            <pc:sldMk cId="2426892836" sldId="2485"/>
            <ac:spMk id="3" creationId="{4A1C0383-58FE-E486-295E-B33B8683B938}"/>
          </ac:spMkLst>
        </pc:spChg>
        <pc:spChg chg="mod">
          <ac:chgData name="Owais Ahmed" userId="6abc7d4556b3b071" providerId="LiveId" clId="{57AE1D6D-A5CE-4F6A-9493-265C0424249A}" dt="2023-03-06T05:17:35.540" v="94" actId="20577"/>
          <ac:spMkLst>
            <pc:docMk/>
            <pc:sldMk cId="2426892836" sldId="2485"/>
            <ac:spMk id="215" creationId="{00000000-0000-0000-0000-000000000000}"/>
          </ac:spMkLst>
        </pc:spChg>
      </pc:sldChg>
      <pc:sldChg chg="modSp add mod modAnim modNotesTx">
        <pc:chgData name="Owais Ahmed" userId="6abc7d4556b3b071" providerId="LiveId" clId="{57AE1D6D-A5CE-4F6A-9493-265C0424249A}" dt="2023-03-06T05:24:40.967" v="296" actId="255"/>
        <pc:sldMkLst>
          <pc:docMk/>
          <pc:sldMk cId="2392008630" sldId="2486"/>
        </pc:sldMkLst>
        <pc:spChg chg="mod">
          <ac:chgData name="Owais Ahmed" userId="6abc7d4556b3b071" providerId="LiveId" clId="{57AE1D6D-A5CE-4F6A-9493-265C0424249A}" dt="2023-03-06T05:24:40.967" v="296" actId="255"/>
          <ac:spMkLst>
            <pc:docMk/>
            <pc:sldMk cId="2392008630" sldId="2486"/>
            <ac:spMk id="3" creationId="{4A1C0383-58FE-E486-295E-B33B8683B938}"/>
          </ac:spMkLst>
        </pc:spChg>
        <pc:spChg chg="mod">
          <ac:chgData name="Owais Ahmed" userId="6abc7d4556b3b071" providerId="LiveId" clId="{57AE1D6D-A5CE-4F6A-9493-265C0424249A}" dt="2023-03-06T05:22:31.640" v="175" actId="20577"/>
          <ac:spMkLst>
            <pc:docMk/>
            <pc:sldMk cId="2392008630" sldId="2486"/>
            <ac:spMk id="215" creationId="{00000000-0000-0000-0000-000000000000}"/>
          </ac:spMkLst>
        </pc:spChg>
      </pc:sldChg>
      <pc:sldChg chg="modSp add mod modNotesTx">
        <pc:chgData name="Owais Ahmed" userId="6abc7d4556b3b071" providerId="LiveId" clId="{57AE1D6D-A5CE-4F6A-9493-265C0424249A}" dt="2023-03-06T05:47:29.351" v="1507" actId="27636"/>
        <pc:sldMkLst>
          <pc:docMk/>
          <pc:sldMk cId="2180074341" sldId="2487"/>
        </pc:sldMkLst>
        <pc:spChg chg="mod">
          <ac:chgData name="Owais Ahmed" userId="6abc7d4556b3b071" providerId="LiveId" clId="{57AE1D6D-A5CE-4F6A-9493-265C0424249A}" dt="2023-03-06T05:47:29.351" v="1507" actId="27636"/>
          <ac:spMkLst>
            <pc:docMk/>
            <pc:sldMk cId="2180074341" sldId="2487"/>
            <ac:spMk id="3" creationId="{4A1C0383-58FE-E486-295E-B33B8683B938}"/>
          </ac:spMkLst>
        </pc:spChg>
        <pc:spChg chg="mod">
          <ac:chgData name="Owais Ahmed" userId="6abc7d4556b3b071" providerId="LiveId" clId="{57AE1D6D-A5CE-4F6A-9493-265C0424249A}" dt="2023-03-06T05:25:03.688" v="297" actId="20577"/>
          <ac:spMkLst>
            <pc:docMk/>
            <pc:sldMk cId="2180074341" sldId="2487"/>
            <ac:spMk id="215" creationId="{00000000-0000-0000-0000-000000000000}"/>
          </ac:spMkLst>
        </pc:spChg>
      </pc:sldChg>
      <pc:sldChg chg="modSp add del mod">
        <pc:chgData name="Owais Ahmed" userId="6abc7d4556b3b071" providerId="LiveId" clId="{57AE1D6D-A5CE-4F6A-9493-265C0424249A}" dt="2023-03-06T05:48:49.281" v="1514" actId="47"/>
        <pc:sldMkLst>
          <pc:docMk/>
          <pc:sldMk cId="4084489540" sldId="2488"/>
        </pc:sldMkLst>
        <pc:spChg chg="mod">
          <ac:chgData name="Owais Ahmed" userId="6abc7d4556b3b071" providerId="LiveId" clId="{57AE1D6D-A5CE-4F6A-9493-265C0424249A}" dt="2023-03-06T05:47:42.452" v="1510" actId="27636"/>
          <ac:spMkLst>
            <pc:docMk/>
            <pc:sldMk cId="4084489540" sldId="2488"/>
            <ac:spMk id="3" creationId="{4A1C0383-58FE-E486-295E-B33B8683B938}"/>
          </ac:spMkLst>
        </pc:spChg>
      </pc:sldChg>
      <pc:sldChg chg="add del">
        <pc:chgData name="Owais Ahmed" userId="6abc7d4556b3b071" providerId="LiveId" clId="{57AE1D6D-A5CE-4F6A-9493-265C0424249A}" dt="2023-03-06T10:07:18.740" v="7130" actId="47"/>
        <pc:sldMkLst>
          <pc:docMk/>
          <pc:sldMk cId="1422298590" sldId="2489"/>
        </pc:sldMkLst>
      </pc:sldChg>
      <pc:sldChg chg="delSp modSp add mod ord delAnim modAnim">
        <pc:chgData name="Owais Ahmed" userId="6abc7d4556b3b071" providerId="LiveId" clId="{57AE1D6D-A5CE-4F6A-9493-265C0424249A}" dt="2023-03-06T10:17:43.074" v="8063" actId="255"/>
        <pc:sldMkLst>
          <pc:docMk/>
          <pc:sldMk cId="692629543" sldId="2490"/>
        </pc:sldMkLst>
        <pc:spChg chg="mod">
          <ac:chgData name="Owais Ahmed" userId="6abc7d4556b3b071" providerId="LiveId" clId="{57AE1D6D-A5CE-4F6A-9493-265C0424249A}" dt="2023-03-06T10:17:43.074" v="8063" actId="255"/>
          <ac:spMkLst>
            <pc:docMk/>
            <pc:sldMk cId="692629543" sldId="2490"/>
            <ac:spMk id="5" creationId="{D6B5DCB6-4358-037D-2AAC-2F1B1119C128}"/>
          </ac:spMkLst>
        </pc:spChg>
        <pc:spChg chg="mod">
          <ac:chgData name="Owais Ahmed" userId="6abc7d4556b3b071" providerId="LiveId" clId="{57AE1D6D-A5CE-4F6A-9493-265C0424249A}" dt="2023-03-06T10:09:10.100" v="7149" actId="20577"/>
          <ac:spMkLst>
            <pc:docMk/>
            <pc:sldMk cId="692629543" sldId="2490"/>
            <ac:spMk id="9" creationId="{27EE95FA-7E6C-9450-66FD-4F118356AE19}"/>
          </ac:spMkLst>
        </pc:spChg>
        <pc:graphicFrameChg chg="del modGraphic">
          <ac:chgData name="Owais Ahmed" userId="6abc7d4556b3b071" providerId="LiveId" clId="{57AE1D6D-A5CE-4F6A-9493-265C0424249A}" dt="2023-03-06T06:06:18.246" v="2219" actId="478"/>
          <ac:graphicFrameMkLst>
            <pc:docMk/>
            <pc:sldMk cId="692629543" sldId="2490"/>
            <ac:graphicFrameMk id="3" creationId="{9AEEB574-55E6-EBD0-248C-E37F602D2887}"/>
          </ac:graphicFrameMkLst>
        </pc:graphicFrameChg>
      </pc:sldChg>
      <pc:sldChg chg="delSp modSp add mod delAnim modAnim modNotesTx">
        <pc:chgData name="Owais Ahmed" userId="6abc7d4556b3b071" providerId="LiveId" clId="{57AE1D6D-A5CE-4F6A-9493-265C0424249A}" dt="2023-03-06T06:30:30.857" v="4789" actId="20577"/>
        <pc:sldMkLst>
          <pc:docMk/>
          <pc:sldMk cId="1357650666" sldId="2491"/>
        </pc:sldMkLst>
        <pc:spChg chg="mod">
          <ac:chgData name="Owais Ahmed" userId="6abc7d4556b3b071" providerId="LiveId" clId="{57AE1D6D-A5CE-4F6A-9493-265C0424249A}" dt="2023-03-06T06:30:30.857" v="4789" actId="20577"/>
          <ac:spMkLst>
            <pc:docMk/>
            <pc:sldMk cId="1357650666" sldId="2491"/>
            <ac:spMk id="5" creationId="{D6B5DCB6-4358-037D-2AAC-2F1B1119C128}"/>
          </ac:spMkLst>
        </pc:spChg>
        <pc:spChg chg="mod">
          <ac:chgData name="Owais Ahmed" userId="6abc7d4556b3b071" providerId="LiveId" clId="{57AE1D6D-A5CE-4F6A-9493-265C0424249A}" dt="2023-03-06T06:25:05.433" v="3968" actId="20577"/>
          <ac:spMkLst>
            <pc:docMk/>
            <pc:sldMk cId="1357650666" sldId="2491"/>
            <ac:spMk id="9" creationId="{27EE95FA-7E6C-9450-66FD-4F118356AE19}"/>
          </ac:spMkLst>
        </pc:spChg>
        <pc:graphicFrameChg chg="del">
          <ac:chgData name="Owais Ahmed" userId="6abc7d4556b3b071" providerId="LiveId" clId="{57AE1D6D-A5CE-4F6A-9493-265C0424249A}" dt="2023-03-06T06:25:08.310" v="3969" actId="478"/>
          <ac:graphicFrameMkLst>
            <pc:docMk/>
            <pc:sldMk cId="1357650666" sldId="2491"/>
            <ac:graphicFrameMk id="3" creationId="{9AEEB574-55E6-EBD0-248C-E37F602D2887}"/>
          </ac:graphicFrameMkLst>
        </pc:graphicFrameChg>
      </pc:sldChg>
      <pc:sldChg chg="modSp add mod modAnim modNotesTx">
        <pc:chgData name="Owais Ahmed" userId="6abc7d4556b3b071" providerId="LiveId" clId="{57AE1D6D-A5CE-4F6A-9493-265C0424249A}" dt="2023-03-06T09:06:05.726" v="6075" actId="20577"/>
        <pc:sldMkLst>
          <pc:docMk/>
          <pc:sldMk cId="332028716" sldId="2492"/>
        </pc:sldMkLst>
        <pc:spChg chg="mod">
          <ac:chgData name="Owais Ahmed" userId="6abc7d4556b3b071" providerId="LiveId" clId="{57AE1D6D-A5CE-4F6A-9493-265C0424249A}" dt="2023-03-06T09:06:05.726" v="6075" actId="20577"/>
          <ac:spMkLst>
            <pc:docMk/>
            <pc:sldMk cId="332028716" sldId="2492"/>
            <ac:spMk id="3" creationId="{4A1C0383-58FE-E486-295E-B33B8683B938}"/>
          </ac:spMkLst>
        </pc:spChg>
        <pc:spChg chg="mod">
          <ac:chgData name="Owais Ahmed" userId="6abc7d4556b3b071" providerId="LiveId" clId="{57AE1D6D-A5CE-4F6A-9493-265C0424249A}" dt="2023-03-06T08:58:45.579" v="5486" actId="20577"/>
          <ac:spMkLst>
            <pc:docMk/>
            <pc:sldMk cId="332028716" sldId="2492"/>
            <ac:spMk id="215" creationId="{00000000-0000-0000-0000-000000000000}"/>
          </ac:spMkLst>
        </pc:spChg>
      </pc:sldChg>
      <pc:sldChg chg="modSp add mod modAnim modNotesTx">
        <pc:chgData name="Owais Ahmed" userId="6abc7d4556b3b071" providerId="LiveId" clId="{57AE1D6D-A5CE-4F6A-9493-265C0424249A}" dt="2023-03-06T09:11:33.018" v="6243" actId="20577"/>
        <pc:sldMkLst>
          <pc:docMk/>
          <pc:sldMk cId="2744016673" sldId="2493"/>
        </pc:sldMkLst>
        <pc:spChg chg="mod">
          <ac:chgData name="Owais Ahmed" userId="6abc7d4556b3b071" providerId="LiveId" clId="{57AE1D6D-A5CE-4F6A-9493-265C0424249A}" dt="2023-03-06T09:11:33.018" v="6243" actId="20577"/>
          <ac:spMkLst>
            <pc:docMk/>
            <pc:sldMk cId="2744016673" sldId="2493"/>
            <ac:spMk id="3" creationId="{4A1C0383-58FE-E486-295E-B33B8683B938}"/>
          </ac:spMkLst>
        </pc:spChg>
        <pc:spChg chg="mod">
          <ac:chgData name="Owais Ahmed" userId="6abc7d4556b3b071" providerId="LiveId" clId="{57AE1D6D-A5CE-4F6A-9493-265C0424249A}" dt="2023-03-06T09:06:39.200" v="6094" actId="20577"/>
          <ac:spMkLst>
            <pc:docMk/>
            <pc:sldMk cId="2744016673" sldId="2493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57AE1D6D-A5CE-4F6A-9493-265C0424249A}" dt="2023-03-06T09:18:13.627" v="6598" actId="14100"/>
        <pc:sldMkLst>
          <pc:docMk/>
          <pc:sldMk cId="910229267" sldId="2494"/>
        </pc:sldMkLst>
        <pc:spChg chg="mod">
          <ac:chgData name="Owais Ahmed" userId="6abc7d4556b3b071" providerId="LiveId" clId="{57AE1D6D-A5CE-4F6A-9493-265C0424249A}" dt="2023-03-06T09:18:13.627" v="6598" actId="14100"/>
          <ac:spMkLst>
            <pc:docMk/>
            <pc:sldMk cId="910229267" sldId="2494"/>
            <ac:spMk id="3" creationId="{4A1C0383-58FE-E486-295E-B33B8683B938}"/>
          </ac:spMkLst>
        </pc:spChg>
        <pc:spChg chg="mod">
          <ac:chgData name="Owais Ahmed" userId="6abc7d4556b3b071" providerId="LiveId" clId="{57AE1D6D-A5CE-4F6A-9493-265C0424249A}" dt="2023-03-06T09:12:15.928" v="6269" actId="20577"/>
          <ac:spMkLst>
            <pc:docMk/>
            <pc:sldMk cId="910229267" sldId="2494"/>
            <ac:spMk id="215" creationId="{00000000-0000-0000-0000-000000000000}"/>
          </ac:spMkLst>
        </pc:spChg>
      </pc:sldChg>
      <pc:sldChg chg="modSp add del mod modAnim">
        <pc:chgData name="Owais Ahmed" userId="6abc7d4556b3b071" providerId="LiveId" clId="{57AE1D6D-A5CE-4F6A-9493-265C0424249A}" dt="2023-03-06T09:21:54.547" v="6672" actId="47"/>
        <pc:sldMkLst>
          <pc:docMk/>
          <pc:sldMk cId="313325256" sldId="2495"/>
        </pc:sldMkLst>
        <pc:spChg chg="mod">
          <ac:chgData name="Owais Ahmed" userId="6abc7d4556b3b071" providerId="LiveId" clId="{57AE1D6D-A5CE-4F6A-9493-265C0424249A}" dt="2023-03-06T09:20:06.384" v="6666" actId="20577"/>
          <ac:spMkLst>
            <pc:docMk/>
            <pc:sldMk cId="313325256" sldId="2495"/>
            <ac:spMk id="3" creationId="{4A1C0383-58FE-E486-295E-B33B8683B938}"/>
          </ac:spMkLst>
        </pc:spChg>
      </pc:sldChg>
      <pc:sldChg chg="modSp add">
        <pc:chgData name="Owais Ahmed" userId="6abc7d4556b3b071" providerId="LiveId" clId="{57AE1D6D-A5CE-4F6A-9493-265C0424249A}" dt="2023-03-06T09:21:45.405" v="6670" actId="403"/>
        <pc:sldMkLst>
          <pc:docMk/>
          <pc:sldMk cId="4183735996" sldId="2496"/>
        </pc:sldMkLst>
        <pc:spChg chg="mod">
          <ac:chgData name="Owais Ahmed" userId="6abc7d4556b3b071" providerId="LiveId" clId="{57AE1D6D-A5CE-4F6A-9493-265C0424249A}" dt="2023-03-06T09:21:45.405" v="6670" actId="403"/>
          <ac:spMkLst>
            <pc:docMk/>
            <pc:sldMk cId="4183735996" sldId="2496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57AE1D6D-A5CE-4F6A-9493-265C0424249A}" dt="2023-03-06T09:24:13.222" v="6842" actId="404"/>
        <pc:sldMkLst>
          <pc:docMk/>
          <pc:sldMk cId="2021183974" sldId="2497"/>
        </pc:sldMkLst>
        <pc:spChg chg="mod">
          <ac:chgData name="Owais Ahmed" userId="6abc7d4556b3b071" providerId="LiveId" clId="{57AE1D6D-A5CE-4F6A-9493-265C0424249A}" dt="2023-03-06T09:24:13.222" v="6842" actId="404"/>
          <ac:spMkLst>
            <pc:docMk/>
            <pc:sldMk cId="2021183974" sldId="2497"/>
            <ac:spMk id="3" creationId="{4A1C0383-58FE-E486-295E-B33B8683B938}"/>
          </ac:spMkLst>
        </pc:spChg>
      </pc:sldChg>
      <pc:sldChg chg="modSp add del mod ord modAnim">
        <pc:chgData name="Owais Ahmed" userId="6abc7d4556b3b071" providerId="LiveId" clId="{57AE1D6D-A5CE-4F6A-9493-265C0424249A}" dt="2023-03-06T10:06:18.106" v="7129" actId="47"/>
        <pc:sldMkLst>
          <pc:docMk/>
          <pc:sldMk cId="277066834" sldId="2498"/>
        </pc:sldMkLst>
        <pc:spChg chg="mod">
          <ac:chgData name="Owais Ahmed" userId="6abc7d4556b3b071" providerId="LiveId" clId="{57AE1D6D-A5CE-4F6A-9493-265C0424249A}" dt="2023-03-06T09:45:27.069" v="7049" actId="403"/>
          <ac:spMkLst>
            <pc:docMk/>
            <pc:sldMk cId="277066834" sldId="2498"/>
            <ac:spMk id="3" creationId="{4A1C0383-58FE-E486-295E-B33B8683B938}"/>
          </ac:spMkLst>
        </pc:spChg>
        <pc:spChg chg="mod">
          <ac:chgData name="Owais Ahmed" userId="6abc7d4556b3b071" providerId="LiveId" clId="{57AE1D6D-A5CE-4F6A-9493-265C0424249A}" dt="2023-03-06T09:45:15.162" v="7031" actId="20577"/>
          <ac:spMkLst>
            <pc:docMk/>
            <pc:sldMk cId="277066834" sldId="2498"/>
            <ac:spMk id="215" creationId="{00000000-0000-0000-0000-000000000000}"/>
          </ac:spMkLst>
        </pc:spChg>
      </pc:sldChg>
      <pc:sldChg chg="modSp add del modAnim">
        <pc:chgData name="Owais Ahmed" userId="6abc7d4556b3b071" providerId="LiveId" clId="{57AE1D6D-A5CE-4F6A-9493-265C0424249A}" dt="2023-03-06T09:41:36.429" v="6846" actId="2890"/>
        <pc:sldMkLst>
          <pc:docMk/>
          <pc:sldMk cId="1082873489" sldId="2498"/>
        </pc:sldMkLst>
        <pc:spChg chg="mod">
          <ac:chgData name="Owais Ahmed" userId="6abc7d4556b3b071" providerId="LiveId" clId="{57AE1D6D-A5CE-4F6A-9493-265C0424249A}" dt="2023-03-06T09:41:31.568" v="6844" actId="20577"/>
          <ac:spMkLst>
            <pc:docMk/>
            <pc:sldMk cId="1082873489" sldId="2498"/>
            <ac:spMk id="5" creationId="{D6B5DCB6-4358-037D-2AAC-2F1B1119C128}"/>
          </ac:spMkLst>
        </pc:spChg>
      </pc:sldChg>
      <pc:sldChg chg="addSp delSp modSp add mod modAnim">
        <pc:chgData name="Owais Ahmed" userId="6abc7d4556b3b071" providerId="LiveId" clId="{57AE1D6D-A5CE-4F6A-9493-265C0424249A}" dt="2023-03-06T10:04:15.262" v="7128"/>
        <pc:sldMkLst>
          <pc:docMk/>
          <pc:sldMk cId="2461819977" sldId="2499"/>
        </pc:sldMkLst>
        <pc:spChg chg="del">
          <ac:chgData name="Owais Ahmed" userId="6abc7d4556b3b071" providerId="LiveId" clId="{57AE1D6D-A5CE-4F6A-9493-265C0424249A}" dt="2023-03-06T09:48:21.879" v="7057"/>
          <ac:spMkLst>
            <pc:docMk/>
            <pc:sldMk cId="2461819977" sldId="2499"/>
            <ac:spMk id="2" creationId="{5BD75907-4EF7-3426-B22D-F53125E3D807}"/>
          </ac:spMkLst>
        </pc:spChg>
        <pc:spChg chg="mod">
          <ac:chgData name="Owais Ahmed" userId="6abc7d4556b3b071" providerId="LiveId" clId="{57AE1D6D-A5CE-4F6A-9493-265C0424249A}" dt="2023-03-06T09:46:21.347" v="7056" actId="403"/>
          <ac:spMkLst>
            <pc:docMk/>
            <pc:sldMk cId="2461819977" sldId="2499"/>
            <ac:spMk id="5" creationId="{D6B5DCB6-4358-037D-2AAC-2F1B1119C128}"/>
          </ac:spMkLst>
        </pc:spChg>
        <pc:spChg chg="mod">
          <ac:chgData name="Owais Ahmed" userId="6abc7d4556b3b071" providerId="LiveId" clId="{57AE1D6D-A5CE-4F6A-9493-265C0424249A}" dt="2023-03-06T09:46:11.927" v="7051"/>
          <ac:spMkLst>
            <pc:docMk/>
            <pc:sldMk cId="2461819977" sldId="2499"/>
            <ac:spMk id="9" creationId="{27EE95FA-7E6C-9450-66FD-4F118356AE19}"/>
          </ac:spMkLst>
        </pc:spChg>
        <pc:picChg chg="add mod">
          <ac:chgData name="Owais Ahmed" userId="6abc7d4556b3b071" providerId="LiveId" clId="{57AE1D6D-A5CE-4F6A-9493-265C0424249A}" dt="2023-03-06T10:02:30.925" v="7123" actId="732"/>
          <ac:picMkLst>
            <pc:docMk/>
            <pc:sldMk cId="2461819977" sldId="2499"/>
            <ac:picMk id="3" creationId="{C7D15564-73D0-93EB-9ECE-ABE1AF60AC39}"/>
          </ac:picMkLst>
        </pc:picChg>
        <pc:picChg chg="add mod">
          <ac:chgData name="Owais Ahmed" userId="6abc7d4556b3b071" providerId="LiveId" clId="{57AE1D6D-A5CE-4F6A-9493-265C0424249A}" dt="2023-03-06T09:48:21.879" v="7057"/>
          <ac:picMkLst>
            <pc:docMk/>
            <pc:sldMk cId="2461819977" sldId="2499"/>
            <ac:picMk id="1026" creationId="{4E9BC237-8DFF-7D68-3479-17D18AE1EDB9}"/>
          </ac:picMkLst>
        </pc:picChg>
        <pc:picChg chg="add mod">
          <ac:chgData name="Owais Ahmed" userId="6abc7d4556b3b071" providerId="LiveId" clId="{57AE1D6D-A5CE-4F6A-9493-265C0424249A}" dt="2023-03-06T09:53:05.214" v="7064" actId="1076"/>
          <ac:picMkLst>
            <pc:docMk/>
            <pc:sldMk cId="2461819977" sldId="2499"/>
            <ac:picMk id="1028" creationId="{1D0FCAD3-8A03-E23C-1D6C-B9F4A1A4C503}"/>
          </ac:picMkLst>
        </pc:picChg>
        <pc:picChg chg="add mod">
          <ac:chgData name="Owais Ahmed" userId="6abc7d4556b3b071" providerId="LiveId" clId="{57AE1D6D-A5CE-4F6A-9493-265C0424249A}" dt="2023-03-06T10:01:24.971" v="7101" actId="1076"/>
          <ac:picMkLst>
            <pc:docMk/>
            <pc:sldMk cId="2461819977" sldId="2499"/>
            <ac:picMk id="1030" creationId="{7295A43C-8BB3-BF50-274C-F773C06F244B}"/>
          </ac:picMkLst>
        </pc:picChg>
        <pc:picChg chg="add mod">
          <ac:chgData name="Owais Ahmed" userId="6abc7d4556b3b071" providerId="LiveId" clId="{57AE1D6D-A5CE-4F6A-9493-265C0424249A}" dt="2023-03-06T10:01:48.755" v="7119" actId="1076"/>
          <ac:picMkLst>
            <pc:docMk/>
            <pc:sldMk cId="2461819977" sldId="2499"/>
            <ac:picMk id="1032" creationId="{58D7C36B-5032-1278-7DB4-7235C150FE0D}"/>
          </ac:picMkLst>
        </pc:picChg>
        <pc:picChg chg="add del mod">
          <ac:chgData name="Owais Ahmed" userId="6abc7d4556b3b071" providerId="LiveId" clId="{57AE1D6D-A5CE-4F6A-9493-265C0424249A}" dt="2023-03-06T10:01:43.013" v="7118" actId="21"/>
          <ac:picMkLst>
            <pc:docMk/>
            <pc:sldMk cId="2461819977" sldId="2499"/>
            <ac:picMk id="1034" creationId="{912C4941-AF8D-8DEE-C8C1-F331B840ED1E}"/>
          </ac:picMkLst>
        </pc:picChg>
        <pc:picChg chg="add mod">
          <ac:chgData name="Owais Ahmed" userId="6abc7d4556b3b071" providerId="LiveId" clId="{57AE1D6D-A5CE-4F6A-9493-265C0424249A}" dt="2023-03-06T10:04:09.787" v="7126" actId="1076"/>
          <ac:picMkLst>
            <pc:docMk/>
            <pc:sldMk cId="2461819977" sldId="2499"/>
            <ac:picMk id="1036" creationId="{0AC7BD4F-2C68-F990-BF52-0723B70406CA}"/>
          </ac:picMkLst>
        </pc:picChg>
      </pc:sldChg>
      <pc:sldChg chg="modSp add mod modAnim">
        <pc:chgData name="Owais Ahmed" userId="6abc7d4556b3b071" providerId="LiveId" clId="{57AE1D6D-A5CE-4F6A-9493-265C0424249A}" dt="2023-03-06T10:20:29.035" v="8275" actId="20577"/>
        <pc:sldMkLst>
          <pc:docMk/>
          <pc:sldMk cId="1735756904" sldId="2500"/>
        </pc:sldMkLst>
        <pc:spChg chg="mod">
          <ac:chgData name="Owais Ahmed" userId="6abc7d4556b3b071" providerId="LiveId" clId="{57AE1D6D-A5CE-4F6A-9493-265C0424249A}" dt="2023-03-06T10:20:29.035" v="8275" actId="20577"/>
          <ac:spMkLst>
            <pc:docMk/>
            <pc:sldMk cId="1735756904" sldId="2500"/>
            <ac:spMk id="5" creationId="{D6B5DCB6-4358-037D-2AAC-2F1B1119C128}"/>
          </ac:spMkLst>
        </pc:spChg>
        <pc:spChg chg="mod">
          <ac:chgData name="Owais Ahmed" userId="6abc7d4556b3b071" providerId="LiveId" clId="{57AE1D6D-A5CE-4F6A-9493-265C0424249A}" dt="2023-03-06T10:09:20.169" v="7161" actId="20577"/>
          <ac:spMkLst>
            <pc:docMk/>
            <pc:sldMk cId="1735756904" sldId="2500"/>
            <ac:spMk id="9" creationId="{27EE95FA-7E6C-9450-66FD-4F118356AE19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D5B4E-BF3E-3B45-A4BA-D6C3B92870D7}" type="datetimeFigureOut">
              <a:rPr lang="en-US" smtClean="0"/>
              <a:t>10/14/2023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AE8BC-2AB3-9E4C-9797-2A6F8A74C7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8621B-8C8E-49BA-8772-41D0FE75A082}" type="datetimeFigureOut">
              <a:rPr lang="en-US" smtClean="0"/>
              <a:t>10/14/2023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B34ED-4CDD-41C9-90F7-D768D5559A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sz="1200" dirty="0"/>
              <a:t>JavaScript does not have real classes, it does however imitate the behaviour of a OOP language.</a:t>
            </a:r>
          </a:p>
          <a:p>
            <a:pPr marL="685800" lvl="1" indent="-228600">
              <a:buAutoNum type="arabicPeriod"/>
            </a:pPr>
            <a:r>
              <a:rPr lang="en-US" sz="1200" b="0" i="0" dirty="0">
                <a:solidFill>
                  <a:srgbClr val="111111"/>
                </a:solidFill>
                <a:effectLst/>
                <a:latin typeface="-apple-system"/>
              </a:rPr>
              <a:t>O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bjects inherit properties and methods from other objects. So, instead of superclass and subclass, we have super object and sub object</a:t>
            </a:r>
          </a:p>
          <a:p>
            <a:pPr marL="685800" lvl="1" indent="-228600">
              <a:buAutoNum type="arabicPeriod"/>
            </a:pP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Polymorphism is achieved by prototypes.</a:t>
            </a:r>
          </a:p>
          <a:p>
            <a:pPr marL="685800" lvl="1" indent="-228600">
              <a:buAutoNum type="arabicPeriod"/>
            </a:pP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Encapsulation is achieved by using closures, which allow you to create private variables and methods.</a:t>
            </a:r>
          </a:p>
          <a:p>
            <a:pPr marL="228600" lvl="0" indent="-228600">
              <a:buAutoNum type="arabicPeriod"/>
            </a:pP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JavaScript is case sensitive, however HTML is not. Sometimes </a:t>
            </a:r>
            <a:r>
              <a:rPr lang="en-US" b="0" i="0" dirty="0" err="1">
                <a:solidFill>
                  <a:srgbClr val="111111"/>
                </a:solidFill>
                <a:effectLst/>
                <a:latin typeface="-apple-system"/>
              </a:rPr>
              <a:t>devs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 get these mixed 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1049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48965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91360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70350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sz="1200" dirty="0"/>
              <a:t>The non-identity is exactly the opposite of ===, i.e. it will be True if the values are different; True if data types are different; True if both are different.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1045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sz="1200" dirty="0"/>
              <a:t>In-line functions are like: function f(x) { return x*x; }</a:t>
            </a:r>
          </a:p>
          <a:p>
            <a:pPr marL="228600" indent="-228600">
              <a:buAutoNum type="arabicPeriod"/>
            </a:pPr>
            <a:r>
              <a:rPr lang="en-US" sz="1200" dirty="0"/>
              <a:t>Anonymous functions do not have a name: </a:t>
            </a:r>
            <a:r>
              <a:rPr lang="en-US" b="0" i="0" dirty="0" err="1"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setTimeout</a:t>
            </a:r>
            <a:r>
              <a:rPr lang="en-US" b="0" i="0" dirty="0"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(function () { console.log(“Setting timeout!"); }, 2000);</a:t>
            </a:r>
          </a:p>
          <a:p>
            <a:pPr marL="228600" indent="-228600">
              <a:buAutoNum type="arabicPeriod"/>
            </a:pPr>
            <a:r>
              <a:rPr lang="en-US" b="0" i="0" dirty="0"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Arrow functions are shortcut to declare an anonymous function.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8903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sz="1200" dirty="0"/>
              <a:t>Cutting short, a JavaScript object is a collection of properties and their values. This is similar to Map</a:t>
            </a: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29281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b="0" i="0" dirty="0"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The keyword ‘this’ returns reference to current object in other languages.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50430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35665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sz="1200" dirty="0"/>
              <a:t>Each element in a JS array has its own data type as well as value.</a:t>
            </a: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75997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6764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4305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b="0" i="0" dirty="0"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Now, looking at the last example, it may be confusing, but it is a function named square which accepts num as a single parameter and returns its square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91648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50172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07562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51184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r>
              <a:rPr lang="en-US" spc="300" dirty="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anchor="b"/>
          <a:lstStyle>
            <a:lvl1pPr algn="l">
              <a:defRPr sz="6000" spc="3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>
            <a:noAutofit/>
          </a:bodyPr>
          <a:lstStyle>
            <a:lvl1pPr algn="l">
              <a:defRPr sz="3200" spc="300"/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>
            <a:noAutofit/>
          </a:bodyPr>
          <a:lstStyle>
            <a:lvl1pPr>
              <a:defRPr sz="48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Autofit/>
          </a:bodyPr>
          <a:lstStyle/>
          <a:p>
            <a:r>
              <a:rPr lang="en-US" sz="4000" spc="300"/>
              <a:t>Click to edit Master title style</a:t>
            </a:r>
            <a:endParaRPr lang="en-US" sz="4000" spc="30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0565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  <p:sldLayoutId id="2147483683" r:id="rId12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js/exercise_js.asp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microsoft.com/office/2007/relationships/hdphoto" Target="../media/hdphoto1.wdp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" y="1477926"/>
            <a:ext cx="11525730" cy="2307265"/>
          </a:xfrm>
        </p:spPr>
        <p:txBody>
          <a:bodyPr/>
          <a:lstStyle/>
          <a:p>
            <a:r>
              <a:rPr lang="en-US" sz="5400" b="1" dirty="0"/>
              <a:t>Web APPLICATION Development (114155)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0837" y="5699050"/>
            <a:ext cx="11525730" cy="1073889"/>
          </a:xfrm>
        </p:spPr>
        <p:txBody>
          <a:bodyPr/>
          <a:lstStyle/>
          <a:p>
            <a:r>
              <a:rPr lang="en-US" sz="2000" dirty="0"/>
              <a:t>Dr. Owais Hussain</a:t>
            </a:r>
          </a:p>
        </p:txBody>
      </p:sp>
    </p:spTree>
    <p:extLst>
      <p:ext uri="{BB962C8B-B14F-4D97-AF65-F5344CB8AC3E}">
        <p14:creationId xmlns:p14="http://schemas.microsoft.com/office/powerpoint/2010/main" val="3927832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87B3-0A27-4EE9-979E-B69581E4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pic>
        <p:nvPicPr>
          <p:cNvPr id="8" name="Picture Placeholder 7" descr="group of people at a conference table">
            <a:extLst>
              <a:ext uri="{FF2B5EF4-FFF2-40B4-BE49-F238E27FC236}">
                <a16:creationId xmlns:a16="http://schemas.microsoft.com/office/drawing/2014/main" id="{BB76F5AB-0940-46E1-85F9-6A870D7D04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0370" r="20370"/>
          <a:stretch/>
        </p:blipFill>
        <p:spPr/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C89A40-EEAA-43AB-9A3A-B2CFDE450F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68820" y="2078874"/>
            <a:ext cx="4114800" cy="4220325"/>
          </a:xfrm>
        </p:spPr>
        <p:txBody>
          <a:bodyPr/>
          <a:lstStyle/>
          <a:p>
            <a:r>
              <a:rPr lang="en-US" sz="18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JavaScript misconceptions</a:t>
            </a:r>
          </a:p>
          <a:p>
            <a:r>
              <a:rPr lang="en-US" dirty="0">
                <a:solidFill>
                  <a:srgbClr val="404040"/>
                </a:solidFill>
                <a:latin typeface="Trebuchet MS" panose="020B0603020202020204" pitchFamily="34" charset="0"/>
              </a:rPr>
              <a:t>Syntax: Data types, Variables, Operators, Statements, Functions, Objects, Arrays</a:t>
            </a:r>
          </a:p>
          <a:p>
            <a:r>
              <a:rPr lang="en-US" dirty="0">
                <a:solidFill>
                  <a:srgbClr val="404040"/>
                </a:solidFill>
                <a:latin typeface="Trebuchet MS" panose="020B0603020202020204" pitchFamily="34" charset="0"/>
              </a:rPr>
              <a:t>Event handling</a:t>
            </a:r>
          </a:p>
          <a:p>
            <a:r>
              <a:rPr lang="en-US" dirty="0">
                <a:solidFill>
                  <a:srgbClr val="404040"/>
                </a:solidFill>
                <a:latin typeface="Trebuchet MS" panose="020B0603020202020204" pitchFamily="34" charset="0"/>
              </a:rPr>
              <a:t>Arrow Functions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F8048-1E86-48F4-B246-D2F8C54B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09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JavaScript misconceptions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It is only a front-end language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It is slow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It is unscalable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It is for beginners to play with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It is a </a:t>
            </a:r>
            <a:r>
              <a:rPr lang="en-US" sz="3200" i="1" u="sng" dirty="0"/>
              <a:t>pure</a:t>
            </a:r>
            <a:r>
              <a:rPr lang="en-US" sz="3200" dirty="0"/>
              <a:t> object-oriented programming language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JavaScript is case insensitive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JavaScript today is actively used to develop Web Apps, Games, Management Systems, Dashboards, Web 3.0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Examples?!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 err="1"/>
              <a:t>Github</a:t>
            </a:r>
            <a:r>
              <a:rPr lang="en-US" sz="3200" dirty="0"/>
              <a:t>, Facebook, LinkedIn, WordPress, Slack, Google Maps, Trello, Uber, Spotify, Netflix, Dropbox. Can you name a web app which doesn’t use JavaScript?</a:t>
            </a:r>
          </a:p>
        </p:txBody>
      </p:sp>
    </p:spTree>
    <p:extLst>
      <p:ext uri="{BB962C8B-B14F-4D97-AF65-F5344CB8AC3E}">
        <p14:creationId xmlns:p14="http://schemas.microsoft.com/office/powerpoint/2010/main" val="1401833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JavaScript Syntax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JavaScript is quite similar to traditional C and Java syntax.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0" i="0" dirty="0">
                <a:effectLst/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function </a:t>
            </a:r>
            <a:r>
              <a:rPr lang="en-US" b="0" i="0" dirty="0" err="1">
                <a:effectLst/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isContractExpired</a:t>
            </a:r>
            <a:r>
              <a:rPr lang="en-US" b="0" i="0" dirty="0">
                <a:effectLst/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(</a:t>
            </a:r>
            <a:r>
              <a:rPr lang="en-US" b="0" i="0" dirty="0" err="1">
                <a:effectLst/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expiryDate</a:t>
            </a:r>
            <a:r>
              <a:rPr lang="en-US" b="0" i="0" dirty="0">
                <a:effectLst/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)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0" i="0" dirty="0">
                <a:effectLst/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const today = new Date(); // Creating a new Date object using the Date constructor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0" i="0" dirty="0">
                <a:effectLst/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const expiry = new Date(</a:t>
            </a:r>
            <a:r>
              <a:rPr lang="en-US" b="0" i="0" dirty="0" err="1">
                <a:effectLst/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expiryDate</a:t>
            </a:r>
            <a:r>
              <a:rPr lang="en-US" b="0" i="0" dirty="0">
                <a:effectLst/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); // Creating a new Date object from the input date string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0" i="0" dirty="0">
                <a:effectLst/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const </a:t>
            </a:r>
            <a:r>
              <a:rPr lang="en-US" b="0" i="0" dirty="0" err="1">
                <a:effectLst/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isSameMonth</a:t>
            </a:r>
            <a:r>
              <a:rPr lang="en-US" b="0" i="0" dirty="0">
                <a:effectLst/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= </a:t>
            </a:r>
            <a:r>
              <a:rPr lang="en-US" b="0" i="0" dirty="0" err="1">
                <a:effectLst/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today.getMonth</a:t>
            </a:r>
            <a:r>
              <a:rPr lang="en-US" b="0" i="0" dirty="0">
                <a:effectLst/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() === </a:t>
            </a:r>
            <a:r>
              <a:rPr lang="en-US" b="0" i="0" dirty="0" err="1">
                <a:effectLst/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expiry.getMonth</a:t>
            </a:r>
            <a:r>
              <a:rPr lang="en-US" b="0" i="0" dirty="0">
                <a:effectLst/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(); // Using === to compare two values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0" i="0" dirty="0">
                <a:effectLst/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const </a:t>
            </a:r>
            <a:r>
              <a:rPr lang="en-US" b="0" i="0" dirty="0" err="1">
                <a:effectLst/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isSameDay</a:t>
            </a:r>
            <a:r>
              <a:rPr lang="en-US" b="0" i="0" dirty="0">
                <a:effectLst/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= </a:t>
            </a:r>
            <a:r>
              <a:rPr lang="en-US" b="0" i="0" dirty="0" err="1">
                <a:effectLst/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today.getDate</a:t>
            </a:r>
            <a:r>
              <a:rPr lang="en-US" b="0" i="0" dirty="0">
                <a:effectLst/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() === </a:t>
            </a:r>
            <a:r>
              <a:rPr lang="en-US" b="0" i="0" dirty="0" err="1">
                <a:effectLst/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expiry.getDate</a:t>
            </a:r>
            <a:r>
              <a:rPr lang="en-US" b="0" i="0" dirty="0">
                <a:effectLst/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(); // Using the === operator again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0" i="0" dirty="0">
                <a:effectLst/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return </a:t>
            </a:r>
            <a:r>
              <a:rPr lang="en-US" b="0" i="0" dirty="0" err="1">
                <a:effectLst/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isSameMonth</a:t>
            </a:r>
            <a:r>
              <a:rPr lang="en-US" b="0" i="0" dirty="0">
                <a:effectLst/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&amp;&amp; </a:t>
            </a:r>
            <a:r>
              <a:rPr lang="en-US" b="0" i="0" dirty="0" err="1">
                <a:effectLst/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isSameDay</a:t>
            </a:r>
            <a:r>
              <a:rPr lang="en-US" b="0" i="0" dirty="0">
                <a:effectLst/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; // Using the &amp;&amp; operator to combine two </a:t>
            </a:r>
            <a:r>
              <a:rPr lang="en-US" b="0" i="0" dirty="0" err="1">
                <a:effectLst/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boolean</a:t>
            </a:r>
            <a:r>
              <a:rPr lang="en-US" b="0" i="0" dirty="0">
                <a:effectLst/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values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0" i="0" dirty="0">
                <a:effectLst/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0" i="0" dirty="0">
                <a:effectLst/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const expired = </a:t>
            </a:r>
            <a:r>
              <a:rPr lang="en-US" b="0" i="0" dirty="0" err="1">
                <a:effectLst/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isContractExpired</a:t>
            </a:r>
            <a:r>
              <a:rPr lang="en-US" b="0" i="0" dirty="0">
                <a:effectLst/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(‘2023-05-30'); // Calling the function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0" i="0" dirty="0">
                <a:effectLst/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console.log(`Has the ride sharing contract expired? ${expired}`); // Using template literals</a:t>
            </a:r>
            <a:endParaRPr lang="en-US" sz="1400" dirty="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2216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JavaScript Syntax – Data Types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Numbers: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Integers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Octal/Hexadecimal (as in C): 026, 0xff, 0xCAFE15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Floating point: 3.14, 6.02e+12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You can use Math library directly: var </a:t>
            </a:r>
            <a:r>
              <a:rPr lang="en-US" sz="3000" dirty="0" err="1"/>
              <a:t>sine_x</a:t>
            </a:r>
            <a:r>
              <a:rPr lang="en-US" sz="3000" dirty="0"/>
              <a:t> = </a:t>
            </a:r>
            <a:r>
              <a:rPr lang="en-US" sz="3000" dirty="0" err="1"/>
              <a:t>Math.sin</a:t>
            </a:r>
            <a:r>
              <a:rPr lang="en-US" sz="3000" dirty="0"/>
              <a:t>(x);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Conversion to hexadecimal: var </a:t>
            </a:r>
            <a:r>
              <a:rPr lang="en-US" sz="3000" dirty="0" err="1"/>
              <a:t>hex_a</a:t>
            </a:r>
            <a:r>
              <a:rPr lang="en-US" sz="3000" dirty="0"/>
              <a:t> = </a:t>
            </a:r>
            <a:r>
              <a:rPr lang="en-US" sz="3000" dirty="0" err="1"/>
              <a:t>a.toString</a:t>
            </a:r>
            <a:r>
              <a:rPr lang="en-US" sz="3000" dirty="0"/>
              <a:t>(16);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Strings: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var s = ‘This is a string’;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var t = “And so is this”;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var u = “I can use quotes like ‘this’ in JavaScript”;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Special characters: </a:t>
            </a:r>
            <a:r>
              <a:rPr lang="en-US" sz="3000" dirty="0"/>
              <a:t>\ is escape character; \n is newline \r is carriage return; \t is for tab; \b is for backspace; \\ for backslash; \” to escape quote, …</a:t>
            </a:r>
          </a:p>
        </p:txBody>
      </p:sp>
    </p:spTree>
    <p:extLst>
      <p:ext uri="{BB962C8B-B14F-4D97-AF65-F5344CB8AC3E}">
        <p14:creationId xmlns:p14="http://schemas.microsoft.com/office/powerpoint/2010/main" val="1074617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JavaScript Syntax – Variables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5875616" cy="4887878"/>
          </a:xfrm>
          <a:prstGeom prst="rect">
            <a:avLst/>
          </a:prstGeom>
        </p:spPr>
        <p:txBody>
          <a:bodyPr numCol="1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Variables are dynamic, i.e., they are casted on Runtime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Mutable variables: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Values can be changed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var a = ‘alpha’; a = ‘is now Beta’;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let x = 3.14; x = 3.142857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Immutable variables: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Values can not be changed once assigned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const timeout = 300;</a:t>
            </a:r>
            <a:endParaRPr lang="en-US" sz="30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Scope: Unlike C/C++/Java, the scope depends on how you declare the variable.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sz="30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D411EC5-C34D-1507-492C-0A34A73BA658}"/>
              </a:ext>
            </a:extLst>
          </p:cNvPr>
          <p:cNvSpPr txBox="1">
            <a:spLocks/>
          </p:cNvSpPr>
          <p:nvPr/>
        </p:nvSpPr>
        <p:spPr>
          <a:xfrm>
            <a:off x="6086275" y="1532587"/>
            <a:ext cx="5875616" cy="4887878"/>
          </a:xfrm>
          <a:prstGeom prst="rect">
            <a:avLst/>
          </a:prstGeom>
        </p:spPr>
        <p:txBody>
          <a:bodyPr numCol="1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function </a:t>
            </a:r>
            <a:r>
              <a:rPr lang="en-US" sz="1800" dirty="0" err="1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func</a:t>
            </a:r>
            <a:r>
              <a:rPr lang="en-US" sz="18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() {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sz="16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for (var </a:t>
            </a:r>
            <a:r>
              <a:rPr lang="en-US" sz="1600" dirty="0" err="1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i</a:t>
            </a:r>
            <a:r>
              <a:rPr lang="en-US" sz="16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=0; </a:t>
            </a:r>
            <a:r>
              <a:rPr lang="en-US" sz="1600" dirty="0" err="1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i</a:t>
            </a:r>
            <a:r>
              <a:rPr lang="en-US" sz="16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&lt;10; </a:t>
            </a:r>
            <a:r>
              <a:rPr lang="en-US" sz="1600" dirty="0" err="1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i</a:t>
            </a:r>
            <a:r>
              <a:rPr lang="en-US" sz="16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++) {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sz="16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	console.log(</a:t>
            </a:r>
            <a:r>
              <a:rPr lang="en-US" sz="1600" dirty="0" err="1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i</a:t>
            </a:r>
            <a:r>
              <a:rPr lang="en-US" sz="16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);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sz="16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}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sz="16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console.log(</a:t>
            </a:r>
            <a:r>
              <a:rPr lang="en-US" sz="1600" dirty="0" err="1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i</a:t>
            </a:r>
            <a:r>
              <a:rPr lang="en-US" sz="16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); // </a:t>
            </a:r>
            <a:r>
              <a:rPr lang="en-US" sz="1600" dirty="0" err="1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i</a:t>
            </a:r>
            <a:r>
              <a:rPr lang="en-US" sz="16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is still accessible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}</a:t>
            </a:r>
            <a:endParaRPr lang="en-US" sz="2000" dirty="0">
              <a:latin typeface="Cascadia Code Light" panose="020B0609020000020004" pitchFamily="49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function </a:t>
            </a:r>
            <a:r>
              <a:rPr lang="en-US" sz="1800" dirty="0" err="1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func</a:t>
            </a:r>
            <a:r>
              <a:rPr lang="en-US" sz="18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() {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sz="16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for (let </a:t>
            </a:r>
            <a:r>
              <a:rPr lang="en-US" sz="1600" dirty="0" err="1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i</a:t>
            </a:r>
            <a:r>
              <a:rPr lang="en-US" sz="16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=0; </a:t>
            </a:r>
            <a:r>
              <a:rPr lang="en-US" sz="1600" dirty="0" err="1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i</a:t>
            </a:r>
            <a:r>
              <a:rPr lang="en-US" sz="16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&lt;10; </a:t>
            </a:r>
            <a:r>
              <a:rPr lang="en-US" sz="1600" dirty="0" err="1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i</a:t>
            </a:r>
            <a:r>
              <a:rPr lang="en-US" sz="16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++) {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sz="16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	console.log(j);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sz="16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}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sz="16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console.log(j); // Not accessible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}</a:t>
            </a:r>
            <a:endParaRPr lang="en-US" sz="2000" dirty="0">
              <a:latin typeface="Cascadia Code Light" panose="020B0609020000020004" pitchFamily="49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9114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JavaScript Syntax – Operators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Most of the operators are exactly as in C/Java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sz="3000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BA5D8A4-3617-8EAC-52EC-F1B3EEC7C7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6835054"/>
              </p:ext>
            </p:extLst>
          </p:nvPr>
        </p:nvGraphicFramePr>
        <p:xfrm>
          <a:off x="220384" y="2213186"/>
          <a:ext cx="11743016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5754">
                  <a:extLst>
                    <a:ext uri="{9D8B030D-6E8A-4147-A177-3AD203B41FA5}">
                      <a16:colId xmlns:a16="http://schemas.microsoft.com/office/drawing/2014/main" val="669505742"/>
                    </a:ext>
                  </a:extLst>
                </a:gridCol>
                <a:gridCol w="2935754">
                  <a:extLst>
                    <a:ext uri="{9D8B030D-6E8A-4147-A177-3AD203B41FA5}">
                      <a16:colId xmlns:a16="http://schemas.microsoft.com/office/drawing/2014/main" val="2439122840"/>
                    </a:ext>
                  </a:extLst>
                </a:gridCol>
                <a:gridCol w="1426508">
                  <a:extLst>
                    <a:ext uri="{9D8B030D-6E8A-4147-A177-3AD203B41FA5}">
                      <a16:colId xmlns:a16="http://schemas.microsoft.com/office/drawing/2014/main" val="1306452845"/>
                    </a:ext>
                  </a:extLst>
                </a:gridCol>
                <a:gridCol w="4445000">
                  <a:extLst>
                    <a:ext uri="{9D8B030D-6E8A-4147-A177-3AD203B41FA5}">
                      <a16:colId xmlns:a16="http://schemas.microsoft.com/office/drawing/2014/main" val="5031028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Operation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7962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[]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Array 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 - * /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Add, Subtract, Multiply, Divide, Modulo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536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Function 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&amp;&amp; ||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Logical AND </a:t>
                      </a:r>
                      <a:r>
                        <a:rPr lang="en-US" dirty="0" err="1"/>
                        <a:t>and</a:t>
                      </a:r>
                      <a:r>
                        <a:rPr lang="en-US" dirty="0"/>
                        <a:t> 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87601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++/--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Increment/Decrement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^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Exclusive 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417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!/~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Logical/Bitwise NOT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 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Conditional operator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5378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 new object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+= -= *= /=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6198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typeof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 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,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Multiple evaluations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8565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Addition/String </a:t>
                      </a:r>
                      <a:r>
                        <a:rPr lang="en-US" dirty="0" err="1"/>
                        <a:t>concat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Access object property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989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&lt;, &gt;, &lt;=, &gt;=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Comparators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!==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Non-identity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2208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==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Compare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2597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===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Strict comparison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34301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0218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JavaScript Syntax – Statements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Conditions: If, If-else, switch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Loops: for, while, do-while, for-in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Control: break, continue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Function: function, in-line, anonymous, Arrow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Return is not compulsory, but good practice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Nested functions. Again, not good practice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Functions can be passed as arguments like data</a:t>
            </a:r>
          </a:p>
        </p:txBody>
      </p:sp>
    </p:spTree>
    <p:extLst>
      <p:ext uri="{BB962C8B-B14F-4D97-AF65-F5344CB8AC3E}">
        <p14:creationId xmlns:p14="http://schemas.microsoft.com/office/powerpoint/2010/main" val="1022650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JavaScript Syntax – Objects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Objects are compound data types which hold multiple data values in single unit.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var o = new Object(); // An empty object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var f = new Function(“x”, “return x*x;”); // A function as object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var j = {name: “</a:t>
            </a:r>
            <a:r>
              <a:rPr lang="en-US" sz="3000" dirty="0" err="1"/>
              <a:t>Baham</a:t>
            </a:r>
            <a:r>
              <a:rPr lang="en-US" sz="3000" dirty="0"/>
              <a:t>”, version: 0.1, “platform”: “React native” };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The object properties can be accessed using dot (.)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console.log(j.name + ‘ ‘ + </a:t>
            </a:r>
            <a:r>
              <a:rPr lang="en-US" sz="2800" dirty="0" err="1"/>
              <a:t>j.platform</a:t>
            </a:r>
            <a:r>
              <a:rPr lang="en-US" sz="2800" dirty="0"/>
              <a:t>);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Method: nothing more than a JavaScript function invoked through an object: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var o = new Object();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 err="1"/>
              <a:t>o.m</a:t>
            </a:r>
            <a:r>
              <a:rPr lang="en-US" sz="2800" dirty="0"/>
              <a:t> = function(x) { return x*x; }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Invoke with: </a:t>
            </a:r>
            <a:r>
              <a:rPr lang="en-US" sz="2800" dirty="0" err="1"/>
              <a:t>o.m</a:t>
            </a:r>
            <a:r>
              <a:rPr lang="en-US" sz="2800" dirty="0"/>
              <a:t>(25);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Tip! If your Object is to imitate a real class, then override </a:t>
            </a:r>
            <a:r>
              <a:rPr lang="en-US" sz="3000" dirty="0" err="1"/>
              <a:t>toString</a:t>
            </a:r>
            <a:r>
              <a:rPr lang="en-US" sz="3000" dirty="0"/>
              <a:t>() and </a:t>
            </a:r>
            <a:r>
              <a:rPr lang="en-US" sz="3000" dirty="0" err="1"/>
              <a:t>valueOf</a:t>
            </a:r>
            <a:r>
              <a:rPr lang="en-US" sz="3000" dirty="0"/>
              <a:t>() methods. Also implement equals() method as necessary.</a:t>
            </a:r>
          </a:p>
        </p:txBody>
      </p:sp>
    </p:spTree>
    <p:extLst>
      <p:ext uri="{BB962C8B-B14F-4D97-AF65-F5344CB8AC3E}">
        <p14:creationId xmlns:p14="http://schemas.microsoft.com/office/powerpoint/2010/main" val="3662152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JavaScript Syntax – Objects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5875616" cy="4887878"/>
          </a:xfrm>
          <a:prstGeom prst="rect">
            <a:avLst/>
          </a:prstGeom>
        </p:spPr>
        <p:txBody>
          <a:bodyPr numCol="1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Functions can be assigned, passed as objects, and used as members.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900" dirty="0">
                <a:latin typeface="Cascadia Code" panose="020B0609020000020004" pitchFamily="49" charset="0"/>
                <a:cs typeface="Cascadia Code" panose="020B0609020000020004" pitchFamily="49" charset="0"/>
              </a:rPr>
              <a:t>const civic = {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900" dirty="0">
                <a:latin typeface="Cascadia Code" panose="020B0609020000020004" pitchFamily="49" charset="0"/>
                <a:cs typeface="Cascadia Code" panose="020B0609020000020004" pitchFamily="49" charset="0"/>
              </a:rPr>
              <a:t>    model: "Toyota Vitz",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900" dirty="0">
                <a:latin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sz="19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setOwner</a:t>
            </a:r>
            <a:r>
              <a:rPr lang="en-US" sz="1900" dirty="0"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9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new_owner</a:t>
            </a:r>
            <a:r>
              <a:rPr lang="en-US" sz="1900" dirty="0">
                <a:latin typeface="Cascadia Code" panose="020B0609020000020004" pitchFamily="49" charset="0"/>
                <a:cs typeface="Cascadia Code" panose="020B0609020000020004" pitchFamily="49" charset="0"/>
              </a:rPr>
              <a:t>) {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900" dirty="0">
                <a:latin typeface="Cascadia Code" panose="020B0609020000020004" pitchFamily="49" charset="0"/>
                <a:cs typeface="Cascadia Code" panose="020B0609020000020004" pitchFamily="49" charset="0"/>
              </a:rPr>
              <a:t>        </a:t>
            </a:r>
            <a:r>
              <a:rPr lang="en-US" sz="19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this.owner</a:t>
            </a:r>
            <a:r>
              <a:rPr lang="en-US" sz="1900" dirty="0"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19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new_owner</a:t>
            </a:r>
            <a:r>
              <a:rPr lang="en-US" sz="1900" dirty="0">
                <a:latin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900" dirty="0">
                <a:latin typeface="Cascadia Code" panose="020B0609020000020004" pitchFamily="49" charset="0"/>
                <a:cs typeface="Cascadia Code" panose="020B0609020000020004" pitchFamily="49" charset="0"/>
              </a:rPr>
              <a:t>    }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900" dirty="0">
                <a:latin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9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civic.setOwner</a:t>
            </a:r>
            <a:r>
              <a:rPr lang="en-US" sz="1900" dirty="0">
                <a:latin typeface="Cascadia Code" panose="020B0609020000020004" pitchFamily="49" charset="0"/>
                <a:cs typeface="Cascadia Code" panose="020B0609020000020004" pitchFamily="49" charset="0"/>
              </a:rPr>
              <a:t>("Owais");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900" dirty="0">
                <a:latin typeface="Cascadia Code" panose="020B0609020000020004" pitchFamily="49" charset="0"/>
                <a:cs typeface="Cascadia Code" panose="020B0609020000020004" pitchFamily="49" charset="0"/>
              </a:rPr>
              <a:t>console.log(`${</a:t>
            </a:r>
            <a:r>
              <a:rPr lang="en-US" sz="19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civic.model</a:t>
            </a:r>
            <a:r>
              <a:rPr lang="en-US" sz="1900" dirty="0">
                <a:latin typeface="Cascadia Code" panose="020B0609020000020004" pitchFamily="49" charset="0"/>
                <a:cs typeface="Cascadia Code" panose="020B0609020000020004" pitchFamily="49" charset="0"/>
              </a:rPr>
              <a:t>} owned by: ${</a:t>
            </a:r>
            <a:r>
              <a:rPr lang="en-US" sz="19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civic.owner</a:t>
            </a:r>
            <a:r>
              <a:rPr lang="en-US" sz="1900" dirty="0">
                <a:latin typeface="Cascadia Code" panose="020B0609020000020004" pitchFamily="49" charset="0"/>
                <a:cs typeface="Cascadia Code" panose="020B0609020000020004" pitchFamily="49" charset="0"/>
              </a:rPr>
              <a:t>}`);</a:t>
            </a:r>
            <a:endParaRPr lang="en-US" sz="30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053F08F-1B13-D62E-9368-7ECC9DC08AE2}"/>
              </a:ext>
            </a:extLst>
          </p:cNvPr>
          <p:cNvSpPr txBox="1">
            <a:spLocks/>
          </p:cNvSpPr>
          <p:nvPr/>
        </p:nvSpPr>
        <p:spPr>
          <a:xfrm>
            <a:off x="6096000" y="1532587"/>
            <a:ext cx="5875616" cy="4887878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Note! Beware of ‘this’ keyword.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900" dirty="0">
                <a:latin typeface="Cascadia Code" panose="020B0609020000020004" pitchFamily="49" charset="0"/>
                <a:cs typeface="Cascadia Code" panose="020B0609020000020004" pitchFamily="49" charset="0"/>
              </a:rPr>
              <a:t>// Define the function as an object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900" dirty="0">
                <a:latin typeface="Cascadia Code" panose="020B0609020000020004" pitchFamily="49" charset="0"/>
                <a:cs typeface="Cascadia Code" panose="020B0609020000020004" pitchFamily="49" charset="0"/>
              </a:rPr>
              <a:t>const ownership = </a:t>
            </a:r>
            <a:r>
              <a:rPr lang="en-US" sz="19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civic.setOwner</a:t>
            </a:r>
            <a:r>
              <a:rPr lang="en-US" sz="1900" dirty="0">
                <a:latin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900" dirty="0">
                <a:latin typeface="Cascadia Code" panose="020B0609020000020004" pitchFamily="49" charset="0"/>
                <a:cs typeface="Cascadia Code" panose="020B0609020000020004" pitchFamily="49" charset="0"/>
              </a:rPr>
              <a:t>// Try to call it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9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ownsership</a:t>
            </a:r>
            <a:r>
              <a:rPr lang="en-US" sz="1900" dirty="0">
                <a:latin typeface="Cascadia Code" panose="020B0609020000020004" pitchFamily="49" charset="0"/>
                <a:cs typeface="Cascadia Code" panose="020B0609020000020004" pitchFamily="49" charset="0"/>
              </a:rPr>
              <a:t>("Owais Hussain");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900" dirty="0">
                <a:latin typeface="Cascadia Code" panose="020B0609020000020004" pitchFamily="49" charset="0"/>
                <a:cs typeface="Cascadia Code" panose="020B0609020000020004" pitchFamily="49" charset="0"/>
              </a:rPr>
              <a:t>console.log(`${</a:t>
            </a:r>
            <a:r>
              <a:rPr lang="en-US" sz="19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civic.owner</a:t>
            </a:r>
            <a:r>
              <a:rPr lang="en-US" sz="1900" dirty="0">
                <a:latin typeface="Cascadia Code" panose="020B0609020000020004" pitchFamily="49" charset="0"/>
                <a:cs typeface="Cascadia Code" panose="020B0609020000020004" pitchFamily="49" charset="0"/>
              </a:rPr>
              <a:t>}`);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The value did not set because </a:t>
            </a:r>
            <a:r>
              <a:rPr lang="en-US" sz="3000" i="1" dirty="0"/>
              <a:t>this</a:t>
            </a:r>
            <a:r>
              <a:rPr lang="en-US" sz="3000" dirty="0"/>
              <a:t> no longer refers to civic object, but the global object: window.</a:t>
            </a:r>
          </a:p>
        </p:txBody>
      </p:sp>
    </p:spTree>
    <p:extLst>
      <p:ext uri="{BB962C8B-B14F-4D97-AF65-F5344CB8AC3E}">
        <p14:creationId xmlns:p14="http://schemas.microsoft.com/office/powerpoint/2010/main" val="2988519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JavaScript Syntax – Objects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To make sure that the function refers to civic object whenever ‘this’ keyword occurs, we must bind the function with that object.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900" dirty="0">
                <a:latin typeface="Cascadia Code" panose="020B0609020000020004" pitchFamily="49" charset="0"/>
                <a:cs typeface="Cascadia Code" panose="020B0609020000020004" pitchFamily="49" charset="0"/>
              </a:rPr>
              <a:t>const civic = {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900" dirty="0">
                <a:latin typeface="Cascadia Code" panose="020B0609020000020004" pitchFamily="49" charset="0"/>
                <a:cs typeface="Cascadia Code" panose="020B0609020000020004" pitchFamily="49" charset="0"/>
              </a:rPr>
              <a:t>    model: "Toyota Vitz",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900" dirty="0">
                <a:latin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sz="19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setOwner</a:t>
            </a:r>
            <a:r>
              <a:rPr lang="en-US" sz="1900" dirty="0"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9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new_owner</a:t>
            </a:r>
            <a:r>
              <a:rPr lang="en-US" sz="1900" dirty="0">
                <a:latin typeface="Cascadia Code" panose="020B0609020000020004" pitchFamily="49" charset="0"/>
                <a:cs typeface="Cascadia Code" panose="020B0609020000020004" pitchFamily="49" charset="0"/>
              </a:rPr>
              <a:t>) {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900" dirty="0">
                <a:latin typeface="Cascadia Code" panose="020B0609020000020004" pitchFamily="49" charset="0"/>
                <a:cs typeface="Cascadia Code" panose="020B0609020000020004" pitchFamily="49" charset="0"/>
              </a:rPr>
              <a:t>        </a:t>
            </a:r>
            <a:r>
              <a:rPr lang="en-US" sz="19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this.owner</a:t>
            </a:r>
            <a:r>
              <a:rPr lang="en-US" sz="1900" dirty="0"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19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new_owner</a:t>
            </a:r>
            <a:r>
              <a:rPr lang="en-US" sz="1900" dirty="0">
                <a:latin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900" dirty="0">
                <a:latin typeface="Cascadia Code" panose="020B0609020000020004" pitchFamily="49" charset="0"/>
                <a:cs typeface="Cascadia Code" panose="020B0609020000020004" pitchFamily="49" charset="0"/>
              </a:rPr>
              <a:t>    }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900" dirty="0">
                <a:latin typeface="Cascadia Code" panose="020B0609020000020004" pitchFamily="49" charset="0"/>
                <a:cs typeface="Cascadia Code" panose="020B0609020000020004" pitchFamily="49" charset="0"/>
              </a:rPr>
              <a:t>}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900" dirty="0">
                <a:latin typeface="Cascadia Code" panose="020B0609020000020004" pitchFamily="49" charset="0"/>
                <a:cs typeface="Cascadia Code" panose="020B0609020000020004" pitchFamily="49" charset="0"/>
              </a:rPr>
              <a:t>const ownership = </a:t>
            </a:r>
            <a:r>
              <a:rPr lang="en-US" sz="19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civic.setOwner.bind</a:t>
            </a:r>
            <a:r>
              <a:rPr lang="en-US" sz="1900" dirty="0">
                <a:latin typeface="Cascadia Code" panose="020B0609020000020004" pitchFamily="49" charset="0"/>
                <a:cs typeface="Cascadia Code" panose="020B0609020000020004" pitchFamily="49" charset="0"/>
              </a:rPr>
              <a:t>(civic);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9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ownsership</a:t>
            </a:r>
            <a:r>
              <a:rPr lang="en-US" sz="1900" dirty="0">
                <a:latin typeface="Cascadia Code" panose="020B0609020000020004" pitchFamily="49" charset="0"/>
                <a:cs typeface="Cascadia Code" panose="020B0609020000020004" pitchFamily="49" charset="0"/>
              </a:rPr>
              <a:t>("Owais Hussain");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900" dirty="0">
                <a:latin typeface="Cascadia Code" panose="020B0609020000020004" pitchFamily="49" charset="0"/>
                <a:cs typeface="Cascadia Code" panose="020B0609020000020004" pitchFamily="49" charset="0"/>
              </a:rPr>
              <a:t>console.log(`${</a:t>
            </a:r>
            <a:r>
              <a:rPr lang="en-US" sz="19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civic.owner</a:t>
            </a:r>
            <a:r>
              <a:rPr lang="en-US" sz="1900" dirty="0">
                <a:latin typeface="Cascadia Code" panose="020B0609020000020004" pitchFamily="49" charset="0"/>
                <a:cs typeface="Cascadia Code" panose="020B0609020000020004" pitchFamily="49" charset="0"/>
              </a:rPr>
              <a:t>}`);</a:t>
            </a:r>
          </a:p>
        </p:txBody>
      </p:sp>
    </p:spTree>
    <p:extLst>
      <p:ext uri="{BB962C8B-B14F-4D97-AF65-F5344CB8AC3E}">
        <p14:creationId xmlns:p14="http://schemas.microsoft.com/office/powerpoint/2010/main" val="2306747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JavaScript Syntax – Arrays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Creating: var </a:t>
            </a:r>
            <a:r>
              <a:rPr lang="en-US" sz="3000" dirty="0" err="1"/>
              <a:t>arr</a:t>
            </a:r>
            <a:r>
              <a:rPr lang="en-US" sz="3000" dirty="0"/>
              <a:t> = new Array(5, 4, 2, 1.2, “this is confusing”);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Arrays can contain literals, values, objects, and nested arrays. Values are accessed with indices: </a:t>
            </a:r>
            <a:r>
              <a:rPr lang="en-US" sz="3000" dirty="0" err="1"/>
              <a:t>arr</a:t>
            </a:r>
            <a:r>
              <a:rPr lang="en-US" sz="3000" dirty="0"/>
              <a:t>[0]; </a:t>
            </a:r>
            <a:r>
              <a:rPr lang="en-US" sz="3000" dirty="0" err="1"/>
              <a:t>arr</a:t>
            </a:r>
            <a:r>
              <a:rPr lang="en-US" sz="3000" dirty="0"/>
              <a:t>[i+1]; </a:t>
            </a:r>
            <a:r>
              <a:rPr lang="en-US" sz="3000" dirty="0" err="1"/>
              <a:t>arr</a:t>
            </a:r>
            <a:r>
              <a:rPr lang="en-US" sz="3000" dirty="0"/>
              <a:t>[1].name; etc.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Join: var a = [1, 2, 3]; console.log(</a:t>
            </a:r>
            <a:r>
              <a:rPr lang="en-US" sz="2800" dirty="0" err="1"/>
              <a:t>a.join</a:t>
            </a:r>
            <a:r>
              <a:rPr lang="en-US" sz="2800" dirty="0"/>
              <a:t>(“,”);); will print “1, 2, 3”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Reverse: var a = [3, 2, 1].reverse(); will make a[0]=1, a[1]=2, a[2]=3;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Concatenation: a = [1,2,3]; a = </a:t>
            </a:r>
            <a:r>
              <a:rPr lang="en-US" sz="2800" dirty="0" err="1"/>
              <a:t>a.concat</a:t>
            </a:r>
            <a:r>
              <a:rPr lang="en-US" sz="2800" dirty="0"/>
              <a:t>([4,5,6]); will make a = [1,2,3,4,5,6]</a:t>
            </a:r>
            <a:endParaRPr lang="en-US" sz="3000" dirty="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Slice: var a = [1,2,3,4,5];</a:t>
            </a:r>
          </a:p>
          <a:p>
            <a:pPr lvl="2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 err="1"/>
              <a:t>a.slice</a:t>
            </a:r>
            <a:r>
              <a:rPr lang="en-US" sz="3000" dirty="0"/>
              <a:t>(0, 3); will return [1,2,3]</a:t>
            </a:r>
          </a:p>
          <a:p>
            <a:pPr lvl="2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 err="1"/>
              <a:t>a.slice</a:t>
            </a:r>
            <a:r>
              <a:rPr lang="en-US" sz="2800" dirty="0"/>
              <a:t>(3); will return [4,5]</a:t>
            </a:r>
          </a:p>
          <a:p>
            <a:pPr lvl="2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 err="1"/>
              <a:t>a.slice</a:t>
            </a:r>
            <a:r>
              <a:rPr lang="en-US" sz="2800" dirty="0"/>
              <a:t>(1, -1); will return [2,3,4]</a:t>
            </a:r>
            <a:endParaRPr lang="en-US" sz="2400" dirty="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Splice is same as slice, only that it removes the items from the array which have been returned (like pop method)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Push/Pop: work exactly like push and pop operations in a Stack</a:t>
            </a:r>
          </a:p>
        </p:txBody>
      </p:sp>
    </p:spTree>
    <p:extLst>
      <p:ext uri="{BB962C8B-B14F-4D97-AF65-F5344CB8AC3E}">
        <p14:creationId xmlns:p14="http://schemas.microsoft.com/office/powerpoint/2010/main" val="2076398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JavaScript Syntax – Event Handling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Events are triggered when either user, or system provides an input to the HTML elements.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E.g.: &lt;button id=“</a:t>
            </a:r>
            <a:r>
              <a:rPr lang="en-US" sz="3000" dirty="0" err="1"/>
              <a:t>alertButton</a:t>
            </a:r>
            <a:r>
              <a:rPr lang="en-US" sz="3000" dirty="0"/>
              <a:t>” onclick=“alert(‘Danger!’);”&gt;Alert&lt;/button&gt;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In the above: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Button is the element which is observing the event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Type of event “onclick” is triggered when the button is clicked or pressed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The value of onclick, enclosed in quotes is the function which executes when the event is triggered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The parenthesis invoke the function call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In JavaScript, the event types are in small letters without underscores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0762314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JavaScript Syntax – Event Handling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Commonly used Events: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600" dirty="0"/>
              <a:t>onclick: mouse clicked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600" dirty="0" err="1"/>
              <a:t>onchange</a:t>
            </a:r>
            <a:r>
              <a:rPr lang="en-US" sz="2600" dirty="0"/>
              <a:t>: some property, like text value, of the element changed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600" dirty="0" err="1"/>
              <a:t>onkeydown</a:t>
            </a:r>
            <a:r>
              <a:rPr lang="en-US" sz="2600" dirty="0"/>
              <a:t>: key on keyboard pushed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600" dirty="0" err="1"/>
              <a:t>onmouseover</a:t>
            </a:r>
            <a:r>
              <a:rPr lang="en-US" sz="2600" dirty="0"/>
              <a:t>: mouse cursor hovered over the element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600" dirty="0"/>
              <a:t>onload: the HTML content has been loaded by the browser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600" dirty="0" err="1"/>
              <a:t>onsubmit</a:t>
            </a:r>
            <a:r>
              <a:rPr lang="en-US" sz="2600" dirty="0"/>
              <a:t>: the form is submitted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600" dirty="0" err="1"/>
              <a:t>onselect</a:t>
            </a:r>
            <a:r>
              <a:rPr lang="en-US" sz="2600" dirty="0"/>
              <a:t>: some text or option selected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600" dirty="0" err="1"/>
              <a:t>onkeypress</a:t>
            </a:r>
            <a:r>
              <a:rPr lang="en-US" sz="2600" dirty="0"/>
              <a:t>: a key was pressed and released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600" dirty="0" err="1"/>
              <a:t>onerror</a:t>
            </a:r>
            <a:r>
              <a:rPr lang="en-US" sz="2600" dirty="0"/>
              <a:t>: some error occurred when loading an image/video, etc.</a:t>
            </a:r>
          </a:p>
        </p:txBody>
      </p:sp>
    </p:spTree>
    <p:extLst>
      <p:ext uri="{BB962C8B-B14F-4D97-AF65-F5344CB8AC3E}">
        <p14:creationId xmlns:p14="http://schemas.microsoft.com/office/powerpoint/2010/main" val="32485222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Arrow Functions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Arrow functions only make the code compact (ChatGPT will disagree).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All the benefits outlined for arrow function are related to making the code concise: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800" dirty="0">
                <a:latin typeface="Cascadia Code" panose="020B0609020000020004" pitchFamily="49" charset="0"/>
                <a:cs typeface="Cascadia Code" panose="020B0609020000020004" pitchFamily="49" charset="0"/>
              </a:rPr>
              <a:t>function square(num) { return num*num;} // Old way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800" dirty="0">
                <a:latin typeface="Cascadia Code" panose="020B0609020000020004" pitchFamily="49" charset="0"/>
                <a:cs typeface="Cascadia Code" panose="020B0609020000020004" pitchFamily="49" charset="0"/>
              </a:rPr>
              <a:t>const square = function(num) { return num * num; } // JS-ES6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800" dirty="0">
                <a:latin typeface="Cascadia Code" panose="020B0609020000020004" pitchFamily="49" charset="0"/>
                <a:cs typeface="Cascadia Code" panose="020B0609020000020004" pitchFamily="49" charset="0"/>
              </a:rPr>
              <a:t>// Arrow function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800" dirty="0">
                <a:latin typeface="Cascadia Code" panose="020B0609020000020004" pitchFamily="49" charset="0"/>
                <a:cs typeface="Cascadia Code" panose="020B0609020000020004" pitchFamily="49" charset="0"/>
              </a:rPr>
              <a:t>const square = (num) =&gt; { return num * num; }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800" dirty="0">
                <a:latin typeface="Cascadia Code" panose="020B0609020000020004" pitchFamily="49" charset="0"/>
                <a:cs typeface="Cascadia Code" panose="020B0609020000020004" pitchFamily="49" charset="0"/>
              </a:rPr>
              <a:t>// Parentheses not needed for single argument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800" dirty="0">
                <a:latin typeface="Cascadia Code" panose="020B0609020000020004" pitchFamily="49" charset="0"/>
                <a:cs typeface="Cascadia Code" panose="020B0609020000020004" pitchFamily="49" charset="0"/>
              </a:rPr>
              <a:t>const square = num =&gt; {return num * num; }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800" dirty="0">
                <a:latin typeface="Cascadia Code" panose="020B0609020000020004" pitchFamily="49" charset="0"/>
                <a:cs typeface="Cascadia Code" panose="020B0609020000020004" pitchFamily="49" charset="0"/>
              </a:rPr>
              <a:t>// As compact as possible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800" dirty="0">
                <a:latin typeface="Cascadia Code" panose="020B0609020000020004" pitchFamily="49" charset="0"/>
                <a:cs typeface="Cascadia Code" panose="020B0609020000020004" pitchFamily="49" charset="0"/>
              </a:rPr>
              <a:t>const square = num =&gt; num * num;</a:t>
            </a:r>
          </a:p>
        </p:txBody>
      </p:sp>
    </p:spTree>
    <p:extLst>
      <p:ext uri="{BB962C8B-B14F-4D97-AF65-F5344CB8AC3E}">
        <p14:creationId xmlns:p14="http://schemas.microsoft.com/office/powerpoint/2010/main" val="4034087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Arrow Functions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But what’s the benefit?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Here’s an example from </a:t>
            </a:r>
            <a:r>
              <a:rPr lang="en-US" sz="3000" dirty="0" err="1"/>
              <a:t>Baham</a:t>
            </a:r>
            <a:r>
              <a:rPr lang="en-US" sz="3000" dirty="0"/>
              <a:t> use case. We would like to get all vehicles from an array that are available.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600" dirty="0">
                <a:latin typeface="Cascadia Code" panose="020B0609020000020004" pitchFamily="49" charset="0"/>
                <a:cs typeface="Cascadia Code" panose="020B0609020000020004" pitchFamily="49" charset="0"/>
              </a:rPr>
              <a:t>const vehicles = [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600" dirty="0">
                <a:latin typeface="Cascadia Code" panose="020B0609020000020004" pitchFamily="49" charset="0"/>
                <a:cs typeface="Cascadia Code" panose="020B0609020000020004" pitchFamily="49" charset="0"/>
              </a:rPr>
              <a:t> { id: 1, model: "Toyota Vitz", status: "EMPTY" },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600" dirty="0">
                <a:latin typeface="Cascadia Code" panose="020B0609020000020004" pitchFamily="49" charset="0"/>
                <a:cs typeface="Cascadia Code" panose="020B0609020000020004" pitchFamily="49" charset="0"/>
              </a:rPr>
              <a:t> { id: 2, model: "Toyota Corolla", status: "FULL" },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600" dirty="0">
                <a:latin typeface="Cascadia Code" panose="020B0609020000020004" pitchFamily="49" charset="0"/>
                <a:cs typeface="Cascadia Code" panose="020B0609020000020004" pitchFamily="49" charset="0"/>
              </a:rPr>
              <a:t> { id: 3, model: "Suzuki Swift", status: "EMPTY" },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600" dirty="0">
                <a:latin typeface="Cascadia Code" panose="020B0609020000020004" pitchFamily="49" charset="0"/>
                <a:cs typeface="Cascadia Code" panose="020B0609020000020004" pitchFamily="49" charset="0"/>
              </a:rPr>
              <a:t> { id: 4, model: "Daihatsu Cuore", status: "INACTIVE" },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600" dirty="0">
                <a:latin typeface="Cascadia Code" panose="020B0609020000020004" pitchFamily="49" charset="0"/>
                <a:cs typeface="Cascadia Code" panose="020B0609020000020004" pitchFamily="49" charset="0"/>
              </a:rPr>
              <a:t>];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600" dirty="0">
                <a:latin typeface="Cascadia Code" panose="020B0609020000020004" pitchFamily="49" charset="0"/>
                <a:cs typeface="Cascadia Code" panose="020B0609020000020004" pitchFamily="49" charset="0"/>
              </a:rPr>
              <a:t>const available = </a:t>
            </a:r>
            <a:r>
              <a:rPr lang="en-US" sz="26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vehicles.filter</a:t>
            </a:r>
            <a:r>
              <a:rPr lang="en-US" sz="2600" dirty="0">
                <a:latin typeface="Cascadia Code" panose="020B0609020000020004" pitchFamily="49" charset="0"/>
                <a:cs typeface="Cascadia Code" panose="020B0609020000020004" pitchFamily="49" charset="0"/>
              </a:rPr>
              <a:t>(v =&gt; </a:t>
            </a:r>
            <a:r>
              <a:rPr lang="en-US" sz="26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v.status</a:t>
            </a:r>
            <a:r>
              <a:rPr lang="en-US" sz="2600" dirty="0">
                <a:latin typeface="Cascadia Code" panose="020B0609020000020004" pitchFamily="49" charset="0"/>
                <a:cs typeface="Cascadia Code" panose="020B0609020000020004" pitchFamily="49" charset="0"/>
              </a:rPr>
              <a:t> == "EMPTY");</a:t>
            </a:r>
          </a:p>
        </p:txBody>
      </p:sp>
    </p:spTree>
    <p:extLst>
      <p:ext uri="{BB962C8B-B14F-4D97-AF65-F5344CB8AC3E}">
        <p14:creationId xmlns:p14="http://schemas.microsoft.com/office/powerpoint/2010/main" val="775290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Arrow Functions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5875616" cy="4887878"/>
          </a:xfrm>
          <a:prstGeom prst="rect">
            <a:avLst/>
          </a:prstGeom>
        </p:spPr>
        <p:txBody>
          <a:bodyPr numCol="1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Arrow functions have some limitations.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They cannot be used as constructors. They cannot be used with ‘new’ keyword.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There is no “arguments” property, which other functions have. This sometimes makes debugging difficult.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They don’t rebind ‘this’.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442C086-68AE-C5C9-4AE4-FCCE5402CE6C}"/>
              </a:ext>
            </a:extLst>
          </p:cNvPr>
          <p:cNvSpPr txBox="1">
            <a:spLocks/>
          </p:cNvSpPr>
          <p:nvPr/>
        </p:nvSpPr>
        <p:spPr>
          <a:xfrm>
            <a:off x="6096000" y="1532587"/>
            <a:ext cx="5875616" cy="4887878"/>
          </a:xfrm>
          <a:prstGeom prst="rect">
            <a:avLst/>
          </a:prstGeom>
        </p:spPr>
        <p:txBody>
          <a:bodyPr numCol="1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latin typeface="Cascadia Code" panose="020B0609020000020004" pitchFamily="49" charset="0"/>
                <a:cs typeface="Cascadia Code" panose="020B0609020000020004" pitchFamily="49" charset="0"/>
              </a:rPr>
              <a:t>const </a:t>
            </a:r>
            <a:r>
              <a:rPr lang="en-US" sz="2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vitz</a:t>
            </a:r>
            <a:r>
              <a:rPr lang="en-US" sz="2400" dirty="0">
                <a:latin typeface="Cascadia Code" panose="020B0609020000020004" pitchFamily="49" charset="0"/>
                <a:cs typeface="Cascadia Code" panose="020B0609020000020004" pitchFamily="49" charset="0"/>
              </a:rPr>
              <a:t>  =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latin typeface="Cascadia Code" panose="020B0609020000020004" pitchFamily="49" charset="0"/>
                <a:cs typeface="Cascadia Code" panose="020B0609020000020004" pitchFamily="49" charset="0"/>
              </a:rPr>
              <a:t> model: "Toyota Vitz",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latin typeface="Cascadia Code" panose="020B0609020000020004" pitchFamily="49" charset="0"/>
                <a:cs typeface="Cascadia Code" panose="020B0609020000020004" pitchFamily="49" charset="0"/>
              </a:rPr>
              <a:t> companions: [],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latin typeface="Cascadia Code" panose="020B0609020000020004" pitchFamily="49" charset="0"/>
                <a:cs typeface="Cascadia Code" panose="020B0609020000020004" pitchFamily="49" charset="0"/>
              </a:rPr>
              <a:t> share: (companion) =&gt; {  </a:t>
            </a:r>
            <a:r>
              <a:rPr lang="en-US" sz="2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this.companions.push</a:t>
            </a:r>
            <a:r>
              <a:rPr lang="en-US" sz="2400" dirty="0">
                <a:latin typeface="Cascadia Code" panose="020B0609020000020004" pitchFamily="49" charset="0"/>
                <a:cs typeface="Cascadia Code" panose="020B0609020000020004" pitchFamily="49" charset="0"/>
              </a:rPr>
              <a:t>(companion); 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latin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The arrow function will not bind ‘this’ to </a:t>
            </a:r>
            <a:r>
              <a:rPr lang="en-US" sz="3000" dirty="0" err="1"/>
              <a:t>vitz</a:t>
            </a:r>
            <a:r>
              <a:rPr lang="en-US" sz="3000" dirty="0"/>
              <a:t>; we need to write: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3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vitz.companions.push</a:t>
            </a:r>
            <a:r>
              <a:rPr lang="en-US" sz="2300" dirty="0">
                <a:latin typeface="Cascadia Code" panose="020B0609020000020004" pitchFamily="49" charset="0"/>
                <a:cs typeface="Cascadia Code" panose="020B0609020000020004" pitchFamily="49" charset="0"/>
              </a:rPr>
              <a:t>(companion);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This is of no use. Therefore, define share function the old way.</a:t>
            </a:r>
          </a:p>
        </p:txBody>
      </p:sp>
    </p:spTree>
    <p:extLst>
      <p:ext uri="{BB962C8B-B14F-4D97-AF65-F5344CB8AC3E}">
        <p14:creationId xmlns:p14="http://schemas.microsoft.com/office/powerpoint/2010/main" val="838035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DIY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43345"/>
            <a:ext cx="11839536" cy="4887878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Visit </a:t>
            </a:r>
            <a:r>
              <a:rPr lang="en-US" sz="2800" dirty="0">
                <a:hlinkClick r:id="rId3"/>
              </a:rPr>
              <a:t>https://www.w3schools.com/js/exercise_js.asp</a:t>
            </a:r>
            <a:endParaRPr lang="en-US" sz="28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Attempt all exercises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Some exercises look simple; do not skip </a:t>
            </a:r>
            <a:r>
              <a:rPr lang="en-US" sz="2800"/>
              <a:t>them.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43494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7" descr="abstract image">
            <a:extLst>
              <a:ext uri="{FF2B5EF4-FFF2-40B4-BE49-F238E27FC236}">
                <a16:creationId xmlns:a16="http://schemas.microsoft.com/office/drawing/2014/main" id="{D5C5EA1B-F06D-4AD1-B526-89C2DF772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2717" r="45642"/>
          <a:stretch/>
        </p:blipFill>
        <p:spPr>
          <a:xfrm rot="16200000">
            <a:off x="2667001" y="-2666999"/>
            <a:ext cx="6858000" cy="12192000"/>
          </a:xfrm>
          <a:prstGeom prst="rect">
            <a:avLst/>
          </a:prstGeo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rmAutofit/>
          </a:bodyPr>
          <a:lstStyle/>
          <a:p>
            <a:r>
              <a:rPr lang="en-US" sz="4000" spc="300" dirty="0"/>
              <a:t>THANK YOU</a:t>
            </a:r>
          </a:p>
        </p:txBody>
      </p:sp>
      <p:pic>
        <p:nvPicPr>
          <p:cNvPr id="24" name="Online Image Placeholder 23" descr="User">
            <a:extLst>
              <a:ext uri="{FF2B5EF4-FFF2-40B4-BE49-F238E27FC236}">
                <a16:creationId xmlns:a16="http://schemas.microsoft.com/office/drawing/2014/main" id="{E896B487-8C07-495F-95BF-B8F4960E1E8D}"/>
              </a:ext>
            </a:extLst>
          </p:cNvPr>
          <p:cNvPicPr>
            <a:picLocks noGrp="1" noChangeAspect="1"/>
          </p:cNvPicPr>
          <p:nvPr>
            <p:ph type="clipArt" sz="quarter" idx="19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/>
      </p:pic>
      <p:pic>
        <p:nvPicPr>
          <p:cNvPr id="12" name="Online Image Placeholder 11" descr="Smart Phone">
            <a:extLst>
              <a:ext uri="{FF2B5EF4-FFF2-40B4-BE49-F238E27FC236}">
                <a16:creationId xmlns:a16="http://schemas.microsoft.com/office/drawing/2014/main" id="{4E709B75-16EA-4581-AED9-567DEF45A6B2}"/>
              </a:ext>
            </a:extLst>
          </p:cNvPr>
          <p:cNvPicPr>
            <a:picLocks noGrp="1" noChangeAspect="1"/>
          </p:cNvPicPr>
          <p:nvPr>
            <p:ph type="clipArt" sz="quarter" idx="20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30873" y="3118670"/>
            <a:ext cx="730250" cy="730250"/>
          </a:xfrm>
        </p:spPr>
      </p:pic>
      <p:pic>
        <p:nvPicPr>
          <p:cNvPr id="28" name="Online Image Placeholder 27" descr="Envelope">
            <a:extLst>
              <a:ext uri="{FF2B5EF4-FFF2-40B4-BE49-F238E27FC236}">
                <a16:creationId xmlns:a16="http://schemas.microsoft.com/office/drawing/2014/main" id="{D4D09222-33EB-4F99-9A89-51E2E1E97584}"/>
              </a:ext>
            </a:extLst>
          </p:cNvPr>
          <p:cNvPicPr>
            <a:picLocks noGrp="1" noChangeAspect="1"/>
          </p:cNvPicPr>
          <p:nvPr>
            <p:ph type="clipArt" sz="quarter" idx="21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070B25-2BBC-49AC-9CFA-1CD7195DF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Owais Hussain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2524A0-105C-4170-BB48-CD0756FB3D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+92 345-3174270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57A531-5B0F-485D-A015-BC78AD089B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16525" y="3903126"/>
            <a:ext cx="3572351" cy="518795"/>
          </a:xfrm>
        </p:spPr>
        <p:txBody>
          <a:bodyPr>
            <a:normAutofit fontScale="92500"/>
          </a:bodyPr>
          <a:lstStyle/>
          <a:p>
            <a:r>
              <a:rPr lang="en-US" dirty="0"/>
              <a:t>owais.hussain@kiet.edu.pk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C414-85D9-40D6-9BB3-5AF68A84F4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86288" y="5137992"/>
            <a:ext cx="7219423" cy="518795"/>
          </a:xfrm>
        </p:spPr>
        <p:txBody>
          <a:bodyPr/>
          <a:lstStyle/>
          <a:p>
            <a:r>
              <a:rPr lang="en-US" sz="1700" dirty="0"/>
              <a:t>https://www.researchgate.net/profile/Owais-Hussain-3</a:t>
            </a:r>
          </a:p>
        </p:txBody>
      </p:sp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resentation_Win32_LW_v2.potx" id="{3AEEB70B-72AA-432B-B699-7833EBF4B1FE}" vid="{14A49A59-25D4-4203-BE02-DE6939C7C5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3D9F223-918A-45AF-9B53-56AB9E5E21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55BB9993-D5F9-46FA-B2E5-80E3632E98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3147</TotalTime>
  <Words>2219</Words>
  <Application>Microsoft Office PowerPoint</Application>
  <PresentationFormat>Widescreen</PresentationFormat>
  <Paragraphs>272</Paragraphs>
  <Slides>19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0" baseType="lpstr">
      <vt:lpstr>-apple-system</vt:lpstr>
      <vt:lpstr>Arial</vt:lpstr>
      <vt:lpstr>Calibri</vt:lpstr>
      <vt:lpstr>Calibri Light</vt:lpstr>
      <vt:lpstr>Cascadia Code</vt:lpstr>
      <vt:lpstr>Cascadia Code Light</vt:lpstr>
      <vt:lpstr>Cascadia Code SemiLight</vt:lpstr>
      <vt:lpstr>Consolas</vt:lpstr>
      <vt:lpstr>Trebuchet MS</vt:lpstr>
      <vt:lpstr>Wingdings</vt:lpstr>
      <vt:lpstr>Office Theme</vt:lpstr>
      <vt:lpstr>Web APPLICATION Development (114155)</vt:lpstr>
      <vt:lpstr>Agenda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INFLUENCE MINING IN COMPLEX NETWORKS</dc:title>
  <dc:creator>Owais Ahmed</dc:creator>
  <cp:lastModifiedBy>Owais Ahmed</cp:lastModifiedBy>
  <cp:revision>250</cp:revision>
  <dcterms:created xsi:type="dcterms:W3CDTF">2022-11-22T20:08:03Z</dcterms:created>
  <dcterms:modified xsi:type="dcterms:W3CDTF">2023-10-14T11:55:59Z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