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448" r:id="rId5"/>
    <p:sldId id="2462" r:id="rId6"/>
    <p:sldId id="2528" r:id="rId7"/>
    <p:sldId id="2527" r:id="rId8"/>
    <p:sldId id="2529" r:id="rId9"/>
    <p:sldId id="2530" r:id="rId10"/>
    <p:sldId id="2531" r:id="rId11"/>
    <p:sldId id="2532" r:id="rId12"/>
    <p:sldId id="2533" r:id="rId13"/>
    <p:sldId id="2534" r:id="rId14"/>
    <p:sldId id="2535" r:id="rId15"/>
    <p:sldId id="243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9EC6DC-2EC1-4120-BB9F-606007DB316C}">
          <p14:sldIdLst>
            <p14:sldId id="2448"/>
            <p14:sldId id="2462"/>
            <p14:sldId id="2528"/>
            <p14:sldId id="2527"/>
            <p14:sldId id="2529"/>
            <p14:sldId id="2530"/>
            <p14:sldId id="2531"/>
            <p14:sldId id="2532"/>
            <p14:sldId id="2533"/>
            <p14:sldId id="2534"/>
            <p14:sldId id="2535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53F52"/>
    <a:srgbClr val="01023B"/>
    <a:srgbClr val="2F334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8ABC8-7F0A-45B5-962C-0EFB95FD664F}" v="1218" dt="2023-06-12T03:27:19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3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840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0FDD8DE3-F1AE-4516-94DB-A1902CE94C41}"/>
    <pc:docChg chg="undo custSel addSld delSld modSld sldOrd">
      <pc:chgData name="Owais Ahmed" userId="6abc7d4556b3b071" providerId="LiveId" clId="{0FDD8DE3-F1AE-4516-94DB-A1902CE94C41}" dt="2023-03-02T06:18:36.400" v="3919" actId="20577"/>
      <pc:docMkLst>
        <pc:docMk/>
      </pc:docMkLst>
      <pc:sldChg chg="del">
        <pc:chgData name="Owais Ahmed" userId="6abc7d4556b3b071" providerId="LiveId" clId="{0FDD8DE3-F1AE-4516-94DB-A1902CE94C41}" dt="2023-03-02T04:27:58.588" v="0" actId="47"/>
        <pc:sldMkLst>
          <pc:docMk/>
          <pc:sldMk cId="1287457047" sldId="522"/>
        </pc:sldMkLst>
      </pc:sldChg>
      <pc:sldChg chg="modSp mod">
        <pc:chgData name="Owais Ahmed" userId="6abc7d4556b3b071" providerId="LiveId" clId="{0FDD8DE3-F1AE-4516-94DB-A1902CE94C41}" dt="2023-03-02T04:34:37.750" v="253" actId="20577"/>
        <pc:sldMkLst>
          <pc:docMk/>
          <pc:sldMk cId="1649098948" sldId="2462"/>
        </pc:sldMkLst>
        <pc:spChg chg="mod">
          <ac:chgData name="Owais Ahmed" userId="6abc7d4556b3b071" providerId="LiveId" clId="{0FDD8DE3-F1AE-4516-94DB-A1902CE94C41}" dt="2023-03-02T04:34:37.750" v="25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modAnim modNotesTx">
        <pc:chgData name="Owais Ahmed" userId="6abc7d4556b3b071" providerId="LiveId" clId="{0FDD8DE3-F1AE-4516-94DB-A1902CE94C41}" dt="2023-03-02T04:56:35.318" v="824" actId="20577"/>
        <pc:sldMkLst>
          <pc:docMk/>
          <pc:sldMk cId="641030253" sldId="2479"/>
        </pc:sldMkLst>
        <pc:spChg chg="mod">
          <ac:chgData name="Owais Ahmed" userId="6abc7d4556b3b071" providerId="LiveId" clId="{0FDD8DE3-F1AE-4516-94DB-A1902CE94C41}" dt="2023-03-02T04:56:35.318" v="824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addSp delSp modSp add mod addAnim delAnim modAnim">
        <pc:chgData name="Owais Ahmed" userId="6abc7d4556b3b071" providerId="LiveId" clId="{0FDD8DE3-F1AE-4516-94DB-A1902CE94C41}" dt="2023-03-02T05:02:47.390" v="1015" actId="20577"/>
        <pc:sldMkLst>
          <pc:docMk/>
          <pc:sldMk cId="33298473" sldId="2480"/>
        </pc:sldMkLst>
        <pc:spChg chg="mod">
          <ac:chgData name="Owais Ahmed" userId="6abc7d4556b3b071" providerId="LiveId" clId="{0FDD8DE3-F1AE-4516-94DB-A1902CE94C41}" dt="2023-03-02T05:02:47.390" v="1015" actId="20577"/>
          <ac:spMkLst>
            <pc:docMk/>
            <pc:sldMk cId="33298473" sldId="2480"/>
            <ac:spMk id="3" creationId="{4A1C0383-58FE-E486-295E-B33B8683B938}"/>
          </ac:spMkLst>
        </pc:spChg>
        <pc:spChg chg="add del mod">
          <ac:chgData name="Owais Ahmed" userId="6abc7d4556b3b071" providerId="LiveId" clId="{0FDD8DE3-F1AE-4516-94DB-A1902CE94C41}" dt="2023-03-02T04:59:41.959" v="915" actId="478"/>
          <ac:spMkLst>
            <pc:docMk/>
            <pc:sldMk cId="33298473" sldId="2480"/>
            <ac:spMk id="4" creationId="{68AC28BA-EE78-7111-9C67-B260CC8C0AF1}"/>
          </ac:spMkLst>
        </pc:spChg>
        <pc:spChg chg="add del mod">
          <ac:chgData name="Owais Ahmed" userId="6abc7d4556b3b071" providerId="LiveId" clId="{0FDD8DE3-F1AE-4516-94DB-A1902CE94C41}" dt="2023-03-02T04:59:50.009" v="917"/>
          <ac:spMkLst>
            <pc:docMk/>
            <pc:sldMk cId="33298473" sldId="2480"/>
            <ac:spMk id="5" creationId="{3C596777-B16B-C4E4-DB12-E1F5A73BD828}"/>
          </ac:spMkLst>
        </pc:spChg>
        <pc:spChg chg="mod">
          <ac:chgData name="Owais Ahmed" userId="6abc7d4556b3b071" providerId="LiveId" clId="{0FDD8DE3-F1AE-4516-94DB-A1902CE94C41}" dt="2023-03-02T04:57:10.298" v="868" actId="20577"/>
          <ac:spMkLst>
            <pc:docMk/>
            <pc:sldMk cId="33298473" sldId="2480"/>
            <ac:spMk id="215" creationId="{00000000-0000-0000-0000-000000000000}"/>
          </ac:spMkLst>
        </pc:spChg>
        <pc:grpChg chg="add mod">
          <ac:chgData name="Owais Ahmed" userId="6abc7d4556b3b071" providerId="LiveId" clId="{0FDD8DE3-F1AE-4516-94DB-A1902CE94C41}" dt="2023-03-02T05:01:15.772" v="952" actId="1076"/>
          <ac:grpSpMkLst>
            <pc:docMk/>
            <pc:sldMk cId="33298473" sldId="2480"/>
            <ac:grpSpMk id="6" creationId="{FD589D9F-4290-70D5-647A-B064BD51AD0F}"/>
          </ac:grpSpMkLst>
        </pc:grpChg>
        <pc:graphicFrameChg chg="mod">
          <ac:chgData name="Owais Ahmed" userId="6abc7d4556b3b071" providerId="LiveId" clId="{0FDD8DE3-F1AE-4516-94DB-A1902CE94C41}" dt="2023-03-02T05:01:09.985" v="951" actId="1076"/>
          <ac:graphicFrameMkLst>
            <pc:docMk/>
            <pc:sldMk cId="33298473" sldId="2480"/>
            <ac:graphicFrameMk id="7" creationId="{7FAACA05-2AF8-65B6-3247-494C8D83A2A3}"/>
          </ac:graphicFrameMkLst>
        </pc:graphicFrameChg>
        <pc:graphicFrameChg chg="mod">
          <ac:chgData name="Owais Ahmed" userId="6abc7d4556b3b071" providerId="LiveId" clId="{0FDD8DE3-F1AE-4516-94DB-A1902CE94C41}" dt="2023-03-02T04:59:57.098" v="918"/>
          <ac:graphicFrameMkLst>
            <pc:docMk/>
            <pc:sldMk cId="33298473" sldId="2480"/>
            <ac:graphicFrameMk id="8" creationId="{499CFD65-868C-4833-4C17-404622B9360F}"/>
          </ac:graphicFrameMkLst>
        </pc:graphicFrameChg>
        <pc:graphicFrameChg chg="mod">
          <ac:chgData name="Owais Ahmed" userId="6abc7d4556b3b071" providerId="LiveId" clId="{0FDD8DE3-F1AE-4516-94DB-A1902CE94C41}" dt="2023-03-02T05:01:05.734" v="949" actId="1076"/>
          <ac:graphicFrameMkLst>
            <pc:docMk/>
            <pc:sldMk cId="33298473" sldId="2480"/>
            <ac:graphicFrameMk id="9" creationId="{05B7410C-9230-9514-6EE0-C6BB6D00E65A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04:45.391" v="1131" actId="20577"/>
        <pc:sldMkLst>
          <pc:docMk/>
          <pc:sldMk cId="2242574499" sldId="2481"/>
        </pc:sldMkLst>
        <pc:spChg chg="mod">
          <ac:chgData name="Owais Ahmed" userId="6abc7d4556b3b071" providerId="LiveId" clId="{0FDD8DE3-F1AE-4516-94DB-A1902CE94C41}" dt="2023-03-02T05:04:45.391" v="1131" actId="20577"/>
          <ac:spMkLst>
            <pc:docMk/>
            <pc:sldMk cId="2242574499" sldId="2481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4:04.357" v="1104" actId="478"/>
          <ac:grpSpMkLst>
            <pc:docMk/>
            <pc:sldMk cId="2242574499" sldId="2481"/>
            <ac:grpSpMk id="6" creationId="{FD589D9F-4290-70D5-647A-B064BD51AD0F}"/>
          </ac:grpSpMkLst>
        </pc:grpChg>
        <pc:graphicFrameChg chg="add mod">
          <ac:chgData name="Owais Ahmed" userId="6abc7d4556b3b071" providerId="LiveId" clId="{0FDD8DE3-F1AE-4516-94DB-A1902CE94C41}" dt="2023-03-02T05:04:13.311" v="1107" actId="1076"/>
          <ac:graphicFrameMkLst>
            <pc:docMk/>
            <pc:sldMk cId="2242574499" sldId="2481"/>
            <ac:graphicFrameMk id="4" creationId="{A4BC4EBA-3876-6BF4-89C0-19210A8CD91E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07:54.229" v="1274"/>
        <pc:sldMkLst>
          <pc:docMk/>
          <pc:sldMk cId="3554497857" sldId="2482"/>
        </pc:sldMkLst>
        <pc:spChg chg="mod">
          <ac:chgData name="Owais Ahmed" userId="6abc7d4556b3b071" providerId="LiveId" clId="{0FDD8DE3-F1AE-4516-94DB-A1902CE94C41}" dt="2023-03-02T05:07:34.050" v="1267" actId="14100"/>
          <ac:spMkLst>
            <pc:docMk/>
            <pc:sldMk cId="3554497857" sldId="2482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7" creationId="{C4E1FD69-13E5-3FE3-DBBD-F4EDBD0B454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8" creationId="{A3151781-A385-D86F-D674-1B13A34E15FD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9" creationId="{7FEA710A-3158-0DA2-73B7-9B738D7CB45C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0" creationId="{4E343397-BF21-8FB1-2BA8-F2FBF2316C97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1" creationId="{CE1638A0-80E0-117E-C1B2-FD5E695BDC5B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2" creationId="{B708FF02-D0A1-390F-D4A4-141B061E2351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3" creationId="{9D5025B5-0745-F2E3-16E8-8CA67BAAD609}"/>
          </ac:spMkLst>
        </pc:spChg>
        <pc:grpChg chg="add del mod">
          <ac:chgData name="Owais Ahmed" userId="6abc7d4556b3b071" providerId="LiveId" clId="{0FDD8DE3-F1AE-4516-94DB-A1902CE94C41}" dt="2023-03-02T05:07:49.003" v="1273" actId="1076"/>
          <ac:grpSpMkLst>
            <pc:docMk/>
            <pc:sldMk cId="3554497857" sldId="2482"/>
            <ac:grpSpMk id="5" creationId="{94258CDA-92B0-B5D6-384D-F2A3E75B7760}"/>
          </ac:grpSpMkLst>
        </pc:grpChg>
        <pc:graphicFrameChg chg="del">
          <ac:chgData name="Owais Ahmed" userId="6abc7d4556b3b071" providerId="LiveId" clId="{0FDD8DE3-F1AE-4516-94DB-A1902CE94C41}" dt="2023-03-02T05:06:19.043" v="1232" actId="478"/>
          <ac:graphicFrameMkLst>
            <pc:docMk/>
            <pc:sldMk cId="3554497857" sldId="2482"/>
            <ac:graphicFrameMk id="4" creationId="{A4BC4EBA-3876-6BF4-89C0-19210A8CD91E}"/>
          </ac:graphicFrameMkLst>
        </pc:graphicFrameChg>
        <pc:graphicFrameChg chg="mod">
          <ac:chgData name="Owais Ahmed" userId="6abc7d4556b3b071" providerId="LiveId" clId="{0FDD8DE3-F1AE-4516-94DB-A1902CE94C41}" dt="2023-03-02T05:07:49.003" v="1273" actId="1076"/>
          <ac:graphicFrameMkLst>
            <pc:docMk/>
            <pc:sldMk cId="3554497857" sldId="2482"/>
            <ac:graphicFrameMk id="6" creationId="{E263AE06-16F9-EA63-2B55-AFAFDFF05400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12:04.645" v="1365" actId="20577"/>
        <pc:sldMkLst>
          <pc:docMk/>
          <pc:sldMk cId="677534828" sldId="2483"/>
        </pc:sldMkLst>
        <pc:spChg chg="mod">
          <ac:chgData name="Owais Ahmed" userId="6abc7d4556b3b071" providerId="LiveId" clId="{0FDD8DE3-F1AE-4516-94DB-A1902CE94C41}" dt="2023-03-02T05:12:04.645" v="1365" actId="20577"/>
          <ac:spMkLst>
            <pc:docMk/>
            <pc:sldMk cId="677534828" sldId="2483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8:35.450" v="1276" actId="478"/>
          <ac:grpSpMkLst>
            <pc:docMk/>
            <pc:sldMk cId="677534828" sldId="2483"/>
            <ac:grpSpMk id="5" creationId="{94258CDA-92B0-B5D6-384D-F2A3E75B7760}"/>
          </ac:grpSpMkLst>
        </pc:grpChg>
        <pc:graphicFrameChg chg="add mod">
          <ac:chgData name="Owais Ahmed" userId="6abc7d4556b3b071" providerId="LiveId" clId="{0FDD8DE3-F1AE-4516-94DB-A1902CE94C41}" dt="2023-03-02T05:09:36.384" v="1301" actId="1076"/>
          <ac:graphicFrameMkLst>
            <pc:docMk/>
            <pc:sldMk cId="677534828" sldId="2483"/>
            <ac:graphicFrameMk id="4" creationId="{976AB35B-B8A7-3F4B-F4BD-5863694BCC5D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19:22.243" v="1681" actId="20577"/>
        <pc:sldMkLst>
          <pc:docMk/>
          <pc:sldMk cId="278977406" sldId="2484"/>
        </pc:sldMkLst>
        <pc:spChg chg="mod">
          <ac:chgData name="Owais Ahmed" userId="6abc7d4556b3b071" providerId="LiveId" clId="{0FDD8DE3-F1AE-4516-94DB-A1902CE94C41}" dt="2023-03-02T05:19:22.243" v="1681" actId="20577"/>
          <ac:spMkLst>
            <pc:docMk/>
            <pc:sldMk cId="278977406" sldId="2484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7" creationId="{55BA099A-CF9D-DA01-089D-3FB73BCCDF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8" creationId="{8B5CD697-AFB4-87A3-6AE0-3E13DFFBFE9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9" creationId="{14D7CFE0-500B-EE3E-0916-F312008148C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1" creationId="{43214471-716B-DD60-6ABE-109DFA2705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3" creationId="{FAA990E2-2821-A383-E799-8067629CA75C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5" creationId="{7DA1DB7D-B35C-DE61-9AFF-134B326B0FD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6" creationId="{29E538EA-8887-71D8-6567-6AE1C312A98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7" creationId="{FCAA705B-E173-3247-BD24-8A5E9844FF2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8" creationId="{FD1EE0E5-528C-1471-6132-2C95A8FF34DB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9" creationId="{8638A1AB-9E42-C187-D2AC-D9C9A3F3A5D1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0" creationId="{FB75DA1E-A533-0DC9-6375-3B13FE54D5F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1" creationId="{05D4747D-C55A-27A8-A503-97067BF659C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2" creationId="{060909E4-FC5A-F3CB-0DCE-7A6B2C8D85FE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3" creationId="{A34C6B58-56E8-825F-57FF-2ED8615E707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4" creationId="{97FFB713-4A4F-385D-29BA-E73F9F9AF40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5" creationId="{83D4EE20-4465-2F99-20E4-96B41FE72BA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6" creationId="{CBD0581F-8EAF-DD54-9931-F722097CCF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7" creationId="{65B31570-2F7D-A625-6849-372E2DEECD85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8" creationId="{EF6A9AF1-BD6E-86CB-85D2-48629D499C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9" creationId="{598807CE-1E04-5612-F554-B4F4EF64953A}"/>
          </ac:spMkLst>
        </pc:spChg>
        <pc:grpChg chg="add 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5" creationId="{F299F5F0-22E0-D1A1-49CA-0FA87EC7C3F5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0" creationId="{5F8B08D4-6C65-A4B4-7200-EEB2C72E35C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2" creationId="{C08FEAF3-94E6-1EEA-45F3-B6619E86138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4" creationId="{65F0AE59-9C85-3533-161C-A401EAF2021F}"/>
          </ac:grpSpMkLst>
        </pc:grpChg>
        <pc:graphicFrameChg chg="del">
          <ac:chgData name="Owais Ahmed" userId="6abc7d4556b3b071" providerId="LiveId" clId="{0FDD8DE3-F1AE-4516-94DB-A1902CE94C41}" dt="2023-03-02T05:12:28.584" v="1367" actId="478"/>
          <ac:graphicFrameMkLst>
            <pc:docMk/>
            <pc:sldMk cId="278977406" sldId="2484"/>
            <ac:graphicFrameMk id="4" creationId="{976AB35B-B8A7-3F4B-F4BD-5863694BCC5D}"/>
          </ac:graphicFrameMkLst>
        </pc:graphicFrameChg>
        <pc:graphicFrameChg chg="mod">
          <ac:chgData name="Owais Ahmed" userId="6abc7d4556b3b071" providerId="LiveId" clId="{0FDD8DE3-F1AE-4516-94DB-A1902CE94C41}" dt="2023-03-02T05:16:06.728" v="1373" actId="1076"/>
          <ac:graphicFrameMkLst>
            <pc:docMk/>
            <pc:sldMk cId="278977406" sldId="2484"/>
            <ac:graphicFrameMk id="6" creationId="{D6062A98-8C21-5037-803E-40FA7421CEF0}"/>
          </ac:graphicFrameMkLst>
        </pc:graphicFrameChg>
      </pc:sldChg>
      <pc:sldChg chg="add del">
        <pc:chgData name="Owais Ahmed" userId="6abc7d4556b3b071" providerId="LiveId" clId="{0FDD8DE3-F1AE-4516-94DB-A1902CE94C41}" dt="2023-03-02T04:35:20.256" v="256" actId="47"/>
        <pc:sldMkLst>
          <pc:docMk/>
          <pc:sldMk cId="2426892836" sldId="2485"/>
        </pc:sldMkLst>
      </pc:sldChg>
      <pc:sldChg chg="delSp modSp add mod modAnim">
        <pc:chgData name="Owais Ahmed" userId="6abc7d4556b3b071" providerId="LiveId" clId="{0FDD8DE3-F1AE-4516-94DB-A1902CE94C41}" dt="2023-03-02T05:33:14.169" v="1944" actId="20577"/>
        <pc:sldMkLst>
          <pc:docMk/>
          <pc:sldMk cId="2995985000" sldId="2485"/>
        </pc:sldMkLst>
        <pc:spChg chg="mod">
          <ac:chgData name="Owais Ahmed" userId="6abc7d4556b3b071" providerId="LiveId" clId="{0FDD8DE3-F1AE-4516-94DB-A1902CE94C41}" dt="2023-03-02T05:33:14.169" v="1944" actId="20577"/>
          <ac:spMkLst>
            <pc:docMk/>
            <pc:sldMk cId="2995985000" sldId="2485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19:52.045" v="1683" actId="478"/>
          <ac:grpSpMkLst>
            <pc:docMk/>
            <pc:sldMk cId="2995985000" sldId="2485"/>
            <ac:grpSpMk id="5" creationId="{F299F5F0-22E0-D1A1-49CA-0FA87EC7C3F5}"/>
          </ac:grpSpMkLst>
        </pc:grpChg>
      </pc:sldChg>
      <pc:sldChg chg="modSp add mod modAnim">
        <pc:chgData name="Owais Ahmed" userId="6abc7d4556b3b071" providerId="LiveId" clId="{0FDD8DE3-F1AE-4516-94DB-A1902CE94C41}" dt="2023-03-02T05:36:18.701" v="2006" actId="20577"/>
        <pc:sldMkLst>
          <pc:docMk/>
          <pc:sldMk cId="1088870247" sldId="2486"/>
        </pc:sldMkLst>
        <pc:spChg chg="mod">
          <ac:chgData name="Owais Ahmed" userId="6abc7d4556b3b071" providerId="LiveId" clId="{0FDD8DE3-F1AE-4516-94DB-A1902CE94C41}" dt="2023-03-02T05:36:18.701" v="2006" actId="20577"/>
          <ac:spMkLst>
            <pc:docMk/>
            <pc:sldMk cId="1088870247" sldId="2486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33:51.460" v="1964" actId="5793"/>
          <ac:spMkLst>
            <pc:docMk/>
            <pc:sldMk cId="1088870247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0FDD8DE3-F1AE-4516-94DB-A1902CE94C41}" dt="2023-03-02T04:35:18.933" v="254" actId="47"/>
        <pc:sldMkLst>
          <pc:docMk/>
          <pc:sldMk cId="3132224988" sldId="2486"/>
        </pc:sldMkLst>
      </pc:sldChg>
      <pc:sldChg chg="addSp modSp add mod ord modAnim modNotesTx">
        <pc:chgData name="Owais Ahmed" userId="6abc7d4556b3b071" providerId="LiveId" clId="{0FDD8DE3-F1AE-4516-94DB-A1902CE94C41}" dt="2023-03-02T05:44:54.853" v="2642" actId="20577"/>
        <pc:sldMkLst>
          <pc:docMk/>
          <pc:sldMk cId="1653736541" sldId="2487"/>
        </pc:sldMkLst>
        <pc:spChg chg="mod">
          <ac:chgData name="Owais Ahmed" userId="6abc7d4556b3b071" providerId="LiveId" clId="{0FDD8DE3-F1AE-4516-94DB-A1902CE94C41}" dt="2023-03-02T05:44:06.203" v="2472" actId="20577"/>
          <ac:spMkLst>
            <pc:docMk/>
            <pc:sldMk cId="1653736541" sldId="2487"/>
            <ac:spMk id="3" creationId="{4A1C0383-58FE-E486-295E-B33B8683B938}"/>
          </ac:spMkLst>
        </pc:spChg>
        <pc:graphicFrameChg chg="add mod">
          <ac:chgData name="Owais Ahmed" userId="6abc7d4556b3b071" providerId="LiveId" clId="{0FDD8DE3-F1AE-4516-94DB-A1902CE94C41}" dt="2023-03-02T05:40:24.446" v="2091" actId="1076"/>
          <ac:graphicFrameMkLst>
            <pc:docMk/>
            <pc:sldMk cId="1653736541" sldId="2487"/>
            <ac:graphicFrameMk id="4" creationId="{B20B5C78-0431-0648-1A9D-66005AC79585}"/>
          </ac:graphicFrameMkLst>
        </pc:graphicFrameChg>
      </pc:sldChg>
      <pc:sldChg chg="add del">
        <pc:chgData name="Owais Ahmed" userId="6abc7d4556b3b071" providerId="LiveId" clId="{0FDD8DE3-F1AE-4516-94DB-A1902CE94C41}" dt="2023-03-02T05:39:42.723" v="2008" actId="2890"/>
        <pc:sldMkLst>
          <pc:docMk/>
          <pc:sldMk cId="1743220608" sldId="2487"/>
        </pc:sldMkLst>
      </pc:sldChg>
      <pc:sldChg chg="addSp modSp add mod ord modAnim">
        <pc:chgData name="Owais Ahmed" userId="6abc7d4556b3b071" providerId="LiveId" clId="{0FDD8DE3-F1AE-4516-94DB-A1902CE94C41}" dt="2023-03-02T05:49:25.027" v="2865"/>
        <pc:sldMkLst>
          <pc:docMk/>
          <pc:sldMk cId="633565940" sldId="2488"/>
        </pc:sldMkLst>
        <pc:spChg chg="mod">
          <ac:chgData name="Owais Ahmed" userId="6abc7d4556b3b071" providerId="LiveId" clId="{0FDD8DE3-F1AE-4516-94DB-A1902CE94C41}" dt="2023-03-02T05:47:02.045" v="2843" actId="14100"/>
          <ac:spMkLst>
            <pc:docMk/>
            <pc:sldMk cId="633565940" sldId="2488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45:50.131" v="2672" actId="20577"/>
          <ac:spMkLst>
            <pc:docMk/>
            <pc:sldMk cId="633565940" sldId="2488"/>
            <ac:spMk id="215" creationId="{00000000-0000-0000-0000-000000000000}"/>
          </ac:spMkLst>
        </pc:spChg>
        <pc:picChg chg="add mod">
          <ac:chgData name="Owais Ahmed" userId="6abc7d4556b3b071" providerId="LiveId" clId="{0FDD8DE3-F1AE-4516-94DB-A1902CE94C41}" dt="2023-03-02T05:48:56.135" v="2858" actId="1076"/>
          <ac:picMkLst>
            <pc:docMk/>
            <pc:sldMk cId="633565940" sldId="2488"/>
            <ac:picMk id="4" creationId="{2FB2FA82-BF57-F914-975C-C5DBC8806F68}"/>
          </ac:picMkLst>
        </pc:picChg>
        <pc:picChg chg="add mod">
          <ac:chgData name="Owais Ahmed" userId="6abc7d4556b3b071" providerId="LiveId" clId="{0FDD8DE3-F1AE-4516-94DB-A1902CE94C41}" dt="2023-03-02T05:48:58.691" v="2859" actId="1076"/>
          <ac:picMkLst>
            <pc:docMk/>
            <pc:sldMk cId="633565940" sldId="2488"/>
            <ac:picMk id="5" creationId="{1673933C-07C7-2F84-9017-8484D30A66DF}"/>
          </ac:picMkLst>
        </pc:picChg>
        <pc:picChg chg="add mod">
          <ac:chgData name="Owais Ahmed" userId="6abc7d4556b3b071" providerId="LiveId" clId="{0FDD8DE3-F1AE-4516-94DB-A1902CE94C41}" dt="2023-03-02T05:49:02.148" v="2860" actId="1076"/>
          <ac:picMkLst>
            <pc:docMk/>
            <pc:sldMk cId="633565940" sldId="2488"/>
            <ac:picMk id="6" creationId="{1382AA95-4B26-3C7F-D081-29C805830DC9}"/>
          </ac:picMkLst>
        </pc:picChg>
      </pc:sldChg>
      <pc:sldChg chg="add del">
        <pc:chgData name="Owais Ahmed" userId="6abc7d4556b3b071" providerId="LiveId" clId="{0FDD8DE3-F1AE-4516-94DB-A1902CE94C41}" dt="2023-03-02T04:35:19.865" v="255" actId="47"/>
        <pc:sldMkLst>
          <pc:docMk/>
          <pc:sldMk cId="918376006" sldId="2488"/>
        </pc:sldMkLst>
      </pc:sldChg>
      <pc:sldChg chg="add del">
        <pc:chgData name="Owais Ahmed" userId="6abc7d4556b3b071" providerId="LiveId" clId="{0FDD8DE3-F1AE-4516-94DB-A1902CE94C41}" dt="2023-03-02T05:49:58.669" v="2867" actId="2890"/>
        <pc:sldMkLst>
          <pc:docMk/>
          <pc:sldMk cId="1383689140" sldId="2489"/>
        </pc:sldMkLst>
      </pc:sldChg>
      <pc:sldChg chg="del">
        <pc:chgData name="Owais Ahmed" userId="6abc7d4556b3b071" providerId="LiveId" clId="{0FDD8DE3-F1AE-4516-94DB-A1902CE94C41}" dt="2023-03-02T04:35:21.399" v="257" actId="47"/>
        <pc:sldMkLst>
          <pc:docMk/>
          <pc:sldMk cId="3454217637" sldId="2489"/>
        </pc:sldMkLst>
      </pc:sldChg>
      <pc:sldChg chg="addSp delSp modSp add mod ord delAnim modAnim modNotesTx">
        <pc:chgData name="Owais Ahmed" userId="6abc7d4556b3b071" providerId="LiveId" clId="{0FDD8DE3-F1AE-4516-94DB-A1902CE94C41}" dt="2023-03-02T06:09:59.743" v="3278" actId="20577"/>
        <pc:sldMkLst>
          <pc:docMk/>
          <pc:sldMk cId="4108314565" sldId="2489"/>
        </pc:sldMkLst>
        <pc:spChg chg="mod">
          <ac:chgData name="Owais Ahmed" userId="6abc7d4556b3b071" providerId="LiveId" clId="{0FDD8DE3-F1AE-4516-94DB-A1902CE94C41}" dt="2023-03-02T05:50:58.643" v="2914" actId="20577"/>
          <ac:spMkLst>
            <pc:docMk/>
            <pc:sldMk cId="4108314565" sldId="2489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09:59.743" v="3278" actId="20577"/>
          <ac:spMkLst>
            <pc:docMk/>
            <pc:sldMk cId="4108314565" sldId="2489"/>
            <ac:spMk id="215" creationId="{00000000-0000-0000-0000-000000000000}"/>
          </ac:spMkLst>
        </pc:spChg>
        <pc:graphicFrameChg chg="del">
          <ac:chgData name="Owais Ahmed" userId="6abc7d4556b3b071" providerId="LiveId" clId="{0FDD8DE3-F1AE-4516-94DB-A1902CE94C41}" dt="2023-03-02T05:50:05.565" v="2871" actId="478"/>
          <ac:graphicFrameMkLst>
            <pc:docMk/>
            <pc:sldMk cId="4108314565" sldId="2489"/>
            <ac:graphicFrameMk id="4" creationId="{B20B5C78-0431-0648-1A9D-66005AC79585}"/>
          </ac:graphicFrameMkLst>
        </pc:graphicFrameChg>
        <pc:picChg chg="add mod">
          <ac:chgData name="Owais Ahmed" userId="6abc7d4556b3b071" providerId="LiveId" clId="{0FDD8DE3-F1AE-4516-94DB-A1902CE94C41}" dt="2023-03-02T05:51:07.524" v="2916" actId="1076"/>
          <ac:picMkLst>
            <pc:docMk/>
            <pc:sldMk cId="4108314565" sldId="2489"/>
            <ac:picMk id="5" creationId="{5A6BCF36-6817-EFD4-1129-7D5CE1797EBB}"/>
          </ac:picMkLst>
        </pc:picChg>
      </pc:sldChg>
      <pc:sldChg chg="addSp delSp modSp add mod modAnim modNotesTx">
        <pc:chgData name="Owais Ahmed" userId="6abc7d4556b3b071" providerId="LiveId" clId="{0FDD8DE3-F1AE-4516-94DB-A1902CE94C41}" dt="2023-03-02T06:15:51.487" v="3719" actId="20577"/>
        <pc:sldMkLst>
          <pc:docMk/>
          <pc:sldMk cId="768465522" sldId="2490"/>
        </pc:sldMkLst>
        <pc:spChg chg="mod">
          <ac:chgData name="Owais Ahmed" userId="6abc7d4556b3b071" providerId="LiveId" clId="{0FDD8DE3-F1AE-4516-94DB-A1902CE94C41}" dt="2023-03-02T06:15:51.487" v="3719" actId="20577"/>
          <ac:spMkLst>
            <pc:docMk/>
            <pc:sldMk cId="768465522" sldId="2490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11:16.290" v="3377" actId="20577"/>
          <ac:spMkLst>
            <pc:docMk/>
            <pc:sldMk cId="768465522" sldId="2490"/>
            <ac:spMk id="215" creationId="{00000000-0000-0000-0000-000000000000}"/>
          </ac:spMkLst>
        </pc:spChg>
        <pc:graphicFrameChg chg="add mod">
          <ac:chgData name="Owais Ahmed" userId="6abc7d4556b3b071" providerId="LiveId" clId="{0FDD8DE3-F1AE-4516-94DB-A1902CE94C41}" dt="2023-03-02T06:15:17.787" v="3695" actId="1076"/>
          <ac:graphicFrameMkLst>
            <pc:docMk/>
            <pc:sldMk cId="768465522" sldId="2490"/>
            <ac:graphicFrameMk id="4" creationId="{31FA3D9A-2BB8-CD33-B422-49DC2DF7C247}"/>
          </ac:graphicFrameMkLst>
        </pc:graphicFrameChg>
        <pc:picChg chg="del">
          <ac:chgData name="Owais Ahmed" userId="6abc7d4556b3b071" providerId="LiveId" clId="{0FDD8DE3-F1AE-4516-94DB-A1902CE94C41}" dt="2023-03-02T06:10:13.529" v="3280" actId="478"/>
          <ac:picMkLst>
            <pc:docMk/>
            <pc:sldMk cId="768465522" sldId="2490"/>
            <ac:picMk id="5" creationId="{5A6BCF36-6817-EFD4-1129-7D5CE1797EBB}"/>
          </ac:picMkLst>
        </pc:picChg>
      </pc:sldChg>
      <pc:sldChg chg="del">
        <pc:chgData name="Owais Ahmed" userId="6abc7d4556b3b071" providerId="LiveId" clId="{0FDD8DE3-F1AE-4516-94DB-A1902CE94C41}" dt="2023-03-02T04:35:21.935" v="258" actId="47"/>
        <pc:sldMkLst>
          <pc:docMk/>
          <pc:sldMk cId="3828703945" sldId="2490"/>
        </pc:sldMkLst>
      </pc:sldChg>
      <pc:sldChg chg="del">
        <pc:chgData name="Owais Ahmed" userId="6abc7d4556b3b071" providerId="LiveId" clId="{0FDD8DE3-F1AE-4516-94DB-A1902CE94C41}" dt="2023-03-02T04:35:23.076" v="259" actId="47"/>
        <pc:sldMkLst>
          <pc:docMk/>
          <pc:sldMk cId="1696537967" sldId="2491"/>
        </pc:sldMkLst>
      </pc:sldChg>
      <pc:sldChg chg="modSp add modAnim">
        <pc:chgData name="Owais Ahmed" userId="6abc7d4556b3b071" providerId="LiveId" clId="{0FDD8DE3-F1AE-4516-94DB-A1902CE94C41}" dt="2023-03-02T06:18:36.400" v="3919" actId="20577"/>
        <pc:sldMkLst>
          <pc:docMk/>
          <pc:sldMk cId="3640078836" sldId="2491"/>
        </pc:sldMkLst>
        <pc:spChg chg="mod">
          <ac:chgData name="Owais Ahmed" userId="6abc7d4556b3b071" providerId="LiveId" clId="{0FDD8DE3-F1AE-4516-94DB-A1902CE94C41}" dt="2023-03-02T06:18:36.400" v="3919" actId="20577"/>
          <ac:spMkLst>
            <pc:docMk/>
            <pc:sldMk cId="3640078836" sldId="2491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C9A5A1DE-6E17-43F1-AFFA-55A6006B25F1}"/>
    <pc:docChg chg="undo custSel addSld delSld modSld sldOrd modSection">
      <pc:chgData name="Owais Ahmed" userId="6abc7d4556b3b071" providerId="LiveId" clId="{C9A5A1DE-6E17-43F1-AFFA-55A6006B25F1}" dt="2023-06-09T02:32:23.086" v="2580" actId="20577"/>
      <pc:docMkLst>
        <pc:docMk/>
      </pc:docMkLst>
      <pc:sldChg chg="modSp mod">
        <pc:chgData name="Owais Ahmed" userId="6abc7d4556b3b071" providerId="LiveId" clId="{C9A5A1DE-6E17-43F1-AFFA-55A6006B25F1}" dt="2023-06-09T02:30:58.026" v="2359" actId="20577"/>
        <pc:sldMkLst>
          <pc:docMk/>
          <pc:sldMk cId="1649098948" sldId="2462"/>
        </pc:sldMkLst>
        <pc:spChg chg="mod">
          <ac:chgData name="Owais Ahmed" userId="6abc7d4556b3b071" providerId="LiveId" clId="{C9A5A1DE-6E17-43F1-AFFA-55A6006B25F1}" dt="2023-06-09T02:30:58.026" v="235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 mod ord modAnim">
        <pc:chgData name="Owais Ahmed" userId="6abc7d4556b3b071" providerId="LiveId" clId="{C9A5A1DE-6E17-43F1-AFFA-55A6006B25F1}" dt="2023-06-09T02:12:56.865" v="1512"/>
        <pc:sldMkLst>
          <pc:docMk/>
          <pc:sldMk cId="3362433709" sldId="2527"/>
        </pc:sldMkLst>
        <pc:spChg chg="mod">
          <ac:chgData name="Owais Ahmed" userId="6abc7d4556b3b071" providerId="LiveId" clId="{C9A5A1DE-6E17-43F1-AFFA-55A6006B25F1}" dt="2023-06-09T02:12:31.230" v="1509" actId="20577"/>
          <ac:spMkLst>
            <pc:docMk/>
            <pc:sldMk cId="3362433709" sldId="2527"/>
            <ac:spMk id="3" creationId="{4A1C0383-58FE-E486-295E-B33B8683B938}"/>
          </ac:spMkLst>
        </pc:spChg>
        <pc:spChg chg="mod">
          <ac:chgData name="Owais Ahmed" userId="6abc7d4556b3b071" providerId="LiveId" clId="{C9A5A1DE-6E17-43F1-AFFA-55A6006B25F1}" dt="2023-06-09T02:05:28.997" v="1002" actId="20577"/>
          <ac:spMkLst>
            <pc:docMk/>
            <pc:sldMk cId="3362433709" sldId="2527"/>
            <ac:spMk id="215" creationId="{00000000-0000-0000-0000-000000000000}"/>
          </ac:spMkLst>
        </pc:spChg>
        <pc:picChg chg="add del mod">
          <ac:chgData name="Owais Ahmed" userId="6abc7d4556b3b071" providerId="LiveId" clId="{C9A5A1DE-6E17-43F1-AFFA-55A6006B25F1}" dt="2023-06-09T02:04:00.742" v="898" actId="478"/>
          <ac:picMkLst>
            <pc:docMk/>
            <pc:sldMk cId="3362433709" sldId="2527"/>
            <ac:picMk id="1026" creationId="{69CCA261-7FF0-A388-D6F8-3F241266E586}"/>
          </ac:picMkLst>
        </pc:picChg>
        <pc:picChg chg="add del mod">
          <ac:chgData name="Owais Ahmed" userId="6abc7d4556b3b071" providerId="LiveId" clId="{C9A5A1DE-6E17-43F1-AFFA-55A6006B25F1}" dt="2023-06-09T02:04:00.332" v="897" actId="478"/>
          <ac:picMkLst>
            <pc:docMk/>
            <pc:sldMk cId="3362433709" sldId="2527"/>
            <ac:picMk id="1028" creationId="{3DFDF19A-52A3-6015-04A9-772E24EA1FBE}"/>
          </ac:picMkLst>
        </pc:picChg>
        <pc:picChg chg="add del mod">
          <ac:chgData name="Owais Ahmed" userId="6abc7d4556b3b071" providerId="LiveId" clId="{C9A5A1DE-6E17-43F1-AFFA-55A6006B25F1}" dt="2023-06-09T01:59:14.563" v="803" actId="478"/>
          <ac:picMkLst>
            <pc:docMk/>
            <pc:sldMk cId="3362433709" sldId="2527"/>
            <ac:picMk id="1030" creationId="{39891B40-2B92-4270-7BC3-773FFFB64051}"/>
          </ac:picMkLst>
        </pc:picChg>
        <pc:picChg chg="add del mod">
          <ac:chgData name="Owais Ahmed" userId="6abc7d4556b3b071" providerId="LiveId" clId="{C9A5A1DE-6E17-43F1-AFFA-55A6006B25F1}" dt="2023-06-09T01:59:14.117" v="802" actId="478"/>
          <ac:picMkLst>
            <pc:docMk/>
            <pc:sldMk cId="3362433709" sldId="2527"/>
            <ac:picMk id="1032" creationId="{7AE32A2B-BE1A-1667-476F-5CF01A884C4B}"/>
          </ac:picMkLst>
        </pc:picChg>
        <pc:picChg chg="add mod">
          <ac:chgData name="Owais Ahmed" userId="6abc7d4556b3b071" providerId="LiveId" clId="{C9A5A1DE-6E17-43F1-AFFA-55A6006B25F1}" dt="2023-06-09T02:11:49.792" v="1430" actId="1076"/>
          <ac:picMkLst>
            <pc:docMk/>
            <pc:sldMk cId="3362433709" sldId="2527"/>
            <ac:picMk id="1034" creationId="{3D901825-623B-6277-FE2A-710D60BE2D60}"/>
          </ac:picMkLst>
        </pc:picChg>
        <pc:picChg chg="add mod">
          <ac:chgData name="Owais Ahmed" userId="6abc7d4556b3b071" providerId="LiveId" clId="{C9A5A1DE-6E17-43F1-AFFA-55A6006B25F1}" dt="2023-06-09T02:11:48.193" v="1429" actId="1076"/>
          <ac:picMkLst>
            <pc:docMk/>
            <pc:sldMk cId="3362433709" sldId="2527"/>
            <ac:picMk id="1036" creationId="{FEDB5CAC-EDD9-BE4A-30FB-2AA775A3390B}"/>
          </ac:picMkLst>
        </pc:picChg>
      </pc:sldChg>
      <pc:sldChg chg="addSp modSp add mod modAnim">
        <pc:chgData name="Owais Ahmed" userId="6abc7d4556b3b071" providerId="LiveId" clId="{C9A5A1DE-6E17-43F1-AFFA-55A6006B25F1}" dt="2023-06-09T02:05:19.241" v="996" actId="27636"/>
        <pc:sldMkLst>
          <pc:docMk/>
          <pc:sldMk cId="1152499646" sldId="2528"/>
        </pc:sldMkLst>
        <pc:spChg chg="mod">
          <ac:chgData name="Owais Ahmed" userId="6abc7d4556b3b071" providerId="LiveId" clId="{C9A5A1DE-6E17-43F1-AFFA-55A6006B25F1}" dt="2023-06-09T02:05:19.241" v="996" actId="27636"/>
          <ac:spMkLst>
            <pc:docMk/>
            <pc:sldMk cId="1152499646" sldId="2528"/>
            <ac:spMk id="3" creationId="{4A1C0383-58FE-E486-295E-B33B8683B938}"/>
          </ac:spMkLst>
        </pc:spChg>
        <pc:picChg chg="add mod">
          <ac:chgData name="Owais Ahmed" userId="6abc7d4556b3b071" providerId="LiveId" clId="{C9A5A1DE-6E17-43F1-AFFA-55A6006B25F1}" dt="2023-06-09T02:01:36.060" v="873" actId="1076"/>
          <ac:picMkLst>
            <pc:docMk/>
            <pc:sldMk cId="1152499646" sldId="2528"/>
            <ac:picMk id="2050" creationId="{229BF613-7A40-2281-B6BC-37FCBB857E19}"/>
          </ac:picMkLst>
        </pc:picChg>
        <pc:picChg chg="add mod">
          <ac:chgData name="Owais Ahmed" userId="6abc7d4556b3b071" providerId="LiveId" clId="{C9A5A1DE-6E17-43F1-AFFA-55A6006B25F1}" dt="2023-06-09T02:02:08.668" v="882" actId="1076"/>
          <ac:picMkLst>
            <pc:docMk/>
            <pc:sldMk cId="1152499646" sldId="2528"/>
            <ac:picMk id="2052" creationId="{4A2E01BE-527D-128D-F268-56259762F5CD}"/>
          </ac:picMkLst>
        </pc:picChg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3247585236" sldId="2528"/>
        </pc:sldMkLst>
      </pc:sldChg>
      <pc:sldChg chg="addSp delSp modSp add mod modAnim">
        <pc:chgData name="Owais Ahmed" userId="6abc7d4556b3b071" providerId="LiveId" clId="{C9A5A1DE-6E17-43F1-AFFA-55A6006B25F1}" dt="2023-06-09T02:17:08.828" v="1715" actId="20577"/>
        <pc:sldMkLst>
          <pc:docMk/>
          <pc:sldMk cId="2534312326" sldId="2529"/>
        </pc:sldMkLst>
        <pc:spChg chg="mod">
          <ac:chgData name="Owais Ahmed" userId="6abc7d4556b3b071" providerId="LiveId" clId="{C9A5A1DE-6E17-43F1-AFFA-55A6006B25F1}" dt="2023-06-09T02:17:08.828" v="1715" actId="20577"/>
          <ac:spMkLst>
            <pc:docMk/>
            <pc:sldMk cId="2534312326" sldId="2529"/>
            <ac:spMk id="3" creationId="{4A1C0383-58FE-E486-295E-B33B8683B938}"/>
          </ac:spMkLst>
        </pc:spChg>
        <pc:graphicFrameChg chg="add mod modGraphic">
          <ac:chgData name="Owais Ahmed" userId="6abc7d4556b3b071" providerId="LiveId" clId="{C9A5A1DE-6E17-43F1-AFFA-55A6006B25F1}" dt="2023-06-09T02:15:58.104" v="1604" actId="1076"/>
          <ac:graphicFrameMkLst>
            <pc:docMk/>
            <pc:sldMk cId="2534312326" sldId="2529"/>
            <ac:graphicFrameMk id="4" creationId="{5A3D838B-205A-B271-0E75-E86F5D1EADE1}"/>
          </ac:graphicFrameMkLst>
        </pc:graphicFrameChg>
        <pc:picChg chg="del">
          <ac:chgData name="Owais Ahmed" userId="6abc7d4556b3b071" providerId="LiveId" clId="{C9A5A1DE-6E17-43F1-AFFA-55A6006B25F1}" dt="2023-06-09T02:13:11.889" v="1514" actId="478"/>
          <ac:picMkLst>
            <pc:docMk/>
            <pc:sldMk cId="2534312326" sldId="2529"/>
            <ac:picMk id="1034" creationId="{3D901825-623B-6277-FE2A-710D60BE2D60}"/>
          </ac:picMkLst>
        </pc:picChg>
        <pc:picChg chg="del">
          <ac:chgData name="Owais Ahmed" userId="6abc7d4556b3b071" providerId="LiveId" clId="{C9A5A1DE-6E17-43F1-AFFA-55A6006B25F1}" dt="2023-06-09T02:13:13.476" v="1515" actId="478"/>
          <ac:picMkLst>
            <pc:docMk/>
            <pc:sldMk cId="2534312326" sldId="2529"/>
            <ac:picMk id="1036" creationId="{FEDB5CAC-EDD9-BE4A-30FB-2AA775A3390B}"/>
          </ac:picMkLst>
        </pc:picChg>
        <pc:picChg chg="add mod">
          <ac:chgData name="Owais Ahmed" userId="6abc7d4556b3b071" providerId="LiveId" clId="{C9A5A1DE-6E17-43F1-AFFA-55A6006B25F1}" dt="2023-06-09T02:15:19.344" v="1555" actId="14100"/>
          <ac:picMkLst>
            <pc:docMk/>
            <pc:sldMk cId="2534312326" sldId="2529"/>
            <ac:picMk id="3074" creationId="{D96DCCB5-651B-BC58-584B-51EC12626907}"/>
          </ac:picMkLst>
        </pc:picChg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3756507026" sldId="2529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1352093608" sldId="2530"/>
        </pc:sldMkLst>
      </pc:sldChg>
      <pc:sldChg chg="delSp modSp add mod ord modAnim">
        <pc:chgData name="Owais Ahmed" userId="6abc7d4556b3b071" providerId="LiveId" clId="{C9A5A1DE-6E17-43F1-AFFA-55A6006B25F1}" dt="2023-06-09T02:30:39.114" v="2300"/>
        <pc:sldMkLst>
          <pc:docMk/>
          <pc:sldMk cId="3948092221" sldId="2530"/>
        </pc:sldMkLst>
        <pc:spChg chg="mod">
          <ac:chgData name="Owais Ahmed" userId="6abc7d4556b3b071" providerId="LiveId" clId="{C9A5A1DE-6E17-43F1-AFFA-55A6006B25F1}" dt="2023-06-09T02:28:24.301" v="2299" actId="20577"/>
          <ac:spMkLst>
            <pc:docMk/>
            <pc:sldMk cId="3948092221" sldId="2530"/>
            <ac:spMk id="3" creationId="{4A1C0383-58FE-E486-295E-B33B8683B938}"/>
          </ac:spMkLst>
        </pc:spChg>
        <pc:spChg chg="mod">
          <ac:chgData name="Owais Ahmed" userId="6abc7d4556b3b071" providerId="LiveId" clId="{C9A5A1DE-6E17-43F1-AFFA-55A6006B25F1}" dt="2023-06-09T02:30:39.114" v="2300"/>
          <ac:spMkLst>
            <pc:docMk/>
            <pc:sldMk cId="3948092221" sldId="2530"/>
            <ac:spMk id="215" creationId="{00000000-0000-0000-0000-000000000000}"/>
          </ac:spMkLst>
        </pc:spChg>
        <pc:picChg chg="del">
          <ac:chgData name="Owais Ahmed" userId="6abc7d4556b3b071" providerId="LiveId" clId="{C9A5A1DE-6E17-43F1-AFFA-55A6006B25F1}" dt="2023-06-09T02:20:54.949" v="1737" actId="478"/>
          <ac:picMkLst>
            <pc:docMk/>
            <pc:sldMk cId="3948092221" sldId="2530"/>
            <ac:picMk id="1034" creationId="{3D901825-623B-6277-FE2A-710D60BE2D60}"/>
          </ac:picMkLst>
        </pc:picChg>
        <pc:picChg chg="del">
          <ac:chgData name="Owais Ahmed" userId="6abc7d4556b3b071" providerId="LiveId" clId="{C9A5A1DE-6E17-43F1-AFFA-55A6006B25F1}" dt="2023-06-09T02:20:55.885" v="1738" actId="478"/>
          <ac:picMkLst>
            <pc:docMk/>
            <pc:sldMk cId="3948092221" sldId="2530"/>
            <ac:picMk id="1036" creationId="{FEDB5CAC-EDD9-BE4A-30FB-2AA775A3390B}"/>
          </ac:picMkLst>
        </pc:picChg>
      </pc:sldChg>
      <pc:sldChg chg="addSp modSp add mod modAnim">
        <pc:chgData name="Owais Ahmed" userId="6abc7d4556b3b071" providerId="LiveId" clId="{C9A5A1DE-6E17-43F1-AFFA-55A6006B25F1}" dt="2023-06-09T02:32:23.086" v="2580" actId="20577"/>
        <pc:sldMkLst>
          <pc:docMk/>
          <pc:sldMk cId="1010789015" sldId="2531"/>
        </pc:sldMkLst>
        <pc:spChg chg="mod">
          <ac:chgData name="Owais Ahmed" userId="6abc7d4556b3b071" providerId="LiveId" clId="{C9A5A1DE-6E17-43F1-AFFA-55A6006B25F1}" dt="2023-06-09T02:32:23.086" v="2580" actId="20577"/>
          <ac:spMkLst>
            <pc:docMk/>
            <pc:sldMk cId="1010789015" sldId="2531"/>
            <ac:spMk id="3" creationId="{4A1C0383-58FE-E486-295E-B33B8683B938}"/>
          </ac:spMkLst>
        </pc:spChg>
        <pc:spChg chg="mod">
          <ac:chgData name="Owais Ahmed" userId="6abc7d4556b3b071" providerId="LiveId" clId="{C9A5A1DE-6E17-43F1-AFFA-55A6006B25F1}" dt="2023-06-09T02:30:48.401" v="2331" actId="20577"/>
          <ac:spMkLst>
            <pc:docMk/>
            <pc:sldMk cId="1010789015" sldId="2531"/>
            <ac:spMk id="215" creationId="{00000000-0000-0000-0000-000000000000}"/>
          </ac:spMkLst>
        </pc:spChg>
        <pc:picChg chg="add mod">
          <ac:chgData name="Owais Ahmed" userId="6abc7d4556b3b071" providerId="LiveId" clId="{C9A5A1DE-6E17-43F1-AFFA-55A6006B25F1}" dt="2023-06-09T02:31:29.388" v="2370" actId="14100"/>
          <ac:picMkLst>
            <pc:docMk/>
            <pc:sldMk cId="1010789015" sldId="2531"/>
            <ac:picMk id="4" creationId="{3158A61F-F28C-C23A-E9E0-E58C07560815}"/>
          </ac:picMkLst>
        </pc:picChg>
      </pc:sldChg>
      <pc:sldChg chg="add del ord">
        <pc:chgData name="Owais Ahmed" userId="6abc7d4556b3b071" providerId="LiveId" clId="{C9A5A1DE-6E17-43F1-AFFA-55A6006B25F1}" dt="2023-06-09T02:20:37.460" v="1721" actId="2890"/>
        <pc:sldMkLst>
          <pc:docMk/>
          <pc:sldMk cId="2321710948" sldId="2531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3028686708" sldId="2531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3407722263" sldId="2532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621271940" sldId="2533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548796108" sldId="2534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1949759868" sldId="2535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1199280110" sldId="2536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3143678774" sldId="2537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1515834410" sldId="2538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282390543" sldId="2539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1625057675" sldId="2540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2427348122" sldId="2541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3928630775" sldId="2542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3590470624" sldId="2543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2085015365" sldId="2544"/>
        </pc:sldMkLst>
      </pc:sldChg>
      <pc:sldChg chg="del">
        <pc:chgData name="Owais Ahmed" userId="6abc7d4556b3b071" providerId="LiveId" clId="{C9A5A1DE-6E17-43F1-AFFA-55A6006B25F1}" dt="2023-06-09T01:52:18.585" v="31" actId="47"/>
        <pc:sldMkLst>
          <pc:docMk/>
          <pc:sldMk cId="702401048" sldId="2545"/>
        </pc:sldMkLst>
      </pc:sldChg>
      <pc:sldChg chg="del">
        <pc:chgData name="Owais Ahmed" userId="6abc7d4556b3b071" providerId="LiveId" clId="{C9A5A1DE-6E17-43F1-AFFA-55A6006B25F1}" dt="2023-06-09T01:59:55.474" v="813" actId="47"/>
        <pc:sldMkLst>
          <pc:docMk/>
          <pc:sldMk cId="4284334157" sldId="2546"/>
        </pc:sldMkLst>
      </pc:sldChg>
    </pc:docChg>
  </pc:docChgLst>
  <pc:docChgLst>
    <pc:chgData name="Owais Ahmed" userId="6abc7d4556b3b071" providerId="LiveId" clId="{85A129D3-1BA4-4A63-924B-7772A7960428}"/>
    <pc:docChg chg="undo custSel delSld modSld">
      <pc:chgData name="Owais Ahmed" userId="6abc7d4556b3b071" providerId="LiveId" clId="{85A129D3-1BA4-4A63-924B-7772A7960428}" dt="2023-03-02T04:26:09.378" v="409" actId="47"/>
      <pc:docMkLst>
        <pc:docMk/>
      </pc:docMkLst>
      <pc:sldChg chg="modSp mod">
        <pc:chgData name="Owais Ahmed" userId="6abc7d4556b3b071" providerId="LiveId" clId="{85A129D3-1BA4-4A63-924B-7772A7960428}" dt="2023-03-02T04:05:28.784" v="22" actId="20577"/>
        <pc:sldMkLst>
          <pc:docMk/>
          <pc:sldMk cId="3927832306" sldId="2448"/>
        </pc:sldMkLst>
        <pc:spChg chg="mod">
          <ac:chgData name="Owais Ahmed" userId="6abc7d4556b3b071" providerId="LiveId" clId="{85A129D3-1BA4-4A63-924B-7772A7960428}" dt="2023-03-02T04:05:28.784" v="22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85A129D3-1BA4-4A63-924B-7772A7960428}" dt="2023-03-02T04:05:48.052" v="25" actId="20577"/>
        <pc:sldMkLst>
          <pc:docMk/>
          <pc:sldMk cId="1649098948" sldId="2462"/>
        </pc:sldMkLst>
        <pc:spChg chg="mod">
          <ac:chgData name="Owais Ahmed" userId="6abc7d4556b3b071" providerId="LiveId" clId="{85A129D3-1BA4-4A63-924B-7772A7960428}" dt="2023-03-02T04:05:48.052" v="2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NotesTx">
        <pc:chgData name="Owais Ahmed" userId="6abc7d4556b3b071" providerId="LiveId" clId="{85A129D3-1BA4-4A63-924B-7772A7960428}" dt="2023-03-02T04:09:29.587" v="112"/>
        <pc:sldMkLst>
          <pc:docMk/>
          <pc:sldMk cId="641030253" sldId="2479"/>
        </pc:sldMkLst>
        <pc:spChg chg="mod">
          <ac:chgData name="Owais Ahmed" userId="6abc7d4556b3b071" providerId="LiveId" clId="{85A129D3-1BA4-4A63-924B-7772A7960428}" dt="2023-03-02T04:06:14.352" v="51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85A129D3-1BA4-4A63-924B-7772A7960428}" dt="2023-03-02T04:20:49.483" v="340" actId="255"/>
        <pc:sldMkLst>
          <pc:docMk/>
          <pc:sldMk cId="2426892836" sldId="2485"/>
        </pc:sldMkLst>
        <pc:spChg chg="mod">
          <ac:chgData name="Owais Ahmed" userId="6abc7d4556b3b071" providerId="LiveId" clId="{85A129D3-1BA4-4A63-924B-7772A7960428}" dt="2023-03-02T04:20:49.483" v="340" actId="255"/>
          <ac:spMkLst>
            <pc:docMk/>
            <pc:sldMk cId="2426892836" sldId="2485"/>
            <ac:spMk id="3" creationId="{4A1C0383-58FE-E486-295E-B33B8683B938}"/>
          </ac:spMkLst>
        </pc:spChg>
      </pc:sldChg>
      <pc:sldChg chg="modSp mod modAnim modNotesTx">
        <pc:chgData name="Owais Ahmed" userId="6abc7d4556b3b071" providerId="LiveId" clId="{85A129D3-1BA4-4A63-924B-7772A7960428}" dt="2023-03-02T04:09:44.680" v="114"/>
        <pc:sldMkLst>
          <pc:docMk/>
          <pc:sldMk cId="3132224988" sldId="2486"/>
        </pc:sldMkLst>
        <pc:spChg chg="mod">
          <ac:chgData name="Owais Ahmed" userId="6abc7d4556b3b071" providerId="LiveId" clId="{85A129D3-1BA4-4A63-924B-7772A7960428}" dt="2023-03-02T04:06:46.928" v="67" actId="20577"/>
          <ac:spMkLst>
            <pc:docMk/>
            <pc:sldMk cId="3132224988" sldId="2486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13:21.793" v="126" actId="47"/>
        <pc:sldMkLst>
          <pc:docMk/>
          <pc:sldMk cId="2805003587" sldId="2487"/>
        </pc:sldMkLst>
      </pc:sldChg>
      <pc:sldChg chg="modSp modAnim modNotesTx">
        <pc:chgData name="Owais Ahmed" userId="6abc7d4556b3b071" providerId="LiveId" clId="{85A129D3-1BA4-4A63-924B-7772A7960428}" dt="2023-03-02T04:10:00.993" v="125" actId="20577"/>
        <pc:sldMkLst>
          <pc:docMk/>
          <pc:sldMk cId="918376006" sldId="2488"/>
        </pc:sldMkLst>
        <pc:spChg chg="mod">
          <ac:chgData name="Owais Ahmed" userId="6abc7d4556b3b071" providerId="LiveId" clId="{85A129D3-1BA4-4A63-924B-7772A7960428}" dt="2023-03-02T04:10:00.993" v="125" actId="20577"/>
          <ac:spMkLst>
            <pc:docMk/>
            <pc:sldMk cId="918376006" sldId="2488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4:07.947" v="358" actId="20577"/>
        <pc:sldMkLst>
          <pc:docMk/>
          <pc:sldMk cId="3454217637" sldId="2489"/>
        </pc:sldMkLst>
        <pc:spChg chg="mod">
          <ac:chgData name="Owais Ahmed" userId="6abc7d4556b3b071" providerId="LiveId" clId="{85A129D3-1BA4-4A63-924B-7772A7960428}" dt="2023-03-02T04:24:07.947" v="358" actId="20577"/>
          <ac:spMkLst>
            <pc:docMk/>
            <pc:sldMk cId="3454217637" sldId="2489"/>
            <ac:spMk id="3" creationId="{4A1C0383-58FE-E486-295E-B33B8683B938}"/>
          </ac:spMkLst>
        </pc:spChg>
      </pc:sldChg>
      <pc:sldChg chg="modSp modAnim modNotesTx">
        <pc:chgData name="Owais Ahmed" userId="6abc7d4556b3b071" providerId="LiveId" clId="{85A129D3-1BA4-4A63-924B-7772A7960428}" dt="2023-03-02T04:25:33.968" v="395" actId="20577"/>
        <pc:sldMkLst>
          <pc:docMk/>
          <pc:sldMk cId="3828703945" sldId="2490"/>
        </pc:sldMkLst>
        <pc:spChg chg="mod">
          <ac:chgData name="Owais Ahmed" userId="6abc7d4556b3b071" providerId="LiveId" clId="{85A129D3-1BA4-4A63-924B-7772A7960428}" dt="2023-03-02T04:24:50.592" v="382" actId="6549"/>
          <ac:spMkLst>
            <pc:docMk/>
            <pc:sldMk cId="3828703945" sldId="2490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6:05.613" v="408" actId="6549"/>
        <pc:sldMkLst>
          <pc:docMk/>
          <pc:sldMk cId="1696537967" sldId="2491"/>
        </pc:sldMkLst>
        <pc:spChg chg="mod">
          <ac:chgData name="Owais Ahmed" userId="6abc7d4556b3b071" providerId="LiveId" clId="{85A129D3-1BA4-4A63-924B-7772A7960428}" dt="2023-03-02T04:26:05.613" v="408" actId="6549"/>
          <ac:spMkLst>
            <pc:docMk/>
            <pc:sldMk cId="1696537967" sldId="2491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26:09.378" v="409" actId="47"/>
        <pc:sldMkLst>
          <pc:docMk/>
          <pc:sldMk cId="2509892412" sldId="2492"/>
        </pc:sldMkLst>
      </pc:sldChg>
    </pc:docChg>
  </pc:docChgLst>
  <pc:docChgLst>
    <pc:chgData name="Owais Ahmed" userId="6abc7d4556b3b071" providerId="LiveId" clId="{AAADAA39-EA66-4E32-AA2F-0EE989AD0AF6}"/>
    <pc:docChg chg="undo custSel addSld delSld modSld sldOrd modSection">
      <pc:chgData name="Owais Ahmed" userId="6abc7d4556b3b071" providerId="LiveId" clId="{AAADAA39-EA66-4E32-AA2F-0EE989AD0AF6}" dt="2023-05-26T05:02:49.183" v="5916" actId="20577"/>
      <pc:docMkLst>
        <pc:docMk/>
      </pc:docMkLst>
      <pc:sldChg chg="modSp mod">
        <pc:chgData name="Owais Ahmed" userId="6abc7d4556b3b071" providerId="LiveId" clId="{AAADAA39-EA66-4E32-AA2F-0EE989AD0AF6}" dt="2023-05-26T04:38:46.819" v="5357" actId="20577"/>
        <pc:sldMkLst>
          <pc:docMk/>
          <pc:sldMk cId="1649098948" sldId="2462"/>
        </pc:sldMkLst>
        <pc:spChg chg="mod">
          <ac:chgData name="Owais Ahmed" userId="6abc7d4556b3b071" providerId="LiveId" clId="{AAADAA39-EA66-4E32-AA2F-0EE989AD0AF6}" dt="2023-05-26T04:38:46.819" v="535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mod modAnim">
        <pc:chgData name="Owais Ahmed" userId="6abc7d4556b3b071" providerId="LiveId" clId="{AAADAA39-EA66-4E32-AA2F-0EE989AD0AF6}" dt="2023-05-19T04:47:08.104" v="844"/>
        <pc:sldMkLst>
          <pc:docMk/>
          <pc:sldMk cId="138766739" sldId="2512"/>
        </pc:sldMkLst>
        <pc:spChg chg="mod">
          <ac:chgData name="Owais Ahmed" userId="6abc7d4556b3b071" providerId="LiveId" clId="{AAADAA39-EA66-4E32-AA2F-0EE989AD0AF6}" dt="2023-05-19T04:41:38.461" v="495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4:31:51.567" v="169" actId="20577"/>
          <ac:spMkLst>
            <pc:docMk/>
            <pc:sldMk cId="138766739" sldId="2512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4:33:48.638" v="363" actId="1076"/>
          <ac:picMkLst>
            <pc:docMk/>
            <pc:sldMk cId="138766739" sldId="2512"/>
            <ac:picMk id="1026" creationId="{6D104781-49F5-7944-8B0F-4AAAFE470482}"/>
          </ac:picMkLst>
        </pc:picChg>
      </pc:sldChg>
      <pc:sldChg chg="addSp delSp modSp add mod modAnim">
        <pc:chgData name="Owais Ahmed" userId="6abc7d4556b3b071" providerId="LiveId" clId="{AAADAA39-EA66-4E32-AA2F-0EE989AD0AF6}" dt="2023-05-19T04:47:20.661" v="847"/>
        <pc:sldMkLst>
          <pc:docMk/>
          <pc:sldMk cId="164878705" sldId="2513"/>
        </pc:sldMkLst>
        <pc:spChg chg="mod">
          <ac:chgData name="Owais Ahmed" userId="6abc7d4556b3b071" providerId="LiveId" clId="{AAADAA39-EA66-4E32-AA2F-0EE989AD0AF6}" dt="2023-05-19T04:46:45.149" v="842" actId="20577"/>
          <ac:spMkLst>
            <pc:docMk/>
            <pc:sldMk cId="164878705" sldId="2513"/>
            <ac:spMk id="3" creationId="{4A1C0383-58FE-E486-295E-B33B8683B938}"/>
          </ac:spMkLst>
        </pc:spChg>
        <pc:picChg chg="add mod">
          <ac:chgData name="Owais Ahmed" userId="6abc7d4556b3b071" providerId="LiveId" clId="{AAADAA39-EA66-4E32-AA2F-0EE989AD0AF6}" dt="2023-05-19T04:47:00.966" v="843" actId="1076"/>
          <ac:picMkLst>
            <pc:docMk/>
            <pc:sldMk cId="164878705" sldId="2513"/>
            <ac:picMk id="5" creationId="{036F9582-12B3-15DE-636D-04D79531804D}"/>
          </ac:picMkLst>
        </pc:picChg>
        <pc:picChg chg="del">
          <ac:chgData name="Owais Ahmed" userId="6abc7d4556b3b071" providerId="LiveId" clId="{AAADAA39-EA66-4E32-AA2F-0EE989AD0AF6}" dt="2023-05-19T04:44:13.180" v="617" actId="478"/>
          <ac:picMkLst>
            <pc:docMk/>
            <pc:sldMk cId="164878705" sldId="2513"/>
            <ac:picMk id="1026" creationId="{6D104781-49F5-7944-8B0F-4AAAFE470482}"/>
          </ac:picMkLst>
        </pc:picChg>
      </pc:sldChg>
      <pc:sldChg chg="del">
        <pc:chgData name="Owais Ahmed" userId="6abc7d4556b3b071" providerId="LiveId" clId="{AAADAA39-EA66-4E32-AA2F-0EE989AD0AF6}" dt="2023-05-19T04:28:08.928" v="0" actId="47"/>
        <pc:sldMkLst>
          <pc:docMk/>
          <pc:sldMk cId="2057891609" sldId="2513"/>
        </pc:sldMkLst>
      </pc:sldChg>
      <pc:sldChg chg="del">
        <pc:chgData name="Owais Ahmed" userId="6abc7d4556b3b071" providerId="LiveId" clId="{AAADAA39-EA66-4E32-AA2F-0EE989AD0AF6}" dt="2023-05-19T04:28:09.193" v="1" actId="47"/>
        <pc:sldMkLst>
          <pc:docMk/>
          <pc:sldMk cId="766839772" sldId="2514"/>
        </pc:sldMkLst>
      </pc:sldChg>
      <pc:sldChg chg="addSp delSp modSp add mod ord modAnim modNotesTx">
        <pc:chgData name="Owais Ahmed" userId="6abc7d4556b3b071" providerId="LiveId" clId="{AAADAA39-EA66-4E32-AA2F-0EE989AD0AF6}" dt="2023-05-19T04:56:11.342" v="1934" actId="33524"/>
        <pc:sldMkLst>
          <pc:docMk/>
          <pc:sldMk cId="1794817901" sldId="2514"/>
        </pc:sldMkLst>
        <pc:spChg chg="mod">
          <ac:chgData name="Owais Ahmed" userId="6abc7d4556b3b071" providerId="LiveId" clId="{AAADAA39-EA66-4E32-AA2F-0EE989AD0AF6}" dt="2023-05-19T04:56:11.342" v="1934" actId="33524"/>
          <ac:spMkLst>
            <pc:docMk/>
            <pc:sldMk cId="1794817901" sldId="2514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4:51:43.690" v="1263" actId="20577"/>
          <ac:spMkLst>
            <pc:docMk/>
            <pc:sldMk cId="1794817901" sldId="2514"/>
            <ac:spMk id="215" creationId="{00000000-0000-0000-0000-000000000000}"/>
          </ac:spMkLst>
        </pc:spChg>
        <pc:picChg chg="add del">
          <ac:chgData name="Owais Ahmed" userId="6abc7d4556b3b071" providerId="LiveId" clId="{AAADAA39-EA66-4E32-AA2F-0EE989AD0AF6}" dt="2023-05-19T04:47:41.773" v="879" actId="478"/>
          <ac:picMkLst>
            <pc:docMk/>
            <pc:sldMk cId="1794817901" sldId="2514"/>
            <ac:picMk id="1026" creationId="{6D104781-49F5-7944-8B0F-4AAAFE470482}"/>
          </ac:picMkLst>
        </pc:picChg>
        <pc:picChg chg="add mod">
          <ac:chgData name="Owais Ahmed" userId="6abc7d4556b3b071" providerId="LiveId" clId="{AAADAA39-EA66-4E32-AA2F-0EE989AD0AF6}" dt="2023-05-19T04:49:39.764" v="982" actId="14100"/>
          <ac:picMkLst>
            <pc:docMk/>
            <pc:sldMk cId="1794817901" sldId="2514"/>
            <ac:picMk id="2050" creationId="{1ED40BFB-F75A-A1F5-17EF-9AE07BA85C12}"/>
          </ac:picMkLst>
        </pc:picChg>
        <pc:picChg chg="add mod">
          <ac:chgData name="Owais Ahmed" userId="6abc7d4556b3b071" providerId="LiveId" clId="{AAADAA39-EA66-4E32-AA2F-0EE989AD0AF6}" dt="2023-05-19T04:51:07.277" v="1207" actId="1076"/>
          <ac:picMkLst>
            <pc:docMk/>
            <pc:sldMk cId="1794817901" sldId="2514"/>
            <ac:picMk id="2052" creationId="{31D96ACC-7B8A-CAF9-5AA9-4E679EFDFF4C}"/>
          </ac:picMkLst>
        </pc:picChg>
      </pc:sldChg>
      <pc:sldChg chg="addSp delSp modSp add mod ord delAnim modAnim">
        <pc:chgData name="Owais Ahmed" userId="6abc7d4556b3b071" providerId="LiveId" clId="{AAADAA39-EA66-4E32-AA2F-0EE989AD0AF6}" dt="2023-05-19T06:00:43.624" v="3996" actId="20577"/>
        <pc:sldMkLst>
          <pc:docMk/>
          <pc:sldMk cId="359945623" sldId="2515"/>
        </pc:sldMkLst>
        <pc:spChg chg="mod">
          <ac:chgData name="Owais Ahmed" userId="6abc7d4556b3b071" providerId="LiveId" clId="{AAADAA39-EA66-4E32-AA2F-0EE989AD0AF6}" dt="2023-05-19T05:16:34.715" v="2802" actId="27636"/>
          <ac:spMkLst>
            <pc:docMk/>
            <pc:sldMk cId="359945623" sldId="2515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43.624" v="3996" actId="20577"/>
          <ac:spMkLst>
            <pc:docMk/>
            <pc:sldMk cId="359945623" sldId="251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AAADAA39-EA66-4E32-AA2F-0EE989AD0AF6}" dt="2023-05-19T05:17:25.937" v="2815" actId="20577"/>
          <ac:graphicFrameMkLst>
            <pc:docMk/>
            <pc:sldMk cId="359945623" sldId="2515"/>
            <ac:graphicFrameMk id="4" creationId="{78451019-08E9-D248-E950-C2A8EC5B07C1}"/>
          </ac:graphicFrameMkLst>
        </pc:graphicFrameChg>
        <pc:picChg chg="del">
          <ac:chgData name="Owais Ahmed" userId="6abc7d4556b3b071" providerId="LiveId" clId="{AAADAA39-EA66-4E32-AA2F-0EE989AD0AF6}" dt="2023-05-19T04:57:22.909" v="1945" actId="478"/>
          <ac:picMkLst>
            <pc:docMk/>
            <pc:sldMk cId="359945623" sldId="2515"/>
            <ac:picMk id="5" creationId="{036F9582-12B3-15DE-636D-04D79531804D}"/>
          </ac:picMkLst>
        </pc:picChg>
        <pc:picChg chg="add del mod">
          <ac:chgData name="Owais Ahmed" userId="6abc7d4556b3b071" providerId="LiveId" clId="{AAADAA39-EA66-4E32-AA2F-0EE989AD0AF6}" dt="2023-05-19T05:03:05.412" v="2329" actId="478"/>
          <ac:picMkLst>
            <pc:docMk/>
            <pc:sldMk cId="359945623" sldId="2515"/>
            <ac:picMk id="3074" creationId="{55CCE2AA-C258-DA75-A542-29B331D2AC34}"/>
          </ac:picMkLst>
        </pc:picChg>
        <pc:picChg chg="add del mod">
          <ac:chgData name="Owais Ahmed" userId="6abc7d4556b3b071" providerId="LiveId" clId="{AAADAA39-EA66-4E32-AA2F-0EE989AD0AF6}" dt="2023-05-19T05:16:17.578" v="2796" actId="478"/>
          <ac:picMkLst>
            <pc:docMk/>
            <pc:sldMk cId="359945623" sldId="2515"/>
            <ac:picMk id="3076" creationId="{90E32114-C48C-31AE-B745-02A174C16FF9}"/>
          </ac:picMkLst>
        </pc:picChg>
        <pc:picChg chg="add del mod">
          <ac:chgData name="Owais Ahmed" userId="6abc7d4556b3b071" providerId="LiveId" clId="{AAADAA39-EA66-4E32-AA2F-0EE989AD0AF6}" dt="2023-05-19T05:07:43.115" v="2555"/>
          <ac:picMkLst>
            <pc:docMk/>
            <pc:sldMk cId="359945623" sldId="2515"/>
            <ac:picMk id="3078" creationId="{F41954CC-5D5A-D089-39B3-880E9B59E2B5}"/>
          </ac:picMkLst>
        </pc:picChg>
        <pc:picChg chg="add mod">
          <ac:chgData name="Owais Ahmed" userId="6abc7d4556b3b071" providerId="LiveId" clId="{AAADAA39-EA66-4E32-AA2F-0EE989AD0AF6}" dt="2023-05-19T05:30:16.737" v="2836" actId="1076"/>
          <ac:picMkLst>
            <pc:docMk/>
            <pc:sldMk cId="359945623" sldId="2515"/>
            <ac:picMk id="3080" creationId="{42F8257D-74CD-3736-2A30-DAF9807A7BF9}"/>
          </ac:picMkLst>
        </pc:picChg>
      </pc:sldChg>
      <pc:sldChg chg="add del">
        <pc:chgData name="Owais Ahmed" userId="6abc7d4556b3b071" providerId="LiveId" clId="{AAADAA39-EA66-4E32-AA2F-0EE989AD0AF6}" dt="2023-05-19T04:52:24.056" v="1330" actId="47"/>
        <pc:sldMkLst>
          <pc:docMk/>
          <pc:sldMk cId="970040805" sldId="2515"/>
        </pc:sldMkLst>
      </pc:sldChg>
      <pc:sldChg chg="del">
        <pc:chgData name="Owais Ahmed" userId="6abc7d4556b3b071" providerId="LiveId" clId="{AAADAA39-EA66-4E32-AA2F-0EE989AD0AF6}" dt="2023-05-19T04:28:09.516" v="3" actId="47"/>
        <pc:sldMkLst>
          <pc:docMk/>
          <pc:sldMk cId="4043370130" sldId="2515"/>
        </pc:sldMkLst>
      </pc:sldChg>
      <pc:sldChg chg="delSp modSp add mod modAnim">
        <pc:chgData name="Owais Ahmed" userId="6abc7d4556b3b071" providerId="LiveId" clId="{AAADAA39-EA66-4E32-AA2F-0EE989AD0AF6}" dt="2023-05-19T06:00:46.952" v="3999" actId="20577"/>
        <pc:sldMkLst>
          <pc:docMk/>
          <pc:sldMk cId="3531452222" sldId="2516"/>
        </pc:sldMkLst>
        <pc:spChg chg="mod">
          <ac:chgData name="Owais Ahmed" userId="6abc7d4556b3b071" providerId="LiveId" clId="{AAADAA39-EA66-4E32-AA2F-0EE989AD0AF6}" dt="2023-05-19T06:00:33.472" v="3993" actId="20577"/>
          <ac:spMkLst>
            <pc:docMk/>
            <pc:sldMk cId="3531452222" sldId="2516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46.952" v="3999" actId="20577"/>
          <ac:spMkLst>
            <pc:docMk/>
            <pc:sldMk cId="3531452222" sldId="2516"/>
            <ac:spMk id="215" creationId="{00000000-0000-0000-0000-000000000000}"/>
          </ac:spMkLst>
        </pc:spChg>
        <pc:graphicFrameChg chg="mod modGraphic">
          <ac:chgData name="Owais Ahmed" userId="6abc7d4556b3b071" providerId="LiveId" clId="{AAADAA39-EA66-4E32-AA2F-0EE989AD0AF6}" dt="2023-05-19T05:17:43.282" v="2818" actId="14100"/>
          <ac:graphicFrameMkLst>
            <pc:docMk/>
            <pc:sldMk cId="3531452222" sldId="2516"/>
            <ac:graphicFrameMk id="4" creationId="{78451019-08E9-D248-E950-C2A8EC5B07C1}"/>
          </ac:graphicFrameMkLst>
        </pc:graphicFrameChg>
        <pc:picChg chg="mod">
          <ac:chgData name="Owais Ahmed" userId="6abc7d4556b3b071" providerId="LiveId" clId="{AAADAA39-EA66-4E32-AA2F-0EE989AD0AF6}" dt="2023-05-19T05:30:21.176" v="2838" actId="1076"/>
          <ac:picMkLst>
            <pc:docMk/>
            <pc:sldMk cId="3531452222" sldId="2516"/>
            <ac:picMk id="3076" creationId="{90E32114-C48C-31AE-B745-02A174C16FF9}"/>
          </ac:picMkLst>
        </pc:picChg>
        <pc:picChg chg="del">
          <ac:chgData name="Owais Ahmed" userId="6abc7d4556b3b071" providerId="LiveId" clId="{AAADAA39-EA66-4E32-AA2F-0EE989AD0AF6}" dt="2023-05-19T05:17:35.075" v="2816" actId="478"/>
          <ac:picMkLst>
            <pc:docMk/>
            <pc:sldMk cId="3531452222" sldId="2516"/>
            <ac:picMk id="3080" creationId="{42F8257D-74CD-3736-2A30-DAF9807A7BF9}"/>
          </ac:picMkLst>
        </pc:picChg>
      </pc:sldChg>
      <pc:sldChg chg="del">
        <pc:chgData name="Owais Ahmed" userId="6abc7d4556b3b071" providerId="LiveId" clId="{AAADAA39-EA66-4E32-AA2F-0EE989AD0AF6}" dt="2023-05-19T04:28:09.400" v="2" actId="47"/>
        <pc:sldMkLst>
          <pc:docMk/>
          <pc:sldMk cId="3641615729" sldId="2516"/>
        </pc:sldMkLst>
      </pc:sldChg>
      <pc:sldChg chg="addSp delSp modSp add mod delAnim modAnim">
        <pc:chgData name="Owais Ahmed" userId="6abc7d4556b3b071" providerId="LiveId" clId="{AAADAA39-EA66-4E32-AA2F-0EE989AD0AF6}" dt="2023-05-19T06:00:50.791" v="4002" actId="20577"/>
        <pc:sldMkLst>
          <pc:docMk/>
          <pc:sldMk cId="155911034" sldId="2517"/>
        </pc:sldMkLst>
        <pc:spChg chg="mod">
          <ac:chgData name="Owais Ahmed" userId="6abc7d4556b3b071" providerId="LiveId" clId="{AAADAA39-EA66-4E32-AA2F-0EE989AD0AF6}" dt="2023-05-19T05:44:15.664" v="3162" actId="20577"/>
          <ac:spMkLst>
            <pc:docMk/>
            <pc:sldMk cId="155911034" sldId="2517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50.791" v="4002" actId="20577"/>
          <ac:spMkLst>
            <pc:docMk/>
            <pc:sldMk cId="155911034" sldId="2517"/>
            <ac:spMk id="215" creationId="{00000000-0000-0000-0000-000000000000}"/>
          </ac:spMkLst>
        </pc:spChg>
        <pc:graphicFrameChg chg="del">
          <ac:chgData name="Owais Ahmed" userId="6abc7d4556b3b071" providerId="LiveId" clId="{AAADAA39-EA66-4E32-AA2F-0EE989AD0AF6}" dt="2023-05-19T05:35:07.146" v="2912" actId="478"/>
          <ac:graphicFrameMkLst>
            <pc:docMk/>
            <pc:sldMk cId="155911034" sldId="2517"/>
            <ac:graphicFrameMk id="4" creationId="{78451019-08E9-D248-E950-C2A8EC5B07C1}"/>
          </ac:graphicFrameMkLst>
        </pc:graphicFrameChg>
        <pc:picChg chg="add mod">
          <ac:chgData name="Owais Ahmed" userId="6abc7d4556b3b071" providerId="LiveId" clId="{AAADAA39-EA66-4E32-AA2F-0EE989AD0AF6}" dt="2023-05-19T05:42:52.086" v="3087" actId="1076"/>
          <ac:picMkLst>
            <pc:docMk/>
            <pc:sldMk cId="155911034" sldId="2517"/>
            <ac:picMk id="6" creationId="{30158144-F0E3-CF99-3D83-39679B88F17D}"/>
          </ac:picMkLst>
        </pc:picChg>
        <pc:picChg chg="add mod">
          <ac:chgData name="Owais Ahmed" userId="6abc7d4556b3b071" providerId="LiveId" clId="{AAADAA39-EA66-4E32-AA2F-0EE989AD0AF6}" dt="2023-05-19T05:43:14.526" v="3089" actId="1076"/>
          <ac:picMkLst>
            <pc:docMk/>
            <pc:sldMk cId="155911034" sldId="2517"/>
            <ac:picMk id="8" creationId="{AC0D5977-058C-F1A9-46A9-A780DCC5745D}"/>
          </ac:picMkLst>
        </pc:picChg>
        <pc:picChg chg="del">
          <ac:chgData name="Owais Ahmed" userId="6abc7d4556b3b071" providerId="LiveId" clId="{AAADAA39-EA66-4E32-AA2F-0EE989AD0AF6}" dt="2023-05-19T05:35:07.708" v="2913" actId="478"/>
          <ac:picMkLst>
            <pc:docMk/>
            <pc:sldMk cId="155911034" sldId="2517"/>
            <ac:picMk id="3076" creationId="{90E32114-C48C-31AE-B745-02A174C16FF9}"/>
          </ac:picMkLst>
        </pc:picChg>
      </pc:sldChg>
      <pc:sldChg chg="del">
        <pc:chgData name="Owais Ahmed" userId="6abc7d4556b3b071" providerId="LiveId" clId="{AAADAA39-EA66-4E32-AA2F-0EE989AD0AF6}" dt="2023-05-19T04:28:09.701" v="4" actId="47"/>
        <pc:sldMkLst>
          <pc:docMk/>
          <pc:sldMk cId="2424513808" sldId="2517"/>
        </pc:sldMkLst>
      </pc:sldChg>
      <pc:sldChg chg="addSp delSp modSp add mod modAnim">
        <pc:chgData name="Owais Ahmed" userId="6abc7d4556b3b071" providerId="LiveId" clId="{AAADAA39-EA66-4E32-AA2F-0EE989AD0AF6}" dt="2023-05-19T06:00:54.329" v="4005" actId="20577"/>
        <pc:sldMkLst>
          <pc:docMk/>
          <pc:sldMk cId="688456144" sldId="2518"/>
        </pc:sldMkLst>
        <pc:spChg chg="mod">
          <ac:chgData name="Owais Ahmed" userId="6abc7d4556b3b071" providerId="LiveId" clId="{AAADAA39-EA66-4E32-AA2F-0EE989AD0AF6}" dt="2023-05-19T05:47:12.724" v="3264"/>
          <ac:spMkLst>
            <pc:docMk/>
            <pc:sldMk cId="688456144" sldId="2518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54.329" v="4005" actId="20577"/>
          <ac:spMkLst>
            <pc:docMk/>
            <pc:sldMk cId="688456144" sldId="2518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5:46:08.479" v="3173" actId="1076"/>
          <ac:picMkLst>
            <pc:docMk/>
            <pc:sldMk cId="688456144" sldId="2518"/>
            <ac:picMk id="5" creationId="{7343DBEA-5D54-59A3-D972-E4885163A232}"/>
          </ac:picMkLst>
        </pc:picChg>
        <pc:picChg chg="del">
          <ac:chgData name="Owais Ahmed" userId="6abc7d4556b3b071" providerId="LiveId" clId="{AAADAA39-EA66-4E32-AA2F-0EE989AD0AF6}" dt="2023-05-19T05:45:22.460" v="3167" actId="478"/>
          <ac:picMkLst>
            <pc:docMk/>
            <pc:sldMk cId="688456144" sldId="2518"/>
            <ac:picMk id="6" creationId="{30158144-F0E3-CF99-3D83-39679B88F17D}"/>
          </ac:picMkLst>
        </pc:picChg>
        <pc:picChg chg="del">
          <ac:chgData name="Owais Ahmed" userId="6abc7d4556b3b071" providerId="LiveId" clId="{AAADAA39-EA66-4E32-AA2F-0EE989AD0AF6}" dt="2023-05-19T05:45:22.871" v="3168" actId="478"/>
          <ac:picMkLst>
            <pc:docMk/>
            <pc:sldMk cId="688456144" sldId="2518"/>
            <ac:picMk id="8" creationId="{AC0D5977-058C-F1A9-46A9-A780DCC5745D}"/>
          </ac:picMkLst>
        </pc:picChg>
        <pc:picChg chg="add mod">
          <ac:chgData name="Owais Ahmed" userId="6abc7d4556b3b071" providerId="LiveId" clId="{AAADAA39-EA66-4E32-AA2F-0EE989AD0AF6}" dt="2023-05-19T05:46:17.127" v="3174" actId="1076"/>
          <ac:picMkLst>
            <pc:docMk/>
            <pc:sldMk cId="688456144" sldId="2518"/>
            <ac:picMk id="9" creationId="{F616F881-E6AD-6F18-7B7D-9E0C307B611A}"/>
          </ac:picMkLst>
        </pc:picChg>
      </pc:sldChg>
      <pc:sldChg chg="del">
        <pc:chgData name="Owais Ahmed" userId="6abc7d4556b3b071" providerId="LiveId" clId="{AAADAA39-EA66-4E32-AA2F-0EE989AD0AF6}" dt="2023-05-19T04:28:09.929" v="5" actId="47"/>
        <pc:sldMkLst>
          <pc:docMk/>
          <pc:sldMk cId="1333501729" sldId="2518"/>
        </pc:sldMkLst>
      </pc:sldChg>
      <pc:sldChg chg="addSp delSp modSp add mod modAnim">
        <pc:chgData name="Owais Ahmed" userId="6abc7d4556b3b071" providerId="LiveId" clId="{AAADAA39-EA66-4E32-AA2F-0EE989AD0AF6}" dt="2023-05-19T06:00:58.135" v="4008" actId="20577"/>
        <pc:sldMkLst>
          <pc:docMk/>
          <pc:sldMk cId="445128117" sldId="2519"/>
        </pc:sldMkLst>
        <pc:spChg chg="mod">
          <ac:chgData name="Owais Ahmed" userId="6abc7d4556b3b071" providerId="LiveId" clId="{AAADAA39-EA66-4E32-AA2F-0EE989AD0AF6}" dt="2023-05-19T05:58:02.917" v="3917" actId="20577"/>
          <ac:spMkLst>
            <pc:docMk/>
            <pc:sldMk cId="445128117" sldId="2519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58.135" v="4008" actId="20577"/>
          <ac:spMkLst>
            <pc:docMk/>
            <pc:sldMk cId="445128117" sldId="2519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19T05:52:59.176" v="3572" actId="478"/>
          <ac:picMkLst>
            <pc:docMk/>
            <pc:sldMk cId="445128117" sldId="2519"/>
            <ac:picMk id="5" creationId="{7343DBEA-5D54-59A3-D972-E4885163A232}"/>
          </ac:picMkLst>
        </pc:picChg>
        <pc:picChg chg="add mod">
          <ac:chgData name="Owais Ahmed" userId="6abc7d4556b3b071" providerId="LiveId" clId="{AAADAA39-EA66-4E32-AA2F-0EE989AD0AF6}" dt="2023-05-19T05:57:32.068" v="3868" actId="1076"/>
          <ac:picMkLst>
            <pc:docMk/>
            <pc:sldMk cId="445128117" sldId="2519"/>
            <ac:picMk id="6" creationId="{21179BAE-5811-226D-717D-E9DE44B4F483}"/>
          </ac:picMkLst>
        </pc:picChg>
        <pc:picChg chg="add mod">
          <ac:chgData name="Owais Ahmed" userId="6abc7d4556b3b071" providerId="LiveId" clId="{AAADAA39-EA66-4E32-AA2F-0EE989AD0AF6}" dt="2023-05-19T05:57:40.573" v="3870" actId="1076"/>
          <ac:picMkLst>
            <pc:docMk/>
            <pc:sldMk cId="445128117" sldId="2519"/>
            <ac:picMk id="8" creationId="{2F459232-2E13-9ACF-6D70-3A705E4FC802}"/>
          </ac:picMkLst>
        </pc:picChg>
        <pc:picChg chg="del">
          <ac:chgData name="Owais Ahmed" userId="6abc7d4556b3b071" providerId="LiveId" clId="{AAADAA39-EA66-4E32-AA2F-0EE989AD0AF6}" dt="2023-05-19T05:52:57.849" v="3571" actId="478"/>
          <ac:picMkLst>
            <pc:docMk/>
            <pc:sldMk cId="445128117" sldId="2519"/>
            <ac:picMk id="9" creationId="{F616F881-E6AD-6F18-7B7D-9E0C307B611A}"/>
          </ac:picMkLst>
        </pc:picChg>
        <pc:picChg chg="add mod">
          <ac:chgData name="Owais Ahmed" userId="6abc7d4556b3b071" providerId="LiveId" clId="{AAADAA39-EA66-4E32-AA2F-0EE989AD0AF6}" dt="2023-05-19T05:57:30.861" v="3867" actId="1076"/>
          <ac:picMkLst>
            <pc:docMk/>
            <pc:sldMk cId="445128117" sldId="2519"/>
            <ac:picMk id="11" creationId="{B5826502-4D24-E4A3-1819-B0260EDC3431}"/>
          </ac:picMkLst>
        </pc:picChg>
      </pc:sldChg>
      <pc:sldChg chg="del">
        <pc:chgData name="Owais Ahmed" userId="6abc7d4556b3b071" providerId="LiveId" clId="{AAADAA39-EA66-4E32-AA2F-0EE989AD0AF6}" dt="2023-05-19T04:28:10.122" v="6" actId="47"/>
        <pc:sldMkLst>
          <pc:docMk/>
          <pc:sldMk cId="3255545645" sldId="2519"/>
        </pc:sldMkLst>
      </pc:sldChg>
      <pc:sldChg chg="delSp modSp add mod delAnim modAnim">
        <pc:chgData name="Owais Ahmed" userId="6abc7d4556b3b071" providerId="LiveId" clId="{AAADAA39-EA66-4E32-AA2F-0EE989AD0AF6}" dt="2023-05-19T06:04:52.628" v="4316" actId="20577"/>
        <pc:sldMkLst>
          <pc:docMk/>
          <pc:sldMk cId="1007068956" sldId="2520"/>
        </pc:sldMkLst>
        <pc:spChg chg="mod">
          <ac:chgData name="Owais Ahmed" userId="6abc7d4556b3b071" providerId="LiveId" clId="{AAADAA39-EA66-4E32-AA2F-0EE989AD0AF6}" dt="2023-05-19T06:04:49.083" v="4308" actId="20577"/>
          <ac:spMkLst>
            <pc:docMk/>
            <pc:sldMk cId="1007068956" sldId="2520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4:52.628" v="4316" actId="20577"/>
          <ac:spMkLst>
            <pc:docMk/>
            <pc:sldMk cId="1007068956" sldId="2520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19T06:03:00.071" v="4042" actId="478"/>
          <ac:picMkLst>
            <pc:docMk/>
            <pc:sldMk cId="1007068956" sldId="2520"/>
            <ac:picMk id="6" creationId="{21179BAE-5811-226D-717D-E9DE44B4F483}"/>
          </ac:picMkLst>
        </pc:picChg>
        <pc:picChg chg="del">
          <ac:chgData name="Owais Ahmed" userId="6abc7d4556b3b071" providerId="LiveId" clId="{AAADAA39-EA66-4E32-AA2F-0EE989AD0AF6}" dt="2023-05-19T06:02:59.663" v="4041" actId="478"/>
          <ac:picMkLst>
            <pc:docMk/>
            <pc:sldMk cId="1007068956" sldId="2520"/>
            <ac:picMk id="8" creationId="{2F459232-2E13-9ACF-6D70-3A705E4FC802}"/>
          </ac:picMkLst>
        </pc:picChg>
        <pc:picChg chg="del">
          <ac:chgData name="Owais Ahmed" userId="6abc7d4556b3b071" providerId="LiveId" clId="{AAADAA39-EA66-4E32-AA2F-0EE989AD0AF6}" dt="2023-05-19T06:03:00.516" v="4043" actId="478"/>
          <ac:picMkLst>
            <pc:docMk/>
            <pc:sldMk cId="1007068956" sldId="2520"/>
            <ac:picMk id="11" creationId="{B5826502-4D24-E4A3-1819-B0260EDC3431}"/>
          </ac:picMkLst>
        </pc:picChg>
      </pc:sldChg>
      <pc:sldChg chg="del">
        <pc:chgData name="Owais Ahmed" userId="6abc7d4556b3b071" providerId="LiveId" clId="{AAADAA39-EA66-4E32-AA2F-0EE989AD0AF6}" dt="2023-05-19T04:28:10.243" v="7" actId="47"/>
        <pc:sldMkLst>
          <pc:docMk/>
          <pc:sldMk cId="1098865988" sldId="2520"/>
        </pc:sldMkLst>
      </pc:sldChg>
      <pc:sldChg chg="addSp delSp modSp add mod ord delAnim modAnim">
        <pc:chgData name="Owais Ahmed" userId="6abc7d4556b3b071" providerId="LiveId" clId="{AAADAA39-EA66-4E32-AA2F-0EE989AD0AF6}" dt="2023-05-19T06:29:43.720" v="4929" actId="20577"/>
        <pc:sldMkLst>
          <pc:docMk/>
          <pc:sldMk cId="499748375" sldId="2521"/>
        </pc:sldMkLst>
        <pc:spChg chg="mod">
          <ac:chgData name="Owais Ahmed" userId="6abc7d4556b3b071" providerId="LiveId" clId="{AAADAA39-EA66-4E32-AA2F-0EE989AD0AF6}" dt="2023-05-19T06:29:43.720" v="4929" actId="20577"/>
          <ac:spMkLst>
            <pc:docMk/>
            <pc:sldMk cId="499748375" sldId="2521"/>
            <ac:spMk id="3" creationId="{4A1C0383-58FE-E486-295E-B33B8683B938}"/>
          </ac:spMkLst>
        </pc:spChg>
        <pc:spChg chg="add del mod">
          <ac:chgData name="Owais Ahmed" userId="6abc7d4556b3b071" providerId="LiveId" clId="{AAADAA39-EA66-4E32-AA2F-0EE989AD0AF6}" dt="2023-05-19T06:12:30.754" v="4560" actId="478"/>
          <ac:spMkLst>
            <pc:docMk/>
            <pc:sldMk cId="499748375" sldId="2521"/>
            <ac:spMk id="5" creationId="{59C70EBD-89EC-9ED3-1359-1888DF8FD26B}"/>
          </ac:spMkLst>
        </pc:spChg>
        <pc:spChg chg="add del mod">
          <ac:chgData name="Owais Ahmed" userId="6abc7d4556b3b071" providerId="LiveId" clId="{AAADAA39-EA66-4E32-AA2F-0EE989AD0AF6}" dt="2023-05-19T06:27:05.111" v="4663" actId="478"/>
          <ac:spMkLst>
            <pc:docMk/>
            <pc:sldMk cId="499748375" sldId="2521"/>
            <ac:spMk id="6" creationId="{BB41734F-5257-2E2B-B24C-8A90826CAC13}"/>
          </ac:spMkLst>
        </pc:spChg>
        <pc:spChg chg="mod">
          <ac:chgData name="Owais Ahmed" userId="6abc7d4556b3b071" providerId="LiveId" clId="{AAADAA39-EA66-4E32-AA2F-0EE989AD0AF6}" dt="2023-05-19T06:07:23.186" v="4325" actId="20577"/>
          <ac:spMkLst>
            <pc:docMk/>
            <pc:sldMk cId="499748375" sldId="2521"/>
            <ac:spMk id="215" creationId="{00000000-0000-0000-0000-000000000000}"/>
          </ac:spMkLst>
        </pc:spChg>
        <pc:graphicFrameChg chg="del mod modGraphic">
          <ac:chgData name="Owais Ahmed" userId="6abc7d4556b3b071" providerId="LiveId" clId="{AAADAA39-EA66-4E32-AA2F-0EE989AD0AF6}" dt="2023-05-19T06:27:00.111" v="4661" actId="478"/>
          <ac:graphicFrameMkLst>
            <pc:docMk/>
            <pc:sldMk cId="499748375" sldId="2521"/>
            <ac:graphicFrameMk id="4" creationId="{78451019-08E9-D248-E950-C2A8EC5B07C1}"/>
          </ac:graphicFrameMkLst>
        </pc:graphicFrameChg>
        <pc:picChg chg="add del mod">
          <ac:chgData name="Owais Ahmed" userId="6abc7d4556b3b071" providerId="LiveId" clId="{AAADAA39-EA66-4E32-AA2F-0EE989AD0AF6}" dt="2023-05-19T06:29:16.207" v="4849" actId="478"/>
          <ac:picMkLst>
            <pc:docMk/>
            <pc:sldMk cId="499748375" sldId="2521"/>
            <ac:picMk id="8" creationId="{E0D3C132-EDF2-A48E-AF0F-84D05A829C5A}"/>
          </ac:picMkLst>
        </pc:picChg>
        <pc:picChg chg="add del mod">
          <ac:chgData name="Owais Ahmed" userId="6abc7d4556b3b071" providerId="LiveId" clId="{AAADAA39-EA66-4E32-AA2F-0EE989AD0AF6}" dt="2023-05-19T06:29:16.648" v="4850" actId="478"/>
          <ac:picMkLst>
            <pc:docMk/>
            <pc:sldMk cId="499748375" sldId="2521"/>
            <ac:picMk id="10" creationId="{9F84965F-FA94-BC27-8983-531E4538A445}"/>
          </ac:picMkLst>
        </pc:picChg>
        <pc:picChg chg="del">
          <ac:chgData name="Owais Ahmed" userId="6abc7d4556b3b071" providerId="LiveId" clId="{AAADAA39-EA66-4E32-AA2F-0EE989AD0AF6}" dt="2023-05-19T06:09:35.779" v="4427" actId="478"/>
          <ac:picMkLst>
            <pc:docMk/>
            <pc:sldMk cId="499748375" sldId="2521"/>
            <ac:picMk id="3076" creationId="{90E32114-C48C-31AE-B745-02A174C16FF9}"/>
          </ac:picMkLst>
        </pc:picChg>
        <pc:picChg chg="add del mod">
          <ac:chgData name="Owais Ahmed" userId="6abc7d4556b3b071" providerId="LiveId" clId="{AAADAA39-EA66-4E32-AA2F-0EE989AD0AF6}" dt="2023-05-19T06:27:04.219" v="4662" actId="478"/>
          <ac:picMkLst>
            <pc:docMk/>
            <pc:sldMk cId="499748375" sldId="2521"/>
            <ac:picMk id="4098" creationId="{6FDD0B22-3A4E-25D2-AACA-20B530BCACCE}"/>
          </ac:picMkLst>
        </pc:picChg>
      </pc:sldChg>
      <pc:sldChg chg="del">
        <pc:chgData name="Owais Ahmed" userId="6abc7d4556b3b071" providerId="LiveId" clId="{AAADAA39-EA66-4E32-AA2F-0EE989AD0AF6}" dt="2023-05-19T04:28:10.339" v="8" actId="47"/>
        <pc:sldMkLst>
          <pc:docMk/>
          <pc:sldMk cId="2513429855" sldId="2521"/>
        </pc:sldMkLst>
      </pc:sldChg>
      <pc:sldChg chg="modSp add mod modAnim">
        <pc:chgData name="Owais Ahmed" userId="6abc7d4556b3b071" providerId="LiveId" clId="{AAADAA39-EA66-4E32-AA2F-0EE989AD0AF6}" dt="2023-05-19T10:21:28.628" v="5323"/>
        <pc:sldMkLst>
          <pc:docMk/>
          <pc:sldMk cId="3350804688" sldId="2522"/>
        </pc:sldMkLst>
        <pc:spChg chg="mod">
          <ac:chgData name="Owais Ahmed" userId="6abc7d4556b3b071" providerId="LiveId" clId="{AAADAA39-EA66-4E32-AA2F-0EE989AD0AF6}" dt="2023-05-19T06:30:43.702" v="5036" actId="20577"/>
          <ac:spMkLst>
            <pc:docMk/>
            <pc:sldMk cId="3350804688" sldId="2522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0:50.124" v="5046" actId="20577"/>
          <ac:spMkLst>
            <pc:docMk/>
            <pc:sldMk cId="3350804688" sldId="2522"/>
            <ac:spMk id="215" creationId="{00000000-0000-0000-0000-000000000000}"/>
          </ac:spMkLst>
        </pc:spChg>
      </pc:sldChg>
      <pc:sldChg chg="del">
        <pc:chgData name="Owais Ahmed" userId="6abc7d4556b3b071" providerId="LiveId" clId="{AAADAA39-EA66-4E32-AA2F-0EE989AD0AF6}" dt="2023-05-19T04:28:10.532" v="9" actId="47"/>
        <pc:sldMkLst>
          <pc:docMk/>
          <pc:sldMk cId="3872738391" sldId="2522"/>
        </pc:sldMkLst>
      </pc:sldChg>
      <pc:sldChg chg="del">
        <pc:chgData name="Owais Ahmed" userId="6abc7d4556b3b071" providerId="LiveId" clId="{AAADAA39-EA66-4E32-AA2F-0EE989AD0AF6}" dt="2023-05-19T04:28:11.548" v="10" actId="47"/>
        <pc:sldMkLst>
          <pc:docMk/>
          <pc:sldMk cId="10490053" sldId="2523"/>
        </pc:sldMkLst>
      </pc:sldChg>
      <pc:sldChg chg="addSp delSp modSp add mod modAnim">
        <pc:chgData name="Owais Ahmed" userId="6abc7d4556b3b071" providerId="LiveId" clId="{AAADAA39-EA66-4E32-AA2F-0EE989AD0AF6}" dt="2023-05-19T10:25:24.892" v="5325"/>
        <pc:sldMkLst>
          <pc:docMk/>
          <pc:sldMk cId="2550108454" sldId="2523"/>
        </pc:sldMkLst>
        <pc:spChg chg="mod">
          <ac:chgData name="Owais Ahmed" userId="6abc7d4556b3b071" providerId="LiveId" clId="{AAADAA39-EA66-4E32-AA2F-0EE989AD0AF6}" dt="2023-05-19T06:31:34.942" v="5053" actId="20577"/>
          <ac:spMkLst>
            <pc:docMk/>
            <pc:sldMk cId="2550108454" sldId="2523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0:54.402" v="5048" actId="20577"/>
          <ac:spMkLst>
            <pc:docMk/>
            <pc:sldMk cId="2550108454" sldId="2523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6:31:57.833" v="5056" actId="1076"/>
          <ac:picMkLst>
            <pc:docMk/>
            <pc:sldMk cId="2550108454" sldId="2523"/>
            <ac:picMk id="5" creationId="{0BA21E2A-CE17-0997-1712-0836AB02DFB2}"/>
          </ac:picMkLst>
        </pc:picChg>
        <pc:picChg chg="add mod">
          <ac:chgData name="Owais Ahmed" userId="6abc7d4556b3b071" providerId="LiveId" clId="{AAADAA39-EA66-4E32-AA2F-0EE989AD0AF6}" dt="2023-05-19T06:32:22.538" v="5059" actId="1076"/>
          <ac:picMkLst>
            <pc:docMk/>
            <pc:sldMk cId="2550108454" sldId="2523"/>
            <ac:picMk id="7" creationId="{73F3A203-6853-9134-3819-95B3B901542A}"/>
          </ac:picMkLst>
        </pc:picChg>
        <pc:picChg chg="del">
          <ac:chgData name="Owais Ahmed" userId="6abc7d4556b3b071" providerId="LiveId" clId="{AAADAA39-EA66-4E32-AA2F-0EE989AD0AF6}" dt="2023-05-19T06:31:50.381" v="5054" actId="478"/>
          <ac:picMkLst>
            <pc:docMk/>
            <pc:sldMk cId="2550108454" sldId="2523"/>
            <ac:picMk id="8" creationId="{E0D3C132-EDF2-A48E-AF0F-84D05A829C5A}"/>
          </ac:picMkLst>
        </pc:picChg>
        <pc:picChg chg="del">
          <ac:chgData name="Owais Ahmed" userId="6abc7d4556b3b071" providerId="LiveId" clId="{AAADAA39-EA66-4E32-AA2F-0EE989AD0AF6}" dt="2023-05-19T06:31:59.183" v="5057" actId="478"/>
          <ac:picMkLst>
            <pc:docMk/>
            <pc:sldMk cId="2550108454" sldId="2523"/>
            <ac:picMk id="10" creationId="{9F84965F-FA94-BC27-8983-531E4538A445}"/>
          </ac:picMkLst>
        </pc:picChg>
      </pc:sldChg>
      <pc:sldChg chg="del">
        <pc:chgData name="Owais Ahmed" userId="6abc7d4556b3b071" providerId="LiveId" clId="{AAADAA39-EA66-4E32-AA2F-0EE989AD0AF6}" dt="2023-05-19T04:28:11.899" v="11" actId="47"/>
        <pc:sldMkLst>
          <pc:docMk/>
          <pc:sldMk cId="2018994293" sldId="2524"/>
        </pc:sldMkLst>
      </pc:sldChg>
      <pc:sldChg chg="addSp delSp modSp add mod modAnim">
        <pc:chgData name="Owais Ahmed" userId="6abc7d4556b3b071" providerId="LiveId" clId="{AAADAA39-EA66-4E32-AA2F-0EE989AD0AF6}" dt="2023-05-19T10:25:28.898" v="5326"/>
        <pc:sldMkLst>
          <pc:docMk/>
          <pc:sldMk cId="3158656300" sldId="2524"/>
        </pc:sldMkLst>
        <pc:spChg chg="mod">
          <ac:chgData name="Owais Ahmed" userId="6abc7d4556b3b071" providerId="LiveId" clId="{AAADAA39-EA66-4E32-AA2F-0EE989AD0AF6}" dt="2023-05-19T06:33:33.590" v="5109" actId="20577"/>
          <ac:spMkLst>
            <pc:docMk/>
            <pc:sldMk cId="3158656300" sldId="2524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2:34.495" v="5061" actId="20577"/>
          <ac:spMkLst>
            <pc:docMk/>
            <pc:sldMk cId="3158656300" sldId="2524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19T06:33:04.393" v="5103" actId="478"/>
          <ac:picMkLst>
            <pc:docMk/>
            <pc:sldMk cId="3158656300" sldId="2524"/>
            <ac:picMk id="5" creationId="{0BA21E2A-CE17-0997-1712-0836AB02DFB2}"/>
          </ac:picMkLst>
        </pc:picChg>
        <pc:picChg chg="add mod">
          <ac:chgData name="Owais Ahmed" userId="6abc7d4556b3b071" providerId="LiveId" clId="{AAADAA39-EA66-4E32-AA2F-0EE989AD0AF6}" dt="2023-05-19T06:33:26.434" v="5106" actId="1076"/>
          <ac:picMkLst>
            <pc:docMk/>
            <pc:sldMk cId="3158656300" sldId="2524"/>
            <ac:picMk id="6" creationId="{1E4CD0DC-8E61-8058-2B0D-B54B7D04E479}"/>
          </ac:picMkLst>
        </pc:picChg>
        <pc:picChg chg="del">
          <ac:chgData name="Owais Ahmed" userId="6abc7d4556b3b071" providerId="LiveId" clId="{AAADAA39-EA66-4E32-AA2F-0EE989AD0AF6}" dt="2023-05-19T06:33:05.247" v="5104" actId="478"/>
          <ac:picMkLst>
            <pc:docMk/>
            <pc:sldMk cId="3158656300" sldId="2524"/>
            <ac:picMk id="7" creationId="{73F3A203-6853-9134-3819-95B3B901542A}"/>
          </ac:picMkLst>
        </pc:picChg>
      </pc:sldChg>
      <pc:sldChg chg="addSp delSp modSp add mod addAnim delAnim modAnim">
        <pc:chgData name="Owais Ahmed" userId="6abc7d4556b3b071" providerId="LiveId" clId="{AAADAA39-EA66-4E32-AA2F-0EE989AD0AF6}" dt="2023-05-19T06:37:30.506" v="5321" actId="27636"/>
        <pc:sldMkLst>
          <pc:docMk/>
          <pc:sldMk cId="297218251" sldId="2525"/>
        </pc:sldMkLst>
        <pc:spChg chg="add del mod">
          <ac:chgData name="Owais Ahmed" userId="6abc7d4556b3b071" providerId="LiveId" clId="{AAADAA39-EA66-4E32-AA2F-0EE989AD0AF6}" dt="2023-05-19T06:37:30.506" v="5321" actId="27636"/>
          <ac:spMkLst>
            <pc:docMk/>
            <pc:sldMk cId="297218251" sldId="2525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3:39.303" v="5111" actId="20577"/>
          <ac:spMkLst>
            <pc:docMk/>
            <pc:sldMk cId="297218251" sldId="2525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6:37:27.738" v="5319" actId="1076"/>
          <ac:picMkLst>
            <pc:docMk/>
            <pc:sldMk cId="297218251" sldId="2525"/>
            <ac:picMk id="5" creationId="{560BEFDD-5F6F-77FE-2D29-76F7B481A53A}"/>
          </ac:picMkLst>
        </pc:picChg>
        <pc:picChg chg="del">
          <ac:chgData name="Owais Ahmed" userId="6abc7d4556b3b071" providerId="LiveId" clId="{AAADAA39-EA66-4E32-AA2F-0EE989AD0AF6}" dt="2023-05-19T06:34:07.442" v="5194" actId="478"/>
          <ac:picMkLst>
            <pc:docMk/>
            <pc:sldMk cId="297218251" sldId="2525"/>
            <ac:picMk id="6" creationId="{1E4CD0DC-8E61-8058-2B0D-B54B7D04E479}"/>
          </ac:picMkLst>
        </pc:picChg>
        <pc:picChg chg="add mod">
          <ac:chgData name="Owais Ahmed" userId="6abc7d4556b3b071" providerId="LiveId" clId="{AAADAA39-EA66-4E32-AA2F-0EE989AD0AF6}" dt="2023-05-19T06:37:27.738" v="5319" actId="1076"/>
          <ac:picMkLst>
            <pc:docMk/>
            <pc:sldMk cId="297218251" sldId="2525"/>
            <ac:picMk id="8" creationId="{B10603FE-70FA-F9FC-9201-4A54F5164E7F}"/>
          </ac:picMkLst>
        </pc:picChg>
        <pc:picChg chg="add mod">
          <ac:chgData name="Owais Ahmed" userId="6abc7d4556b3b071" providerId="LiveId" clId="{AAADAA39-EA66-4E32-AA2F-0EE989AD0AF6}" dt="2023-05-19T06:37:27.738" v="5319" actId="1076"/>
          <ac:picMkLst>
            <pc:docMk/>
            <pc:sldMk cId="297218251" sldId="2525"/>
            <ac:picMk id="10" creationId="{92CD5629-E7DA-449E-2654-941A5C8B820E}"/>
          </ac:picMkLst>
        </pc:picChg>
      </pc:sldChg>
      <pc:sldChg chg="del">
        <pc:chgData name="Owais Ahmed" userId="6abc7d4556b3b071" providerId="LiveId" clId="{AAADAA39-EA66-4E32-AA2F-0EE989AD0AF6}" dt="2023-05-19T04:28:12.300" v="12" actId="47"/>
        <pc:sldMkLst>
          <pc:docMk/>
          <pc:sldMk cId="645466274" sldId="2525"/>
        </pc:sldMkLst>
      </pc:sldChg>
      <pc:sldChg chg="addSp delSp modSp add mod delAnim modAnim">
        <pc:chgData name="Owais Ahmed" userId="6abc7d4556b3b071" providerId="LiveId" clId="{AAADAA39-EA66-4E32-AA2F-0EE989AD0AF6}" dt="2023-05-26T05:02:49.183" v="5916" actId="20577"/>
        <pc:sldMkLst>
          <pc:docMk/>
          <pc:sldMk cId="151189741" sldId="2526"/>
        </pc:sldMkLst>
        <pc:spChg chg="del mod">
          <ac:chgData name="Owais Ahmed" userId="6abc7d4556b3b071" providerId="LiveId" clId="{AAADAA39-EA66-4E32-AA2F-0EE989AD0AF6}" dt="2023-05-26T05:00:24.073" v="5886" actId="478"/>
          <ac:spMkLst>
            <pc:docMk/>
            <pc:sldMk cId="151189741" sldId="2526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26T05:02:49.183" v="5916" actId="20577"/>
          <ac:spMkLst>
            <pc:docMk/>
            <pc:sldMk cId="151189741" sldId="2526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26T04:38:56.907" v="5364" actId="478"/>
          <ac:picMkLst>
            <pc:docMk/>
            <pc:sldMk cId="151189741" sldId="2526"/>
            <ac:picMk id="5" creationId="{560BEFDD-5F6F-77FE-2D29-76F7B481A53A}"/>
          </ac:picMkLst>
        </pc:picChg>
        <pc:picChg chg="add mod">
          <ac:chgData name="Owais Ahmed" userId="6abc7d4556b3b071" providerId="LiveId" clId="{AAADAA39-EA66-4E32-AA2F-0EE989AD0AF6}" dt="2023-05-26T05:00:27.585" v="5887" actId="1076"/>
          <ac:picMkLst>
            <pc:docMk/>
            <pc:sldMk cId="151189741" sldId="2526"/>
            <ac:picMk id="6" creationId="{466199A1-7551-2286-881F-D93768CD9A7F}"/>
          </ac:picMkLst>
        </pc:picChg>
        <pc:picChg chg="del">
          <ac:chgData name="Owais Ahmed" userId="6abc7d4556b3b071" providerId="LiveId" clId="{AAADAA39-EA66-4E32-AA2F-0EE989AD0AF6}" dt="2023-05-26T04:38:57.447" v="5365" actId="478"/>
          <ac:picMkLst>
            <pc:docMk/>
            <pc:sldMk cId="151189741" sldId="2526"/>
            <ac:picMk id="8" creationId="{B10603FE-70FA-F9FC-9201-4A54F5164E7F}"/>
          </ac:picMkLst>
        </pc:picChg>
        <pc:picChg chg="add del mod">
          <ac:chgData name="Owais Ahmed" userId="6abc7d4556b3b071" providerId="LiveId" clId="{AAADAA39-EA66-4E32-AA2F-0EE989AD0AF6}" dt="2023-05-26T05:00:31.083" v="5889" actId="478"/>
          <ac:picMkLst>
            <pc:docMk/>
            <pc:sldMk cId="151189741" sldId="2526"/>
            <ac:picMk id="9" creationId="{579085FB-1AAE-1037-4E80-C6A426172204}"/>
          </ac:picMkLst>
        </pc:picChg>
        <pc:picChg chg="del">
          <ac:chgData name="Owais Ahmed" userId="6abc7d4556b3b071" providerId="LiveId" clId="{AAADAA39-EA66-4E32-AA2F-0EE989AD0AF6}" dt="2023-05-26T04:38:57.843" v="5366" actId="478"/>
          <ac:picMkLst>
            <pc:docMk/>
            <pc:sldMk cId="151189741" sldId="2526"/>
            <ac:picMk id="10" creationId="{92CD5629-E7DA-449E-2654-941A5C8B820E}"/>
          </ac:picMkLst>
        </pc:picChg>
        <pc:picChg chg="add mod">
          <ac:chgData name="Owais Ahmed" userId="6abc7d4556b3b071" providerId="LiveId" clId="{AAADAA39-EA66-4E32-AA2F-0EE989AD0AF6}" dt="2023-05-26T05:01:03.824" v="5891" actId="1076"/>
          <ac:picMkLst>
            <pc:docMk/>
            <pc:sldMk cId="151189741" sldId="2526"/>
            <ac:picMk id="12" creationId="{0CB09E25-C897-E626-2217-59075D4CEAE5}"/>
          </ac:picMkLst>
        </pc:picChg>
        <pc:picChg chg="add del">
          <ac:chgData name="Owais Ahmed" userId="6abc7d4556b3b071" providerId="LiveId" clId="{AAADAA39-EA66-4E32-AA2F-0EE989AD0AF6}" dt="2023-05-26T05:01:47.953" v="5893" actId="478"/>
          <ac:picMkLst>
            <pc:docMk/>
            <pc:sldMk cId="151189741" sldId="2526"/>
            <ac:picMk id="14" creationId="{7B3E768A-0399-9D2F-4C73-BCEEB8A45EBB}"/>
          </ac:picMkLst>
        </pc:picChg>
        <pc:picChg chg="add mod">
          <ac:chgData name="Owais Ahmed" userId="6abc7d4556b3b071" providerId="LiveId" clId="{AAADAA39-EA66-4E32-AA2F-0EE989AD0AF6}" dt="2023-05-26T05:02:03.152" v="5896" actId="1076"/>
          <ac:picMkLst>
            <pc:docMk/>
            <pc:sldMk cId="151189741" sldId="2526"/>
            <ac:picMk id="16" creationId="{BAAF9012-3FB5-6B6F-4BA7-52E4D872233A}"/>
          </ac:picMkLst>
        </pc:picChg>
        <pc:picChg chg="add mod">
          <ac:chgData name="Owais Ahmed" userId="6abc7d4556b3b071" providerId="LiveId" clId="{AAADAA39-EA66-4E32-AA2F-0EE989AD0AF6}" dt="2023-05-26T05:02:36.793" v="5898" actId="1076"/>
          <ac:picMkLst>
            <pc:docMk/>
            <pc:sldMk cId="151189741" sldId="2526"/>
            <ac:picMk id="18" creationId="{0DAE8618-0B29-3F38-4958-9FA529886BB9}"/>
          </ac:picMkLst>
        </pc:picChg>
      </pc:sldChg>
      <pc:sldChg chg="del">
        <pc:chgData name="Owais Ahmed" userId="6abc7d4556b3b071" providerId="LiveId" clId="{AAADAA39-EA66-4E32-AA2F-0EE989AD0AF6}" dt="2023-05-19T04:28:13.437" v="13" actId="47"/>
        <pc:sldMkLst>
          <pc:docMk/>
          <pc:sldMk cId="3637680761" sldId="2526"/>
        </pc:sldMkLst>
      </pc:sldChg>
      <pc:sldChg chg="del">
        <pc:chgData name="Owais Ahmed" userId="6abc7d4556b3b071" providerId="LiveId" clId="{AAADAA39-EA66-4E32-AA2F-0EE989AD0AF6}" dt="2023-05-19T04:28:14.068" v="14" actId="47"/>
        <pc:sldMkLst>
          <pc:docMk/>
          <pc:sldMk cId="847185206" sldId="2527"/>
        </pc:sldMkLst>
      </pc:sldChg>
      <pc:sldChg chg="modSp add del mod">
        <pc:chgData name="Owais Ahmed" userId="6abc7d4556b3b071" providerId="LiveId" clId="{AAADAA39-EA66-4E32-AA2F-0EE989AD0AF6}" dt="2023-05-26T04:44:55.176" v="5536" actId="2890"/>
        <pc:sldMkLst>
          <pc:docMk/>
          <pc:sldMk cId="2870872140" sldId="2527"/>
        </pc:sldMkLst>
        <pc:spChg chg="mod">
          <ac:chgData name="Owais Ahmed" userId="6abc7d4556b3b071" providerId="LiveId" clId="{AAADAA39-EA66-4E32-AA2F-0EE989AD0AF6}" dt="2023-05-26T04:44:54.858" v="5535" actId="20577"/>
          <ac:spMkLst>
            <pc:docMk/>
            <pc:sldMk cId="2870872140" sldId="2527"/>
            <ac:spMk id="215" creationId="{00000000-0000-0000-0000-000000000000}"/>
          </ac:spMkLst>
        </pc:spChg>
      </pc:sldChg>
      <pc:sldChg chg="delSp modSp add mod ord modAnim">
        <pc:chgData name="Owais Ahmed" userId="6abc7d4556b3b071" providerId="LiveId" clId="{AAADAA39-EA66-4E32-AA2F-0EE989AD0AF6}" dt="2023-05-26T05:00:20.771" v="5885" actId="20577"/>
        <pc:sldMkLst>
          <pc:docMk/>
          <pc:sldMk cId="3362433709" sldId="2527"/>
        </pc:sldMkLst>
        <pc:spChg chg="mod">
          <ac:chgData name="Owais Ahmed" userId="6abc7d4556b3b071" providerId="LiveId" clId="{AAADAA39-EA66-4E32-AA2F-0EE989AD0AF6}" dt="2023-05-26T04:59:54.539" v="5864" actId="20577"/>
          <ac:spMkLst>
            <pc:docMk/>
            <pc:sldMk cId="3362433709" sldId="2527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26T05:00:20.771" v="5885" actId="20577"/>
          <ac:spMkLst>
            <pc:docMk/>
            <pc:sldMk cId="3362433709" sldId="2527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26T04:59:32.045" v="5786" actId="478"/>
          <ac:picMkLst>
            <pc:docMk/>
            <pc:sldMk cId="3362433709" sldId="2527"/>
            <ac:picMk id="6" creationId="{466199A1-7551-2286-881F-D93768CD9A7F}"/>
          </ac:picMkLst>
        </pc:picChg>
        <pc:picChg chg="del">
          <ac:chgData name="Owais Ahmed" userId="6abc7d4556b3b071" providerId="LiveId" clId="{AAADAA39-EA66-4E32-AA2F-0EE989AD0AF6}" dt="2023-05-26T04:59:31.490" v="5785" actId="478"/>
          <ac:picMkLst>
            <pc:docMk/>
            <pc:sldMk cId="3362433709" sldId="2527"/>
            <ac:picMk id="9" creationId="{579085FB-1AAE-1037-4E80-C6A426172204}"/>
          </ac:picMkLst>
        </pc:picChg>
      </pc:sldChg>
    </pc:docChg>
  </pc:docChgLst>
  <pc:docChgLst>
    <pc:chgData name="Owais Ahmed" userId="6abc7d4556b3b071" providerId="LiveId" clId="{2A77E700-75D2-43A2-B835-39002EAE4D3A}"/>
    <pc:docChg chg="undo redo custSel addSld delSld modSld sldOrd modSection">
      <pc:chgData name="Owais Ahmed" userId="6abc7d4556b3b071" providerId="LiveId" clId="{2A77E700-75D2-43A2-B835-39002EAE4D3A}" dt="2023-06-05T21:23:01.356" v="4531" actId="20577"/>
      <pc:docMkLst>
        <pc:docMk/>
      </pc:docMkLst>
      <pc:sldChg chg="modSp mod">
        <pc:chgData name="Owais Ahmed" userId="6abc7d4556b3b071" providerId="LiveId" clId="{2A77E700-75D2-43A2-B835-39002EAE4D3A}" dt="2023-06-05T20:44:24.025" v="2670" actId="20577"/>
        <pc:sldMkLst>
          <pc:docMk/>
          <pc:sldMk cId="1649098948" sldId="2462"/>
        </pc:sldMkLst>
        <pc:spChg chg="mod">
          <ac:chgData name="Owais Ahmed" userId="6abc7d4556b3b071" providerId="LiveId" clId="{2A77E700-75D2-43A2-B835-39002EAE4D3A}" dt="2023-06-05T17:45:30.443" v="1245" actId="14100"/>
          <ac:spMkLst>
            <pc:docMk/>
            <pc:sldMk cId="1649098948" sldId="2462"/>
            <ac:spMk id="2" creationId="{BE3A87B3-0A27-4EE9-979E-B69581E476F0}"/>
          </ac:spMkLst>
        </pc:spChg>
        <pc:spChg chg="mod">
          <ac:chgData name="Owais Ahmed" userId="6abc7d4556b3b071" providerId="LiveId" clId="{2A77E700-75D2-43A2-B835-39002EAE4D3A}" dt="2023-06-05T20:44:24.025" v="267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2A77E700-75D2-43A2-B835-39002EAE4D3A}" dt="2023-06-05T18:11:29.727" v="2054" actId="20577"/>
        <pc:sldMkLst>
          <pc:docMk/>
          <pc:sldMk cId="3362433709" sldId="2527"/>
        </pc:sldMkLst>
        <pc:spChg chg="mod">
          <ac:chgData name="Owais Ahmed" userId="6abc7d4556b3b071" providerId="LiveId" clId="{2A77E700-75D2-43A2-B835-39002EAE4D3A}" dt="2023-06-05T18:11:29.727" v="2054" actId="20577"/>
          <ac:spMkLst>
            <pc:docMk/>
            <pc:sldMk cId="3362433709" sldId="2527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2A77E700-75D2-43A2-B835-39002EAE4D3A}" dt="2023-06-05T17:44:08.503" v="1210" actId="20577"/>
        <pc:sldMkLst>
          <pc:docMk/>
          <pc:sldMk cId="1352093608" sldId="2530"/>
        </pc:sldMkLst>
        <pc:spChg chg="mod">
          <ac:chgData name="Owais Ahmed" userId="6abc7d4556b3b071" providerId="LiveId" clId="{2A77E700-75D2-43A2-B835-39002EAE4D3A}" dt="2023-06-05T17:43:41.859" v="1204" actId="20577"/>
          <ac:spMkLst>
            <pc:docMk/>
            <pc:sldMk cId="1352093608" sldId="2530"/>
            <ac:spMk id="3" creationId="{4A1C0383-58FE-E486-295E-B33B8683B938}"/>
          </ac:spMkLst>
        </pc:spChg>
      </pc:sldChg>
      <pc:sldChg chg="addSp delSp modSp add mod delAnim modAnim">
        <pc:chgData name="Owais Ahmed" userId="6abc7d4556b3b071" providerId="LiveId" clId="{2A77E700-75D2-43A2-B835-39002EAE4D3A}" dt="2023-06-05T16:41:30.554" v="79" actId="20577"/>
        <pc:sldMkLst>
          <pc:docMk/>
          <pc:sldMk cId="3028686708" sldId="2531"/>
        </pc:sldMkLst>
        <pc:spChg chg="mod">
          <ac:chgData name="Owais Ahmed" userId="6abc7d4556b3b071" providerId="LiveId" clId="{2A77E700-75D2-43A2-B835-39002EAE4D3A}" dt="2023-06-05T16:41:30.554" v="79" actId="20577"/>
          <ac:spMkLst>
            <pc:docMk/>
            <pc:sldMk cId="3028686708" sldId="2531"/>
            <ac:spMk id="3" creationId="{4A1C0383-58FE-E486-295E-B33B8683B938}"/>
          </ac:spMkLst>
        </pc:spChg>
        <pc:picChg chg="add del mod">
          <ac:chgData name="Owais Ahmed" userId="6abc7d4556b3b071" providerId="LiveId" clId="{2A77E700-75D2-43A2-B835-39002EAE4D3A}" dt="2023-06-05T16:39:05.536" v="45" actId="478"/>
          <ac:picMkLst>
            <pc:docMk/>
            <pc:sldMk cId="3028686708" sldId="2531"/>
            <ac:picMk id="4" creationId="{B8C9BA40-24B2-0247-B7E4-87416596F147}"/>
          </ac:picMkLst>
        </pc:picChg>
        <pc:picChg chg="del">
          <ac:chgData name="Owais Ahmed" userId="6abc7d4556b3b071" providerId="LiveId" clId="{2A77E700-75D2-43A2-B835-39002EAE4D3A}" dt="2023-06-05T16:38:51.044" v="43" actId="478"/>
          <ac:picMkLst>
            <pc:docMk/>
            <pc:sldMk cId="3028686708" sldId="2531"/>
            <ac:picMk id="6" creationId="{ADE6C07F-B386-E346-695C-545D6AC75837}"/>
          </ac:picMkLst>
        </pc:picChg>
        <pc:picChg chg="del">
          <ac:chgData name="Owais Ahmed" userId="6abc7d4556b3b071" providerId="LiveId" clId="{2A77E700-75D2-43A2-B835-39002EAE4D3A}" dt="2023-06-05T16:38:50.365" v="42" actId="478"/>
          <ac:picMkLst>
            <pc:docMk/>
            <pc:sldMk cId="3028686708" sldId="2531"/>
            <ac:picMk id="11" creationId="{0E00574A-9B60-3B67-9990-4CD5C7213563}"/>
          </ac:picMkLst>
        </pc:picChg>
        <pc:picChg chg="add mod">
          <ac:chgData name="Owais Ahmed" userId="6abc7d4556b3b071" providerId="LiveId" clId="{2A77E700-75D2-43A2-B835-39002EAE4D3A}" dt="2023-06-05T16:41:06.809" v="58" actId="1076"/>
          <ac:picMkLst>
            <pc:docMk/>
            <pc:sldMk cId="3028686708" sldId="2531"/>
            <ac:picMk id="1026" creationId="{E24E2C78-3DFA-5CF5-5BAD-8CF2C24B681F}"/>
          </ac:picMkLst>
        </pc:picChg>
      </pc:sldChg>
      <pc:sldChg chg="addSp delSp modSp add mod modAnim">
        <pc:chgData name="Owais Ahmed" userId="6abc7d4556b3b071" providerId="LiveId" clId="{2A77E700-75D2-43A2-B835-39002EAE4D3A}" dt="2023-06-05T17:36:19.238" v="839"/>
        <pc:sldMkLst>
          <pc:docMk/>
          <pc:sldMk cId="3407722263" sldId="2532"/>
        </pc:sldMkLst>
        <pc:spChg chg="mod">
          <ac:chgData name="Owais Ahmed" userId="6abc7d4556b3b071" providerId="LiveId" clId="{2A77E700-75D2-43A2-B835-39002EAE4D3A}" dt="2023-06-05T17:36:19.238" v="839"/>
          <ac:spMkLst>
            <pc:docMk/>
            <pc:sldMk cId="3407722263" sldId="2532"/>
            <ac:spMk id="3" creationId="{4A1C0383-58FE-E486-295E-B33B8683B938}"/>
          </ac:spMkLst>
        </pc:spChg>
        <pc:spChg chg="add del">
          <ac:chgData name="Owais Ahmed" userId="6abc7d4556b3b071" providerId="LiveId" clId="{2A77E700-75D2-43A2-B835-39002EAE4D3A}" dt="2023-06-05T17:29:07.644" v="511"/>
          <ac:spMkLst>
            <pc:docMk/>
            <pc:sldMk cId="3407722263" sldId="2532"/>
            <ac:spMk id="6" creationId="{4F2AB4EE-A480-E0FA-7162-AF4F580B5ACF}"/>
          </ac:spMkLst>
        </pc:spChg>
        <pc:spChg chg="mod">
          <ac:chgData name="Owais Ahmed" userId="6abc7d4556b3b071" providerId="LiveId" clId="{2A77E700-75D2-43A2-B835-39002EAE4D3A}" dt="2023-06-05T17:28:14.284" v="502" actId="20577"/>
          <ac:spMkLst>
            <pc:docMk/>
            <pc:sldMk cId="3407722263" sldId="2532"/>
            <ac:spMk id="215" creationId="{00000000-0000-0000-0000-000000000000}"/>
          </ac:spMkLst>
        </pc:spChg>
        <pc:picChg chg="add del mod ord">
          <ac:chgData name="Owais Ahmed" userId="6abc7d4556b3b071" providerId="LiveId" clId="{2A77E700-75D2-43A2-B835-39002EAE4D3A}" dt="2023-06-05T17:30:26.053" v="524" actId="478"/>
          <ac:picMkLst>
            <pc:docMk/>
            <pc:sldMk cId="3407722263" sldId="2532"/>
            <ac:picMk id="5" creationId="{088EDB24-13C8-7136-EA72-24464D4FF657}"/>
          </ac:picMkLst>
        </pc:picChg>
        <pc:picChg chg="del mod modCrop">
          <ac:chgData name="Owais Ahmed" userId="6abc7d4556b3b071" providerId="LiveId" clId="{2A77E700-75D2-43A2-B835-39002EAE4D3A}" dt="2023-06-05T17:34:40.365" v="712" actId="478"/>
          <ac:picMkLst>
            <pc:docMk/>
            <pc:sldMk cId="3407722263" sldId="2532"/>
            <ac:picMk id="7" creationId="{761198D9-AE4A-0E3C-77E2-7060C50F9B4E}"/>
          </ac:picMkLst>
        </pc:picChg>
        <pc:picChg chg="add mod">
          <ac:chgData name="Owais Ahmed" userId="6abc7d4556b3b071" providerId="LiveId" clId="{2A77E700-75D2-43A2-B835-39002EAE4D3A}" dt="2023-06-05T17:34:48.386" v="715" actId="1076"/>
          <ac:picMkLst>
            <pc:docMk/>
            <pc:sldMk cId="3407722263" sldId="2532"/>
            <ac:picMk id="9" creationId="{F9722D9D-5B19-BA56-69C4-1CE6A4F095D7}"/>
          </ac:picMkLst>
        </pc:picChg>
        <pc:picChg chg="del">
          <ac:chgData name="Owais Ahmed" userId="6abc7d4556b3b071" providerId="LiveId" clId="{2A77E700-75D2-43A2-B835-39002EAE4D3A}" dt="2023-06-05T17:28:16.082" v="503" actId="478"/>
          <ac:picMkLst>
            <pc:docMk/>
            <pc:sldMk cId="3407722263" sldId="2532"/>
            <ac:picMk id="1026" creationId="{E24E2C78-3DFA-5CF5-5BAD-8CF2C24B681F}"/>
          </ac:picMkLst>
        </pc:picChg>
      </pc:sldChg>
      <pc:sldChg chg="delSp modSp add mod">
        <pc:chgData name="Owais Ahmed" userId="6abc7d4556b3b071" providerId="LiveId" clId="{2A77E700-75D2-43A2-B835-39002EAE4D3A}" dt="2023-06-05T17:37:06.706" v="945" actId="20577"/>
        <pc:sldMkLst>
          <pc:docMk/>
          <pc:sldMk cId="621271940" sldId="2533"/>
        </pc:sldMkLst>
        <pc:spChg chg="mod">
          <ac:chgData name="Owais Ahmed" userId="6abc7d4556b3b071" providerId="LiveId" clId="{2A77E700-75D2-43A2-B835-39002EAE4D3A}" dt="2023-06-05T17:37:06.706" v="945" actId="20577"/>
          <ac:spMkLst>
            <pc:docMk/>
            <pc:sldMk cId="621271940" sldId="2533"/>
            <ac:spMk id="3" creationId="{4A1C0383-58FE-E486-295E-B33B8683B938}"/>
          </ac:spMkLst>
        </pc:spChg>
        <pc:spChg chg="mod">
          <ac:chgData name="Owais Ahmed" userId="6abc7d4556b3b071" providerId="LiveId" clId="{2A77E700-75D2-43A2-B835-39002EAE4D3A}" dt="2023-06-05T17:36:42.243" v="881" actId="20577"/>
          <ac:spMkLst>
            <pc:docMk/>
            <pc:sldMk cId="621271940" sldId="2533"/>
            <ac:spMk id="215" creationId="{00000000-0000-0000-0000-000000000000}"/>
          </ac:spMkLst>
        </pc:spChg>
        <pc:picChg chg="mod">
          <ac:chgData name="Owais Ahmed" userId="6abc7d4556b3b071" providerId="LiveId" clId="{2A77E700-75D2-43A2-B835-39002EAE4D3A}" dt="2023-06-05T17:35:10.384" v="718" actId="1076"/>
          <ac:picMkLst>
            <pc:docMk/>
            <pc:sldMk cId="621271940" sldId="2533"/>
            <ac:picMk id="7" creationId="{761198D9-AE4A-0E3C-77E2-7060C50F9B4E}"/>
          </ac:picMkLst>
        </pc:picChg>
        <pc:picChg chg="del">
          <ac:chgData name="Owais Ahmed" userId="6abc7d4556b3b071" providerId="LiveId" clId="{2A77E700-75D2-43A2-B835-39002EAE4D3A}" dt="2023-06-05T17:34:38.475" v="711" actId="478"/>
          <ac:picMkLst>
            <pc:docMk/>
            <pc:sldMk cId="621271940" sldId="2533"/>
            <ac:picMk id="9" creationId="{F9722D9D-5B19-BA56-69C4-1CE6A4F095D7}"/>
          </ac:picMkLst>
        </pc:picChg>
      </pc:sldChg>
      <pc:sldChg chg="addSp delSp modSp add mod modAnim">
        <pc:chgData name="Owais Ahmed" userId="6abc7d4556b3b071" providerId="LiveId" clId="{2A77E700-75D2-43A2-B835-39002EAE4D3A}" dt="2023-06-05T18:05:23.051" v="1651" actId="14100"/>
        <pc:sldMkLst>
          <pc:docMk/>
          <pc:sldMk cId="548796108" sldId="2534"/>
        </pc:sldMkLst>
        <pc:spChg chg="mod">
          <ac:chgData name="Owais Ahmed" userId="6abc7d4556b3b071" providerId="LiveId" clId="{2A77E700-75D2-43A2-B835-39002EAE4D3A}" dt="2023-06-05T18:05:23.051" v="1651" actId="14100"/>
          <ac:spMkLst>
            <pc:docMk/>
            <pc:sldMk cId="548796108" sldId="2534"/>
            <ac:spMk id="3" creationId="{4A1C0383-58FE-E486-295E-B33B8683B938}"/>
          </ac:spMkLst>
        </pc:spChg>
        <pc:spChg chg="add mod">
          <ac:chgData name="Owais Ahmed" userId="6abc7d4556b3b071" providerId="LiveId" clId="{2A77E700-75D2-43A2-B835-39002EAE4D3A}" dt="2023-06-05T18:05:14.737" v="1649"/>
          <ac:spMkLst>
            <pc:docMk/>
            <pc:sldMk cId="548796108" sldId="2534"/>
            <ac:spMk id="8" creationId="{838FD809-D5EC-2386-A1BB-CF6CE9AF5C0E}"/>
          </ac:spMkLst>
        </pc:spChg>
        <pc:spChg chg="del">
          <ac:chgData name="Owais Ahmed" userId="6abc7d4556b3b071" providerId="LiveId" clId="{2A77E700-75D2-43A2-B835-39002EAE4D3A}" dt="2023-06-05T18:00:18.574" v="1419" actId="478"/>
          <ac:spMkLst>
            <pc:docMk/>
            <pc:sldMk cId="548796108" sldId="2534"/>
            <ac:spMk id="214" creationId="{00000000-0000-0000-0000-000000000000}"/>
          </ac:spMkLst>
        </pc:spChg>
        <pc:picChg chg="add del">
          <ac:chgData name="Owais Ahmed" userId="6abc7d4556b3b071" providerId="LiveId" clId="{2A77E700-75D2-43A2-B835-39002EAE4D3A}" dt="2023-06-05T17:41:41.092" v="1064" actId="22"/>
          <ac:picMkLst>
            <pc:docMk/>
            <pc:sldMk cId="548796108" sldId="2534"/>
            <ac:picMk id="5" creationId="{CEBE774A-8FA5-2704-A9B7-192FEC453269}"/>
          </ac:picMkLst>
        </pc:picChg>
        <pc:picChg chg="add mod">
          <ac:chgData name="Owais Ahmed" userId="6abc7d4556b3b071" providerId="LiveId" clId="{2A77E700-75D2-43A2-B835-39002EAE4D3A}" dt="2023-06-05T18:05:19.143" v="1650" actId="1076"/>
          <ac:picMkLst>
            <pc:docMk/>
            <pc:sldMk cId="548796108" sldId="2534"/>
            <ac:picMk id="7" creationId="{F05838A7-9796-53F1-CEA5-897470197275}"/>
          </ac:picMkLst>
        </pc:picChg>
      </pc:sldChg>
      <pc:sldChg chg="addSp modSp add mod ord modAnim">
        <pc:chgData name="Owais Ahmed" userId="6abc7d4556b3b071" providerId="LiveId" clId="{2A77E700-75D2-43A2-B835-39002EAE4D3A}" dt="2023-06-05T20:44:51.179" v="2685" actId="27636"/>
        <pc:sldMkLst>
          <pc:docMk/>
          <pc:sldMk cId="1949759868" sldId="2535"/>
        </pc:sldMkLst>
        <pc:spChg chg="mod">
          <ac:chgData name="Owais Ahmed" userId="6abc7d4556b3b071" providerId="LiveId" clId="{2A77E700-75D2-43A2-B835-39002EAE4D3A}" dt="2023-06-05T20:44:51.179" v="2685" actId="27636"/>
          <ac:spMkLst>
            <pc:docMk/>
            <pc:sldMk cId="1949759868" sldId="2535"/>
            <ac:spMk id="3" creationId="{4A1C0383-58FE-E486-295E-B33B8683B938}"/>
          </ac:spMkLst>
        </pc:spChg>
        <pc:spChg chg="mod">
          <ac:chgData name="Owais Ahmed" userId="6abc7d4556b3b071" providerId="LiveId" clId="{2A77E700-75D2-43A2-B835-39002EAE4D3A}" dt="2023-06-05T17:54:42.302" v="1275" actId="20577"/>
          <ac:spMkLst>
            <pc:docMk/>
            <pc:sldMk cId="1949759868" sldId="2535"/>
            <ac:spMk id="215" creationId="{00000000-0000-0000-0000-000000000000}"/>
          </ac:spMkLst>
        </pc:spChg>
        <pc:picChg chg="add mod">
          <ac:chgData name="Owais Ahmed" userId="6abc7d4556b3b071" providerId="LiveId" clId="{2A77E700-75D2-43A2-B835-39002EAE4D3A}" dt="2023-06-05T20:25:57.385" v="2599" actId="1076"/>
          <ac:picMkLst>
            <pc:docMk/>
            <pc:sldMk cId="1949759868" sldId="2535"/>
            <ac:picMk id="5" creationId="{76782DCB-922B-6648-32D4-16198AA0E90E}"/>
          </ac:picMkLst>
        </pc:picChg>
        <pc:picChg chg="add mod">
          <ac:chgData name="Owais Ahmed" userId="6abc7d4556b3b071" providerId="LiveId" clId="{2A77E700-75D2-43A2-B835-39002EAE4D3A}" dt="2023-06-05T20:26:36.147" v="2603" actId="1076"/>
          <ac:picMkLst>
            <pc:docMk/>
            <pc:sldMk cId="1949759868" sldId="2535"/>
            <ac:picMk id="7" creationId="{839D636E-3527-076B-D0D7-5CE2F134B489}"/>
          </ac:picMkLst>
        </pc:picChg>
        <pc:picChg chg="add mod">
          <ac:chgData name="Owais Ahmed" userId="6abc7d4556b3b071" providerId="LiveId" clId="{2A77E700-75D2-43A2-B835-39002EAE4D3A}" dt="2023-06-05T20:42:46.522" v="2614" actId="1076"/>
          <ac:picMkLst>
            <pc:docMk/>
            <pc:sldMk cId="1949759868" sldId="2535"/>
            <ac:picMk id="9" creationId="{A6DBA4CA-3A33-DC08-3D82-04ADDA75D245}"/>
          </ac:picMkLst>
        </pc:picChg>
      </pc:sldChg>
      <pc:sldChg chg="addSp modSp add mod ord modAnim">
        <pc:chgData name="Owais Ahmed" userId="6abc7d4556b3b071" providerId="LiveId" clId="{2A77E700-75D2-43A2-B835-39002EAE4D3A}" dt="2023-06-05T18:07:36.607" v="1922" actId="20577"/>
        <pc:sldMkLst>
          <pc:docMk/>
          <pc:sldMk cId="1199280110" sldId="2536"/>
        </pc:sldMkLst>
        <pc:spChg chg="mod">
          <ac:chgData name="Owais Ahmed" userId="6abc7d4556b3b071" providerId="LiveId" clId="{2A77E700-75D2-43A2-B835-39002EAE4D3A}" dt="2023-06-05T18:07:36.607" v="1922" actId="20577"/>
          <ac:spMkLst>
            <pc:docMk/>
            <pc:sldMk cId="1199280110" sldId="2536"/>
            <ac:spMk id="3" creationId="{4A1C0383-58FE-E486-295E-B33B8683B938}"/>
          </ac:spMkLst>
        </pc:spChg>
        <pc:picChg chg="add mod">
          <ac:chgData name="Owais Ahmed" userId="6abc7d4556b3b071" providerId="LiveId" clId="{2A77E700-75D2-43A2-B835-39002EAE4D3A}" dt="2023-06-05T18:04:21.174" v="1590" actId="1076"/>
          <ac:picMkLst>
            <pc:docMk/>
            <pc:sldMk cId="1199280110" sldId="2536"/>
            <ac:picMk id="5" creationId="{C79F3942-C51A-00E8-B564-2125E01D3446}"/>
          </ac:picMkLst>
        </pc:picChg>
      </pc:sldChg>
      <pc:sldChg chg="modSp add mod modAnim">
        <pc:chgData name="Owais Ahmed" userId="6abc7d4556b3b071" providerId="LiveId" clId="{2A77E700-75D2-43A2-B835-39002EAE4D3A}" dt="2023-06-05T21:20:20.007" v="4411" actId="20577"/>
        <pc:sldMkLst>
          <pc:docMk/>
          <pc:sldMk cId="3143678774" sldId="2537"/>
        </pc:sldMkLst>
        <pc:spChg chg="mod">
          <ac:chgData name="Owais Ahmed" userId="6abc7d4556b3b071" providerId="LiveId" clId="{2A77E700-75D2-43A2-B835-39002EAE4D3A}" dt="2023-06-05T21:20:20.007" v="4411" actId="20577"/>
          <ac:spMkLst>
            <pc:docMk/>
            <pc:sldMk cId="3143678774" sldId="2537"/>
            <ac:spMk id="3" creationId="{4A1C0383-58FE-E486-295E-B33B8683B938}"/>
          </ac:spMkLst>
        </pc:spChg>
        <pc:spChg chg="mod">
          <ac:chgData name="Owais Ahmed" userId="6abc7d4556b3b071" providerId="LiveId" clId="{2A77E700-75D2-43A2-B835-39002EAE4D3A}" dt="2023-06-05T20:44:30.840" v="2681" actId="20577"/>
          <ac:spMkLst>
            <pc:docMk/>
            <pc:sldMk cId="3143678774" sldId="253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A77E700-75D2-43A2-B835-39002EAE4D3A}" dt="2023-06-05T20:52:33.380" v="3494" actId="113"/>
        <pc:sldMkLst>
          <pc:docMk/>
          <pc:sldMk cId="1515834410" sldId="2538"/>
        </pc:sldMkLst>
        <pc:spChg chg="mod">
          <ac:chgData name="Owais Ahmed" userId="6abc7d4556b3b071" providerId="LiveId" clId="{2A77E700-75D2-43A2-B835-39002EAE4D3A}" dt="2023-06-05T20:52:33.380" v="3494" actId="113"/>
          <ac:spMkLst>
            <pc:docMk/>
            <pc:sldMk cId="1515834410" sldId="2538"/>
            <ac:spMk id="3" creationId="{4A1C0383-58FE-E486-295E-B33B8683B938}"/>
          </ac:spMkLst>
        </pc:spChg>
      </pc:sldChg>
      <pc:sldChg chg="add del">
        <pc:chgData name="Owais Ahmed" userId="6abc7d4556b3b071" providerId="LiveId" clId="{2A77E700-75D2-43A2-B835-39002EAE4D3A}" dt="2023-06-05T20:46:05.860" v="2770" actId="47"/>
        <pc:sldMkLst>
          <pc:docMk/>
          <pc:sldMk cId="1702680607" sldId="2538"/>
        </pc:sldMkLst>
      </pc:sldChg>
      <pc:sldChg chg="modSp add modAnim">
        <pc:chgData name="Owais Ahmed" userId="6abc7d4556b3b071" providerId="LiveId" clId="{2A77E700-75D2-43A2-B835-39002EAE4D3A}" dt="2023-06-05T20:52:41.388" v="3495" actId="113"/>
        <pc:sldMkLst>
          <pc:docMk/>
          <pc:sldMk cId="282390543" sldId="2539"/>
        </pc:sldMkLst>
        <pc:spChg chg="mod">
          <ac:chgData name="Owais Ahmed" userId="6abc7d4556b3b071" providerId="LiveId" clId="{2A77E700-75D2-43A2-B835-39002EAE4D3A}" dt="2023-06-05T20:52:41.388" v="3495" actId="113"/>
          <ac:spMkLst>
            <pc:docMk/>
            <pc:sldMk cId="282390543" sldId="2539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2A77E700-75D2-43A2-B835-39002EAE4D3A}" dt="2023-06-05T20:59:16.832" v="3835" actId="20577"/>
        <pc:sldMkLst>
          <pc:docMk/>
          <pc:sldMk cId="1625057675" sldId="2540"/>
        </pc:sldMkLst>
        <pc:spChg chg="mod">
          <ac:chgData name="Owais Ahmed" userId="6abc7d4556b3b071" providerId="LiveId" clId="{2A77E700-75D2-43A2-B835-39002EAE4D3A}" dt="2023-06-05T20:56:41.892" v="3803" actId="20577"/>
          <ac:spMkLst>
            <pc:docMk/>
            <pc:sldMk cId="1625057675" sldId="2540"/>
            <ac:spMk id="3" creationId="{4A1C0383-58FE-E486-295E-B33B8683B938}"/>
          </ac:spMkLst>
        </pc:spChg>
        <pc:graphicFrameChg chg="add mod modGraphic">
          <ac:chgData name="Owais Ahmed" userId="6abc7d4556b3b071" providerId="LiveId" clId="{2A77E700-75D2-43A2-B835-39002EAE4D3A}" dt="2023-06-05T20:59:16.832" v="3835" actId="20577"/>
          <ac:graphicFrameMkLst>
            <pc:docMk/>
            <pc:sldMk cId="1625057675" sldId="2540"/>
            <ac:graphicFrameMk id="4" creationId="{EC97F626-58EB-817E-4128-ACD19A5A7B3A}"/>
          </ac:graphicFrameMkLst>
        </pc:graphicFrameChg>
      </pc:sldChg>
      <pc:sldChg chg="addSp delSp modSp add mod modAnim">
        <pc:chgData name="Owais Ahmed" userId="6abc7d4556b3b071" providerId="LiveId" clId="{2A77E700-75D2-43A2-B835-39002EAE4D3A}" dt="2023-06-05T21:07:27.238" v="4039" actId="14100"/>
        <pc:sldMkLst>
          <pc:docMk/>
          <pc:sldMk cId="2427348122" sldId="2541"/>
        </pc:sldMkLst>
        <pc:spChg chg="mod">
          <ac:chgData name="Owais Ahmed" userId="6abc7d4556b3b071" providerId="LiveId" clId="{2A77E700-75D2-43A2-B835-39002EAE4D3A}" dt="2023-06-05T21:07:27.238" v="4039" actId="14100"/>
          <ac:spMkLst>
            <pc:docMk/>
            <pc:sldMk cId="2427348122" sldId="2541"/>
            <ac:spMk id="3" creationId="{4A1C0383-58FE-E486-295E-B33B8683B938}"/>
          </ac:spMkLst>
        </pc:spChg>
        <pc:spChg chg="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6" creationId="{DACDF1E7-3F9B-EDB2-D1EA-2CAFC548AC1D}"/>
          </ac:spMkLst>
        </pc:spChg>
        <pc:spChg chg="del mod">
          <ac:chgData name="Owais Ahmed" userId="6abc7d4556b3b071" providerId="LiveId" clId="{2A77E700-75D2-43A2-B835-39002EAE4D3A}" dt="2023-06-05T21:03:17.488" v="3950" actId="478"/>
          <ac:spMkLst>
            <pc:docMk/>
            <pc:sldMk cId="2427348122" sldId="2541"/>
            <ac:spMk id="8" creationId="{0D00C04F-ACFB-F04E-4FF6-BF8D1B580639}"/>
          </ac:spMkLst>
        </pc:spChg>
        <pc:spChg chg="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10" creationId="{DE7EFEF3-5555-F203-88E6-CE757BBCC054}"/>
          </ac:spMkLst>
        </pc:spChg>
        <pc:spChg chg="del mod">
          <ac:chgData name="Owais Ahmed" userId="6abc7d4556b3b071" providerId="LiveId" clId="{2A77E700-75D2-43A2-B835-39002EAE4D3A}" dt="2023-06-05T21:03:09.103" v="3946" actId="478"/>
          <ac:spMkLst>
            <pc:docMk/>
            <pc:sldMk cId="2427348122" sldId="2541"/>
            <ac:spMk id="12" creationId="{6D453D9D-D3D1-AE3E-E0F1-070028B829C5}"/>
          </ac:spMkLst>
        </pc:spChg>
        <pc:spChg chg="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14" creationId="{0337AB34-3CAA-7293-A682-1FA551750C42}"/>
          </ac:spMkLst>
        </pc:spChg>
        <pc:spChg chg="del mod">
          <ac:chgData name="Owais Ahmed" userId="6abc7d4556b3b071" providerId="LiveId" clId="{2A77E700-75D2-43A2-B835-39002EAE4D3A}" dt="2023-06-05T21:03:14.055" v="3948" actId="478"/>
          <ac:spMkLst>
            <pc:docMk/>
            <pc:sldMk cId="2427348122" sldId="2541"/>
            <ac:spMk id="16" creationId="{2E45B57B-1E31-BD22-95D7-44E829F5F9CD}"/>
          </ac:spMkLst>
        </pc:spChg>
        <pc:spChg chg="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18" creationId="{D0328C9A-9E30-842A-DC6B-F242767843B0}"/>
          </ac:spMkLst>
        </pc:spChg>
        <pc:spChg chg="del mod">
          <ac:chgData name="Owais Ahmed" userId="6abc7d4556b3b071" providerId="LiveId" clId="{2A77E700-75D2-43A2-B835-39002EAE4D3A}" dt="2023-06-05T21:03:04.647" v="3943" actId="478"/>
          <ac:spMkLst>
            <pc:docMk/>
            <pc:sldMk cId="2427348122" sldId="2541"/>
            <ac:spMk id="20" creationId="{02FDDAF2-AED4-0B35-9CDD-A817E33A9A82}"/>
          </ac:spMkLst>
        </pc:spChg>
        <pc:spChg chg="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23" creationId="{81CAF5CD-07E2-8AD4-6EFC-DD256CD776D0}"/>
          </ac:spMkLst>
        </pc:spChg>
        <pc:spChg chg="add del 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26" creationId="{0DED3E7B-8270-EF45-5F45-885A411817A6}"/>
          </ac:spMkLst>
        </pc:spChg>
        <pc:spChg chg="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29" creationId="{EAF1B075-5D5A-179F-E588-5EEC6290C0FC}"/>
          </ac:spMkLst>
        </pc:spChg>
        <pc:spChg chg="mod">
          <ac:chgData name="Owais Ahmed" userId="6abc7d4556b3b071" providerId="LiveId" clId="{2A77E700-75D2-43A2-B835-39002EAE4D3A}" dt="2023-06-05T21:06:59.442" v="4037" actId="1076"/>
          <ac:spMkLst>
            <pc:docMk/>
            <pc:sldMk cId="2427348122" sldId="2541"/>
            <ac:spMk id="32" creationId="{7FBE44F3-230B-528B-2CBE-05C82D219CD1}"/>
          </ac:spMkLst>
        </pc:spChg>
        <pc:spChg chg="add del mod">
          <ac:chgData name="Owais Ahmed" userId="6abc7d4556b3b071" providerId="LiveId" clId="{2A77E700-75D2-43A2-B835-39002EAE4D3A}" dt="2023-06-05T21:05:22.074" v="3989"/>
          <ac:spMkLst>
            <pc:docMk/>
            <pc:sldMk cId="2427348122" sldId="2541"/>
            <ac:spMk id="40" creationId="{4A307233-65F5-54FF-83A3-89B8CEED2C75}"/>
          </ac:spMkLst>
        </pc:spChg>
        <pc:grpChg chg="add del mod">
          <ac:chgData name="Owais Ahmed" userId="6abc7d4556b3b071" providerId="LiveId" clId="{2A77E700-75D2-43A2-B835-39002EAE4D3A}" dt="2023-06-05T21:03:19.451" v="3951" actId="478"/>
          <ac:grpSpMkLst>
            <pc:docMk/>
            <pc:sldMk cId="2427348122" sldId="2541"/>
            <ac:grpSpMk id="5" creationId="{1ABDDDB3-AC66-46B8-11BA-33604BD77FCB}"/>
          </ac:grpSpMkLst>
        </pc:grpChg>
        <pc:grpChg chg="add del mod">
          <ac:chgData name="Owais Ahmed" userId="6abc7d4556b3b071" providerId="LiveId" clId="{2A77E700-75D2-43A2-B835-39002EAE4D3A}" dt="2023-06-05T21:03:10.983" v="3947" actId="478"/>
          <ac:grpSpMkLst>
            <pc:docMk/>
            <pc:sldMk cId="2427348122" sldId="2541"/>
            <ac:grpSpMk id="9" creationId="{D96B7EA0-42F1-ECA1-45FC-B93FFE13216B}"/>
          </ac:grpSpMkLst>
        </pc:grpChg>
        <pc:grpChg chg="add del mod">
          <ac:chgData name="Owais Ahmed" userId="6abc7d4556b3b071" providerId="LiveId" clId="{2A77E700-75D2-43A2-B835-39002EAE4D3A}" dt="2023-06-05T21:03:15.777" v="3949" actId="478"/>
          <ac:grpSpMkLst>
            <pc:docMk/>
            <pc:sldMk cId="2427348122" sldId="2541"/>
            <ac:grpSpMk id="13" creationId="{F0C65C27-52E3-59BC-06F7-046805211C1F}"/>
          </ac:grpSpMkLst>
        </pc:grpChg>
        <pc:grpChg chg="add del mod">
          <ac:chgData name="Owais Ahmed" userId="6abc7d4556b3b071" providerId="LiveId" clId="{2A77E700-75D2-43A2-B835-39002EAE4D3A}" dt="2023-06-05T21:03:06.810" v="3944" actId="478"/>
          <ac:grpSpMkLst>
            <pc:docMk/>
            <pc:sldMk cId="2427348122" sldId="2541"/>
            <ac:grpSpMk id="17" creationId="{5D851909-DDE3-99F0-6A73-FED5F23F1F07}"/>
          </ac:grpSpMkLst>
        </pc:grpChg>
        <pc:grpChg chg="add mod">
          <ac:chgData name="Owais Ahmed" userId="6abc7d4556b3b071" providerId="LiveId" clId="{2A77E700-75D2-43A2-B835-39002EAE4D3A}" dt="2023-06-05T21:06:48.487" v="4036" actId="20577"/>
          <ac:grpSpMkLst>
            <pc:docMk/>
            <pc:sldMk cId="2427348122" sldId="2541"/>
            <ac:grpSpMk id="21" creationId="{F767A68E-5965-6358-9A1D-971DC471625E}"/>
          </ac:grpSpMkLst>
        </pc:grpChg>
        <pc:grpChg chg="add del mod">
          <ac:chgData name="Owais Ahmed" userId="6abc7d4556b3b071" providerId="LiveId" clId="{2A77E700-75D2-43A2-B835-39002EAE4D3A}" dt="2023-06-05T21:06:48.487" v="4036" actId="20577"/>
          <ac:grpSpMkLst>
            <pc:docMk/>
            <pc:sldMk cId="2427348122" sldId="2541"/>
            <ac:grpSpMk id="24" creationId="{7213537E-E1CA-45FF-3D48-629D389FBB84}"/>
          </ac:grpSpMkLst>
        </pc:grpChg>
        <pc:grpChg chg="add mod">
          <ac:chgData name="Owais Ahmed" userId="6abc7d4556b3b071" providerId="LiveId" clId="{2A77E700-75D2-43A2-B835-39002EAE4D3A}" dt="2023-06-05T21:06:48.487" v="4036" actId="20577"/>
          <ac:grpSpMkLst>
            <pc:docMk/>
            <pc:sldMk cId="2427348122" sldId="2541"/>
            <ac:grpSpMk id="27" creationId="{E03301BA-0AEF-EFAD-8C11-0EDAF829D07F}"/>
          </ac:grpSpMkLst>
        </pc:grpChg>
        <pc:grpChg chg="add mod">
          <ac:chgData name="Owais Ahmed" userId="6abc7d4556b3b071" providerId="LiveId" clId="{2A77E700-75D2-43A2-B835-39002EAE4D3A}" dt="2023-06-05T21:06:48.487" v="4036" actId="20577"/>
          <ac:grpSpMkLst>
            <pc:docMk/>
            <pc:sldMk cId="2427348122" sldId="2541"/>
            <ac:grpSpMk id="30" creationId="{D563933B-62FE-994E-37C0-1BD266085B28}"/>
          </ac:grpSpMkLst>
        </pc:grpChg>
        <pc:grpChg chg="add mod">
          <ac:chgData name="Owais Ahmed" userId="6abc7d4556b3b071" providerId="LiveId" clId="{2A77E700-75D2-43A2-B835-39002EAE4D3A}" dt="2023-06-05T21:07:13.977" v="4038" actId="1076"/>
          <ac:grpSpMkLst>
            <pc:docMk/>
            <pc:sldMk cId="2427348122" sldId="2541"/>
            <ac:grpSpMk id="33" creationId="{51D749B7-2F75-888C-0801-434A3AE94E89}"/>
          </ac:grpSpMkLst>
        </pc:grpChg>
        <pc:graphicFrameChg chg="del">
          <ac:chgData name="Owais Ahmed" userId="6abc7d4556b3b071" providerId="LiveId" clId="{2A77E700-75D2-43A2-B835-39002EAE4D3A}" dt="2023-06-05T21:00:00.080" v="3860" actId="478"/>
          <ac:graphicFrameMkLst>
            <pc:docMk/>
            <pc:sldMk cId="2427348122" sldId="2541"/>
            <ac:graphicFrameMk id="4" creationId="{EC97F626-58EB-817E-4128-ACD19A5A7B3A}"/>
          </ac:graphicFrameMkLst>
        </pc:graphicFrameChg>
        <pc:cxnChg chg="del mod">
          <ac:chgData name="Owais Ahmed" userId="6abc7d4556b3b071" providerId="LiveId" clId="{2A77E700-75D2-43A2-B835-39002EAE4D3A}" dt="2023-06-05T21:03:19.451" v="3951" actId="478"/>
          <ac:cxnSpMkLst>
            <pc:docMk/>
            <pc:sldMk cId="2427348122" sldId="2541"/>
            <ac:cxnSpMk id="7" creationId="{977299D2-B63E-9B7E-BFF3-32DFA9424DC0}"/>
          </ac:cxnSpMkLst>
        </pc:cxnChg>
        <pc:cxnChg chg="del mod">
          <ac:chgData name="Owais Ahmed" userId="6abc7d4556b3b071" providerId="LiveId" clId="{2A77E700-75D2-43A2-B835-39002EAE4D3A}" dt="2023-06-05T21:03:10.983" v="3947" actId="478"/>
          <ac:cxnSpMkLst>
            <pc:docMk/>
            <pc:sldMk cId="2427348122" sldId="2541"/>
            <ac:cxnSpMk id="11" creationId="{25949143-0B56-4FA4-D9B5-ED343A5A464D}"/>
          </ac:cxnSpMkLst>
        </pc:cxnChg>
        <pc:cxnChg chg="del mod">
          <ac:chgData name="Owais Ahmed" userId="6abc7d4556b3b071" providerId="LiveId" clId="{2A77E700-75D2-43A2-B835-39002EAE4D3A}" dt="2023-06-05T21:03:15.777" v="3949" actId="478"/>
          <ac:cxnSpMkLst>
            <pc:docMk/>
            <pc:sldMk cId="2427348122" sldId="2541"/>
            <ac:cxnSpMk id="15" creationId="{94874854-317D-92D8-5AEC-0CFA980BF9AA}"/>
          </ac:cxnSpMkLst>
        </pc:cxnChg>
        <pc:cxnChg chg="del mod">
          <ac:chgData name="Owais Ahmed" userId="6abc7d4556b3b071" providerId="LiveId" clId="{2A77E700-75D2-43A2-B835-39002EAE4D3A}" dt="2023-06-05T21:03:06.810" v="3944" actId="478"/>
          <ac:cxnSpMkLst>
            <pc:docMk/>
            <pc:sldMk cId="2427348122" sldId="2541"/>
            <ac:cxnSpMk id="19" creationId="{0EB84ED9-7162-6182-0788-94C572544644}"/>
          </ac:cxnSpMkLst>
        </pc:cxnChg>
        <pc:cxnChg chg="mod">
          <ac:chgData name="Owais Ahmed" userId="6abc7d4556b3b071" providerId="LiveId" clId="{2A77E700-75D2-43A2-B835-39002EAE4D3A}" dt="2023-06-05T21:06:48.487" v="4036" actId="20577"/>
          <ac:cxnSpMkLst>
            <pc:docMk/>
            <pc:sldMk cId="2427348122" sldId="2541"/>
            <ac:cxnSpMk id="22" creationId="{FE6F861F-B613-D0EB-021D-13AB5CCA4123}"/>
          </ac:cxnSpMkLst>
        </pc:cxnChg>
        <pc:cxnChg chg="mod">
          <ac:chgData name="Owais Ahmed" userId="6abc7d4556b3b071" providerId="LiveId" clId="{2A77E700-75D2-43A2-B835-39002EAE4D3A}" dt="2023-06-05T21:06:48.487" v="4036" actId="20577"/>
          <ac:cxnSpMkLst>
            <pc:docMk/>
            <pc:sldMk cId="2427348122" sldId="2541"/>
            <ac:cxnSpMk id="25" creationId="{DC28A33E-ADD1-B56E-2A9F-4D7662482578}"/>
          </ac:cxnSpMkLst>
        </pc:cxnChg>
        <pc:cxnChg chg="mod">
          <ac:chgData name="Owais Ahmed" userId="6abc7d4556b3b071" providerId="LiveId" clId="{2A77E700-75D2-43A2-B835-39002EAE4D3A}" dt="2023-06-05T21:06:48.487" v="4036" actId="20577"/>
          <ac:cxnSpMkLst>
            <pc:docMk/>
            <pc:sldMk cId="2427348122" sldId="2541"/>
            <ac:cxnSpMk id="28" creationId="{50ABB538-4E83-8C7A-67A3-3827E00A3CB7}"/>
          </ac:cxnSpMkLst>
        </pc:cxnChg>
        <pc:cxnChg chg="mod">
          <ac:chgData name="Owais Ahmed" userId="6abc7d4556b3b071" providerId="LiveId" clId="{2A77E700-75D2-43A2-B835-39002EAE4D3A}" dt="2023-06-05T21:06:48.487" v="4036" actId="20577"/>
          <ac:cxnSpMkLst>
            <pc:docMk/>
            <pc:sldMk cId="2427348122" sldId="2541"/>
            <ac:cxnSpMk id="31" creationId="{E6B67054-78A2-0508-E2EF-E2A1B19FFC7F}"/>
          </ac:cxnSpMkLst>
        </pc:cxnChg>
      </pc:sldChg>
      <pc:sldChg chg="addSp delSp modSp add mod ord modAnim">
        <pc:chgData name="Owais Ahmed" userId="6abc7d4556b3b071" providerId="LiveId" clId="{2A77E700-75D2-43A2-B835-39002EAE4D3A}" dt="2023-06-05T21:19:26.066" v="4390" actId="20577"/>
        <pc:sldMkLst>
          <pc:docMk/>
          <pc:sldMk cId="3928630775" sldId="2542"/>
        </pc:sldMkLst>
        <pc:spChg chg="mod">
          <ac:chgData name="Owais Ahmed" userId="6abc7d4556b3b071" providerId="LiveId" clId="{2A77E700-75D2-43A2-B835-39002EAE4D3A}" dt="2023-06-05T21:17:22.466" v="4305" actId="14100"/>
          <ac:spMkLst>
            <pc:docMk/>
            <pc:sldMk cId="3928630775" sldId="2542"/>
            <ac:spMk id="3" creationId="{4A1C0383-58FE-E486-295E-B33B8683B938}"/>
          </ac:spMkLst>
        </pc:spChg>
        <pc:spChg chg="add mod">
          <ac:chgData name="Owais Ahmed" userId="6abc7d4556b3b071" providerId="LiveId" clId="{2A77E700-75D2-43A2-B835-39002EAE4D3A}" dt="2023-06-05T21:18:26.393" v="4342" actId="14100"/>
          <ac:spMkLst>
            <pc:docMk/>
            <pc:sldMk cId="3928630775" sldId="2542"/>
            <ac:spMk id="13" creationId="{6F9BE8FA-FC94-EAE2-E74C-45CF1823EFB9}"/>
          </ac:spMkLst>
        </pc:spChg>
        <pc:spChg chg="add mod">
          <ac:chgData name="Owais Ahmed" userId="6abc7d4556b3b071" providerId="LiveId" clId="{2A77E700-75D2-43A2-B835-39002EAE4D3A}" dt="2023-06-05T21:17:28.900" v="4306" actId="1076"/>
          <ac:spMkLst>
            <pc:docMk/>
            <pc:sldMk cId="3928630775" sldId="2542"/>
            <ac:spMk id="14" creationId="{A189F0E6-368E-A8F0-3BEE-C6CBF7F513B0}"/>
          </ac:spMkLst>
        </pc:spChg>
        <pc:spChg chg="add mod">
          <ac:chgData name="Owais Ahmed" userId="6abc7d4556b3b071" providerId="LiveId" clId="{2A77E700-75D2-43A2-B835-39002EAE4D3A}" dt="2023-06-05T21:17:28.900" v="4306" actId="1076"/>
          <ac:spMkLst>
            <pc:docMk/>
            <pc:sldMk cId="3928630775" sldId="2542"/>
            <ac:spMk id="15" creationId="{02DB5186-8BE6-4517-E0EC-088BEFE04A0A}"/>
          </ac:spMkLst>
        </pc:spChg>
        <pc:spChg chg="add mod">
          <ac:chgData name="Owais Ahmed" userId="6abc7d4556b3b071" providerId="LiveId" clId="{2A77E700-75D2-43A2-B835-39002EAE4D3A}" dt="2023-06-05T21:18:33.889" v="4343" actId="14100"/>
          <ac:spMkLst>
            <pc:docMk/>
            <pc:sldMk cId="3928630775" sldId="2542"/>
            <ac:spMk id="16" creationId="{07FA4F00-AA6C-6768-6139-4BA877AE7723}"/>
          </ac:spMkLst>
        </pc:spChg>
        <pc:spChg chg="add mod">
          <ac:chgData name="Owais Ahmed" userId="6abc7d4556b3b071" providerId="LiveId" clId="{2A77E700-75D2-43A2-B835-39002EAE4D3A}" dt="2023-06-05T21:19:26.066" v="4390" actId="20577"/>
          <ac:spMkLst>
            <pc:docMk/>
            <pc:sldMk cId="3928630775" sldId="2542"/>
            <ac:spMk id="17" creationId="{A861D329-6EB6-BD8E-4FBC-CA42E8E73C69}"/>
          </ac:spMkLst>
        </pc:spChg>
        <pc:graphicFrameChg chg="del">
          <ac:chgData name="Owais Ahmed" userId="6abc7d4556b3b071" providerId="LiveId" clId="{2A77E700-75D2-43A2-B835-39002EAE4D3A}" dt="2023-06-05T21:08:34.693" v="4094" actId="478"/>
          <ac:graphicFrameMkLst>
            <pc:docMk/>
            <pc:sldMk cId="3928630775" sldId="2542"/>
            <ac:graphicFrameMk id="4" creationId="{EC97F626-58EB-817E-4128-ACD19A5A7B3A}"/>
          </ac:graphicFrameMkLst>
        </pc:graphicFrameChg>
        <pc:graphicFrameChg chg="add mod modGraphic">
          <ac:chgData name="Owais Ahmed" userId="6abc7d4556b3b071" providerId="LiveId" clId="{2A77E700-75D2-43A2-B835-39002EAE4D3A}" dt="2023-06-05T21:17:28.900" v="4306" actId="1076"/>
          <ac:graphicFrameMkLst>
            <pc:docMk/>
            <pc:sldMk cId="3928630775" sldId="2542"/>
            <ac:graphicFrameMk id="5" creationId="{06638FF3-BF52-8B9E-773F-C396436DE02B}"/>
          </ac:graphicFrameMkLst>
        </pc:graphicFrameChg>
        <pc:graphicFrameChg chg="add del mod modGraphic">
          <ac:chgData name="Owais Ahmed" userId="6abc7d4556b3b071" providerId="LiveId" clId="{2A77E700-75D2-43A2-B835-39002EAE4D3A}" dt="2023-06-05T21:12:51.116" v="4247" actId="478"/>
          <ac:graphicFrameMkLst>
            <pc:docMk/>
            <pc:sldMk cId="3928630775" sldId="2542"/>
            <ac:graphicFrameMk id="6" creationId="{53B76DFB-7AB1-EEF9-8E2A-711209EB53C3}"/>
          </ac:graphicFrameMkLst>
        </pc:graphicFrameChg>
        <pc:graphicFrameChg chg="add del mod">
          <ac:chgData name="Owais Ahmed" userId="6abc7d4556b3b071" providerId="LiveId" clId="{2A77E700-75D2-43A2-B835-39002EAE4D3A}" dt="2023-06-05T21:13:18.888" v="4260"/>
          <ac:graphicFrameMkLst>
            <pc:docMk/>
            <pc:sldMk cId="3928630775" sldId="2542"/>
            <ac:graphicFrameMk id="7" creationId="{F88D6E30-5386-937B-E5CF-180D5947E8F7}"/>
          </ac:graphicFrameMkLst>
        </pc:graphicFrameChg>
        <pc:graphicFrameChg chg="add del mod">
          <ac:chgData name="Owais Ahmed" userId="6abc7d4556b3b071" providerId="LiveId" clId="{2A77E700-75D2-43A2-B835-39002EAE4D3A}" dt="2023-06-05T21:13:17.642" v="4258"/>
          <ac:graphicFrameMkLst>
            <pc:docMk/>
            <pc:sldMk cId="3928630775" sldId="2542"/>
            <ac:graphicFrameMk id="8" creationId="{3E11CC82-9F86-DBFA-D722-71CA91C0FF19}"/>
          </ac:graphicFrameMkLst>
        </pc:graphicFrameChg>
        <pc:graphicFrameChg chg="add del mod">
          <ac:chgData name="Owais Ahmed" userId="6abc7d4556b3b071" providerId="LiveId" clId="{2A77E700-75D2-43A2-B835-39002EAE4D3A}" dt="2023-06-05T21:13:17.642" v="4258"/>
          <ac:graphicFrameMkLst>
            <pc:docMk/>
            <pc:sldMk cId="3928630775" sldId="2542"/>
            <ac:graphicFrameMk id="9" creationId="{4D70E805-4A5D-AD87-C4BB-3BE31290CB12}"/>
          </ac:graphicFrameMkLst>
        </pc:graphicFrameChg>
        <pc:graphicFrameChg chg="add mod modGraphic">
          <ac:chgData name="Owais Ahmed" userId="6abc7d4556b3b071" providerId="LiveId" clId="{2A77E700-75D2-43A2-B835-39002EAE4D3A}" dt="2023-06-05T21:17:28.900" v="4306" actId="1076"/>
          <ac:graphicFrameMkLst>
            <pc:docMk/>
            <pc:sldMk cId="3928630775" sldId="2542"/>
            <ac:graphicFrameMk id="10" creationId="{4B9D887C-2952-886D-A11A-AB66530CC313}"/>
          </ac:graphicFrameMkLst>
        </pc:graphicFrameChg>
        <pc:graphicFrameChg chg="add mod modGraphic">
          <ac:chgData name="Owais Ahmed" userId="6abc7d4556b3b071" providerId="LiveId" clId="{2A77E700-75D2-43A2-B835-39002EAE4D3A}" dt="2023-06-05T21:17:28.900" v="4306" actId="1076"/>
          <ac:graphicFrameMkLst>
            <pc:docMk/>
            <pc:sldMk cId="3928630775" sldId="2542"/>
            <ac:graphicFrameMk id="11" creationId="{AEF67E44-24AD-43AA-D13F-6AAFCFC4713E}"/>
          </ac:graphicFrameMkLst>
        </pc:graphicFrameChg>
        <pc:graphicFrameChg chg="add mod modGraphic">
          <ac:chgData name="Owais Ahmed" userId="6abc7d4556b3b071" providerId="LiveId" clId="{2A77E700-75D2-43A2-B835-39002EAE4D3A}" dt="2023-06-05T21:17:28.900" v="4306" actId="1076"/>
          <ac:graphicFrameMkLst>
            <pc:docMk/>
            <pc:sldMk cId="3928630775" sldId="2542"/>
            <ac:graphicFrameMk id="12" creationId="{A42CEE89-249C-BD4B-6DCF-A71F2FAF910A}"/>
          </ac:graphicFrameMkLst>
        </pc:graphicFrameChg>
      </pc:sldChg>
      <pc:sldChg chg="addSp delSp modSp add mod ord modAnim">
        <pc:chgData name="Owais Ahmed" userId="6abc7d4556b3b071" providerId="LiveId" clId="{2A77E700-75D2-43A2-B835-39002EAE4D3A}" dt="2023-06-05T21:23:01.356" v="4531" actId="20577"/>
        <pc:sldMkLst>
          <pc:docMk/>
          <pc:sldMk cId="3590470624" sldId="2543"/>
        </pc:sldMkLst>
        <pc:spChg chg="mod">
          <ac:chgData name="Owais Ahmed" userId="6abc7d4556b3b071" providerId="LiveId" clId="{2A77E700-75D2-43A2-B835-39002EAE4D3A}" dt="2023-06-05T21:23:01.356" v="4531" actId="20577"/>
          <ac:spMkLst>
            <pc:docMk/>
            <pc:sldMk cId="3590470624" sldId="2543"/>
            <ac:spMk id="3" creationId="{4A1C0383-58FE-E486-295E-B33B8683B938}"/>
          </ac:spMkLst>
        </pc:spChg>
        <pc:grpChg chg="del">
          <ac:chgData name="Owais Ahmed" userId="6abc7d4556b3b071" providerId="LiveId" clId="{2A77E700-75D2-43A2-B835-39002EAE4D3A}" dt="2023-06-05T21:20:26.097" v="4412" actId="478"/>
          <ac:grpSpMkLst>
            <pc:docMk/>
            <pc:sldMk cId="3590470624" sldId="2543"/>
            <ac:grpSpMk id="33" creationId="{51D749B7-2F75-888C-0801-434A3AE94E89}"/>
          </ac:grpSpMkLst>
        </pc:grpChg>
        <pc:picChg chg="add mod">
          <ac:chgData name="Owais Ahmed" userId="6abc7d4556b3b071" providerId="LiveId" clId="{2A77E700-75D2-43A2-B835-39002EAE4D3A}" dt="2023-06-05T21:21:45.496" v="4415" actId="1076"/>
          <ac:picMkLst>
            <pc:docMk/>
            <pc:sldMk cId="3590470624" sldId="2543"/>
            <ac:picMk id="3074" creationId="{574648C6-01F4-E1ED-772A-62FCC8EC7E3E}"/>
          </ac:picMkLst>
        </pc:picChg>
        <pc:cxnChg chg="mod">
          <ac:chgData name="Owais Ahmed" userId="6abc7d4556b3b071" providerId="LiveId" clId="{2A77E700-75D2-43A2-B835-39002EAE4D3A}" dt="2023-06-05T21:20:26.097" v="4412" actId="478"/>
          <ac:cxnSpMkLst>
            <pc:docMk/>
            <pc:sldMk cId="3590470624" sldId="2543"/>
            <ac:cxnSpMk id="22" creationId="{FE6F861F-B613-D0EB-021D-13AB5CCA4123}"/>
          </ac:cxnSpMkLst>
        </pc:cxnChg>
        <pc:cxnChg chg="mod">
          <ac:chgData name="Owais Ahmed" userId="6abc7d4556b3b071" providerId="LiveId" clId="{2A77E700-75D2-43A2-B835-39002EAE4D3A}" dt="2023-06-05T21:20:26.097" v="4412" actId="478"/>
          <ac:cxnSpMkLst>
            <pc:docMk/>
            <pc:sldMk cId="3590470624" sldId="2543"/>
            <ac:cxnSpMk id="25" creationId="{DC28A33E-ADD1-B56E-2A9F-4D7662482578}"/>
          </ac:cxnSpMkLst>
        </pc:cxnChg>
        <pc:cxnChg chg="mod">
          <ac:chgData name="Owais Ahmed" userId="6abc7d4556b3b071" providerId="LiveId" clId="{2A77E700-75D2-43A2-B835-39002EAE4D3A}" dt="2023-06-05T21:20:26.097" v="4412" actId="478"/>
          <ac:cxnSpMkLst>
            <pc:docMk/>
            <pc:sldMk cId="3590470624" sldId="2543"/>
            <ac:cxnSpMk id="28" creationId="{50ABB538-4E83-8C7A-67A3-3827E00A3CB7}"/>
          </ac:cxnSpMkLst>
        </pc:cxnChg>
        <pc:cxnChg chg="mod">
          <ac:chgData name="Owais Ahmed" userId="6abc7d4556b3b071" providerId="LiveId" clId="{2A77E700-75D2-43A2-B835-39002EAE4D3A}" dt="2023-06-05T21:20:26.097" v="4412" actId="478"/>
          <ac:cxnSpMkLst>
            <pc:docMk/>
            <pc:sldMk cId="3590470624" sldId="2543"/>
            <ac:cxnSpMk id="31" creationId="{E6B67054-78A2-0508-E2EF-E2A1B19FFC7F}"/>
          </ac:cxnSpMkLst>
        </pc:cxnChg>
      </pc:sldChg>
    </pc:docChg>
  </pc:docChgLst>
  <pc:docChgLst>
    <pc:chgData name="Owais Ahmed" userId="6abc7d4556b3b071" providerId="LiveId" clId="{AE31D104-1C80-4E1A-BD7C-B6A596EF3706}"/>
    <pc:docChg chg="modSld">
      <pc:chgData name="Owais Ahmed" userId="6abc7d4556b3b071" providerId="LiveId" clId="{AE31D104-1C80-4E1A-BD7C-B6A596EF3706}" dt="2023-03-09T15:19:56.752" v="0" actId="6549"/>
      <pc:docMkLst>
        <pc:docMk/>
      </pc:docMkLst>
      <pc:sldChg chg="modSp mod">
        <pc:chgData name="Owais Ahmed" userId="6abc7d4556b3b071" providerId="LiveId" clId="{AE31D104-1C80-4E1A-BD7C-B6A596EF3706}" dt="2023-03-09T15:19:56.752" v="0" actId="6549"/>
        <pc:sldMkLst>
          <pc:docMk/>
          <pc:sldMk cId="1649098948" sldId="2462"/>
        </pc:sldMkLst>
        <pc:spChg chg="mod">
          <ac:chgData name="Owais Ahmed" userId="6abc7d4556b3b071" providerId="LiveId" clId="{AE31D104-1C80-4E1A-BD7C-B6A596EF3706}" dt="2023-03-09T15:19:56.752" v="0" actId="6549"/>
          <ac:spMkLst>
            <pc:docMk/>
            <pc:sldMk cId="1649098948" sldId="2462"/>
            <ac:spMk id="6" creationId="{F3C89A40-EEAA-43AB-9A3A-B2CFDE450F1B}"/>
          </ac:spMkLst>
        </pc:spChg>
      </pc:sldChg>
    </pc:docChg>
  </pc:docChgLst>
  <pc:docChgLst>
    <pc:chgData name="Owais Ahmed" userId="6abc7d4556b3b071" providerId="LiveId" clId="{DFFDD5F8-0524-4744-8952-E0C553CC4692}"/>
    <pc:docChg chg="undo redo custSel addSld modSld sldOrd">
      <pc:chgData name="Owais Ahmed" userId="6abc7d4556b3b071" providerId="LiveId" clId="{DFFDD5F8-0524-4744-8952-E0C553CC4692}" dt="2023-03-10T06:38:52.730" v="2063" actId="1076"/>
      <pc:docMkLst>
        <pc:docMk/>
      </pc:docMkLst>
      <pc:sldChg chg="modSp mod">
        <pc:chgData name="Owais Ahmed" userId="6abc7d4556b3b071" providerId="LiveId" clId="{DFFDD5F8-0524-4744-8952-E0C553CC4692}" dt="2023-03-10T06:29:04.796" v="1865" actId="20577"/>
        <pc:sldMkLst>
          <pc:docMk/>
          <pc:sldMk cId="1649098948" sldId="2462"/>
        </pc:sldMkLst>
        <pc:spChg chg="mod">
          <ac:chgData name="Owais Ahmed" userId="6abc7d4556b3b071" providerId="LiveId" clId="{DFFDD5F8-0524-4744-8952-E0C553CC4692}" dt="2023-03-10T06:29:04.796" v="186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Anim">
        <pc:chgData name="Owais Ahmed" userId="6abc7d4556b3b071" providerId="LiveId" clId="{DFFDD5F8-0524-4744-8952-E0C553CC4692}" dt="2023-03-10T06:01:43.124" v="91" actId="20577"/>
        <pc:sldMkLst>
          <pc:docMk/>
          <pc:sldMk cId="2844888853" sldId="2491"/>
        </pc:sldMkLst>
        <pc:spChg chg="mod">
          <ac:chgData name="Owais Ahmed" userId="6abc7d4556b3b071" providerId="LiveId" clId="{DFFDD5F8-0524-4744-8952-E0C553CC4692}" dt="2023-03-10T06:01:43.124" v="91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DFFDD5F8-0524-4744-8952-E0C553CC4692}" dt="2023-03-10T06:14:50.893" v="1212" actId="20577"/>
        <pc:sldMkLst>
          <pc:docMk/>
          <pc:sldMk cId="1466680951" sldId="2492"/>
        </pc:sldMkLst>
        <pc:spChg chg="mod">
          <ac:chgData name="Owais Ahmed" userId="6abc7d4556b3b071" providerId="LiveId" clId="{DFFDD5F8-0524-4744-8952-E0C553CC4692}" dt="2023-03-10T06:14:04.860" v="1037" actId="20577"/>
          <ac:spMkLst>
            <pc:docMk/>
            <pc:sldMk cId="1466680951" sldId="2492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02:03.364" v="125" actId="20577"/>
          <ac:spMkLst>
            <pc:docMk/>
            <pc:sldMk cId="1466680951" sldId="2492"/>
            <ac:spMk id="215" creationId="{00000000-0000-0000-0000-000000000000}"/>
          </ac:spMkLst>
        </pc:spChg>
      </pc:sldChg>
      <pc:sldChg chg="add">
        <pc:chgData name="Owais Ahmed" userId="6abc7d4556b3b071" providerId="LiveId" clId="{DFFDD5F8-0524-4744-8952-E0C553CC4692}" dt="2023-03-10T06:15:35.454" v="1213" actId="2890"/>
        <pc:sldMkLst>
          <pc:docMk/>
          <pc:sldMk cId="791527134" sldId="2493"/>
        </pc:sldMkLst>
      </pc:sldChg>
      <pc:sldChg chg="add">
        <pc:chgData name="Owais Ahmed" userId="6abc7d4556b3b071" providerId="LiveId" clId="{DFFDD5F8-0524-4744-8952-E0C553CC4692}" dt="2023-03-10T06:16:34.807" v="1214" actId="2890"/>
        <pc:sldMkLst>
          <pc:docMk/>
          <pc:sldMk cId="1615339114" sldId="2494"/>
        </pc:sldMkLst>
      </pc:sldChg>
      <pc:sldChg chg="addSp delSp modSp add mod delAnim modAnim">
        <pc:chgData name="Owais Ahmed" userId="6abc7d4556b3b071" providerId="LiveId" clId="{DFFDD5F8-0524-4744-8952-E0C553CC4692}" dt="2023-03-10T06:28:16.919" v="1835" actId="20577"/>
        <pc:sldMkLst>
          <pc:docMk/>
          <pc:sldMk cId="2451653014" sldId="2495"/>
        </pc:sldMkLst>
        <pc:spChg chg="mod">
          <ac:chgData name="Owais Ahmed" userId="6abc7d4556b3b071" providerId="LiveId" clId="{DFFDD5F8-0524-4744-8952-E0C553CC4692}" dt="2023-03-10T06:28:16.919" v="1835" actId="20577"/>
          <ac:spMkLst>
            <pc:docMk/>
            <pc:sldMk cId="2451653014" sldId="2495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18:18.134" v="1316" actId="20577"/>
          <ac:spMkLst>
            <pc:docMk/>
            <pc:sldMk cId="2451653014" sldId="2495"/>
            <ac:spMk id="215" creationId="{00000000-0000-0000-0000-000000000000}"/>
          </ac:spMkLst>
        </pc:spChg>
        <pc:picChg chg="add del mod">
          <ac:chgData name="Owais Ahmed" userId="6abc7d4556b3b071" providerId="LiveId" clId="{DFFDD5F8-0524-4744-8952-E0C553CC4692}" dt="2023-03-10T06:21:47.522" v="1408" actId="478"/>
          <ac:picMkLst>
            <pc:docMk/>
            <pc:sldMk cId="2451653014" sldId="2495"/>
            <ac:picMk id="5" creationId="{98BDDF99-ABDD-4534-A293-2A75F4B1A4A8}"/>
          </ac:picMkLst>
        </pc:picChg>
        <pc:picChg chg="add del mod">
          <ac:chgData name="Owais Ahmed" userId="6abc7d4556b3b071" providerId="LiveId" clId="{DFFDD5F8-0524-4744-8952-E0C553CC4692}" dt="2023-03-10T06:21:47.064" v="1407" actId="478"/>
          <ac:picMkLst>
            <pc:docMk/>
            <pc:sldMk cId="2451653014" sldId="2495"/>
            <ac:picMk id="7" creationId="{81B824FE-2C8B-8D90-1A4C-6FA558B59A67}"/>
          </ac:picMkLst>
        </pc:picChg>
        <pc:picChg chg="add del mod">
          <ac:chgData name="Owais Ahmed" userId="6abc7d4556b3b071" providerId="LiveId" clId="{DFFDD5F8-0524-4744-8952-E0C553CC4692}" dt="2023-03-10T06:24:52.692" v="1592" actId="478"/>
          <ac:picMkLst>
            <pc:docMk/>
            <pc:sldMk cId="2451653014" sldId="2495"/>
            <ac:picMk id="8" creationId="{4D3CD2C2-B7AA-BEF9-74AF-9AB3E7735DC4}"/>
          </ac:picMkLst>
        </pc:picChg>
        <pc:picChg chg="add del mod">
          <ac:chgData name="Owais Ahmed" userId="6abc7d4556b3b071" providerId="LiveId" clId="{DFFDD5F8-0524-4744-8952-E0C553CC4692}" dt="2023-03-10T06:24:53.246" v="1593" actId="478"/>
          <ac:picMkLst>
            <pc:docMk/>
            <pc:sldMk cId="2451653014" sldId="2495"/>
            <ac:picMk id="9" creationId="{D7D62965-2890-149A-A3C3-E761E8821D4F}"/>
          </ac:picMkLst>
        </pc:picChg>
      </pc:sldChg>
      <pc:sldChg chg="modSp add mod">
        <pc:chgData name="Owais Ahmed" userId="6abc7d4556b3b071" providerId="LiveId" clId="{DFFDD5F8-0524-4744-8952-E0C553CC4692}" dt="2023-03-10T06:24:49.608" v="1591" actId="20577"/>
        <pc:sldMkLst>
          <pc:docMk/>
          <pc:sldMk cId="221477371" sldId="2496"/>
        </pc:sldMkLst>
        <pc:spChg chg="mod">
          <ac:chgData name="Owais Ahmed" userId="6abc7d4556b3b071" providerId="LiveId" clId="{DFFDD5F8-0524-4744-8952-E0C553CC4692}" dt="2023-03-10T06:24:49.608" v="1591" actId="20577"/>
          <ac:spMkLst>
            <pc:docMk/>
            <pc:sldMk cId="221477371" sldId="2496"/>
            <ac:spMk id="215" creationId="{00000000-0000-0000-0000-000000000000}"/>
          </ac:spMkLst>
        </pc:spChg>
      </pc:sldChg>
      <pc:sldChg chg="addSp delSp modSp add mod addAnim delAnim modAnim">
        <pc:chgData name="Owais Ahmed" userId="6abc7d4556b3b071" providerId="LiveId" clId="{DFFDD5F8-0524-4744-8952-E0C553CC4692}" dt="2023-03-10T06:35:40.098" v="1975"/>
        <pc:sldMkLst>
          <pc:docMk/>
          <pc:sldMk cId="3157158652" sldId="2497"/>
        </pc:sldMkLst>
        <pc:spChg chg="mod">
          <ac:chgData name="Owais Ahmed" userId="6abc7d4556b3b071" providerId="LiveId" clId="{DFFDD5F8-0524-4744-8952-E0C553CC4692}" dt="2023-03-10T06:33:26.825" v="1957" actId="27636"/>
          <ac:spMkLst>
            <pc:docMk/>
            <pc:sldMk cId="3157158652" sldId="2497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28:25.113" v="1839" actId="20577"/>
          <ac:spMkLst>
            <pc:docMk/>
            <pc:sldMk cId="3157158652" sldId="2497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4:00.188" v="1962" actId="1076"/>
          <ac:picMkLst>
            <pc:docMk/>
            <pc:sldMk cId="3157158652" sldId="2497"/>
            <ac:picMk id="4" creationId="{B2C1F04B-6954-B41E-AF02-A1B6CD1C53C5}"/>
          </ac:picMkLst>
        </pc:picChg>
        <pc:picChg chg="add mod modCrop">
          <ac:chgData name="Owais Ahmed" userId="6abc7d4556b3b071" providerId="LiveId" clId="{DFFDD5F8-0524-4744-8952-E0C553CC4692}" dt="2023-03-10T06:35:34.721" v="1973" actId="1076"/>
          <ac:picMkLst>
            <pc:docMk/>
            <pc:sldMk cId="3157158652" sldId="2497"/>
            <ac:picMk id="5" creationId="{3A39E24F-CAA5-D524-E64E-724D99FEF285}"/>
          </ac:picMkLst>
        </pc:picChg>
        <pc:picChg chg="del">
          <ac:chgData name="Owais Ahmed" userId="6abc7d4556b3b071" providerId="LiveId" clId="{DFFDD5F8-0524-4744-8952-E0C553CC4692}" dt="2023-03-10T06:33:13.190" v="1950" actId="478"/>
          <ac:picMkLst>
            <pc:docMk/>
            <pc:sldMk cId="3157158652" sldId="2497"/>
            <ac:picMk id="8" creationId="{4D3CD2C2-B7AA-BEF9-74AF-9AB3E7735DC4}"/>
          </ac:picMkLst>
        </pc:picChg>
        <pc:picChg chg="del">
          <ac:chgData name="Owais Ahmed" userId="6abc7d4556b3b071" providerId="LiveId" clId="{DFFDD5F8-0524-4744-8952-E0C553CC4692}" dt="2023-03-10T06:33:13.822" v="1951" actId="478"/>
          <ac:picMkLst>
            <pc:docMk/>
            <pc:sldMk cId="3157158652" sldId="2497"/>
            <ac:picMk id="9" creationId="{D7D62965-2890-149A-A3C3-E761E8821D4F}"/>
          </ac:picMkLst>
        </pc:picChg>
      </pc:sldChg>
      <pc:sldChg chg="addSp delSp modSp add mod delAnim modAnim">
        <pc:chgData name="Owais Ahmed" userId="6abc7d4556b3b071" providerId="LiveId" clId="{DFFDD5F8-0524-4744-8952-E0C553CC4692}" dt="2023-03-10T06:36:15.667" v="2013" actId="20577"/>
        <pc:sldMkLst>
          <pc:docMk/>
          <pc:sldMk cId="246758894" sldId="2498"/>
        </pc:sldMkLst>
        <pc:spChg chg="del mod">
          <ac:chgData name="Owais Ahmed" userId="6abc7d4556b3b071" providerId="LiveId" clId="{DFFDD5F8-0524-4744-8952-E0C553CC4692}" dt="2023-03-10T06:36:05.900" v="1997" actId="478"/>
          <ac:spMkLst>
            <pc:docMk/>
            <pc:sldMk cId="246758894" sldId="2498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15.667" v="2013" actId="20577"/>
          <ac:spMkLst>
            <pc:docMk/>
            <pc:sldMk cId="246758894" sldId="2498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00.507" v="1994" actId="478"/>
          <ac:picMkLst>
            <pc:docMk/>
            <pc:sldMk cId="246758894" sldId="2498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5:59.829" v="1993" actId="478"/>
          <ac:picMkLst>
            <pc:docMk/>
            <pc:sldMk cId="246758894" sldId="2498"/>
            <ac:picMk id="5" creationId="{3A39E24F-CAA5-D524-E64E-724D99FEF285}"/>
          </ac:picMkLst>
        </pc:picChg>
        <pc:picChg chg="add mod">
          <ac:chgData name="Owais Ahmed" userId="6abc7d4556b3b071" providerId="LiveId" clId="{DFFDD5F8-0524-4744-8952-E0C553CC4692}" dt="2023-03-10T06:36:12.793" v="2000" actId="1076"/>
          <ac:picMkLst>
            <pc:docMk/>
            <pc:sldMk cId="246758894" sldId="2498"/>
            <ac:picMk id="6" creationId="{C7F026FB-6743-AA5E-97C3-2351693D4891}"/>
          </ac:picMkLst>
        </pc:picChg>
      </pc:sldChg>
      <pc:sldChg chg="addSp delSp modSp add mod ord delAnim modAnim">
        <pc:chgData name="Owais Ahmed" userId="6abc7d4556b3b071" providerId="LiveId" clId="{DFFDD5F8-0524-4744-8952-E0C553CC4692}" dt="2023-03-10T06:38:25.184" v="2052"/>
        <pc:sldMkLst>
          <pc:docMk/>
          <pc:sldMk cId="1392206186" sldId="2499"/>
        </pc:sldMkLst>
        <pc:spChg chg="mod">
          <ac:chgData name="Owais Ahmed" userId="6abc7d4556b3b071" providerId="LiveId" clId="{DFFDD5F8-0524-4744-8952-E0C553CC4692}" dt="2023-03-10T06:36:47.659" v="2031" actId="20577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33.415" v="2018" actId="20577"/>
          <ac:spMkLst>
            <pc:docMk/>
            <pc:sldMk cId="1392206186" sldId="2499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58.696" v="2033" actId="478"/>
          <ac:picMkLst>
            <pc:docMk/>
            <pc:sldMk cId="1392206186" sldId="2499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6:57.793" v="2032" actId="478"/>
          <ac:picMkLst>
            <pc:docMk/>
            <pc:sldMk cId="1392206186" sldId="2499"/>
            <ac:picMk id="5" creationId="{3A39E24F-CAA5-D524-E64E-724D99FEF285}"/>
          </ac:picMkLst>
        </pc:picChg>
        <pc:picChg chg="add mod modCrop">
          <ac:chgData name="Owais Ahmed" userId="6abc7d4556b3b071" providerId="LiveId" clId="{DFFDD5F8-0524-4744-8952-E0C553CC4692}" dt="2023-03-10T06:37:33.408" v="2040" actId="1076"/>
          <ac:picMkLst>
            <pc:docMk/>
            <pc:sldMk cId="1392206186" sldId="2499"/>
            <ac:picMk id="6" creationId="{B9A09B40-E524-5765-2561-E1D7F3D63CA9}"/>
          </ac:picMkLst>
        </pc:picChg>
        <pc:picChg chg="add mod modCrop">
          <ac:chgData name="Owais Ahmed" userId="6abc7d4556b3b071" providerId="LiveId" clId="{DFFDD5F8-0524-4744-8952-E0C553CC4692}" dt="2023-03-10T06:38:20.434" v="2050" actId="1076"/>
          <ac:picMkLst>
            <pc:docMk/>
            <pc:sldMk cId="1392206186" sldId="2499"/>
            <ac:picMk id="7" creationId="{F54EFA5F-33CE-2D86-9AFB-33A113453FAB}"/>
          </ac:picMkLst>
        </pc:picChg>
      </pc:sldChg>
      <pc:sldChg chg="addSp delSp modSp add mod ord">
        <pc:chgData name="Owais Ahmed" userId="6abc7d4556b3b071" providerId="LiveId" clId="{DFFDD5F8-0524-4744-8952-E0C553CC4692}" dt="2023-03-10T06:38:52.730" v="2063" actId="1076"/>
        <pc:sldMkLst>
          <pc:docMk/>
          <pc:sldMk cId="1565563056" sldId="2500"/>
        </pc:sldMkLst>
        <pc:spChg chg="mod">
          <ac:chgData name="Owais Ahmed" userId="6abc7d4556b3b071" providerId="LiveId" clId="{DFFDD5F8-0524-4744-8952-E0C553CC4692}" dt="2023-03-10T06:38:37.803" v="2057" actId="20577"/>
          <ac:spMkLst>
            <pc:docMk/>
            <pc:sldMk cId="1565563056" sldId="2500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8:52.730" v="2063" actId="1076"/>
          <ac:picMkLst>
            <pc:docMk/>
            <pc:sldMk cId="1565563056" sldId="2500"/>
            <ac:picMk id="3" creationId="{67F8AB5C-4DBA-D7F6-342F-EFC8DC5DCF7B}"/>
          </ac:picMkLst>
        </pc:picChg>
        <pc:picChg chg="del">
          <ac:chgData name="Owais Ahmed" userId="6abc7d4556b3b071" providerId="LiveId" clId="{DFFDD5F8-0524-4744-8952-E0C553CC4692}" dt="2023-03-10T06:38:39.481" v="2058" actId="478"/>
          <ac:picMkLst>
            <pc:docMk/>
            <pc:sldMk cId="1565563056" sldId="2500"/>
            <ac:picMk id="6" creationId="{C7F026FB-6743-AA5E-97C3-2351693D4891}"/>
          </ac:picMkLst>
        </pc:picChg>
      </pc:sldChg>
    </pc:docChg>
  </pc:docChgLst>
  <pc:docChgLst>
    <pc:chgData name="Owais Ahmed" userId="6abc7d4556b3b071" providerId="LiveId" clId="{C6795B63-7D89-4AA1-88EA-80EA7C4E130A}"/>
    <pc:docChg chg="undo custSel addSld delSld modSld sldOrd">
      <pc:chgData name="Owais Ahmed" userId="6abc7d4556b3b071" providerId="LiveId" clId="{C6795B63-7D89-4AA1-88EA-80EA7C4E130A}" dt="2023-03-11T05:17:00.705" v="1042" actId="20577"/>
      <pc:docMkLst>
        <pc:docMk/>
      </pc:docMkLst>
      <pc:sldChg chg="modSp">
        <pc:chgData name="Owais Ahmed" userId="6abc7d4556b3b071" providerId="LiveId" clId="{C6795B63-7D89-4AA1-88EA-80EA7C4E130A}" dt="2023-03-11T03:11:21.561" v="25" actId="6549"/>
        <pc:sldMkLst>
          <pc:docMk/>
          <pc:sldMk cId="3995319414" sldId="2482"/>
        </pc:sldMkLst>
        <pc:spChg chg="mod">
          <ac:chgData name="Owais Ahmed" userId="6abc7d4556b3b071" providerId="LiveId" clId="{C6795B63-7D89-4AA1-88EA-80EA7C4E130A}" dt="2023-03-11T03:11:21.561" v="25" actId="6549"/>
          <ac:spMkLst>
            <pc:docMk/>
            <pc:sldMk cId="3995319414" sldId="2482"/>
            <ac:spMk id="3" creationId="{4A1C0383-58FE-E486-295E-B33B8683B938}"/>
          </ac:spMkLst>
        </pc:spChg>
      </pc:sldChg>
      <pc:sldChg chg="modAnim">
        <pc:chgData name="Owais Ahmed" userId="6abc7d4556b3b071" providerId="LiveId" clId="{C6795B63-7D89-4AA1-88EA-80EA7C4E130A}" dt="2023-03-11T03:46:50.583" v="822"/>
        <pc:sldMkLst>
          <pc:docMk/>
          <pc:sldMk cId="1323242083" sldId="2487"/>
        </pc:sldMkLst>
      </pc:sldChg>
      <pc:sldChg chg="del modNotesTx">
        <pc:chgData name="Owais Ahmed" userId="6abc7d4556b3b071" providerId="LiveId" clId="{C6795B63-7D89-4AA1-88EA-80EA7C4E130A}" dt="2023-03-11T03:36:15.903" v="519" actId="47"/>
        <pc:sldMkLst>
          <pc:docMk/>
          <pc:sldMk cId="791527134" sldId="2493"/>
        </pc:sldMkLst>
      </pc:sldChg>
      <pc:sldChg chg="del modNotesTx">
        <pc:chgData name="Owais Ahmed" userId="6abc7d4556b3b071" providerId="LiveId" clId="{C6795B63-7D89-4AA1-88EA-80EA7C4E130A}" dt="2023-03-11T03:36:17" v="520" actId="47"/>
        <pc:sldMkLst>
          <pc:docMk/>
          <pc:sldMk cId="1615339114" sldId="2494"/>
        </pc:sldMkLst>
      </pc:sldChg>
      <pc:sldChg chg="modNotesTx">
        <pc:chgData name="Owais Ahmed" userId="6abc7d4556b3b071" providerId="LiveId" clId="{C6795B63-7D89-4AA1-88EA-80EA7C4E130A}" dt="2023-03-11T03:36:22.780" v="521" actId="6549"/>
        <pc:sldMkLst>
          <pc:docMk/>
          <pc:sldMk cId="2451653014" sldId="2495"/>
        </pc:sldMkLst>
      </pc:sldChg>
      <pc:sldChg chg="modNotesTx">
        <pc:chgData name="Owais Ahmed" userId="6abc7d4556b3b071" providerId="LiveId" clId="{C6795B63-7D89-4AA1-88EA-80EA7C4E130A}" dt="2023-03-11T03:36:30.914" v="522" actId="6549"/>
        <pc:sldMkLst>
          <pc:docMk/>
          <pc:sldMk cId="221477371" sldId="2496"/>
        </pc:sldMkLst>
      </pc:sldChg>
      <pc:sldChg chg="modNotesTx">
        <pc:chgData name="Owais Ahmed" userId="6abc7d4556b3b071" providerId="LiveId" clId="{C6795B63-7D89-4AA1-88EA-80EA7C4E130A}" dt="2023-03-11T03:36:34.045" v="523" actId="6549"/>
        <pc:sldMkLst>
          <pc:docMk/>
          <pc:sldMk cId="3157158652" sldId="2497"/>
        </pc:sldMkLst>
      </pc:sldChg>
      <pc:sldChg chg="modNotesTx">
        <pc:chgData name="Owais Ahmed" userId="6abc7d4556b3b071" providerId="LiveId" clId="{C6795B63-7D89-4AA1-88EA-80EA7C4E130A}" dt="2023-03-11T03:36:37.497" v="524" actId="6549"/>
        <pc:sldMkLst>
          <pc:docMk/>
          <pc:sldMk cId="246758894" sldId="2498"/>
        </pc:sldMkLst>
      </pc:sldChg>
      <pc:sldChg chg="addSp delSp modSp mod addAnim delAnim modNotesTx">
        <pc:chgData name="Owais Ahmed" userId="6abc7d4556b3b071" providerId="LiveId" clId="{C6795B63-7D89-4AA1-88EA-80EA7C4E130A}" dt="2023-03-11T03:36:41.102" v="525" actId="6549"/>
        <pc:sldMkLst>
          <pc:docMk/>
          <pc:sldMk cId="1392206186" sldId="2499"/>
        </pc:sldMkLst>
        <pc:spChg chg="mod">
          <ac:chgData name="Owais Ahmed" userId="6abc7d4556b3b071" providerId="LiveId" clId="{C6795B63-7D89-4AA1-88EA-80EA7C4E130A}" dt="2023-03-11T03:10:59.241" v="22" actId="20577"/>
          <ac:spMkLst>
            <pc:docMk/>
            <pc:sldMk cId="1392206186" sldId="2499"/>
            <ac:spMk id="3" creationId="{4A1C0383-58FE-E486-295E-B33B8683B938}"/>
          </ac:spMkLst>
        </pc:spChg>
        <pc:picChg chg="add del mod">
          <ac:chgData name="Owais Ahmed" userId="6abc7d4556b3b071" providerId="LiveId" clId="{C6795B63-7D89-4AA1-88EA-80EA7C4E130A}" dt="2023-03-11T03:11:06.638" v="24" actId="478"/>
          <ac:picMkLst>
            <pc:docMk/>
            <pc:sldMk cId="1392206186" sldId="2499"/>
            <ac:picMk id="7" creationId="{F54EFA5F-33CE-2D86-9AFB-33A113453FAB}"/>
          </ac:picMkLst>
        </pc:picChg>
      </pc:sldChg>
      <pc:sldChg chg="modNotesTx">
        <pc:chgData name="Owais Ahmed" userId="6abc7d4556b3b071" providerId="LiveId" clId="{C6795B63-7D89-4AA1-88EA-80EA7C4E130A}" dt="2023-03-11T03:36:56.103" v="526" actId="20577"/>
        <pc:sldMkLst>
          <pc:docMk/>
          <pc:sldMk cId="1565563056" sldId="2500"/>
        </pc:sldMkLst>
      </pc:sldChg>
      <pc:sldChg chg="addSp delSp modSp add mod ord delAnim modAnim modNotesTx">
        <pc:chgData name="Owais Ahmed" userId="6abc7d4556b3b071" providerId="LiveId" clId="{C6795B63-7D89-4AA1-88EA-80EA7C4E130A}" dt="2023-03-11T03:51:20.838" v="868" actId="20577"/>
        <pc:sldMkLst>
          <pc:docMk/>
          <pc:sldMk cId="1703006424" sldId="2501"/>
        </pc:sldMkLst>
        <pc:spChg chg="mod">
          <ac:chgData name="Owais Ahmed" userId="6abc7d4556b3b071" providerId="LiveId" clId="{C6795B63-7D89-4AA1-88EA-80EA7C4E130A}" dt="2023-03-11T03:41:18.012" v="742" actId="27636"/>
          <ac:spMkLst>
            <pc:docMk/>
            <pc:sldMk cId="1703006424" sldId="2501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10:24.220" v="6" actId="20577"/>
          <ac:spMkLst>
            <pc:docMk/>
            <pc:sldMk cId="1703006424" sldId="2501"/>
            <ac:spMk id="215" creationId="{00000000-0000-0000-0000-000000000000}"/>
          </ac:spMkLst>
        </pc:spChg>
        <pc:picChg chg="add mod ord modCrop">
          <ac:chgData name="Owais Ahmed" userId="6abc7d4556b3b071" providerId="LiveId" clId="{C6795B63-7D89-4AA1-88EA-80EA7C4E130A}" dt="2023-03-11T03:43:01.004" v="761" actId="1076"/>
          <ac:picMkLst>
            <pc:docMk/>
            <pc:sldMk cId="1703006424" sldId="2501"/>
            <ac:picMk id="4" creationId="{4D6C3ACA-F578-1BF0-E95F-10A8531DA0CD}"/>
          </ac:picMkLst>
        </pc:picChg>
        <pc:picChg chg="add del mod ord modCrop">
          <ac:chgData name="Owais Ahmed" userId="6abc7d4556b3b071" providerId="LiveId" clId="{C6795B63-7D89-4AA1-88EA-80EA7C4E130A}" dt="2023-03-11T03:42:46.265" v="758" actId="21"/>
          <ac:picMkLst>
            <pc:docMk/>
            <pc:sldMk cId="1703006424" sldId="2501"/>
            <ac:picMk id="5" creationId="{FC2D7326-001A-9A6A-95B1-51161A7FF65E}"/>
          </ac:picMkLst>
        </pc:picChg>
        <pc:picChg chg="del">
          <ac:chgData name="Owais Ahmed" userId="6abc7d4556b3b071" providerId="LiveId" clId="{C6795B63-7D89-4AA1-88EA-80EA7C4E130A}" dt="2023-03-11T03:10:28.395" v="8" actId="478"/>
          <ac:picMkLst>
            <pc:docMk/>
            <pc:sldMk cId="1703006424" sldId="2501"/>
            <ac:picMk id="6" creationId="{B9A09B40-E524-5765-2561-E1D7F3D63CA9}"/>
          </ac:picMkLst>
        </pc:picChg>
        <pc:picChg chg="del">
          <ac:chgData name="Owais Ahmed" userId="6abc7d4556b3b071" providerId="LiveId" clId="{C6795B63-7D89-4AA1-88EA-80EA7C4E130A}" dt="2023-03-11T03:10:27.613" v="7" actId="478"/>
          <ac:picMkLst>
            <pc:docMk/>
            <pc:sldMk cId="1703006424" sldId="2501"/>
            <ac:picMk id="7" creationId="{F54EFA5F-33CE-2D86-9AFB-33A113453FAB}"/>
          </ac:picMkLst>
        </pc:picChg>
        <pc:picChg chg="add mod">
          <ac:chgData name="Owais Ahmed" userId="6abc7d4556b3b071" providerId="LiveId" clId="{C6795B63-7D89-4AA1-88EA-80EA7C4E130A}" dt="2023-03-11T03:43:04.955" v="762"/>
          <ac:picMkLst>
            <pc:docMk/>
            <pc:sldMk cId="1703006424" sldId="2501"/>
            <ac:picMk id="8" creationId="{242D8EB5-27C5-3873-B5AF-04E4452AECCB}"/>
          </ac:picMkLst>
        </pc:picChg>
      </pc:sldChg>
      <pc:sldChg chg="addSp delSp modSp add mod modAnim modNotesTx">
        <pc:chgData name="Owais Ahmed" userId="6abc7d4556b3b071" providerId="LiveId" clId="{C6795B63-7D89-4AA1-88EA-80EA7C4E130A}" dt="2023-03-11T05:17:00.705" v="1042" actId="20577"/>
        <pc:sldMkLst>
          <pc:docMk/>
          <pc:sldMk cId="2459176591" sldId="2502"/>
        </pc:sldMkLst>
        <pc:spChg chg="mod">
          <ac:chgData name="Owais Ahmed" userId="6abc7d4556b3b071" providerId="LiveId" clId="{C6795B63-7D89-4AA1-88EA-80EA7C4E130A}" dt="2023-03-11T03:48:10.874" v="826" actId="20577"/>
          <ac:spMkLst>
            <pc:docMk/>
            <pc:sldMk cId="2459176591" sldId="2502"/>
            <ac:spMk id="3" creationId="{4A1C0383-58FE-E486-295E-B33B8683B938}"/>
          </ac:spMkLst>
        </pc:spChg>
        <pc:spChg chg="add del">
          <ac:chgData name="Owais Ahmed" userId="6abc7d4556b3b071" providerId="LiveId" clId="{C6795B63-7D89-4AA1-88EA-80EA7C4E130A}" dt="2023-03-11T03:33:12.073" v="411"/>
          <ac:spMkLst>
            <pc:docMk/>
            <pc:sldMk cId="2459176591" sldId="2502"/>
            <ac:spMk id="4" creationId="{C1ABDDFB-D4DB-2095-E121-D1664E8D709C}"/>
          </ac:spMkLst>
        </pc:spChg>
        <pc:spChg chg="mod">
          <ac:chgData name="Owais Ahmed" userId="6abc7d4556b3b071" providerId="LiveId" clId="{C6795B63-7D89-4AA1-88EA-80EA7C4E130A}" dt="2023-03-11T03:14:56.770" v="76" actId="20577"/>
          <ac:spMkLst>
            <pc:docMk/>
            <pc:sldMk cId="2459176591" sldId="2502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C6795B63-7D89-4AA1-88EA-80EA7C4E130A}" dt="2023-03-11T03:56:01.925" v="922" actId="20577"/>
        <pc:sldMkLst>
          <pc:docMk/>
          <pc:sldMk cId="3149883331" sldId="2503"/>
        </pc:sldMkLst>
        <pc:spChg chg="mod">
          <ac:chgData name="Owais Ahmed" userId="6abc7d4556b3b071" providerId="LiveId" clId="{C6795B63-7D89-4AA1-88EA-80EA7C4E130A}" dt="2023-03-11T03:56:01.925" v="922" actId="20577"/>
          <ac:spMkLst>
            <pc:docMk/>
            <pc:sldMk cId="3149883331" sldId="2503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1:14.674" v="867" actId="20577"/>
          <ac:spMkLst>
            <pc:docMk/>
            <pc:sldMk cId="3149883331" sldId="2503"/>
            <ac:spMk id="215" creationId="{00000000-0000-0000-0000-000000000000}"/>
          </ac:spMkLst>
        </pc:spChg>
        <pc:picChg chg="del">
          <ac:chgData name="Owais Ahmed" userId="6abc7d4556b3b071" providerId="LiveId" clId="{C6795B63-7D89-4AA1-88EA-80EA7C4E130A}" dt="2023-03-11T03:43:47.888" v="783" actId="478"/>
          <ac:picMkLst>
            <pc:docMk/>
            <pc:sldMk cId="3149883331" sldId="2503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5" creationId="{7B7CC089-8E77-7A0B-F5B2-F5EC7CB9D8F4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6" creationId="{A66F29D1-E1DC-ACE2-17EC-B7B99B9B2167}"/>
          </ac:picMkLst>
        </pc:picChg>
        <pc:picChg chg="add del mod">
          <ac:chgData name="Owais Ahmed" userId="6abc7d4556b3b071" providerId="LiveId" clId="{C6795B63-7D89-4AA1-88EA-80EA7C4E130A}" dt="2023-03-11T03:44:28.194" v="789"/>
          <ac:picMkLst>
            <pc:docMk/>
            <pc:sldMk cId="3149883331" sldId="2503"/>
            <ac:picMk id="7" creationId="{A52C01B2-3A7F-FB3C-0149-5125EC5F5789}"/>
          </ac:picMkLst>
        </pc:picChg>
        <pc:picChg chg="del">
          <ac:chgData name="Owais Ahmed" userId="6abc7d4556b3b071" providerId="LiveId" clId="{C6795B63-7D89-4AA1-88EA-80EA7C4E130A}" dt="2023-03-11T03:43:47.402" v="782" actId="478"/>
          <ac:picMkLst>
            <pc:docMk/>
            <pc:sldMk cId="3149883331" sldId="2503"/>
            <ac:picMk id="8" creationId="{242D8EB5-27C5-3873-B5AF-04E4452AECCB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9" creationId="{FB1B7B48-1E37-6883-9552-F7D5C75839A8}"/>
          </ac:picMkLst>
        </pc:picChg>
        <pc:picChg chg="add mod">
          <ac:chgData name="Owais Ahmed" userId="6abc7d4556b3b071" providerId="LiveId" clId="{C6795B63-7D89-4AA1-88EA-80EA7C4E130A}" dt="2023-03-11T03:52:25.385" v="873" actId="14100"/>
          <ac:picMkLst>
            <pc:docMk/>
            <pc:sldMk cId="3149883331" sldId="2503"/>
            <ac:picMk id="2050" creationId="{7725125D-30D6-290C-FE30-715FC319B521}"/>
          </ac:picMkLst>
        </pc:picChg>
        <pc:picChg chg="add mod">
          <ac:chgData name="Owais Ahmed" userId="6abc7d4556b3b071" providerId="LiveId" clId="{C6795B63-7D89-4AA1-88EA-80EA7C4E130A}" dt="2023-03-11T03:53:34.238" v="886" actId="1076"/>
          <ac:picMkLst>
            <pc:docMk/>
            <pc:sldMk cId="3149883331" sldId="2503"/>
            <ac:picMk id="2052" creationId="{D05F668F-AE9A-8AB9-BB2E-F09EDB32D4F9}"/>
          </ac:picMkLst>
        </pc:picChg>
      </pc:sldChg>
      <pc:sldChg chg="addSp delSp modSp add mod delAnim modAnim">
        <pc:chgData name="Owais Ahmed" userId="6abc7d4556b3b071" providerId="LiveId" clId="{C6795B63-7D89-4AA1-88EA-80EA7C4E130A}" dt="2023-03-11T05:14:48.645" v="1039" actId="20577"/>
        <pc:sldMkLst>
          <pc:docMk/>
          <pc:sldMk cId="3473336835" sldId="2504"/>
        </pc:sldMkLst>
        <pc:spChg chg="mod">
          <ac:chgData name="Owais Ahmed" userId="6abc7d4556b3b071" providerId="LiveId" clId="{C6795B63-7D89-4AA1-88EA-80EA7C4E130A}" dt="2023-03-11T05:14:48.645" v="1039" actId="20577"/>
          <ac:spMkLst>
            <pc:docMk/>
            <pc:sldMk cId="3473336835" sldId="2504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8:07.444" v="926" actId="20577"/>
          <ac:spMkLst>
            <pc:docMk/>
            <pc:sldMk cId="3473336835" sldId="250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6795B63-7D89-4AA1-88EA-80EA7C4E130A}" dt="2023-03-11T05:09:27.392" v="1036" actId="1076"/>
          <ac:graphicFrameMkLst>
            <pc:docMk/>
            <pc:sldMk cId="3473336835" sldId="2504"/>
            <ac:graphicFrameMk id="7" creationId="{FEBFA153-7CBD-C387-AE41-C7328A315EA1}"/>
          </ac:graphicFrameMkLst>
        </pc:graphicFrameChg>
        <pc:picChg chg="del">
          <ac:chgData name="Owais Ahmed" userId="6abc7d4556b3b071" providerId="LiveId" clId="{C6795B63-7D89-4AA1-88EA-80EA7C4E130A}" dt="2023-03-11T04:01:34.825" v="966" actId="478"/>
          <ac:picMkLst>
            <pc:docMk/>
            <pc:sldMk cId="3473336835" sldId="2504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4:04:00.262" v="995" actId="1076"/>
          <ac:picMkLst>
            <pc:docMk/>
            <pc:sldMk cId="3473336835" sldId="2504"/>
            <ac:picMk id="5" creationId="{4BD0F157-1158-0F77-3890-28A423CF825A}"/>
          </ac:picMkLst>
        </pc:picChg>
        <pc:picChg chg="add mod modCrop">
          <ac:chgData name="Owais Ahmed" userId="6abc7d4556b3b071" providerId="LiveId" clId="{C6795B63-7D89-4AA1-88EA-80EA7C4E130A}" dt="2023-03-11T04:04:03.660" v="996" actId="1076"/>
          <ac:picMkLst>
            <pc:docMk/>
            <pc:sldMk cId="3473336835" sldId="2504"/>
            <ac:picMk id="6" creationId="{F5B21C09-575C-DD3B-9FA6-922795182242}"/>
          </ac:picMkLst>
        </pc:picChg>
        <pc:picChg chg="del">
          <ac:chgData name="Owais Ahmed" userId="6abc7d4556b3b071" providerId="LiveId" clId="{C6795B63-7D89-4AA1-88EA-80EA7C4E130A}" dt="2023-03-11T04:01:32.544" v="965" actId="478"/>
          <ac:picMkLst>
            <pc:docMk/>
            <pc:sldMk cId="3473336835" sldId="2504"/>
            <ac:picMk id="8" creationId="{242D8EB5-27C5-3873-B5AF-04E4452AECCB}"/>
          </ac:picMkLst>
        </pc:picChg>
        <pc:picChg chg="add del">
          <ac:chgData name="Owais Ahmed" userId="6abc7d4556b3b071" providerId="LiveId" clId="{C6795B63-7D89-4AA1-88EA-80EA7C4E130A}" dt="2023-03-11T04:26:30.660" v="1018" actId="478"/>
          <ac:picMkLst>
            <pc:docMk/>
            <pc:sldMk cId="3473336835" sldId="2504"/>
            <ac:picMk id="10" creationId="{C319830D-6592-8065-F3D4-E1B4FBA588EA}"/>
          </ac:picMkLst>
        </pc:picChg>
        <pc:picChg chg="add del mod">
          <ac:chgData name="Owais Ahmed" userId="6abc7d4556b3b071" providerId="LiveId" clId="{C6795B63-7D89-4AA1-88EA-80EA7C4E130A}" dt="2023-03-11T05:07:43.630" v="1026" actId="21"/>
          <ac:picMkLst>
            <pc:docMk/>
            <pc:sldMk cId="3473336835" sldId="2504"/>
            <ac:picMk id="12" creationId="{08953E5D-9E2B-B412-882A-89BE881A135A}"/>
          </ac:picMkLst>
        </pc:picChg>
        <pc:picChg chg="add mod">
          <ac:chgData name="Owais Ahmed" userId="6abc7d4556b3b071" providerId="LiveId" clId="{C6795B63-7D89-4AA1-88EA-80EA7C4E130A}" dt="2023-03-11T05:09:32.409" v="1037" actId="1076"/>
          <ac:picMkLst>
            <pc:docMk/>
            <pc:sldMk cId="3473336835" sldId="2504"/>
            <ac:picMk id="13" creationId="{1994FC53-A8ED-A1EE-D32F-910649A1D97C}"/>
          </ac:picMkLst>
        </pc:picChg>
      </pc:sldChg>
      <pc:sldChg chg="add del">
        <pc:chgData name="Owais Ahmed" userId="6abc7d4556b3b071" providerId="LiveId" clId="{C6795B63-7D89-4AA1-88EA-80EA7C4E130A}" dt="2023-03-11T05:16:39.266" v="1041" actId="47"/>
        <pc:sldMkLst>
          <pc:docMk/>
          <pc:sldMk cId="1944748920" sldId="2505"/>
        </pc:sldMkLst>
      </pc:sldChg>
    </pc:docChg>
  </pc:docChgLst>
  <pc:docChgLst>
    <pc:chgData name="Owais Ahmed" userId="6abc7d4556b3b071" providerId="LiveId" clId="{41CCE885-7439-496A-92F7-9403C8F92F34}"/>
    <pc:docChg chg="undo redo custSel addSld delSld modSld modSection">
      <pc:chgData name="Owais Ahmed" userId="6abc7d4556b3b071" providerId="LiveId" clId="{41CCE885-7439-496A-92F7-9403C8F92F34}" dt="2023-06-02T04:27:46.882" v="4541"/>
      <pc:docMkLst>
        <pc:docMk/>
      </pc:docMkLst>
      <pc:sldChg chg="modSp mod">
        <pc:chgData name="Owais Ahmed" userId="6abc7d4556b3b071" providerId="LiveId" clId="{41CCE885-7439-496A-92F7-9403C8F92F34}" dt="2023-05-26T06:35:20.898" v="3719" actId="20577"/>
        <pc:sldMkLst>
          <pc:docMk/>
          <pc:sldMk cId="1649098948" sldId="2462"/>
        </pc:sldMkLst>
        <pc:spChg chg="mod">
          <ac:chgData name="Owais Ahmed" userId="6abc7d4556b3b071" providerId="LiveId" clId="{41CCE885-7439-496A-92F7-9403C8F92F34}" dt="2023-05-26T06:35:20.898" v="371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41CCE885-7439-496A-92F7-9403C8F92F34}" dt="2023-05-26T05:05:01.630" v="0" actId="47"/>
        <pc:sldMkLst>
          <pc:docMk/>
          <pc:sldMk cId="138766739" sldId="2512"/>
        </pc:sldMkLst>
      </pc:sldChg>
      <pc:sldChg chg="del">
        <pc:chgData name="Owais Ahmed" userId="6abc7d4556b3b071" providerId="LiveId" clId="{41CCE885-7439-496A-92F7-9403C8F92F34}" dt="2023-05-26T05:05:11.518" v="14" actId="47"/>
        <pc:sldMkLst>
          <pc:docMk/>
          <pc:sldMk cId="164878705" sldId="2513"/>
        </pc:sldMkLst>
      </pc:sldChg>
      <pc:sldChg chg="del">
        <pc:chgData name="Owais Ahmed" userId="6abc7d4556b3b071" providerId="LiveId" clId="{41CCE885-7439-496A-92F7-9403C8F92F34}" dt="2023-05-26T05:05:02.949" v="1" actId="47"/>
        <pc:sldMkLst>
          <pc:docMk/>
          <pc:sldMk cId="1794817901" sldId="2514"/>
        </pc:sldMkLst>
      </pc:sldChg>
      <pc:sldChg chg="del">
        <pc:chgData name="Owais Ahmed" userId="6abc7d4556b3b071" providerId="LiveId" clId="{41CCE885-7439-496A-92F7-9403C8F92F34}" dt="2023-05-26T05:05:03.206" v="2" actId="47"/>
        <pc:sldMkLst>
          <pc:docMk/>
          <pc:sldMk cId="359945623" sldId="2515"/>
        </pc:sldMkLst>
      </pc:sldChg>
      <pc:sldChg chg="del">
        <pc:chgData name="Owais Ahmed" userId="6abc7d4556b3b071" providerId="LiveId" clId="{41CCE885-7439-496A-92F7-9403C8F92F34}" dt="2023-05-26T05:05:04.121" v="3" actId="47"/>
        <pc:sldMkLst>
          <pc:docMk/>
          <pc:sldMk cId="3531452222" sldId="2516"/>
        </pc:sldMkLst>
      </pc:sldChg>
      <pc:sldChg chg="del">
        <pc:chgData name="Owais Ahmed" userId="6abc7d4556b3b071" providerId="LiveId" clId="{41CCE885-7439-496A-92F7-9403C8F92F34}" dt="2023-05-26T05:05:04.305" v="4" actId="47"/>
        <pc:sldMkLst>
          <pc:docMk/>
          <pc:sldMk cId="155911034" sldId="2517"/>
        </pc:sldMkLst>
      </pc:sldChg>
      <pc:sldChg chg="del">
        <pc:chgData name="Owais Ahmed" userId="6abc7d4556b3b071" providerId="LiveId" clId="{41CCE885-7439-496A-92F7-9403C8F92F34}" dt="2023-05-26T05:05:04.578" v="5" actId="47"/>
        <pc:sldMkLst>
          <pc:docMk/>
          <pc:sldMk cId="688456144" sldId="2518"/>
        </pc:sldMkLst>
      </pc:sldChg>
      <pc:sldChg chg="del">
        <pc:chgData name="Owais Ahmed" userId="6abc7d4556b3b071" providerId="LiveId" clId="{41CCE885-7439-496A-92F7-9403C8F92F34}" dt="2023-05-26T05:05:04.819" v="6" actId="47"/>
        <pc:sldMkLst>
          <pc:docMk/>
          <pc:sldMk cId="445128117" sldId="2519"/>
        </pc:sldMkLst>
      </pc:sldChg>
      <pc:sldChg chg="del">
        <pc:chgData name="Owais Ahmed" userId="6abc7d4556b3b071" providerId="LiveId" clId="{41CCE885-7439-496A-92F7-9403C8F92F34}" dt="2023-05-26T05:05:05.021" v="7" actId="47"/>
        <pc:sldMkLst>
          <pc:docMk/>
          <pc:sldMk cId="1007068956" sldId="2520"/>
        </pc:sldMkLst>
      </pc:sldChg>
      <pc:sldChg chg="del">
        <pc:chgData name="Owais Ahmed" userId="6abc7d4556b3b071" providerId="LiveId" clId="{41CCE885-7439-496A-92F7-9403C8F92F34}" dt="2023-05-26T05:05:05.252" v="8" actId="47"/>
        <pc:sldMkLst>
          <pc:docMk/>
          <pc:sldMk cId="499748375" sldId="2521"/>
        </pc:sldMkLst>
      </pc:sldChg>
      <pc:sldChg chg="del">
        <pc:chgData name="Owais Ahmed" userId="6abc7d4556b3b071" providerId="LiveId" clId="{41CCE885-7439-496A-92F7-9403C8F92F34}" dt="2023-05-26T05:05:05.786" v="9" actId="47"/>
        <pc:sldMkLst>
          <pc:docMk/>
          <pc:sldMk cId="3350804688" sldId="2522"/>
        </pc:sldMkLst>
      </pc:sldChg>
      <pc:sldChg chg="del">
        <pc:chgData name="Owais Ahmed" userId="6abc7d4556b3b071" providerId="LiveId" clId="{41CCE885-7439-496A-92F7-9403C8F92F34}" dt="2023-05-26T05:05:06.117" v="10" actId="47"/>
        <pc:sldMkLst>
          <pc:docMk/>
          <pc:sldMk cId="2550108454" sldId="2523"/>
        </pc:sldMkLst>
      </pc:sldChg>
      <pc:sldChg chg="del">
        <pc:chgData name="Owais Ahmed" userId="6abc7d4556b3b071" providerId="LiveId" clId="{41CCE885-7439-496A-92F7-9403C8F92F34}" dt="2023-05-26T05:05:06.360" v="11" actId="47"/>
        <pc:sldMkLst>
          <pc:docMk/>
          <pc:sldMk cId="3158656300" sldId="2524"/>
        </pc:sldMkLst>
      </pc:sldChg>
      <pc:sldChg chg="del">
        <pc:chgData name="Owais Ahmed" userId="6abc7d4556b3b071" providerId="LiveId" clId="{41CCE885-7439-496A-92F7-9403C8F92F34}" dt="2023-05-26T05:05:07.297" v="12" actId="47"/>
        <pc:sldMkLst>
          <pc:docMk/>
          <pc:sldMk cId="297218251" sldId="2525"/>
        </pc:sldMkLst>
      </pc:sldChg>
      <pc:sldChg chg="del">
        <pc:chgData name="Owais Ahmed" userId="6abc7d4556b3b071" providerId="LiveId" clId="{41CCE885-7439-496A-92F7-9403C8F92F34}" dt="2023-05-26T05:05:10.725" v="13" actId="47"/>
        <pc:sldMkLst>
          <pc:docMk/>
          <pc:sldMk cId="151189741" sldId="2526"/>
        </pc:sldMkLst>
      </pc:sldChg>
      <pc:sldChg chg="addSp delSp modSp mod modAnim">
        <pc:chgData name="Owais Ahmed" userId="6abc7d4556b3b071" providerId="LiveId" clId="{41CCE885-7439-496A-92F7-9403C8F92F34}" dt="2023-05-26T05:12:58.343" v="660" actId="14100"/>
        <pc:sldMkLst>
          <pc:docMk/>
          <pc:sldMk cId="3362433709" sldId="2527"/>
        </pc:sldMkLst>
        <pc:spChg chg="mod">
          <ac:chgData name="Owais Ahmed" userId="6abc7d4556b3b071" providerId="LiveId" clId="{41CCE885-7439-496A-92F7-9403C8F92F34}" dt="2023-05-26T05:12:08.705" v="645" actId="27636"/>
          <ac:spMkLst>
            <pc:docMk/>
            <pc:sldMk cId="3362433709" sldId="2527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5:06:07.523" v="70" actId="20577"/>
          <ac:spMkLst>
            <pc:docMk/>
            <pc:sldMk cId="3362433709" sldId="2527"/>
            <ac:spMk id="215" creationId="{00000000-0000-0000-0000-000000000000}"/>
          </ac:spMkLst>
        </pc:spChg>
        <pc:picChg chg="add del mod">
          <ac:chgData name="Owais Ahmed" userId="6abc7d4556b3b071" providerId="LiveId" clId="{41CCE885-7439-496A-92F7-9403C8F92F34}" dt="2023-05-26T05:09:32.835" v="303" actId="478"/>
          <ac:picMkLst>
            <pc:docMk/>
            <pc:sldMk cId="3362433709" sldId="2527"/>
            <ac:picMk id="1026" creationId="{93DC99CA-D44E-D00E-6C5C-EFD253D7C057}"/>
          </ac:picMkLst>
        </pc:picChg>
        <pc:picChg chg="add mod">
          <ac:chgData name="Owais Ahmed" userId="6abc7d4556b3b071" providerId="LiveId" clId="{41CCE885-7439-496A-92F7-9403C8F92F34}" dt="2023-05-26T05:12:42.991" v="654" actId="1076"/>
          <ac:picMkLst>
            <pc:docMk/>
            <pc:sldMk cId="3362433709" sldId="2527"/>
            <ac:picMk id="1028" creationId="{D52DA1AA-9FFF-2867-000D-D5DC7DC5D3C3}"/>
          </ac:picMkLst>
        </pc:picChg>
        <pc:picChg chg="add mod">
          <ac:chgData name="Owais Ahmed" userId="6abc7d4556b3b071" providerId="LiveId" clId="{41CCE885-7439-496A-92F7-9403C8F92F34}" dt="2023-05-26T05:12:58.343" v="660" actId="14100"/>
          <ac:picMkLst>
            <pc:docMk/>
            <pc:sldMk cId="3362433709" sldId="2527"/>
            <ac:picMk id="1030" creationId="{4945972B-A6FB-55C9-2F14-04F00620FD03}"/>
          </ac:picMkLst>
        </pc:picChg>
      </pc:sldChg>
      <pc:sldChg chg="addSp delSp modSp add mod modAnim">
        <pc:chgData name="Owais Ahmed" userId="6abc7d4556b3b071" providerId="LiveId" clId="{41CCE885-7439-496A-92F7-9403C8F92F34}" dt="2023-05-26T06:17:09.481" v="2915" actId="20577"/>
        <pc:sldMkLst>
          <pc:docMk/>
          <pc:sldMk cId="4023139806" sldId="2528"/>
        </pc:sldMkLst>
        <pc:spChg chg="mod">
          <ac:chgData name="Owais Ahmed" userId="6abc7d4556b3b071" providerId="LiveId" clId="{41CCE885-7439-496A-92F7-9403C8F92F34}" dt="2023-05-26T06:17:09.481" v="2915" actId="20577"/>
          <ac:spMkLst>
            <pc:docMk/>
            <pc:sldMk cId="4023139806" sldId="2528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5:19:07.577" v="1138" actId="20577"/>
          <ac:spMkLst>
            <pc:docMk/>
            <pc:sldMk cId="4023139806" sldId="2528"/>
            <ac:spMk id="215" creationId="{00000000-0000-0000-0000-000000000000}"/>
          </ac:spMkLst>
        </pc:spChg>
        <pc:picChg chg="del">
          <ac:chgData name="Owais Ahmed" userId="6abc7d4556b3b071" providerId="LiveId" clId="{41CCE885-7439-496A-92F7-9403C8F92F34}" dt="2023-05-26T05:13:06.155" v="663" actId="478"/>
          <ac:picMkLst>
            <pc:docMk/>
            <pc:sldMk cId="4023139806" sldId="2528"/>
            <ac:picMk id="1028" creationId="{D52DA1AA-9FFF-2867-000D-D5DC7DC5D3C3}"/>
          </ac:picMkLst>
        </pc:picChg>
        <pc:picChg chg="del">
          <ac:chgData name="Owais Ahmed" userId="6abc7d4556b3b071" providerId="LiveId" clId="{41CCE885-7439-496A-92F7-9403C8F92F34}" dt="2023-05-26T05:13:05.730" v="662" actId="478"/>
          <ac:picMkLst>
            <pc:docMk/>
            <pc:sldMk cId="4023139806" sldId="2528"/>
            <ac:picMk id="1030" creationId="{4945972B-A6FB-55C9-2F14-04F00620FD03}"/>
          </ac:picMkLst>
        </pc:picChg>
        <pc:picChg chg="add del mod">
          <ac:chgData name="Owais Ahmed" userId="6abc7d4556b3b071" providerId="LiveId" clId="{41CCE885-7439-496A-92F7-9403C8F92F34}" dt="2023-05-26T05:17:34.766" v="975" actId="478"/>
          <ac:picMkLst>
            <pc:docMk/>
            <pc:sldMk cId="4023139806" sldId="2528"/>
            <ac:picMk id="2050" creationId="{F767FEB1-EBBF-7581-E491-C74089E64F27}"/>
          </ac:picMkLst>
        </pc:picChg>
      </pc:sldChg>
      <pc:sldChg chg="addSp modSp add mod">
        <pc:chgData name="Owais Ahmed" userId="6abc7d4556b3b071" providerId="LiveId" clId="{41CCE885-7439-496A-92F7-9403C8F92F34}" dt="2023-05-26T06:21:09.978" v="3436" actId="14100"/>
        <pc:sldMkLst>
          <pc:docMk/>
          <pc:sldMk cId="1028238316" sldId="2529"/>
        </pc:sldMkLst>
        <pc:spChg chg="mod">
          <ac:chgData name="Owais Ahmed" userId="6abc7d4556b3b071" providerId="LiveId" clId="{41CCE885-7439-496A-92F7-9403C8F92F34}" dt="2023-05-26T06:16:58.613" v="2905" actId="14100"/>
          <ac:spMkLst>
            <pc:docMk/>
            <pc:sldMk cId="1028238316" sldId="2529"/>
            <ac:spMk id="3" creationId="{4A1C0383-58FE-E486-295E-B33B8683B938}"/>
          </ac:spMkLst>
        </pc:spChg>
        <pc:spChg chg="add mod">
          <ac:chgData name="Owais Ahmed" userId="6abc7d4556b3b071" providerId="LiveId" clId="{41CCE885-7439-496A-92F7-9403C8F92F34}" dt="2023-05-26T06:21:09.978" v="3436" actId="14100"/>
          <ac:spMkLst>
            <pc:docMk/>
            <pc:sldMk cId="1028238316" sldId="2529"/>
            <ac:spMk id="4" creationId="{D3249D3C-776E-4305-D1DB-047FD8146430}"/>
          </ac:spMkLst>
        </pc:spChg>
        <pc:spChg chg="mod">
          <ac:chgData name="Owais Ahmed" userId="6abc7d4556b3b071" providerId="LiveId" clId="{41CCE885-7439-496A-92F7-9403C8F92F34}" dt="2023-05-26T05:22:37.293" v="1441" actId="20577"/>
          <ac:spMkLst>
            <pc:docMk/>
            <pc:sldMk cId="1028238316" sldId="2529"/>
            <ac:spMk id="215" creationId="{00000000-0000-0000-0000-000000000000}"/>
          </ac:spMkLst>
        </pc:spChg>
        <pc:picChg chg="mod">
          <ac:chgData name="Owais Ahmed" userId="6abc7d4556b3b071" providerId="LiveId" clId="{41CCE885-7439-496A-92F7-9403C8F92F34}" dt="2023-05-26T06:20:27.421" v="3427" actId="1076"/>
          <ac:picMkLst>
            <pc:docMk/>
            <pc:sldMk cId="1028238316" sldId="2529"/>
            <ac:picMk id="2050" creationId="{F767FEB1-EBBF-7581-E491-C74089E64F27}"/>
          </ac:picMkLst>
        </pc:picChg>
      </pc:sldChg>
      <pc:sldChg chg="addSp delSp modSp add mod modAnim">
        <pc:chgData name="Owais Ahmed" userId="6abc7d4556b3b071" providerId="LiveId" clId="{41CCE885-7439-496A-92F7-9403C8F92F34}" dt="2023-05-26T06:13:45.135" v="2616" actId="1076"/>
        <pc:sldMkLst>
          <pc:docMk/>
          <pc:sldMk cId="4011009338" sldId="2530"/>
        </pc:sldMkLst>
        <pc:spChg chg="mod">
          <ac:chgData name="Owais Ahmed" userId="6abc7d4556b3b071" providerId="LiveId" clId="{41CCE885-7439-496A-92F7-9403C8F92F34}" dt="2023-05-26T06:07:16.218" v="2568" actId="20577"/>
          <ac:spMkLst>
            <pc:docMk/>
            <pc:sldMk cId="4011009338" sldId="2530"/>
            <ac:spMk id="3" creationId="{4A1C0383-58FE-E486-295E-B33B8683B938}"/>
          </ac:spMkLst>
        </pc:spChg>
        <pc:graphicFrameChg chg="add del mod modGraphic">
          <ac:chgData name="Owais Ahmed" userId="6abc7d4556b3b071" providerId="LiveId" clId="{41CCE885-7439-496A-92F7-9403C8F92F34}" dt="2023-05-26T05:38:12.079" v="2098" actId="478"/>
          <ac:graphicFrameMkLst>
            <pc:docMk/>
            <pc:sldMk cId="4011009338" sldId="2530"/>
            <ac:graphicFrameMk id="4" creationId="{B0E7815B-BDB9-E827-63C1-4544D10D8C92}"/>
          </ac:graphicFrameMkLst>
        </pc:graphicFrameChg>
        <pc:graphicFrameChg chg="add del mod modGraphic">
          <ac:chgData name="Owais Ahmed" userId="6abc7d4556b3b071" providerId="LiveId" clId="{41CCE885-7439-496A-92F7-9403C8F92F34}" dt="2023-05-26T06:12:08.539" v="2613" actId="20577"/>
          <ac:graphicFrameMkLst>
            <pc:docMk/>
            <pc:sldMk cId="4011009338" sldId="2530"/>
            <ac:graphicFrameMk id="5" creationId="{CAE1C912-9460-9FC8-5FCC-E48469ADF423}"/>
          </ac:graphicFrameMkLst>
        </pc:graphicFrameChg>
        <pc:picChg chg="add mod">
          <ac:chgData name="Owais Ahmed" userId="6abc7d4556b3b071" providerId="LiveId" clId="{41CCE885-7439-496A-92F7-9403C8F92F34}" dt="2023-05-26T06:13:45.135" v="2616" actId="1076"/>
          <ac:picMkLst>
            <pc:docMk/>
            <pc:sldMk cId="4011009338" sldId="2530"/>
            <ac:picMk id="7" creationId="{93BF87CE-D1BE-0E33-9EBE-93725D2C1575}"/>
          </ac:picMkLst>
        </pc:picChg>
        <pc:picChg chg="del">
          <ac:chgData name="Owais Ahmed" userId="6abc7d4556b3b071" providerId="LiveId" clId="{41CCE885-7439-496A-92F7-9403C8F92F34}" dt="2023-05-26T05:26:20.783" v="1673" actId="478"/>
          <ac:picMkLst>
            <pc:docMk/>
            <pc:sldMk cId="4011009338" sldId="2530"/>
            <ac:picMk id="2050" creationId="{F767FEB1-EBBF-7581-E491-C74089E64F27}"/>
          </ac:picMkLst>
        </pc:picChg>
      </pc:sldChg>
      <pc:sldChg chg="modSp add mod modAnim">
        <pc:chgData name="Owais Ahmed" userId="6abc7d4556b3b071" providerId="LiveId" clId="{41CCE885-7439-496A-92F7-9403C8F92F34}" dt="2023-05-26T06:19:39.349" v="3425" actId="20577"/>
        <pc:sldMkLst>
          <pc:docMk/>
          <pc:sldMk cId="2329166120" sldId="2531"/>
        </pc:sldMkLst>
        <pc:spChg chg="mod">
          <ac:chgData name="Owais Ahmed" userId="6abc7d4556b3b071" providerId="LiveId" clId="{41CCE885-7439-496A-92F7-9403C8F92F34}" dt="2023-05-26T06:19:39.349" v="3425" actId="20577"/>
          <ac:spMkLst>
            <pc:docMk/>
            <pc:sldMk cId="2329166120" sldId="2531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6:17:18.192" v="2926" actId="20577"/>
          <ac:spMkLst>
            <pc:docMk/>
            <pc:sldMk cId="2329166120" sldId="2531"/>
            <ac:spMk id="215" creationId="{00000000-0000-0000-0000-000000000000}"/>
          </ac:spMkLst>
        </pc:spChg>
      </pc:sldChg>
      <pc:sldChg chg="addSp delSp modSp add mod modAnim">
        <pc:chgData name="Owais Ahmed" userId="6abc7d4556b3b071" providerId="LiveId" clId="{41CCE885-7439-496A-92F7-9403C8F92F34}" dt="2023-05-26T06:35:10.122" v="3694" actId="27636"/>
        <pc:sldMkLst>
          <pc:docMk/>
          <pc:sldMk cId="2254841546" sldId="2532"/>
        </pc:sldMkLst>
        <pc:spChg chg="mod">
          <ac:chgData name="Owais Ahmed" userId="6abc7d4556b3b071" providerId="LiveId" clId="{41CCE885-7439-496A-92F7-9403C8F92F34}" dt="2023-05-26T06:35:10.122" v="3694" actId="27636"/>
          <ac:spMkLst>
            <pc:docMk/>
            <pc:sldMk cId="2254841546" sldId="2532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6:32:36.398" v="3440" actId="20577"/>
          <ac:spMkLst>
            <pc:docMk/>
            <pc:sldMk cId="2254841546" sldId="2532"/>
            <ac:spMk id="215" creationId="{00000000-0000-0000-0000-000000000000}"/>
          </ac:spMkLst>
        </pc:spChg>
        <pc:graphicFrameChg chg="del modGraphic">
          <ac:chgData name="Owais Ahmed" userId="6abc7d4556b3b071" providerId="LiveId" clId="{41CCE885-7439-496A-92F7-9403C8F92F34}" dt="2023-05-26T06:33:00.423" v="3445" actId="478"/>
          <ac:graphicFrameMkLst>
            <pc:docMk/>
            <pc:sldMk cId="2254841546" sldId="2532"/>
            <ac:graphicFrameMk id="5" creationId="{CAE1C912-9460-9FC8-5FCC-E48469ADF423}"/>
          </ac:graphicFrameMkLst>
        </pc:graphicFrameChg>
        <pc:picChg chg="add del mod">
          <ac:chgData name="Owais Ahmed" userId="6abc7d4556b3b071" providerId="LiveId" clId="{41CCE885-7439-496A-92F7-9403C8F92F34}" dt="2023-05-26T06:33:03.464" v="3447" actId="478"/>
          <ac:picMkLst>
            <pc:docMk/>
            <pc:sldMk cId="2254841546" sldId="2532"/>
            <ac:picMk id="6" creationId="{D17068AC-3699-C70C-FFEE-51EB0C88BE75}"/>
          </ac:picMkLst>
        </pc:picChg>
        <pc:picChg chg="del">
          <ac:chgData name="Owais Ahmed" userId="6abc7d4556b3b071" providerId="LiveId" clId="{41CCE885-7439-496A-92F7-9403C8F92F34}" dt="2023-05-26T06:32:39.914" v="3441" actId="478"/>
          <ac:picMkLst>
            <pc:docMk/>
            <pc:sldMk cId="2254841546" sldId="2532"/>
            <ac:picMk id="7" creationId="{93BF87CE-D1BE-0E33-9EBE-93725D2C1575}"/>
          </ac:picMkLst>
        </pc:picChg>
        <pc:picChg chg="add mod">
          <ac:chgData name="Owais Ahmed" userId="6abc7d4556b3b071" providerId="LiveId" clId="{41CCE885-7439-496A-92F7-9403C8F92F34}" dt="2023-05-26T06:34:54.723" v="3643" actId="1076"/>
          <ac:picMkLst>
            <pc:docMk/>
            <pc:sldMk cId="2254841546" sldId="2532"/>
            <ac:picMk id="9" creationId="{57FE3DC6-29E5-10F6-D23B-809B9FBE433B}"/>
          </ac:picMkLst>
        </pc:picChg>
      </pc:sldChg>
      <pc:sldChg chg="addSp delSp modSp add mod modAnim">
        <pc:chgData name="Owais Ahmed" userId="6abc7d4556b3b071" providerId="LiveId" clId="{41CCE885-7439-496A-92F7-9403C8F92F34}" dt="2023-05-26T06:44:14.143" v="4022" actId="20577"/>
        <pc:sldMkLst>
          <pc:docMk/>
          <pc:sldMk cId="2326615597" sldId="2533"/>
        </pc:sldMkLst>
        <pc:spChg chg="mod">
          <ac:chgData name="Owais Ahmed" userId="6abc7d4556b3b071" providerId="LiveId" clId="{41CCE885-7439-496A-92F7-9403C8F92F34}" dt="2023-05-26T06:44:14.143" v="4022" actId="20577"/>
          <ac:spMkLst>
            <pc:docMk/>
            <pc:sldMk cId="2326615597" sldId="2533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6:38:27.635" v="3733" actId="20577"/>
          <ac:spMkLst>
            <pc:docMk/>
            <pc:sldMk cId="2326615597" sldId="2533"/>
            <ac:spMk id="215" creationId="{00000000-0000-0000-0000-000000000000}"/>
          </ac:spMkLst>
        </pc:spChg>
        <pc:picChg chg="add mod">
          <ac:chgData name="Owais Ahmed" userId="6abc7d4556b3b071" providerId="LiveId" clId="{41CCE885-7439-496A-92F7-9403C8F92F34}" dt="2023-05-26T06:43:28.949" v="3949" actId="14100"/>
          <ac:picMkLst>
            <pc:docMk/>
            <pc:sldMk cId="2326615597" sldId="2533"/>
            <ac:picMk id="5" creationId="{1A222F1E-706B-E2EF-6018-FDAE2AF099CE}"/>
          </ac:picMkLst>
        </pc:picChg>
        <pc:picChg chg="del">
          <ac:chgData name="Owais Ahmed" userId="6abc7d4556b3b071" providerId="LiveId" clId="{41CCE885-7439-496A-92F7-9403C8F92F34}" dt="2023-05-26T06:38:31.398" v="3734" actId="478"/>
          <ac:picMkLst>
            <pc:docMk/>
            <pc:sldMk cId="2326615597" sldId="2533"/>
            <ac:picMk id="9" creationId="{57FE3DC6-29E5-10F6-D23B-809B9FBE433B}"/>
          </ac:picMkLst>
        </pc:picChg>
      </pc:sldChg>
      <pc:sldChg chg="addSp delSp modSp mod modAnim">
        <pc:chgData name="Owais Ahmed" userId="6abc7d4556b3b071" providerId="LiveId" clId="{41CCE885-7439-496A-92F7-9403C8F92F34}" dt="2023-06-02T04:27:46.882" v="4541"/>
        <pc:sldMkLst>
          <pc:docMk/>
          <pc:sldMk cId="3562149716" sldId="2534"/>
        </pc:sldMkLst>
        <pc:spChg chg="mod">
          <ac:chgData name="Owais Ahmed" userId="6abc7d4556b3b071" providerId="LiveId" clId="{41CCE885-7439-496A-92F7-9403C8F92F34}" dt="2023-06-02T04:27:46.882" v="4541"/>
          <ac:spMkLst>
            <pc:docMk/>
            <pc:sldMk cId="3562149716" sldId="2534"/>
            <ac:spMk id="3" creationId="{4A1C0383-58FE-E486-295E-B33B8683B938}"/>
          </ac:spMkLst>
        </pc:spChg>
        <pc:graphicFrameChg chg="mod modGraphic">
          <ac:chgData name="Owais Ahmed" userId="6abc7d4556b3b071" providerId="LiveId" clId="{41CCE885-7439-496A-92F7-9403C8F92F34}" dt="2023-06-02T04:24:31.928" v="4452" actId="14734"/>
          <ac:graphicFrameMkLst>
            <pc:docMk/>
            <pc:sldMk cId="3562149716" sldId="2534"/>
            <ac:graphicFrameMk id="6" creationId="{858D596D-0475-B578-CAB9-5C51EA4768EF}"/>
          </ac:graphicFrameMkLst>
        </pc:graphicFrameChg>
        <pc:picChg chg="add del mod">
          <ac:chgData name="Owais Ahmed" userId="6abc7d4556b3b071" providerId="LiveId" clId="{41CCE885-7439-496A-92F7-9403C8F92F34}" dt="2023-06-02T04:08:03.132" v="4112" actId="478"/>
          <ac:picMkLst>
            <pc:docMk/>
            <pc:sldMk cId="3562149716" sldId="2534"/>
            <ac:picMk id="5" creationId="{F8F8C1BC-B0F7-E732-8682-C0128F2895C7}"/>
          </ac:picMkLst>
        </pc:picChg>
        <pc:picChg chg="del">
          <ac:chgData name="Owais Ahmed" userId="6abc7d4556b3b071" providerId="LiveId" clId="{41CCE885-7439-496A-92F7-9403C8F92F34}" dt="2023-06-02T03:51:55.207" v="4048" actId="478"/>
          <ac:picMkLst>
            <pc:docMk/>
            <pc:sldMk cId="3562149716" sldId="2534"/>
            <ac:picMk id="8" creationId="{A91149AC-3191-A8C0-B20F-5EB675DEDEE2}"/>
          </ac:picMkLst>
        </pc:picChg>
        <pc:picChg chg="add mod">
          <ac:chgData name="Owais Ahmed" userId="6abc7d4556b3b071" providerId="LiveId" clId="{41CCE885-7439-496A-92F7-9403C8F92F34}" dt="2023-06-02T04:25:01.441" v="4464" actId="14100"/>
          <ac:picMkLst>
            <pc:docMk/>
            <pc:sldMk cId="3562149716" sldId="2534"/>
            <ac:picMk id="9" creationId="{CAFE8513-D804-73F6-DD58-5AF03784E9E5}"/>
          </ac:picMkLst>
        </pc:picChg>
      </pc:sldChg>
    </pc:docChg>
  </pc:docChgLst>
  <pc:docChgLst>
    <pc:chgData name="Owais Ahmed" userId="6abc7d4556b3b071" providerId="LiveId" clId="{F38D1F3B-F863-4746-A7A8-B84DB8822D85}"/>
    <pc:docChg chg="undo custSel addSld delSld modSld sldOrd modSection">
      <pc:chgData name="Owais Ahmed" userId="6abc7d4556b3b071" providerId="LiveId" clId="{F38D1F3B-F863-4746-A7A8-B84DB8822D85}" dt="2023-06-06T06:24:16.562" v="3904"/>
      <pc:docMkLst>
        <pc:docMk/>
      </pc:docMkLst>
      <pc:sldChg chg="modSp mod">
        <pc:chgData name="Owais Ahmed" userId="6abc7d4556b3b071" providerId="LiveId" clId="{F38D1F3B-F863-4746-A7A8-B84DB8822D85}" dt="2023-06-02T05:41:33.501" v="293" actId="20577"/>
        <pc:sldMkLst>
          <pc:docMk/>
          <pc:sldMk cId="1649098948" sldId="2462"/>
        </pc:sldMkLst>
        <pc:spChg chg="mod">
          <ac:chgData name="Owais Ahmed" userId="6abc7d4556b3b071" providerId="LiveId" clId="{F38D1F3B-F863-4746-A7A8-B84DB8822D85}" dt="2023-06-02T05:35:41.019" v="143" actId="14100"/>
          <ac:spMkLst>
            <pc:docMk/>
            <pc:sldMk cId="1649098948" sldId="2462"/>
            <ac:spMk id="2" creationId="{BE3A87B3-0A27-4EE9-979E-B69581E476F0}"/>
          </ac:spMkLst>
        </pc:spChg>
        <pc:spChg chg="mod">
          <ac:chgData name="Owais Ahmed" userId="6abc7d4556b3b071" providerId="LiveId" clId="{F38D1F3B-F863-4746-A7A8-B84DB8822D85}" dt="2023-06-02T05:41:33.501" v="29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Sp modSp mod addAnim delAnim modAnim">
        <pc:chgData name="Owais Ahmed" userId="6abc7d4556b3b071" providerId="LiveId" clId="{F38D1F3B-F863-4746-A7A8-B84DB8822D85}" dt="2023-06-02T05:52:16.100" v="1234" actId="20577"/>
        <pc:sldMkLst>
          <pc:docMk/>
          <pc:sldMk cId="3362433709" sldId="2527"/>
        </pc:sldMkLst>
        <pc:spChg chg="mod">
          <ac:chgData name="Owais Ahmed" userId="6abc7d4556b3b071" providerId="LiveId" clId="{F38D1F3B-F863-4746-A7A8-B84DB8822D85}" dt="2023-06-02T05:52:16.100" v="1234" actId="20577"/>
          <ac:spMkLst>
            <pc:docMk/>
            <pc:sldMk cId="3362433709" sldId="2527"/>
            <ac:spMk id="3" creationId="{4A1C0383-58FE-E486-295E-B33B8683B938}"/>
          </ac:spMkLst>
        </pc:spChg>
        <pc:spChg chg="mod">
          <ac:chgData name="Owais Ahmed" userId="6abc7d4556b3b071" providerId="LiveId" clId="{F38D1F3B-F863-4746-A7A8-B84DB8822D85}" dt="2023-06-02T05:41:39.765" v="301" actId="20577"/>
          <ac:spMkLst>
            <pc:docMk/>
            <pc:sldMk cId="3362433709" sldId="2527"/>
            <ac:spMk id="215" creationId="{00000000-0000-0000-0000-000000000000}"/>
          </ac:spMkLst>
        </pc:spChg>
        <pc:picChg chg="del">
          <ac:chgData name="Owais Ahmed" userId="6abc7d4556b3b071" providerId="LiveId" clId="{F38D1F3B-F863-4746-A7A8-B84DB8822D85}" dt="2023-06-02T05:40:37.015" v="231" actId="478"/>
          <ac:picMkLst>
            <pc:docMk/>
            <pc:sldMk cId="3362433709" sldId="2527"/>
            <ac:picMk id="1028" creationId="{D52DA1AA-9FFF-2867-000D-D5DC7DC5D3C3}"/>
          </ac:picMkLst>
        </pc:picChg>
        <pc:picChg chg="del">
          <ac:chgData name="Owais Ahmed" userId="6abc7d4556b3b071" providerId="LiveId" clId="{F38D1F3B-F863-4746-A7A8-B84DB8822D85}" dt="2023-06-02T05:40:37.499" v="232" actId="478"/>
          <ac:picMkLst>
            <pc:docMk/>
            <pc:sldMk cId="3362433709" sldId="2527"/>
            <ac:picMk id="1030" creationId="{4945972B-A6FB-55C9-2F14-04F00620FD03}"/>
          </ac:picMkLst>
        </pc:picChg>
      </pc:sldChg>
      <pc:sldChg chg="addSp delSp modSp add mod modAnim">
        <pc:chgData name="Owais Ahmed" userId="6abc7d4556b3b071" providerId="LiveId" clId="{F38D1F3B-F863-4746-A7A8-B84DB8822D85}" dt="2023-06-02T06:19:47.849" v="1912"/>
        <pc:sldMkLst>
          <pc:docMk/>
          <pc:sldMk cId="3247585236" sldId="2528"/>
        </pc:sldMkLst>
        <pc:spChg chg="mod">
          <ac:chgData name="Owais Ahmed" userId="6abc7d4556b3b071" providerId="LiveId" clId="{F38D1F3B-F863-4746-A7A8-B84DB8822D85}" dt="2023-06-02T06:13:16.556" v="1733" actId="20577"/>
          <ac:spMkLst>
            <pc:docMk/>
            <pc:sldMk cId="3247585236" sldId="2528"/>
            <ac:spMk id="3" creationId="{4A1C0383-58FE-E486-295E-B33B8683B938}"/>
          </ac:spMkLst>
        </pc:spChg>
        <pc:spChg chg="mod">
          <ac:chgData name="Owais Ahmed" userId="6abc7d4556b3b071" providerId="LiveId" clId="{F38D1F3B-F863-4746-A7A8-B84DB8822D85}" dt="2023-06-02T05:48:23.719" v="1124" actId="20577"/>
          <ac:spMkLst>
            <pc:docMk/>
            <pc:sldMk cId="3247585236" sldId="2528"/>
            <ac:spMk id="215" creationId="{00000000-0000-0000-0000-000000000000}"/>
          </ac:spMkLst>
        </pc:spChg>
        <pc:picChg chg="add mod">
          <ac:chgData name="Owais Ahmed" userId="6abc7d4556b3b071" providerId="LiveId" clId="{F38D1F3B-F863-4746-A7A8-B84DB8822D85}" dt="2023-06-02T06:11:55.004" v="1639" actId="1076"/>
          <ac:picMkLst>
            <pc:docMk/>
            <pc:sldMk cId="3247585236" sldId="2528"/>
            <ac:picMk id="5" creationId="{B7318469-9535-0942-45A3-7C8505139EE9}"/>
          </ac:picMkLst>
        </pc:picChg>
        <pc:picChg chg="add del mod">
          <ac:chgData name="Owais Ahmed" userId="6abc7d4556b3b071" providerId="LiveId" clId="{F38D1F3B-F863-4746-A7A8-B84DB8822D85}" dt="2023-06-02T06:10:26.046" v="1627" actId="478"/>
          <ac:picMkLst>
            <pc:docMk/>
            <pc:sldMk cId="3247585236" sldId="2528"/>
            <ac:picMk id="7" creationId="{3B108F04-E8AF-1017-A9E2-D2352499F546}"/>
          </ac:picMkLst>
        </pc:picChg>
        <pc:picChg chg="add mod">
          <ac:chgData name="Owais Ahmed" userId="6abc7d4556b3b071" providerId="LiveId" clId="{F38D1F3B-F863-4746-A7A8-B84DB8822D85}" dt="2023-06-02T06:11:55.004" v="1639" actId="1076"/>
          <ac:picMkLst>
            <pc:docMk/>
            <pc:sldMk cId="3247585236" sldId="2528"/>
            <ac:picMk id="9" creationId="{FBE65327-D28E-605E-0A80-6E2085FA8DD5}"/>
          </ac:picMkLst>
        </pc:picChg>
      </pc:sldChg>
      <pc:sldChg chg="del">
        <pc:chgData name="Owais Ahmed" userId="6abc7d4556b3b071" providerId="LiveId" clId="{F38D1F3B-F863-4746-A7A8-B84DB8822D85}" dt="2023-06-02T05:40:45.012" v="237" actId="47"/>
        <pc:sldMkLst>
          <pc:docMk/>
          <pc:sldMk cId="4023139806" sldId="2528"/>
        </pc:sldMkLst>
      </pc:sldChg>
      <pc:sldChg chg="del">
        <pc:chgData name="Owais Ahmed" userId="6abc7d4556b3b071" providerId="LiveId" clId="{F38D1F3B-F863-4746-A7A8-B84DB8822D85}" dt="2023-06-02T05:40:45.459" v="239" actId="47"/>
        <pc:sldMkLst>
          <pc:docMk/>
          <pc:sldMk cId="1028238316" sldId="2529"/>
        </pc:sldMkLst>
      </pc:sldChg>
      <pc:sldChg chg="addSp delSp modSp add mod modAnim">
        <pc:chgData name="Owais Ahmed" userId="6abc7d4556b3b071" providerId="LiveId" clId="{F38D1F3B-F863-4746-A7A8-B84DB8822D85}" dt="2023-06-02T06:20:55.532" v="2053"/>
        <pc:sldMkLst>
          <pc:docMk/>
          <pc:sldMk cId="3756507026" sldId="2529"/>
        </pc:sldMkLst>
        <pc:spChg chg="mod">
          <ac:chgData name="Owais Ahmed" userId="6abc7d4556b3b071" providerId="LiveId" clId="{F38D1F3B-F863-4746-A7A8-B84DB8822D85}" dt="2023-06-02T06:20:46.989" v="2050" actId="20577"/>
          <ac:spMkLst>
            <pc:docMk/>
            <pc:sldMk cId="3756507026" sldId="2529"/>
            <ac:spMk id="3" creationId="{4A1C0383-58FE-E486-295E-B33B8683B938}"/>
          </ac:spMkLst>
        </pc:spChg>
        <pc:spChg chg="mod">
          <ac:chgData name="Owais Ahmed" userId="6abc7d4556b3b071" providerId="LiveId" clId="{F38D1F3B-F863-4746-A7A8-B84DB8822D85}" dt="2023-06-02T06:13:26.907" v="1735" actId="20577"/>
          <ac:spMkLst>
            <pc:docMk/>
            <pc:sldMk cId="3756507026" sldId="2529"/>
            <ac:spMk id="215" creationId="{00000000-0000-0000-0000-000000000000}"/>
          </ac:spMkLst>
        </pc:spChg>
        <pc:picChg chg="del">
          <ac:chgData name="Owais Ahmed" userId="6abc7d4556b3b071" providerId="LiveId" clId="{F38D1F3B-F863-4746-A7A8-B84DB8822D85}" dt="2023-06-02T06:16:49.553" v="1736" actId="478"/>
          <ac:picMkLst>
            <pc:docMk/>
            <pc:sldMk cId="3756507026" sldId="2529"/>
            <ac:picMk id="5" creationId="{B7318469-9535-0942-45A3-7C8505139EE9}"/>
          </ac:picMkLst>
        </pc:picChg>
        <pc:picChg chg="add mod">
          <ac:chgData name="Owais Ahmed" userId="6abc7d4556b3b071" providerId="LiveId" clId="{F38D1F3B-F863-4746-A7A8-B84DB8822D85}" dt="2023-06-02T06:19:11.284" v="1903" actId="14100"/>
          <ac:picMkLst>
            <pc:docMk/>
            <pc:sldMk cId="3756507026" sldId="2529"/>
            <ac:picMk id="6" creationId="{ADE6C07F-B386-E346-695C-545D6AC75837}"/>
          </ac:picMkLst>
        </pc:picChg>
        <pc:picChg chg="add del mod">
          <ac:chgData name="Owais Ahmed" userId="6abc7d4556b3b071" providerId="LiveId" clId="{F38D1F3B-F863-4746-A7A8-B84DB8822D85}" dt="2023-06-02T06:18:41.139" v="1900" actId="478"/>
          <ac:picMkLst>
            <pc:docMk/>
            <pc:sldMk cId="3756507026" sldId="2529"/>
            <ac:picMk id="8" creationId="{F5EEDAF7-3409-98B7-BCAE-46B492FECAED}"/>
          </ac:picMkLst>
        </pc:picChg>
        <pc:picChg chg="del">
          <ac:chgData name="Owais Ahmed" userId="6abc7d4556b3b071" providerId="LiveId" clId="{F38D1F3B-F863-4746-A7A8-B84DB8822D85}" dt="2023-06-02T06:16:50.123" v="1737" actId="478"/>
          <ac:picMkLst>
            <pc:docMk/>
            <pc:sldMk cId="3756507026" sldId="2529"/>
            <ac:picMk id="9" creationId="{FBE65327-D28E-605E-0A80-6E2085FA8DD5}"/>
          </ac:picMkLst>
        </pc:picChg>
        <pc:picChg chg="add mod">
          <ac:chgData name="Owais Ahmed" userId="6abc7d4556b3b071" providerId="LiveId" clId="{F38D1F3B-F863-4746-A7A8-B84DB8822D85}" dt="2023-06-02T06:19:18.659" v="1904" actId="1076"/>
          <ac:picMkLst>
            <pc:docMk/>
            <pc:sldMk cId="3756507026" sldId="2529"/>
            <ac:picMk id="11" creationId="{0E00574A-9B60-3B67-9990-4CD5C7213563}"/>
          </ac:picMkLst>
        </pc:picChg>
      </pc:sldChg>
      <pc:sldChg chg="modSp add mod ord modAnim">
        <pc:chgData name="Owais Ahmed" userId="6abc7d4556b3b071" providerId="LiveId" clId="{F38D1F3B-F863-4746-A7A8-B84DB8822D85}" dt="2023-06-02T06:35:06.186" v="3190" actId="20577"/>
        <pc:sldMkLst>
          <pc:docMk/>
          <pc:sldMk cId="1352093608" sldId="2530"/>
        </pc:sldMkLst>
        <pc:spChg chg="mod">
          <ac:chgData name="Owais Ahmed" userId="6abc7d4556b3b071" providerId="LiveId" clId="{F38D1F3B-F863-4746-A7A8-B84DB8822D85}" dt="2023-06-02T06:35:06.186" v="3190" actId="20577"/>
          <ac:spMkLst>
            <pc:docMk/>
            <pc:sldMk cId="1352093608" sldId="2530"/>
            <ac:spMk id="3" creationId="{4A1C0383-58FE-E486-295E-B33B8683B938}"/>
          </ac:spMkLst>
        </pc:spChg>
        <pc:spChg chg="mod">
          <ac:chgData name="Owais Ahmed" userId="6abc7d4556b3b071" providerId="LiveId" clId="{F38D1F3B-F863-4746-A7A8-B84DB8822D85}" dt="2023-06-02T06:21:29.025" v="2086" actId="20577"/>
          <ac:spMkLst>
            <pc:docMk/>
            <pc:sldMk cId="1352093608" sldId="2530"/>
            <ac:spMk id="215" creationId="{00000000-0000-0000-0000-000000000000}"/>
          </ac:spMkLst>
        </pc:spChg>
      </pc:sldChg>
      <pc:sldChg chg="del">
        <pc:chgData name="Owais Ahmed" userId="6abc7d4556b3b071" providerId="LiveId" clId="{F38D1F3B-F863-4746-A7A8-B84DB8822D85}" dt="2023-06-02T05:40:45.783" v="240" actId="47"/>
        <pc:sldMkLst>
          <pc:docMk/>
          <pc:sldMk cId="4011009338" sldId="2530"/>
        </pc:sldMkLst>
      </pc:sldChg>
      <pc:sldChg chg="del">
        <pc:chgData name="Owais Ahmed" userId="6abc7d4556b3b071" providerId="LiveId" clId="{F38D1F3B-F863-4746-A7A8-B84DB8822D85}" dt="2023-06-02T05:40:45.144" v="238" actId="47"/>
        <pc:sldMkLst>
          <pc:docMk/>
          <pc:sldMk cId="2329166120" sldId="2531"/>
        </pc:sldMkLst>
      </pc:sldChg>
      <pc:sldChg chg="modAnim">
        <pc:chgData name="Owais Ahmed" userId="6abc7d4556b3b071" providerId="LiveId" clId="{F38D1F3B-F863-4746-A7A8-B84DB8822D85}" dt="2023-06-06T04:12:29.217" v="3620"/>
        <pc:sldMkLst>
          <pc:docMk/>
          <pc:sldMk cId="3028686708" sldId="2531"/>
        </pc:sldMkLst>
      </pc:sldChg>
      <pc:sldChg chg="del">
        <pc:chgData name="Owais Ahmed" userId="6abc7d4556b3b071" providerId="LiveId" clId="{F38D1F3B-F863-4746-A7A8-B84DB8822D85}" dt="2023-06-02T05:40:45.993" v="241" actId="47"/>
        <pc:sldMkLst>
          <pc:docMk/>
          <pc:sldMk cId="2254841546" sldId="2532"/>
        </pc:sldMkLst>
      </pc:sldChg>
      <pc:sldChg chg="modAnim">
        <pc:chgData name="Owais Ahmed" userId="6abc7d4556b3b071" providerId="LiveId" clId="{F38D1F3B-F863-4746-A7A8-B84DB8822D85}" dt="2023-06-06T04:12:37.698" v="3621"/>
        <pc:sldMkLst>
          <pc:docMk/>
          <pc:sldMk cId="3407722263" sldId="2532"/>
        </pc:sldMkLst>
      </pc:sldChg>
      <pc:sldChg chg="modAnim">
        <pc:chgData name="Owais Ahmed" userId="6abc7d4556b3b071" providerId="LiveId" clId="{F38D1F3B-F863-4746-A7A8-B84DB8822D85}" dt="2023-06-06T04:12:41.476" v="3622"/>
        <pc:sldMkLst>
          <pc:docMk/>
          <pc:sldMk cId="621271940" sldId="2533"/>
        </pc:sldMkLst>
      </pc:sldChg>
      <pc:sldChg chg="del">
        <pc:chgData name="Owais Ahmed" userId="6abc7d4556b3b071" providerId="LiveId" clId="{F38D1F3B-F863-4746-A7A8-B84DB8822D85}" dt="2023-06-02T05:40:46.206" v="242" actId="47"/>
        <pc:sldMkLst>
          <pc:docMk/>
          <pc:sldMk cId="2326615597" sldId="2533"/>
        </pc:sldMkLst>
      </pc:sldChg>
      <pc:sldChg chg="del">
        <pc:chgData name="Owais Ahmed" userId="6abc7d4556b3b071" providerId="LiveId" clId="{F38D1F3B-F863-4746-A7A8-B84DB8822D85}" dt="2023-06-02T05:40:48.023" v="247" actId="47"/>
        <pc:sldMkLst>
          <pc:docMk/>
          <pc:sldMk cId="3562149716" sldId="2534"/>
        </pc:sldMkLst>
      </pc:sldChg>
      <pc:sldChg chg="del">
        <pc:chgData name="Owais Ahmed" userId="6abc7d4556b3b071" providerId="LiveId" clId="{F38D1F3B-F863-4746-A7A8-B84DB8822D85}" dt="2023-06-02T05:40:46.828" v="245" actId="47"/>
        <pc:sldMkLst>
          <pc:docMk/>
          <pc:sldMk cId="2723905336" sldId="2535"/>
        </pc:sldMkLst>
      </pc:sldChg>
      <pc:sldChg chg="modAnim">
        <pc:chgData name="Owais Ahmed" userId="6abc7d4556b3b071" providerId="LiveId" clId="{F38D1F3B-F863-4746-A7A8-B84DB8822D85}" dt="2023-06-06T04:12:16.194" v="3619"/>
        <pc:sldMkLst>
          <pc:docMk/>
          <pc:sldMk cId="1199280110" sldId="2536"/>
        </pc:sldMkLst>
      </pc:sldChg>
      <pc:sldChg chg="del">
        <pc:chgData name="Owais Ahmed" userId="6abc7d4556b3b071" providerId="LiveId" clId="{F38D1F3B-F863-4746-A7A8-B84DB8822D85}" dt="2023-06-02T05:40:47.128" v="246" actId="47"/>
        <pc:sldMkLst>
          <pc:docMk/>
          <pc:sldMk cId="2375706165" sldId="2536"/>
        </pc:sldMkLst>
      </pc:sldChg>
      <pc:sldChg chg="del">
        <pc:chgData name="Owais Ahmed" userId="6abc7d4556b3b071" providerId="LiveId" clId="{F38D1F3B-F863-4746-A7A8-B84DB8822D85}" dt="2023-06-02T05:40:46.278" v="243" actId="47"/>
        <pc:sldMkLst>
          <pc:docMk/>
          <pc:sldMk cId="4240904722" sldId="2537"/>
        </pc:sldMkLst>
      </pc:sldChg>
      <pc:sldChg chg="del">
        <pc:chgData name="Owais Ahmed" userId="6abc7d4556b3b071" providerId="LiveId" clId="{F38D1F3B-F863-4746-A7A8-B84DB8822D85}" dt="2023-06-02T05:40:46.559" v="244" actId="47"/>
        <pc:sldMkLst>
          <pc:docMk/>
          <pc:sldMk cId="698020838" sldId="2538"/>
        </pc:sldMkLst>
      </pc:sldChg>
      <pc:sldChg chg="modAnim">
        <pc:chgData name="Owais Ahmed" userId="6abc7d4556b3b071" providerId="LiveId" clId="{F38D1F3B-F863-4746-A7A8-B84DB8822D85}" dt="2023-06-06T06:09:51.909" v="3893"/>
        <pc:sldMkLst>
          <pc:docMk/>
          <pc:sldMk cId="1625057675" sldId="2540"/>
        </pc:sldMkLst>
      </pc:sldChg>
      <pc:sldChg chg="modAnim">
        <pc:chgData name="Owais Ahmed" userId="6abc7d4556b3b071" providerId="LiveId" clId="{F38D1F3B-F863-4746-A7A8-B84DB8822D85}" dt="2023-06-06T06:18:20.857" v="3894"/>
        <pc:sldMkLst>
          <pc:docMk/>
          <pc:sldMk cId="2427348122" sldId="2541"/>
        </pc:sldMkLst>
      </pc:sldChg>
      <pc:sldChg chg="modAnim">
        <pc:chgData name="Owais Ahmed" userId="6abc7d4556b3b071" providerId="LiveId" clId="{F38D1F3B-F863-4746-A7A8-B84DB8822D85}" dt="2023-06-06T06:24:16.562" v="3904"/>
        <pc:sldMkLst>
          <pc:docMk/>
          <pc:sldMk cId="3928630775" sldId="2542"/>
        </pc:sldMkLst>
      </pc:sldChg>
      <pc:sldChg chg="modAnim">
        <pc:chgData name="Owais Ahmed" userId="6abc7d4556b3b071" providerId="LiveId" clId="{F38D1F3B-F863-4746-A7A8-B84DB8822D85}" dt="2023-06-06T06:23:27.127" v="3900"/>
        <pc:sldMkLst>
          <pc:docMk/>
          <pc:sldMk cId="3590470624" sldId="2543"/>
        </pc:sldMkLst>
      </pc:sldChg>
      <pc:sldChg chg="addSp modSp add mod ord modAnim">
        <pc:chgData name="Owais Ahmed" userId="6abc7d4556b3b071" providerId="LiveId" clId="{F38D1F3B-F863-4746-A7A8-B84DB8822D85}" dt="2023-06-06T06:23:23.738" v="3899"/>
        <pc:sldMkLst>
          <pc:docMk/>
          <pc:sldMk cId="2085015365" sldId="2544"/>
        </pc:sldMkLst>
        <pc:spChg chg="mod">
          <ac:chgData name="Owais Ahmed" userId="6abc7d4556b3b071" providerId="LiveId" clId="{F38D1F3B-F863-4746-A7A8-B84DB8822D85}" dt="2023-06-06T05:19:21.436" v="3628" actId="20577"/>
          <ac:spMkLst>
            <pc:docMk/>
            <pc:sldMk cId="2085015365" sldId="2544"/>
            <ac:spMk id="3" creationId="{4A1C0383-58FE-E486-295E-B33B8683B938}"/>
          </ac:spMkLst>
        </pc:spChg>
        <pc:spChg chg="mod">
          <ac:chgData name="Owais Ahmed" userId="6abc7d4556b3b071" providerId="LiveId" clId="{F38D1F3B-F863-4746-A7A8-B84DB8822D85}" dt="2023-06-06T03:33:14.644" v="3209" actId="20577"/>
          <ac:spMkLst>
            <pc:docMk/>
            <pc:sldMk cId="2085015365" sldId="2544"/>
            <ac:spMk id="215" creationId="{00000000-0000-0000-0000-000000000000}"/>
          </ac:spMkLst>
        </pc:spChg>
        <pc:picChg chg="add mod modCrop">
          <ac:chgData name="Owais Ahmed" userId="6abc7d4556b3b071" providerId="LiveId" clId="{F38D1F3B-F863-4746-A7A8-B84DB8822D85}" dt="2023-06-06T05:19:11.183" v="3624" actId="1076"/>
          <ac:picMkLst>
            <pc:docMk/>
            <pc:sldMk cId="2085015365" sldId="2544"/>
            <ac:picMk id="4" creationId="{544EAB50-C63B-48EA-2EF5-4CBE170E1BF1}"/>
          </ac:picMkLst>
        </pc:picChg>
      </pc:sldChg>
      <pc:sldChg chg="addSp delSp modSp add mod modAnim">
        <pc:chgData name="Owais Ahmed" userId="6abc7d4556b3b071" providerId="LiveId" clId="{F38D1F3B-F863-4746-A7A8-B84DB8822D85}" dt="2023-06-06T06:23:19.306" v="3898"/>
        <pc:sldMkLst>
          <pc:docMk/>
          <pc:sldMk cId="702401048" sldId="2545"/>
        </pc:sldMkLst>
        <pc:spChg chg="mod">
          <ac:chgData name="Owais Ahmed" userId="6abc7d4556b3b071" providerId="LiveId" clId="{F38D1F3B-F863-4746-A7A8-B84DB8822D85}" dt="2023-06-06T05:22:18.894" v="3713" actId="20577"/>
          <ac:spMkLst>
            <pc:docMk/>
            <pc:sldMk cId="702401048" sldId="2545"/>
            <ac:spMk id="3" creationId="{4A1C0383-58FE-E486-295E-B33B8683B938}"/>
          </ac:spMkLst>
        </pc:spChg>
        <pc:picChg chg="del">
          <ac:chgData name="Owais Ahmed" userId="6abc7d4556b3b071" providerId="LiveId" clId="{F38D1F3B-F863-4746-A7A8-B84DB8822D85}" dt="2023-06-06T03:40:44.391" v="3474" actId="478"/>
          <ac:picMkLst>
            <pc:docMk/>
            <pc:sldMk cId="702401048" sldId="2545"/>
            <ac:picMk id="4" creationId="{544EAB50-C63B-48EA-2EF5-4CBE170E1BF1}"/>
          </ac:picMkLst>
        </pc:picChg>
        <pc:picChg chg="add mod">
          <ac:chgData name="Owais Ahmed" userId="6abc7d4556b3b071" providerId="LiveId" clId="{F38D1F3B-F863-4746-A7A8-B84DB8822D85}" dt="2023-06-06T05:20:57.021" v="3640" actId="1076"/>
          <ac:picMkLst>
            <pc:docMk/>
            <pc:sldMk cId="702401048" sldId="2545"/>
            <ac:picMk id="4" creationId="{A118283E-F03B-10B3-8AC7-8165E88BBA92}"/>
          </ac:picMkLst>
        </pc:picChg>
        <pc:picChg chg="add del mod">
          <ac:chgData name="Owais Ahmed" userId="6abc7d4556b3b071" providerId="LiveId" clId="{F38D1F3B-F863-4746-A7A8-B84DB8822D85}" dt="2023-06-06T05:20:46.513" v="3636" actId="478"/>
          <ac:picMkLst>
            <pc:docMk/>
            <pc:sldMk cId="702401048" sldId="2545"/>
            <ac:picMk id="1026" creationId="{73901ED5-FF90-C1D7-CEFC-A0F2D1D23D79}"/>
          </ac:picMkLst>
        </pc:picChg>
      </pc:sldChg>
      <pc:sldChg chg="addSp delSp modSp add del mod modAnim">
        <pc:chgData name="Owais Ahmed" userId="6abc7d4556b3b071" providerId="LiveId" clId="{F38D1F3B-F863-4746-A7A8-B84DB8822D85}" dt="2023-06-06T05:23:54.251" v="3716" actId="2696"/>
        <pc:sldMkLst>
          <pc:docMk/>
          <pc:sldMk cId="1082841927" sldId="2546"/>
        </pc:sldMkLst>
        <pc:spChg chg="mod">
          <ac:chgData name="Owais Ahmed" userId="6abc7d4556b3b071" providerId="LiveId" clId="{F38D1F3B-F863-4746-A7A8-B84DB8822D85}" dt="2023-06-06T05:19:30.165" v="3632" actId="14100"/>
          <ac:spMkLst>
            <pc:docMk/>
            <pc:sldMk cId="1082841927" sldId="2546"/>
            <ac:spMk id="3" creationId="{4A1C0383-58FE-E486-295E-B33B8683B938}"/>
          </ac:spMkLst>
        </pc:spChg>
        <pc:graphicFrameChg chg="add mod modGraphic">
          <ac:chgData name="Owais Ahmed" userId="6abc7d4556b3b071" providerId="LiveId" clId="{F38D1F3B-F863-4746-A7A8-B84DB8822D85}" dt="2023-06-06T05:20:08.233" v="3635" actId="20577"/>
          <ac:graphicFrameMkLst>
            <pc:docMk/>
            <pc:sldMk cId="1082841927" sldId="2546"/>
            <ac:graphicFrameMk id="5" creationId="{761D6619-513D-D030-B268-11087086B879}"/>
          </ac:graphicFrameMkLst>
        </pc:graphicFrameChg>
        <pc:picChg chg="del">
          <ac:chgData name="Owais Ahmed" userId="6abc7d4556b3b071" providerId="LiveId" clId="{F38D1F3B-F863-4746-A7A8-B84DB8822D85}" dt="2023-06-06T05:19:26.187" v="3630" actId="478"/>
          <ac:picMkLst>
            <pc:docMk/>
            <pc:sldMk cId="1082841927" sldId="2546"/>
            <ac:picMk id="4" creationId="{544EAB50-C63B-48EA-2EF5-4CBE170E1BF1}"/>
          </ac:picMkLst>
        </pc:picChg>
      </pc:sldChg>
      <pc:sldChg chg="addSp delSp modSp add mod modAnim">
        <pc:chgData name="Owais Ahmed" userId="6abc7d4556b3b071" providerId="LiveId" clId="{F38D1F3B-F863-4746-A7A8-B84DB8822D85}" dt="2023-06-06T06:23:14.740" v="3897"/>
        <pc:sldMkLst>
          <pc:docMk/>
          <pc:sldMk cId="4284334157" sldId="2546"/>
        </pc:sldMkLst>
        <pc:spChg chg="mod">
          <ac:chgData name="Owais Ahmed" userId="6abc7d4556b3b071" providerId="LiveId" clId="{F38D1F3B-F863-4746-A7A8-B84DB8822D85}" dt="2023-06-06T05:25:46.711" v="3892" actId="20577"/>
          <ac:spMkLst>
            <pc:docMk/>
            <pc:sldMk cId="4284334157" sldId="2546"/>
            <ac:spMk id="3" creationId="{4A1C0383-58FE-E486-295E-B33B8683B938}"/>
          </ac:spMkLst>
        </pc:spChg>
        <pc:picChg chg="del">
          <ac:chgData name="Owais Ahmed" userId="6abc7d4556b3b071" providerId="LiveId" clId="{F38D1F3B-F863-4746-A7A8-B84DB8822D85}" dt="2023-06-06T05:24:00.552" v="3718" actId="478"/>
          <ac:picMkLst>
            <pc:docMk/>
            <pc:sldMk cId="4284334157" sldId="2546"/>
            <ac:picMk id="4" creationId="{A118283E-F03B-10B3-8AC7-8165E88BBA92}"/>
          </ac:picMkLst>
        </pc:picChg>
        <pc:picChg chg="add mod">
          <ac:chgData name="Owais Ahmed" userId="6abc7d4556b3b071" providerId="LiveId" clId="{F38D1F3B-F863-4746-A7A8-B84DB8822D85}" dt="2023-06-06T05:24:09.381" v="3721" actId="14100"/>
          <ac:picMkLst>
            <pc:docMk/>
            <pc:sldMk cId="4284334157" sldId="2546"/>
            <ac:picMk id="2050" creationId="{A62BCC87-6714-5735-69BC-BF8104B36A0B}"/>
          </ac:picMkLst>
        </pc:picChg>
      </pc:sldChg>
      <pc:sldChg chg="add del">
        <pc:chgData name="Owais Ahmed" userId="6abc7d4556b3b071" providerId="LiveId" clId="{F38D1F3B-F863-4746-A7A8-B84DB8822D85}" dt="2023-06-06T05:23:50.344" v="3715" actId="2890"/>
        <pc:sldMkLst>
          <pc:docMk/>
          <pc:sldMk cId="1661128782" sldId="2547"/>
        </pc:sldMkLst>
      </pc:sldChg>
    </pc:docChg>
  </pc:docChgLst>
  <pc:docChgLst>
    <pc:chgData name="Owais Ahmed" userId="6abc7d4556b3b071" providerId="LiveId" clId="{CACC8309-725A-4E89-8A58-327E57842544}"/>
    <pc:docChg chg="undo redo custSel addSld delSld modSld sldOrd">
      <pc:chgData name="Owais Ahmed" userId="6abc7d4556b3b071" providerId="LiveId" clId="{CACC8309-725A-4E89-8A58-327E57842544}" dt="2023-03-17T06:23:49.289" v="4595"/>
      <pc:docMkLst>
        <pc:docMk/>
      </pc:docMkLst>
      <pc:sldChg chg="modSp mod">
        <pc:chgData name="Owais Ahmed" userId="6abc7d4556b3b071" providerId="LiveId" clId="{CACC8309-725A-4E89-8A58-327E57842544}" dt="2023-03-17T05:54:37.721" v="3889" actId="20577"/>
        <pc:sldMkLst>
          <pc:docMk/>
          <pc:sldMk cId="1649098948" sldId="2462"/>
        </pc:sldMkLst>
        <pc:spChg chg="mod">
          <ac:chgData name="Owais Ahmed" userId="6abc7d4556b3b071" providerId="LiveId" clId="{CACC8309-725A-4E89-8A58-327E57842544}" dt="2023-03-17T05:54:37.721" v="388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del mod">
        <pc:chgData name="Owais Ahmed" userId="6abc7d4556b3b071" providerId="LiveId" clId="{CACC8309-725A-4E89-8A58-327E57842544}" dt="2023-03-17T05:11:11.088" v="2771" actId="47"/>
        <pc:sldMkLst>
          <pc:docMk/>
          <pc:sldMk cId="641030253" sldId="2479"/>
        </pc:sldMkLst>
        <pc:spChg chg="mod">
          <ac:chgData name="Owais Ahmed" userId="6abc7d4556b3b071" providerId="LiveId" clId="{CACC8309-725A-4E89-8A58-327E57842544}" dt="2023-03-17T04:18:18.686" v="142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5:11:10.907" v="2770" actId="47"/>
        <pc:sldMkLst>
          <pc:docMk/>
          <pc:sldMk cId="1392206186" sldId="2499"/>
        </pc:sldMkLst>
      </pc:sldChg>
      <pc:sldChg chg="del">
        <pc:chgData name="Owais Ahmed" userId="6abc7d4556b3b071" providerId="LiveId" clId="{CACC8309-725A-4E89-8A58-327E57842544}" dt="2023-03-17T05:11:15.992" v="2778" actId="47"/>
        <pc:sldMkLst>
          <pc:docMk/>
          <pc:sldMk cId="1223673830" sldId="2501"/>
        </pc:sldMkLst>
      </pc:sldChg>
      <pc:sldChg chg="modSp del mod addAnim delAnim modAnim modNotesTx">
        <pc:chgData name="Owais Ahmed" userId="6abc7d4556b3b071" providerId="LiveId" clId="{CACC8309-725A-4E89-8A58-327E57842544}" dt="2023-03-17T05:11:11.320" v="2772" actId="47"/>
        <pc:sldMkLst>
          <pc:docMk/>
          <pc:sldMk cId="2279712319" sldId="2502"/>
        </pc:sldMkLst>
        <pc:spChg chg="mod">
          <ac:chgData name="Owais Ahmed" userId="6abc7d4556b3b071" providerId="LiveId" clId="{CACC8309-725A-4E89-8A58-327E57842544}" dt="2023-03-17T04:18:35.476" v="143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4:18:15.296" v="1428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5:11:16.403" v="2780" actId="47"/>
        <pc:sldMkLst>
          <pc:docMk/>
          <pc:sldMk cId="3565255470" sldId="2503"/>
        </pc:sldMkLst>
      </pc:sldChg>
      <pc:sldChg chg="del">
        <pc:chgData name="Owais Ahmed" userId="6abc7d4556b3b071" providerId="LiveId" clId="{CACC8309-725A-4E89-8A58-327E57842544}" dt="2023-03-17T05:11:17.234" v="2781" actId="47"/>
        <pc:sldMkLst>
          <pc:docMk/>
          <pc:sldMk cId="3179459333" sldId="2504"/>
        </pc:sldMkLst>
      </pc:sldChg>
      <pc:sldChg chg="del">
        <pc:chgData name="Owais Ahmed" userId="6abc7d4556b3b071" providerId="LiveId" clId="{CACC8309-725A-4E89-8A58-327E57842544}" dt="2023-03-17T04:08:13.150" v="1219" actId="47"/>
        <pc:sldMkLst>
          <pc:docMk/>
          <pc:sldMk cId="1084053900" sldId="2505"/>
        </pc:sldMkLst>
      </pc:sldChg>
      <pc:sldChg chg="del">
        <pc:chgData name="Owais Ahmed" userId="6abc7d4556b3b071" providerId="LiveId" clId="{CACC8309-725A-4E89-8A58-327E57842544}" dt="2023-03-17T05:11:17.456" v="2782" actId="47"/>
        <pc:sldMkLst>
          <pc:docMk/>
          <pc:sldMk cId="3621187467" sldId="2506"/>
        </pc:sldMkLst>
      </pc:sldChg>
      <pc:sldChg chg="del">
        <pc:chgData name="Owais Ahmed" userId="6abc7d4556b3b071" providerId="LiveId" clId="{CACC8309-725A-4E89-8A58-327E57842544}" dt="2023-03-17T05:11:16.267" v="2779" actId="47"/>
        <pc:sldMkLst>
          <pc:docMk/>
          <pc:sldMk cId="1990660398" sldId="2507"/>
        </pc:sldMkLst>
      </pc:sldChg>
      <pc:sldChg chg="modSp del mod modAnim modNotesTx">
        <pc:chgData name="Owais Ahmed" userId="6abc7d4556b3b071" providerId="LiveId" clId="{CACC8309-725A-4E89-8A58-327E57842544}" dt="2023-03-17T05:11:13.189" v="2775" actId="47"/>
        <pc:sldMkLst>
          <pc:docMk/>
          <pc:sldMk cId="1508569928" sldId="2508"/>
        </pc:sldMkLst>
        <pc:spChg chg="mod">
          <ac:chgData name="Owais Ahmed" userId="6abc7d4556b3b071" providerId="LiveId" clId="{CACC8309-725A-4E89-8A58-327E57842544}" dt="2023-03-17T04:36:07.853" v="1745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37.141" v="623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del">
        <pc:chgData name="Owais Ahmed" userId="6abc7d4556b3b071" providerId="LiveId" clId="{CACC8309-725A-4E89-8A58-327E57842544}" dt="2023-03-17T05:11:11.773" v="2774" actId="47"/>
        <pc:sldMkLst>
          <pc:docMk/>
          <pc:sldMk cId="2812469995" sldId="2509"/>
        </pc:sldMkLst>
        <pc:spChg chg="mod">
          <ac:chgData name="Owais Ahmed" userId="6abc7d4556b3b071" providerId="LiveId" clId="{CACC8309-725A-4E89-8A58-327E57842544}" dt="2023-03-17T03:43:12.769" v="659" actId="20577"/>
          <ac:spMkLst>
            <pc:docMk/>
            <pc:sldMk cId="2812469995" sldId="2509"/>
            <ac:spMk id="3" creationId="{4A1C0383-58FE-E486-295E-B33B8683B938}"/>
          </ac:spMkLst>
        </pc:spChg>
      </pc:sldChg>
      <pc:sldChg chg="modSp add del mod ord modAnim modNotesTx">
        <pc:chgData name="Owais Ahmed" userId="6abc7d4556b3b071" providerId="LiveId" clId="{CACC8309-725A-4E89-8A58-327E57842544}" dt="2023-03-17T05:11:13.646" v="2776" actId="47"/>
        <pc:sldMkLst>
          <pc:docMk/>
          <pc:sldMk cId="1057691870" sldId="2510"/>
        </pc:sldMkLst>
        <pc:spChg chg="mod">
          <ac:chgData name="Owais Ahmed" userId="6abc7d4556b3b071" providerId="LiveId" clId="{CACC8309-725A-4E89-8A58-327E57842544}" dt="2023-03-17T03:52:50.438" v="1218" actId="20577"/>
          <ac:spMkLst>
            <pc:docMk/>
            <pc:sldMk cId="1057691870" sldId="2510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49.292" v="626"/>
          <ac:spMkLst>
            <pc:docMk/>
            <pc:sldMk cId="1057691870" sldId="2510"/>
            <ac:spMk id="215" creationId="{00000000-0000-0000-0000-000000000000}"/>
          </ac:spMkLst>
        </pc:spChg>
      </pc:sldChg>
      <pc:sldChg chg="modSp add del mod modAnim modNotesTx">
        <pc:chgData name="Owais Ahmed" userId="6abc7d4556b3b071" providerId="LiveId" clId="{CACC8309-725A-4E89-8A58-327E57842544}" dt="2023-03-17T05:11:11.580" v="2773" actId="47"/>
        <pc:sldMkLst>
          <pc:docMk/>
          <pc:sldMk cId="3839483012" sldId="2511"/>
        </pc:sldMkLst>
        <pc:spChg chg="mod">
          <ac:chgData name="Owais Ahmed" userId="6abc7d4556b3b071" providerId="LiveId" clId="{CACC8309-725A-4E89-8A58-327E57842544}" dt="2023-03-17T04:33:26.928" v="1645" actId="20577"/>
          <ac:spMkLst>
            <pc:docMk/>
            <pc:sldMk cId="3839483012" sldId="251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ACC8309-725A-4E89-8A58-327E57842544}" dt="2023-03-17T05:52:49.084" v="3832"/>
        <pc:sldMkLst>
          <pc:docMk/>
          <pc:sldMk cId="138766739" sldId="2512"/>
        </pc:sldMkLst>
        <pc:spChg chg="mod">
          <ac:chgData name="Owais Ahmed" userId="6abc7d4556b3b071" providerId="LiveId" clId="{CACC8309-725A-4E89-8A58-327E57842544}" dt="2023-03-17T05:41:12.168" v="3444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11:24.819" v="2799" actId="20577"/>
          <ac:spMkLst>
            <pc:docMk/>
            <pc:sldMk cId="138766739" sldId="2512"/>
            <ac:spMk id="215" creationId="{00000000-0000-0000-0000-000000000000}"/>
          </ac:spMkLst>
        </pc:spChg>
      </pc:sldChg>
      <pc:sldChg chg="addSp modSp add del mod modAnim">
        <pc:chgData name="Owais Ahmed" userId="6abc7d4556b3b071" providerId="LiveId" clId="{CACC8309-725A-4E89-8A58-327E57842544}" dt="2023-03-17T05:11:15.727" v="2777" actId="47"/>
        <pc:sldMkLst>
          <pc:docMk/>
          <pc:sldMk cId="2153317436" sldId="2513"/>
        </pc:sldMkLst>
        <pc:spChg chg="mod">
          <ac:chgData name="Owais Ahmed" userId="6abc7d4556b3b071" providerId="LiveId" clId="{CACC8309-725A-4E89-8A58-327E57842544}" dt="2023-03-17T05:02:15.873" v="2494" actId="20577"/>
          <ac:spMkLst>
            <pc:docMk/>
            <pc:sldMk cId="2153317436" sldId="2513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0:43.391" v="2369" actId="20577"/>
          <ac:spMkLst>
            <pc:docMk/>
            <pc:sldMk cId="2153317436" sldId="2513"/>
            <ac:spMk id="215" creationId="{00000000-0000-0000-0000-000000000000}"/>
          </ac:spMkLst>
        </pc:spChg>
        <pc:picChg chg="add mod modCrop">
          <ac:chgData name="Owais Ahmed" userId="6abc7d4556b3b071" providerId="LiveId" clId="{CACC8309-725A-4E89-8A58-327E57842544}" dt="2023-03-17T05:01:37.804" v="2383" actId="1076"/>
          <ac:picMkLst>
            <pc:docMk/>
            <pc:sldMk cId="2153317436" sldId="2513"/>
            <ac:picMk id="4" creationId="{21180900-F3B8-E12B-FA4E-A36E1C5CFB0F}"/>
          </ac:picMkLst>
        </pc:picChg>
      </pc:sldChg>
      <pc:sldChg chg="addSp delSp modSp add mod modAnim">
        <pc:chgData name="Owais Ahmed" userId="6abc7d4556b3b071" providerId="LiveId" clId="{CACC8309-725A-4E89-8A58-327E57842544}" dt="2023-03-17T05:52:39.510" v="3829"/>
        <pc:sldMkLst>
          <pc:docMk/>
          <pc:sldMk cId="3186824690" sldId="2513"/>
        </pc:sldMkLst>
        <pc:spChg chg="mod">
          <ac:chgData name="Owais Ahmed" userId="6abc7d4556b3b071" providerId="LiveId" clId="{CACC8309-725A-4E89-8A58-327E57842544}" dt="2023-03-17T05:52:30.729" v="3828" actId="20577"/>
          <ac:spMkLst>
            <pc:docMk/>
            <pc:sldMk cId="3186824690" sldId="2513"/>
            <ac:spMk id="3" creationId="{4A1C0383-58FE-E486-295E-B33B8683B938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6" creationId="{B953899E-57A8-1D33-052B-8342B467868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7" creationId="{F85943B9-3875-A937-79DF-50564CFAB95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8" creationId="{3D33B7C4-BD81-6B5D-6D8F-5CBB41CB5E7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9" creationId="{04B84466-4C31-ABBE-1DB7-BCD93420D3D8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0" creationId="{1525902A-C688-0875-8C67-59717E93EC4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1" creationId="{42770F69-6480-D7E0-EE67-5619AB057A52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2" creationId="{6E99519D-467A-7DA9-3EF6-5DD2BAF0CA5F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3" creationId="{B3EDD6D8-1829-D127-D3C6-B79D2315CC1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4" creationId="{485B19B1-27BC-5AA8-467B-D7575E5A9A3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5" creationId="{F27C91D7-2EB9-2C29-FC13-F3085882FB0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6" creationId="{41282497-0D46-C95B-6350-F40B33CA555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7" creationId="{7F0B0BA4-DDF6-4ABA-2BB7-A9E1A773968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8" creationId="{E4D480DD-94E0-7C4B-94DE-5B4FB0C5E80A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9" creationId="{E94D206A-C971-8A7E-E272-1EF82C393B1B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0" creationId="{29B77C5C-79C5-8C79-D8CB-C6BE9DF232A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1" creationId="{3B0BB643-A23A-6ACE-E556-B20A678D7609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2" creationId="{36024570-FF6D-207E-0FF5-1CA2FA1ADB9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3" creationId="{485424C1-0250-255B-D397-D6C6DC32E52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4" creationId="{F2860E52-4255-8327-5791-F8797FC349CF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5" creationId="{2CA5F1DC-E483-C25E-6B92-07A565E7909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6" creationId="{23988721-A6D6-6E39-4B38-D7A868E4B36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7" creationId="{3D04959D-31E8-9158-7824-E2C85A60E84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8" creationId="{86014958-C5D8-D16E-0139-0E213BC05A4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9" creationId="{2F312079-62C4-A200-22EC-476CA47AB73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0" creationId="{60119123-6A68-0816-616C-ED385CA184BB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1" creationId="{93B29A6E-D200-B6F5-4C97-EC96714F908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2" creationId="{42F661A7-3DDA-8E57-4C9F-00209D4EE3B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3" creationId="{727EA336-5D74-BD18-29A5-46A5BC1BBB70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4" creationId="{8522E339-F382-D983-BA46-505C043E6225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5" creationId="{897672E7-3138-87FD-1D74-A1BB7E2BD5E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6" creationId="{0711DF35-08A1-CFF8-EA9A-D08A36C67539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7" creationId="{2B305BEC-AEB5-C2CD-7BB3-404167355C5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8" creationId="{465FD024-F335-804B-C021-855AA4DD0AE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9" creationId="{F81D28DF-8C36-13ED-412F-8DE150FA234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0" creationId="{DAD5C0C4-2F44-AF02-A17F-7F7A4E0E9472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1" creationId="{A42DB12E-92BC-5DAD-E39B-3A112B511D5D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2" creationId="{9782F2E1-EB15-9799-DD68-3D1D2F70549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3" creationId="{604972B1-8CC1-404C-F92E-BCEF3F266B25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4" creationId="{C52962F4-DB62-6599-ABD2-A74F254884F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5" creationId="{D1B40AED-A865-AD50-0124-332F5089046A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6" creationId="{6918E2F6-A322-55FE-A20C-014A0F42CD50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7" creationId="{3C942ADA-F0C8-0A8A-DD80-4EA0B5F30BA8}"/>
          </ac:spMkLst>
        </pc:spChg>
        <pc:spChg chg="add mod">
          <ac:chgData name="Owais Ahmed" userId="6abc7d4556b3b071" providerId="LiveId" clId="{CACC8309-725A-4E89-8A58-327E57842544}" dt="2023-03-17T05:48:49.614" v="3654" actId="1582"/>
          <ac:spMkLst>
            <pc:docMk/>
            <pc:sldMk cId="3186824690" sldId="2513"/>
            <ac:spMk id="50" creationId="{A6414900-B95A-9399-3F9C-E076477CCE98}"/>
          </ac:spMkLst>
        </pc:spChg>
        <pc:spChg chg="add del mod">
          <ac:chgData name="Owais Ahmed" userId="6abc7d4556b3b071" providerId="LiveId" clId="{CACC8309-725A-4E89-8A58-327E57842544}" dt="2023-03-17T05:49:38.566" v="3661" actId="1076"/>
          <ac:spMkLst>
            <pc:docMk/>
            <pc:sldMk cId="3186824690" sldId="2513"/>
            <ac:spMk id="51" creationId="{EC559174-F39E-4A32-CFB7-C5A83BC6D205}"/>
          </ac:spMkLst>
        </pc:spChg>
        <pc:spChg chg="mod">
          <ac:chgData name="Owais Ahmed" userId="6abc7d4556b3b071" providerId="LiveId" clId="{CACC8309-725A-4E89-8A58-327E57842544}" dt="2023-03-17T05:40:58.313" v="3439" actId="20577"/>
          <ac:spMkLst>
            <pc:docMk/>
            <pc:sldMk cId="3186824690" sldId="2513"/>
            <ac:spMk id="215" creationId="{00000000-0000-0000-0000-000000000000}"/>
          </ac:spMkLst>
        </pc:spChg>
        <pc:graphicFrameChg chg="add del mod">
          <ac:chgData name="Owais Ahmed" userId="6abc7d4556b3b071" providerId="LiveId" clId="{CACC8309-725A-4E89-8A58-327E57842544}" dt="2023-03-17T05:42:11.116" v="3491"/>
          <ac:graphicFrameMkLst>
            <pc:docMk/>
            <pc:sldMk cId="3186824690" sldId="2513"/>
            <ac:graphicFrameMk id="4" creationId="{C20B94B3-ADDE-288B-B708-BEAD2946BA47}"/>
          </ac:graphicFrameMkLst>
        </pc:graphicFrameChg>
        <pc:graphicFrameChg chg="add del mod">
          <ac:chgData name="Owais Ahmed" userId="6abc7d4556b3b071" providerId="LiveId" clId="{CACC8309-725A-4E89-8A58-327E57842544}" dt="2023-03-17T05:42:22.966" v="3493"/>
          <ac:graphicFrameMkLst>
            <pc:docMk/>
            <pc:sldMk cId="3186824690" sldId="2513"/>
            <ac:graphicFrameMk id="5" creationId="{32E807DD-6629-667F-C476-EEB423666D99}"/>
          </ac:graphicFrameMkLst>
        </pc:graphicFrameChg>
        <pc:graphicFrameChg chg="add mod modGraphic">
          <ac:chgData name="Owais Ahmed" userId="6abc7d4556b3b071" providerId="LiveId" clId="{CACC8309-725A-4E89-8A58-327E57842544}" dt="2023-03-17T05:50:36.988" v="3706" actId="20577"/>
          <ac:graphicFrameMkLst>
            <pc:docMk/>
            <pc:sldMk cId="3186824690" sldId="2513"/>
            <ac:graphicFrameMk id="48" creationId="{5A11D907-0453-ACE7-A959-0B37C06816E8}"/>
          </ac:graphicFrameMkLst>
        </pc:graphicFrameChg>
        <pc:inkChg chg="add del">
          <ac:chgData name="Owais Ahmed" userId="6abc7d4556b3b071" providerId="LiveId" clId="{CACC8309-725A-4E89-8A58-327E57842544}" dt="2023-03-17T05:48:08.852" v="3650" actId="9405"/>
          <ac:inkMkLst>
            <pc:docMk/>
            <pc:sldMk cId="3186824690" sldId="2513"/>
            <ac:inkMk id="49" creationId="{78214CD4-4FA4-6898-0E46-FC55AF1789F1}"/>
          </ac:inkMkLst>
        </pc:inkChg>
      </pc:sldChg>
      <pc:sldChg chg="modSp add del mod ord modAnim">
        <pc:chgData name="Owais Ahmed" userId="6abc7d4556b3b071" providerId="LiveId" clId="{CACC8309-725A-4E89-8A58-327E57842544}" dt="2023-03-17T05:11:19.669" v="2783" actId="47"/>
        <pc:sldMkLst>
          <pc:docMk/>
          <pc:sldMk cId="864977329" sldId="2514"/>
        </pc:sldMkLst>
        <pc:spChg chg="mod">
          <ac:chgData name="Owais Ahmed" userId="6abc7d4556b3b071" providerId="LiveId" clId="{CACC8309-725A-4E89-8A58-327E57842544}" dt="2023-03-17T05:07:14.946" v="2750" actId="20577"/>
          <ac:spMkLst>
            <pc:docMk/>
            <pc:sldMk cId="864977329" sldId="2514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4:12.427" v="2501" actId="20577"/>
          <ac:spMkLst>
            <pc:docMk/>
            <pc:sldMk cId="864977329" sldId="2514"/>
            <ac:spMk id="215" creationId="{00000000-0000-0000-0000-000000000000}"/>
          </ac:spMkLst>
        </pc:spChg>
      </pc:sldChg>
      <pc:sldChg chg="delSp modSp add mod">
        <pc:chgData name="Owais Ahmed" userId="6abc7d4556b3b071" providerId="LiveId" clId="{CACC8309-725A-4E89-8A58-327E57842544}" dt="2023-03-17T06:14:30.913" v="4206"/>
        <pc:sldMkLst>
          <pc:docMk/>
          <pc:sldMk cId="1302322864" sldId="2514"/>
        </pc:sldMkLst>
        <pc:spChg chg="mod">
          <ac:chgData name="Owais Ahmed" userId="6abc7d4556b3b071" providerId="LiveId" clId="{CACC8309-725A-4E89-8A58-327E57842544}" dt="2023-03-17T05:55:15.886" v="3894" actId="20577"/>
          <ac:spMkLst>
            <pc:docMk/>
            <pc:sldMk cId="1302322864" sldId="2514"/>
            <ac:spMk id="3" creationId="{4A1C0383-58FE-E486-295E-B33B8683B938}"/>
          </ac:spMkLst>
        </pc:spChg>
        <pc:spChg chg="del">
          <ac:chgData name="Owais Ahmed" userId="6abc7d4556b3b071" providerId="LiveId" clId="{CACC8309-725A-4E89-8A58-327E57842544}" dt="2023-03-17T05:57:56.224" v="3922" actId="478"/>
          <ac:spMkLst>
            <pc:docMk/>
            <pc:sldMk cId="1302322864" sldId="2514"/>
            <ac:spMk id="50" creationId="{A6414900-B95A-9399-3F9C-E076477CCE98}"/>
          </ac:spMkLst>
        </pc:spChg>
        <pc:spChg chg="del">
          <ac:chgData name="Owais Ahmed" userId="6abc7d4556b3b071" providerId="LiveId" clId="{CACC8309-725A-4E89-8A58-327E57842544}" dt="2023-03-17T05:57:57.512" v="3923" actId="478"/>
          <ac:spMkLst>
            <pc:docMk/>
            <pc:sldMk cId="1302322864" sldId="2514"/>
            <ac:spMk id="51" creationId="{EC559174-F39E-4A32-CFB7-C5A83BC6D205}"/>
          </ac:spMkLst>
        </pc:spChg>
        <pc:spChg chg="mod">
          <ac:chgData name="Owais Ahmed" userId="6abc7d4556b3b071" providerId="LiveId" clId="{CACC8309-725A-4E89-8A58-327E57842544}" dt="2023-03-17T05:55:09.117" v="3890" actId="20577"/>
          <ac:spMkLst>
            <pc:docMk/>
            <pc:sldMk cId="1302322864" sldId="2514"/>
            <ac:spMk id="215" creationId="{00000000-0000-0000-0000-000000000000}"/>
          </ac:spMkLst>
        </pc:spChg>
        <pc:graphicFrameChg chg="mod modGraphic">
          <ac:chgData name="Owais Ahmed" userId="6abc7d4556b3b071" providerId="LiveId" clId="{CACC8309-725A-4E89-8A58-327E57842544}" dt="2023-03-17T06:14:30.913" v="4206"/>
          <ac:graphicFrameMkLst>
            <pc:docMk/>
            <pc:sldMk cId="1302322864" sldId="2514"/>
            <ac:graphicFrameMk id="48" creationId="{5A11D907-0453-ACE7-A959-0B37C06816E8}"/>
          </ac:graphicFrameMkLst>
        </pc:graphicFrameChg>
      </pc:sldChg>
      <pc:sldChg chg="addSp modSp add mod ord addAnim delAnim modAnim modNotesTx">
        <pc:chgData name="Owais Ahmed" userId="6abc7d4556b3b071" providerId="LiveId" clId="{CACC8309-725A-4E89-8A58-327E57842544}" dt="2023-03-17T06:23:49.289" v="4595"/>
        <pc:sldMkLst>
          <pc:docMk/>
          <pc:sldMk cId="3246228150" sldId="2515"/>
        </pc:sldMkLst>
        <pc:spChg chg="mod">
          <ac:chgData name="Owais Ahmed" userId="6abc7d4556b3b071" providerId="LiveId" clId="{CACC8309-725A-4E89-8A58-327E57842544}" dt="2023-03-17T06:11:50.186" v="4152" actId="14100"/>
          <ac:spMkLst>
            <pc:docMk/>
            <pc:sldMk cId="3246228150" sldId="2515"/>
            <ac:spMk id="3" creationId="{4A1C0383-58FE-E486-295E-B33B8683B938}"/>
          </ac:spMkLst>
        </pc:spChg>
        <pc:spChg chg="add mod">
          <ac:chgData name="Owais Ahmed" userId="6abc7d4556b3b071" providerId="LiveId" clId="{CACC8309-725A-4E89-8A58-327E57842544}" dt="2023-03-17T06:20:32.463" v="4506" actId="1582"/>
          <ac:spMkLst>
            <pc:docMk/>
            <pc:sldMk cId="3246228150" sldId="2515"/>
            <ac:spMk id="6" creationId="{C6F8860E-F5F1-0686-48D3-028BE12FD781}"/>
          </ac:spMkLst>
        </pc:spChg>
        <pc:spChg chg="add mod">
          <ac:chgData name="Owais Ahmed" userId="6abc7d4556b3b071" providerId="LiveId" clId="{CACC8309-725A-4E89-8A58-327E57842544}" dt="2023-03-17T06:21:33.073" v="4513" actId="208"/>
          <ac:spMkLst>
            <pc:docMk/>
            <pc:sldMk cId="3246228150" sldId="2515"/>
            <ac:spMk id="7" creationId="{6829CA18-E295-D216-9A77-4D05F7306324}"/>
          </ac:spMkLst>
        </pc:spChg>
        <pc:spChg chg="add mod">
          <ac:chgData name="Owais Ahmed" userId="6abc7d4556b3b071" providerId="LiveId" clId="{CACC8309-725A-4E89-8A58-327E57842544}" dt="2023-03-17T06:21:28.737" v="4512" actId="208"/>
          <ac:spMkLst>
            <pc:docMk/>
            <pc:sldMk cId="3246228150" sldId="2515"/>
            <ac:spMk id="8" creationId="{66001DA5-9763-694F-3461-8B0CCF5C486A}"/>
          </ac:spMkLst>
        </pc:spChg>
        <pc:spChg chg="mod">
          <ac:chgData name="Owais Ahmed" userId="6abc7d4556b3b071" providerId="LiveId" clId="{CACC8309-725A-4E89-8A58-327E57842544}" dt="2023-03-17T06:10:57.431" v="4038"/>
          <ac:spMkLst>
            <pc:docMk/>
            <pc:sldMk cId="3246228150" sldId="251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ACC8309-725A-4E89-8A58-327E57842544}" dt="2023-03-17T06:13:44.386" v="4199" actId="14100"/>
          <ac:graphicFrameMkLst>
            <pc:docMk/>
            <pc:sldMk cId="3246228150" sldId="2515"/>
            <ac:graphicFrameMk id="4" creationId="{47365F98-8E62-6BEF-876E-BECE48C9DEEA}"/>
          </ac:graphicFrameMkLst>
        </pc:graphicFrameChg>
        <pc:graphicFrameChg chg="add mod modGraphic">
          <ac:chgData name="Owais Ahmed" userId="6abc7d4556b3b071" providerId="LiveId" clId="{CACC8309-725A-4E89-8A58-327E57842544}" dt="2023-03-17T06:16:28.047" v="4227" actId="113"/>
          <ac:graphicFrameMkLst>
            <pc:docMk/>
            <pc:sldMk cId="3246228150" sldId="2515"/>
            <ac:graphicFrameMk id="5" creationId="{AB9DC9D2-5A0F-5C3D-535C-0B520B0891FA}"/>
          </ac:graphicFrameMkLst>
        </pc:graphicFrameChg>
      </pc:sldChg>
    </pc:docChg>
  </pc:docChgLst>
  <pc:docChgLst>
    <pc:chgData name="Owais Ahmed" userId="6abc7d4556b3b071" providerId="LiveId" clId="{254A2D3D-DCA5-4B3F-A573-52F1054DFAE2}"/>
    <pc:docChg chg="undo redo custSel addSld delSld modSld sldOrd">
      <pc:chgData name="Owais Ahmed" userId="6abc7d4556b3b071" providerId="LiveId" clId="{254A2D3D-DCA5-4B3F-A573-52F1054DFAE2}" dt="2023-03-11T10:00:13.519" v="4352" actId="20577"/>
      <pc:docMkLst>
        <pc:docMk/>
      </pc:docMkLst>
      <pc:sldChg chg="modSp mod">
        <pc:chgData name="Owais Ahmed" userId="6abc7d4556b3b071" providerId="LiveId" clId="{254A2D3D-DCA5-4B3F-A573-52F1054DFAE2}" dt="2023-03-11T09:13:03.311" v="3017" actId="20577"/>
        <pc:sldMkLst>
          <pc:docMk/>
          <pc:sldMk cId="1649098948" sldId="2462"/>
        </pc:sldMkLst>
        <pc:spChg chg="mod">
          <ac:chgData name="Owais Ahmed" userId="6abc7d4556b3b071" providerId="LiveId" clId="{254A2D3D-DCA5-4B3F-A573-52F1054DFAE2}" dt="2023-03-11T09:13:03.311" v="301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mod modAnim modNotesTx">
        <pc:chgData name="Owais Ahmed" userId="6abc7d4556b3b071" providerId="LiveId" clId="{254A2D3D-DCA5-4B3F-A573-52F1054DFAE2}" dt="2023-03-11T05:28:50.078" v="135" actId="20577"/>
        <pc:sldMkLst>
          <pc:docMk/>
          <pc:sldMk cId="641030253" sldId="2479"/>
        </pc:sldMkLst>
        <pc:spChg chg="mod">
          <ac:chgData name="Owais Ahmed" userId="6abc7d4556b3b071" providerId="LiveId" clId="{254A2D3D-DCA5-4B3F-A573-52F1054DFAE2}" dt="2023-03-11T05:28:50.078" v="13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5:26:00.028" v="103" actId="313"/>
          <ac:spMkLst>
            <pc:docMk/>
            <pc:sldMk cId="641030253" sldId="2479"/>
            <ac:spMk id="215" creationId="{00000000-0000-0000-0000-000000000000}"/>
          </ac:spMkLst>
        </pc:spChg>
        <pc:picChg chg="add mod">
          <ac:chgData name="Owais Ahmed" userId="6abc7d4556b3b071" providerId="LiveId" clId="{254A2D3D-DCA5-4B3F-A573-52F1054DFAE2}" dt="2023-03-11T05:27:35.454" v="113" actId="1076"/>
          <ac:picMkLst>
            <pc:docMk/>
            <pc:sldMk cId="641030253" sldId="2479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08.354" v="58" actId="47"/>
        <pc:sldMkLst>
          <pc:docMk/>
          <pc:sldMk cId="2091936453" sldId="2481"/>
        </pc:sldMkLst>
      </pc:sldChg>
      <pc:sldChg chg="del">
        <pc:chgData name="Owais Ahmed" userId="6abc7d4556b3b071" providerId="LiveId" clId="{254A2D3D-DCA5-4B3F-A573-52F1054DFAE2}" dt="2023-03-11T05:25:09.844" v="60" actId="47"/>
        <pc:sldMkLst>
          <pc:docMk/>
          <pc:sldMk cId="3995319414" sldId="2482"/>
        </pc:sldMkLst>
      </pc:sldChg>
      <pc:sldChg chg="del">
        <pc:chgData name="Owais Ahmed" userId="6abc7d4556b3b071" providerId="LiveId" clId="{254A2D3D-DCA5-4B3F-A573-52F1054DFAE2}" dt="2023-03-11T05:25:10.484" v="61" actId="47"/>
        <pc:sldMkLst>
          <pc:docMk/>
          <pc:sldMk cId="4097483409" sldId="2483"/>
        </pc:sldMkLst>
      </pc:sldChg>
      <pc:sldChg chg="del">
        <pc:chgData name="Owais Ahmed" userId="6abc7d4556b3b071" providerId="LiveId" clId="{254A2D3D-DCA5-4B3F-A573-52F1054DFAE2}" dt="2023-03-11T05:25:09.277" v="59" actId="47"/>
        <pc:sldMkLst>
          <pc:docMk/>
          <pc:sldMk cId="2130599672" sldId="2484"/>
        </pc:sldMkLst>
      </pc:sldChg>
      <pc:sldChg chg="del">
        <pc:chgData name="Owais Ahmed" userId="6abc7d4556b3b071" providerId="LiveId" clId="{254A2D3D-DCA5-4B3F-A573-52F1054DFAE2}" dt="2023-03-11T05:25:11.157" v="62" actId="47"/>
        <pc:sldMkLst>
          <pc:docMk/>
          <pc:sldMk cId="823254948" sldId="2485"/>
        </pc:sldMkLst>
      </pc:sldChg>
      <pc:sldChg chg="del">
        <pc:chgData name="Owais Ahmed" userId="6abc7d4556b3b071" providerId="LiveId" clId="{254A2D3D-DCA5-4B3F-A573-52F1054DFAE2}" dt="2023-03-11T05:25:12.572" v="63" actId="47"/>
        <pc:sldMkLst>
          <pc:docMk/>
          <pc:sldMk cId="678087267" sldId="2486"/>
        </pc:sldMkLst>
      </pc:sldChg>
      <pc:sldChg chg="del">
        <pc:chgData name="Owais Ahmed" userId="6abc7d4556b3b071" providerId="LiveId" clId="{254A2D3D-DCA5-4B3F-A573-52F1054DFAE2}" dt="2023-03-11T05:25:12.991" v="64" actId="47"/>
        <pc:sldMkLst>
          <pc:docMk/>
          <pc:sldMk cId="1323242083" sldId="2487"/>
        </pc:sldMkLst>
      </pc:sldChg>
      <pc:sldChg chg="del">
        <pc:chgData name="Owais Ahmed" userId="6abc7d4556b3b071" providerId="LiveId" clId="{254A2D3D-DCA5-4B3F-A573-52F1054DFAE2}" dt="2023-03-11T05:25:13.750" v="65" actId="47"/>
        <pc:sldMkLst>
          <pc:docMk/>
          <pc:sldMk cId="2597580398" sldId="2488"/>
        </pc:sldMkLst>
      </pc:sldChg>
      <pc:sldChg chg="del">
        <pc:chgData name="Owais Ahmed" userId="6abc7d4556b3b071" providerId="LiveId" clId="{254A2D3D-DCA5-4B3F-A573-52F1054DFAE2}" dt="2023-03-11T05:25:14.319" v="66" actId="47"/>
        <pc:sldMkLst>
          <pc:docMk/>
          <pc:sldMk cId="1889231957" sldId="2489"/>
        </pc:sldMkLst>
      </pc:sldChg>
      <pc:sldChg chg="del">
        <pc:chgData name="Owais Ahmed" userId="6abc7d4556b3b071" providerId="LiveId" clId="{254A2D3D-DCA5-4B3F-A573-52F1054DFAE2}" dt="2023-03-11T05:25:14.744" v="67" actId="47"/>
        <pc:sldMkLst>
          <pc:docMk/>
          <pc:sldMk cId="1362025451" sldId="2490"/>
        </pc:sldMkLst>
      </pc:sldChg>
      <pc:sldChg chg="del">
        <pc:chgData name="Owais Ahmed" userId="6abc7d4556b3b071" providerId="LiveId" clId="{254A2D3D-DCA5-4B3F-A573-52F1054DFAE2}" dt="2023-03-11T05:25:15.848" v="68" actId="47"/>
        <pc:sldMkLst>
          <pc:docMk/>
          <pc:sldMk cId="2844888853" sldId="2491"/>
        </pc:sldMkLst>
      </pc:sldChg>
      <pc:sldChg chg="del">
        <pc:chgData name="Owais Ahmed" userId="6abc7d4556b3b071" providerId="LiveId" clId="{254A2D3D-DCA5-4B3F-A573-52F1054DFAE2}" dt="2023-03-11T05:25:16.418" v="69" actId="47"/>
        <pc:sldMkLst>
          <pc:docMk/>
          <pc:sldMk cId="1466680951" sldId="2492"/>
        </pc:sldMkLst>
      </pc:sldChg>
      <pc:sldChg chg="del">
        <pc:chgData name="Owais Ahmed" userId="6abc7d4556b3b071" providerId="LiveId" clId="{254A2D3D-DCA5-4B3F-A573-52F1054DFAE2}" dt="2023-03-11T05:25:17.073" v="70" actId="47"/>
        <pc:sldMkLst>
          <pc:docMk/>
          <pc:sldMk cId="2451653014" sldId="2495"/>
        </pc:sldMkLst>
      </pc:sldChg>
      <pc:sldChg chg="del">
        <pc:chgData name="Owais Ahmed" userId="6abc7d4556b3b071" providerId="LiveId" clId="{254A2D3D-DCA5-4B3F-A573-52F1054DFAE2}" dt="2023-03-11T05:25:17.707" v="71" actId="47"/>
        <pc:sldMkLst>
          <pc:docMk/>
          <pc:sldMk cId="221477371" sldId="2496"/>
        </pc:sldMkLst>
      </pc:sldChg>
      <pc:sldChg chg="del">
        <pc:chgData name="Owais Ahmed" userId="6abc7d4556b3b071" providerId="LiveId" clId="{254A2D3D-DCA5-4B3F-A573-52F1054DFAE2}" dt="2023-03-11T05:25:21.037" v="73" actId="47"/>
        <pc:sldMkLst>
          <pc:docMk/>
          <pc:sldMk cId="3157158652" sldId="2497"/>
        </pc:sldMkLst>
      </pc:sldChg>
      <pc:sldChg chg="del">
        <pc:chgData name="Owais Ahmed" userId="6abc7d4556b3b071" providerId="LiveId" clId="{254A2D3D-DCA5-4B3F-A573-52F1054DFAE2}" dt="2023-03-11T05:25:19.282" v="72" actId="47"/>
        <pc:sldMkLst>
          <pc:docMk/>
          <pc:sldMk cId="246758894" sldId="2498"/>
        </pc:sldMkLst>
      </pc:sldChg>
      <pc:sldChg chg="addSp delSp modSp mod ord delAnim modAnim modNotesTx">
        <pc:chgData name="Owais Ahmed" userId="6abc7d4556b3b071" providerId="LiveId" clId="{254A2D3D-DCA5-4B3F-A573-52F1054DFAE2}" dt="2023-03-11T07:03:06.045" v="1388"/>
        <pc:sldMkLst>
          <pc:docMk/>
          <pc:sldMk cId="1392206186" sldId="2499"/>
        </pc:sldMkLst>
        <pc:spChg chg="mod">
          <ac:chgData name="Owais Ahmed" userId="6abc7d4556b3b071" providerId="LiveId" clId="{254A2D3D-DCA5-4B3F-A573-52F1054DFAE2}" dt="2023-03-11T06:52:55.887" v="1230" actId="27636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6:24:40.965" v="205" actId="20577"/>
          <ac:spMkLst>
            <pc:docMk/>
            <pc:sldMk cId="1392206186" sldId="2499"/>
            <ac:spMk id="215" creationId="{00000000-0000-0000-0000-000000000000}"/>
          </ac:spMkLst>
        </pc:spChg>
        <pc:grpChg chg="add mod">
          <ac:chgData name="Owais Ahmed" userId="6abc7d4556b3b071" providerId="LiveId" clId="{254A2D3D-DCA5-4B3F-A573-52F1054DFAE2}" dt="2023-03-11T06:58:50.642" v="1300" actId="1076"/>
          <ac:grpSpMkLst>
            <pc:docMk/>
            <pc:sldMk cId="1392206186" sldId="2499"/>
            <ac:grpSpMk id="22" creationId="{3A7C9F78-BB2A-4599-2F27-63FF3C314F73}"/>
          </ac:grpSpMkLst>
        </pc:grpChg>
        <pc:grpChg chg="add mod">
          <ac:chgData name="Owais Ahmed" userId="6abc7d4556b3b071" providerId="LiveId" clId="{254A2D3D-DCA5-4B3F-A573-52F1054DFAE2}" dt="2023-03-11T06:58:54.369" v="1301" actId="1076"/>
          <ac:grpSpMkLst>
            <pc:docMk/>
            <pc:sldMk cId="1392206186" sldId="2499"/>
            <ac:grpSpMk id="27" creationId="{FC74D2B9-6B59-8202-D5C7-44B1423588F1}"/>
          </ac:grpSpMkLst>
        </pc:grpChg>
        <pc:picChg chg="del">
          <ac:chgData name="Owais Ahmed" userId="6abc7d4556b3b071" providerId="LiveId" clId="{254A2D3D-DCA5-4B3F-A573-52F1054DFAE2}" dt="2023-03-11T06:24:43.640" v="207" actId="478"/>
          <ac:picMkLst>
            <pc:docMk/>
            <pc:sldMk cId="1392206186" sldId="2499"/>
            <ac:picMk id="6" creationId="{B9A09B40-E524-5765-2561-E1D7F3D63CA9}"/>
          </ac:picMkLst>
        </pc:picChg>
        <pc:picChg chg="del">
          <ac:chgData name="Owais Ahmed" userId="6abc7d4556b3b071" providerId="LiveId" clId="{254A2D3D-DCA5-4B3F-A573-52F1054DFAE2}" dt="2023-03-11T06:24:43.065" v="206" actId="478"/>
          <ac:picMkLst>
            <pc:docMk/>
            <pc:sldMk cId="1392206186" sldId="2499"/>
            <ac:picMk id="7" creationId="{F54EFA5F-33CE-2D86-9AFB-33A113453FAB}"/>
          </ac:picMkLst>
        </pc:picChg>
        <pc:picChg chg="add del mod modCrop">
          <ac:chgData name="Owais Ahmed" userId="6abc7d4556b3b071" providerId="LiveId" clId="{254A2D3D-DCA5-4B3F-A573-52F1054DFAE2}" dt="2023-03-11T06:54:32.927" v="1237" actId="478"/>
          <ac:picMkLst>
            <pc:docMk/>
            <pc:sldMk cId="1392206186" sldId="2499"/>
            <ac:picMk id="15" creationId="{39FD19AD-F586-50DE-75DD-1F0DCCA861D1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17" creationId="{1C330402-3A55-CE22-917A-6D773C990C47}"/>
          </ac:picMkLst>
        </pc:picChg>
        <pc:picChg chg="add del">
          <ac:chgData name="Owais Ahmed" userId="6abc7d4556b3b071" providerId="LiveId" clId="{254A2D3D-DCA5-4B3F-A573-52F1054DFAE2}" dt="2023-03-11T06:55:13.368" v="1241" actId="22"/>
          <ac:picMkLst>
            <pc:docMk/>
            <pc:sldMk cId="1392206186" sldId="2499"/>
            <ac:picMk id="19" creationId="{02AF6671-5E02-2A73-C2F5-0272C28A85B7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21" creationId="{AFDCBBB2-3302-F8E7-E645-7D736B4CA6A1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4" creationId="{36D887EA-C983-B9BF-D1D2-0152466E5C7B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6" creationId="{02AFD99D-02ED-70F0-3940-D3B729637D87}"/>
          </ac:picMkLst>
        </pc:picChg>
        <pc:picChg chg="add mod">
          <ac:chgData name="Owais Ahmed" userId="6abc7d4556b3b071" providerId="LiveId" clId="{254A2D3D-DCA5-4B3F-A573-52F1054DFAE2}" dt="2023-03-11T07:03:01.094" v="1386" actId="1076"/>
          <ac:picMkLst>
            <pc:docMk/>
            <pc:sldMk cId="1392206186" sldId="2499"/>
            <ac:picMk id="29" creationId="{26346850-16FB-F724-85FE-4A15497DCFE8}"/>
          </ac:picMkLst>
        </pc:picChg>
        <pc:inkChg chg="add del">
          <ac:chgData name="Owais Ahmed" userId="6abc7d4556b3b071" providerId="LiveId" clId="{254A2D3D-DCA5-4B3F-A573-52F1054DFAE2}" dt="2023-03-11T06:43:35.924" v="1060" actId="9405"/>
          <ac:inkMkLst>
            <pc:docMk/>
            <pc:sldMk cId="1392206186" sldId="2499"/>
            <ac:inkMk id="4" creationId="{866F5A6D-09FA-D8BB-14B0-99AAF899BD32}"/>
          </ac:inkMkLst>
        </pc:inkChg>
        <pc:cxnChg chg="add del mod">
          <ac:chgData name="Owais Ahmed" userId="6abc7d4556b3b071" providerId="LiveId" clId="{254A2D3D-DCA5-4B3F-A573-52F1054DFAE2}" dt="2023-03-11T06:50:13.577" v="1200" actId="478"/>
          <ac:cxnSpMkLst>
            <pc:docMk/>
            <pc:sldMk cId="1392206186" sldId="2499"/>
            <ac:cxnSpMk id="8" creationId="{81AD52EA-EEEA-309C-A9EE-951642655CA0}"/>
          </ac:cxnSpMkLst>
        </pc:cxnChg>
        <pc:cxnChg chg="add del mod">
          <ac:chgData name="Owais Ahmed" userId="6abc7d4556b3b071" providerId="LiveId" clId="{254A2D3D-DCA5-4B3F-A573-52F1054DFAE2}" dt="2023-03-11T06:50:07.353" v="1199"/>
          <ac:cxnSpMkLst>
            <pc:docMk/>
            <pc:sldMk cId="1392206186" sldId="2499"/>
            <ac:cxnSpMk id="9" creationId="{9E7F15E6-2DC7-42F1-4EF8-6E4D27A4AE80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0" creationId="{03FA127C-9C90-3E19-7128-EDE35627342A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1" creationId="{E8451D65-8786-091A-04FD-3D6D0FCE13D4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2" creationId="{7782791D-50F2-C6B8-6661-67A82F981F99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3" creationId="{730ADE5C-9BAA-5C00-7407-EDE34A317211}"/>
          </ac:cxnSpMkLst>
        </pc:cxnChg>
        <pc:cxnChg chg="add del mod">
          <ac:chgData name="Owais Ahmed" userId="6abc7d4556b3b071" providerId="LiveId" clId="{254A2D3D-DCA5-4B3F-A573-52F1054DFAE2}" dt="2023-03-11T06:50:06.398" v="1187"/>
          <ac:cxnSpMkLst>
            <pc:docMk/>
            <pc:sldMk cId="1392206186" sldId="2499"/>
            <ac:cxnSpMk id="14" creationId="{3B49C2CF-ED11-EA8C-2EEB-F032355E4097}"/>
          </ac:cxnSpMkLst>
        </pc:cxnChg>
      </pc:sldChg>
      <pc:sldChg chg="del">
        <pc:chgData name="Owais Ahmed" userId="6abc7d4556b3b071" providerId="LiveId" clId="{254A2D3D-DCA5-4B3F-A573-52F1054DFAE2}" dt="2023-03-11T05:25:22.404" v="74" actId="47"/>
        <pc:sldMkLst>
          <pc:docMk/>
          <pc:sldMk cId="1565563056" sldId="2500"/>
        </pc:sldMkLst>
      </pc:sldChg>
      <pc:sldChg chg="add del">
        <pc:chgData name="Owais Ahmed" userId="6abc7d4556b3b071" providerId="LiveId" clId="{254A2D3D-DCA5-4B3F-A573-52F1054DFAE2}" dt="2023-03-11T07:26:06.891" v="2080" actId="47"/>
        <pc:sldMkLst>
          <pc:docMk/>
          <pc:sldMk cId="2335412501" sldId="2500"/>
        </pc:sldMkLst>
      </pc:sldChg>
      <pc:sldChg chg="delSp modSp add mod addAnim delAnim modAnim">
        <pc:chgData name="Owais Ahmed" userId="6abc7d4556b3b071" providerId="LiveId" clId="{254A2D3D-DCA5-4B3F-A573-52F1054DFAE2}" dt="2023-03-11T09:20:49.642" v="3442" actId="21"/>
        <pc:sldMkLst>
          <pc:docMk/>
          <pc:sldMk cId="1223673830" sldId="2501"/>
        </pc:sldMkLst>
        <pc:spChg chg="mod">
          <ac:chgData name="Owais Ahmed" userId="6abc7d4556b3b071" providerId="LiveId" clId="{254A2D3D-DCA5-4B3F-A573-52F1054DFAE2}" dt="2023-03-11T09:20:49.642" v="3442" actId="21"/>
          <ac:spMkLst>
            <pc:docMk/>
            <pc:sldMk cId="1223673830" sldId="2501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7:12:57.495" v="1679" actId="20577"/>
          <ac:spMkLst>
            <pc:docMk/>
            <pc:sldMk cId="1223673830" sldId="2501"/>
            <ac:spMk id="215" creationId="{00000000-0000-0000-0000-000000000000}"/>
          </ac:spMkLst>
        </pc:spChg>
        <pc:picChg chg="del">
          <ac:chgData name="Owais Ahmed" userId="6abc7d4556b3b071" providerId="LiveId" clId="{254A2D3D-DCA5-4B3F-A573-52F1054DFAE2}" dt="2023-03-11T07:08:19.608" v="1450" actId="478"/>
          <ac:picMkLst>
            <pc:docMk/>
            <pc:sldMk cId="1223673830" sldId="2501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22.921" v="75" actId="47"/>
        <pc:sldMkLst>
          <pc:docMk/>
          <pc:sldMk cId="1703006424" sldId="2501"/>
        </pc:sldMkLst>
      </pc:sldChg>
      <pc:sldChg chg="add del">
        <pc:chgData name="Owais Ahmed" userId="6abc7d4556b3b071" providerId="LiveId" clId="{254A2D3D-DCA5-4B3F-A573-52F1054DFAE2}" dt="2023-03-11T06:37:17.641" v="1025" actId="2890"/>
        <pc:sldMkLst>
          <pc:docMk/>
          <pc:sldMk cId="3065944662" sldId="2501"/>
        </pc:sldMkLst>
      </pc:sldChg>
      <pc:sldChg chg="add del">
        <pc:chgData name="Owais Ahmed" userId="6abc7d4556b3b071" providerId="LiveId" clId="{254A2D3D-DCA5-4B3F-A573-52F1054DFAE2}" dt="2023-03-11T07:22:24.173" v="1685" actId="2890"/>
        <pc:sldMkLst>
          <pc:docMk/>
          <pc:sldMk cId="807971374" sldId="2502"/>
        </pc:sldMkLst>
      </pc:sldChg>
      <pc:sldChg chg="modSp add mod ord modAnim modNotesTx">
        <pc:chgData name="Owais Ahmed" userId="6abc7d4556b3b071" providerId="LiveId" clId="{254A2D3D-DCA5-4B3F-A573-52F1054DFAE2}" dt="2023-03-11T10:00:13.519" v="4352" actId="20577"/>
        <pc:sldMkLst>
          <pc:docMk/>
          <pc:sldMk cId="2279712319" sldId="2502"/>
        </pc:sldMkLst>
        <pc:spChg chg="mod">
          <ac:chgData name="Owais Ahmed" userId="6abc7d4556b3b071" providerId="LiveId" clId="{254A2D3D-DCA5-4B3F-A573-52F1054DFAE2}" dt="2023-03-11T10:00:13.519" v="435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3:22.632" v="3033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254A2D3D-DCA5-4B3F-A573-52F1054DFAE2}" dt="2023-03-11T05:25:28.504" v="78" actId="47"/>
        <pc:sldMkLst>
          <pc:docMk/>
          <pc:sldMk cId="2459176591" sldId="2502"/>
        </pc:sldMkLst>
      </pc:sldChg>
      <pc:sldChg chg="del">
        <pc:chgData name="Owais Ahmed" userId="6abc7d4556b3b071" providerId="LiveId" clId="{254A2D3D-DCA5-4B3F-A573-52F1054DFAE2}" dt="2023-03-11T05:25:25.484" v="77" actId="47"/>
        <pc:sldMkLst>
          <pc:docMk/>
          <pc:sldMk cId="3149883331" sldId="2503"/>
        </pc:sldMkLst>
      </pc:sldChg>
      <pc:sldChg chg="addSp delSp modSp add mod delAnim modAnim">
        <pc:chgData name="Owais Ahmed" userId="6abc7d4556b3b071" providerId="LiveId" clId="{254A2D3D-DCA5-4B3F-A573-52F1054DFAE2}" dt="2023-03-11T09:34:24.172" v="3633" actId="20577"/>
        <pc:sldMkLst>
          <pc:docMk/>
          <pc:sldMk cId="3565255470" sldId="2503"/>
        </pc:sldMkLst>
        <pc:spChg chg="del mod">
          <ac:chgData name="Owais Ahmed" userId="6abc7d4556b3b071" providerId="LiveId" clId="{254A2D3D-DCA5-4B3F-A573-52F1054DFAE2}" dt="2023-03-11T08:20:14.974" v="2617" actId="478"/>
          <ac:spMkLst>
            <pc:docMk/>
            <pc:sldMk cId="3565255470" sldId="2503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20:09.090" v="2615" actId="20577"/>
          <ac:spMkLst>
            <pc:docMk/>
            <pc:sldMk cId="3565255470" sldId="2503"/>
            <ac:spMk id="215" creationId="{00000000-0000-0000-0000-000000000000}"/>
          </ac:spMkLst>
        </pc:spChg>
        <pc:graphicFrameChg chg="add del">
          <ac:chgData name="Owais Ahmed" userId="6abc7d4556b3b071" providerId="LiveId" clId="{254A2D3D-DCA5-4B3F-A573-52F1054DFAE2}" dt="2023-03-11T07:56:49.030" v="2357" actId="3680"/>
          <ac:graphicFrameMkLst>
            <pc:docMk/>
            <pc:sldMk cId="3565255470" sldId="2503"/>
            <ac:graphicFrameMk id="4" creationId="{AD166D09-0F13-ADC2-74C5-C7B10E637296}"/>
          </ac:graphicFrameMkLst>
        </pc:graphicFrameChg>
        <pc:graphicFrameChg chg="add del mod modGraphic">
          <ac:chgData name="Owais Ahmed" userId="6abc7d4556b3b071" providerId="LiveId" clId="{254A2D3D-DCA5-4B3F-A573-52F1054DFAE2}" dt="2023-03-11T08:19:21.358" v="2586" actId="478"/>
          <ac:graphicFrameMkLst>
            <pc:docMk/>
            <pc:sldMk cId="3565255470" sldId="2503"/>
            <ac:graphicFrameMk id="5" creationId="{257BBAAD-E9ED-C47F-ED86-5506BB788763}"/>
          </ac:graphicFrameMkLst>
        </pc:graphicFrameChg>
        <pc:graphicFrameChg chg="add del mod">
          <ac:chgData name="Owais Ahmed" userId="6abc7d4556b3b071" providerId="LiveId" clId="{254A2D3D-DCA5-4B3F-A573-52F1054DFAE2}" dt="2023-03-11T08:18:04.717" v="2563"/>
          <ac:graphicFrameMkLst>
            <pc:docMk/>
            <pc:sldMk cId="3565255470" sldId="2503"/>
            <ac:graphicFrameMk id="6" creationId="{7538F9DB-2C04-6F95-0F17-F39C4318CF99}"/>
          </ac:graphicFrameMkLst>
        </pc:graphicFrameChg>
        <pc:graphicFrameChg chg="add mod modGraphic">
          <ac:chgData name="Owais Ahmed" userId="6abc7d4556b3b071" providerId="LiveId" clId="{254A2D3D-DCA5-4B3F-A573-52F1054DFAE2}" dt="2023-03-11T09:34:24.172" v="3633" actId="20577"/>
          <ac:graphicFrameMkLst>
            <pc:docMk/>
            <pc:sldMk cId="3565255470" sldId="2503"/>
            <ac:graphicFrameMk id="7" creationId="{C51EA6D3-D80B-93F6-0937-44975A2213F0}"/>
          </ac:graphicFrameMkLst>
        </pc:graphicFrameChg>
      </pc:sldChg>
      <pc:sldChg chg="addSp delSp modSp add mod ord delAnim modAnim">
        <pc:chgData name="Owais Ahmed" userId="6abc7d4556b3b071" providerId="LiveId" clId="{254A2D3D-DCA5-4B3F-A573-52F1054DFAE2}" dt="2023-03-11T08:48:30.089" v="2711" actId="20577"/>
        <pc:sldMkLst>
          <pc:docMk/>
          <pc:sldMk cId="3179459333" sldId="2504"/>
        </pc:sldMkLst>
        <pc:spChg chg="del mod">
          <ac:chgData name="Owais Ahmed" userId="6abc7d4556b3b071" providerId="LiveId" clId="{254A2D3D-DCA5-4B3F-A573-52F1054DFAE2}" dt="2023-03-11T08:23:03.391" v="2642" actId="478"/>
          <ac:spMkLst>
            <pc:docMk/>
            <pc:sldMk cId="3179459333" sldId="2504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48:30.089" v="2711" actId="20577"/>
          <ac:spMkLst>
            <pc:docMk/>
            <pc:sldMk cId="3179459333" sldId="2504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27:19.644" v="2678" actId="478"/>
          <ac:picMkLst>
            <pc:docMk/>
            <pc:sldMk cId="3179459333" sldId="2504"/>
            <ac:picMk id="4" creationId="{1C822D72-4259-4C23-11A3-B7237C00633E}"/>
          </ac:picMkLst>
        </pc:picChg>
        <pc:picChg chg="add del mod">
          <ac:chgData name="Owais Ahmed" userId="6abc7d4556b3b071" providerId="LiveId" clId="{254A2D3D-DCA5-4B3F-A573-52F1054DFAE2}" dt="2023-03-11T08:27:19.181" v="2677" actId="478"/>
          <ac:picMkLst>
            <pc:docMk/>
            <pc:sldMk cId="3179459333" sldId="2504"/>
            <ac:picMk id="5" creationId="{BFBC634B-968C-6C58-66C7-154771750D8B}"/>
          </ac:picMkLst>
        </pc:picChg>
        <pc:picChg chg="add del mod">
          <ac:chgData name="Owais Ahmed" userId="6abc7d4556b3b071" providerId="LiveId" clId="{254A2D3D-DCA5-4B3F-A573-52F1054DFAE2}" dt="2023-03-11T08:27:05.394" v="2674" actId="478"/>
          <ac:picMkLst>
            <pc:docMk/>
            <pc:sldMk cId="3179459333" sldId="2504"/>
            <ac:picMk id="6" creationId="{CBE24838-D849-058A-79C7-A31231A497E2}"/>
          </ac:picMkLst>
        </pc:picChg>
        <pc:picChg chg="add del mod">
          <ac:chgData name="Owais Ahmed" userId="6abc7d4556b3b071" providerId="LiveId" clId="{254A2D3D-DCA5-4B3F-A573-52F1054DFAE2}" dt="2023-03-11T08:26:59.584" v="2673" actId="478"/>
          <ac:picMkLst>
            <pc:docMk/>
            <pc:sldMk cId="3179459333" sldId="2504"/>
            <ac:picMk id="7" creationId="{3FB898E3-731B-9221-BB9D-7B0B0A215839}"/>
          </ac:picMkLst>
        </pc:picChg>
        <pc:picChg chg="add mod">
          <ac:chgData name="Owais Ahmed" userId="6abc7d4556b3b071" providerId="LiveId" clId="{254A2D3D-DCA5-4B3F-A573-52F1054DFAE2}" dt="2023-03-11T08:46:20.827" v="2684" actId="732"/>
          <ac:picMkLst>
            <pc:docMk/>
            <pc:sldMk cId="3179459333" sldId="2504"/>
            <ac:picMk id="8" creationId="{383FC630-BCE3-A4BB-3B78-49C90E9E46B7}"/>
          </ac:picMkLst>
        </pc:picChg>
        <pc:picChg chg="add del mod">
          <ac:chgData name="Owais Ahmed" userId="6abc7d4556b3b071" providerId="LiveId" clId="{254A2D3D-DCA5-4B3F-A573-52F1054DFAE2}" dt="2023-03-11T08:46:26.717" v="2686"/>
          <ac:picMkLst>
            <pc:docMk/>
            <pc:sldMk cId="3179459333" sldId="2504"/>
            <ac:picMk id="9" creationId="{3C483B02-9A3F-AD05-F61A-1B4DDEA2381F}"/>
          </ac:picMkLst>
        </pc:picChg>
        <pc:picChg chg="add mod">
          <ac:chgData name="Owais Ahmed" userId="6abc7d4556b3b071" providerId="LiveId" clId="{254A2D3D-DCA5-4B3F-A573-52F1054DFAE2}" dt="2023-03-11T08:47:06.735" v="2691" actId="732"/>
          <ac:picMkLst>
            <pc:docMk/>
            <pc:sldMk cId="3179459333" sldId="2504"/>
            <ac:picMk id="10" creationId="{B308A51B-EB0E-1308-B8B3-F9D575046A6B}"/>
          </ac:picMkLst>
        </pc:picChg>
        <pc:picChg chg="add mod">
          <ac:chgData name="Owais Ahmed" userId="6abc7d4556b3b071" providerId="LiveId" clId="{254A2D3D-DCA5-4B3F-A573-52F1054DFAE2}" dt="2023-03-11T08:47:38.769" v="2696" actId="732"/>
          <ac:picMkLst>
            <pc:docMk/>
            <pc:sldMk cId="3179459333" sldId="2504"/>
            <ac:picMk id="11" creationId="{17E90CBA-CCE8-E0DA-517C-F1C42B3800CD}"/>
          </ac:picMkLst>
        </pc:picChg>
        <pc:picChg chg="add mod">
          <ac:chgData name="Owais Ahmed" userId="6abc7d4556b3b071" providerId="LiveId" clId="{254A2D3D-DCA5-4B3F-A573-52F1054DFAE2}" dt="2023-03-11T08:47:39.764" v="2697"/>
          <ac:picMkLst>
            <pc:docMk/>
            <pc:sldMk cId="3179459333" sldId="2504"/>
            <ac:picMk id="12" creationId="{53E60DE2-545A-9D1F-8754-88049662D9D1}"/>
          </ac:picMkLst>
        </pc:picChg>
      </pc:sldChg>
      <pc:sldChg chg="del">
        <pc:chgData name="Owais Ahmed" userId="6abc7d4556b3b071" providerId="LiveId" clId="{254A2D3D-DCA5-4B3F-A573-52F1054DFAE2}" dt="2023-03-11T05:25:24.137" v="76" actId="47"/>
        <pc:sldMkLst>
          <pc:docMk/>
          <pc:sldMk cId="3473336835" sldId="2504"/>
        </pc:sldMkLst>
      </pc:sldChg>
      <pc:sldChg chg="addSp delSp modSp add mod ord modAnim">
        <pc:chgData name="Owais Ahmed" userId="6abc7d4556b3b071" providerId="LiveId" clId="{254A2D3D-DCA5-4B3F-A573-52F1054DFAE2}" dt="2023-03-11T09:44:33.530" v="3639" actId="14100"/>
        <pc:sldMkLst>
          <pc:docMk/>
          <pc:sldMk cId="1084053900" sldId="2505"/>
        </pc:sldMkLst>
        <pc:spChg chg="mod">
          <ac:chgData name="Owais Ahmed" userId="6abc7d4556b3b071" providerId="LiveId" clId="{254A2D3D-DCA5-4B3F-A573-52F1054DFAE2}" dt="2023-03-11T09:10:32.706" v="2933" actId="20577"/>
          <ac:spMkLst>
            <pc:docMk/>
            <pc:sldMk cId="1084053900" sldId="2505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0:41.149" v="2937" actId="20577"/>
          <ac:spMkLst>
            <pc:docMk/>
            <pc:sldMk cId="1084053900" sldId="2505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49:43.890" v="2720"/>
          <ac:picMkLst>
            <pc:docMk/>
            <pc:sldMk cId="1084053900" sldId="2505"/>
            <ac:picMk id="4" creationId="{8E086F26-8CE3-4207-966A-B9646B87830B}"/>
          </ac:picMkLst>
        </pc:picChg>
        <pc:picChg chg="add mod">
          <ac:chgData name="Owais Ahmed" userId="6abc7d4556b3b071" providerId="LiveId" clId="{254A2D3D-DCA5-4B3F-A573-52F1054DFAE2}" dt="2023-03-11T09:44:33.530" v="3639" actId="14100"/>
          <ac:picMkLst>
            <pc:docMk/>
            <pc:sldMk cId="1084053900" sldId="2505"/>
            <ac:picMk id="5" creationId="{06AB4BBE-63E2-1AF8-03C4-298EA13B4847}"/>
          </ac:picMkLst>
        </pc:picChg>
      </pc:sldChg>
      <pc:sldChg chg="addSp delSp modSp add mod modAnim">
        <pc:chgData name="Owais Ahmed" userId="6abc7d4556b3b071" providerId="LiveId" clId="{254A2D3D-DCA5-4B3F-A573-52F1054DFAE2}" dt="2023-03-11T09:37:52.608" v="3638" actId="1076"/>
        <pc:sldMkLst>
          <pc:docMk/>
          <pc:sldMk cId="3621187467" sldId="2506"/>
        </pc:sldMkLst>
        <pc:spChg chg="mod">
          <ac:chgData name="Owais Ahmed" userId="6abc7d4556b3b071" providerId="LiveId" clId="{254A2D3D-DCA5-4B3F-A573-52F1054DFAE2}" dt="2023-03-11T09:09:50.553" v="2880" actId="20577"/>
          <ac:spMkLst>
            <pc:docMk/>
            <pc:sldMk cId="3621187467" sldId="2506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9:09:11.122" v="2858" actId="478"/>
          <ac:picMkLst>
            <pc:docMk/>
            <pc:sldMk cId="3621187467" sldId="2506"/>
            <ac:picMk id="4" creationId="{0A044529-DB24-36DE-BE87-0536A0E47C20}"/>
          </ac:picMkLst>
        </pc:picChg>
        <pc:picChg chg="add del mod">
          <ac:chgData name="Owais Ahmed" userId="6abc7d4556b3b071" providerId="LiveId" clId="{254A2D3D-DCA5-4B3F-A573-52F1054DFAE2}" dt="2023-03-11T09:37:42.396" v="3634" actId="478"/>
          <ac:picMkLst>
            <pc:docMk/>
            <pc:sldMk cId="3621187467" sldId="2506"/>
            <ac:picMk id="6" creationId="{7F91A24F-5CB5-F9D4-89AD-DE862BA434B4}"/>
          </ac:picMkLst>
        </pc:picChg>
        <pc:picChg chg="del">
          <ac:chgData name="Owais Ahmed" userId="6abc7d4556b3b071" providerId="LiveId" clId="{254A2D3D-DCA5-4B3F-A573-52F1054DFAE2}" dt="2023-03-11T08:57:53.687" v="2844" actId="478"/>
          <ac:picMkLst>
            <pc:docMk/>
            <pc:sldMk cId="3621187467" sldId="2506"/>
            <ac:picMk id="8" creationId="{383FC630-BCE3-A4BB-3B78-49C90E9E46B7}"/>
          </ac:picMkLst>
        </pc:picChg>
        <pc:picChg chg="add mod">
          <ac:chgData name="Owais Ahmed" userId="6abc7d4556b3b071" providerId="LiveId" clId="{254A2D3D-DCA5-4B3F-A573-52F1054DFAE2}" dt="2023-03-11T09:37:52.608" v="3638" actId="1076"/>
          <ac:picMkLst>
            <pc:docMk/>
            <pc:sldMk cId="3621187467" sldId="2506"/>
            <ac:picMk id="9" creationId="{F2C2EA6F-F9C2-A023-9104-5C6BCC7810B9}"/>
          </ac:picMkLst>
        </pc:picChg>
        <pc:picChg chg="del">
          <ac:chgData name="Owais Ahmed" userId="6abc7d4556b3b071" providerId="LiveId" clId="{254A2D3D-DCA5-4B3F-A573-52F1054DFAE2}" dt="2023-03-11T08:57:52.412" v="2843" actId="478"/>
          <ac:picMkLst>
            <pc:docMk/>
            <pc:sldMk cId="3621187467" sldId="2506"/>
            <ac:picMk id="10" creationId="{B308A51B-EB0E-1308-B8B3-F9D575046A6B}"/>
          </ac:picMkLst>
        </pc:picChg>
        <pc:picChg chg="del">
          <ac:chgData name="Owais Ahmed" userId="6abc7d4556b3b071" providerId="LiveId" clId="{254A2D3D-DCA5-4B3F-A573-52F1054DFAE2}" dt="2023-03-11T08:57:51.903" v="2842" actId="478"/>
          <ac:picMkLst>
            <pc:docMk/>
            <pc:sldMk cId="3621187467" sldId="2506"/>
            <ac:picMk id="11" creationId="{17E90CBA-CCE8-E0DA-517C-F1C42B3800CD}"/>
          </ac:picMkLst>
        </pc:picChg>
        <pc:picChg chg="del">
          <ac:chgData name="Owais Ahmed" userId="6abc7d4556b3b071" providerId="LiveId" clId="{254A2D3D-DCA5-4B3F-A573-52F1054DFAE2}" dt="2023-03-11T08:57:51.231" v="2841" actId="478"/>
          <ac:picMkLst>
            <pc:docMk/>
            <pc:sldMk cId="3621187467" sldId="2506"/>
            <ac:picMk id="12" creationId="{53E60DE2-545A-9D1F-8754-88049662D9D1}"/>
          </ac:picMkLst>
        </pc:picChg>
      </pc:sldChg>
      <pc:sldChg chg="add del">
        <pc:chgData name="Owais Ahmed" userId="6abc7d4556b3b071" providerId="LiveId" clId="{254A2D3D-DCA5-4B3F-A573-52F1054DFAE2}" dt="2023-03-11T09:15:50.985" v="3072" actId="47"/>
        <pc:sldMkLst>
          <pc:docMk/>
          <pc:sldMk cId="1081780362" sldId="2507"/>
        </pc:sldMkLst>
      </pc:sldChg>
      <pc:sldChg chg="modSp add mod modAnim">
        <pc:chgData name="Owais Ahmed" userId="6abc7d4556b3b071" providerId="LiveId" clId="{254A2D3D-DCA5-4B3F-A573-52F1054DFAE2}" dt="2023-03-11T09:22:51.049" v="3532" actId="20577"/>
        <pc:sldMkLst>
          <pc:docMk/>
          <pc:sldMk cId="1990660398" sldId="2507"/>
        </pc:sldMkLst>
        <pc:spChg chg="mod">
          <ac:chgData name="Owais Ahmed" userId="6abc7d4556b3b071" providerId="LiveId" clId="{254A2D3D-DCA5-4B3F-A573-52F1054DFAE2}" dt="2023-03-11T09:22:35.006" v="3529"/>
          <ac:spMkLst>
            <pc:docMk/>
            <pc:sldMk cId="1990660398" sldId="2507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21:06.627" v="3478" actId="20577"/>
          <ac:spMkLst>
            <pc:docMk/>
            <pc:sldMk cId="1990660398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45:27.312" v="3677" actId="20577"/>
        <pc:sldMkLst>
          <pc:docMk/>
          <pc:sldMk cId="1508569928" sldId="2508"/>
        </pc:sldMkLst>
        <pc:spChg chg="mod">
          <ac:chgData name="Owais Ahmed" userId="6abc7d4556b3b071" providerId="LiveId" clId="{254A2D3D-DCA5-4B3F-A573-52F1054DFAE2}" dt="2023-03-11T09:45:27.312" v="3677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45:14.277" v="3662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58:49.793" v="4207" actId="20577"/>
        <pc:sldMkLst>
          <pc:docMk/>
          <pc:sldMk cId="2812469995" sldId="2509"/>
        </pc:sldMkLst>
        <pc:spChg chg="mod">
          <ac:chgData name="Owais Ahmed" userId="6abc7d4556b3b071" providerId="LiveId" clId="{254A2D3D-DCA5-4B3F-A573-52F1054DFAE2}" dt="2023-03-11T09:58:49.793" v="4207" actId="20577"/>
          <ac:spMkLst>
            <pc:docMk/>
            <pc:sldMk cId="2812469995" sldId="2509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61BB0266-BD3A-4F34-AC79-67330DC72982}"/>
    <pc:docChg chg="undo redo custSel addSld delSld modSld modSection">
      <pc:chgData name="Owais Ahmed" userId="6abc7d4556b3b071" providerId="LiveId" clId="{61BB0266-BD3A-4F34-AC79-67330DC72982}" dt="2023-06-01T20:46:12.818" v="2201" actId="1076"/>
      <pc:docMkLst>
        <pc:docMk/>
      </pc:docMkLst>
      <pc:sldChg chg="modSp mod">
        <pc:chgData name="Owais Ahmed" userId="6abc7d4556b3b071" providerId="LiveId" clId="{61BB0266-BD3A-4F34-AC79-67330DC72982}" dt="2023-06-01T19:12:56.310" v="1796" actId="20577"/>
        <pc:sldMkLst>
          <pc:docMk/>
          <pc:sldMk cId="1649098948" sldId="2462"/>
        </pc:sldMkLst>
        <pc:spChg chg="mod">
          <ac:chgData name="Owais Ahmed" userId="6abc7d4556b3b071" providerId="LiveId" clId="{61BB0266-BD3A-4F34-AC79-67330DC72982}" dt="2023-06-01T19:12:56.310" v="179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NotesTx">
        <pc:chgData name="Owais Ahmed" userId="6abc7d4556b3b071" providerId="LiveId" clId="{61BB0266-BD3A-4F34-AC79-67330DC72982}" dt="2023-06-01T20:28:40.820" v="2168"/>
        <pc:sldMkLst>
          <pc:docMk/>
          <pc:sldMk cId="2254841546" sldId="2532"/>
        </pc:sldMkLst>
      </pc:sldChg>
      <pc:sldChg chg="del">
        <pc:chgData name="Owais Ahmed" userId="6abc7d4556b3b071" providerId="LiveId" clId="{61BB0266-BD3A-4F34-AC79-67330DC72982}" dt="2023-06-01T17:27:10.470" v="0" actId="47"/>
        <pc:sldMkLst>
          <pc:docMk/>
          <pc:sldMk cId="2468555172" sldId="2534"/>
        </pc:sldMkLst>
      </pc:sldChg>
      <pc:sldChg chg="addSp delSp modSp add mod modAnim">
        <pc:chgData name="Owais Ahmed" userId="6abc7d4556b3b071" providerId="LiveId" clId="{61BB0266-BD3A-4F34-AC79-67330DC72982}" dt="2023-06-01T18:23:33.649" v="674" actId="14100"/>
        <pc:sldMkLst>
          <pc:docMk/>
          <pc:sldMk cId="3562149716" sldId="2534"/>
        </pc:sldMkLst>
        <pc:spChg chg="mod">
          <ac:chgData name="Owais Ahmed" userId="6abc7d4556b3b071" providerId="LiveId" clId="{61BB0266-BD3A-4F34-AC79-67330DC72982}" dt="2023-06-01T18:15:19.070" v="616" actId="14100"/>
          <ac:spMkLst>
            <pc:docMk/>
            <pc:sldMk cId="3562149716" sldId="2534"/>
            <ac:spMk id="3" creationId="{4A1C0383-58FE-E486-295E-B33B8683B938}"/>
          </ac:spMkLst>
        </pc:spChg>
        <pc:spChg chg="mod">
          <ac:chgData name="Owais Ahmed" userId="6abc7d4556b3b071" providerId="LiveId" clId="{61BB0266-BD3A-4F34-AC79-67330DC72982}" dt="2023-06-01T17:28:17.116" v="2" actId="20577"/>
          <ac:spMkLst>
            <pc:docMk/>
            <pc:sldMk cId="3562149716" sldId="253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61BB0266-BD3A-4F34-AC79-67330DC72982}" dt="2023-06-01T18:22:01.393" v="670"/>
          <ac:graphicFrameMkLst>
            <pc:docMk/>
            <pc:sldMk cId="3562149716" sldId="2534"/>
            <ac:graphicFrameMk id="6" creationId="{858D596D-0475-B578-CAB9-5C51EA4768EF}"/>
          </ac:graphicFrameMkLst>
        </pc:graphicFrameChg>
        <pc:picChg chg="add del mod">
          <ac:chgData name="Owais Ahmed" userId="6abc7d4556b3b071" providerId="LiveId" clId="{61BB0266-BD3A-4F34-AC79-67330DC72982}" dt="2023-06-01T18:23:21.661" v="671" actId="478"/>
          <ac:picMkLst>
            <pc:docMk/>
            <pc:sldMk cId="3562149716" sldId="2534"/>
            <ac:picMk id="5" creationId="{68AF2DAC-161A-11E6-068A-18E814DEE2B9}"/>
          </ac:picMkLst>
        </pc:picChg>
        <pc:picChg chg="add mod">
          <ac:chgData name="Owais Ahmed" userId="6abc7d4556b3b071" providerId="LiveId" clId="{61BB0266-BD3A-4F34-AC79-67330DC72982}" dt="2023-06-01T18:23:33.649" v="674" actId="14100"/>
          <ac:picMkLst>
            <pc:docMk/>
            <pc:sldMk cId="3562149716" sldId="2534"/>
            <ac:picMk id="8" creationId="{A91149AC-3191-A8C0-B20F-5EB675DEDEE2}"/>
          </ac:picMkLst>
        </pc:picChg>
      </pc:sldChg>
      <pc:sldChg chg="addSp delSp modSp add mod addAnim delAnim modAnim">
        <pc:chgData name="Owais Ahmed" userId="6abc7d4556b3b071" providerId="LiveId" clId="{61BB0266-BD3A-4F34-AC79-67330DC72982}" dt="2023-06-01T19:13:19.938" v="1813" actId="20577"/>
        <pc:sldMkLst>
          <pc:docMk/>
          <pc:sldMk cId="2723905336" sldId="2535"/>
        </pc:sldMkLst>
        <pc:spChg chg="mod">
          <ac:chgData name="Owais Ahmed" userId="6abc7d4556b3b071" providerId="LiveId" clId="{61BB0266-BD3A-4F34-AC79-67330DC72982}" dt="2023-06-01T19:12:28.939" v="1756" actId="20577"/>
          <ac:spMkLst>
            <pc:docMk/>
            <pc:sldMk cId="2723905336" sldId="2535"/>
            <ac:spMk id="3" creationId="{4A1C0383-58FE-E486-295E-B33B8683B938}"/>
          </ac:spMkLst>
        </pc:spChg>
        <pc:spChg chg="add del mod">
          <ac:chgData name="Owais Ahmed" userId="6abc7d4556b3b071" providerId="LiveId" clId="{61BB0266-BD3A-4F34-AC79-67330DC72982}" dt="2023-06-01T19:01:17.376" v="1480" actId="478"/>
          <ac:spMkLst>
            <pc:docMk/>
            <pc:sldMk cId="2723905336" sldId="2535"/>
            <ac:spMk id="5" creationId="{429A9688-A7E5-6DF0-8CF8-90D099209416}"/>
          </ac:spMkLst>
        </pc:spChg>
        <pc:spChg chg="add del mod">
          <ac:chgData name="Owais Ahmed" userId="6abc7d4556b3b071" providerId="LiveId" clId="{61BB0266-BD3A-4F34-AC79-67330DC72982}" dt="2023-06-01T19:01:18.573" v="1481" actId="478"/>
          <ac:spMkLst>
            <pc:docMk/>
            <pc:sldMk cId="2723905336" sldId="2535"/>
            <ac:spMk id="6" creationId="{20B4397A-3B7C-F944-98E4-6C6AA61087C2}"/>
          </ac:spMkLst>
        </pc:spChg>
        <pc:spChg chg="mod">
          <ac:chgData name="Owais Ahmed" userId="6abc7d4556b3b071" providerId="LiveId" clId="{61BB0266-BD3A-4F34-AC79-67330DC72982}" dt="2023-06-01T19:13:19.938" v="1813" actId="20577"/>
          <ac:spMkLst>
            <pc:docMk/>
            <pc:sldMk cId="2723905336" sldId="253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61BB0266-BD3A-4F34-AC79-67330DC72982}" dt="2023-06-01T19:11:49.108" v="1744" actId="1076"/>
          <ac:graphicFrameMkLst>
            <pc:docMk/>
            <pc:sldMk cId="2723905336" sldId="2535"/>
            <ac:graphicFrameMk id="4" creationId="{DE132AD4-7666-BC53-992A-2C30D75CADB8}"/>
          </ac:graphicFrameMkLst>
        </pc:graphicFrameChg>
      </pc:sldChg>
      <pc:sldChg chg="addSp delSp modSp add mod delAnim modAnim">
        <pc:chgData name="Owais Ahmed" userId="6abc7d4556b3b071" providerId="LiveId" clId="{61BB0266-BD3A-4F34-AC79-67330DC72982}" dt="2023-06-01T19:21:39.708" v="2121" actId="20577"/>
        <pc:sldMkLst>
          <pc:docMk/>
          <pc:sldMk cId="2375706165" sldId="2536"/>
        </pc:sldMkLst>
        <pc:spChg chg="mod">
          <ac:chgData name="Owais Ahmed" userId="6abc7d4556b3b071" providerId="LiveId" clId="{61BB0266-BD3A-4F34-AC79-67330DC72982}" dt="2023-06-01T19:21:39.708" v="2121" actId="20577"/>
          <ac:spMkLst>
            <pc:docMk/>
            <pc:sldMk cId="2375706165" sldId="2536"/>
            <ac:spMk id="3" creationId="{4A1C0383-58FE-E486-295E-B33B8683B938}"/>
          </ac:spMkLst>
        </pc:spChg>
        <pc:spChg chg="mod">
          <ac:chgData name="Owais Ahmed" userId="6abc7d4556b3b071" providerId="LiveId" clId="{61BB0266-BD3A-4F34-AC79-67330DC72982}" dt="2023-06-01T19:13:25.457" v="1825" actId="20577"/>
          <ac:spMkLst>
            <pc:docMk/>
            <pc:sldMk cId="2375706165" sldId="2536"/>
            <ac:spMk id="215" creationId="{00000000-0000-0000-0000-000000000000}"/>
          </ac:spMkLst>
        </pc:spChg>
        <pc:graphicFrameChg chg="del">
          <ac:chgData name="Owais Ahmed" userId="6abc7d4556b3b071" providerId="LiveId" clId="{61BB0266-BD3A-4F34-AC79-67330DC72982}" dt="2023-06-01T19:13:06.911" v="1797" actId="478"/>
          <ac:graphicFrameMkLst>
            <pc:docMk/>
            <pc:sldMk cId="2375706165" sldId="2536"/>
            <ac:graphicFrameMk id="4" creationId="{DE132AD4-7666-BC53-992A-2C30D75CADB8}"/>
          </ac:graphicFrameMkLst>
        </pc:graphicFrameChg>
        <pc:picChg chg="add del">
          <ac:chgData name="Owais Ahmed" userId="6abc7d4556b3b071" providerId="LiveId" clId="{61BB0266-BD3A-4F34-AC79-67330DC72982}" dt="2023-06-01T19:20:57.609" v="2059" actId="22"/>
          <ac:picMkLst>
            <pc:docMk/>
            <pc:sldMk cId="2375706165" sldId="2536"/>
            <ac:picMk id="6" creationId="{4AC55A09-F46D-67D8-511A-0CB2AFA0B37A}"/>
          </ac:picMkLst>
        </pc:picChg>
        <pc:picChg chg="add del mod">
          <ac:chgData name="Owais Ahmed" userId="6abc7d4556b3b071" providerId="LiveId" clId="{61BB0266-BD3A-4F34-AC79-67330DC72982}" dt="2023-06-01T19:21:06.848" v="2067" actId="22"/>
          <ac:picMkLst>
            <pc:docMk/>
            <pc:sldMk cId="2375706165" sldId="2536"/>
            <ac:picMk id="8" creationId="{3D2BAF78-82A8-0E46-01BC-CD938BC1A14F}"/>
          </ac:picMkLst>
        </pc:picChg>
        <pc:picChg chg="add mod">
          <ac:chgData name="Owais Ahmed" userId="6abc7d4556b3b071" providerId="LiveId" clId="{61BB0266-BD3A-4F34-AC79-67330DC72982}" dt="2023-06-01T19:21:19.926" v="2071" actId="1076"/>
          <ac:picMkLst>
            <pc:docMk/>
            <pc:sldMk cId="2375706165" sldId="2536"/>
            <ac:picMk id="10" creationId="{A920AE0B-EDDD-60BC-4162-2FDBA162BF66}"/>
          </ac:picMkLst>
        </pc:picChg>
      </pc:sldChg>
      <pc:sldChg chg="addSp delSp modSp add mod delAnim modAnim modNotesTx">
        <pc:chgData name="Owais Ahmed" userId="6abc7d4556b3b071" providerId="LiveId" clId="{61BB0266-BD3A-4F34-AC79-67330DC72982}" dt="2023-06-01T20:44:34.086" v="2194" actId="20577"/>
        <pc:sldMkLst>
          <pc:docMk/>
          <pc:sldMk cId="4240904722" sldId="2537"/>
        </pc:sldMkLst>
        <pc:spChg chg="del mod">
          <ac:chgData name="Owais Ahmed" userId="6abc7d4556b3b071" providerId="LiveId" clId="{61BB0266-BD3A-4F34-AC79-67330DC72982}" dt="2023-06-01T19:29:25.356" v="2126" actId="478"/>
          <ac:spMkLst>
            <pc:docMk/>
            <pc:sldMk cId="4240904722" sldId="2537"/>
            <ac:spMk id="3" creationId="{4A1C0383-58FE-E486-295E-B33B8683B938}"/>
          </ac:spMkLst>
        </pc:spChg>
        <pc:picChg chg="add mod">
          <ac:chgData name="Owais Ahmed" userId="6abc7d4556b3b071" providerId="LiveId" clId="{61BB0266-BD3A-4F34-AC79-67330DC72982}" dt="2023-06-01T20:43:25.267" v="2175" actId="1076"/>
          <ac:picMkLst>
            <pc:docMk/>
            <pc:sldMk cId="4240904722" sldId="2537"/>
            <ac:picMk id="4" creationId="{EABF1E91-BC08-1F09-97D0-3A1AFC390FD6}"/>
          </ac:picMkLst>
        </pc:picChg>
        <pc:picChg chg="add del mod">
          <ac:chgData name="Owais Ahmed" userId="6abc7d4556b3b071" providerId="LiveId" clId="{61BB0266-BD3A-4F34-AC79-67330DC72982}" dt="2023-06-01T19:34:31.080" v="2147" actId="478"/>
          <ac:picMkLst>
            <pc:docMk/>
            <pc:sldMk cId="4240904722" sldId="2537"/>
            <ac:picMk id="5" creationId="{C82A560E-88F9-CF4F-ACAB-B390CE5428B2}"/>
          </ac:picMkLst>
        </pc:picChg>
        <pc:picChg chg="add mod">
          <ac:chgData name="Owais Ahmed" userId="6abc7d4556b3b071" providerId="LiveId" clId="{61BB0266-BD3A-4F34-AC79-67330DC72982}" dt="2023-06-01T20:43:25.267" v="2175" actId="1076"/>
          <ac:picMkLst>
            <pc:docMk/>
            <pc:sldMk cId="4240904722" sldId="2537"/>
            <ac:picMk id="6" creationId="{AEE67BD5-2789-F7C7-F89F-137A93037859}"/>
          </ac:picMkLst>
        </pc:picChg>
        <pc:picChg chg="add del mod">
          <ac:chgData name="Owais Ahmed" userId="6abc7d4556b3b071" providerId="LiveId" clId="{61BB0266-BD3A-4F34-AC79-67330DC72982}" dt="2023-06-01T19:34:31.744" v="2148" actId="478"/>
          <ac:picMkLst>
            <pc:docMk/>
            <pc:sldMk cId="4240904722" sldId="2537"/>
            <ac:picMk id="7" creationId="{B60C9B94-600C-7019-169D-02C2E5130291}"/>
          </ac:picMkLst>
        </pc:picChg>
        <pc:picChg chg="add del mod">
          <ac:chgData name="Owais Ahmed" userId="6abc7d4556b3b071" providerId="LiveId" clId="{61BB0266-BD3A-4F34-AC79-67330DC72982}" dt="2023-06-01T19:34:33.299" v="2150" actId="478"/>
          <ac:picMkLst>
            <pc:docMk/>
            <pc:sldMk cId="4240904722" sldId="2537"/>
            <ac:picMk id="9" creationId="{AB2FF5C0-F3C7-B905-3399-8CD6903090D2}"/>
          </ac:picMkLst>
        </pc:picChg>
        <pc:picChg chg="add del mod">
          <ac:chgData name="Owais Ahmed" userId="6abc7d4556b3b071" providerId="LiveId" clId="{61BB0266-BD3A-4F34-AC79-67330DC72982}" dt="2023-06-01T19:34:32.213" v="2149" actId="478"/>
          <ac:picMkLst>
            <pc:docMk/>
            <pc:sldMk cId="4240904722" sldId="2537"/>
            <ac:picMk id="11" creationId="{DBF9DFE3-D109-136A-3273-00AFC6C5AE51}"/>
          </ac:picMkLst>
        </pc:picChg>
        <pc:picChg chg="add del mod">
          <ac:chgData name="Owais Ahmed" userId="6abc7d4556b3b071" providerId="LiveId" clId="{61BB0266-BD3A-4F34-AC79-67330DC72982}" dt="2023-06-01T20:27:08.833" v="2160" actId="478"/>
          <ac:picMkLst>
            <pc:docMk/>
            <pc:sldMk cId="4240904722" sldId="2537"/>
            <ac:picMk id="13" creationId="{1CCD39F7-657E-3DD9-2158-DC5C52D9EB11}"/>
          </ac:picMkLst>
        </pc:picChg>
        <pc:picChg chg="add del mod">
          <ac:chgData name="Owais Ahmed" userId="6abc7d4556b3b071" providerId="LiveId" clId="{61BB0266-BD3A-4F34-AC79-67330DC72982}" dt="2023-06-01T20:42:14.763" v="2169" actId="478"/>
          <ac:picMkLst>
            <pc:docMk/>
            <pc:sldMk cId="4240904722" sldId="2537"/>
            <ac:picMk id="15" creationId="{FFCC0A1D-1AA6-4C53-D154-E1CD649941FF}"/>
          </ac:picMkLst>
        </pc:picChg>
        <pc:picChg chg="add del mod">
          <ac:chgData name="Owais Ahmed" userId="6abc7d4556b3b071" providerId="LiveId" clId="{61BB0266-BD3A-4F34-AC79-67330DC72982}" dt="2023-06-01T20:42:15.165" v="2170" actId="478"/>
          <ac:picMkLst>
            <pc:docMk/>
            <pc:sldMk cId="4240904722" sldId="2537"/>
            <ac:picMk id="17" creationId="{A8B2DF5B-03C4-BFD6-72C8-C04EDE9646EA}"/>
          </ac:picMkLst>
        </pc:picChg>
      </pc:sldChg>
      <pc:sldChg chg="addSp delSp modSp add mod modNotesTx">
        <pc:chgData name="Owais Ahmed" userId="6abc7d4556b3b071" providerId="LiveId" clId="{61BB0266-BD3A-4F34-AC79-67330DC72982}" dt="2023-06-01T20:46:12.818" v="2201" actId="1076"/>
        <pc:sldMkLst>
          <pc:docMk/>
          <pc:sldMk cId="698020838" sldId="2538"/>
        </pc:sldMkLst>
        <pc:picChg chg="del">
          <ac:chgData name="Owais Ahmed" userId="6abc7d4556b3b071" providerId="LiveId" clId="{61BB0266-BD3A-4F34-AC79-67330DC72982}" dt="2023-06-01T20:43:35.883" v="2178" actId="478"/>
          <ac:picMkLst>
            <pc:docMk/>
            <pc:sldMk cId="698020838" sldId="2538"/>
            <ac:picMk id="4" creationId="{EABF1E91-BC08-1F09-97D0-3A1AFC390FD6}"/>
          </ac:picMkLst>
        </pc:picChg>
        <pc:picChg chg="add mod">
          <ac:chgData name="Owais Ahmed" userId="6abc7d4556b3b071" providerId="LiveId" clId="{61BB0266-BD3A-4F34-AC79-67330DC72982}" dt="2023-06-01T20:46:12.818" v="2201" actId="1076"/>
          <ac:picMkLst>
            <pc:docMk/>
            <pc:sldMk cId="698020838" sldId="2538"/>
            <ac:picMk id="5" creationId="{FFA276EF-2D5C-7C2E-0036-3A6B5D756F23}"/>
          </ac:picMkLst>
        </pc:picChg>
        <pc:picChg chg="del">
          <ac:chgData name="Owais Ahmed" userId="6abc7d4556b3b071" providerId="LiveId" clId="{61BB0266-BD3A-4F34-AC79-67330DC72982}" dt="2023-06-01T20:43:35.075" v="2177" actId="478"/>
          <ac:picMkLst>
            <pc:docMk/>
            <pc:sldMk cId="698020838" sldId="2538"/>
            <ac:picMk id="6" creationId="{AEE67BD5-2789-F7C7-F89F-137A93037859}"/>
          </ac:picMkLst>
        </pc:picChg>
        <pc:picChg chg="add mod">
          <ac:chgData name="Owais Ahmed" userId="6abc7d4556b3b071" providerId="LiveId" clId="{61BB0266-BD3A-4F34-AC79-67330DC72982}" dt="2023-06-01T20:46:04.376" v="2199" actId="1076"/>
          <ac:picMkLst>
            <pc:docMk/>
            <pc:sldMk cId="698020838" sldId="2538"/>
            <ac:picMk id="8" creationId="{F3083648-F013-3691-E80E-07AFE60D8CDB}"/>
          </ac:picMkLst>
        </pc:picChg>
      </pc:sldChg>
    </pc:docChg>
  </pc:docChgLst>
  <pc:docChgLst>
    <pc:chgData name="Owais Ahmed" userId="6abc7d4556b3b071" providerId="LiveId" clId="{583CDD36-DC75-4E50-898E-AECC56DCC01A}"/>
    <pc:docChg chg="undo redo custSel addSld delSld modSld">
      <pc:chgData name="Owais Ahmed" userId="6abc7d4556b3b071" providerId="LiveId" clId="{583CDD36-DC75-4E50-898E-AECC56DCC01A}" dt="2023-03-04T13:30:34.083" v="4560" actId="6549"/>
      <pc:docMkLst>
        <pc:docMk/>
      </pc:docMkLst>
      <pc:sldChg chg="modSp mod">
        <pc:chgData name="Owais Ahmed" userId="6abc7d4556b3b071" providerId="LiveId" clId="{583CDD36-DC75-4E50-898E-AECC56DCC01A}" dt="2023-03-03T04:49:18.654" v="1951" actId="20577"/>
        <pc:sldMkLst>
          <pc:docMk/>
          <pc:sldMk cId="1649098948" sldId="2462"/>
        </pc:sldMkLst>
        <pc:spChg chg="mod">
          <ac:chgData name="Owais Ahmed" userId="6abc7d4556b3b071" providerId="LiveId" clId="{583CDD36-DC75-4E50-898E-AECC56DCC01A}" dt="2023-03-03T04:49:18.654" v="195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583CDD36-DC75-4E50-898E-AECC56DCC01A}" dt="2023-03-03T04:47:45.101" v="1938" actId="20577"/>
        <pc:sldMkLst>
          <pc:docMk/>
          <pc:sldMk cId="502436521" sldId="2495"/>
        </pc:sldMkLst>
        <pc:spChg chg="mod">
          <ac:chgData name="Owais Ahmed" userId="6abc7d4556b3b071" providerId="LiveId" clId="{583CDD36-DC75-4E50-898E-AECC56DCC01A}" dt="2023-03-03T04:47:45.101" v="1938" actId="20577"/>
          <ac:spMkLst>
            <pc:docMk/>
            <pc:sldMk cId="502436521" sldId="2495"/>
            <ac:spMk id="3" creationId="{4A1C0383-58FE-E486-295E-B33B8683B938}"/>
          </ac:spMkLst>
        </pc:spChg>
      </pc:sldChg>
      <pc:sldChg chg="addSp delSp modSp mod modAnim modNotesTx">
        <pc:chgData name="Owais Ahmed" userId="6abc7d4556b3b071" providerId="LiveId" clId="{583CDD36-DC75-4E50-898E-AECC56DCC01A}" dt="2023-03-03T04:33:09.205" v="1128" actId="20577"/>
        <pc:sldMkLst>
          <pc:docMk/>
          <pc:sldMk cId="3658375322" sldId="2496"/>
        </pc:sldMkLst>
        <pc:spChg chg="mod">
          <ac:chgData name="Owais Ahmed" userId="6abc7d4556b3b071" providerId="LiveId" clId="{583CDD36-DC75-4E50-898E-AECC56DCC01A}" dt="2023-03-03T04:33:09.205" v="1128" actId="20577"/>
          <ac:spMkLst>
            <pc:docMk/>
            <pc:sldMk cId="3658375322" sldId="2496"/>
            <ac:spMk id="3" creationId="{4A1C0383-58FE-E486-295E-B33B8683B938}"/>
          </ac:spMkLst>
        </pc:spChg>
        <pc:graphicFrameChg chg="add del mod">
          <ac:chgData name="Owais Ahmed" userId="6abc7d4556b3b071" providerId="LiveId" clId="{583CDD36-DC75-4E50-898E-AECC56DCC01A}" dt="2023-03-03T04:18:39.779" v="23"/>
          <ac:graphicFrameMkLst>
            <pc:docMk/>
            <pc:sldMk cId="3658375322" sldId="2496"/>
            <ac:graphicFrameMk id="4" creationId="{BFEC3375-B963-8923-4A6E-32818B1D2D4F}"/>
          </ac:graphicFrameMkLst>
        </pc:graphicFrameChg>
        <pc:graphicFrameChg chg="add del mod">
          <ac:chgData name="Owais Ahmed" userId="6abc7d4556b3b071" providerId="LiveId" clId="{583CDD36-DC75-4E50-898E-AECC56DCC01A}" dt="2023-03-03T04:27:20.607" v="679" actId="478"/>
          <ac:graphicFrameMkLst>
            <pc:docMk/>
            <pc:sldMk cId="3658375322" sldId="2496"/>
            <ac:graphicFrameMk id="5" creationId="{96E07031-D3A1-2C91-FA40-03175BC09D30}"/>
          </ac:graphicFrameMkLst>
        </pc:graphicFrameChg>
      </pc:sldChg>
      <pc:sldChg chg="addSp modSp add mod modAnim">
        <pc:chgData name="Owais Ahmed" userId="6abc7d4556b3b071" providerId="LiveId" clId="{583CDD36-DC75-4E50-898E-AECC56DCC01A}" dt="2023-03-03T04:43:36.685" v="1807" actId="20577"/>
        <pc:sldMkLst>
          <pc:docMk/>
          <pc:sldMk cId="1001608454" sldId="2497"/>
        </pc:sldMkLst>
        <pc:spChg chg="mod">
          <ac:chgData name="Owais Ahmed" userId="6abc7d4556b3b071" providerId="LiveId" clId="{583CDD36-DC75-4E50-898E-AECC56DCC01A}" dt="2023-03-03T04:43:36.685" v="1807" actId="20577"/>
          <ac:spMkLst>
            <pc:docMk/>
            <pc:sldMk cId="1001608454" sldId="2497"/>
            <ac:spMk id="3" creationId="{4A1C0383-58FE-E486-295E-B33B8683B938}"/>
          </ac:spMkLst>
        </pc:spChg>
        <pc:picChg chg="add mod">
          <ac:chgData name="Owais Ahmed" userId="6abc7d4556b3b071" providerId="LiveId" clId="{583CDD36-DC75-4E50-898E-AECC56DCC01A}" dt="2023-03-03T04:40:54.505" v="1617" actId="1076"/>
          <ac:picMkLst>
            <pc:docMk/>
            <pc:sldMk cId="1001608454" sldId="2497"/>
            <ac:picMk id="1026" creationId="{8DBC71CE-FCFC-758B-CB82-BF3E8407CAC9}"/>
          </ac:picMkLst>
        </pc:picChg>
      </pc:sldChg>
      <pc:sldChg chg="addSp delSp modSp add del mod modAnim">
        <pc:chgData name="Owais Ahmed" userId="6abc7d4556b3b071" providerId="LiveId" clId="{583CDD36-DC75-4E50-898E-AECC56DCC01A}" dt="2023-03-03T06:09:14.525" v="3778" actId="27636"/>
        <pc:sldMkLst>
          <pc:docMk/>
          <pc:sldMk cId="1881289253" sldId="2498"/>
        </pc:sldMkLst>
        <pc:spChg chg="mod">
          <ac:chgData name="Owais Ahmed" userId="6abc7d4556b3b071" providerId="LiveId" clId="{583CDD36-DC75-4E50-898E-AECC56DCC01A}" dt="2023-03-03T06:09:14.525" v="3778" actId="27636"/>
          <ac:spMkLst>
            <pc:docMk/>
            <pc:sldMk cId="1881289253" sldId="2498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42:07.125" v="2139"/>
          <ac:spMkLst>
            <pc:docMk/>
            <pc:sldMk cId="1881289253" sldId="2498"/>
            <ac:spMk id="4" creationId="{F58F651D-1426-F8D8-EDE6-210C1C067CBF}"/>
          </ac:spMkLst>
        </pc:spChg>
        <pc:spChg chg="add del">
          <ac:chgData name="Owais Ahmed" userId="6abc7d4556b3b071" providerId="LiveId" clId="{583CDD36-DC75-4E50-898E-AECC56DCC01A}" dt="2023-03-03T05:42:24.465" v="2141"/>
          <ac:spMkLst>
            <pc:docMk/>
            <pc:sldMk cId="1881289253" sldId="2498"/>
            <ac:spMk id="5" creationId="{F1C8F1BD-E543-1C02-C17F-B1A2872354C4}"/>
          </ac:spMkLst>
        </pc:spChg>
        <pc:spChg chg="mod">
          <ac:chgData name="Owais Ahmed" userId="6abc7d4556b3b071" providerId="LiveId" clId="{583CDD36-DC75-4E50-898E-AECC56DCC01A}" dt="2023-03-03T04:49:38.147" v="1981" actId="20577"/>
          <ac:spMkLst>
            <pc:docMk/>
            <pc:sldMk cId="1881289253" sldId="2498"/>
            <ac:spMk id="215" creationId="{00000000-0000-0000-0000-000000000000}"/>
          </ac:spMkLst>
        </pc:spChg>
        <pc:picChg chg="add mod">
          <ac:chgData name="Owais Ahmed" userId="6abc7d4556b3b071" providerId="LiveId" clId="{583CDD36-DC75-4E50-898E-AECC56DCC01A}" dt="2023-03-03T05:43:39.544" v="2146" actId="1076"/>
          <ac:picMkLst>
            <pc:docMk/>
            <pc:sldMk cId="1881289253" sldId="2498"/>
            <ac:picMk id="3078" creationId="{FAA109FF-5D40-8692-BD65-902C9FEB4EB4}"/>
          </ac:picMkLst>
        </pc:picChg>
      </pc:sldChg>
      <pc:sldChg chg="addSp delSp modSp add mod modAnim">
        <pc:chgData name="Owais Ahmed" userId="6abc7d4556b3b071" providerId="LiveId" clId="{583CDD36-DC75-4E50-898E-AECC56DCC01A}" dt="2023-03-03T06:00:29.500" v="2818" actId="1076"/>
        <pc:sldMkLst>
          <pc:docMk/>
          <pc:sldMk cId="3955736578" sldId="2499"/>
        </pc:sldMkLst>
        <pc:spChg chg="mod">
          <ac:chgData name="Owais Ahmed" userId="6abc7d4556b3b071" providerId="LiveId" clId="{583CDD36-DC75-4E50-898E-AECC56DCC01A}" dt="2023-03-03T05:58:55.332" v="2810" actId="20577"/>
          <ac:spMkLst>
            <pc:docMk/>
            <pc:sldMk cId="3955736578" sldId="2499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59:51.543" v="2812"/>
          <ac:spMkLst>
            <pc:docMk/>
            <pc:sldMk cId="3955736578" sldId="2499"/>
            <ac:spMk id="4" creationId="{A8C2EC14-07AD-1150-23BC-827AB83B1019}"/>
          </ac:spMkLst>
        </pc:spChg>
        <pc:picChg chg="add del">
          <ac:chgData name="Owais Ahmed" userId="6abc7d4556b3b071" providerId="LiveId" clId="{583CDD36-DC75-4E50-898E-AECC56DCC01A}" dt="2023-03-03T06:00:07.097" v="2814" actId="22"/>
          <ac:picMkLst>
            <pc:docMk/>
            <pc:sldMk cId="3955736578" sldId="2499"/>
            <ac:picMk id="6" creationId="{BE71870F-3DBA-4D1F-C222-1B194F1ECDD4}"/>
          </ac:picMkLst>
        </pc:picChg>
        <pc:picChg chg="add mod">
          <ac:chgData name="Owais Ahmed" userId="6abc7d4556b3b071" providerId="LiveId" clId="{583CDD36-DC75-4E50-898E-AECC56DCC01A}" dt="2023-03-03T06:00:29.500" v="2818" actId="1076"/>
          <ac:picMkLst>
            <pc:docMk/>
            <pc:sldMk cId="3955736578" sldId="2499"/>
            <ac:picMk id="8" creationId="{2D690B33-8A95-3481-E1DA-0C2846067CC2}"/>
          </ac:picMkLst>
        </pc:picChg>
        <pc:picChg chg="del">
          <ac:chgData name="Owais Ahmed" userId="6abc7d4556b3b071" providerId="LiveId" clId="{583CDD36-DC75-4E50-898E-AECC56DCC01A}" dt="2023-03-03T05:56:14.122" v="2676" actId="478"/>
          <ac:picMkLst>
            <pc:docMk/>
            <pc:sldMk cId="3955736578" sldId="2499"/>
            <ac:picMk id="3078" creationId="{FAA109FF-5D40-8692-BD65-902C9FEB4EB4}"/>
          </ac:picMkLst>
        </pc:picChg>
      </pc:sldChg>
      <pc:sldChg chg="delSp modSp add mod modAnim">
        <pc:chgData name="Owais Ahmed" userId="6abc7d4556b3b071" providerId="LiveId" clId="{583CDD36-DC75-4E50-898E-AECC56DCC01A}" dt="2023-03-03T06:08:11.648" v="3770" actId="20577"/>
        <pc:sldMkLst>
          <pc:docMk/>
          <pc:sldMk cId="3647547761" sldId="2500"/>
        </pc:sldMkLst>
        <pc:spChg chg="mod">
          <ac:chgData name="Owais Ahmed" userId="6abc7d4556b3b071" providerId="LiveId" clId="{583CDD36-DC75-4E50-898E-AECC56DCC01A}" dt="2023-03-03T06:08:11.648" v="3770" actId="20577"/>
          <ac:spMkLst>
            <pc:docMk/>
            <pc:sldMk cId="3647547761" sldId="2500"/>
            <ac:spMk id="3" creationId="{4A1C0383-58FE-E486-295E-B33B8683B938}"/>
          </ac:spMkLst>
        </pc:spChg>
        <pc:picChg chg="del">
          <ac:chgData name="Owais Ahmed" userId="6abc7d4556b3b071" providerId="LiveId" clId="{583CDD36-DC75-4E50-898E-AECC56DCC01A}" dt="2023-03-03T06:00:36.483" v="2820" actId="478"/>
          <ac:picMkLst>
            <pc:docMk/>
            <pc:sldMk cId="3647547761" sldId="2500"/>
            <ac:picMk id="8" creationId="{2D690B33-8A95-3481-E1DA-0C2846067CC2}"/>
          </ac:picMkLst>
        </pc:picChg>
      </pc:sldChg>
      <pc:sldChg chg="del">
        <pc:chgData name="Owais Ahmed" userId="6abc7d4556b3b071" providerId="LiveId" clId="{583CDD36-DC75-4E50-898E-AECC56DCC01A}" dt="2023-03-03T06:09:16.822" v="3779" actId="47"/>
        <pc:sldMkLst>
          <pc:docMk/>
          <pc:sldMk cId="3343540598" sldId="2501"/>
        </pc:sldMkLst>
      </pc:sldChg>
      <pc:sldChg chg="modSp add mod modAnim modNotesTx">
        <pc:chgData name="Owais Ahmed" userId="6abc7d4556b3b071" providerId="LiveId" clId="{583CDD36-DC75-4E50-898E-AECC56DCC01A}" dt="2023-03-03T06:24:32.189" v="4559" actId="20577"/>
        <pc:sldMkLst>
          <pc:docMk/>
          <pc:sldMk cId="3769573511" sldId="2501"/>
        </pc:sldMkLst>
        <pc:spChg chg="mod">
          <ac:chgData name="Owais Ahmed" userId="6abc7d4556b3b071" providerId="LiveId" clId="{583CDD36-DC75-4E50-898E-AECC56DCC01A}" dt="2023-03-03T06:14:47.884" v="4213" actId="20577"/>
          <ac:spMkLst>
            <pc:docMk/>
            <pc:sldMk cId="3769573511" sldId="2501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09:48.808" v="3814" actId="20577"/>
          <ac:spMkLst>
            <pc:docMk/>
            <pc:sldMk cId="3769573511" sldId="2501"/>
            <ac:spMk id="215" creationId="{00000000-0000-0000-0000-000000000000}"/>
          </ac:spMkLst>
        </pc:spChg>
      </pc:sldChg>
      <pc:sldChg chg="add del">
        <pc:chgData name="Owais Ahmed" userId="6abc7d4556b3b071" providerId="LiveId" clId="{583CDD36-DC75-4E50-898E-AECC56DCC01A}" dt="2023-03-03T06:08:54.966" v="3773" actId="2890"/>
        <pc:sldMkLst>
          <pc:docMk/>
          <pc:sldMk cId="300343940" sldId="2502"/>
        </pc:sldMkLst>
      </pc:sldChg>
      <pc:sldChg chg="add del">
        <pc:chgData name="Owais Ahmed" userId="6abc7d4556b3b071" providerId="LiveId" clId="{583CDD36-DC75-4E50-898E-AECC56DCC01A}" dt="2023-03-03T06:09:06.883" v="3775"/>
        <pc:sldMkLst>
          <pc:docMk/>
          <pc:sldMk cId="675864047" sldId="2502"/>
        </pc:sldMkLst>
      </pc:sldChg>
      <pc:sldChg chg="modSp add mod modAnim modNotesTx">
        <pc:chgData name="Owais Ahmed" userId="6abc7d4556b3b071" providerId="LiveId" clId="{583CDD36-DC75-4E50-898E-AECC56DCC01A}" dt="2023-03-04T13:30:34.083" v="4560" actId="6549"/>
        <pc:sldMkLst>
          <pc:docMk/>
          <pc:sldMk cId="2150423912" sldId="2502"/>
        </pc:sldMkLst>
        <pc:spChg chg="mod">
          <ac:chgData name="Owais Ahmed" userId="6abc7d4556b3b071" providerId="LiveId" clId="{583CDD36-DC75-4E50-898E-AECC56DCC01A}" dt="2023-03-03T06:23:48.434" v="4556" actId="20577"/>
          <ac:spMkLst>
            <pc:docMk/>
            <pc:sldMk cId="2150423912" sldId="2502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16:04.413" v="4227" actId="20577"/>
          <ac:spMkLst>
            <pc:docMk/>
            <pc:sldMk cId="2150423912" sldId="250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" userId="6abc7d4556b3b071" providerId="LiveId" clId="{67CF6123-0AE6-4BD4-ADE5-5F19A9E093E9}"/>
    <pc:docChg chg="undo custSel addSld delSld modSld">
      <pc:chgData name="Owais" userId="6abc7d4556b3b071" providerId="LiveId" clId="{67CF6123-0AE6-4BD4-ADE5-5F19A9E093E9}" dt="2023-03-10T05:56:53.799" v="4979" actId="20577"/>
      <pc:docMkLst>
        <pc:docMk/>
      </pc:docMkLst>
      <pc:sldChg chg="modSp mod">
        <pc:chgData name="Owais" userId="6abc7d4556b3b071" providerId="LiveId" clId="{67CF6123-0AE6-4BD4-ADE5-5F19A9E093E9}" dt="2023-03-10T05:37:06.215" v="3627" actId="20577"/>
        <pc:sldMkLst>
          <pc:docMk/>
          <pc:sldMk cId="1649098948" sldId="2462"/>
        </pc:sldMkLst>
        <pc:spChg chg="mod">
          <ac:chgData name="Owais" userId="6abc7d4556b3b071" providerId="LiveId" clId="{67CF6123-0AE6-4BD4-ADE5-5F19A9E093E9}" dt="2023-03-10T05:37:06.215" v="362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" userId="6abc7d4556b3b071" providerId="LiveId" clId="{67CF6123-0AE6-4BD4-ADE5-5F19A9E093E9}" dt="2023-03-10T04:47:29.251" v="1225" actId="20577"/>
        <pc:sldMkLst>
          <pc:docMk/>
          <pc:sldMk cId="641030253" sldId="2479"/>
        </pc:sldMkLst>
        <pc:spChg chg="mod">
          <ac:chgData name="Owais" userId="6abc7d4556b3b071" providerId="LiveId" clId="{67CF6123-0AE6-4BD4-ADE5-5F19A9E093E9}" dt="2023-03-10T04:47:29.251" v="122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22:27.620" v="13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09.120" v="95" actId="47"/>
        <pc:sldMkLst>
          <pc:docMk/>
          <pc:sldMk cId="33298473" sldId="2480"/>
        </pc:sldMkLst>
      </pc:sldChg>
      <pc:sldChg chg="modSp add del mod modAnim">
        <pc:chgData name="Owais" userId="6abc7d4556b3b071" providerId="LiveId" clId="{67CF6123-0AE6-4BD4-ADE5-5F19A9E093E9}" dt="2023-03-10T04:55:03.883" v="1309" actId="47"/>
        <pc:sldMkLst>
          <pc:docMk/>
          <pc:sldMk cId="2855042589" sldId="2480"/>
        </pc:sldMkLst>
        <pc:spChg chg="mod">
          <ac:chgData name="Owais" userId="6abc7d4556b3b071" providerId="LiveId" clId="{67CF6123-0AE6-4BD4-ADE5-5F19A9E093E9}" dt="2023-03-10T04:50:41.649" v="1306" actId="20577"/>
          <ac:spMkLst>
            <pc:docMk/>
            <pc:sldMk cId="2855042589" sldId="2480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31:38.842" v="1027" actId="20577"/>
          <ac:spMkLst>
            <pc:docMk/>
            <pc:sldMk cId="2855042589" sldId="2480"/>
            <ac:spMk id="215" creationId="{00000000-0000-0000-0000-000000000000}"/>
          </ac:spMkLst>
        </pc:spChg>
      </pc:sldChg>
      <pc:sldChg chg="add modNotesTx">
        <pc:chgData name="Owais" userId="6abc7d4556b3b071" providerId="LiveId" clId="{67CF6123-0AE6-4BD4-ADE5-5F19A9E093E9}" dt="2023-03-10T04:54:48.773" v="1308" actId="20577"/>
        <pc:sldMkLst>
          <pc:docMk/>
          <pc:sldMk cId="2091936453" sldId="2481"/>
        </pc:sldMkLst>
      </pc:sldChg>
      <pc:sldChg chg="del">
        <pc:chgData name="Owais" userId="6abc7d4556b3b071" providerId="LiveId" clId="{67CF6123-0AE6-4BD4-ADE5-5F19A9E093E9}" dt="2023-03-10T04:22:09.346" v="96" actId="47"/>
        <pc:sldMkLst>
          <pc:docMk/>
          <pc:sldMk cId="2242574499" sldId="2481"/>
        </pc:sldMkLst>
      </pc:sldChg>
      <pc:sldChg chg="del">
        <pc:chgData name="Owais" userId="6abc7d4556b3b071" providerId="LiveId" clId="{67CF6123-0AE6-4BD4-ADE5-5F19A9E093E9}" dt="2023-03-10T04:22:09.558" v="97" actId="47"/>
        <pc:sldMkLst>
          <pc:docMk/>
          <pc:sldMk cId="3554497857" sldId="2482"/>
        </pc:sldMkLst>
      </pc:sldChg>
      <pc:sldChg chg="addSp modSp add mod modAnim">
        <pc:chgData name="Owais" userId="6abc7d4556b3b071" providerId="LiveId" clId="{67CF6123-0AE6-4BD4-ADE5-5F19A9E093E9}" dt="2023-03-10T05:01:12.816" v="1608"/>
        <pc:sldMkLst>
          <pc:docMk/>
          <pc:sldMk cId="3995319414" sldId="2482"/>
        </pc:sldMkLst>
        <pc:spChg chg="mod">
          <ac:chgData name="Owais" userId="6abc7d4556b3b071" providerId="LiveId" clId="{67CF6123-0AE6-4BD4-ADE5-5F19A9E093E9}" dt="2023-03-10T05:00:52.687" v="1605" actId="20577"/>
          <ac:spMkLst>
            <pc:docMk/>
            <pc:sldMk cId="3995319414" sldId="2482"/>
            <ac:spMk id="3" creationId="{4A1C0383-58FE-E486-295E-B33B8683B938}"/>
          </ac:spMkLst>
        </pc:spChg>
        <pc:picChg chg="add mod">
          <ac:chgData name="Owais" userId="6abc7d4556b3b071" providerId="LiveId" clId="{67CF6123-0AE6-4BD4-ADE5-5F19A9E093E9}" dt="2023-03-10T05:01:02.131" v="1606" actId="1076"/>
          <ac:picMkLst>
            <pc:docMk/>
            <pc:sldMk cId="3995319414" sldId="2482"/>
            <ac:picMk id="8" creationId="{2D0C4D95-3A08-1C5E-85E5-E142DB051265}"/>
          </ac:picMkLst>
        </pc:picChg>
      </pc:sldChg>
      <pc:sldChg chg="del">
        <pc:chgData name="Owais" userId="6abc7d4556b3b071" providerId="LiveId" clId="{67CF6123-0AE6-4BD4-ADE5-5F19A9E093E9}" dt="2023-03-10T04:22:09.813" v="98" actId="47"/>
        <pc:sldMkLst>
          <pc:docMk/>
          <pc:sldMk cId="677534828" sldId="2483"/>
        </pc:sldMkLst>
      </pc:sldChg>
      <pc:sldChg chg="addSp delSp modSp add mod delAnim modAnim modNotesTx">
        <pc:chgData name="Owais" userId="6abc7d4556b3b071" providerId="LiveId" clId="{67CF6123-0AE6-4BD4-ADE5-5F19A9E093E9}" dt="2023-03-10T05:15:13.914" v="2212" actId="27636"/>
        <pc:sldMkLst>
          <pc:docMk/>
          <pc:sldMk cId="4097483409" sldId="2483"/>
        </pc:sldMkLst>
        <pc:spChg chg="mod">
          <ac:chgData name="Owais" userId="6abc7d4556b3b071" providerId="LiveId" clId="{67CF6123-0AE6-4BD4-ADE5-5F19A9E093E9}" dt="2023-03-10T05:15:13.914" v="2212" actId="27636"/>
          <ac:spMkLst>
            <pc:docMk/>
            <pc:sldMk cId="4097483409" sldId="2483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02:14.702" v="1642" actId="20577"/>
          <ac:spMkLst>
            <pc:docMk/>
            <pc:sldMk cId="4097483409" sldId="2483"/>
            <ac:spMk id="215" creationId="{00000000-0000-0000-0000-000000000000}"/>
          </ac:spMkLst>
        </pc:spChg>
        <pc:picChg chg="del">
          <ac:chgData name="Owais" userId="6abc7d4556b3b071" providerId="LiveId" clId="{67CF6123-0AE6-4BD4-ADE5-5F19A9E093E9}" dt="2023-03-10T05:02:20.720" v="1643" actId="478"/>
          <ac:picMkLst>
            <pc:docMk/>
            <pc:sldMk cId="4097483409" sldId="2483"/>
            <ac:picMk id="8" creationId="{2D0C4D95-3A08-1C5E-85E5-E142DB051265}"/>
          </ac:picMkLst>
        </pc:picChg>
        <pc:picChg chg="add mod">
          <ac:chgData name="Owais" userId="6abc7d4556b3b071" providerId="LiveId" clId="{67CF6123-0AE6-4BD4-ADE5-5F19A9E093E9}" dt="2023-03-10T05:02:31.380" v="1645" actId="1076"/>
          <ac:picMkLst>
            <pc:docMk/>
            <pc:sldMk cId="4097483409" sldId="2483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127" v="99" actId="47"/>
        <pc:sldMkLst>
          <pc:docMk/>
          <pc:sldMk cId="278977406" sldId="2484"/>
        </pc:sldMkLst>
      </pc:sldChg>
      <pc:sldChg chg="addSp delSp modSp add mod delAnim modAnim">
        <pc:chgData name="Owais" userId="6abc7d4556b3b071" providerId="LiveId" clId="{67CF6123-0AE6-4BD4-ADE5-5F19A9E093E9}" dt="2023-03-10T05:13:16.538" v="2167" actId="20577"/>
        <pc:sldMkLst>
          <pc:docMk/>
          <pc:sldMk cId="2130599672" sldId="2484"/>
        </pc:sldMkLst>
        <pc:spChg chg="del mod">
          <ac:chgData name="Owais" userId="6abc7d4556b3b071" providerId="LiveId" clId="{67CF6123-0AE6-4BD4-ADE5-5F19A9E093E9}" dt="2023-03-10T05:08:19.172" v="2121" actId="478"/>
          <ac:spMkLst>
            <pc:docMk/>
            <pc:sldMk cId="2130599672" sldId="2484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3:16.538" v="2167" actId="20577"/>
          <ac:spMkLst>
            <pc:docMk/>
            <pc:sldMk cId="2130599672" sldId="2484"/>
            <ac:spMk id="215" creationId="{00000000-0000-0000-0000-000000000000}"/>
          </ac:spMkLst>
        </pc:spChg>
        <pc:picChg chg="add del mod">
          <ac:chgData name="Owais" userId="6abc7d4556b3b071" providerId="LiveId" clId="{67CF6123-0AE6-4BD4-ADE5-5F19A9E093E9}" dt="2023-03-10T05:08:14.510" v="2118"/>
          <ac:picMkLst>
            <pc:docMk/>
            <pc:sldMk cId="2130599672" sldId="2484"/>
            <ac:picMk id="11266" creationId="{E57703D1-AB19-527B-31FA-8471F4C3CEEA}"/>
          </ac:picMkLst>
        </pc:picChg>
        <pc:picChg chg="add del mod">
          <ac:chgData name="Owais" userId="6abc7d4556b3b071" providerId="LiveId" clId="{67CF6123-0AE6-4BD4-ADE5-5F19A9E093E9}" dt="2023-03-10T05:11:49.164" v="2131" actId="1076"/>
          <ac:picMkLst>
            <pc:docMk/>
            <pc:sldMk cId="2130599672" sldId="2484"/>
            <ac:picMk id="11268" creationId="{BA91136C-DFAF-E6B0-B8E9-A20B974F7798}"/>
          </ac:picMkLst>
        </pc:picChg>
      </pc:sldChg>
      <pc:sldChg chg="addSp delSp modSp add mod modAnim modNotesTx">
        <pc:chgData name="Owais" userId="6abc7d4556b3b071" providerId="LiveId" clId="{67CF6123-0AE6-4BD4-ADE5-5F19A9E093E9}" dt="2023-03-10T05:30:03.625" v="3009" actId="20577"/>
        <pc:sldMkLst>
          <pc:docMk/>
          <pc:sldMk cId="823254948" sldId="2485"/>
        </pc:sldMkLst>
        <pc:spChg chg="mod">
          <ac:chgData name="Owais" userId="6abc7d4556b3b071" providerId="LiveId" clId="{67CF6123-0AE6-4BD4-ADE5-5F19A9E093E9}" dt="2023-03-10T05:18:06.590" v="2340" actId="20577"/>
          <ac:spMkLst>
            <pc:docMk/>
            <pc:sldMk cId="823254948" sldId="2485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1" creationId="{4F964A84-1F67-44C1-AE02-038A89A0031A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2" creationId="{D792E484-ADE9-A17E-A187-38014C58A5EE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3" creationId="{38DAE894-B7DC-7BDC-CD2E-FBA2EB9F4276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4" creationId="{4456527D-2AC1-9CB7-7D3E-85DEF46A0AC1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5" creationId="{FC16F735-F701-EB77-298A-BFE79E56767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6" creationId="{B9D4F920-4598-50D3-38FA-6D6C6031EF83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7" creationId="{8DF4AC83-FEE2-0013-85F2-8147E63DEE1C}"/>
          </ac:spMkLst>
        </pc:spChg>
        <pc:grpChg chg="add mod">
          <ac:chgData name="Owais" userId="6abc7d4556b3b071" providerId="LiveId" clId="{67CF6123-0AE6-4BD4-ADE5-5F19A9E093E9}" dt="2023-03-10T05:17:13.075" v="2300" actId="1076"/>
          <ac:grpSpMkLst>
            <pc:docMk/>
            <pc:sldMk cId="823254948" sldId="2485"/>
            <ac:grpSpMk id="10" creationId="{E4DE4D9F-7B3E-0EB0-9E06-6F6C291075F4}"/>
          </ac:grpSpMkLst>
        </pc:grpChg>
        <pc:picChg chg="del">
          <ac:chgData name="Owais" userId="6abc7d4556b3b071" providerId="LiveId" clId="{67CF6123-0AE6-4BD4-ADE5-5F19A9E093E9}" dt="2023-03-10T05:15:31.177" v="2214" actId="478"/>
          <ac:picMkLst>
            <pc:docMk/>
            <pc:sldMk cId="823254948" sldId="2485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365" v="100" actId="47"/>
        <pc:sldMkLst>
          <pc:docMk/>
          <pc:sldMk cId="2995985000" sldId="2485"/>
        </pc:sldMkLst>
      </pc:sldChg>
      <pc:sldChg chg="addSp delSp modSp add mod delAnim modAnim modNotesTx">
        <pc:chgData name="Owais" userId="6abc7d4556b3b071" providerId="LiveId" clId="{67CF6123-0AE6-4BD4-ADE5-5F19A9E093E9}" dt="2023-03-10T05:29:57.903" v="3008" actId="20577"/>
        <pc:sldMkLst>
          <pc:docMk/>
          <pc:sldMk cId="678087267" sldId="2486"/>
        </pc:sldMkLst>
        <pc:spChg chg="mod">
          <ac:chgData name="Owais" userId="6abc7d4556b3b071" providerId="LiveId" clId="{67CF6123-0AE6-4BD4-ADE5-5F19A9E093E9}" dt="2023-03-10T05:27:26.555" v="2847" actId="20577"/>
          <ac:spMkLst>
            <pc:docMk/>
            <pc:sldMk cId="678087267" sldId="2486"/>
            <ac:spMk id="3" creationId="{4A1C0383-58FE-E486-295E-B33B8683B938}"/>
          </ac:spMkLst>
        </pc:spChg>
        <pc:grpChg chg="del">
          <ac:chgData name="Owais" userId="6abc7d4556b3b071" providerId="LiveId" clId="{67CF6123-0AE6-4BD4-ADE5-5F19A9E093E9}" dt="2023-03-10T05:17:44.124" v="2302" actId="478"/>
          <ac:grpSpMkLst>
            <pc:docMk/>
            <pc:sldMk cId="678087267" sldId="2486"/>
            <ac:grpSpMk id="10" creationId="{E4DE4D9F-7B3E-0EB0-9E06-6F6C291075F4}"/>
          </ac:grpSpMkLst>
        </pc:grpChg>
        <pc:picChg chg="add mod">
          <ac:chgData name="Owais" userId="6abc7d4556b3b071" providerId="LiveId" clId="{67CF6123-0AE6-4BD4-ADE5-5F19A9E093E9}" dt="2023-03-10T05:27:13.659" v="2835" actId="1076"/>
          <ac:picMkLst>
            <pc:docMk/>
            <pc:sldMk cId="678087267" sldId="2486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0.463" v="101" actId="47"/>
        <pc:sldMkLst>
          <pc:docMk/>
          <pc:sldMk cId="1088870247" sldId="2486"/>
        </pc:sldMkLst>
      </pc:sldChg>
      <pc:sldChg chg="delSp modSp add mod delAnim modAnim modNotesTx">
        <pc:chgData name="Owais" userId="6abc7d4556b3b071" providerId="LiveId" clId="{67CF6123-0AE6-4BD4-ADE5-5F19A9E093E9}" dt="2023-03-10T05:30:29.328" v="3053" actId="20577"/>
        <pc:sldMkLst>
          <pc:docMk/>
          <pc:sldMk cId="1323242083" sldId="2487"/>
        </pc:sldMkLst>
        <pc:spChg chg="mod">
          <ac:chgData name="Owais" userId="6abc7d4556b3b071" providerId="LiveId" clId="{67CF6123-0AE6-4BD4-ADE5-5F19A9E093E9}" dt="2023-03-10T05:30:21.435" v="3013" actId="27636"/>
          <ac:spMkLst>
            <pc:docMk/>
            <pc:sldMk cId="1323242083" sldId="2487"/>
            <ac:spMk id="3" creationId="{4A1C0383-58FE-E486-295E-B33B8683B938}"/>
          </ac:spMkLst>
        </pc:spChg>
        <pc:picChg chg="del">
          <ac:chgData name="Owais" userId="6abc7d4556b3b071" providerId="LiveId" clId="{67CF6123-0AE6-4BD4-ADE5-5F19A9E093E9}" dt="2023-03-10T05:28:05.754" v="2850" actId="478"/>
          <ac:picMkLst>
            <pc:docMk/>
            <pc:sldMk cId="1323242083" sldId="2487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1.012" v="102" actId="47"/>
        <pc:sldMkLst>
          <pc:docMk/>
          <pc:sldMk cId="1653736541" sldId="2487"/>
        </pc:sldMkLst>
      </pc:sldChg>
      <pc:sldChg chg="del">
        <pc:chgData name="Owais" userId="6abc7d4556b3b071" providerId="LiveId" clId="{67CF6123-0AE6-4BD4-ADE5-5F19A9E093E9}" dt="2023-03-10T04:22:11.020" v="103" actId="47"/>
        <pc:sldMkLst>
          <pc:docMk/>
          <pc:sldMk cId="633565940" sldId="2488"/>
        </pc:sldMkLst>
      </pc:sldChg>
      <pc:sldChg chg="modSp add mod modAnim modNotesTx">
        <pc:chgData name="Owais" userId="6abc7d4556b3b071" providerId="LiveId" clId="{67CF6123-0AE6-4BD4-ADE5-5F19A9E093E9}" dt="2023-03-10T05:46:41.099" v="4221" actId="20577"/>
        <pc:sldMkLst>
          <pc:docMk/>
          <pc:sldMk cId="2597580398" sldId="2488"/>
        </pc:sldMkLst>
        <pc:spChg chg="mod">
          <ac:chgData name="Owais" userId="6abc7d4556b3b071" providerId="LiveId" clId="{67CF6123-0AE6-4BD4-ADE5-5F19A9E093E9}" dt="2023-03-10T05:35:00.484" v="3583" actId="20577"/>
          <ac:spMkLst>
            <pc:docMk/>
            <pc:sldMk cId="2597580398" sldId="2488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0:58.474" v="3064" actId="20577"/>
          <ac:spMkLst>
            <pc:docMk/>
            <pc:sldMk cId="2597580398" sldId="2488"/>
            <ac:spMk id="215" creationId="{00000000-0000-0000-0000-000000000000}"/>
          </ac:spMkLst>
        </pc:spChg>
      </pc:sldChg>
      <pc:sldChg chg="modSp add mod modAnim modNotesTx">
        <pc:chgData name="Owais" userId="6abc7d4556b3b071" providerId="LiveId" clId="{67CF6123-0AE6-4BD4-ADE5-5F19A9E093E9}" dt="2023-03-10T05:46:43.324" v="4222" actId="20577"/>
        <pc:sldMkLst>
          <pc:docMk/>
          <pc:sldMk cId="1889231957" sldId="2489"/>
        </pc:sldMkLst>
        <pc:spChg chg="mod">
          <ac:chgData name="Owais" userId="6abc7d4556b3b071" providerId="LiveId" clId="{67CF6123-0AE6-4BD4-ADE5-5F19A9E093E9}" dt="2023-03-10T05:41:42.134" v="3897" actId="20577"/>
          <ac:spMkLst>
            <pc:docMk/>
            <pc:sldMk cId="1889231957" sldId="248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6:54.075" v="3601" actId="20577"/>
          <ac:spMkLst>
            <pc:docMk/>
            <pc:sldMk cId="1889231957" sldId="248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11.030" v="104" actId="47"/>
        <pc:sldMkLst>
          <pc:docMk/>
          <pc:sldMk cId="4108314565" sldId="2489"/>
        </pc:sldMkLst>
      </pc:sldChg>
      <pc:sldChg chg="del">
        <pc:chgData name="Owais" userId="6abc7d4556b3b071" providerId="LiveId" clId="{67CF6123-0AE6-4BD4-ADE5-5F19A9E093E9}" dt="2023-03-10T04:22:11.082" v="105" actId="47"/>
        <pc:sldMkLst>
          <pc:docMk/>
          <pc:sldMk cId="768465522" sldId="2490"/>
        </pc:sldMkLst>
      </pc:sldChg>
      <pc:sldChg chg="modSp add mod modAnim modNotesTx">
        <pc:chgData name="Owais" userId="6abc7d4556b3b071" providerId="LiveId" clId="{67CF6123-0AE6-4BD4-ADE5-5F19A9E093E9}" dt="2023-03-10T05:54:18.107" v="4726" actId="20577"/>
        <pc:sldMkLst>
          <pc:docMk/>
          <pc:sldMk cId="1362025451" sldId="2490"/>
        </pc:sldMkLst>
        <pc:spChg chg="mod">
          <ac:chgData name="Owais" userId="6abc7d4556b3b071" providerId="LiveId" clId="{67CF6123-0AE6-4BD4-ADE5-5F19A9E093E9}" dt="2023-03-10T05:52:47.265" v="4475" actId="20577"/>
          <ac:spMkLst>
            <pc:docMk/>
            <pc:sldMk cId="1362025451" sldId="2490"/>
            <ac:spMk id="3" creationId="{4A1C0383-58FE-E486-295E-B33B8683B938}"/>
          </ac:spMkLst>
        </pc:spChg>
      </pc:sldChg>
      <pc:sldChg chg="modSp add mod modAnim">
        <pc:chgData name="Owais" userId="6abc7d4556b3b071" providerId="LiveId" clId="{67CF6123-0AE6-4BD4-ADE5-5F19A9E093E9}" dt="2023-03-10T05:56:53.799" v="4979" actId="20577"/>
        <pc:sldMkLst>
          <pc:docMk/>
          <pc:sldMk cId="2844888853" sldId="2491"/>
        </pc:sldMkLst>
        <pc:spChg chg="mod">
          <ac:chgData name="Owais" userId="6abc7d4556b3b071" providerId="LiveId" clId="{67CF6123-0AE6-4BD4-ADE5-5F19A9E093E9}" dt="2023-03-10T05:56:53.799" v="4979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del">
        <pc:chgData name="Owais" userId="6abc7d4556b3b071" providerId="LiveId" clId="{67CF6123-0AE6-4BD4-ADE5-5F19A9E093E9}" dt="2023-03-10T04:22:11.165" v="106" actId="47"/>
        <pc:sldMkLst>
          <pc:docMk/>
          <pc:sldMk cId="3640078836" sldId="2491"/>
        </pc:sldMkLst>
      </pc:sldChg>
      <pc:sldChg chg="del">
        <pc:chgData name="Owais" userId="6abc7d4556b3b071" providerId="LiveId" clId="{67CF6123-0AE6-4BD4-ADE5-5F19A9E093E9}" dt="2023-03-10T04:22:11.183" v="107" actId="47"/>
        <pc:sldMkLst>
          <pc:docMk/>
          <pc:sldMk cId="1206654014" sldId="2492"/>
        </pc:sldMkLst>
      </pc:sldChg>
      <pc:sldChg chg="del">
        <pc:chgData name="Owais" userId="6abc7d4556b3b071" providerId="LiveId" clId="{67CF6123-0AE6-4BD4-ADE5-5F19A9E093E9}" dt="2023-03-10T04:22:11.201" v="108" actId="47"/>
        <pc:sldMkLst>
          <pc:docMk/>
          <pc:sldMk cId="2770422083" sldId="2493"/>
        </pc:sldMkLst>
      </pc:sldChg>
      <pc:sldChg chg="del">
        <pc:chgData name="Owais" userId="6abc7d4556b3b071" providerId="LiveId" clId="{67CF6123-0AE6-4BD4-ADE5-5F19A9E093E9}" dt="2023-03-10T04:22:11.212" v="109" actId="47"/>
        <pc:sldMkLst>
          <pc:docMk/>
          <pc:sldMk cId="1769907705" sldId="2494"/>
        </pc:sldMkLst>
      </pc:sldChg>
      <pc:sldChg chg="del">
        <pc:chgData name="Owais" userId="6abc7d4556b3b071" providerId="LiveId" clId="{67CF6123-0AE6-4BD4-ADE5-5F19A9E093E9}" dt="2023-03-10T04:22:11.986" v="112" actId="47"/>
        <pc:sldMkLst>
          <pc:docMk/>
          <pc:sldMk cId="502436521" sldId="2495"/>
        </pc:sldMkLst>
      </pc:sldChg>
      <pc:sldChg chg="del">
        <pc:chgData name="Owais" userId="6abc7d4556b3b071" providerId="LiveId" clId="{67CF6123-0AE6-4BD4-ADE5-5F19A9E093E9}" dt="2023-03-10T04:22:11.627" v="110" actId="47"/>
        <pc:sldMkLst>
          <pc:docMk/>
          <pc:sldMk cId="3658375322" sldId="2496"/>
        </pc:sldMkLst>
      </pc:sldChg>
      <pc:sldChg chg="del">
        <pc:chgData name="Owais" userId="6abc7d4556b3b071" providerId="LiveId" clId="{67CF6123-0AE6-4BD4-ADE5-5F19A9E093E9}" dt="2023-03-10T04:22:11.806" v="111" actId="47"/>
        <pc:sldMkLst>
          <pc:docMk/>
          <pc:sldMk cId="1001608454" sldId="2497"/>
        </pc:sldMkLst>
      </pc:sldChg>
      <pc:sldChg chg="del">
        <pc:chgData name="Owais" userId="6abc7d4556b3b071" providerId="LiveId" clId="{67CF6123-0AE6-4BD4-ADE5-5F19A9E093E9}" dt="2023-03-10T04:22:12.138" v="113" actId="47"/>
        <pc:sldMkLst>
          <pc:docMk/>
          <pc:sldMk cId="1881289253" sldId="2498"/>
        </pc:sldMkLst>
      </pc:sldChg>
      <pc:sldChg chg="del">
        <pc:chgData name="Owais" userId="6abc7d4556b3b071" providerId="LiveId" clId="{67CF6123-0AE6-4BD4-ADE5-5F19A9E093E9}" dt="2023-03-10T04:22:12.299" v="114" actId="47"/>
        <pc:sldMkLst>
          <pc:docMk/>
          <pc:sldMk cId="3955736578" sldId="2499"/>
        </pc:sldMkLst>
      </pc:sldChg>
      <pc:sldChg chg="del">
        <pc:chgData name="Owais" userId="6abc7d4556b3b071" providerId="LiveId" clId="{67CF6123-0AE6-4BD4-ADE5-5F19A9E093E9}" dt="2023-03-10T04:22:12.462" v="115" actId="47"/>
        <pc:sldMkLst>
          <pc:docMk/>
          <pc:sldMk cId="3647547761" sldId="2500"/>
        </pc:sldMkLst>
      </pc:sldChg>
      <pc:sldChg chg="del">
        <pc:chgData name="Owais" userId="6abc7d4556b3b071" providerId="LiveId" clId="{67CF6123-0AE6-4BD4-ADE5-5F19A9E093E9}" dt="2023-03-10T04:22:12.609" v="116" actId="47"/>
        <pc:sldMkLst>
          <pc:docMk/>
          <pc:sldMk cId="3769573511" sldId="2501"/>
        </pc:sldMkLst>
      </pc:sldChg>
      <pc:sldChg chg="del">
        <pc:chgData name="Owais" userId="6abc7d4556b3b071" providerId="LiveId" clId="{67CF6123-0AE6-4BD4-ADE5-5F19A9E093E9}" dt="2023-03-10T04:22:13.749" v="117" actId="47"/>
        <pc:sldMkLst>
          <pc:docMk/>
          <pc:sldMk cId="2150423912" sldId="2502"/>
        </pc:sldMkLst>
      </pc:sldChg>
    </pc:docChg>
  </pc:docChgLst>
  <pc:docChgLst>
    <pc:chgData name="Owais Ahmed" userId="6abc7d4556b3b071" providerId="LiveId" clId="{CA40ACB4-56C5-4589-B864-0BD9FBC8E148}"/>
    <pc:docChg chg="undo custSel addSld delSld modSld sldOrd delSection modSection">
      <pc:chgData name="Owais Ahmed" userId="6abc7d4556b3b071" providerId="LiveId" clId="{CA40ACB4-56C5-4589-B864-0BD9FBC8E148}" dt="2023-05-18T17:59:13.709" v="3367" actId="20577"/>
      <pc:docMkLst>
        <pc:docMk/>
      </pc:docMkLst>
      <pc:sldChg chg="ord">
        <pc:chgData name="Owais Ahmed" userId="6abc7d4556b3b071" providerId="LiveId" clId="{CA40ACB4-56C5-4589-B864-0BD9FBC8E148}" dt="2023-05-13T04:56:44.529" v="6"/>
        <pc:sldMkLst>
          <pc:docMk/>
          <pc:sldMk cId="927727573" sldId="2436"/>
        </pc:sldMkLst>
      </pc:sldChg>
      <pc:sldChg chg="modSp mod">
        <pc:chgData name="Owais Ahmed" userId="6abc7d4556b3b071" providerId="LiveId" clId="{CA40ACB4-56C5-4589-B864-0BD9FBC8E148}" dt="2023-05-13T10:13:09.317" v="3071" actId="20577"/>
        <pc:sldMkLst>
          <pc:docMk/>
          <pc:sldMk cId="1649098948" sldId="2462"/>
        </pc:sldMkLst>
        <pc:spChg chg="mod">
          <ac:chgData name="Owais Ahmed" userId="6abc7d4556b3b071" providerId="LiveId" clId="{CA40ACB4-56C5-4589-B864-0BD9FBC8E148}" dt="2023-05-13T10:13:09.317" v="307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ord modAnim">
        <pc:chgData name="Owais Ahmed" userId="6abc7d4556b3b071" providerId="LiveId" clId="{CA40ACB4-56C5-4589-B864-0BD9FBC8E148}" dt="2023-05-13T05:11:54.767" v="696" actId="20577"/>
        <pc:sldMkLst>
          <pc:docMk/>
          <pc:sldMk cId="138766739" sldId="2512"/>
        </pc:sldMkLst>
        <pc:spChg chg="mod">
          <ac:chgData name="Owais Ahmed" userId="6abc7d4556b3b071" providerId="LiveId" clId="{CA40ACB4-56C5-4589-B864-0BD9FBC8E148}" dt="2023-05-13T05:11:54.767" v="696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5:01:12.402" v="68" actId="20577"/>
          <ac:spMkLst>
            <pc:docMk/>
            <pc:sldMk cId="138766739" sldId="251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CA40ACB4-56C5-4589-B864-0BD9FBC8E148}" dt="2023-05-13T05:13:47.559" v="937" actId="20577"/>
        <pc:sldMkLst>
          <pc:docMk/>
          <pc:sldMk cId="2057891609" sldId="2513"/>
        </pc:sldMkLst>
        <pc:spChg chg="mod">
          <ac:chgData name="Owais Ahmed" userId="6abc7d4556b3b071" providerId="LiveId" clId="{CA40ACB4-56C5-4589-B864-0BD9FBC8E148}" dt="2023-05-13T05:13:47.559" v="937" actId="20577"/>
          <ac:spMkLst>
            <pc:docMk/>
            <pc:sldMk cId="2057891609" sldId="2513"/>
            <ac:spMk id="3" creationId="{4A1C0383-58FE-E486-295E-B33B8683B938}"/>
          </ac:spMkLst>
        </pc:spChg>
        <pc:spChg chg="add mod">
          <ac:chgData name="Owais Ahmed" userId="6abc7d4556b3b071" providerId="LiveId" clId="{CA40ACB4-56C5-4589-B864-0BD9FBC8E148}" dt="2023-05-13T05:10:49.171" v="658" actId="1076"/>
          <ac:spMkLst>
            <pc:docMk/>
            <pc:sldMk cId="2057891609" sldId="2513"/>
            <ac:spMk id="4" creationId="{0E7C75D9-16B3-E6B6-EC48-76D3E77DC887}"/>
          </ac:spMkLst>
        </pc:spChg>
        <pc:spChg chg="add mod">
          <ac:chgData name="Owais Ahmed" userId="6abc7d4556b3b071" providerId="LiveId" clId="{CA40ACB4-56C5-4589-B864-0BD9FBC8E148}" dt="2023-05-13T05:11:11.490" v="665" actId="1076"/>
          <ac:spMkLst>
            <pc:docMk/>
            <pc:sldMk cId="2057891609" sldId="2513"/>
            <ac:spMk id="5" creationId="{A338149D-6F9A-D4A1-13B5-AE8A552E859F}"/>
          </ac:spMkLst>
        </pc:sp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186824690" sldId="2513"/>
        </pc:sldMkLst>
      </pc:sldChg>
      <pc:sldChg chg="addSp delSp modSp add mod delAnim modAnim">
        <pc:chgData name="Owais Ahmed" userId="6abc7d4556b3b071" providerId="LiveId" clId="{CA40ACB4-56C5-4589-B864-0BD9FBC8E148}" dt="2023-05-13T08:02:17.927" v="2898" actId="20577"/>
        <pc:sldMkLst>
          <pc:docMk/>
          <pc:sldMk cId="766839772" sldId="2514"/>
        </pc:sldMkLst>
        <pc:spChg chg="mod">
          <ac:chgData name="Owais Ahmed" userId="6abc7d4556b3b071" providerId="LiveId" clId="{CA40ACB4-56C5-4589-B864-0BD9FBC8E148}" dt="2023-05-13T06:20:22.774" v="1320" actId="27636"/>
          <ac:spMkLst>
            <pc:docMk/>
            <pc:sldMk cId="766839772" sldId="2514"/>
            <ac:spMk id="3" creationId="{4A1C0383-58FE-E486-295E-B33B8683B938}"/>
          </ac:spMkLst>
        </pc:spChg>
        <pc:spChg chg="del">
          <ac:chgData name="Owais Ahmed" userId="6abc7d4556b3b071" providerId="LiveId" clId="{CA40ACB4-56C5-4589-B864-0BD9FBC8E148}" dt="2023-05-13T05:14:10.899" v="946" actId="478"/>
          <ac:spMkLst>
            <pc:docMk/>
            <pc:sldMk cId="766839772" sldId="2514"/>
            <ac:spMk id="4" creationId="{0E7C75D9-16B3-E6B6-EC48-76D3E77DC887}"/>
          </ac:spMkLst>
        </pc:spChg>
        <pc:spChg chg="del">
          <ac:chgData name="Owais Ahmed" userId="6abc7d4556b3b071" providerId="LiveId" clId="{CA40ACB4-56C5-4589-B864-0BD9FBC8E148}" dt="2023-05-13T05:14:11.373" v="947" actId="478"/>
          <ac:spMkLst>
            <pc:docMk/>
            <pc:sldMk cId="766839772" sldId="2514"/>
            <ac:spMk id="5" creationId="{A338149D-6F9A-D4A1-13B5-AE8A552E859F}"/>
          </ac:spMkLst>
        </pc:spChg>
        <pc:spChg chg="add mod">
          <ac:chgData name="Owais Ahmed" userId="6abc7d4556b3b071" providerId="LiveId" clId="{CA40ACB4-56C5-4589-B864-0BD9FBC8E148}" dt="2023-05-13T08:02:17.927" v="2898" actId="20577"/>
          <ac:spMkLst>
            <pc:docMk/>
            <pc:sldMk cId="766839772" sldId="2514"/>
            <ac:spMk id="6" creationId="{AF41709B-7AD5-0D47-ED8D-8A1293D3EF39}"/>
          </ac:spMkLst>
        </pc:spChg>
        <pc:spChg chg="mod">
          <ac:chgData name="Owais Ahmed" userId="6abc7d4556b3b071" providerId="LiveId" clId="{CA40ACB4-56C5-4589-B864-0BD9FBC8E148}" dt="2023-05-13T05:14:08.334" v="945" actId="20577"/>
          <ac:spMkLst>
            <pc:docMk/>
            <pc:sldMk cId="766839772" sldId="251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A40ACB4-56C5-4589-B864-0BD9FBC8E148}" dt="2023-05-13T07:52:56.680" v="2896" actId="20577"/>
          <ac:graphicFrameMkLst>
            <pc:docMk/>
            <pc:sldMk cId="766839772" sldId="2514"/>
            <ac:graphicFrameMk id="4" creationId="{1034A38F-887F-80BB-1296-12F5A3103EA9}"/>
          </ac:graphicFrameMkLst>
        </pc:graphicFrameChg>
        <pc:picChg chg="add del mod">
          <ac:chgData name="Owais Ahmed" userId="6abc7d4556b3b071" providerId="LiveId" clId="{CA40ACB4-56C5-4589-B864-0BD9FBC8E148}" dt="2023-05-13T06:34:33.721" v="1536" actId="478"/>
          <ac:picMkLst>
            <pc:docMk/>
            <pc:sldMk cId="766839772" sldId="2514"/>
            <ac:picMk id="8" creationId="{8BBF8E21-0E09-E008-112C-2BD2D0A7B0FA}"/>
          </ac:picMkLst>
        </pc:picChg>
        <pc:picChg chg="add mod">
          <ac:chgData name="Owais Ahmed" userId="6abc7d4556b3b071" providerId="LiveId" clId="{CA40ACB4-56C5-4589-B864-0BD9FBC8E148}" dt="2023-05-13T06:34:37.465" v="1538" actId="1076"/>
          <ac:picMkLst>
            <pc:docMk/>
            <pc:sldMk cId="766839772" sldId="2514"/>
            <ac:picMk id="10" creationId="{588B9CE5-956F-1EC7-DAAC-3897EEE9BBF1}"/>
          </ac:picMkLst>
        </pc:picChg>
      </pc:sldChg>
      <pc:sldChg chg="addSp delSp modSp add mod addAnim delAnim modAnim">
        <pc:chgData name="Owais Ahmed" userId="6abc7d4556b3b071" providerId="LiveId" clId="{CA40ACB4-56C5-4589-B864-0BD9FBC8E148}" dt="2023-05-13T07:00:17.319" v="2043" actId="20577"/>
        <pc:sldMkLst>
          <pc:docMk/>
          <pc:sldMk cId="4043370130" sldId="2515"/>
        </pc:sldMkLst>
        <pc:spChg chg="mod">
          <ac:chgData name="Owais Ahmed" userId="6abc7d4556b3b071" providerId="LiveId" clId="{CA40ACB4-56C5-4589-B864-0BD9FBC8E148}" dt="2023-05-13T07:00:17.319" v="2043" actId="20577"/>
          <ac:spMkLst>
            <pc:docMk/>
            <pc:sldMk cId="4043370130" sldId="2515"/>
            <ac:spMk id="3" creationId="{4A1C0383-58FE-E486-295E-B33B8683B938}"/>
          </ac:spMkLst>
        </pc:spChg>
        <pc:spChg chg="add del mod">
          <ac:chgData name="Owais Ahmed" userId="6abc7d4556b3b071" providerId="LiveId" clId="{CA40ACB4-56C5-4589-B864-0BD9FBC8E148}" dt="2023-05-13T06:46:49.325" v="1768" actId="478"/>
          <ac:spMkLst>
            <pc:docMk/>
            <pc:sldMk cId="4043370130" sldId="2515"/>
            <ac:spMk id="6" creationId="{AF41709B-7AD5-0D47-ED8D-8A1293D3EF39}"/>
          </ac:spMkLst>
        </pc:spChg>
        <pc:spChg chg="mod">
          <ac:chgData name="Owais Ahmed" userId="6abc7d4556b3b071" providerId="LiveId" clId="{CA40ACB4-56C5-4589-B864-0BD9FBC8E148}" dt="2023-05-13T06:51:02.032" v="1786" actId="20577"/>
          <ac:spMkLst>
            <pc:docMk/>
            <pc:sldMk cId="4043370130" sldId="2515"/>
            <ac:spMk id="215" creationId="{00000000-0000-0000-0000-000000000000}"/>
          </ac:spMkLst>
        </pc:spChg>
        <pc:graphicFrameChg chg="mod modGraphic">
          <ac:chgData name="Owais Ahmed" userId="6abc7d4556b3b071" providerId="LiveId" clId="{CA40ACB4-56C5-4589-B864-0BD9FBC8E148}" dt="2023-05-13T06:53:59.193" v="1881" actId="20577"/>
          <ac:graphicFrameMkLst>
            <pc:docMk/>
            <pc:sldMk cId="4043370130" sldId="2515"/>
            <ac:graphicFrameMk id="4" creationId="{1034A38F-887F-80BB-1296-12F5A3103EA9}"/>
          </ac:graphicFrameMkLst>
        </pc:graphicFrameChg>
        <pc:picChg chg="add del mod ord">
          <ac:chgData name="Owais Ahmed" userId="6abc7d4556b3b071" providerId="LiveId" clId="{CA40ACB4-56C5-4589-B864-0BD9FBC8E148}" dt="2023-05-13T06:51:19.529" v="1787" actId="478"/>
          <ac:picMkLst>
            <pc:docMk/>
            <pc:sldMk cId="4043370130" sldId="2515"/>
            <ac:picMk id="7" creationId="{49177DC3-40AE-858E-5A1C-341D70F42159}"/>
          </ac:picMkLst>
        </pc:picChg>
        <pc:picChg chg="del">
          <ac:chgData name="Owais Ahmed" userId="6abc7d4556b3b071" providerId="LiveId" clId="{CA40ACB4-56C5-4589-B864-0BD9FBC8E148}" dt="2023-05-13T06:30:14.298" v="1459" actId="478"/>
          <ac:picMkLst>
            <pc:docMk/>
            <pc:sldMk cId="4043370130" sldId="2515"/>
            <ac:picMk id="8" creationId="{8BBF8E21-0E09-E008-112C-2BD2D0A7B0FA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323906722" sldId="2516"/>
        </pc:sldMkLst>
      </pc:sldChg>
      <pc:sldChg chg="addSp delSp modSp add mod ord delAnim modAnim">
        <pc:chgData name="Owais Ahmed" userId="6abc7d4556b3b071" providerId="LiveId" clId="{CA40ACB4-56C5-4589-B864-0BD9FBC8E148}" dt="2023-05-13T08:10:57.557" v="2900"/>
        <pc:sldMkLst>
          <pc:docMk/>
          <pc:sldMk cId="3641615729" sldId="2516"/>
        </pc:sldMkLst>
        <pc:spChg chg="mod">
          <ac:chgData name="Owais Ahmed" userId="6abc7d4556b3b071" providerId="LiveId" clId="{CA40ACB4-56C5-4589-B864-0BD9FBC8E148}" dt="2023-05-13T08:10:42.301" v="2899" actId="20577"/>
          <ac:spMkLst>
            <pc:docMk/>
            <pc:sldMk cId="3641615729" sldId="2516"/>
            <ac:spMk id="3" creationId="{4A1C0383-58FE-E486-295E-B33B8683B938}"/>
          </ac:spMkLst>
        </pc:spChg>
        <pc:spChg chg="ord">
          <ac:chgData name="Owais Ahmed" userId="6abc7d4556b3b071" providerId="LiveId" clId="{CA40ACB4-56C5-4589-B864-0BD9FBC8E148}" dt="2023-05-13T06:48:28.751" v="1775" actId="166"/>
          <ac:spMkLst>
            <pc:docMk/>
            <pc:sldMk cId="3641615729" sldId="2516"/>
            <ac:spMk id="214" creationId="{00000000-0000-0000-0000-000000000000}"/>
          </ac:spMkLst>
        </pc:spChg>
        <pc:graphicFrameChg chg="mod">
          <ac:chgData name="Owais Ahmed" userId="6abc7d4556b3b071" providerId="LiveId" clId="{CA40ACB4-56C5-4589-B864-0BD9FBC8E148}" dt="2023-05-13T06:48:37.980" v="1776" actId="1076"/>
          <ac:graphicFrameMkLst>
            <pc:docMk/>
            <pc:sldMk cId="3641615729" sldId="2516"/>
            <ac:graphicFrameMk id="4" creationId="{1034A38F-887F-80BB-1296-12F5A3103EA9}"/>
          </ac:graphicFrameMkLst>
        </pc:graphicFrameChg>
        <pc:picChg chg="add mod">
          <ac:chgData name="Owais Ahmed" userId="6abc7d4556b3b071" providerId="LiveId" clId="{CA40ACB4-56C5-4589-B864-0BD9FBC8E148}" dt="2023-05-13T06:50:18.216" v="1781" actId="1076"/>
          <ac:picMkLst>
            <pc:docMk/>
            <pc:sldMk cId="3641615729" sldId="2516"/>
            <ac:picMk id="6" creationId="{EC596F7E-93FA-372F-C77B-35042A5DFDE6}"/>
          </ac:picMkLst>
        </pc:picChg>
        <pc:picChg chg="del">
          <ac:chgData name="Owais Ahmed" userId="6abc7d4556b3b071" providerId="LiveId" clId="{CA40ACB4-56C5-4589-B864-0BD9FBC8E148}" dt="2023-05-13T06:50:06.507" v="1777" actId="478"/>
          <ac:picMkLst>
            <pc:docMk/>
            <pc:sldMk cId="3641615729" sldId="2516"/>
            <ac:picMk id="7" creationId="{49177DC3-40AE-858E-5A1C-341D70F42159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067132684" sldId="2517"/>
        </pc:sldMkLst>
      </pc:sldChg>
      <pc:sldChg chg="addSp delSp modSp add mod addAnim delAnim">
        <pc:chgData name="Owais Ahmed" userId="6abc7d4556b3b071" providerId="LiveId" clId="{CA40ACB4-56C5-4589-B864-0BD9FBC8E148}" dt="2023-05-13T07:00:11.900" v="2037" actId="1076"/>
        <pc:sldMkLst>
          <pc:docMk/>
          <pc:sldMk cId="2424513808" sldId="2517"/>
        </pc:sldMkLst>
        <pc:spChg chg="add del">
          <ac:chgData name="Owais Ahmed" userId="6abc7d4556b3b071" providerId="LiveId" clId="{CA40ACB4-56C5-4589-B864-0BD9FBC8E148}" dt="2023-05-13T06:59:05.291" v="2031" actId="478"/>
          <ac:spMkLst>
            <pc:docMk/>
            <pc:sldMk cId="2424513808" sldId="2517"/>
            <ac:spMk id="3" creationId="{4A1C0383-58FE-E486-295E-B33B8683B938}"/>
          </ac:spMkLst>
        </pc:spChg>
        <pc:spChg chg="add del">
          <ac:chgData name="Owais Ahmed" userId="6abc7d4556b3b071" providerId="LiveId" clId="{CA40ACB4-56C5-4589-B864-0BD9FBC8E148}" dt="2023-05-13T06:57:28.727" v="2014"/>
          <ac:spMkLst>
            <pc:docMk/>
            <pc:sldMk cId="2424513808" sldId="2517"/>
            <ac:spMk id="5" creationId="{D75966DF-BCC6-DEC6-7BBC-465536019DA2}"/>
          </ac:spMkLst>
        </pc:spChg>
        <pc:spChg chg="add del">
          <ac:chgData name="Owais Ahmed" userId="6abc7d4556b3b071" providerId="LiveId" clId="{CA40ACB4-56C5-4589-B864-0BD9FBC8E148}" dt="2023-05-13T06:58:42.384" v="2026"/>
          <ac:spMkLst>
            <pc:docMk/>
            <pc:sldMk cId="2424513808" sldId="2517"/>
            <ac:spMk id="6" creationId="{0A39EBF2-2A57-6E71-7AF7-B80DDB409AA4}"/>
          </ac:spMkLst>
        </pc:spChg>
        <pc:graphicFrameChg chg="del">
          <ac:chgData name="Owais Ahmed" userId="6abc7d4556b3b071" providerId="LiveId" clId="{CA40ACB4-56C5-4589-B864-0BD9FBC8E148}" dt="2023-05-13T06:57:01.915" v="2011" actId="478"/>
          <ac:graphicFrameMkLst>
            <pc:docMk/>
            <pc:sldMk cId="2424513808" sldId="2517"/>
            <ac:graphicFrameMk id="4" creationId="{1034A38F-887F-80BB-1296-12F5A3103EA9}"/>
          </ac:graphicFrameMkLst>
        </pc:graphicFrameChg>
        <pc:picChg chg="add del">
          <ac:chgData name="Owais Ahmed" userId="6abc7d4556b3b071" providerId="LiveId" clId="{CA40ACB4-56C5-4589-B864-0BD9FBC8E148}" dt="2023-05-13T06:58:41.834" v="2024" actId="22"/>
          <ac:picMkLst>
            <pc:docMk/>
            <pc:sldMk cId="2424513808" sldId="2517"/>
            <ac:picMk id="8" creationId="{D59571F2-5BD6-9AAD-B1B7-097F6CD80560}"/>
          </ac:picMkLst>
        </pc:picChg>
        <pc:picChg chg="add del">
          <ac:chgData name="Owais Ahmed" userId="6abc7d4556b3b071" providerId="LiveId" clId="{CA40ACB4-56C5-4589-B864-0BD9FBC8E148}" dt="2023-05-13T06:58:41.125" v="2022" actId="22"/>
          <ac:picMkLst>
            <pc:docMk/>
            <pc:sldMk cId="2424513808" sldId="2517"/>
            <ac:picMk id="10" creationId="{138EEEC0-E3D1-18B8-1148-1A9CA1BC37BB}"/>
          </ac:picMkLst>
        </pc:picChg>
        <pc:picChg chg="add del">
          <ac:chgData name="Owais Ahmed" userId="6abc7d4556b3b071" providerId="LiveId" clId="{CA40ACB4-56C5-4589-B864-0BD9FBC8E148}" dt="2023-05-13T06:58:40.826" v="2021" actId="22"/>
          <ac:picMkLst>
            <pc:docMk/>
            <pc:sldMk cId="2424513808" sldId="2517"/>
            <ac:picMk id="12" creationId="{131FD211-0622-BC49-91B7-1D38AE977A3E}"/>
          </ac:picMkLst>
        </pc:picChg>
        <pc:picChg chg="add del">
          <ac:chgData name="Owais Ahmed" userId="6abc7d4556b3b071" providerId="LiveId" clId="{CA40ACB4-56C5-4589-B864-0BD9FBC8E148}" dt="2023-05-13T06:58:44.731" v="2029" actId="22"/>
          <ac:picMkLst>
            <pc:docMk/>
            <pc:sldMk cId="2424513808" sldId="2517"/>
            <ac:picMk id="14" creationId="{61D805CD-FDDD-A969-D428-1D8C8AD69644}"/>
          </ac:picMkLst>
        </pc:picChg>
        <pc:picChg chg="add mod">
          <ac:chgData name="Owais Ahmed" userId="6abc7d4556b3b071" providerId="LiveId" clId="{CA40ACB4-56C5-4589-B864-0BD9FBC8E148}" dt="2023-05-13T07:00:11.900" v="2037" actId="1076"/>
          <ac:picMkLst>
            <pc:docMk/>
            <pc:sldMk cId="2424513808" sldId="2517"/>
            <ac:picMk id="16" creationId="{6646453D-D8B0-66E9-F285-951C96424420}"/>
          </ac:picMkLst>
        </pc:picChg>
        <pc:picChg chg="add mod">
          <ac:chgData name="Owais Ahmed" userId="6abc7d4556b3b071" providerId="LiveId" clId="{CA40ACB4-56C5-4589-B864-0BD9FBC8E148}" dt="2023-05-13T07:00:10.454" v="2036" actId="1076"/>
          <ac:picMkLst>
            <pc:docMk/>
            <pc:sldMk cId="2424513808" sldId="2517"/>
            <ac:picMk id="1030" creationId="{141C7D6D-9DC9-9BE0-B313-35F3E600FEFB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016870580" sldId="2518"/>
        </pc:sldMkLst>
      </pc:sldChg>
      <pc:sldChg chg="modSp add mod ord modAnim">
        <pc:chgData name="Owais Ahmed" userId="6abc7d4556b3b071" providerId="LiveId" clId="{CA40ACB4-56C5-4589-B864-0BD9FBC8E148}" dt="2023-05-13T07:05:37.495" v="2178"/>
        <pc:sldMkLst>
          <pc:docMk/>
          <pc:sldMk cId="1333501729" sldId="2518"/>
        </pc:sldMkLst>
        <pc:spChg chg="mod">
          <ac:chgData name="Owais Ahmed" userId="6abc7d4556b3b071" providerId="LiveId" clId="{CA40ACB4-56C5-4589-B864-0BD9FBC8E148}" dt="2023-05-13T07:04:33.861" v="2164" actId="114"/>
          <ac:spMkLst>
            <pc:docMk/>
            <pc:sldMk cId="1333501729" sldId="2518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7:00:45.926" v="2057" actId="20577"/>
          <ac:spMkLst>
            <pc:docMk/>
            <pc:sldMk cId="1333501729" sldId="2518"/>
            <ac:spMk id="215" creationId="{00000000-0000-0000-0000-000000000000}"/>
          </ac:spMkLst>
        </pc:spChg>
        <pc:graphicFrameChg chg="mod modGraphic">
          <ac:chgData name="Owais Ahmed" userId="6abc7d4556b3b071" providerId="LiveId" clId="{CA40ACB4-56C5-4589-B864-0BD9FBC8E148}" dt="2023-05-13T07:05:37.495" v="2178"/>
          <ac:graphicFrameMkLst>
            <pc:docMk/>
            <pc:sldMk cId="1333501729" sldId="2518"/>
            <ac:graphicFrameMk id="4" creationId="{1034A38F-887F-80BB-1296-12F5A3103EA9}"/>
          </ac:graphicFrameMkLst>
        </pc:graphicFrameChg>
      </pc:sldChg>
      <pc:sldChg chg="addSp delSp modSp add mod addAnim delAnim modAnim modNotesTx">
        <pc:chgData name="Owais Ahmed" userId="6abc7d4556b3b071" providerId="LiveId" clId="{CA40ACB4-56C5-4589-B864-0BD9FBC8E148}" dt="2023-05-13T09:44:43.775" v="3037"/>
        <pc:sldMkLst>
          <pc:docMk/>
          <pc:sldMk cId="3255545645" sldId="2519"/>
        </pc:sldMkLst>
        <pc:spChg chg="add del mod">
          <ac:chgData name="Owais Ahmed" userId="6abc7d4556b3b071" providerId="LiveId" clId="{CA40ACB4-56C5-4589-B864-0BD9FBC8E148}" dt="2023-05-13T07:16:00.497" v="2755" actId="20577"/>
          <ac:spMkLst>
            <pc:docMk/>
            <pc:sldMk cId="3255545645" sldId="2519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7:07:44.890" v="2250"/>
          <ac:spMkLst>
            <pc:docMk/>
            <pc:sldMk cId="3255545645" sldId="2519"/>
            <ac:spMk id="215" creationId="{00000000-0000-0000-0000-000000000000}"/>
          </ac:spMkLst>
        </pc:spChg>
        <pc:graphicFrameChg chg="del">
          <ac:chgData name="Owais Ahmed" userId="6abc7d4556b3b071" providerId="LiveId" clId="{CA40ACB4-56C5-4589-B864-0BD9FBC8E148}" dt="2023-05-13T07:07:47.799" v="2251" actId="478"/>
          <ac:graphicFrameMkLst>
            <pc:docMk/>
            <pc:sldMk cId="3255545645" sldId="2519"/>
            <ac:graphicFrameMk id="4" creationId="{1034A38F-887F-80BB-1296-12F5A3103EA9}"/>
          </ac:graphicFrameMkLst>
        </pc:graphicFrameChg>
        <pc:picChg chg="add mod">
          <ac:chgData name="Owais Ahmed" userId="6abc7d4556b3b071" providerId="LiveId" clId="{CA40ACB4-56C5-4589-B864-0BD9FBC8E148}" dt="2023-05-13T07:12:31.112" v="2340" actId="1076"/>
          <ac:picMkLst>
            <pc:docMk/>
            <pc:sldMk cId="3255545645" sldId="2519"/>
            <ac:picMk id="2050" creationId="{64BA7535-7850-FF1C-35A2-B23E62F71245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928645395" sldId="2519"/>
        </pc:sldMkLst>
      </pc:sldChg>
      <pc:sldChg chg="addSp delSp modSp add mod modAnim">
        <pc:chgData name="Owais Ahmed" userId="6abc7d4556b3b071" providerId="LiveId" clId="{CA40ACB4-56C5-4589-B864-0BD9FBC8E148}" dt="2023-05-13T09:59:56.188" v="3042" actId="20577"/>
        <pc:sldMkLst>
          <pc:docMk/>
          <pc:sldMk cId="1098865988" sldId="2520"/>
        </pc:sldMkLst>
        <pc:spChg chg="mod">
          <ac:chgData name="Owais Ahmed" userId="6abc7d4556b3b071" providerId="LiveId" clId="{CA40ACB4-56C5-4589-B864-0BD9FBC8E148}" dt="2023-05-13T09:59:56.188" v="3042" actId="20577"/>
          <ac:spMkLst>
            <pc:docMk/>
            <pc:sldMk cId="1098865988" sldId="2520"/>
            <ac:spMk id="3" creationId="{4A1C0383-58FE-E486-295E-B33B8683B938}"/>
          </ac:spMkLst>
        </pc:spChg>
        <pc:spChg chg="del">
          <ac:chgData name="Owais Ahmed" userId="6abc7d4556b3b071" providerId="LiveId" clId="{CA40ACB4-56C5-4589-B864-0BD9FBC8E148}" dt="2023-05-13T09:33:51.008" v="3036" actId="478"/>
          <ac:spMkLst>
            <pc:docMk/>
            <pc:sldMk cId="1098865988" sldId="2520"/>
            <ac:spMk id="214" creationId="{00000000-0000-0000-0000-000000000000}"/>
          </ac:spMkLst>
        </pc:spChg>
        <pc:picChg chg="add del">
          <ac:chgData name="Owais Ahmed" userId="6abc7d4556b3b071" providerId="LiveId" clId="{CA40ACB4-56C5-4589-B864-0BD9FBC8E148}" dt="2023-05-13T09:29:06.021" v="2909" actId="22"/>
          <ac:picMkLst>
            <pc:docMk/>
            <pc:sldMk cId="1098865988" sldId="2520"/>
            <ac:picMk id="5" creationId="{FEF671A7-BD6E-AB65-9EC2-BAB886BEC595}"/>
          </ac:picMkLst>
        </pc:picChg>
        <pc:picChg chg="add del">
          <ac:chgData name="Owais Ahmed" userId="6abc7d4556b3b071" providerId="LiveId" clId="{CA40ACB4-56C5-4589-B864-0BD9FBC8E148}" dt="2023-05-13T09:29:10.294" v="2911" actId="22"/>
          <ac:picMkLst>
            <pc:docMk/>
            <pc:sldMk cId="1098865988" sldId="2520"/>
            <ac:picMk id="7" creationId="{845D646E-09B6-C917-71C4-7D30165ACF9C}"/>
          </ac:picMkLst>
        </pc:picChg>
        <pc:picChg chg="add del mod">
          <ac:chgData name="Owais Ahmed" userId="6abc7d4556b3b071" providerId="LiveId" clId="{CA40ACB4-56C5-4589-B864-0BD9FBC8E148}" dt="2023-05-13T09:29:42.069" v="2920" actId="478"/>
          <ac:picMkLst>
            <pc:docMk/>
            <pc:sldMk cId="1098865988" sldId="2520"/>
            <ac:picMk id="9" creationId="{96539D06-0917-18D9-AD45-CFB4D8F546BD}"/>
          </ac:picMkLst>
        </pc:picChg>
        <pc:picChg chg="add del">
          <ac:chgData name="Owais Ahmed" userId="6abc7d4556b3b071" providerId="LiveId" clId="{CA40ACB4-56C5-4589-B864-0BD9FBC8E148}" dt="2023-05-13T09:30:50.008" v="2924" actId="22"/>
          <ac:picMkLst>
            <pc:docMk/>
            <pc:sldMk cId="1098865988" sldId="2520"/>
            <ac:picMk id="11" creationId="{61699397-BC35-2886-25BA-B9FF8995A92C}"/>
          </ac:picMkLst>
        </pc:picChg>
        <pc:picChg chg="add del">
          <ac:chgData name="Owais Ahmed" userId="6abc7d4556b3b071" providerId="LiveId" clId="{CA40ACB4-56C5-4589-B864-0BD9FBC8E148}" dt="2023-05-13T09:30:49.792" v="2923" actId="22"/>
          <ac:picMkLst>
            <pc:docMk/>
            <pc:sldMk cId="1098865988" sldId="2520"/>
            <ac:picMk id="13" creationId="{13C4FAF1-E886-4A38-C6A1-D768B73CC0E6}"/>
          </ac:picMkLst>
        </pc:picChg>
        <pc:picChg chg="add del">
          <ac:chgData name="Owais Ahmed" userId="6abc7d4556b3b071" providerId="LiveId" clId="{CA40ACB4-56C5-4589-B864-0BD9FBC8E148}" dt="2023-05-13T09:30:53.412" v="2926" actId="22"/>
          <ac:picMkLst>
            <pc:docMk/>
            <pc:sldMk cId="1098865988" sldId="2520"/>
            <ac:picMk id="15" creationId="{01A76B83-B407-1648-245D-7472E8F7F615}"/>
          </ac:picMkLst>
        </pc:picChg>
        <pc:picChg chg="add mod">
          <ac:chgData name="Owais Ahmed" userId="6abc7d4556b3b071" providerId="LiveId" clId="{CA40ACB4-56C5-4589-B864-0BD9FBC8E148}" dt="2023-05-13T09:31:07.471" v="2930" actId="14100"/>
          <ac:picMkLst>
            <pc:docMk/>
            <pc:sldMk cId="1098865988" sldId="2520"/>
            <ac:picMk id="17" creationId="{42D7FF69-B245-DB94-48E9-F21CCB6251F2}"/>
          </ac:picMkLst>
        </pc:picChg>
        <pc:picChg chg="del">
          <ac:chgData name="Owais Ahmed" userId="6abc7d4556b3b071" providerId="LiveId" clId="{CA40ACB4-56C5-4589-B864-0BD9FBC8E148}" dt="2023-05-13T09:27:44.034" v="2903" actId="478"/>
          <ac:picMkLst>
            <pc:docMk/>
            <pc:sldMk cId="1098865988" sldId="2520"/>
            <ac:picMk id="2050" creationId="{64BA7535-7850-FF1C-35A2-B23E62F71245}"/>
          </ac:picMkLst>
        </pc:picChg>
        <pc:picChg chg="add del mod">
          <ac:chgData name="Owais Ahmed" userId="6abc7d4556b3b071" providerId="LiveId" clId="{CA40ACB4-56C5-4589-B864-0BD9FBC8E148}" dt="2023-05-13T09:29:03.922" v="2907" actId="478"/>
          <ac:picMkLst>
            <pc:docMk/>
            <pc:sldMk cId="1098865988" sldId="2520"/>
            <ac:picMk id="3074" creationId="{8B93790C-7D72-850D-7DF1-BD02D4945BD9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760387948" sldId="2520"/>
        </pc:sldMkLst>
      </pc:sldChg>
      <pc:sldChg chg="addSp delSp modSp add mod ord modAnim modNotesTx">
        <pc:chgData name="Owais Ahmed" userId="6abc7d4556b3b071" providerId="LiveId" clId="{CA40ACB4-56C5-4589-B864-0BD9FBC8E148}" dt="2023-05-18T17:59:13.709" v="3367" actId="20577"/>
        <pc:sldMkLst>
          <pc:docMk/>
          <pc:sldMk cId="2513429855" sldId="2521"/>
        </pc:sldMkLst>
        <pc:spChg chg="mod">
          <ac:chgData name="Owais Ahmed" userId="6abc7d4556b3b071" providerId="LiveId" clId="{CA40ACB4-56C5-4589-B864-0BD9FBC8E148}" dt="2023-05-13T10:44:45.927" v="3255" actId="20577"/>
          <ac:spMkLst>
            <pc:docMk/>
            <pc:sldMk cId="2513429855" sldId="2521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10:13:22.710" v="3095" actId="20577"/>
          <ac:spMkLst>
            <pc:docMk/>
            <pc:sldMk cId="2513429855" sldId="2521"/>
            <ac:spMk id="215" creationId="{00000000-0000-0000-0000-000000000000}"/>
          </ac:spMkLst>
        </pc:spChg>
        <pc:picChg chg="add mod">
          <ac:chgData name="Owais Ahmed" userId="6abc7d4556b3b071" providerId="LiveId" clId="{CA40ACB4-56C5-4589-B864-0BD9FBC8E148}" dt="2023-05-13T10:18:01.696" v="3254" actId="1076"/>
          <ac:picMkLst>
            <pc:docMk/>
            <pc:sldMk cId="2513429855" sldId="2521"/>
            <ac:picMk id="5" creationId="{33AC187A-FBC4-F479-02E8-6BE23452081D}"/>
          </ac:picMkLst>
        </pc:picChg>
        <pc:picChg chg="add mod">
          <ac:chgData name="Owais Ahmed" userId="6abc7d4556b3b071" providerId="LiveId" clId="{CA40ACB4-56C5-4589-B864-0BD9FBC8E148}" dt="2023-05-13T10:17:55.935" v="3252" actId="14100"/>
          <ac:picMkLst>
            <pc:docMk/>
            <pc:sldMk cId="2513429855" sldId="2521"/>
            <ac:picMk id="7" creationId="{ABD5C9C4-BB4C-E6D2-4557-0A1182B98E7B}"/>
          </ac:picMkLst>
        </pc:picChg>
        <pc:picChg chg="del">
          <ac:chgData name="Owais Ahmed" userId="6abc7d4556b3b071" providerId="LiveId" clId="{CA40ACB4-56C5-4589-B864-0BD9FBC8E148}" dt="2023-05-13T10:13:48.662" v="3155" actId="478"/>
          <ac:picMkLst>
            <pc:docMk/>
            <pc:sldMk cId="2513429855" sldId="2521"/>
            <ac:picMk id="2050" creationId="{64BA7535-7850-FF1C-35A2-B23E62F71245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533956873" sldId="2521"/>
        </pc:sldMkLst>
      </pc:sldChg>
      <pc:sldChg chg="delSp add del mod delAnim">
        <pc:chgData name="Owais Ahmed" userId="6abc7d4556b3b071" providerId="LiveId" clId="{CA40ACB4-56C5-4589-B864-0BD9FBC8E148}" dt="2023-05-18T17:58:42.672" v="3259" actId="47"/>
        <pc:sldMkLst>
          <pc:docMk/>
          <pc:sldMk cId="1529342662" sldId="2522"/>
        </pc:sldMkLst>
        <pc:picChg chg="del">
          <ac:chgData name="Owais Ahmed" userId="6abc7d4556b3b071" providerId="LiveId" clId="{CA40ACB4-56C5-4589-B864-0BD9FBC8E148}" dt="2023-05-18T17:58:34.721" v="3258" actId="478"/>
          <ac:picMkLst>
            <pc:docMk/>
            <pc:sldMk cId="1529342662" sldId="2522"/>
            <ac:picMk id="5" creationId="{33AC187A-FBC4-F479-02E8-6BE23452081D}"/>
          </ac:picMkLst>
        </pc:picChg>
        <pc:picChg chg="del">
          <ac:chgData name="Owais Ahmed" userId="6abc7d4556b3b071" providerId="LiveId" clId="{CA40ACB4-56C5-4589-B864-0BD9FBC8E148}" dt="2023-05-18T17:58:32.302" v="3257" actId="478"/>
          <ac:picMkLst>
            <pc:docMk/>
            <pc:sldMk cId="1529342662" sldId="2522"/>
            <ac:picMk id="7" creationId="{ABD5C9C4-BB4C-E6D2-4557-0A1182B98E7B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789679466" sldId="2522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824498759" sldId="2523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445446339" sldId="2525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973777861" sldId="2526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758375352" sldId="2527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008391988" sldId="2528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962984141" sldId="2529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541587051" sldId="2530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410552724" sldId="2531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310913191" sldId="2532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822311116" sldId="2533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726837901" sldId="2534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555371337" sldId="2535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715965255" sldId="2536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02326894" sldId="2537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418542802" sldId="2538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1485489486" sldId="2539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063360968" sldId="2541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721732587" sldId="2542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267724588" sldId="2543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0072669" sldId="2544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547548254" sldId="2545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255337515" sldId="2547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207102429" sldId="2552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1067658445" sldId="2553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458250647" sldId="2554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4235706244" sldId="2555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383099629" sldId="2556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511241561" sldId="2557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1508103589" sldId="2558"/>
        </pc:sldMkLst>
      </pc:sldChg>
    </pc:docChg>
  </pc:docChgLst>
  <pc:docChgLst>
    <pc:chgData name="Owais Ahmed" userId="6abc7d4556b3b071" providerId="LiveId" clId="{6F78ABC8-7F0A-45B5-962C-0EFB95FD664F}"/>
    <pc:docChg chg="custSel addSld modSld modSection">
      <pc:chgData name="Owais Ahmed" userId="6abc7d4556b3b071" providerId="LiveId" clId="{6F78ABC8-7F0A-45B5-962C-0EFB95FD664F}" dt="2023-06-12T03:27:53.230" v="1544" actId="1076"/>
      <pc:docMkLst>
        <pc:docMk/>
      </pc:docMkLst>
      <pc:sldChg chg="modSp mod">
        <pc:chgData name="Owais Ahmed" userId="6abc7d4556b3b071" providerId="LiveId" clId="{6F78ABC8-7F0A-45B5-962C-0EFB95FD664F}" dt="2023-06-09T03:48:34.017" v="819" actId="20577"/>
        <pc:sldMkLst>
          <pc:docMk/>
          <pc:sldMk cId="1649098948" sldId="2462"/>
        </pc:sldMkLst>
        <pc:spChg chg="mod">
          <ac:chgData name="Owais Ahmed" userId="6abc7d4556b3b071" providerId="LiveId" clId="{6F78ABC8-7F0A-45B5-962C-0EFB95FD664F}" dt="2023-06-09T03:48:34.017" v="81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 add mod modAnim">
        <pc:chgData name="Owais Ahmed" userId="6abc7d4556b3b071" providerId="LiveId" clId="{6F78ABC8-7F0A-45B5-962C-0EFB95FD664F}" dt="2023-06-12T03:27:53.230" v="1544" actId="1076"/>
        <pc:sldMkLst>
          <pc:docMk/>
          <pc:sldMk cId="2200328221" sldId="2532"/>
        </pc:sldMkLst>
        <pc:spChg chg="mod">
          <ac:chgData name="Owais Ahmed" userId="6abc7d4556b3b071" providerId="LiveId" clId="{6F78ABC8-7F0A-45B5-962C-0EFB95FD664F}" dt="2023-06-09T03:44:47.663" v="512" actId="20577"/>
          <ac:spMkLst>
            <pc:docMk/>
            <pc:sldMk cId="2200328221" sldId="2532"/>
            <ac:spMk id="3" creationId="{4A1C0383-58FE-E486-295E-B33B8683B938}"/>
          </ac:spMkLst>
        </pc:spChg>
        <pc:spChg chg="mod">
          <ac:chgData name="Owais Ahmed" userId="6abc7d4556b3b071" providerId="LiveId" clId="{6F78ABC8-7F0A-45B5-962C-0EFB95FD664F}" dt="2023-06-09T03:38:08.579" v="102" actId="20577"/>
          <ac:spMkLst>
            <pc:docMk/>
            <pc:sldMk cId="2200328221" sldId="2532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6F78ABC8-7F0A-45B5-962C-0EFB95FD664F}" dt="2023-06-09T03:44:28.938" v="422" actId="1076"/>
          <ac:graphicFrameMkLst>
            <pc:docMk/>
            <pc:sldMk cId="2200328221" sldId="2532"/>
            <ac:graphicFrameMk id="5" creationId="{5D75DDE8-37D5-2A2E-9C60-72B42E265029}"/>
          </ac:graphicFrameMkLst>
        </pc:graphicFrameChg>
        <pc:picChg chg="del">
          <ac:chgData name="Owais Ahmed" userId="6abc7d4556b3b071" providerId="LiveId" clId="{6F78ABC8-7F0A-45B5-962C-0EFB95FD664F}" dt="2023-06-09T03:41:47.338" v="327" actId="478"/>
          <ac:picMkLst>
            <pc:docMk/>
            <pc:sldMk cId="2200328221" sldId="2532"/>
            <ac:picMk id="4" creationId="{3158A61F-F28C-C23A-E9E0-E58C07560815}"/>
          </ac:picMkLst>
        </pc:picChg>
        <pc:picChg chg="add mod modCrop">
          <ac:chgData name="Owais Ahmed" userId="6abc7d4556b3b071" providerId="LiveId" clId="{6F78ABC8-7F0A-45B5-962C-0EFB95FD664F}" dt="2023-06-12T03:27:53.230" v="1544" actId="1076"/>
          <ac:picMkLst>
            <pc:docMk/>
            <pc:sldMk cId="2200328221" sldId="2532"/>
            <ac:picMk id="6" creationId="{9C30D4CE-BA37-62D3-D56A-69C868BA6955}"/>
          </ac:picMkLst>
        </pc:picChg>
        <pc:picChg chg="add del mod">
          <ac:chgData name="Owais Ahmed" userId="6abc7d4556b3b071" providerId="LiveId" clId="{6F78ABC8-7F0A-45B5-962C-0EFB95FD664F}" dt="2023-06-12T03:27:16.080" v="1531" actId="478"/>
          <ac:picMkLst>
            <pc:docMk/>
            <pc:sldMk cId="2200328221" sldId="2532"/>
            <ac:picMk id="1026" creationId="{BB47385E-F576-26BD-052B-6C5E7FEB0CCC}"/>
          </ac:picMkLst>
        </pc:picChg>
      </pc:sldChg>
      <pc:sldChg chg="delSp modSp add mod delAnim modAnim">
        <pc:chgData name="Owais Ahmed" userId="6abc7d4556b3b071" providerId="LiveId" clId="{6F78ABC8-7F0A-45B5-962C-0EFB95FD664F}" dt="2023-06-09T03:48:03.229" v="775" actId="20577"/>
        <pc:sldMkLst>
          <pc:docMk/>
          <pc:sldMk cId="2432654152" sldId="2533"/>
        </pc:sldMkLst>
        <pc:spChg chg="mod">
          <ac:chgData name="Owais Ahmed" userId="6abc7d4556b3b071" providerId="LiveId" clId="{6F78ABC8-7F0A-45B5-962C-0EFB95FD664F}" dt="2023-06-09T03:48:03.229" v="775" actId="20577"/>
          <ac:spMkLst>
            <pc:docMk/>
            <pc:sldMk cId="2432654152" sldId="2533"/>
            <ac:spMk id="3" creationId="{4A1C0383-58FE-E486-295E-B33B8683B938}"/>
          </ac:spMkLst>
        </pc:spChg>
        <pc:graphicFrameChg chg="del">
          <ac:chgData name="Owais Ahmed" userId="6abc7d4556b3b071" providerId="LiveId" clId="{6F78ABC8-7F0A-45B5-962C-0EFB95FD664F}" dt="2023-06-09T03:45:49.068" v="520" actId="478"/>
          <ac:graphicFrameMkLst>
            <pc:docMk/>
            <pc:sldMk cId="2432654152" sldId="2533"/>
            <ac:graphicFrameMk id="5" creationId="{5D75DDE8-37D5-2A2E-9C60-72B42E265029}"/>
          </ac:graphicFrameMkLst>
        </pc:graphicFrameChg>
        <pc:picChg chg="del">
          <ac:chgData name="Owais Ahmed" userId="6abc7d4556b3b071" providerId="LiveId" clId="{6F78ABC8-7F0A-45B5-962C-0EFB95FD664F}" dt="2023-06-09T03:45:49.621" v="521" actId="478"/>
          <ac:picMkLst>
            <pc:docMk/>
            <pc:sldMk cId="2432654152" sldId="2533"/>
            <ac:picMk id="1026" creationId="{BB47385E-F576-26BD-052B-6C5E7FEB0CCC}"/>
          </ac:picMkLst>
        </pc:picChg>
      </pc:sldChg>
      <pc:sldChg chg="addSp delSp modSp add mod modAnim">
        <pc:chgData name="Owais Ahmed" userId="6abc7d4556b3b071" providerId="LiveId" clId="{6F78ABC8-7F0A-45B5-962C-0EFB95FD664F}" dt="2023-06-09T03:55:39.847" v="1283" actId="20577"/>
        <pc:sldMkLst>
          <pc:docMk/>
          <pc:sldMk cId="4183972866" sldId="2534"/>
        </pc:sldMkLst>
        <pc:spChg chg="mod">
          <ac:chgData name="Owais Ahmed" userId="6abc7d4556b3b071" providerId="LiveId" clId="{6F78ABC8-7F0A-45B5-962C-0EFB95FD664F}" dt="2023-06-09T03:55:39.847" v="1283" actId="20577"/>
          <ac:spMkLst>
            <pc:docMk/>
            <pc:sldMk cId="4183972866" sldId="2534"/>
            <ac:spMk id="3" creationId="{4A1C0383-58FE-E486-295E-B33B8683B938}"/>
          </ac:spMkLst>
        </pc:spChg>
        <pc:spChg chg="mod">
          <ac:chgData name="Owais Ahmed" userId="6abc7d4556b3b071" providerId="LiveId" clId="{6F78ABC8-7F0A-45B5-962C-0EFB95FD664F}" dt="2023-06-09T03:48:48.595" v="832" actId="20577"/>
          <ac:spMkLst>
            <pc:docMk/>
            <pc:sldMk cId="4183972866" sldId="253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6F78ABC8-7F0A-45B5-962C-0EFB95FD664F}" dt="2023-06-09T03:54:28.154" v="1208" actId="20577"/>
          <ac:graphicFrameMkLst>
            <pc:docMk/>
            <pc:sldMk cId="4183972866" sldId="2534"/>
            <ac:graphicFrameMk id="4" creationId="{2FB9459C-6A12-1C08-72F1-F8D9D8ADBAB3}"/>
          </ac:graphicFrameMkLst>
        </pc:graphicFrameChg>
        <pc:picChg chg="add del">
          <ac:chgData name="Owais Ahmed" userId="6abc7d4556b3b071" providerId="LiveId" clId="{6F78ABC8-7F0A-45B5-962C-0EFB95FD664F}" dt="2023-06-09T03:48:53.957" v="834"/>
          <ac:picMkLst>
            <pc:docMk/>
            <pc:sldMk cId="4183972866" sldId="2534"/>
            <ac:picMk id="2050" creationId="{6FFB9A91-C225-9B71-232B-01BDE3ABF43F}"/>
          </ac:picMkLst>
        </pc:picChg>
        <pc:picChg chg="add mod">
          <ac:chgData name="Owais Ahmed" userId="6abc7d4556b3b071" providerId="LiveId" clId="{6F78ABC8-7F0A-45B5-962C-0EFB95FD664F}" dt="2023-06-09T03:52:29.970" v="1152" actId="1076"/>
          <ac:picMkLst>
            <pc:docMk/>
            <pc:sldMk cId="4183972866" sldId="2534"/>
            <ac:picMk id="2052" creationId="{80D0D579-30F6-21EF-E100-51998E9575BF}"/>
          </ac:picMkLst>
        </pc:picChg>
      </pc:sldChg>
      <pc:sldChg chg="addSp delSp modSp add mod modAnim">
        <pc:chgData name="Owais Ahmed" userId="6abc7d4556b3b071" providerId="LiveId" clId="{6F78ABC8-7F0A-45B5-962C-0EFB95FD664F}" dt="2023-06-09T04:40:02.492" v="1530" actId="20577"/>
        <pc:sldMkLst>
          <pc:docMk/>
          <pc:sldMk cId="4131194462" sldId="2535"/>
        </pc:sldMkLst>
        <pc:spChg chg="mod">
          <ac:chgData name="Owais Ahmed" userId="6abc7d4556b3b071" providerId="LiveId" clId="{6F78ABC8-7F0A-45B5-962C-0EFB95FD664F}" dt="2023-06-09T04:40:02.492" v="1530" actId="20577"/>
          <ac:spMkLst>
            <pc:docMk/>
            <pc:sldMk cId="4131194462" sldId="2535"/>
            <ac:spMk id="3" creationId="{4A1C0383-58FE-E486-295E-B33B8683B938}"/>
          </ac:spMkLst>
        </pc:spChg>
        <pc:spChg chg="mod">
          <ac:chgData name="Owais Ahmed" userId="6abc7d4556b3b071" providerId="LiveId" clId="{6F78ABC8-7F0A-45B5-962C-0EFB95FD664F}" dt="2023-06-09T03:56:13.692" v="1291" actId="20577"/>
          <ac:spMkLst>
            <pc:docMk/>
            <pc:sldMk cId="4131194462" sldId="2535"/>
            <ac:spMk id="215" creationId="{00000000-0000-0000-0000-000000000000}"/>
          </ac:spMkLst>
        </pc:spChg>
        <pc:graphicFrameChg chg="mod modGraphic">
          <ac:chgData name="Owais Ahmed" userId="6abc7d4556b3b071" providerId="LiveId" clId="{6F78ABC8-7F0A-45B5-962C-0EFB95FD664F}" dt="2023-06-09T03:59:44.401" v="1485" actId="1076"/>
          <ac:graphicFrameMkLst>
            <pc:docMk/>
            <pc:sldMk cId="4131194462" sldId="2535"/>
            <ac:graphicFrameMk id="4" creationId="{2FB9459C-6A12-1C08-72F1-F8D9D8ADBAB3}"/>
          </ac:graphicFrameMkLst>
        </pc:graphicFrameChg>
        <pc:picChg chg="del">
          <ac:chgData name="Owais Ahmed" userId="6abc7d4556b3b071" providerId="LiveId" clId="{6F78ABC8-7F0A-45B5-962C-0EFB95FD664F}" dt="2023-06-09T03:56:59.587" v="1402" actId="478"/>
          <ac:picMkLst>
            <pc:docMk/>
            <pc:sldMk cId="4131194462" sldId="2535"/>
            <ac:picMk id="2052" creationId="{80D0D579-30F6-21EF-E100-51998E9575BF}"/>
          </ac:picMkLst>
        </pc:picChg>
        <pc:picChg chg="add mod">
          <ac:chgData name="Owais Ahmed" userId="6abc7d4556b3b071" providerId="LiveId" clId="{6F78ABC8-7F0A-45B5-962C-0EFB95FD664F}" dt="2023-06-09T03:57:04.976" v="1403" actId="1076"/>
          <ac:picMkLst>
            <pc:docMk/>
            <pc:sldMk cId="4131194462" sldId="2535"/>
            <ac:picMk id="3074" creationId="{A1819DF2-1F46-DA1C-3F36-4020E8099E7B}"/>
          </ac:picMkLst>
        </pc:picChg>
      </pc:sldChg>
    </pc:docChg>
  </pc:docChgLst>
  <pc:docChgLst>
    <pc:chgData name="Owais Ahmed" userId="6abc7d4556b3b071" providerId="LiveId" clId="{ADC60C37-1EF1-4DBC-B39E-53715DF15880}"/>
    <pc:docChg chg="undo custSel addSld delSld modSld modSection">
      <pc:chgData name="Owais Ahmed" userId="6abc7d4556b3b071" providerId="LiveId" clId="{ADC60C37-1EF1-4DBC-B39E-53715DF15880}" dt="2023-05-19T04:26:01.894" v="1634" actId="20577"/>
      <pc:docMkLst>
        <pc:docMk/>
      </pc:docMkLst>
      <pc:sldChg chg="modSp mod">
        <pc:chgData name="Owais Ahmed" userId="6abc7d4556b3b071" providerId="LiveId" clId="{ADC60C37-1EF1-4DBC-B39E-53715DF15880}" dt="2023-05-19T03:57:41.740" v="252" actId="20577"/>
        <pc:sldMkLst>
          <pc:docMk/>
          <pc:sldMk cId="1649098948" sldId="2462"/>
        </pc:sldMkLst>
        <pc:spChg chg="mod">
          <ac:chgData name="Owais Ahmed" userId="6abc7d4556b3b071" providerId="LiveId" clId="{ADC60C37-1EF1-4DBC-B39E-53715DF15880}" dt="2023-05-19T03:57:41.740" v="25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">
        <pc:chgData name="Owais Ahmed" userId="6abc7d4556b3b071" providerId="LiveId" clId="{ADC60C37-1EF1-4DBC-B39E-53715DF15880}" dt="2023-05-19T03:54:24.206" v="0" actId="2890"/>
        <pc:sldMkLst>
          <pc:docMk/>
          <pc:sldMk cId="3872738391" sldId="2522"/>
        </pc:sldMkLst>
      </pc:sldChg>
      <pc:sldChg chg="addSp delSp modSp add mod delAnim modAnim">
        <pc:chgData name="Owais Ahmed" userId="6abc7d4556b3b071" providerId="LiveId" clId="{ADC60C37-1EF1-4DBC-B39E-53715DF15880}" dt="2023-05-19T03:57:11.170" v="215" actId="14100"/>
        <pc:sldMkLst>
          <pc:docMk/>
          <pc:sldMk cId="10490053" sldId="2523"/>
        </pc:sldMkLst>
        <pc:spChg chg="mod">
          <ac:chgData name="Owais Ahmed" userId="6abc7d4556b3b071" providerId="LiveId" clId="{ADC60C37-1EF1-4DBC-B39E-53715DF15880}" dt="2023-05-19T03:57:11.170" v="215" actId="14100"/>
          <ac:spMkLst>
            <pc:docMk/>
            <pc:sldMk cId="10490053" sldId="2523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3:54:51.616" v="31" actId="20577"/>
          <ac:spMkLst>
            <pc:docMk/>
            <pc:sldMk cId="10490053" sldId="2523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3:54:58.933" v="33" actId="478"/>
          <ac:picMkLst>
            <pc:docMk/>
            <pc:sldMk cId="10490053" sldId="2523"/>
            <ac:picMk id="5" creationId="{33AC187A-FBC4-F479-02E8-6BE23452081D}"/>
          </ac:picMkLst>
        </pc:picChg>
        <pc:picChg chg="del">
          <ac:chgData name="Owais Ahmed" userId="6abc7d4556b3b071" providerId="LiveId" clId="{ADC60C37-1EF1-4DBC-B39E-53715DF15880}" dt="2023-05-19T03:54:57.633" v="32" actId="478"/>
          <ac:picMkLst>
            <pc:docMk/>
            <pc:sldMk cId="10490053" sldId="2523"/>
            <ac:picMk id="7" creationId="{ABD5C9C4-BB4C-E6D2-4557-0A1182B98E7B}"/>
          </ac:picMkLst>
        </pc:picChg>
        <pc:picChg chg="add mod">
          <ac:chgData name="Owais Ahmed" userId="6abc7d4556b3b071" providerId="LiveId" clId="{ADC60C37-1EF1-4DBC-B39E-53715DF15880}" dt="2023-05-19T03:57:04.722" v="214" actId="1076"/>
          <ac:picMkLst>
            <pc:docMk/>
            <pc:sldMk cId="10490053" sldId="2523"/>
            <ac:picMk id="1026" creationId="{45D0EF12-D6FF-DAAD-7184-0B742E533748}"/>
          </ac:picMkLst>
        </pc:picChg>
      </pc:sldChg>
      <pc:sldChg chg="addSp delSp modSp add mod delAnim modAnim">
        <pc:chgData name="Owais Ahmed" userId="6abc7d4556b3b071" providerId="LiveId" clId="{ADC60C37-1EF1-4DBC-B39E-53715DF15880}" dt="2023-05-19T04:02:25.154" v="663" actId="20577"/>
        <pc:sldMkLst>
          <pc:docMk/>
          <pc:sldMk cId="2018994293" sldId="2524"/>
        </pc:sldMkLst>
        <pc:spChg chg="del mod">
          <ac:chgData name="Owais Ahmed" userId="6abc7d4556b3b071" providerId="LiveId" clId="{ADC60C37-1EF1-4DBC-B39E-53715DF15880}" dt="2023-05-19T03:59:29.603" v="380" actId="478"/>
          <ac:spMkLst>
            <pc:docMk/>
            <pc:sldMk cId="2018994293" sldId="2524"/>
            <ac:spMk id="3" creationId="{4A1C0383-58FE-E486-295E-B33B8683B938}"/>
          </ac:spMkLst>
        </pc:spChg>
        <pc:spChg chg="add del mod">
          <ac:chgData name="Owais Ahmed" userId="6abc7d4556b3b071" providerId="LiveId" clId="{ADC60C37-1EF1-4DBC-B39E-53715DF15880}" dt="2023-05-19T03:59:27.741" v="379" actId="478"/>
          <ac:spMkLst>
            <pc:docMk/>
            <pc:sldMk cId="2018994293" sldId="2524"/>
            <ac:spMk id="4" creationId="{DB2F0015-7FC0-A09F-FE5B-49BD3BD50C1C}"/>
          </ac:spMkLst>
        </pc:spChg>
        <pc:spChg chg="add mod">
          <ac:chgData name="Owais Ahmed" userId="6abc7d4556b3b071" providerId="LiveId" clId="{ADC60C37-1EF1-4DBC-B39E-53715DF15880}" dt="2023-05-19T04:01:39.994" v="605" actId="14100"/>
          <ac:spMkLst>
            <pc:docMk/>
            <pc:sldMk cId="2018994293" sldId="2524"/>
            <ac:spMk id="5" creationId="{1557C934-45CC-311C-E93F-57CAE551F566}"/>
          </ac:spMkLst>
        </pc:spChg>
        <pc:spChg chg="add mod">
          <ac:chgData name="Owais Ahmed" userId="6abc7d4556b3b071" providerId="LiveId" clId="{ADC60C37-1EF1-4DBC-B39E-53715DF15880}" dt="2023-05-19T04:02:25.154" v="663" actId="20577"/>
          <ac:spMkLst>
            <pc:docMk/>
            <pc:sldMk cId="2018994293" sldId="2524"/>
            <ac:spMk id="6" creationId="{D860E845-F851-BEF3-7FD1-6363C9FDCE56}"/>
          </ac:spMkLst>
        </pc:spChg>
        <pc:spChg chg="mod">
          <ac:chgData name="Owais Ahmed" userId="6abc7d4556b3b071" providerId="LiveId" clId="{ADC60C37-1EF1-4DBC-B39E-53715DF15880}" dt="2023-05-19T03:57:52.530" v="287" actId="20577"/>
          <ac:spMkLst>
            <pc:docMk/>
            <pc:sldMk cId="2018994293" sldId="2524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3:57:57.950" v="288" actId="478"/>
          <ac:picMkLst>
            <pc:docMk/>
            <pc:sldMk cId="2018994293" sldId="2524"/>
            <ac:picMk id="1026" creationId="{45D0EF12-D6FF-DAAD-7184-0B742E533748}"/>
          </ac:picMkLst>
        </pc:picChg>
      </pc:sldChg>
      <pc:sldChg chg="add del">
        <pc:chgData name="Owais Ahmed" userId="6abc7d4556b3b071" providerId="LiveId" clId="{ADC60C37-1EF1-4DBC-B39E-53715DF15880}" dt="2023-05-19T04:05:52.262" v="666" actId="47"/>
        <pc:sldMkLst>
          <pc:docMk/>
          <pc:sldMk cId="95030580" sldId="2525"/>
        </pc:sldMkLst>
      </pc:sldChg>
      <pc:sldChg chg="addSp delSp modSp add mod addAnim delAnim modAnim">
        <pc:chgData name="Owais Ahmed" userId="6abc7d4556b3b071" providerId="LiveId" clId="{ADC60C37-1EF1-4DBC-B39E-53715DF15880}" dt="2023-05-19T04:17:33.385" v="974" actId="6549"/>
        <pc:sldMkLst>
          <pc:docMk/>
          <pc:sldMk cId="645466274" sldId="2525"/>
        </pc:sldMkLst>
        <pc:spChg chg="mod">
          <ac:chgData name="Owais Ahmed" userId="6abc7d4556b3b071" providerId="LiveId" clId="{ADC60C37-1EF1-4DBC-B39E-53715DF15880}" dt="2023-05-19T04:14:14.942" v="935" actId="27636"/>
          <ac:spMkLst>
            <pc:docMk/>
            <pc:sldMk cId="645466274" sldId="2525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17:33.385" v="974" actId="6549"/>
          <ac:spMkLst>
            <pc:docMk/>
            <pc:sldMk cId="645466274" sldId="2525"/>
            <ac:spMk id="215" creationId="{00000000-0000-0000-0000-000000000000}"/>
          </ac:spMkLst>
        </pc:spChg>
        <pc:graphicFrameChg chg="mod modGraphic">
          <ac:chgData name="Owais Ahmed" userId="6abc7d4556b3b071" providerId="LiveId" clId="{ADC60C37-1EF1-4DBC-B39E-53715DF15880}" dt="2023-05-19T04:14:42.533" v="952"/>
          <ac:graphicFrameMkLst>
            <pc:docMk/>
            <pc:sldMk cId="645466274" sldId="2525"/>
            <ac:graphicFrameMk id="4" creationId="{1034A38F-887F-80BB-1296-12F5A3103EA9}"/>
          </ac:graphicFrameMkLst>
        </pc:graphicFrameChg>
        <pc:picChg chg="del">
          <ac:chgData name="Owais Ahmed" userId="6abc7d4556b3b071" providerId="LiveId" clId="{ADC60C37-1EF1-4DBC-B39E-53715DF15880}" dt="2023-05-19T04:07:09.849" v="683" actId="478"/>
          <ac:picMkLst>
            <pc:docMk/>
            <pc:sldMk cId="645466274" sldId="2525"/>
            <ac:picMk id="6" creationId="{EC596F7E-93FA-372F-C77B-35042A5DFDE6}"/>
          </ac:picMkLst>
        </pc:picChg>
        <pc:picChg chg="add mod">
          <ac:chgData name="Owais Ahmed" userId="6abc7d4556b3b071" providerId="LiveId" clId="{ADC60C37-1EF1-4DBC-B39E-53715DF15880}" dt="2023-05-19T04:14:11.992" v="933" actId="1076"/>
          <ac:picMkLst>
            <pc:docMk/>
            <pc:sldMk cId="645466274" sldId="2525"/>
            <ac:picMk id="7" creationId="{8EF90C2A-B89D-CFBD-6B15-F526D57DA438}"/>
          </ac:picMkLst>
        </pc:picChg>
      </pc:sldChg>
      <pc:sldChg chg="addSp delSp modSp add mod delAnim modAnim modNotesTx">
        <pc:chgData name="Owais Ahmed" userId="6abc7d4556b3b071" providerId="LiveId" clId="{ADC60C37-1EF1-4DBC-B39E-53715DF15880}" dt="2023-05-19T04:20:49.183" v="1156" actId="1076"/>
        <pc:sldMkLst>
          <pc:docMk/>
          <pc:sldMk cId="3637680761" sldId="2526"/>
        </pc:sldMkLst>
        <pc:spChg chg="mod">
          <ac:chgData name="Owais Ahmed" userId="6abc7d4556b3b071" providerId="LiveId" clId="{ADC60C37-1EF1-4DBC-B39E-53715DF15880}" dt="2023-05-19T04:20:43.966" v="1154" actId="27636"/>
          <ac:spMkLst>
            <pc:docMk/>
            <pc:sldMk cId="3637680761" sldId="2526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17:36.115" v="976" actId="6549"/>
          <ac:spMkLst>
            <pc:docMk/>
            <pc:sldMk cId="3637680761" sldId="2526"/>
            <ac:spMk id="215" creationId="{00000000-0000-0000-0000-000000000000}"/>
          </ac:spMkLst>
        </pc:spChg>
        <pc:graphicFrameChg chg="del">
          <ac:chgData name="Owais Ahmed" userId="6abc7d4556b3b071" providerId="LiveId" clId="{ADC60C37-1EF1-4DBC-B39E-53715DF15880}" dt="2023-05-19T04:15:24.112" v="955" actId="478"/>
          <ac:graphicFrameMkLst>
            <pc:docMk/>
            <pc:sldMk cId="3637680761" sldId="2526"/>
            <ac:graphicFrameMk id="4" creationId="{1034A38F-887F-80BB-1296-12F5A3103EA9}"/>
          </ac:graphicFrameMkLst>
        </pc:graphicFrameChg>
        <pc:picChg chg="add del mod modCrop">
          <ac:chgData name="Owais Ahmed" userId="6abc7d4556b3b071" providerId="LiveId" clId="{ADC60C37-1EF1-4DBC-B39E-53715DF15880}" dt="2023-05-19T04:20:41.400" v="1152" actId="14100"/>
          <ac:picMkLst>
            <pc:docMk/>
            <pc:sldMk cId="3637680761" sldId="2526"/>
            <ac:picMk id="5" creationId="{C98EDCE2-5EA9-0E94-5D6A-FA137B8E143D}"/>
          </ac:picMkLst>
        </pc:picChg>
        <pc:picChg chg="add mod modCrop">
          <ac:chgData name="Owais Ahmed" userId="6abc7d4556b3b071" providerId="LiveId" clId="{ADC60C37-1EF1-4DBC-B39E-53715DF15880}" dt="2023-05-19T04:20:49.183" v="1156" actId="1076"/>
          <ac:picMkLst>
            <pc:docMk/>
            <pc:sldMk cId="3637680761" sldId="2526"/>
            <ac:picMk id="6" creationId="{B4FA62DA-8CBB-84C6-680D-13D703385273}"/>
          </ac:picMkLst>
        </pc:picChg>
        <pc:picChg chg="del">
          <ac:chgData name="Owais Ahmed" userId="6abc7d4556b3b071" providerId="LiveId" clId="{ADC60C37-1EF1-4DBC-B39E-53715DF15880}" dt="2023-05-19T04:15:22.037" v="954" actId="478"/>
          <ac:picMkLst>
            <pc:docMk/>
            <pc:sldMk cId="3637680761" sldId="2526"/>
            <ac:picMk id="7" creationId="{8EF90C2A-B89D-CFBD-6B15-F526D57DA438}"/>
          </ac:picMkLst>
        </pc:picChg>
      </pc:sldChg>
      <pc:sldChg chg="modSp add del mod">
        <pc:chgData name="Owais Ahmed" userId="6abc7d4556b3b071" providerId="LiveId" clId="{ADC60C37-1EF1-4DBC-B39E-53715DF15880}" dt="2023-05-19T04:06:13.390" v="672" actId="47"/>
        <pc:sldMkLst>
          <pc:docMk/>
          <pc:sldMk cId="3897119825" sldId="2526"/>
        </pc:sldMkLst>
        <pc:spChg chg="mod">
          <ac:chgData name="Owais Ahmed" userId="6abc7d4556b3b071" providerId="LiveId" clId="{ADC60C37-1EF1-4DBC-B39E-53715DF15880}" dt="2023-05-19T04:05:57.981" v="671" actId="20577"/>
          <ac:spMkLst>
            <pc:docMk/>
            <pc:sldMk cId="3897119825" sldId="2526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ADC60C37-1EF1-4DBC-B39E-53715DF15880}" dt="2023-05-19T04:26:01.894" v="1634" actId="20577"/>
        <pc:sldMkLst>
          <pc:docMk/>
          <pc:sldMk cId="847185206" sldId="2527"/>
        </pc:sldMkLst>
        <pc:spChg chg="mod">
          <ac:chgData name="Owais Ahmed" userId="6abc7d4556b3b071" providerId="LiveId" clId="{ADC60C37-1EF1-4DBC-B39E-53715DF15880}" dt="2023-05-19T04:26:01.894" v="1634" actId="20577"/>
          <ac:spMkLst>
            <pc:docMk/>
            <pc:sldMk cId="847185206" sldId="2527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23:16.320" v="1185" actId="20577"/>
          <ac:spMkLst>
            <pc:docMk/>
            <pc:sldMk cId="847185206" sldId="2527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4:23:11.998" v="1172" actId="478"/>
          <ac:picMkLst>
            <pc:docMk/>
            <pc:sldMk cId="847185206" sldId="2527"/>
            <ac:picMk id="5" creationId="{C98EDCE2-5EA9-0E94-5D6A-FA137B8E143D}"/>
          </ac:picMkLst>
        </pc:picChg>
        <pc:picChg chg="del">
          <ac:chgData name="Owais Ahmed" userId="6abc7d4556b3b071" providerId="LiveId" clId="{ADC60C37-1EF1-4DBC-B39E-53715DF15880}" dt="2023-05-19T04:23:12.387" v="1173" actId="478"/>
          <ac:picMkLst>
            <pc:docMk/>
            <pc:sldMk cId="847185206" sldId="2527"/>
            <ac:picMk id="6" creationId="{B4FA62DA-8CBB-84C6-680D-13D703385273}"/>
          </ac:picMkLst>
        </pc:picChg>
        <pc:picChg chg="add mod">
          <ac:chgData name="Owais Ahmed" userId="6abc7d4556b3b071" providerId="LiveId" clId="{ADC60C37-1EF1-4DBC-B39E-53715DF15880}" dt="2023-05-19T04:23:32.680" v="1194" actId="1076"/>
          <ac:picMkLst>
            <pc:docMk/>
            <pc:sldMk cId="847185206" sldId="2527"/>
            <ac:picMk id="2050" creationId="{D6B19A3C-7BFA-2717-CD3F-F39C1B80D86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6/12/2023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6/12/2023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873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366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144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010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073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802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64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078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24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156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gif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jpg"/><Relationship Id="rId5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hdphoto" Target="../media/hdphoto1.wdp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DIGITAL LOGIC DESIGN (111776)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8819" y="430925"/>
            <a:ext cx="4846320" cy="113511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1566042"/>
            <a:ext cx="4114800" cy="4740166"/>
          </a:xfrm>
        </p:spPr>
        <p:txBody>
          <a:bodyPr/>
          <a:lstStyle/>
          <a:p>
            <a:r>
              <a:rPr lang="en-US" dirty="0"/>
              <a:t>Registers</a:t>
            </a:r>
          </a:p>
          <a:p>
            <a:r>
              <a:rPr lang="en-US" dirty="0"/>
              <a:t>Shift Registers</a:t>
            </a:r>
          </a:p>
          <a:p>
            <a:r>
              <a:rPr lang="en-US" dirty="0"/>
              <a:t>Bidirectional Shift Register</a:t>
            </a:r>
          </a:p>
          <a:p>
            <a:r>
              <a:rPr lang="en-US" dirty="0"/>
              <a:t>Universal Shift Register</a:t>
            </a:r>
          </a:p>
          <a:p>
            <a:r>
              <a:rPr lang="en-US" dirty="0"/>
              <a:t>Ring Counters</a:t>
            </a:r>
          </a:p>
          <a:p>
            <a:r>
              <a:rPr lang="en-US" dirty="0"/>
              <a:t>Johnson Counters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Registers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Registers are a group of FFs used to store more than 1 bit. Therefore, n-bit registers can store a binary number of length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 are two different types of classifications of Registers: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SISI: Serial Input – Serial Output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SIPO: Serial Input – Parallel Output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PISO: Parallel Input – Serial Output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PIPO: Parallel Input – Parallel Output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1971" t="-2219" r="-41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erial-In Serial-Out Shift Register (SISO)">
            <a:extLst>
              <a:ext uri="{FF2B5EF4-FFF2-40B4-BE49-F238E27FC236}">
                <a16:creationId xmlns:a16="http://schemas.microsoft.com/office/drawing/2014/main" id="{69CCA261-7FF0-A388-D6F8-3F241266E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582" y="1592779"/>
            <a:ext cx="5869418" cy="184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rial-In Parallel-Out shift Register (SIPO)">
            <a:extLst>
              <a:ext uri="{FF2B5EF4-FFF2-40B4-BE49-F238E27FC236}">
                <a16:creationId xmlns:a16="http://schemas.microsoft.com/office/drawing/2014/main" id="{3DFDF19A-52A3-6015-04A9-772E24EA1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582" y="3732520"/>
            <a:ext cx="5869418" cy="238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arallel-In Serial-Out Shift Register (PISO)">
            <a:extLst>
              <a:ext uri="{FF2B5EF4-FFF2-40B4-BE49-F238E27FC236}">
                <a16:creationId xmlns:a16="http://schemas.microsoft.com/office/drawing/2014/main" id="{229BF613-7A40-2281-B6BC-37FCBB857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994" y="2011319"/>
            <a:ext cx="5869418" cy="344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arallel-In Parallel-Out Shift Register (PIPO)">
            <a:extLst>
              <a:ext uri="{FF2B5EF4-FFF2-40B4-BE49-F238E27FC236}">
                <a16:creationId xmlns:a16="http://schemas.microsoft.com/office/drawing/2014/main" id="{4A2E01BE-527D-128D-F268-56259762F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805804"/>
            <a:ext cx="6096000" cy="263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249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Shift Registers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Shift Register is used to store and move data. Some basic data movements are illustrated here.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Left shifting registers move data from MSB to LSB.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Right shifting registers move data from LSB to MSB.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4-bit SIPO Shift register, which inputs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𝐶𝐿𝐾</m:t>
                    </m:r>
                  </m:oMath>
                </a14:m>
                <a:r>
                  <a:rPr lang="en-US" sz="3400" dirty="0"/>
                  <a:t> and has a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𝐶𝐿𝑅</m:t>
                    </m:r>
                  </m:oMath>
                </a14:m>
                <a:r>
                  <a:rPr lang="en-US" sz="3400" dirty="0"/>
                  <a:t> signal to reset the outputs.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2178" t="-2466" r="-28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4" name="Picture 10" descr="shift register data movement">
            <a:extLst>
              <a:ext uri="{FF2B5EF4-FFF2-40B4-BE49-F238E27FC236}">
                <a16:creationId xmlns:a16="http://schemas.microsoft.com/office/drawing/2014/main" id="{3D901825-623B-6277-FE2A-710D60BE2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471" y="1449384"/>
            <a:ext cx="4317079" cy="276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hift register">
            <a:extLst>
              <a:ext uri="{FF2B5EF4-FFF2-40B4-BE49-F238E27FC236}">
                <a16:creationId xmlns:a16="http://schemas.microsoft.com/office/drawing/2014/main" id="{FEDB5CAC-EDD9-BE4A-30FB-2AA775A33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425" y="4198941"/>
            <a:ext cx="481012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43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Shift Registers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132999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Basic shifting through a Left shifting Register. After the 4</a:t>
                </a:r>
                <a:r>
                  <a:rPr lang="en-US" sz="3400" baseline="30000" dirty="0"/>
                  <a:t>th</a:t>
                </a:r>
                <a:r>
                  <a:rPr lang="en-US" sz="3400" dirty="0"/>
                  <a:t> Pulse, the data 0001 will remain there provided that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𝐶𝐿𝐾</m:t>
                    </m:r>
                  </m:oMath>
                </a14:m>
                <a:r>
                  <a:rPr lang="en-US" sz="3400" dirty="0"/>
                  <a:t> has stopped.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1329991"/>
              </a:xfrm>
              <a:prstGeom prst="rect">
                <a:avLst/>
              </a:prstGeom>
              <a:blipFill>
                <a:blip r:embed="rId3"/>
                <a:stretch>
                  <a:fillRect l="-1297" t="-6393" r="-1038" b="-137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A3D838B-205A-B271-0E75-E86F5D1EAD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2626761"/>
                  </p:ext>
                </p:extLst>
              </p:nvPr>
            </p:nvGraphicFramePr>
            <p:xfrm>
              <a:off x="330665" y="3429000"/>
              <a:ext cx="5564050" cy="29412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7732">
                      <a:extLst>
                        <a:ext uri="{9D8B030D-6E8A-4147-A177-3AD203B41FA5}">
                          <a16:colId xmlns:a16="http://schemas.microsoft.com/office/drawing/2014/main" val="756735702"/>
                        </a:ext>
                      </a:extLst>
                    </a:gridCol>
                    <a:gridCol w="977462">
                      <a:extLst>
                        <a:ext uri="{9D8B030D-6E8A-4147-A177-3AD203B41FA5}">
                          <a16:colId xmlns:a16="http://schemas.microsoft.com/office/drawing/2014/main" val="4176354921"/>
                        </a:ext>
                      </a:extLst>
                    </a:gridCol>
                    <a:gridCol w="1051034">
                      <a:extLst>
                        <a:ext uri="{9D8B030D-6E8A-4147-A177-3AD203B41FA5}">
                          <a16:colId xmlns:a16="http://schemas.microsoft.com/office/drawing/2014/main" val="611578695"/>
                        </a:ext>
                      </a:extLst>
                    </a:gridCol>
                    <a:gridCol w="1072055">
                      <a:extLst>
                        <a:ext uri="{9D8B030D-6E8A-4147-A177-3AD203B41FA5}">
                          <a16:colId xmlns:a16="http://schemas.microsoft.com/office/drawing/2014/main" val="2306816430"/>
                        </a:ext>
                      </a:extLst>
                    </a:gridCol>
                    <a:gridCol w="995767">
                      <a:extLst>
                        <a:ext uri="{9D8B030D-6E8A-4147-A177-3AD203B41FA5}">
                          <a16:colId xmlns:a16="http://schemas.microsoft.com/office/drawing/2014/main" val="1881925295"/>
                        </a:ext>
                      </a:extLst>
                    </a:gridCol>
                  </a:tblGrid>
                  <a:tr h="541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FFFFFF"/>
                              </a:solidFill>
                              <a:effectLst/>
                            </a:rPr>
                            <a:t>CLK Pulse No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 dirty="0" smtClean="0">
                                    <a:solidFill>
                                      <a:srgbClr val="FFFF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𝑄𝐴</m:t>
                                </m:r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 dirty="0" smtClean="0">
                                    <a:solidFill>
                                      <a:srgbClr val="FFFF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𝑄𝐵</m:t>
                                </m:r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 dirty="0" smtClean="0">
                                    <a:solidFill>
                                      <a:srgbClr val="FFFF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𝑄𝐶</m:t>
                                </m:r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 dirty="0" smtClean="0">
                                    <a:solidFill>
                                      <a:srgbClr val="FFFF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𝑄𝐷</m:t>
                                </m:r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584991873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4272453124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u="none" strike="noStrike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15788173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2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u="none" strike="noStrike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1432118906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3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u="none" strike="noStrike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76201850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4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u="none" strike="noStrike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2625823680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5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5548408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A3D838B-205A-B271-0E75-E86F5D1EAD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2626761"/>
                  </p:ext>
                </p:extLst>
              </p:nvPr>
            </p:nvGraphicFramePr>
            <p:xfrm>
              <a:off x="330665" y="3429000"/>
              <a:ext cx="5564050" cy="29412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7732">
                      <a:extLst>
                        <a:ext uri="{9D8B030D-6E8A-4147-A177-3AD203B41FA5}">
                          <a16:colId xmlns:a16="http://schemas.microsoft.com/office/drawing/2014/main" val="756735702"/>
                        </a:ext>
                      </a:extLst>
                    </a:gridCol>
                    <a:gridCol w="977462">
                      <a:extLst>
                        <a:ext uri="{9D8B030D-6E8A-4147-A177-3AD203B41FA5}">
                          <a16:colId xmlns:a16="http://schemas.microsoft.com/office/drawing/2014/main" val="4176354921"/>
                        </a:ext>
                      </a:extLst>
                    </a:gridCol>
                    <a:gridCol w="1051034">
                      <a:extLst>
                        <a:ext uri="{9D8B030D-6E8A-4147-A177-3AD203B41FA5}">
                          <a16:colId xmlns:a16="http://schemas.microsoft.com/office/drawing/2014/main" val="611578695"/>
                        </a:ext>
                      </a:extLst>
                    </a:gridCol>
                    <a:gridCol w="1072055">
                      <a:extLst>
                        <a:ext uri="{9D8B030D-6E8A-4147-A177-3AD203B41FA5}">
                          <a16:colId xmlns:a16="http://schemas.microsoft.com/office/drawing/2014/main" val="2306816430"/>
                        </a:ext>
                      </a:extLst>
                    </a:gridCol>
                    <a:gridCol w="995767">
                      <a:extLst>
                        <a:ext uri="{9D8B030D-6E8A-4147-A177-3AD203B41FA5}">
                          <a16:colId xmlns:a16="http://schemas.microsoft.com/office/drawing/2014/main" val="1881925295"/>
                        </a:ext>
                      </a:extLst>
                    </a:gridCol>
                  </a:tblGrid>
                  <a:tr h="541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FFFFFF"/>
                              </a:solidFill>
                              <a:effectLst/>
                            </a:rPr>
                            <a:t>CLK Pulse No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35221" marR="35221" marT="70441" marB="70441" anchor="ctr">
                        <a:blipFill>
                          <a:blip r:embed="rId4"/>
                          <a:stretch>
                            <a:fillRect l="-151250" t="-1124" r="-323125" b="-4528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35221" marR="35221" marT="70441" marB="70441" anchor="ctr">
                        <a:blipFill>
                          <a:blip r:embed="rId4"/>
                          <a:stretch>
                            <a:fillRect l="-232370" t="-1124" r="-198844" b="-4528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35221" marR="35221" marT="70441" marB="70441" anchor="ctr">
                        <a:blipFill>
                          <a:blip r:embed="rId4"/>
                          <a:stretch>
                            <a:fillRect l="-326705" t="-1124" r="-95455" b="-4528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35221" marR="35221" marT="70441" marB="70441" anchor="ctr">
                        <a:blipFill>
                          <a:blip r:embed="rId4"/>
                          <a:stretch>
                            <a:fillRect l="-460736" t="-1124" r="-3067" b="-4528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4991873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4272453124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u="none" strike="noStrike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15788173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2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u="none" strike="noStrike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1432118906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3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u="none" strike="noStrike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76201850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4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u="none" strike="noStrike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2625823680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5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55484088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074" name="Picture 2" descr="shift register timing sequence">
            <a:extLst>
              <a:ext uri="{FF2B5EF4-FFF2-40B4-BE49-F238E27FC236}">
                <a16:creationId xmlns:a16="http://schemas.microsoft.com/office/drawing/2014/main" id="{D96DCCB5-651B-BC58-584B-51EC12626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015" y="2862579"/>
            <a:ext cx="5064398" cy="384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31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Shift Registers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Imagine the input to a Left Shift SIPO Register is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1010</m:t>
                    </m:r>
                  </m:oMath>
                </a14:m>
                <a:r>
                  <a:rPr lang="en-US" sz="3400" dirty="0"/>
                  <a:t>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the initial state of the outputs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/>
                  <a:t> will be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0000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, the outputs will be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en-US" sz="3200" dirty="0"/>
                  <a:t> because the first bit is pushed into first FF.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/>
                  <a:t>, the outputs will be </a:t>
                </a:r>
                <a14:m>
                  <m:oMath xmlns:m="http://schemas.openxmlformats.org/officeDocument/2006/math">
                    <m:r>
                      <a:rPr lang="en-US" sz="32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en-US" sz="3200" dirty="0"/>
                  <a:t> because the second bit is pushed into first FF, thus shifting the previous value to second FF.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3200" dirty="0"/>
                  <a:t>, the outputs will be </a:t>
                </a:r>
                <a14:m>
                  <m:oMath xmlns:m="http://schemas.openxmlformats.org/officeDocument/2006/math">
                    <m:r>
                      <a:rPr lang="en-US" sz="3200" b="0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3200" dirty="0"/>
                  <a:t> because the third bit is pushed into first FF, thus shifting the previous two value further right.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3200" dirty="0"/>
                  <a:t>, the outputs will be </a:t>
                </a:r>
                <a14:m>
                  <m:oMath xmlns:m="http://schemas.openxmlformats.org/officeDocument/2006/math">
                    <m:r>
                      <a:rPr lang="en-US" sz="3200" b="0" i="0" dirty="0" smtClean="0">
                        <a:latin typeface="Cambria Math" panose="02040503050406030204" pitchFamily="18" charset="0"/>
                      </a:rPr>
                      <m:t>01</m:t>
                    </m:r>
                    <m:r>
                      <a:rPr lang="en-US" sz="32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3200" dirty="0"/>
                  <a:t> as the final bit is pushed into first FF, thus shifting all other values right.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read this output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32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.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US" sz="32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090" t="-3206" r="-93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09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Bidirectional Shift Register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5875616" cy="49428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Here is an example of Bidirectional Shift Register.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In this case, we have the Register in PISO mode. However, the Register can be in </a:t>
            </a:r>
            <a:r>
              <a:rPr lang="en-US" sz="3400"/>
              <a:t>any other mode as well.</a:t>
            </a:r>
            <a:endParaRPr lang="en-US" sz="3200" dirty="0"/>
          </a:p>
        </p:txBody>
      </p:sp>
      <p:pic>
        <p:nvPicPr>
          <p:cNvPr id="4" name="Picture 2" descr="Parallel-In Serial-Out Shift Register (PISO)">
            <a:extLst>
              <a:ext uri="{FF2B5EF4-FFF2-40B4-BE49-F238E27FC236}">
                <a16:creationId xmlns:a16="http://schemas.microsoft.com/office/drawing/2014/main" id="{3158A61F-F28C-C23A-E9E0-E58C07560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994" y="2011319"/>
            <a:ext cx="5869418" cy="344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78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Universal Shift Register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2745311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As the name suggests, a Universal Shift Register can be used as Left-shift and Right-shift as well as Serial and Parallel modes.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It has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400" dirty="0"/>
                  <a:t> number of MUXs in which the selector signals control which mode the Register is operating in.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Truth Table shows how switches are used to change the mode of operation.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2745311"/>
              </a:xfrm>
              <a:prstGeom prst="rect">
                <a:avLst/>
              </a:prstGeom>
              <a:blipFill>
                <a:blip r:embed="rId3"/>
                <a:stretch>
                  <a:fillRect l="-1349" t="-4213" r="-415" b="-3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D75DDE8-37D5-2A2E-9C60-72B42E2650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6355234"/>
                  </p:ext>
                </p:extLst>
              </p:nvPr>
            </p:nvGraphicFramePr>
            <p:xfrm>
              <a:off x="606208" y="4334122"/>
              <a:ext cx="5103968" cy="21412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2668">
                      <a:extLst>
                        <a:ext uri="{9D8B030D-6E8A-4147-A177-3AD203B41FA5}">
                          <a16:colId xmlns:a16="http://schemas.microsoft.com/office/drawing/2014/main" val="756735702"/>
                        </a:ext>
                      </a:extLst>
                    </a:gridCol>
                    <a:gridCol w="1426948">
                      <a:extLst>
                        <a:ext uri="{9D8B030D-6E8A-4147-A177-3AD203B41FA5}">
                          <a16:colId xmlns:a16="http://schemas.microsoft.com/office/drawing/2014/main" val="4176354921"/>
                        </a:ext>
                      </a:extLst>
                    </a:gridCol>
                    <a:gridCol w="1534352">
                      <a:extLst>
                        <a:ext uri="{9D8B030D-6E8A-4147-A177-3AD203B41FA5}">
                          <a16:colId xmlns:a16="http://schemas.microsoft.com/office/drawing/2014/main" val="611578695"/>
                        </a:ext>
                      </a:extLst>
                    </a:gridCol>
                  </a:tblGrid>
                  <a:tr h="541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FFFFFF"/>
                              </a:solidFill>
                              <a:effectLst/>
                            </a:rPr>
                            <a:t>Mode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584991873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No change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4272453124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Shift right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u="none" strike="noStrike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15788173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Shift left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u="none" strike="noStrike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1432118906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Parallel mode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762018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D75DDE8-37D5-2A2E-9C60-72B42E2650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6355234"/>
                  </p:ext>
                </p:extLst>
              </p:nvPr>
            </p:nvGraphicFramePr>
            <p:xfrm>
              <a:off x="606208" y="4334122"/>
              <a:ext cx="5103968" cy="21412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2668">
                      <a:extLst>
                        <a:ext uri="{9D8B030D-6E8A-4147-A177-3AD203B41FA5}">
                          <a16:colId xmlns:a16="http://schemas.microsoft.com/office/drawing/2014/main" val="756735702"/>
                        </a:ext>
                      </a:extLst>
                    </a:gridCol>
                    <a:gridCol w="1426948">
                      <a:extLst>
                        <a:ext uri="{9D8B030D-6E8A-4147-A177-3AD203B41FA5}">
                          <a16:colId xmlns:a16="http://schemas.microsoft.com/office/drawing/2014/main" val="4176354921"/>
                        </a:ext>
                      </a:extLst>
                    </a:gridCol>
                    <a:gridCol w="1534352">
                      <a:extLst>
                        <a:ext uri="{9D8B030D-6E8A-4147-A177-3AD203B41FA5}">
                          <a16:colId xmlns:a16="http://schemas.microsoft.com/office/drawing/2014/main" val="611578695"/>
                        </a:ext>
                      </a:extLst>
                    </a:gridCol>
                  </a:tblGrid>
                  <a:tr h="541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FFFFFF"/>
                              </a:solidFill>
                              <a:effectLst/>
                            </a:rPr>
                            <a:t>Mode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5"/>
                          <a:stretch>
                            <a:fillRect l="-150855" t="-1124" r="-109402" b="-306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5"/>
                          <a:stretch>
                            <a:fillRect l="-232937" t="-1124" r="-1587" b="-3067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4991873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No change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4272453124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Shift right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u="none" strike="noStrike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15788173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Shift left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u="none" strike="noStrike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1432118906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Parallel mode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K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7620185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 descr="A diagram of a universal shift register&#10;&#10;Description automatically generated with medium confidence">
            <a:extLst>
              <a:ext uri="{FF2B5EF4-FFF2-40B4-BE49-F238E27FC236}">
                <a16:creationId xmlns:a16="http://schemas.microsoft.com/office/drawing/2014/main" id="{9C30D4CE-BA37-62D3-D56A-69C868BA695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891" t="24969" r="14684" b="9914"/>
          <a:stretch/>
        </p:blipFill>
        <p:spPr>
          <a:xfrm>
            <a:off x="6096000" y="1479330"/>
            <a:ext cx="6094412" cy="496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2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Universal Shift Register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50206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Shift registers have a variety of applications: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Used in micro-controllers for Input/Output expansion.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Used as converter from serial-parallel and parallel-serial.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Used to transfer data in serial-serial and parallel-parallel mode.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Used as a memory in computers.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Used in time delay applications.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Used as frequency counters, binary counters, and Digital clocks</a:t>
            </a:r>
          </a:p>
        </p:txBody>
      </p:sp>
    </p:spTree>
    <p:extLst>
      <p:ext uri="{BB962C8B-B14F-4D97-AF65-F5344CB8AC3E}">
        <p14:creationId xmlns:p14="http://schemas.microsoft.com/office/powerpoint/2010/main" val="243265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Ring Counters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189641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Ring counters are counters which loop the input through the FFs.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They use an ORI (</a:t>
                </a:r>
                <a:r>
                  <a:rPr lang="en-US" sz="3200" dirty="0" err="1"/>
                  <a:t>OverRiding</a:t>
                </a:r>
                <a:r>
                  <a:rPr lang="en-US" sz="3200" dirty="0"/>
                  <a:t> Input), which sends a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𝑃𝑅</m:t>
                    </m:r>
                  </m:oMath>
                </a14:m>
                <a:r>
                  <a:rPr lang="en-US" sz="3200" dirty="0"/>
                  <a:t> (Preset) signal to first FF. Consecutively, the outputs are shifted to next FF.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1896412"/>
              </a:xfrm>
              <a:prstGeom prst="rect">
                <a:avLst/>
              </a:prstGeom>
              <a:blipFill>
                <a:blip r:embed="rId3"/>
                <a:stretch>
                  <a:fillRect l="-1142" t="-4167" r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>
            <a:extLst>
              <a:ext uri="{FF2B5EF4-FFF2-40B4-BE49-F238E27FC236}">
                <a16:creationId xmlns:a16="http://schemas.microsoft.com/office/drawing/2014/main" id="{80D0D579-30F6-21EF-E100-51998E9575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0" r="4671"/>
          <a:stretch/>
        </p:blipFill>
        <p:spPr bwMode="auto">
          <a:xfrm>
            <a:off x="220384" y="3305211"/>
            <a:ext cx="7073795" cy="3170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FB9459C-6A12-1C08-72F1-F8D9D8ADBA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0443012"/>
                  </p:ext>
                </p:extLst>
              </p:nvPr>
            </p:nvGraphicFramePr>
            <p:xfrm>
              <a:off x="7672552" y="3421306"/>
              <a:ext cx="4299066" cy="25412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949">
                      <a:extLst>
                        <a:ext uri="{9D8B030D-6E8A-4147-A177-3AD203B41FA5}">
                          <a16:colId xmlns:a16="http://schemas.microsoft.com/office/drawing/2014/main" val="756735702"/>
                        </a:ext>
                      </a:extLst>
                    </a:gridCol>
                    <a:gridCol w="631969">
                      <a:extLst>
                        <a:ext uri="{9D8B030D-6E8A-4147-A177-3AD203B41FA5}">
                          <a16:colId xmlns:a16="http://schemas.microsoft.com/office/drawing/2014/main" val="4176354921"/>
                        </a:ext>
                      </a:extLst>
                    </a:gridCol>
                    <a:gridCol w="679537">
                      <a:extLst>
                        <a:ext uri="{9D8B030D-6E8A-4147-A177-3AD203B41FA5}">
                          <a16:colId xmlns:a16="http://schemas.microsoft.com/office/drawing/2014/main" val="611578695"/>
                        </a:ext>
                      </a:extLst>
                    </a:gridCol>
                    <a:gridCol w="679537">
                      <a:extLst>
                        <a:ext uri="{9D8B030D-6E8A-4147-A177-3AD203B41FA5}">
                          <a16:colId xmlns:a16="http://schemas.microsoft.com/office/drawing/2014/main" val="3226411853"/>
                        </a:ext>
                      </a:extLst>
                    </a:gridCol>
                    <a:gridCol w="679537">
                      <a:extLst>
                        <a:ext uri="{9D8B030D-6E8A-4147-A177-3AD203B41FA5}">
                          <a16:colId xmlns:a16="http://schemas.microsoft.com/office/drawing/2014/main" val="3159219209"/>
                        </a:ext>
                      </a:extLst>
                    </a:gridCol>
                    <a:gridCol w="679537">
                      <a:extLst>
                        <a:ext uri="{9D8B030D-6E8A-4147-A177-3AD203B41FA5}">
                          <a16:colId xmlns:a16="http://schemas.microsoft.com/office/drawing/2014/main" val="2754998209"/>
                        </a:ext>
                      </a:extLst>
                    </a:gridCol>
                  </a:tblGrid>
                  <a:tr h="5414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1" i="1" dirty="0" smtClean="0">
                                    <a:solidFill>
                                      <a:srgbClr val="FFFF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𝑶𝑹𝑰</m:t>
                                </m:r>
                              </m:oMath>
                            </m:oMathPara>
                          </a14:m>
                          <a:endParaRPr lang="en-US" sz="1700" b="1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1" i="1" dirty="0" smtClean="0">
                                    <a:solidFill>
                                      <a:srgbClr val="FFFF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𝑪𝑳𝑲</m:t>
                                </m:r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584991873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X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4272453124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15788173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1432118906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76201850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610324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FB9459C-6A12-1C08-72F1-F8D9D8ADBA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0443012"/>
                  </p:ext>
                </p:extLst>
              </p:nvPr>
            </p:nvGraphicFramePr>
            <p:xfrm>
              <a:off x="7672552" y="3421306"/>
              <a:ext cx="4299066" cy="25412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949">
                      <a:extLst>
                        <a:ext uri="{9D8B030D-6E8A-4147-A177-3AD203B41FA5}">
                          <a16:colId xmlns:a16="http://schemas.microsoft.com/office/drawing/2014/main" val="756735702"/>
                        </a:ext>
                      </a:extLst>
                    </a:gridCol>
                    <a:gridCol w="631969">
                      <a:extLst>
                        <a:ext uri="{9D8B030D-6E8A-4147-A177-3AD203B41FA5}">
                          <a16:colId xmlns:a16="http://schemas.microsoft.com/office/drawing/2014/main" val="4176354921"/>
                        </a:ext>
                      </a:extLst>
                    </a:gridCol>
                    <a:gridCol w="679537">
                      <a:extLst>
                        <a:ext uri="{9D8B030D-6E8A-4147-A177-3AD203B41FA5}">
                          <a16:colId xmlns:a16="http://schemas.microsoft.com/office/drawing/2014/main" val="611578695"/>
                        </a:ext>
                      </a:extLst>
                    </a:gridCol>
                    <a:gridCol w="679537">
                      <a:extLst>
                        <a:ext uri="{9D8B030D-6E8A-4147-A177-3AD203B41FA5}">
                          <a16:colId xmlns:a16="http://schemas.microsoft.com/office/drawing/2014/main" val="3226411853"/>
                        </a:ext>
                      </a:extLst>
                    </a:gridCol>
                    <a:gridCol w="679537">
                      <a:extLst>
                        <a:ext uri="{9D8B030D-6E8A-4147-A177-3AD203B41FA5}">
                          <a16:colId xmlns:a16="http://schemas.microsoft.com/office/drawing/2014/main" val="3159219209"/>
                        </a:ext>
                      </a:extLst>
                    </a:gridCol>
                    <a:gridCol w="679537">
                      <a:extLst>
                        <a:ext uri="{9D8B030D-6E8A-4147-A177-3AD203B41FA5}">
                          <a16:colId xmlns:a16="http://schemas.microsoft.com/office/drawing/2014/main" val="2754998209"/>
                        </a:ext>
                      </a:extLst>
                    </a:gridCol>
                  </a:tblGrid>
                  <a:tr h="5414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5"/>
                          <a:stretch>
                            <a:fillRect l="-641" t="-1124" r="-355769" b="-379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5"/>
                          <a:stretch>
                            <a:fillRect l="-150962" t="-1124" r="-433654" b="-379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5"/>
                          <a:stretch>
                            <a:fillRect l="-235135" t="-1124" r="-306306" b="-379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5"/>
                          <a:stretch>
                            <a:fillRect l="-332143" t="-1124" r="-203571" b="-379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5"/>
                          <a:stretch>
                            <a:fillRect l="-436036" t="-1124" r="-105405" b="-379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5"/>
                          <a:stretch>
                            <a:fillRect l="-531250" t="-1124" r="-4464" b="-379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4991873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X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4272453124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15788173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1432118906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76201850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610324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397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Johnson Counters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7443950" cy="189641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Also known as Creeping counters, the complemented output from last FF is connected to the first FF.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is simply a Ring counter </a:t>
            </a:r>
            <a:r>
              <a:rPr lang="en-US" sz="3200"/>
              <a:t>with inversion.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FB9459C-6A12-1C08-72F1-F8D9D8ADBA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8760449"/>
                  </p:ext>
                </p:extLst>
              </p:nvPr>
            </p:nvGraphicFramePr>
            <p:xfrm>
              <a:off x="7664334" y="2162981"/>
              <a:ext cx="4299066" cy="42587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2486">
                      <a:extLst>
                        <a:ext uri="{9D8B030D-6E8A-4147-A177-3AD203B41FA5}">
                          <a16:colId xmlns:a16="http://schemas.microsoft.com/office/drawing/2014/main" val="756735702"/>
                        </a:ext>
                      </a:extLst>
                    </a:gridCol>
                    <a:gridCol w="796645">
                      <a:extLst>
                        <a:ext uri="{9D8B030D-6E8A-4147-A177-3AD203B41FA5}">
                          <a16:colId xmlns:a16="http://schemas.microsoft.com/office/drawing/2014/main" val="611578695"/>
                        </a:ext>
                      </a:extLst>
                    </a:gridCol>
                    <a:gridCol w="796645">
                      <a:extLst>
                        <a:ext uri="{9D8B030D-6E8A-4147-A177-3AD203B41FA5}">
                          <a16:colId xmlns:a16="http://schemas.microsoft.com/office/drawing/2014/main" val="3226411853"/>
                        </a:ext>
                      </a:extLst>
                    </a:gridCol>
                    <a:gridCol w="796645">
                      <a:extLst>
                        <a:ext uri="{9D8B030D-6E8A-4147-A177-3AD203B41FA5}">
                          <a16:colId xmlns:a16="http://schemas.microsoft.com/office/drawing/2014/main" val="3159219209"/>
                        </a:ext>
                      </a:extLst>
                    </a:gridCol>
                    <a:gridCol w="796645">
                      <a:extLst>
                        <a:ext uri="{9D8B030D-6E8A-4147-A177-3AD203B41FA5}">
                          <a16:colId xmlns:a16="http://schemas.microsoft.com/office/drawing/2014/main" val="2754998209"/>
                        </a:ext>
                      </a:extLst>
                    </a:gridCol>
                  </a:tblGrid>
                  <a:tr h="5414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700" b="1" i="1" dirty="0" smtClean="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𝑪𝑳𝑲</m:t>
                              </m:r>
                            </m:oMath>
                          </a14:m>
                          <a:r>
                            <a:rPr lang="en-US" sz="1700" b="1" dirty="0">
                              <a:solidFill>
                                <a:srgbClr val="FFFFFF"/>
                              </a:solidFill>
                              <a:effectLst/>
                            </a:rPr>
                            <a:t> pulse no.</a:t>
                          </a: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700" b="1" i="1" dirty="0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rgbClr val="FFFFFF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584991873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4272453124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15788173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2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1432118906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3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76201850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4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61032428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5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70184137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6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306483909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7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2910413225"/>
                      </a:ext>
                    </a:extLst>
                  </a:tr>
                  <a:tr h="3285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8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4497785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FB9459C-6A12-1C08-72F1-F8D9D8ADBA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8760449"/>
                  </p:ext>
                </p:extLst>
              </p:nvPr>
            </p:nvGraphicFramePr>
            <p:xfrm>
              <a:off x="7664334" y="2162981"/>
              <a:ext cx="4299066" cy="42587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2486">
                      <a:extLst>
                        <a:ext uri="{9D8B030D-6E8A-4147-A177-3AD203B41FA5}">
                          <a16:colId xmlns:a16="http://schemas.microsoft.com/office/drawing/2014/main" val="756735702"/>
                        </a:ext>
                      </a:extLst>
                    </a:gridCol>
                    <a:gridCol w="796645">
                      <a:extLst>
                        <a:ext uri="{9D8B030D-6E8A-4147-A177-3AD203B41FA5}">
                          <a16:colId xmlns:a16="http://schemas.microsoft.com/office/drawing/2014/main" val="611578695"/>
                        </a:ext>
                      </a:extLst>
                    </a:gridCol>
                    <a:gridCol w="796645">
                      <a:extLst>
                        <a:ext uri="{9D8B030D-6E8A-4147-A177-3AD203B41FA5}">
                          <a16:colId xmlns:a16="http://schemas.microsoft.com/office/drawing/2014/main" val="3226411853"/>
                        </a:ext>
                      </a:extLst>
                    </a:gridCol>
                    <a:gridCol w="796645">
                      <a:extLst>
                        <a:ext uri="{9D8B030D-6E8A-4147-A177-3AD203B41FA5}">
                          <a16:colId xmlns:a16="http://schemas.microsoft.com/office/drawing/2014/main" val="3159219209"/>
                        </a:ext>
                      </a:extLst>
                    </a:gridCol>
                    <a:gridCol w="796645">
                      <a:extLst>
                        <a:ext uri="{9D8B030D-6E8A-4147-A177-3AD203B41FA5}">
                          <a16:colId xmlns:a16="http://schemas.microsoft.com/office/drawing/2014/main" val="2754998209"/>
                        </a:ext>
                      </a:extLst>
                    </a:gridCol>
                  </a:tblGrid>
                  <a:tr h="659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3"/>
                          <a:stretch>
                            <a:fillRect l="-546" t="-926" r="-287978" b="-556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3"/>
                          <a:stretch>
                            <a:fillRect l="-140458" t="-926" r="-302290" b="-556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3"/>
                          <a:stretch>
                            <a:fillRect l="-242308" t="-926" r="-204615" b="-556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3"/>
                          <a:stretch>
                            <a:fillRect l="-339695" t="-926" r="-103053" b="-556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21" marR="35221" marT="70441" marB="70441" anchor="ctr">
                        <a:blipFill>
                          <a:blip r:embed="rId3"/>
                          <a:stretch>
                            <a:fillRect l="-439695" t="-926" r="-3053" b="-5564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4991873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4272453124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15788173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2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1432118906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3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76201850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4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061032428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5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70184137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6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3306483909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7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1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2910413225"/>
                      </a:ext>
                    </a:extLst>
                  </a:tr>
                  <a:tr h="399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8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dirty="0">
                              <a:solidFill>
                                <a:srgbClr val="414143"/>
                              </a:solidFill>
                              <a:effectLst/>
                            </a:rPr>
                            <a:t>0</a:t>
                          </a:r>
                          <a:endParaRPr lang="en-PK" sz="1700" dirty="0">
                            <a:solidFill>
                              <a:srgbClr val="414143"/>
                            </a:solidFill>
                            <a:effectLst/>
                          </a:endParaRPr>
                        </a:p>
                      </a:txBody>
                      <a:tcPr marL="35221" marR="35221" marT="70441" marB="70441" anchor="ctr"/>
                    </a:tc>
                    <a:extLst>
                      <a:ext uri="{0D108BD9-81ED-4DB2-BD59-A6C34878D82A}">
                        <a16:rowId xmlns:a16="http://schemas.microsoft.com/office/drawing/2014/main" val="44977854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074" name="Picture 2" descr="11">
            <a:extLst>
              <a:ext uri="{FF2B5EF4-FFF2-40B4-BE49-F238E27FC236}">
                <a16:creationId xmlns:a16="http://schemas.microsoft.com/office/drawing/2014/main" id="{A1819DF2-1F46-DA1C-3F36-4020E8099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59" y="3421306"/>
            <a:ext cx="7534275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19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5251</TotalTime>
  <Words>752</Words>
  <Application>Microsoft Office PowerPoint</Application>
  <PresentationFormat>Widescreen</PresentationFormat>
  <Paragraphs>213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Office Theme</vt:lpstr>
      <vt:lpstr>DIGITAL LOGIC DESIGN (111776)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280</cp:revision>
  <dcterms:created xsi:type="dcterms:W3CDTF">2022-11-22T20:08:03Z</dcterms:created>
  <dcterms:modified xsi:type="dcterms:W3CDTF">2023-06-12T03:27:54Z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