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448" r:id="rId5"/>
    <p:sldId id="2462" r:id="rId6"/>
    <p:sldId id="2512" r:id="rId7"/>
    <p:sldId id="2513" r:id="rId8"/>
    <p:sldId id="2514" r:id="rId9"/>
    <p:sldId id="2515" r:id="rId10"/>
    <p:sldId id="2516" r:id="rId11"/>
    <p:sldId id="2517" r:id="rId12"/>
    <p:sldId id="2518" r:id="rId13"/>
    <p:sldId id="2519" r:id="rId14"/>
    <p:sldId id="2520" r:id="rId15"/>
    <p:sldId id="2521" r:id="rId16"/>
    <p:sldId id="2522" r:id="rId17"/>
    <p:sldId id="2523" r:id="rId18"/>
    <p:sldId id="2524" r:id="rId19"/>
    <p:sldId id="2525" r:id="rId20"/>
    <p:sldId id="2527" r:id="rId21"/>
    <p:sldId id="2526" r:id="rId22"/>
    <p:sldId id="243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9EC6DC-2EC1-4120-BB9F-606007DB316C}">
          <p14:sldIdLst>
            <p14:sldId id="2448"/>
            <p14:sldId id="2462"/>
            <p14:sldId id="2512"/>
            <p14:sldId id="2513"/>
            <p14:sldId id="2514"/>
            <p14:sldId id="2515"/>
            <p14:sldId id="2516"/>
            <p14:sldId id="2517"/>
            <p14:sldId id="2518"/>
            <p14:sldId id="2519"/>
            <p14:sldId id="2520"/>
            <p14:sldId id="2521"/>
            <p14:sldId id="2522"/>
            <p14:sldId id="2523"/>
            <p14:sldId id="2524"/>
            <p14:sldId id="2525"/>
            <p14:sldId id="2527"/>
            <p14:sldId id="2526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53F52"/>
    <a:srgbClr val="01023B"/>
    <a:srgbClr val="2F334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8F2E5C-9AA2-4225-9503-341E0F637492}" v="2" dt="2023-06-27T06:00:04.9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3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840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583CDD36-DC75-4E50-898E-AECC56DCC01A}"/>
    <pc:docChg chg="undo redo custSel addSld delSld modSld">
      <pc:chgData name="Owais Ahmed" userId="6abc7d4556b3b071" providerId="LiveId" clId="{583CDD36-DC75-4E50-898E-AECC56DCC01A}" dt="2023-03-04T13:30:34.083" v="4560" actId="6549"/>
      <pc:docMkLst>
        <pc:docMk/>
      </pc:docMkLst>
      <pc:sldChg chg="modSp mod">
        <pc:chgData name="Owais Ahmed" userId="6abc7d4556b3b071" providerId="LiveId" clId="{583CDD36-DC75-4E50-898E-AECC56DCC01A}" dt="2023-03-03T04:49:18.654" v="1951" actId="20577"/>
        <pc:sldMkLst>
          <pc:docMk/>
          <pc:sldMk cId="1649098948" sldId="2462"/>
        </pc:sldMkLst>
        <pc:spChg chg="mod">
          <ac:chgData name="Owais Ahmed" userId="6abc7d4556b3b071" providerId="LiveId" clId="{583CDD36-DC75-4E50-898E-AECC56DCC01A}" dt="2023-03-03T04:49:18.654" v="195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583CDD36-DC75-4E50-898E-AECC56DCC01A}" dt="2023-03-03T04:47:45.101" v="1938" actId="20577"/>
        <pc:sldMkLst>
          <pc:docMk/>
          <pc:sldMk cId="502436521" sldId="2495"/>
        </pc:sldMkLst>
        <pc:spChg chg="mod">
          <ac:chgData name="Owais Ahmed" userId="6abc7d4556b3b071" providerId="LiveId" clId="{583CDD36-DC75-4E50-898E-AECC56DCC01A}" dt="2023-03-03T04:47:45.101" v="1938" actId="20577"/>
          <ac:spMkLst>
            <pc:docMk/>
            <pc:sldMk cId="502436521" sldId="2495"/>
            <ac:spMk id="3" creationId="{4A1C0383-58FE-E486-295E-B33B8683B938}"/>
          </ac:spMkLst>
        </pc:spChg>
      </pc:sldChg>
      <pc:sldChg chg="addSp delSp modSp mod modAnim modNotesTx">
        <pc:chgData name="Owais Ahmed" userId="6abc7d4556b3b071" providerId="LiveId" clId="{583CDD36-DC75-4E50-898E-AECC56DCC01A}" dt="2023-03-03T04:33:09.205" v="1128" actId="20577"/>
        <pc:sldMkLst>
          <pc:docMk/>
          <pc:sldMk cId="3658375322" sldId="2496"/>
        </pc:sldMkLst>
        <pc:spChg chg="mod">
          <ac:chgData name="Owais Ahmed" userId="6abc7d4556b3b071" providerId="LiveId" clId="{583CDD36-DC75-4E50-898E-AECC56DCC01A}" dt="2023-03-03T04:33:09.205" v="1128" actId="20577"/>
          <ac:spMkLst>
            <pc:docMk/>
            <pc:sldMk cId="3658375322" sldId="2496"/>
            <ac:spMk id="3" creationId="{4A1C0383-58FE-E486-295E-B33B8683B938}"/>
          </ac:spMkLst>
        </pc:spChg>
        <pc:graphicFrameChg chg="add del mod">
          <ac:chgData name="Owais Ahmed" userId="6abc7d4556b3b071" providerId="LiveId" clId="{583CDD36-DC75-4E50-898E-AECC56DCC01A}" dt="2023-03-03T04:18:39.779" v="23"/>
          <ac:graphicFrameMkLst>
            <pc:docMk/>
            <pc:sldMk cId="3658375322" sldId="2496"/>
            <ac:graphicFrameMk id="4" creationId="{BFEC3375-B963-8923-4A6E-32818B1D2D4F}"/>
          </ac:graphicFrameMkLst>
        </pc:graphicFrameChg>
        <pc:graphicFrameChg chg="add del mod">
          <ac:chgData name="Owais Ahmed" userId="6abc7d4556b3b071" providerId="LiveId" clId="{583CDD36-DC75-4E50-898E-AECC56DCC01A}" dt="2023-03-03T04:27:20.607" v="679" actId="478"/>
          <ac:graphicFrameMkLst>
            <pc:docMk/>
            <pc:sldMk cId="3658375322" sldId="2496"/>
            <ac:graphicFrameMk id="5" creationId="{96E07031-D3A1-2C91-FA40-03175BC09D30}"/>
          </ac:graphicFrameMkLst>
        </pc:graphicFrameChg>
      </pc:sldChg>
      <pc:sldChg chg="addSp modSp add mod modAnim">
        <pc:chgData name="Owais Ahmed" userId="6abc7d4556b3b071" providerId="LiveId" clId="{583CDD36-DC75-4E50-898E-AECC56DCC01A}" dt="2023-03-03T04:43:36.685" v="1807" actId="20577"/>
        <pc:sldMkLst>
          <pc:docMk/>
          <pc:sldMk cId="1001608454" sldId="2497"/>
        </pc:sldMkLst>
        <pc:spChg chg="mod">
          <ac:chgData name="Owais Ahmed" userId="6abc7d4556b3b071" providerId="LiveId" clId="{583CDD36-DC75-4E50-898E-AECC56DCC01A}" dt="2023-03-03T04:43:36.685" v="1807" actId="20577"/>
          <ac:spMkLst>
            <pc:docMk/>
            <pc:sldMk cId="1001608454" sldId="2497"/>
            <ac:spMk id="3" creationId="{4A1C0383-58FE-E486-295E-B33B8683B938}"/>
          </ac:spMkLst>
        </pc:spChg>
        <pc:picChg chg="add mod">
          <ac:chgData name="Owais Ahmed" userId="6abc7d4556b3b071" providerId="LiveId" clId="{583CDD36-DC75-4E50-898E-AECC56DCC01A}" dt="2023-03-03T04:40:54.505" v="1617" actId="1076"/>
          <ac:picMkLst>
            <pc:docMk/>
            <pc:sldMk cId="1001608454" sldId="2497"/>
            <ac:picMk id="1026" creationId="{8DBC71CE-FCFC-758B-CB82-BF3E8407CAC9}"/>
          </ac:picMkLst>
        </pc:picChg>
      </pc:sldChg>
      <pc:sldChg chg="addSp delSp modSp add del mod modAnim">
        <pc:chgData name="Owais Ahmed" userId="6abc7d4556b3b071" providerId="LiveId" clId="{583CDD36-DC75-4E50-898E-AECC56DCC01A}" dt="2023-03-03T06:09:14.525" v="3778" actId="27636"/>
        <pc:sldMkLst>
          <pc:docMk/>
          <pc:sldMk cId="1881289253" sldId="2498"/>
        </pc:sldMkLst>
        <pc:spChg chg="mod">
          <ac:chgData name="Owais Ahmed" userId="6abc7d4556b3b071" providerId="LiveId" clId="{583CDD36-DC75-4E50-898E-AECC56DCC01A}" dt="2023-03-03T06:09:14.525" v="3778" actId="27636"/>
          <ac:spMkLst>
            <pc:docMk/>
            <pc:sldMk cId="1881289253" sldId="2498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42:07.125" v="2139"/>
          <ac:spMkLst>
            <pc:docMk/>
            <pc:sldMk cId="1881289253" sldId="2498"/>
            <ac:spMk id="4" creationId="{F58F651D-1426-F8D8-EDE6-210C1C067CBF}"/>
          </ac:spMkLst>
        </pc:spChg>
        <pc:spChg chg="add del">
          <ac:chgData name="Owais Ahmed" userId="6abc7d4556b3b071" providerId="LiveId" clId="{583CDD36-DC75-4E50-898E-AECC56DCC01A}" dt="2023-03-03T05:42:24.465" v="2141"/>
          <ac:spMkLst>
            <pc:docMk/>
            <pc:sldMk cId="1881289253" sldId="2498"/>
            <ac:spMk id="5" creationId="{F1C8F1BD-E543-1C02-C17F-B1A2872354C4}"/>
          </ac:spMkLst>
        </pc:spChg>
        <pc:spChg chg="mod">
          <ac:chgData name="Owais Ahmed" userId="6abc7d4556b3b071" providerId="LiveId" clId="{583CDD36-DC75-4E50-898E-AECC56DCC01A}" dt="2023-03-03T04:49:38.147" v="1981" actId="20577"/>
          <ac:spMkLst>
            <pc:docMk/>
            <pc:sldMk cId="1881289253" sldId="2498"/>
            <ac:spMk id="215" creationId="{00000000-0000-0000-0000-000000000000}"/>
          </ac:spMkLst>
        </pc:spChg>
        <pc:picChg chg="add mod">
          <ac:chgData name="Owais Ahmed" userId="6abc7d4556b3b071" providerId="LiveId" clId="{583CDD36-DC75-4E50-898E-AECC56DCC01A}" dt="2023-03-03T05:43:39.544" v="2146" actId="1076"/>
          <ac:picMkLst>
            <pc:docMk/>
            <pc:sldMk cId="1881289253" sldId="2498"/>
            <ac:picMk id="3078" creationId="{FAA109FF-5D40-8692-BD65-902C9FEB4EB4}"/>
          </ac:picMkLst>
        </pc:picChg>
      </pc:sldChg>
      <pc:sldChg chg="addSp delSp modSp add mod modAnim">
        <pc:chgData name="Owais Ahmed" userId="6abc7d4556b3b071" providerId="LiveId" clId="{583CDD36-DC75-4E50-898E-AECC56DCC01A}" dt="2023-03-03T06:00:29.500" v="2818" actId="1076"/>
        <pc:sldMkLst>
          <pc:docMk/>
          <pc:sldMk cId="3955736578" sldId="2499"/>
        </pc:sldMkLst>
        <pc:spChg chg="mod">
          <ac:chgData name="Owais Ahmed" userId="6abc7d4556b3b071" providerId="LiveId" clId="{583CDD36-DC75-4E50-898E-AECC56DCC01A}" dt="2023-03-03T05:58:55.332" v="2810" actId="20577"/>
          <ac:spMkLst>
            <pc:docMk/>
            <pc:sldMk cId="3955736578" sldId="2499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59:51.543" v="2812"/>
          <ac:spMkLst>
            <pc:docMk/>
            <pc:sldMk cId="3955736578" sldId="2499"/>
            <ac:spMk id="4" creationId="{A8C2EC14-07AD-1150-23BC-827AB83B1019}"/>
          </ac:spMkLst>
        </pc:spChg>
        <pc:picChg chg="add del">
          <ac:chgData name="Owais Ahmed" userId="6abc7d4556b3b071" providerId="LiveId" clId="{583CDD36-DC75-4E50-898E-AECC56DCC01A}" dt="2023-03-03T06:00:07.097" v="2814" actId="22"/>
          <ac:picMkLst>
            <pc:docMk/>
            <pc:sldMk cId="3955736578" sldId="2499"/>
            <ac:picMk id="6" creationId="{BE71870F-3DBA-4D1F-C222-1B194F1ECDD4}"/>
          </ac:picMkLst>
        </pc:picChg>
        <pc:picChg chg="add mod">
          <ac:chgData name="Owais Ahmed" userId="6abc7d4556b3b071" providerId="LiveId" clId="{583CDD36-DC75-4E50-898E-AECC56DCC01A}" dt="2023-03-03T06:00:29.500" v="2818" actId="1076"/>
          <ac:picMkLst>
            <pc:docMk/>
            <pc:sldMk cId="3955736578" sldId="2499"/>
            <ac:picMk id="8" creationId="{2D690B33-8A95-3481-E1DA-0C2846067CC2}"/>
          </ac:picMkLst>
        </pc:picChg>
        <pc:picChg chg="del">
          <ac:chgData name="Owais Ahmed" userId="6abc7d4556b3b071" providerId="LiveId" clId="{583CDD36-DC75-4E50-898E-AECC56DCC01A}" dt="2023-03-03T05:56:14.122" v="2676" actId="478"/>
          <ac:picMkLst>
            <pc:docMk/>
            <pc:sldMk cId="3955736578" sldId="2499"/>
            <ac:picMk id="3078" creationId="{FAA109FF-5D40-8692-BD65-902C9FEB4EB4}"/>
          </ac:picMkLst>
        </pc:picChg>
      </pc:sldChg>
      <pc:sldChg chg="delSp modSp add mod modAnim">
        <pc:chgData name="Owais Ahmed" userId="6abc7d4556b3b071" providerId="LiveId" clId="{583CDD36-DC75-4E50-898E-AECC56DCC01A}" dt="2023-03-03T06:08:11.648" v="3770" actId="20577"/>
        <pc:sldMkLst>
          <pc:docMk/>
          <pc:sldMk cId="3647547761" sldId="2500"/>
        </pc:sldMkLst>
        <pc:spChg chg="mod">
          <ac:chgData name="Owais Ahmed" userId="6abc7d4556b3b071" providerId="LiveId" clId="{583CDD36-DC75-4E50-898E-AECC56DCC01A}" dt="2023-03-03T06:08:11.648" v="3770" actId="20577"/>
          <ac:spMkLst>
            <pc:docMk/>
            <pc:sldMk cId="3647547761" sldId="2500"/>
            <ac:spMk id="3" creationId="{4A1C0383-58FE-E486-295E-B33B8683B938}"/>
          </ac:spMkLst>
        </pc:spChg>
        <pc:picChg chg="del">
          <ac:chgData name="Owais Ahmed" userId="6abc7d4556b3b071" providerId="LiveId" clId="{583CDD36-DC75-4E50-898E-AECC56DCC01A}" dt="2023-03-03T06:00:36.483" v="2820" actId="478"/>
          <ac:picMkLst>
            <pc:docMk/>
            <pc:sldMk cId="3647547761" sldId="2500"/>
            <ac:picMk id="8" creationId="{2D690B33-8A95-3481-E1DA-0C2846067CC2}"/>
          </ac:picMkLst>
        </pc:picChg>
      </pc:sldChg>
      <pc:sldChg chg="del">
        <pc:chgData name="Owais Ahmed" userId="6abc7d4556b3b071" providerId="LiveId" clId="{583CDD36-DC75-4E50-898E-AECC56DCC01A}" dt="2023-03-03T06:09:16.822" v="3779" actId="47"/>
        <pc:sldMkLst>
          <pc:docMk/>
          <pc:sldMk cId="3343540598" sldId="2501"/>
        </pc:sldMkLst>
      </pc:sldChg>
      <pc:sldChg chg="modSp add mod modAnim modNotesTx">
        <pc:chgData name="Owais Ahmed" userId="6abc7d4556b3b071" providerId="LiveId" clId="{583CDD36-DC75-4E50-898E-AECC56DCC01A}" dt="2023-03-03T06:24:32.189" v="4559" actId="20577"/>
        <pc:sldMkLst>
          <pc:docMk/>
          <pc:sldMk cId="3769573511" sldId="2501"/>
        </pc:sldMkLst>
        <pc:spChg chg="mod">
          <ac:chgData name="Owais Ahmed" userId="6abc7d4556b3b071" providerId="LiveId" clId="{583CDD36-DC75-4E50-898E-AECC56DCC01A}" dt="2023-03-03T06:14:47.884" v="4213" actId="20577"/>
          <ac:spMkLst>
            <pc:docMk/>
            <pc:sldMk cId="3769573511" sldId="2501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09:48.808" v="3814" actId="20577"/>
          <ac:spMkLst>
            <pc:docMk/>
            <pc:sldMk cId="3769573511" sldId="2501"/>
            <ac:spMk id="215" creationId="{00000000-0000-0000-0000-000000000000}"/>
          </ac:spMkLst>
        </pc:spChg>
      </pc:sldChg>
      <pc:sldChg chg="add del">
        <pc:chgData name="Owais Ahmed" userId="6abc7d4556b3b071" providerId="LiveId" clId="{583CDD36-DC75-4E50-898E-AECC56DCC01A}" dt="2023-03-03T06:08:54.966" v="3773" actId="2890"/>
        <pc:sldMkLst>
          <pc:docMk/>
          <pc:sldMk cId="300343940" sldId="2502"/>
        </pc:sldMkLst>
      </pc:sldChg>
      <pc:sldChg chg="add del">
        <pc:chgData name="Owais Ahmed" userId="6abc7d4556b3b071" providerId="LiveId" clId="{583CDD36-DC75-4E50-898E-AECC56DCC01A}" dt="2023-03-03T06:09:06.883" v="3775"/>
        <pc:sldMkLst>
          <pc:docMk/>
          <pc:sldMk cId="675864047" sldId="2502"/>
        </pc:sldMkLst>
      </pc:sldChg>
      <pc:sldChg chg="modSp add mod modAnim modNotesTx">
        <pc:chgData name="Owais Ahmed" userId="6abc7d4556b3b071" providerId="LiveId" clId="{583CDD36-DC75-4E50-898E-AECC56DCC01A}" dt="2023-03-04T13:30:34.083" v="4560" actId="6549"/>
        <pc:sldMkLst>
          <pc:docMk/>
          <pc:sldMk cId="2150423912" sldId="2502"/>
        </pc:sldMkLst>
        <pc:spChg chg="mod">
          <ac:chgData name="Owais Ahmed" userId="6abc7d4556b3b071" providerId="LiveId" clId="{583CDD36-DC75-4E50-898E-AECC56DCC01A}" dt="2023-03-03T06:23:48.434" v="4556" actId="20577"/>
          <ac:spMkLst>
            <pc:docMk/>
            <pc:sldMk cId="2150423912" sldId="2502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16:04.413" v="4227" actId="20577"/>
          <ac:spMkLst>
            <pc:docMk/>
            <pc:sldMk cId="2150423912" sldId="250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0FDD8DE3-F1AE-4516-94DB-A1902CE94C41}"/>
    <pc:docChg chg="undo custSel addSld delSld modSld sldOrd">
      <pc:chgData name="Owais Ahmed" userId="6abc7d4556b3b071" providerId="LiveId" clId="{0FDD8DE3-F1AE-4516-94DB-A1902CE94C41}" dt="2023-03-02T06:18:36.400" v="3919" actId="20577"/>
      <pc:docMkLst>
        <pc:docMk/>
      </pc:docMkLst>
      <pc:sldChg chg="del">
        <pc:chgData name="Owais Ahmed" userId="6abc7d4556b3b071" providerId="LiveId" clId="{0FDD8DE3-F1AE-4516-94DB-A1902CE94C41}" dt="2023-03-02T04:27:58.588" v="0" actId="47"/>
        <pc:sldMkLst>
          <pc:docMk/>
          <pc:sldMk cId="1287457047" sldId="522"/>
        </pc:sldMkLst>
      </pc:sldChg>
      <pc:sldChg chg="modSp mod">
        <pc:chgData name="Owais Ahmed" userId="6abc7d4556b3b071" providerId="LiveId" clId="{0FDD8DE3-F1AE-4516-94DB-A1902CE94C41}" dt="2023-03-02T04:34:37.750" v="253" actId="20577"/>
        <pc:sldMkLst>
          <pc:docMk/>
          <pc:sldMk cId="1649098948" sldId="2462"/>
        </pc:sldMkLst>
        <pc:spChg chg="mod">
          <ac:chgData name="Owais Ahmed" userId="6abc7d4556b3b071" providerId="LiveId" clId="{0FDD8DE3-F1AE-4516-94DB-A1902CE94C41}" dt="2023-03-02T04:34:37.750" v="25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modAnim modNotesTx">
        <pc:chgData name="Owais Ahmed" userId="6abc7d4556b3b071" providerId="LiveId" clId="{0FDD8DE3-F1AE-4516-94DB-A1902CE94C41}" dt="2023-03-02T04:56:35.318" v="824" actId="20577"/>
        <pc:sldMkLst>
          <pc:docMk/>
          <pc:sldMk cId="641030253" sldId="2479"/>
        </pc:sldMkLst>
        <pc:spChg chg="mod">
          <ac:chgData name="Owais Ahmed" userId="6abc7d4556b3b071" providerId="LiveId" clId="{0FDD8DE3-F1AE-4516-94DB-A1902CE94C41}" dt="2023-03-02T04:56:35.318" v="824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addSp delSp modSp add mod addAnim delAnim modAnim">
        <pc:chgData name="Owais Ahmed" userId="6abc7d4556b3b071" providerId="LiveId" clId="{0FDD8DE3-F1AE-4516-94DB-A1902CE94C41}" dt="2023-03-02T05:02:47.390" v="1015" actId="20577"/>
        <pc:sldMkLst>
          <pc:docMk/>
          <pc:sldMk cId="33298473" sldId="2480"/>
        </pc:sldMkLst>
        <pc:spChg chg="mod">
          <ac:chgData name="Owais Ahmed" userId="6abc7d4556b3b071" providerId="LiveId" clId="{0FDD8DE3-F1AE-4516-94DB-A1902CE94C41}" dt="2023-03-02T05:02:47.390" v="1015" actId="20577"/>
          <ac:spMkLst>
            <pc:docMk/>
            <pc:sldMk cId="33298473" sldId="2480"/>
            <ac:spMk id="3" creationId="{4A1C0383-58FE-E486-295E-B33B8683B938}"/>
          </ac:spMkLst>
        </pc:spChg>
        <pc:spChg chg="add del mod">
          <ac:chgData name="Owais Ahmed" userId="6abc7d4556b3b071" providerId="LiveId" clId="{0FDD8DE3-F1AE-4516-94DB-A1902CE94C41}" dt="2023-03-02T04:59:41.959" v="915" actId="478"/>
          <ac:spMkLst>
            <pc:docMk/>
            <pc:sldMk cId="33298473" sldId="2480"/>
            <ac:spMk id="4" creationId="{68AC28BA-EE78-7111-9C67-B260CC8C0AF1}"/>
          </ac:spMkLst>
        </pc:spChg>
        <pc:spChg chg="add del mod">
          <ac:chgData name="Owais Ahmed" userId="6abc7d4556b3b071" providerId="LiveId" clId="{0FDD8DE3-F1AE-4516-94DB-A1902CE94C41}" dt="2023-03-02T04:59:50.009" v="917"/>
          <ac:spMkLst>
            <pc:docMk/>
            <pc:sldMk cId="33298473" sldId="2480"/>
            <ac:spMk id="5" creationId="{3C596777-B16B-C4E4-DB12-E1F5A73BD828}"/>
          </ac:spMkLst>
        </pc:spChg>
        <pc:spChg chg="mod">
          <ac:chgData name="Owais Ahmed" userId="6abc7d4556b3b071" providerId="LiveId" clId="{0FDD8DE3-F1AE-4516-94DB-A1902CE94C41}" dt="2023-03-02T04:57:10.298" v="868" actId="20577"/>
          <ac:spMkLst>
            <pc:docMk/>
            <pc:sldMk cId="33298473" sldId="2480"/>
            <ac:spMk id="215" creationId="{00000000-0000-0000-0000-000000000000}"/>
          </ac:spMkLst>
        </pc:spChg>
        <pc:grpChg chg="add mod">
          <ac:chgData name="Owais Ahmed" userId="6abc7d4556b3b071" providerId="LiveId" clId="{0FDD8DE3-F1AE-4516-94DB-A1902CE94C41}" dt="2023-03-02T05:01:15.772" v="952" actId="1076"/>
          <ac:grpSpMkLst>
            <pc:docMk/>
            <pc:sldMk cId="33298473" sldId="2480"/>
            <ac:grpSpMk id="6" creationId="{FD589D9F-4290-70D5-647A-B064BD51AD0F}"/>
          </ac:grpSpMkLst>
        </pc:grpChg>
        <pc:graphicFrameChg chg="mod">
          <ac:chgData name="Owais Ahmed" userId="6abc7d4556b3b071" providerId="LiveId" clId="{0FDD8DE3-F1AE-4516-94DB-A1902CE94C41}" dt="2023-03-02T05:01:09.985" v="951" actId="1076"/>
          <ac:graphicFrameMkLst>
            <pc:docMk/>
            <pc:sldMk cId="33298473" sldId="2480"/>
            <ac:graphicFrameMk id="7" creationId="{7FAACA05-2AF8-65B6-3247-494C8D83A2A3}"/>
          </ac:graphicFrameMkLst>
        </pc:graphicFrameChg>
        <pc:graphicFrameChg chg="mod">
          <ac:chgData name="Owais Ahmed" userId="6abc7d4556b3b071" providerId="LiveId" clId="{0FDD8DE3-F1AE-4516-94DB-A1902CE94C41}" dt="2023-03-02T04:59:57.098" v="918"/>
          <ac:graphicFrameMkLst>
            <pc:docMk/>
            <pc:sldMk cId="33298473" sldId="2480"/>
            <ac:graphicFrameMk id="8" creationId="{499CFD65-868C-4833-4C17-404622B9360F}"/>
          </ac:graphicFrameMkLst>
        </pc:graphicFrameChg>
        <pc:graphicFrameChg chg="mod">
          <ac:chgData name="Owais Ahmed" userId="6abc7d4556b3b071" providerId="LiveId" clId="{0FDD8DE3-F1AE-4516-94DB-A1902CE94C41}" dt="2023-03-02T05:01:05.734" v="949" actId="1076"/>
          <ac:graphicFrameMkLst>
            <pc:docMk/>
            <pc:sldMk cId="33298473" sldId="2480"/>
            <ac:graphicFrameMk id="9" creationId="{05B7410C-9230-9514-6EE0-C6BB6D00E65A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04:45.391" v="1131" actId="20577"/>
        <pc:sldMkLst>
          <pc:docMk/>
          <pc:sldMk cId="2242574499" sldId="2481"/>
        </pc:sldMkLst>
        <pc:spChg chg="mod">
          <ac:chgData name="Owais Ahmed" userId="6abc7d4556b3b071" providerId="LiveId" clId="{0FDD8DE3-F1AE-4516-94DB-A1902CE94C41}" dt="2023-03-02T05:04:45.391" v="1131" actId="20577"/>
          <ac:spMkLst>
            <pc:docMk/>
            <pc:sldMk cId="2242574499" sldId="2481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4:04.357" v="1104" actId="478"/>
          <ac:grpSpMkLst>
            <pc:docMk/>
            <pc:sldMk cId="2242574499" sldId="2481"/>
            <ac:grpSpMk id="6" creationId="{FD589D9F-4290-70D5-647A-B064BD51AD0F}"/>
          </ac:grpSpMkLst>
        </pc:grpChg>
        <pc:graphicFrameChg chg="add mod">
          <ac:chgData name="Owais Ahmed" userId="6abc7d4556b3b071" providerId="LiveId" clId="{0FDD8DE3-F1AE-4516-94DB-A1902CE94C41}" dt="2023-03-02T05:04:13.311" v="1107" actId="1076"/>
          <ac:graphicFrameMkLst>
            <pc:docMk/>
            <pc:sldMk cId="2242574499" sldId="2481"/>
            <ac:graphicFrameMk id="4" creationId="{A4BC4EBA-3876-6BF4-89C0-19210A8CD91E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07:54.229" v="1274"/>
        <pc:sldMkLst>
          <pc:docMk/>
          <pc:sldMk cId="3554497857" sldId="2482"/>
        </pc:sldMkLst>
        <pc:spChg chg="mod">
          <ac:chgData name="Owais Ahmed" userId="6abc7d4556b3b071" providerId="LiveId" clId="{0FDD8DE3-F1AE-4516-94DB-A1902CE94C41}" dt="2023-03-02T05:07:34.050" v="1267" actId="14100"/>
          <ac:spMkLst>
            <pc:docMk/>
            <pc:sldMk cId="3554497857" sldId="2482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7" creationId="{C4E1FD69-13E5-3FE3-DBBD-F4EDBD0B454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8" creationId="{A3151781-A385-D86F-D674-1B13A34E15FD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9" creationId="{7FEA710A-3158-0DA2-73B7-9B738D7CB45C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0" creationId="{4E343397-BF21-8FB1-2BA8-F2FBF2316C97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1" creationId="{CE1638A0-80E0-117E-C1B2-FD5E695BDC5B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2" creationId="{B708FF02-D0A1-390F-D4A4-141B061E2351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3" creationId="{9D5025B5-0745-F2E3-16E8-8CA67BAAD609}"/>
          </ac:spMkLst>
        </pc:spChg>
        <pc:grpChg chg="add del mod">
          <ac:chgData name="Owais Ahmed" userId="6abc7d4556b3b071" providerId="LiveId" clId="{0FDD8DE3-F1AE-4516-94DB-A1902CE94C41}" dt="2023-03-02T05:07:49.003" v="1273" actId="1076"/>
          <ac:grpSpMkLst>
            <pc:docMk/>
            <pc:sldMk cId="3554497857" sldId="2482"/>
            <ac:grpSpMk id="5" creationId="{94258CDA-92B0-B5D6-384D-F2A3E75B7760}"/>
          </ac:grpSpMkLst>
        </pc:grpChg>
        <pc:graphicFrameChg chg="del">
          <ac:chgData name="Owais Ahmed" userId="6abc7d4556b3b071" providerId="LiveId" clId="{0FDD8DE3-F1AE-4516-94DB-A1902CE94C41}" dt="2023-03-02T05:06:19.043" v="1232" actId="478"/>
          <ac:graphicFrameMkLst>
            <pc:docMk/>
            <pc:sldMk cId="3554497857" sldId="2482"/>
            <ac:graphicFrameMk id="4" creationId="{A4BC4EBA-3876-6BF4-89C0-19210A8CD91E}"/>
          </ac:graphicFrameMkLst>
        </pc:graphicFrameChg>
        <pc:graphicFrameChg chg="mod">
          <ac:chgData name="Owais Ahmed" userId="6abc7d4556b3b071" providerId="LiveId" clId="{0FDD8DE3-F1AE-4516-94DB-A1902CE94C41}" dt="2023-03-02T05:07:49.003" v="1273" actId="1076"/>
          <ac:graphicFrameMkLst>
            <pc:docMk/>
            <pc:sldMk cId="3554497857" sldId="2482"/>
            <ac:graphicFrameMk id="6" creationId="{E263AE06-16F9-EA63-2B55-AFAFDFF05400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12:04.645" v="1365" actId="20577"/>
        <pc:sldMkLst>
          <pc:docMk/>
          <pc:sldMk cId="677534828" sldId="2483"/>
        </pc:sldMkLst>
        <pc:spChg chg="mod">
          <ac:chgData name="Owais Ahmed" userId="6abc7d4556b3b071" providerId="LiveId" clId="{0FDD8DE3-F1AE-4516-94DB-A1902CE94C41}" dt="2023-03-02T05:12:04.645" v="1365" actId="20577"/>
          <ac:spMkLst>
            <pc:docMk/>
            <pc:sldMk cId="677534828" sldId="2483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8:35.450" v="1276" actId="478"/>
          <ac:grpSpMkLst>
            <pc:docMk/>
            <pc:sldMk cId="677534828" sldId="2483"/>
            <ac:grpSpMk id="5" creationId="{94258CDA-92B0-B5D6-384D-F2A3E75B7760}"/>
          </ac:grpSpMkLst>
        </pc:grpChg>
        <pc:graphicFrameChg chg="add mod">
          <ac:chgData name="Owais Ahmed" userId="6abc7d4556b3b071" providerId="LiveId" clId="{0FDD8DE3-F1AE-4516-94DB-A1902CE94C41}" dt="2023-03-02T05:09:36.384" v="1301" actId="1076"/>
          <ac:graphicFrameMkLst>
            <pc:docMk/>
            <pc:sldMk cId="677534828" sldId="2483"/>
            <ac:graphicFrameMk id="4" creationId="{976AB35B-B8A7-3F4B-F4BD-5863694BCC5D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19:22.243" v="1681" actId="20577"/>
        <pc:sldMkLst>
          <pc:docMk/>
          <pc:sldMk cId="278977406" sldId="2484"/>
        </pc:sldMkLst>
        <pc:spChg chg="mod">
          <ac:chgData name="Owais Ahmed" userId="6abc7d4556b3b071" providerId="LiveId" clId="{0FDD8DE3-F1AE-4516-94DB-A1902CE94C41}" dt="2023-03-02T05:19:22.243" v="1681" actId="20577"/>
          <ac:spMkLst>
            <pc:docMk/>
            <pc:sldMk cId="278977406" sldId="2484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7" creationId="{55BA099A-CF9D-DA01-089D-3FB73BCCDF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8" creationId="{8B5CD697-AFB4-87A3-6AE0-3E13DFFBFE9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9" creationId="{14D7CFE0-500B-EE3E-0916-F312008148C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1" creationId="{43214471-716B-DD60-6ABE-109DFA2705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3" creationId="{FAA990E2-2821-A383-E799-8067629CA75C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5" creationId="{7DA1DB7D-B35C-DE61-9AFF-134B326B0FD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6" creationId="{29E538EA-8887-71D8-6567-6AE1C312A98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7" creationId="{FCAA705B-E173-3247-BD24-8A5E9844FF2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8" creationId="{FD1EE0E5-528C-1471-6132-2C95A8FF34DB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9" creationId="{8638A1AB-9E42-C187-D2AC-D9C9A3F3A5D1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0" creationId="{FB75DA1E-A533-0DC9-6375-3B13FE54D5F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1" creationId="{05D4747D-C55A-27A8-A503-97067BF659C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2" creationId="{060909E4-FC5A-F3CB-0DCE-7A6B2C8D85FE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3" creationId="{A34C6B58-56E8-825F-57FF-2ED8615E707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4" creationId="{97FFB713-4A4F-385D-29BA-E73F9F9AF40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5" creationId="{83D4EE20-4465-2F99-20E4-96B41FE72BA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6" creationId="{CBD0581F-8EAF-DD54-9931-F722097CCF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7" creationId="{65B31570-2F7D-A625-6849-372E2DEECD85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8" creationId="{EF6A9AF1-BD6E-86CB-85D2-48629D499C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9" creationId="{598807CE-1E04-5612-F554-B4F4EF64953A}"/>
          </ac:spMkLst>
        </pc:spChg>
        <pc:grpChg chg="add 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5" creationId="{F299F5F0-22E0-D1A1-49CA-0FA87EC7C3F5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0" creationId="{5F8B08D4-6C65-A4B4-7200-EEB2C72E35C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2" creationId="{C08FEAF3-94E6-1EEA-45F3-B6619E86138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4" creationId="{65F0AE59-9C85-3533-161C-A401EAF2021F}"/>
          </ac:grpSpMkLst>
        </pc:grpChg>
        <pc:graphicFrameChg chg="del">
          <ac:chgData name="Owais Ahmed" userId="6abc7d4556b3b071" providerId="LiveId" clId="{0FDD8DE3-F1AE-4516-94DB-A1902CE94C41}" dt="2023-03-02T05:12:28.584" v="1367" actId="478"/>
          <ac:graphicFrameMkLst>
            <pc:docMk/>
            <pc:sldMk cId="278977406" sldId="2484"/>
            <ac:graphicFrameMk id="4" creationId="{976AB35B-B8A7-3F4B-F4BD-5863694BCC5D}"/>
          </ac:graphicFrameMkLst>
        </pc:graphicFrameChg>
        <pc:graphicFrameChg chg="mod">
          <ac:chgData name="Owais Ahmed" userId="6abc7d4556b3b071" providerId="LiveId" clId="{0FDD8DE3-F1AE-4516-94DB-A1902CE94C41}" dt="2023-03-02T05:16:06.728" v="1373" actId="1076"/>
          <ac:graphicFrameMkLst>
            <pc:docMk/>
            <pc:sldMk cId="278977406" sldId="2484"/>
            <ac:graphicFrameMk id="6" creationId="{D6062A98-8C21-5037-803E-40FA7421CEF0}"/>
          </ac:graphicFrameMkLst>
        </pc:graphicFrameChg>
      </pc:sldChg>
      <pc:sldChg chg="add del">
        <pc:chgData name="Owais Ahmed" userId="6abc7d4556b3b071" providerId="LiveId" clId="{0FDD8DE3-F1AE-4516-94DB-A1902CE94C41}" dt="2023-03-02T04:35:20.256" v="256" actId="47"/>
        <pc:sldMkLst>
          <pc:docMk/>
          <pc:sldMk cId="2426892836" sldId="2485"/>
        </pc:sldMkLst>
      </pc:sldChg>
      <pc:sldChg chg="delSp modSp add mod modAnim">
        <pc:chgData name="Owais Ahmed" userId="6abc7d4556b3b071" providerId="LiveId" clId="{0FDD8DE3-F1AE-4516-94DB-A1902CE94C41}" dt="2023-03-02T05:33:14.169" v="1944" actId="20577"/>
        <pc:sldMkLst>
          <pc:docMk/>
          <pc:sldMk cId="2995985000" sldId="2485"/>
        </pc:sldMkLst>
        <pc:spChg chg="mod">
          <ac:chgData name="Owais Ahmed" userId="6abc7d4556b3b071" providerId="LiveId" clId="{0FDD8DE3-F1AE-4516-94DB-A1902CE94C41}" dt="2023-03-02T05:33:14.169" v="1944" actId="20577"/>
          <ac:spMkLst>
            <pc:docMk/>
            <pc:sldMk cId="2995985000" sldId="2485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19:52.045" v="1683" actId="478"/>
          <ac:grpSpMkLst>
            <pc:docMk/>
            <pc:sldMk cId="2995985000" sldId="2485"/>
            <ac:grpSpMk id="5" creationId="{F299F5F0-22E0-D1A1-49CA-0FA87EC7C3F5}"/>
          </ac:grpSpMkLst>
        </pc:grpChg>
      </pc:sldChg>
      <pc:sldChg chg="modSp add mod modAnim">
        <pc:chgData name="Owais Ahmed" userId="6abc7d4556b3b071" providerId="LiveId" clId="{0FDD8DE3-F1AE-4516-94DB-A1902CE94C41}" dt="2023-03-02T05:36:18.701" v="2006" actId="20577"/>
        <pc:sldMkLst>
          <pc:docMk/>
          <pc:sldMk cId="1088870247" sldId="2486"/>
        </pc:sldMkLst>
        <pc:spChg chg="mod">
          <ac:chgData name="Owais Ahmed" userId="6abc7d4556b3b071" providerId="LiveId" clId="{0FDD8DE3-F1AE-4516-94DB-A1902CE94C41}" dt="2023-03-02T05:36:18.701" v="2006" actId="20577"/>
          <ac:spMkLst>
            <pc:docMk/>
            <pc:sldMk cId="1088870247" sldId="2486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33:51.460" v="1964" actId="5793"/>
          <ac:spMkLst>
            <pc:docMk/>
            <pc:sldMk cId="1088870247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0FDD8DE3-F1AE-4516-94DB-A1902CE94C41}" dt="2023-03-02T04:35:18.933" v="254" actId="47"/>
        <pc:sldMkLst>
          <pc:docMk/>
          <pc:sldMk cId="3132224988" sldId="2486"/>
        </pc:sldMkLst>
      </pc:sldChg>
      <pc:sldChg chg="addSp modSp add mod ord modAnim modNotesTx">
        <pc:chgData name="Owais Ahmed" userId="6abc7d4556b3b071" providerId="LiveId" clId="{0FDD8DE3-F1AE-4516-94DB-A1902CE94C41}" dt="2023-03-02T05:44:54.853" v="2642" actId="20577"/>
        <pc:sldMkLst>
          <pc:docMk/>
          <pc:sldMk cId="1653736541" sldId="2487"/>
        </pc:sldMkLst>
        <pc:spChg chg="mod">
          <ac:chgData name="Owais Ahmed" userId="6abc7d4556b3b071" providerId="LiveId" clId="{0FDD8DE3-F1AE-4516-94DB-A1902CE94C41}" dt="2023-03-02T05:44:06.203" v="2472" actId="20577"/>
          <ac:spMkLst>
            <pc:docMk/>
            <pc:sldMk cId="1653736541" sldId="2487"/>
            <ac:spMk id="3" creationId="{4A1C0383-58FE-E486-295E-B33B8683B938}"/>
          </ac:spMkLst>
        </pc:spChg>
        <pc:graphicFrameChg chg="add mod">
          <ac:chgData name="Owais Ahmed" userId="6abc7d4556b3b071" providerId="LiveId" clId="{0FDD8DE3-F1AE-4516-94DB-A1902CE94C41}" dt="2023-03-02T05:40:24.446" v="2091" actId="1076"/>
          <ac:graphicFrameMkLst>
            <pc:docMk/>
            <pc:sldMk cId="1653736541" sldId="2487"/>
            <ac:graphicFrameMk id="4" creationId="{B20B5C78-0431-0648-1A9D-66005AC79585}"/>
          </ac:graphicFrameMkLst>
        </pc:graphicFrameChg>
      </pc:sldChg>
      <pc:sldChg chg="add del">
        <pc:chgData name="Owais Ahmed" userId="6abc7d4556b3b071" providerId="LiveId" clId="{0FDD8DE3-F1AE-4516-94DB-A1902CE94C41}" dt="2023-03-02T05:39:42.723" v="2008" actId="2890"/>
        <pc:sldMkLst>
          <pc:docMk/>
          <pc:sldMk cId="1743220608" sldId="2487"/>
        </pc:sldMkLst>
      </pc:sldChg>
      <pc:sldChg chg="addSp modSp add mod ord modAnim">
        <pc:chgData name="Owais Ahmed" userId="6abc7d4556b3b071" providerId="LiveId" clId="{0FDD8DE3-F1AE-4516-94DB-A1902CE94C41}" dt="2023-03-02T05:49:25.027" v="2865"/>
        <pc:sldMkLst>
          <pc:docMk/>
          <pc:sldMk cId="633565940" sldId="2488"/>
        </pc:sldMkLst>
        <pc:spChg chg="mod">
          <ac:chgData name="Owais Ahmed" userId="6abc7d4556b3b071" providerId="LiveId" clId="{0FDD8DE3-F1AE-4516-94DB-A1902CE94C41}" dt="2023-03-02T05:47:02.045" v="2843" actId="14100"/>
          <ac:spMkLst>
            <pc:docMk/>
            <pc:sldMk cId="633565940" sldId="2488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45:50.131" v="2672" actId="20577"/>
          <ac:spMkLst>
            <pc:docMk/>
            <pc:sldMk cId="633565940" sldId="2488"/>
            <ac:spMk id="215" creationId="{00000000-0000-0000-0000-000000000000}"/>
          </ac:spMkLst>
        </pc:spChg>
        <pc:picChg chg="add mod">
          <ac:chgData name="Owais Ahmed" userId="6abc7d4556b3b071" providerId="LiveId" clId="{0FDD8DE3-F1AE-4516-94DB-A1902CE94C41}" dt="2023-03-02T05:48:56.135" v="2858" actId="1076"/>
          <ac:picMkLst>
            <pc:docMk/>
            <pc:sldMk cId="633565940" sldId="2488"/>
            <ac:picMk id="4" creationId="{2FB2FA82-BF57-F914-975C-C5DBC8806F68}"/>
          </ac:picMkLst>
        </pc:picChg>
        <pc:picChg chg="add mod">
          <ac:chgData name="Owais Ahmed" userId="6abc7d4556b3b071" providerId="LiveId" clId="{0FDD8DE3-F1AE-4516-94DB-A1902CE94C41}" dt="2023-03-02T05:48:58.691" v="2859" actId="1076"/>
          <ac:picMkLst>
            <pc:docMk/>
            <pc:sldMk cId="633565940" sldId="2488"/>
            <ac:picMk id="5" creationId="{1673933C-07C7-2F84-9017-8484D30A66DF}"/>
          </ac:picMkLst>
        </pc:picChg>
        <pc:picChg chg="add mod">
          <ac:chgData name="Owais Ahmed" userId="6abc7d4556b3b071" providerId="LiveId" clId="{0FDD8DE3-F1AE-4516-94DB-A1902CE94C41}" dt="2023-03-02T05:49:02.148" v="2860" actId="1076"/>
          <ac:picMkLst>
            <pc:docMk/>
            <pc:sldMk cId="633565940" sldId="2488"/>
            <ac:picMk id="6" creationId="{1382AA95-4B26-3C7F-D081-29C805830DC9}"/>
          </ac:picMkLst>
        </pc:picChg>
      </pc:sldChg>
      <pc:sldChg chg="add del">
        <pc:chgData name="Owais Ahmed" userId="6abc7d4556b3b071" providerId="LiveId" clId="{0FDD8DE3-F1AE-4516-94DB-A1902CE94C41}" dt="2023-03-02T04:35:19.865" v="255" actId="47"/>
        <pc:sldMkLst>
          <pc:docMk/>
          <pc:sldMk cId="918376006" sldId="2488"/>
        </pc:sldMkLst>
      </pc:sldChg>
      <pc:sldChg chg="add del">
        <pc:chgData name="Owais Ahmed" userId="6abc7d4556b3b071" providerId="LiveId" clId="{0FDD8DE3-F1AE-4516-94DB-A1902CE94C41}" dt="2023-03-02T05:49:58.669" v="2867" actId="2890"/>
        <pc:sldMkLst>
          <pc:docMk/>
          <pc:sldMk cId="1383689140" sldId="2489"/>
        </pc:sldMkLst>
      </pc:sldChg>
      <pc:sldChg chg="del">
        <pc:chgData name="Owais Ahmed" userId="6abc7d4556b3b071" providerId="LiveId" clId="{0FDD8DE3-F1AE-4516-94DB-A1902CE94C41}" dt="2023-03-02T04:35:21.399" v="257" actId="47"/>
        <pc:sldMkLst>
          <pc:docMk/>
          <pc:sldMk cId="3454217637" sldId="2489"/>
        </pc:sldMkLst>
      </pc:sldChg>
      <pc:sldChg chg="addSp delSp modSp add mod ord delAnim modAnim modNotesTx">
        <pc:chgData name="Owais Ahmed" userId="6abc7d4556b3b071" providerId="LiveId" clId="{0FDD8DE3-F1AE-4516-94DB-A1902CE94C41}" dt="2023-03-02T06:09:59.743" v="3278" actId="20577"/>
        <pc:sldMkLst>
          <pc:docMk/>
          <pc:sldMk cId="4108314565" sldId="2489"/>
        </pc:sldMkLst>
        <pc:spChg chg="mod">
          <ac:chgData name="Owais Ahmed" userId="6abc7d4556b3b071" providerId="LiveId" clId="{0FDD8DE3-F1AE-4516-94DB-A1902CE94C41}" dt="2023-03-02T05:50:58.643" v="2914" actId="20577"/>
          <ac:spMkLst>
            <pc:docMk/>
            <pc:sldMk cId="4108314565" sldId="2489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09:59.743" v="3278" actId="20577"/>
          <ac:spMkLst>
            <pc:docMk/>
            <pc:sldMk cId="4108314565" sldId="2489"/>
            <ac:spMk id="215" creationId="{00000000-0000-0000-0000-000000000000}"/>
          </ac:spMkLst>
        </pc:spChg>
        <pc:graphicFrameChg chg="del">
          <ac:chgData name="Owais Ahmed" userId="6abc7d4556b3b071" providerId="LiveId" clId="{0FDD8DE3-F1AE-4516-94DB-A1902CE94C41}" dt="2023-03-02T05:50:05.565" v="2871" actId="478"/>
          <ac:graphicFrameMkLst>
            <pc:docMk/>
            <pc:sldMk cId="4108314565" sldId="2489"/>
            <ac:graphicFrameMk id="4" creationId="{B20B5C78-0431-0648-1A9D-66005AC79585}"/>
          </ac:graphicFrameMkLst>
        </pc:graphicFrameChg>
        <pc:picChg chg="add mod">
          <ac:chgData name="Owais Ahmed" userId="6abc7d4556b3b071" providerId="LiveId" clId="{0FDD8DE3-F1AE-4516-94DB-A1902CE94C41}" dt="2023-03-02T05:51:07.524" v="2916" actId="1076"/>
          <ac:picMkLst>
            <pc:docMk/>
            <pc:sldMk cId="4108314565" sldId="2489"/>
            <ac:picMk id="5" creationId="{5A6BCF36-6817-EFD4-1129-7D5CE1797EBB}"/>
          </ac:picMkLst>
        </pc:picChg>
      </pc:sldChg>
      <pc:sldChg chg="addSp delSp modSp add mod modAnim modNotesTx">
        <pc:chgData name="Owais Ahmed" userId="6abc7d4556b3b071" providerId="LiveId" clId="{0FDD8DE3-F1AE-4516-94DB-A1902CE94C41}" dt="2023-03-02T06:15:51.487" v="3719" actId="20577"/>
        <pc:sldMkLst>
          <pc:docMk/>
          <pc:sldMk cId="768465522" sldId="2490"/>
        </pc:sldMkLst>
        <pc:spChg chg="mod">
          <ac:chgData name="Owais Ahmed" userId="6abc7d4556b3b071" providerId="LiveId" clId="{0FDD8DE3-F1AE-4516-94DB-A1902CE94C41}" dt="2023-03-02T06:15:51.487" v="3719" actId="20577"/>
          <ac:spMkLst>
            <pc:docMk/>
            <pc:sldMk cId="768465522" sldId="2490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11:16.290" v="3377" actId="20577"/>
          <ac:spMkLst>
            <pc:docMk/>
            <pc:sldMk cId="768465522" sldId="2490"/>
            <ac:spMk id="215" creationId="{00000000-0000-0000-0000-000000000000}"/>
          </ac:spMkLst>
        </pc:spChg>
        <pc:graphicFrameChg chg="add mod">
          <ac:chgData name="Owais Ahmed" userId="6abc7d4556b3b071" providerId="LiveId" clId="{0FDD8DE3-F1AE-4516-94DB-A1902CE94C41}" dt="2023-03-02T06:15:17.787" v="3695" actId="1076"/>
          <ac:graphicFrameMkLst>
            <pc:docMk/>
            <pc:sldMk cId="768465522" sldId="2490"/>
            <ac:graphicFrameMk id="4" creationId="{31FA3D9A-2BB8-CD33-B422-49DC2DF7C247}"/>
          </ac:graphicFrameMkLst>
        </pc:graphicFrameChg>
        <pc:picChg chg="del">
          <ac:chgData name="Owais Ahmed" userId="6abc7d4556b3b071" providerId="LiveId" clId="{0FDD8DE3-F1AE-4516-94DB-A1902CE94C41}" dt="2023-03-02T06:10:13.529" v="3280" actId="478"/>
          <ac:picMkLst>
            <pc:docMk/>
            <pc:sldMk cId="768465522" sldId="2490"/>
            <ac:picMk id="5" creationId="{5A6BCF36-6817-EFD4-1129-7D5CE1797EBB}"/>
          </ac:picMkLst>
        </pc:picChg>
      </pc:sldChg>
      <pc:sldChg chg="del">
        <pc:chgData name="Owais Ahmed" userId="6abc7d4556b3b071" providerId="LiveId" clId="{0FDD8DE3-F1AE-4516-94DB-A1902CE94C41}" dt="2023-03-02T04:35:21.935" v="258" actId="47"/>
        <pc:sldMkLst>
          <pc:docMk/>
          <pc:sldMk cId="3828703945" sldId="2490"/>
        </pc:sldMkLst>
      </pc:sldChg>
      <pc:sldChg chg="del">
        <pc:chgData name="Owais Ahmed" userId="6abc7d4556b3b071" providerId="LiveId" clId="{0FDD8DE3-F1AE-4516-94DB-A1902CE94C41}" dt="2023-03-02T04:35:23.076" v="259" actId="47"/>
        <pc:sldMkLst>
          <pc:docMk/>
          <pc:sldMk cId="1696537967" sldId="2491"/>
        </pc:sldMkLst>
      </pc:sldChg>
      <pc:sldChg chg="modSp add modAnim">
        <pc:chgData name="Owais Ahmed" userId="6abc7d4556b3b071" providerId="LiveId" clId="{0FDD8DE3-F1AE-4516-94DB-A1902CE94C41}" dt="2023-03-02T06:18:36.400" v="3919" actId="20577"/>
        <pc:sldMkLst>
          <pc:docMk/>
          <pc:sldMk cId="3640078836" sldId="2491"/>
        </pc:sldMkLst>
        <pc:spChg chg="mod">
          <ac:chgData name="Owais Ahmed" userId="6abc7d4556b3b071" providerId="LiveId" clId="{0FDD8DE3-F1AE-4516-94DB-A1902CE94C41}" dt="2023-03-02T06:18:36.400" v="3919" actId="20577"/>
          <ac:spMkLst>
            <pc:docMk/>
            <pc:sldMk cId="3640078836" sldId="2491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AAADAA39-EA66-4E32-AA2F-0EE989AD0AF6}"/>
    <pc:docChg chg="undo custSel addSld delSld modSld sldOrd modSection">
      <pc:chgData name="Owais Ahmed" userId="6abc7d4556b3b071" providerId="LiveId" clId="{AAADAA39-EA66-4E32-AA2F-0EE989AD0AF6}" dt="2023-05-26T05:02:49.183" v="5916" actId="20577"/>
      <pc:docMkLst>
        <pc:docMk/>
      </pc:docMkLst>
      <pc:sldChg chg="modSp mod">
        <pc:chgData name="Owais Ahmed" userId="6abc7d4556b3b071" providerId="LiveId" clId="{AAADAA39-EA66-4E32-AA2F-0EE989AD0AF6}" dt="2023-05-26T04:38:46.819" v="5357" actId="20577"/>
        <pc:sldMkLst>
          <pc:docMk/>
          <pc:sldMk cId="1649098948" sldId="2462"/>
        </pc:sldMkLst>
        <pc:spChg chg="mod">
          <ac:chgData name="Owais Ahmed" userId="6abc7d4556b3b071" providerId="LiveId" clId="{AAADAA39-EA66-4E32-AA2F-0EE989AD0AF6}" dt="2023-05-26T04:38:46.819" v="535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mod modAnim">
        <pc:chgData name="Owais Ahmed" userId="6abc7d4556b3b071" providerId="LiveId" clId="{AAADAA39-EA66-4E32-AA2F-0EE989AD0AF6}" dt="2023-05-19T04:47:08.104" v="844"/>
        <pc:sldMkLst>
          <pc:docMk/>
          <pc:sldMk cId="138766739" sldId="2512"/>
        </pc:sldMkLst>
        <pc:spChg chg="mod">
          <ac:chgData name="Owais Ahmed" userId="6abc7d4556b3b071" providerId="LiveId" clId="{AAADAA39-EA66-4E32-AA2F-0EE989AD0AF6}" dt="2023-05-19T04:41:38.461" v="495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4:31:51.567" v="169" actId="20577"/>
          <ac:spMkLst>
            <pc:docMk/>
            <pc:sldMk cId="138766739" sldId="2512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4:33:48.638" v="363" actId="1076"/>
          <ac:picMkLst>
            <pc:docMk/>
            <pc:sldMk cId="138766739" sldId="2512"/>
            <ac:picMk id="1026" creationId="{6D104781-49F5-7944-8B0F-4AAAFE470482}"/>
          </ac:picMkLst>
        </pc:picChg>
      </pc:sldChg>
      <pc:sldChg chg="addSp delSp modSp add mod modAnim">
        <pc:chgData name="Owais Ahmed" userId="6abc7d4556b3b071" providerId="LiveId" clId="{AAADAA39-EA66-4E32-AA2F-0EE989AD0AF6}" dt="2023-05-19T04:47:20.661" v="847"/>
        <pc:sldMkLst>
          <pc:docMk/>
          <pc:sldMk cId="164878705" sldId="2513"/>
        </pc:sldMkLst>
        <pc:spChg chg="mod">
          <ac:chgData name="Owais Ahmed" userId="6abc7d4556b3b071" providerId="LiveId" clId="{AAADAA39-EA66-4E32-AA2F-0EE989AD0AF6}" dt="2023-05-19T04:46:45.149" v="842" actId="20577"/>
          <ac:spMkLst>
            <pc:docMk/>
            <pc:sldMk cId="164878705" sldId="2513"/>
            <ac:spMk id="3" creationId="{4A1C0383-58FE-E486-295E-B33B8683B938}"/>
          </ac:spMkLst>
        </pc:spChg>
        <pc:picChg chg="add mod">
          <ac:chgData name="Owais Ahmed" userId="6abc7d4556b3b071" providerId="LiveId" clId="{AAADAA39-EA66-4E32-AA2F-0EE989AD0AF6}" dt="2023-05-19T04:47:00.966" v="843" actId="1076"/>
          <ac:picMkLst>
            <pc:docMk/>
            <pc:sldMk cId="164878705" sldId="2513"/>
            <ac:picMk id="5" creationId="{036F9582-12B3-15DE-636D-04D79531804D}"/>
          </ac:picMkLst>
        </pc:picChg>
        <pc:picChg chg="del">
          <ac:chgData name="Owais Ahmed" userId="6abc7d4556b3b071" providerId="LiveId" clId="{AAADAA39-EA66-4E32-AA2F-0EE989AD0AF6}" dt="2023-05-19T04:44:13.180" v="617" actId="478"/>
          <ac:picMkLst>
            <pc:docMk/>
            <pc:sldMk cId="164878705" sldId="2513"/>
            <ac:picMk id="1026" creationId="{6D104781-49F5-7944-8B0F-4AAAFE470482}"/>
          </ac:picMkLst>
        </pc:picChg>
      </pc:sldChg>
      <pc:sldChg chg="del">
        <pc:chgData name="Owais Ahmed" userId="6abc7d4556b3b071" providerId="LiveId" clId="{AAADAA39-EA66-4E32-AA2F-0EE989AD0AF6}" dt="2023-05-19T04:28:08.928" v="0" actId="47"/>
        <pc:sldMkLst>
          <pc:docMk/>
          <pc:sldMk cId="2057891609" sldId="2513"/>
        </pc:sldMkLst>
      </pc:sldChg>
      <pc:sldChg chg="del">
        <pc:chgData name="Owais Ahmed" userId="6abc7d4556b3b071" providerId="LiveId" clId="{AAADAA39-EA66-4E32-AA2F-0EE989AD0AF6}" dt="2023-05-19T04:28:09.193" v="1" actId="47"/>
        <pc:sldMkLst>
          <pc:docMk/>
          <pc:sldMk cId="766839772" sldId="2514"/>
        </pc:sldMkLst>
      </pc:sldChg>
      <pc:sldChg chg="addSp delSp modSp add mod ord modAnim modNotesTx">
        <pc:chgData name="Owais Ahmed" userId="6abc7d4556b3b071" providerId="LiveId" clId="{AAADAA39-EA66-4E32-AA2F-0EE989AD0AF6}" dt="2023-05-19T04:56:11.342" v="1934" actId="33524"/>
        <pc:sldMkLst>
          <pc:docMk/>
          <pc:sldMk cId="1794817901" sldId="2514"/>
        </pc:sldMkLst>
        <pc:spChg chg="mod">
          <ac:chgData name="Owais Ahmed" userId="6abc7d4556b3b071" providerId="LiveId" clId="{AAADAA39-EA66-4E32-AA2F-0EE989AD0AF6}" dt="2023-05-19T04:56:11.342" v="1934" actId="33524"/>
          <ac:spMkLst>
            <pc:docMk/>
            <pc:sldMk cId="1794817901" sldId="2514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4:51:43.690" v="1263" actId="20577"/>
          <ac:spMkLst>
            <pc:docMk/>
            <pc:sldMk cId="1794817901" sldId="2514"/>
            <ac:spMk id="215" creationId="{00000000-0000-0000-0000-000000000000}"/>
          </ac:spMkLst>
        </pc:spChg>
        <pc:picChg chg="add del">
          <ac:chgData name="Owais Ahmed" userId="6abc7d4556b3b071" providerId="LiveId" clId="{AAADAA39-EA66-4E32-AA2F-0EE989AD0AF6}" dt="2023-05-19T04:47:41.773" v="879" actId="478"/>
          <ac:picMkLst>
            <pc:docMk/>
            <pc:sldMk cId="1794817901" sldId="2514"/>
            <ac:picMk id="1026" creationId="{6D104781-49F5-7944-8B0F-4AAAFE470482}"/>
          </ac:picMkLst>
        </pc:picChg>
        <pc:picChg chg="add mod">
          <ac:chgData name="Owais Ahmed" userId="6abc7d4556b3b071" providerId="LiveId" clId="{AAADAA39-EA66-4E32-AA2F-0EE989AD0AF6}" dt="2023-05-19T04:49:39.764" v="982" actId="14100"/>
          <ac:picMkLst>
            <pc:docMk/>
            <pc:sldMk cId="1794817901" sldId="2514"/>
            <ac:picMk id="2050" creationId="{1ED40BFB-F75A-A1F5-17EF-9AE07BA85C12}"/>
          </ac:picMkLst>
        </pc:picChg>
        <pc:picChg chg="add mod">
          <ac:chgData name="Owais Ahmed" userId="6abc7d4556b3b071" providerId="LiveId" clId="{AAADAA39-EA66-4E32-AA2F-0EE989AD0AF6}" dt="2023-05-19T04:51:07.277" v="1207" actId="1076"/>
          <ac:picMkLst>
            <pc:docMk/>
            <pc:sldMk cId="1794817901" sldId="2514"/>
            <ac:picMk id="2052" creationId="{31D96ACC-7B8A-CAF9-5AA9-4E679EFDFF4C}"/>
          </ac:picMkLst>
        </pc:picChg>
      </pc:sldChg>
      <pc:sldChg chg="addSp delSp modSp add mod ord delAnim modAnim">
        <pc:chgData name="Owais Ahmed" userId="6abc7d4556b3b071" providerId="LiveId" clId="{AAADAA39-EA66-4E32-AA2F-0EE989AD0AF6}" dt="2023-05-19T06:00:43.624" v="3996" actId="20577"/>
        <pc:sldMkLst>
          <pc:docMk/>
          <pc:sldMk cId="359945623" sldId="2515"/>
        </pc:sldMkLst>
        <pc:spChg chg="mod">
          <ac:chgData name="Owais Ahmed" userId="6abc7d4556b3b071" providerId="LiveId" clId="{AAADAA39-EA66-4E32-AA2F-0EE989AD0AF6}" dt="2023-05-19T05:16:34.715" v="2802" actId="27636"/>
          <ac:spMkLst>
            <pc:docMk/>
            <pc:sldMk cId="359945623" sldId="2515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43.624" v="3996" actId="20577"/>
          <ac:spMkLst>
            <pc:docMk/>
            <pc:sldMk cId="359945623" sldId="251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AAADAA39-EA66-4E32-AA2F-0EE989AD0AF6}" dt="2023-05-19T05:17:25.937" v="2815" actId="20577"/>
          <ac:graphicFrameMkLst>
            <pc:docMk/>
            <pc:sldMk cId="359945623" sldId="2515"/>
            <ac:graphicFrameMk id="4" creationId="{78451019-08E9-D248-E950-C2A8EC5B07C1}"/>
          </ac:graphicFrameMkLst>
        </pc:graphicFrameChg>
        <pc:picChg chg="del">
          <ac:chgData name="Owais Ahmed" userId="6abc7d4556b3b071" providerId="LiveId" clId="{AAADAA39-EA66-4E32-AA2F-0EE989AD0AF6}" dt="2023-05-19T04:57:22.909" v="1945" actId="478"/>
          <ac:picMkLst>
            <pc:docMk/>
            <pc:sldMk cId="359945623" sldId="2515"/>
            <ac:picMk id="5" creationId="{036F9582-12B3-15DE-636D-04D79531804D}"/>
          </ac:picMkLst>
        </pc:picChg>
        <pc:picChg chg="add del mod">
          <ac:chgData name="Owais Ahmed" userId="6abc7d4556b3b071" providerId="LiveId" clId="{AAADAA39-EA66-4E32-AA2F-0EE989AD0AF6}" dt="2023-05-19T05:03:05.412" v="2329" actId="478"/>
          <ac:picMkLst>
            <pc:docMk/>
            <pc:sldMk cId="359945623" sldId="2515"/>
            <ac:picMk id="3074" creationId="{55CCE2AA-C258-DA75-A542-29B331D2AC34}"/>
          </ac:picMkLst>
        </pc:picChg>
        <pc:picChg chg="add del mod">
          <ac:chgData name="Owais Ahmed" userId="6abc7d4556b3b071" providerId="LiveId" clId="{AAADAA39-EA66-4E32-AA2F-0EE989AD0AF6}" dt="2023-05-19T05:16:17.578" v="2796" actId="478"/>
          <ac:picMkLst>
            <pc:docMk/>
            <pc:sldMk cId="359945623" sldId="2515"/>
            <ac:picMk id="3076" creationId="{90E32114-C48C-31AE-B745-02A174C16FF9}"/>
          </ac:picMkLst>
        </pc:picChg>
        <pc:picChg chg="add del mod">
          <ac:chgData name="Owais Ahmed" userId="6abc7d4556b3b071" providerId="LiveId" clId="{AAADAA39-EA66-4E32-AA2F-0EE989AD0AF6}" dt="2023-05-19T05:07:43.115" v="2555"/>
          <ac:picMkLst>
            <pc:docMk/>
            <pc:sldMk cId="359945623" sldId="2515"/>
            <ac:picMk id="3078" creationId="{F41954CC-5D5A-D089-39B3-880E9B59E2B5}"/>
          </ac:picMkLst>
        </pc:picChg>
        <pc:picChg chg="add mod">
          <ac:chgData name="Owais Ahmed" userId="6abc7d4556b3b071" providerId="LiveId" clId="{AAADAA39-EA66-4E32-AA2F-0EE989AD0AF6}" dt="2023-05-19T05:30:16.737" v="2836" actId="1076"/>
          <ac:picMkLst>
            <pc:docMk/>
            <pc:sldMk cId="359945623" sldId="2515"/>
            <ac:picMk id="3080" creationId="{42F8257D-74CD-3736-2A30-DAF9807A7BF9}"/>
          </ac:picMkLst>
        </pc:picChg>
      </pc:sldChg>
      <pc:sldChg chg="add del">
        <pc:chgData name="Owais Ahmed" userId="6abc7d4556b3b071" providerId="LiveId" clId="{AAADAA39-EA66-4E32-AA2F-0EE989AD0AF6}" dt="2023-05-19T04:52:24.056" v="1330" actId="47"/>
        <pc:sldMkLst>
          <pc:docMk/>
          <pc:sldMk cId="970040805" sldId="2515"/>
        </pc:sldMkLst>
      </pc:sldChg>
      <pc:sldChg chg="del">
        <pc:chgData name="Owais Ahmed" userId="6abc7d4556b3b071" providerId="LiveId" clId="{AAADAA39-EA66-4E32-AA2F-0EE989AD0AF6}" dt="2023-05-19T04:28:09.516" v="3" actId="47"/>
        <pc:sldMkLst>
          <pc:docMk/>
          <pc:sldMk cId="4043370130" sldId="2515"/>
        </pc:sldMkLst>
      </pc:sldChg>
      <pc:sldChg chg="delSp modSp add mod modAnim">
        <pc:chgData name="Owais Ahmed" userId="6abc7d4556b3b071" providerId="LiveId" clId="{AAADAA39-EA66-4E32-AA2F-0EE989AD0AF6}" dt="2023-05-19T06:00:46.952" v="3999" actId="20577"/>
        <pc:sldMkLst>
          <pc:docMk/>
          <pc:sldMk cId="3531452222" sldId="2516"/>
        </pc:sldMkLst>
        <pc:spChg chg="mod">
          <ac:chgData name="Owais Ahmed" userId="6abc7d4556b3b071" providerId="LiveId" clId="{AAADAA39-EA66-4E32-AA2F-0EE989AD0AF6}" dt="2023-05-19T06:00:33.472" v="3993" actId="20577"/>
          <ac:spMkLst>
            <pc:docMk/>
            <pc:sldMk cId="3531452222" sldId="2516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46.952" v="3999" actId="20577"/>
          <ac:spMkLst>
            <pc:docMk/>
            <pc:sldMk cId="3531452222" sldId="2516"/>
            <ac:spMk id="215" creationId="{00000000-0000-0000-0000-000000000000}"/>
          </ac:spMkLst>
        </pc:spChg>
        <pc:graphicFrameChg chg="mod modGraphic">
          <ac:chgData name="Owais Ahmed" userId="6abc7d4556b3b071" providerId="LiveId" clId="{AAADAA39-EA66-4E32-AA2F-0EE989AD0AF6}" dt="2023-05-19T05:17:43.282" v="2818" actId="14100"/>
          <ac:graphicFrameMkLst>
            <pc:docMk/>
            <pc:sldMk cId="3531452222" sldId="2516"/>
            <ac:graphicFrameMk id="4" creationId="{78451019-08E9-D248-E950-C2A8EC5B07C1}"/>
          </ac:graphicFrameMkLst>
        </pc:graphicFrameChg>
        <pc:picChg chg="mod">
          <ac:chgData name="Owais Ahmed" userId="6abc7d4556b3b071" providerId="LiveId" clId="{AAADAA39-EA66-4E32-AA2F-0EE989AD0AF6}" dt="2023-05-19T05:30:21.176" v="2838" actId="1076"/>
          <ac:picMkLst>
            <pc:docMk/>
            <pc:sldMk cId="3531452222" sldId="2516"/>
            <ac:picMk id="3076" creationId="{90E32114-C48C-31AE-B745-02A174C16FF9}"/>
          </ac:picMkLst>
        </pc:picChg>
        <pc:picChg chg="del">
          <ac:chgData name="Owais Ahmed" userId="6abc7d4556b3b071" providerId="LiveId" clId="{AAADAA39-EA66-4E32-AA2F-0EE989AD0AF6}" dt="2023-05-19T05:17:35.075" v="2816" actId="478"/>
          <ac:picMkLst>
            <pc:docMk/>
            <pc:sldMk cId="3531452222" sldId="2516"/>
            <ac:picMk id="3080" creationId="{42F8257D-74CD-3736-2A30-DAF9807A7BF9}"/>
          </ac:picMkLst>
        </pc:picChg>
      </pc:sldChg>
      <pc:sldChg chg="del">
        <pc:chgData name="Owais Ahmed" userId="6abc7d4556b3b071" providerId="LiveId" clId="{AAADAA39-EA66-4E32-AA2F-0EE989AD0AF6}" dt="2023-05-19T04:28:09.400" v="2" actId="47"/>
        <pc:sldMkLst>
          <pc:docMk/>
          <pc:sldMk cId="3641615729" sldId="2516"/>
        </pc:sldMkLst>
      </pc:sldChg>
      <pc:sldChg chg="addSp delSp modSp add mod delAnim modAnim">
        <pc:chgData name="Owais Ahmed" userId="6abc7d4556b3b071" providerId="LiveId" clId="{AAADAA39-EA66-4E32-AA2F-0EE989AD0AF6}" dt="2023-05-19T06:00:50.791" v="4002" actId="20577"/>
        <pc:sldMkLst>
          <pc:docMk/>
          <pc:sldMk cId="155911034" sldId="2517"/>
        </pc:sldMkLst>
        <pc:spChg chg="mod">
          <ac:chgData name="Owais Ahmed" userId="6abc7d4556b3b071" providerId="LiveId" clId="{AAADAA39-EA66-4E32-AA2F-0EE989AD0AF6}" dt="2023-05-19T05:44:15.664" v="3162" actId="20577"/>
          <ac:spMkLst>
            <pc:docMk/>
            <pc:sldMk cId="155911034" sldId="2517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50.791" v="4002" actId="20577"/>
          <ac:spMkLst>
            <pc:docMk/>
            <pc:sldMk cId="155911034" sldId="2517"/>
            <ac:spMk id="215" creationId="{00000000-0000-0000-0000-000000000000}"/>
          </ac:spMkLst>
        </pc:spChg>
        <pc:graphicFrameChg chg="del">
          <ac:chgData name="Owais Ahmed" userId="6abc7d4556b3b071" providerId="LiveId" clId="{AAADAA39-EA66-4E32-AA2F-0EE989AD0AF6}" dt="2023-05-19T05:35:07.146" v="2912" actId="478"/>
          <ac:graphicFrameMkLst>
            <pc:docMk/>
            <pc:sldMk cId="155911034" sldId="2517"/>
            <ac:graphicFrameMk id="4" creationId="{78451019-08E9-D248-E950-C2A8EC5B07C1}"/>
          </ac:graphicFrameMkLst>
        </pc:graphicFrameChg>
        <pc:picChg chg="add mod">
          <ac:chgData name="Owais Ahmed" userId="6abc7d4556b3b071" providerId="LiveId" clId="{AAADAA39-EA66-4E32-AA2F-0EE989AD0AF6}" dt="2023-05-19T05:42:52.086" v="3087" actId="1076"/>
          <ac:picMkLst>
            <pc:docMk/>
            <pc:sldMk cId="155911034" sldId="2517"/>
            <ac:picMk id="6" creationId="{30158144-F0E3-CF99-3D83-39679B88F17D}"/>
          </ac:picMkLst>
        </pc:picChg>
        <pc:picChg chg="add mod">
          <ac:chgData name="Owais Ahmed" userId="6abc7d4556b3b071" providerId="LiveId" clId="{AAADAA39-EA66-4E32-AA2F-0EE989AD0AF6}" dt="2023-05-19T05:43:14.526" v="3089" actId="1076"/>
          <ac:picMkLst>
            <pc:docMk/>
            <pc:sldMk cId="155911034" sldId="2517"/>
            <ac:picMk id="8" creationId="{AC0D5977-058C-F1A9-46A9-A780DCC5745D}"/>
          </ac:picMkLst>
        </pc:picChg>
        <pc:picChg chg="del">
          <ac:chgData name="Owais Ahmed" userId="6abc7d4556b3b071" providerId="LiveId" clId="{AAADAA39-EA66-4E32-AA2F-0EE989AD0AF6}" dt="2023-05-19T05:35:07.708" v="2913" actId="478"/>
          <ac:picMkLst>
            <pc:docMk/>
            <pc:sldMk cId="155911034" sldId="2517"/>
            <ac:picMk id="3076" creationId="{90E32114-C48C-31AE-B745-02A174C16FF9}"/>
          </ac:picMkLst>
        </pc:picChg>
      </pc:sldChg>
      <pc:sldChg chg="del">
        <pc:chgData name="Owais Ahmed" userId="6abc7d4556b3b071" providerId="LiveId" clId="{AAADAA39-EA66-4E32-AA2F-0EE989AD0AF6}" dt="2023-05-19T04:28:09.701" v="4" actId="47"/>
        <pc:sldMkLst>
          <pc:docMk/>
          <pc:sldMk cId="2424513808" sldId="2517"/>
        </pc:sldMkLst>
      </pc:sldChg>
      <pc:sldChg chg="addSp delSp modSp add mod modAnim">
        <pc:chgData name="Owais Ahmed" userId="6abc7d4556b3b071" providerId="LiveId" clId="{AAADAA39-EA66-4E32-AA2F-0EE989AD0AF6}" dt="2023-05-19T06:00:54.329" v="4005" actId="20577"/>
        <pc:sldMkLst>
          <pc:docMk/>
          <pc:sldMk cId="688456144" sldId="2518"/>
        </pc:sldMkLst>
        <pc:spChg chg="mod">
          <ac:chgData name="Owais Ahmed" userId="6abc7d4556b3b071" providerId="LiveId" clId="{AAADAA39-EA66-4E32-AA2F-0EE989AD0AF6}" dt="2023-05-19T05:47:12.724" v="3264"/>
          <ac:spMkLst>
            <pc:docMk/>
            <pc:sldMk cId="688456144" sldId="2518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54.329" v="4005" actId="20577"/>
          <ac:spMkLst>
            <pc:docMk/>
            <pc:sldMk cId="688456144" sldId="2518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5:46:08.479" v="3173" actId="1076"/>
          <ac:picMkLst>
            <pc:docMk/>
            <pc:sldMk cId="688456144" sldId="2518"/>
            <ac:picMk id="5" creationId="{7343DBEA-5D54-59A3-D972-E4885163A232}"/>
          </ac:picMkLst>
        </pc:picChg>
        <pc:picChg chg="del">
          <ac:chgData name="Owais Ahmed" userId="6abc7d4556b3b071" providerId="LiveId" clId="{AAADAA39-EA66-4E32-AA2F-0EE989AD0AF6}" dt="2023-05-19T05:45:22.460" v="3167" actId="478"/>
          <ac:picMkLst>
            <pc:docMk/>
            <pc:sldMk cId="688456144" sldId="2518"/>
            <ac:picMk id="6" creationId="{30158144-F0E3-CF99-3D83-39679B88F17D}"/>
          </ac:picMkLst>
        </pc:picChg>
        <pc:picChg chg="del">
          <ac:chgData name="Owais Ahmed" userId="6abc7d4556b3b071" providerId="LiveId" clId="{AAADAA39-EA66-4E32-AA2F-0EE989AD0AF6}" dt="2023-05-19T05:45:22.871" v="3168" actId="478"/>
          <ac:picMkLst>
            <pc:docMk/>
            <pc:sldMk cId="688456144" sldId="2518"/>
            <ac:picMk id="8" creationId="{AC0D5977-058C-F1A9-46A9-A780DCC5745D}"/>
          </ac:picMkLst>
        </pc:picChg>
        <pc:picChg chg="add mod">
          <ac:chgData name="Owais Ahmed" userId="6abc7d4556b3b071" providerId="LiveId" clId="{AAADAA39-EA66-4E32-AA2F-0EE989AD0AF6}" dt="2023-05-19T05:46:17.127" v="3174" actId="1076"/>
          <ac:picMkLst>
            <pc:docMk/>
            <pc:sldMk cId="688456144" sldId="2518"/>
            <ac:picMk id="9" creationId="{F616F881-E6AD-6F18-7B7D-9E0C307B611A}"/>
          </ac:picMkLst>
        </pc:picChg>
      </pc:sldChg>
      <pc:sldChg chg="del">
        <pc:chgData name="Owais Ahmed" userId="6abc7d4556b3b071" providerId="LiveId" clId="{AAADAA39-EA66-4E32-AA2F-0EE989AD0AF6}" dt="2023-05-19T04:28:09.929" v="5" actId="47"/>
        <pc:sldMkLst>
          <pc:docMk/>
          <pc:sldMk cId="1333501729" sldId="2518"/>
        </pc:sldMkLst>
      </pc:sldChg>
      <pc:sldChg chg="addSp delSp modSp add mod modAnim">
        <pc:chgData name="Owais Ahmed" userId="6abc7d4556b3b071" providerId="LiveId" clId="{AAADAA39-EA66-4E32-AA2F-0EE989AD0AF6}" dt="2023-05-19T06:00:58.135" v="4008" actId="20577"/>
        <pc:sldMkLst>
          <pc:docMk/>
          <pc:sldMk cId="445128117" sldId="2519"/>
        </pc:sldMkLst>
        <pc:spChg chg="mod">
          <ac:chgData name="Owais Ahmed" userId="6abc7d4556b3b071" providerId="LiveId" clId="{AAADAA39-EA66-4E32-AA2F-0EE989AD0AF6}" dt="2023-05-19T05:58:02.917" v="3917" actId="20577"/>
          <ac:spMkLst>
            <pc:docMk/>
            <pc:sldMk cId="445128117" sldId="2519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58.135" v="4008" actId="20577"/>
          <ac:spMkLst>
            <pc:docMk/>
            <pc:sldMk cId="445128117" sldId="2519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19T05:52:59.176" v="3572" actId="478"/>
          <ac:picMkLst>
            <pc:docMk/>
            <pc:sldMk cId="445128117" sldId="2519"/>
            <ac:picMk id="5" creationId="{7343DBEA-5D54-59A3-D972-E4885163A232}"/>
          </ac:picMkLst>
        </pc:picChg>
        <pc:picChg chg="add mod">
          <ac:chgData name="Owais Ahmed" userId="6abc7d4556b3b071" providerId="LiveId" clId="{AAADAA39-EA66-4E32-AA2F-0EE989AD0AF6}" dt="2023-05-19T05:57:32.068" v="3868" actId="1076"/>
          <ac:picMkLst>
            <pc:docMk/>
            <pc:sldMk cId="445128117" sldId="2519"/>
            <ac:picMk id="6" creationId="{21179BAE-5811-226D-717D-E9DE44B4F483}"/>
          </ac:picMkLst>
        </pc:picChg>
        <pc:picChg chg="add mod">
          <ac:chgData name="Owais Ahmed" userId="6abc7d4556b3b071" providerId="LiveId" clId="{AAADAA39-EA66-4E32-AA2F-0EE989AD0AF6}" dt="2023-05-19T05:57:40.573" v="3870" actId="1076"/>
          <ac:picMkLst>
            <pc:docMk/>
            <pc:sldMk cId="445128117" sldId="2519"/>
            <ac:picMk id="8" creationId="{2F459232-2E13-9ACF-6D70-3A705E4FC802}"/>
          </ac:picMkLst>
        </pc:picChg>
        <pc:picChg chg="del">
          <ac:chgData name="Owais Ahmed" userId="6abc7d4556b3b071" providerId="LiveId" clId="{AAADAA39-EA66-4E32-AA2F-0EE989AD0AF6}" dt="2023-05-19T05:52:57.849" v="3571" actId="478"/>
          <ac:picMkLst>
            <pc:docMk/>
            <pc:sldMk cId="445128117" sldId="2519"/>
            <ac:picMk id="9" creationId="{F616F881-E6AD-6F18-7B7D-9E0C307B611A}"/>
          </ac:picMkLst>
        </pc:picChg>
        <pc:picChg chg="add mod">
          <ac:chgData name="Owais Ahmed" userId="6abc7d4556b3b071" providerId="LiveId" clId="{AAADAA39-EA66-4E32-AA2F-0EE989AD0AF6}" dt="2023-05-19T05:57:30.861" v="3867" actId="1076"/>
          <ac:picMkLst>
            <pc:docMk/>
            <pc:sldMk cId="445128117" sldId="2519"/>
            <ac:picMk id="11" creationId="{B5826502-4D24-E4A3-1819-B0260EDC3431}"/>
          </ac:picMkLst>
        </pc:picChg>
      </pc:sldChg>
      <pc:sldChg chg="del">
        <pc:chgData name="Owais Ahmed" userId="6abc7d4556b3b071" providerId="LiveId" clId="{AAADAA39-EA66-4E32-AA2F-0EE989AD0AF6}" dt="2023-05-19T04:28:10.122" v="6" actId="47"/>
        <pc:sldMkLst>
          <pc:docMk/>
          <pc:sldMk cId="3255545645" sldId="2519"/>
        </pc:sldMkLst>
      </pc:sldChg>
      <pc:sldChg chg="delSp modSp add mod delAnim modAnim">
        <pc:chgData name="Owais Ahmed" userId="6abc7d4556b3b071" providerId="LiveId" clId="{AAADAA39-EA66-4E32-AA2F-0EE989AD0AF6}" dt="2023-05-19T06:04:52.628" v="4316" actId="20577"/>
        <pc:sldMkLst>
          <pc:docMk/>
          <pc:sldMk cId="1007068956" sldId="2520"/>
        </pc:sldMkLst>
        <pc:spChg chg="mod">
          <ac:chgData name="Owais Ahmed" userId="6abc7d4556b3b071" providerId="LiveId" clId="{AAADAA39-EA66-4E32-AA2F-0EE989AD0AF6}" dt="2023-05-19T06:04:49.083" v="4308" actId="20577"/>
          <ac:spMkLst>
            <pc:docMk/>
            <pc:sldMk cId="1007068956" sldId="2520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4:52.628" v="4316" actId="20577"/>
          <ac:spMkLst>
            <pc:docMk/>
            <pc:sldMk cId="1007068956" sldId="2520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19T06:03:00.071" v="4042" actId="478"/>
          <ac:picMkLst>
            <pc:docMk/>
            <pc:sldMk cId="1007068956" sldId="2520"/>
            <ac:picMk id="6" creationId="{21179BAE-5811-226D-717D-E9DE44B4F483}"/>
          </ac:picMkLst>
        </pc:picChg>
        <pc:picChg chg="del">
          <ac:chgData name="Owais Ahmed" userId="6abc7d4556b3b071" providerId="LiveId" clId="{AAADAA39-EA66-4E32-AA2F-0EE989AD0AF6}" dt="2023-05-19T06:02:59.663" v="4041" actId="478"/>
          <ac:picMkLst>
            <pc:docMk/>
            <pc:sldMk cId="1007068956" sldId="2520"/>
            <ac:picMk id="8" creationId="{2F459232-2E13-9ACF-6D70-3A705E4FC802}"/>
          </ac:picMkLst>
        </pc:picChg>
        <pc:picChg chg="del">
          <ac:chgData name="Owais Ahmed" userId="6abc7d4556b3b071" providerId="LiveId" clId="{AAADAA39-EA66-4E32-AA2F-0EE989AD0AF6}" dt="2023-05-19T06:03:00.516" v="4043" actId="478"/>
          <ac:picMkLst>
            <pc:docMk/>
            <pc:sldMk cId="1007068956" sldId="2520"/>
            <ac:picMk id="11" creationId="{B5826502-4D24-E4A3-1819-B0260EDC3431}"/>
          </ac:picMkLst>
        </pc:picChg>
      </pc:sldChg>
      <pc:sldChg chg="del">
        <pc:chgData name="Owais Ahmed" userId="6abc7d4556b3b071" providerId="LiveId" clId="{AAADAA39-EA66-4E32-AA2F-0EE989AD0AF6}" dt="2023-05-19T04:28:10.243" v="7" actId="47"/>
        <pc:sldMkLst>
          <pc:docMk/>
          <pc:sldMk cId="1098865988" sldId="2520"/>
        </pc:sldMkLst>
      </pc:sldChg>
      <pc:sldChg chg="addSp delSp modSp add mod ord delAnim modAnim">
        <pc:chgData name="Owais Ahmed" userId="6abc7d4556b3b071" providerId="LiveId" clId="{AAADAA39-EA66-4E32-AA2F-0EE989AD0AF6}" dt="2023-05-19T06:29:43.720" v="4929" actId="20577"/>
        <pc:sldMkLst>
          <pc:docMk/>
          <pc:sldMk cId="499748375" sldId="2521"/>
        </pc:sldMkLst>
        <pc:spChg chg="mod">
          <ac:chgData name="Owais Ahmed" userId="6abc7d4556b3b071" providerId="LiveId" clId="{AAADAA39-EA66-4E32-AA2F-0EE989AD0AF6}" dt="2023-05-19T06:29:43.720" v="4929" actId="20577"/>
          <ac:spMkLst>
            <pc:docMk/>
            <pc:sldMk cId="499748375" sldId="2521"/>
            <ac:spMk id="3" creationId="{4A1C0383-58FE-E486-295E-B33B8683B938}"/>
          </ac:spMkLst>
        </pc:spChg>
        <pc:spChg chg="add del mod">
          <ac:chgData name="Owais Ahmed" userId="6abc7d4556b3b071" providerId="LiveId" clId="{AAADAA39-EA66-4E32-AA2F-0EE989AD0AF6}" dt="2023-05-19T06:12:30.754" v="4560" actId="478"/>
          <ac:spMkLst>
            <pc:docMk/>
            <pc:sldMk cId="499748375" sldId="2521"/>
            <ac:spMk id="5" creationId="{59C70EBD-89EC-9ED3-1359-1888DF8FD26B}"/>
          </ac:spMkLst>
        </pc:spChg>
        <pc:spChg chg="add del mod">
          <ac:chgData name="Owais Ahmed" userId="6abc7d4556b3b071" providerId="LiveId" clId="{AAADAA39-EA66-4E32-AA2F-0EE989AD0AF6}" dt="2023-05-19T06:27:05.111" v="4663" actId="478"/>
          <ac:spMkLst>
            <pc:docMk/>
            <pc:sldMk cId="499748375" sldId="2521"/>
            <ac:spMk id="6" creationId="{BB41734F-5257-2E2B-B24C-8A90826CAC13}"/>
          </ac:spMkLst>
        </pc:spChg>
        <pc:spChg chg="mod">
          <ac:chgData name="Owais Ahmed" userId="6abc7d4556b3b071" providerId="LiveId" clId="{AAADAA39-EA66-4E32-AA2F-0EE989AD0AF6}" dt="2023-05-19T06:07:23.186" v="4325" actId="20577"/>
          <ac:spMkLst>
            <pc:docMk/>
            <pc:sldMk cId="499748375" sldId="2521"/>
            <ac:spMk id="215" creationId="{00000000-0000-0000-0000-000000000000}"/>
          </ac:spMkLst>
        </pc:spChg>
        <pc:graphicFrameChg chg="del mod modGraphic">
          <ac:chgData name="Owais Ahmed" userId="6abc7d4556b3b071" providerId="LiveId" clId="{AAADAA39-EA66-4E32-AA2F-0EE989AD0AF6}" dt="2023-05-19T06:27:00.111" v="4661" actId="478"/>
          <ac:graphicFrameMkLst>
            <pc:docMk/>
            <pc:sldMk cId="499748375" sldId="2521"/>
            <ac:graphicFrameMk id="4" creationId="{78451019-08E9-D248-E950-C2A8EC5B07C1}"/>
          </ac:graphicFrameMkLst>
        </pc:graphicFrameChg>
        <pc:picChg chg="add del mod">
          <ac:chgData name="Owais Ahmed" userId="6abc7d4556b3b071" providerId="LiveId" clId="{AAADAA39-EA66-4E32-AA2F-0EE989AD0AF6}" dt="2023-05-19T06:29:16.207" v="4849" actId="478"/>
          <ac:picMkLst>
            <pc:docMk/>
            <pc:sldMk cId="499748375" sldId="2521"/>
            <ac:picMk id="8" creationId="{E0D3C132-EDF2-A48E-AF0F-84D05A829C5A}"/>
          </ac:picMkLst>
        </pc:picChg>
        <pc:picChg chg="add del mod">
          <ac:chgData name="Owais Ahmed" userId="6abc7d4556b3b071" providerId="LiveId" clId="{AAADAA39-EA66-4E32-AA2F-0EE989AD0AF6}" dt="2023-05-19T06:29:16.648" v="4850" actId="478"/>
          <ac:picMkLst>
            <pc:docMk/>
            <pc:sldMk cId="499748375" sldId="2521"/>
            <ac:picMk id="10" creationId="{9F84965F-FA94-BC27-8983-531E4538A445}"/>
          </ac:picMkLst>
        </pc:picChg>
        <pc:picChg chg="del">
          <ac:chgData name="Owais Ahmed" userId="6abc7d4556b3b071" providerId="LiveId" clId="{AAADAA39-EA66-4E32-AA2F-0EE989AD0AF6}" dt="2023-05-19T06:09:35.779" v="4427" actId="478"/>
          <ac:picMkLst>
            <pc:docMk/>
            <pc:sldMk cId="499748375" sldId="2521"/>
            <ac:picMk id="3076" creationId="{90E32114-C48C-31AE-B745-02A174C16FF9}"/>
          </ac:picMkLst>
        </pc:picChg>
        <pc:picChg chg="add del mod">
          <ac:chgData name="Owais Ahmed" userId="6abc7d4556b3b071" providerId="LiveId" clId="{AAADAA39-EA66-4E32-AA2F-0EE989AD0AF6}" dt="2023-05-19T06:27:04.219" v="4662" actId="478"/>
          <ac:picMkLst>
            <pc:docMk/>
            <pc:sldMk cId="499748375" sldId="2521"/>
            <ac:picMk id="4098" creationId="{6FDD0B22-3A4E-25D2-AACA-20B530BCACCE}"/>
          </ac:picMkLst>
        </pc:picChg>
      </pc:sldChg>
      <pc:sldChg chg="del">
        <pc:chgData name="Owais Ahmed" userId="6abc7d4556b3b071" providerId="LiveId" clId="{AAADAA39-EA66-4E32-AA2F-0EE989AD0AF6}" dt="2023-05-19T04:28:10.339" v="8" actId="47"/>
        <pc:sldMkLst>
          <pc:docMk/>
          <pc:sldMk cId="2513429855" sldId="2521"/>
        </pc:sldMkLst>
      </pc:sldChg>
      <pc:sldChg chg="modSp add mod modAnim">
        <pc:chgData name="Owais Ahmed" userId="6abc7d4556b3b071" providerId="LiveId" clId="{AAADAA39-EA66-4E32-AA2F-0EE989AD0AF6}" dt="2023-05-19T10:21:28.628" v="5323"/>
        <pc:sldMkLst>
          <pc:docMk/>
          <pc:sldMk cId="3350804688" sldId="2522"/>
        </pc:sldMkLst>
        <pc:spChg chg="mod">
          <ac:chgData name="Owais Ahmed" userId="6abc7d4556b3b071" providerId="LiveId" clId="{AAADAA39-EA66-4E32-AA2F-0EE989AD0AF6}" dt="2023-05-19T06:30:43.702" v="5036" actId="20577"/>
          <ac:spMkLst>
            <pc:docMk/>
            <pc:sldMk cId="3350804688" sldId="2522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0:50.124" v="5046" actId="20577"/>
          <ac:spMkLst>
            <pc:docMk/>
            <pc:sldMk cId="3350804688" sldId="2522"/>
            <ac:spMk id="215" creationId="{00000000-0000-0000-0000-000000000000}"/>
          </ac:spMkLst>
        </pc:spChg>
      </pc:sldChg>
      <pc:sldChg chg="del">
        <pc:chgData name="Owais Ahmed" userId="6abc7d4556b3b071" providerId="LiveId" clId="{AAADAA39-EA66-4E32-AA2F-0EE989AD0AF6}" dt="2023-05-19T04:28:10.532" v="9" actId="47"/>
        <pc:sldMkLst>
          <pc:docMk/>
          <pc:sldMk cId="3872738391" sldId="2522"/>
        </pc:sldMkLst>
      </pc:sldChg>
      <pc:sldChg chg="del">
        <pc:chgData name="Owais Ahmed" userId="6abc7d4556b3b071" providerId="LiveId" clId="{AAADAA39-EA66-4E32-AA2F-0EE989AD0AF6}" dt="2023-05-19T04:28:11.548" v="10" actId="47"/>
        <pc:sldMkLst>
          <pc:docMk/>
          <pc:sldMk cId="10490053" sldId="2523"/>
        </pc:sldMkLst>
      </pc:sldChg>
      <pc:sldChg chg="addSp delSp modSp add mod modAnim">
        <pc:chgData name="Owais Ahmed" userId="6abc7d4556b3b071" providerId="LiveId" clId="{AAADAA39-EA66-4E32-AA2F-0EE989AD0AF6}" dt="2023-05-19T10:25:24.892" v="5325"/>
        <pc:sldMkLst>
          <pc:docMk/>
          <pc:sldMk cId="2550108454" sldId="2523"/>
        </pc:sldMkLst>
        <pc:spChg chg="mod">
          <ac:chgData name="Owais Ahmed" userId="6abc7d4556b3b071" providerId="LiveId" clId="{AAADAA39-EA66-4E32-AA2F-0EE989AD0AF6}" dt="2023-05-19T06:31:34.942" v="5053" actId="20577"/>
          <ac:spMkLst>
            <pc:docMk/>
            <pc:sldMk cId="2550108454" sldId="2523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0:54.402" v="5048" actId="20577"/>
          <ac:spMkLst>
            <pc:docMk/>
            <pc:sldMk cId="2550108454" sldId="2523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6:31:57.833" v="5056" actId="1076"/>
          <ac:picMkLst>
            <pc:docMk/>
            <pc:sldMk cId="2550108454" sldId="2523"/>
            <ac:picMk id="5" creationId="{0BA21E2A-CE17-0997-1712-0836AB02DFB2}"/>
          </ac:picMkLst>
        </pc:picChg>
        <pc:picChg chg="add mod">
          <ac:chgData name="Owais Ahmed" userId="6abc7d4556b3b071" providerId="LiveId" clId="{AAADAA39-EA66-4E32-AA2F-0EE989AD0AF6}" dt="2023-05-19T06:32:22.538" v="5059" actId="1076"/>
          <ac:picMkLst>
            <pc:docMk/>
            <pc:sldMk cId="2550108454" sldId="2523"/>
            <ac:picMk id="7" creationId="{73F3A203-6853-9134-3819-95B3B901542A}"/>
          </ac:picMkLst>
        </pc:picChg>
        <pc:picChg chg="del">
          <ac:chgData name="Owais Ahmed" userId="6abc7d4556b3b071" providerId="LiveId" clId="{AAADAA39-EA66-4E32-AA2F-0EE989AD0AF6}" dt="2023-05-19T06:31:50.381" v="5054" actId="478"/>
          <ac:picMkLst>
            <pc:docMk/>
            <pc:sldMk cId="2550108454" sldId="2523"/>
            <ac:picMk id="8" creationId="{E0D3C132-EDF2-A48E-AF0F-84D05A829C5A}"/>
          </ac:picMkLst>
        </pc:picChg>
        <pc:picChg chg="del">
          <ac:chgData name="Owais Ahmed" userId="6abc7d4556b3b071" providerId="LiveId" clId="{AAADAA39-EA66-4E32-AA2F-0EE989AD0AF6}" dt="2023-05-19T06:31:59.183" v="5057" actId="478"/>
          <ac:picMkLst>
            <pc:docMk/>
            <pc:sldMk cId="2550108454" sldId="2523"/>
            <ac:picMk id="10" creationId="{9F84965F-FA94-BC27-8983-531E4538A445}"/>
          </ac:picMkLst>
        </pc:picChg>
      </pc:sldChg>
      <pc:sldChg chg="del">
        <pc:chgData name="Owais Ahmed" userId="6abc7d4556b3b071" providerId="LiveId" clId="{AAADAA39-EA66-4E32-AA2F-0EE989AD0AF6}" dt="2023-05-19T04:28:11.899" v="11" actId="47"/>
        <pc:sldMkLst>
          <pc:docMk/>
          <pc:sldMk cId="2018994293" sldId="2524"/>
        </pc:sldMkLst>
      </pc:sldChg>
      <pc:sldChg chg="addSp delSp modSp add mod modAnim">
        <pc:chgData name="Owais Ahmed" userId="6abc7d4556b3b071" providerId="LiveId" clId="{AAADAA39-EA66-4E32-AA2F-0EE989AD0AF6}" dt="2023-05-19T10:25:28.898" v="5326"/>
        <pc:sldMkLst>
          <pc:docMk/>
          <pc:sldMk cId="3158656300" sldId="2524"/>
        </pc:sldMkLst>
        <pc:spChg chg="mod">
          <ac:chgData name="Owais Ahmed" userId="6abc7d4556b3b071" providerId="LiveId" clId="{AAADAA39-EA66-4E32-AA2F-0EE989AD0AF6}" dt="2023-05-19T06:33:33.590" v="5109" actId="20577"/>
          <ac:spMkLst>
            <pc:docMk/>
            <pc:sldMk cId="3158656300" sldId="2524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2:34.495" v="5061" actId="20577"/>
          <ac:spMkLst>
            <pc:docMk/>
            <pc:sldMk cId="3158656300" sldId="2524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19T06:33:04.393" v="5103" actId="478"/>
          <ac:picMkLst>
            <pc:docMk/>
            <pc:sldMk cId="3158656300" sldId="2524"/>
            <ac:picMk id="5" creationId="{0BA21E2A-CE17-0997-1712-0836AB02DFB2}"/>
          </ac:picMkLst>
        </pc:picChg>
        <pc:picChg chg="add mod">
          <ac:chgData name="Owais Ahmed" userId="6abc7d4556b3b071" providerId="LiveId" clId="{AAADAA39-EA66-4E32-AA2F-0EE989AD0AF6}" dt="2023-05-19T06:33:26.434" v="5106" actId="1076"/>
          <ac:picMkLst>
            <pc:docMk/>
            <pc:sldMk cId="3158656300" sldId="2524"/>
            <ac:picMk id="6" creationId="{1E4CD0DC-8E61-8058-2B0D-B54B7D04E479}"/>
          </ac:picMkLst>
        </pc:picChg>
        <pc:picChg chg="del">
          <ac:chgData name="Owais Ahmed" userId="6abc7d4556b3b071" providerId="LiveId" clId="{AAADAA39-EA66-4E32-AA2F-0EE989AD0AF6}" dt="2023-05-19T06:33:05.247" v="5104" actId="478"/>
          <ac:picMkLst>
            <pc:docMk/>
            <pc:sldMk cId="3158656300" sldId="2524"/>
            <ac:picMk id="7" creationId="{73F3A203-6853-9134-3819-95B3B901542A}"/>
          </ac:picMkLst>
        </pc:picChg>
      </pc:sldChg>
      <pc:sldChg chg="addSp delSp modSp add mod addAnim delAnim modAnim">
        <pc:chgData name="Owais Ahmed" userId="6abc7d4556b3b071" providerId="LiveId" clId="{AAADAA39-EA66-4E32-AA2F-0EE989AD0AF6}" dt="2023-05-19T06:37:30.506" v="5321" actId="27636"/>
        <pc:sldMkLst>
          <pc:docMk/>
          <pc:sldMk cId="297218251" sldId="2525"/>
        </pc:sldMkLst>
        <pc:spChg chg="add del mod">
          <ac:chgData name="Owais Ahmed" userId="6abc7d4556b3b071" providerId="LiveId" clId="{AAADAA39-EA66-4E32-AA2F-0EE989AD0AF6}" dt="2023-05-19T06:37:30.506" v="5321" actId="27636"/>
          <ac:spMkLst>
            <pc:docMk/>
            <pc:sldMk cId="297218251" sldId="2525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3:39.303" v="5111" actId="20577"/>
          <ac:spMkLst>
            <pc:docMk/>
            <pc:sldMk cId="297218251" sldId="2525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6:37:27.738" v="5319" actId="1076"/>
          <ac:picMkLst>
            <pc:docMk/>
            <pc:sldMk cId="297218251" sldId="2525"/>
            <ac:picMk id="5" creationId="{560BEFDD-5F6F-77FE-2D29-76F7B481A53A}"/>
          </ac:picMkLst>
        </pc:picChg>
        <pc:picChg chg="del">
          <ac:chgData name="Owais Ahmed" userId="6abc7d4556b3b071" providerId="LiveId" clId="{AAADAA39-EA66-4E32-AA2F-0EE989AD0AF6}" dt="2023-05-19T06:34:07.442" v="5194" actId="478"/>
          <ac:picMkLst>
            <pc:docMk/>
            <pc:sldMk cId="297218251" sldId="2525"/>
            <ac:picMk id="6" creationId="{1E4CD0DC-8E61-8058-2B0D-B54B7D04E479}"/>
          </ac:picMkLst>
        </pc:picChg>
        <pc:picChg chg="add mod">
          <ac:chgData name="Owais Ahmed" userId="6abc7d4556b3b071" providerId="LiveId" clId="{AAADAA39-EA66-4E32-AA2F-0EE989AD0AF6}" dt="2023-05-19T06:37:27.738" v="5319" actId="1076"/>
          <ac:picMkLst>
            <pc:docMk/>
            <pc:sldMk cId="297218251" sldId="2525"/>
            <ac:picMk id="8" creationId="{B10603FE-70FA-F9FC-9201-4A54F5164E7F}"/>
          </ac:picMkLst>
        </pc:picChg>
        <pc:picChg chg="add mod">
          <ac:chgData name="Owais Ahmed" userId="6abc7d4556b3b071" providerId="LiveId" clId="{AAADAA39-EA66-4E32-AA2F-0EE989AD0AF6}" dt="2023-05-19T06:37:27.738" v="5319" actId="1076"/>
          <ac:picMkLst>
            <pc:docMk/>
            <pc:sldMk cId="297218251" sldId="2525"/>
            <ac:picMk id="10" creationId="{92CD5629-E7DA-449E-2654-941A5C8B820E}"/>
          </ac:picMkLst>
        </pc:picChg>
      </pc:sldChg>
      <pc:sldChg chg="del">
        <pc:chgData name="Owais Ahmed" userId="6abc7d4556b3b071" providerId="LiveId" clId="{AAADAA39-EA66-4E32-AA2F-0EE989AD0AF6}" dt="2023-05-19T04:28:12.300" v="12" actId="47"/>
        <pc:sldMkLst>
          <pc:docMk/>
          <pc:sldMk cId="645466274" sldId="2525"/>
        </pc:sldMkLst>
      </pc:sldChg>
      <pc:sldChg chg="addSp delSp modSp add mod delAnim modAnim">
        <pc:chgData name="Owais Ahmed" userId="6abc7d4556b3b071" providerId="LiveId" clId="{AAADAA39-EA66-4E32-AA2F-0EE989AD0AF6}" dt="2023-05-26T05:02:49.183" v="5916" actId="20577"/>
        <pc:sldMkLst>
          <pc:docMk/>
          <pc:sldMk cId="151189741" sldId="2526"/>
        </pc:sldMkLst>
        <pc:spChg chg="del mod">
          <ac:chgData name="Owais Ahmed" userId="6abc7d4556b3b071" providerId="LiveId" clId="{AAADAA39-EA66-4E32-AA2F-0EE989AD0AF6}" dt="2023-05-26T05:00:24.073" v="5886" actId="478"/>
          <ac:spMkLst>
            <pc:docMk/>
            <pc:sldMk cId="151189741" sldId="2526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26T05:02:49.183" v="5916" actId="20577"/>
          <ac:spMkLst>
            <pc:docMk/>
            <pc:sldMk cId="151189741" sldId="2526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26T04:38:56.907" v="5364" actId="478"/>
          <ac:picMkLst>
            <pc:docMk/>
            <pc:sldMk cId="151189741" sldId="2526"/>
            <ac:picMk id="5" creationId="{560BEFDD-5F6F-77FE-2D29-76F7B481A53A}"/>
          </ac:picMkLst>
        </pc:picChg>
        <pc:picChg chg="add mod">
          <ac:chgData name="Owais Ahmed" userId="6abc7d4556b3b071" providerId="LiveId" clId="{AAADAA39-EA66-4E32-AA2F-0EE989AD0AF6}" dt="2023-05-26T05:00:27.585" v="5887" actId="1076"/>
          <ac:picMkLst>
            <pc:docMk/>
            <pc:sldMk cId="151189741" sldId="2526"/>
            <ac:picMk id="6" creationId="{466199A1-7551-2286-881F-D93768CD9A7F}"/>
          </ac:picMkLst>
        </pc:picChg>
        <pc:picChg chg="del">
          <ac:chgData name="Owais Ahmed" userId="6abc7d4556b3b071" providerId="LiveId" clId="{AAADAA39-EA66-4E32-AA2F-0EE989AD0AF6}" dt="2023-05-26T04:38:57.447" v="5365" actId="478"/>
          <ac:picMkLst>
            <pc:docMk/>
            <pc:sldMk cId="151189741" sldId="2526"/>
            <ac:picMk id="8" creationId="{B10603FE-70FA-F9FC-9201-4A54F5164E7F}"/>
          </ac:picMkLst>
        </pc:picChg>
        <pc:picChg chg="add del mod">
          <ac:chgData name="Owais Ahmed" userId="6abc7d4556b3b071" providerId="LiveId" clId="{AAADAA39-EA66-4E32-AA2F-0EE989AD0AF6}" dt="2023-05-26T05:00:31.083" v="5889" actId="478"/>
          <ac:picMkLst>
            <pc:docMk/>
            <pc:sldMk cId="151189741" sldId="2526"/>
            <ac:picMk id="9" creationId="{579085FB-1AAE-1037-4E80-C6A426172204}"/>
          </ac:picMkLst>
        </pc:picChg>
        <pc:picChg chg="del">
          <ac:chgData name="Owais Ahmed" userId="6abc7d4556b3b071" providerId="LiveId" clId="{AAADAA39-EA66-4E32-AA2F-0EE989AD0AF6}" dt="2023-05-26T04:38:57.843" v="5366" actId="478"/>
          <ac:picMkLst>
            <pc:docMk/>
            <pc:sldMk cId="151189741" sldId="2526"/>
            <ac:picMk id="10" creationId="{92CD5629-E7DA-449E-2654-941A5C8B820E}"/>
          </ac:picMkLst>
        </pc:picChg>
        <pc:picChg chg="add mod">
          <ac:chgData name="Owais Ahmed" userId="6abc7d4556b3b071" providerId="LiveId" clId="{AAADAA39-EA66-4E32-AA2F-0EE989AD0AF6}" dt="2023-05-26T05:01:03.824" v="5891" actId="1076"/>
          <ac:picMkLst>
            <pc:docMk/>
            <pc:sldMk cId="151189741" sldId="2526"/>
            <ac:picMk id="12" creationId="{0CB09E25-C897-E626-2217-59075D4CEAE5}"/>
          </ac:picMkLst>
        </pc:picChg>
        <pc:picChg chg="add del">
          <ac:chgData name="Owais Ahmed" userId="6abc7d4556b3b071" providerId="LiveId" clId="{AAADAA39-EA66-4E32-AA2F-0EE989AD0AF6}" dt="2023-05-26T05:01:47.953" v="5893" actId="478"/>
          <ac:picMkLst>
            <pc:docMk/>
            <pc:sldMk cId="151189741" sldId="2526"/>
            <ac:picMk id="14" creationId="{7B3E768A-0399-9D2F-4C73-BCEEB8A45EBB}"/>
          </ac:picMkLst>
        </pc:picChg>
        <pc:picChg chg="add mod">
          <ac:chgData name="Owais Ahmed" userId="6abc7d4556b3b071" providerId="LiveId" clId="{AAADAA39-EA66-4E32-AA2F-0EE989AD0AF6}" dt="2023-05-26T05:02:03.152" v="5896" actId="1076"/>
          <ac:picMkLst>
            <pc:docMk/>
            <pc:sldMk cId="151189741" sldId="2526"/>
            <ac:picMk id="16" creationId="{BAAF9012-3FB5-6B6F-4BA7-52E4D872233A}"/>
          </ac:picMkLst>
        </pc:picChg>
        <pc:picChg chg="add mod">
          <ac:chgData name="Owais Ahmed" userId="6abc7d4556b3b071" providerId="LiveId" clId="{AAADAA39-EA66-4E32-AA2F-0EE989AD0AF6}" dt="2023-05-26T05:02:36.793" v="5898" actId="1076"/>
          <ac:picMkLst>
            <pc:docMk/>
            <pc:sldMk cId="151189741" sldId="2526"/>
            <ac:picMk id="18" creationId="{0DAE8618-0B29-3F38-4958-9FA529886BB9}"/>
          </ac:picMkLst>
        </pc:picChg>
      </pc:sldChg>
      <pc:sldChg chg="del">
        <pc:chgData name="Owais Ahmed" userId="6abc7d4556b3b071" providerId="LiveId" clId="{AAADAA39-EA66-4E32-AA2F-0EE989AD0AF6}" dt="2023-05-19T04:28:13.437" v="13" actId="47"/>
        <pc:sldMkLst>
          <pc:docMk/>
          <pc:sldMk cId="3637680761" sldId="2526"/>
        </pc:sldMkLst>
      </pc:sldChg>
      <pc:sldChg chg="del">
        <pc:chgData name="Owais Ahmed" userId="6abc7d4556b3b071" providerId="LiveId" clId="{AAADAA39-EA66-4E32-AA2F-0EE989AD0AF6}" dt="2023-05-19T04:28:14.068" v="14" actId="47"/>
        <pc:sldMkLst>
          <pc:docMk/>
          <pc:sldMk cId="847185206" sldId="2527"/>
        </pc:sldMkLst>
      </pc:sldChg>
      <pc:sldChg chg="modSp add del mod">
        <pc:chgData name="Owais Ahmed" userId="6abc7d4556b3b071" providerId="LiveId" clId="{AAADAA39-EA66-4E32-AA2F-0EE989AD0AF6}" dt="2023-05-26T04:44:55.176" v="5536" actId="2890"/>
        <pc:sldMkLst>
          <pc:docMk/>
          <pc:sldMk cId="2870872140" sldId="2527"/>
        </pc:sldMkLst>
        <pc:spChg chg="mod">
          <ac:chgData name="Owais Ahmed" userId="6abc7d4556b3b071" providerId="LiveId" clId="{AAADAA39-EA66-4E32-AA2F-0EE989AD0AF6}" dt="2023-05-26T04:44:54.858" v="5535" actId="20577"/>
          <ac:spMkLst>
            <pc:docMk/>
            <pc:sldMk cId="2870872140" sldId="2527"/>
            <ac:spMk id="215" creationId="{00000000-0000-0000-0000-000000000000}"/>
          </ac:spMkLst>
        </pc:spChg>
      </pc:sldChg>
      <pc:sldChg chg="delSp modSp add mod ord modAnim">
        <pc:chgData name="Owais Ahmed" userId="6abc7d4556b3b071" providerId="LiveId" clId="{AAADAA39-EA66-4E32-AA2F-0EE989AD0AF6}" dt="2023-05-26T05:00:20.771" v="5885" actId="20577"/>
        <pc:sldMkLst>
          <pc:docMk/>
          <pc:sldMk cId="3362433709" sldId="2527"/>
        </pc:sldMkLst>
        <pc:spChg chg="mod">
          <ac:chgData name="Owais Ahmed" userId="6abc7d4556b3b071" providerId="LiveId" clId="{AAADAA39-EA66-4E32-AA2F-0EE989AD0AF6}" dt="2023-05-26T04:59:54.539" v="5864" actId="20577"/>
          <ac:spMkLst>
            <pc:docMk/>
            <pc:sldMk cId="3362433709" sldId="2527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26T05:00:20.771" v="5885" actId="20577"/>
          <ac:spMkLst>
            <pc:docMk/>
            <pc:sldMk cId="3362433709" sldId="2527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26T04:59:32.045" v="5786" actId="478"/>
          <ac:picMkLst>
            <pc:docMk/>
            <pc:sldMk cId="3362433709" sldId="2527"/>
            <ac:picMk id="6" creationId="{466199A1-7551-2286-881F-D93768CD9A7F}"/>
          </ac:picMkLst>
        </pc:picChg>
        <pc:picChg chg="del">
          <ac:chgData name="Owais Ahmed" userId="6abc7d4556b3b071" providerId="LiveId" clId="{AAADAA39-EA66-4E32-AA2F-0EE989AD0AF6}" dt="2023-05-26T04:59:31.490" v="5785" actId="478"/>
          <ac:picMkLst>
            <pc:docMk/>
            <pc:sldMk cId="3362433709" sldId="2527"/>
            <ac:picMk id="9" creationId="{579085FB-1AAE-1037-4E80-C6A426172204}"/>
          </ac:picMkLst>
        </pc:picChg>
      </pc:sldChg>
    </pc:docChg>
  </pc:docChgLst>
  <pc:docChgLst>
    <pc:chgData name="Owais Ahmed" userId="6abc7d4556b3b071" providerId="LiveId" clId="{AE31D104-1C80-4E1A-BD7C-B6A596EF3706}"/>
    <pc:docChg chg="modSld">
      <pc:chgData name="Owais Ahmed" userId="6abc7d4556b3b071" providerId="LiveId" clId="{AE31D104-1C80-4E1A-BD7C-B6A596EF3706}" dt="2023-03-09T15:19:56.752" v="0" actId="6549"/>
      <pc:docMkLst>
        <pc:docMk/>
      </pc:docMkLst>
      <pc:sldChg chg="modSp mod">
        <pc:chgData name="Owais Ahmed" userId="6abc7d4556b3b071" providerId="LiveId" clId="{AE31D104-1C80-4E1A-BD7C-B6A596EF3706}" dt="2023-03-09T15:19:56.752" v="0" actId="6549"/>
        <pc:sldMkLst>
          <pc:docMk/>
          <pc:sldMk cId="1649098948" sldId="2462"/>
        </pc:sldMkLst>
        <pc:spChg chg="mod">
          <ac:chgData name="Owais Ahmed" userId="6abc7d4556b3b071" providerId="LiveId" clId="{AE31D104-1C80-4E1A-BD7C-B6A596EF3706}" dt="2023-03-09T15:19:56.752" v="0" actId="6549"/>
          <ac:spMkLst>
            <pc:docMk/>
            <pc:sldMk cId="1649098948" sldId="2462"/>
            <ac:spMk id="6" creationId="{F3C89A40-EEAA-43AB-9A3A-B2CFDE450F1B}"/>
          </ac:spMkLst>
        </pc:spChg>
      </pc:sldChg>
    </pc:docChg>
  </pc:docChgLst>
  <pc:docChgLst>
    <pc:chgData name="Owais Ahmed" userId="6abc7d4556b3b071" providerId="LiveId" clId="{254A2D3D-DCA5-4B3F-A573-52F1054DFAE2}"/>
    <pc:docChg chg="undo redo custSel addSld delSld modSld sldOrd">
      <pc:chgData name="Owais Ahmed" userId="6abc7d4556b3b071" providerId="LiveId" clId="{254A2D3D-DCA5-4B3F-A573-52F1054DFAE2}" dt="2023-03-11T10:00:13.519" v="4352" actId="20577"/>
      <pc:docMkLst>
        <pc:docMk/>
      </pc:docMkLst>
      <pc:sldChg chg="modSp mod">
        <pc:chgData name="Owais Ahmed" userId="6abc7d4556b3b071" providerId="LiveId" clId="{254A2D3D-DCA5-4B3F-A573-52F1054DFAE2}" dt="2023-03-11T09:13:03.311" v="3017" actId="20577"/>
        <pc:sldMkLst>
          <pc:docMk/>
          <pc:sldMk cId="1649098948" sldId="2462"/>
        </pc:sldMkLst>
        <pc:spChg chg="mod">
          <ac:chgData name="Owais Ahmed" userId="6abc7d4556b3b071" providerId="LiveId" clId="{254A2D3D-DCA5-4B3F-A573-52F1054DFAE2}" dt="2023-03-11T09:13:03.311" v="301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mod modAnim modNotesTx">
        <pc:chgData name="Owais Ahmed" userId="6abc7d4556b3b071" providerId="LiveId" clId="{254A2D3D-DCA5-4B3F-A573-52F1054DFAE2}" dt="2023-03-11T05:28:50.078" v="135" actId="20577"/>
        <pc:sldMkLst>
          <pc:docMk/>
          <pc:sldMk cId="641030253" sldId="2479"/>
        </pc:sldMkLst>
        <pc:spChg chg="mod">
          <ac:chgData name="Owais Ahmed" userId="6abc7d4556b3b071" providerId="LiveId" clId="{254A2D3D-DCA5-4B3F-A573-52F1054DFAE2}" dt="2023-03-11T05:28:50.078" v="13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5:26:00.028" v="103" actId="313"/>
          <ac:spMkLst>
            <pc:docMk/>
            <pc:sldMk cId="641030253" sldId="2479"/>
            <ac:spMk id="215" creationId="{00000000-0000-0000-0000-000000000000}"/>
          </ac:spMkLst>
        </pc:spChg>
        <pc:picChg chg="add mod">
          <ac:chgData name="Owais Ahmed" userId="6abc7d4556b3b071" providerId="LiveId" clId="{254A2D3D-DCA5-4B3F-A573-52F1054DFAE2}" dt="2023-03-11T05:27:35.454" v="113" actId="1076"/>
          <ac:picMkLst>
            <pc:docMk/>
            <pc:sldMk cId="641030253" sldId="2479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08.354" v="58" actId="47"/>
        <pc:sldMkLst>
          <pc:docMk/>
          <pc:sldMk cId="2091936453" sldId="2481"/>
        </pc:sldMkLst>
      </pc:sldChg>
      <pc:sldChg chg="del">
        <pc:chgData name="Owais Ahmed" userId="6abc7d4556b3b071" providerId="LiveId" clId="{254A2D3D-DCA5-4B3F-A573-52F1054DFAE2}" dt="2023-03-11T05:25:09.844" v="60" actId="47"/>
        <pc:sldMkLst>
          <pc:docMk/>
          <pc:sldMk cId="3995319414" sldId="2482"/>
        </pc:sldMkLst>
      </pc:sldChg>
      <pc:sldChg chg="del">
        <pc:chgData name="Owais Ahmed" userId="6abc7d4556b3b071" providerId="LiveId" clId="{254A2D3D-DCA5-4B3F-A573-52F1054DFAE2}" dt="2023-03-11T05:25:10.484" v="61" actId="47"/>
        <pc:sldMkLst>
          <pc:docMk/>
          <pc:sldMk cId="4097483409" sldId="2483"/>
        </pc:sldMkLst>
      </pc:sldChg>
      <pc:sldChg chg="del">
        <pc:chgData name="Owais Ahmed" userId="6abc7d4556b3b071" providerId="LiveId" clId="{254A2D3D-DCA5-4B3F-A573-52F1054DFAE2}" dt="2023-03-11T05:25:09.277" v="59" actId="47"/>
        <pc:sldMkLst>
          <pc:docMk/>
          <pc:sldMk cId="2130599672" sldId="2484"/>
        </pc:sldMkLst>
      </pc:sldChg>
      <pc:sldChg chg="del">
        <pc:chgData name="Owais Ahmed" userId="6abc7d4556b3b071" providerId="LiveId" clId="{254A2D3D-DCA5-4B3F-A573-52F1054DFAE2}" dt="2023-03-11T05:25:11.157" v="62" actId="47"/>
        <pc:sldMkLst>
          <pc:docMk/>
          <pc:sldMk cId="823254948" sldId="2485"/>
        </pc:sldMkLst>
      </pc:sldChg>
      <pc:sldChg chg="del">
        <pc:chgData name="Owais Ahmed" userId="6abc7d4556b3b071" providerId="LiveId" clId="{254A2D3D-DCA5-4B3F-A573-52F1054DFAE2}" dt="2023-03-11T05:25:12.572" v="63" actId="47"/>
        <pc:sldMkLst>
          <pc:docMk/>
          <pc:sldMk cId="678087267" sldId="2486"/>
        </pc:sldMkLst>
      </pc:sldChg>
      <pc:sldChg chg="del">
        <pc:chgData name="Owais Ahmed" userId="6abc7d4556b3b071" providerId="LiveId" clId="{254A2D3D-DCA5-4B3F-A573-52F1054DFAE2}" dt="2023-03-11T05:25:12.991" v="64" actId="47"/>
        <pc:sldMkLst>
          <pc:docMk/>
          <pc:sldMk cId="1323242083" sldId="2487"/>
        </pc:sldMkLst>
      </pc:sldChg>
      <pc:sldChg chg="del">
        <pc:chgData name="Owais Ahmed" userId="6abc7d4556b3b071" providerId="LiveId" clId="{254A2D3D-DCA5-4B3F-A573-52F1054DFAE2}" dt="2023-03-11T05:25:13.750" v="65" actId="47"/>
        <pc:sldMkLst>
          <pc:docMk/>
          <pc:sldMk cId="2597580398" sldId="2488"/>
        </pc:sldMkLst>
      </pc:sldChg>
      <pc:sldChg chg="del">
        <pc:chgData name="Owais Ahmed" userId="6abc7d4556b3b071" providerId="LiveId" clId="{254A2D3D-DCA5-4B3F-A573-52F1054DFAE2}" dt="2023-03-11T05:25:14.319" v="66" actId="47"/>
        <pc:sldMkLst>
          <pc:docMk/>
          <pc:sldMk cId="1889231957" sldId="2489"/>
        </pc:sldMkLst>
      </pc:sldChg>
      <pc:sldChg chg="del">
        <pc:chgData name="Owais Ahmed" userId="6abc7d4556b3b071" providerId="LiveId" clId="{254A2D3D-DCA5-4B3F-A573-52F1054DFAE2}" dt="2023-03-11T05:25:14.744" v="67" actId="47"/>
        <pc:sldMkLst>
          <pc:docMk/>
          <pc:sldMk cId="1362025451" sldId="2490"/>
        </pc:sldMkLst>
      </pc:sldChg>
      <pc:sldChg chg="del">
        <pc:chgData name="Owais Ahmed" userId="6abc7d4556b3b071" providerId="LiveId" clId="{254A2D3D-DCA5-4B3F-A573-52F1054DFAE2}" dt="2023-03-11T05:25:15.848" v="68" actId="47"/>
        <pc:sldMkLst>
          <pc:docMk/>
          <pc:sldMk cId="2844888853" sldId="2491"/>
        </pc:sldMkLst>
      </pc:sldChg>
      <pc:sldChg chg="del">
        <pc:chgData name="Owais Ahmed" userId="6abc7d4556b3b071" providerId="LiveId" clId="{254A2D3D-DCA5-4B3F-A573-52F1054DFAE2}" dt="2023-03-11T05:25:16.418" v="69" actId="47"/>
        <pc:sldMkLst>
          <pc:docMk/>
          <pc:sldMk cId="1466680951" sldId="2492"/>
        </pc:sldMkLst>
      </pc:sldChg>
      <pc:sldChg chg="del">
        <pc:chgData name="Owais Ahmed" userId="6abc7d4556b3b071" providerId="LiveId" clId="{254A2D3D-DCA5-4B3F-A573-52F1054DFAE2}" dt="2023-03-11T05:25:17.073" v="70" actId="47"/>
        <pc:sldMkLst>
          <pc:docMk/>
          <pc:sldMk cId="2451653014" sldId="2495"/>
        </pc:sldMkLst>
      </pc:sldChg>
      <pc:sldChg chg="del">
        <pc:chgData name="Owais Ahmed" userId="6abc7d4556b3b071" providerId="LiveId" clId="{254A2D3D-DCA5-4B3F-A573-52F1054DFAE2}" dt="2023-03-11T05:25:17.707" v="71" actId="47"/>
        <pc:sldMkLst>
          <pc:docMk/>
          <pc:sldMk cId="221477371" sldId="2496"/>
        </pc:sldMkLst>
      </pc:sldChg>
      <pc:sldChg chg="del">
        <pc:chgData name="Owais Ahmed" userId="6abc7d4556b3b071" providerId="LiveId" clId="{254A2D3D-DCA5-4B3F-A573-52F1054DFAE2}" dt="2023-03-11T05:25:21.037" v="73" actId="47"/>
        <pc:sldMkLst>
          <pc:docMk/>
          <pc:sldMk cId="3157158652" sldId="2497"/>
        </pc:sldMkLst>
      </pc:sldChg>
      <pc:sldChg chg="del">
        <pc:chgData name="Owais Ahmed" userId="6abc7d4556b3b071" providerId="LiveId" clId="{254A2D3D-DCA5-4B3F-A573-52F1054DFAE2}" dt="2023-03-11T05:25:19.282" v="72" actId="47"/>
        <pc:sldMkLst>
          <pc:docMk/>
          <pc:sldMk cId="246758894" sldId="2498"/>
        </pc:sldMkLst>
      </pc:sldChg>
      <pc:sldChg chg="addSp delSp modSp mod ord delAnim modAnim modNotesTx">
        <pc:chgData name="Owais Ahmed" userId="6abc7d4556b3b071" providerId="LiveId" clId="{254A2D3D-DCA5-4B3F-A573-52F1054DFAE2}" dt="2023-03-11T07:03:06.045" v="1388"/>
        <pc:sldMkLst>
          <pc:docMk/>
          <pc:sldMk cId="1392206186" sldId="2499"/>
        </pc:sldMkLst>
        <pc:spChg chg="mod">
          <ac:chgData name="Owais Ahmed" userId="6abc7d4556b3b071" providerId="LiveId" clId="{254A2D3D-DCA5-4B3F-A573-52F1054DFAE2}" dt="2023-03-11T06:52:55.887" v="1230" actId="27636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6:24:40.965" v="205" actId="20577"/>
          <ac:spMkLst>
            <pc:docMk/>
            <pc:sldMk cId="1392206186" sldId="2499"/>
            <ac:spMk id="215" creationId="{00000000-0000-0000-0000-000000000000}"/>
          </ac:spMkLst>
        </pc:spChg>
        <pc:grpChg chg="add mod">
          <ac:chgData name="Owais Ahmed" userId="6abc7d4556b3b071" providerId="LiveId" clId="{254A2D3D-DCA5-4B3F-A573-52F1054DFAE2}" dt="2023-03-11T06:58:50.642" v="1300" actId="1076"/>
          <ac:grpSpMkLst>
            <pc:docMk/>
            <pc:sldMk cId="1392206186" sldId="2499"/>
            <ac:grpSpMk id="22" creationId="{3A7C9F78-BB2A-4599-2F27-63FF3C314F73}"/>
          </ac:grpSpMkLst>
        </pc:grpChg>
        <pc:grpChg chg="add mod">
          <ac:chgData name="Owais Ahmed" userId="6abc7d4556b3b071" providerId="LiveId" clId="{254A2D3D-DCA5-4B3F-A573-52F1054DFAE2}" dt="2023-03-11T06:58:54.369" v="1301" actId="1076"/>
          <ac:grpSpMkLst>
            <pc:docMk/>
            <pc:sldMk cId="1392206186" sldId="2499"/>
            <ac:grpSpMk id="27" creationId="{FC74D2B9-6B59-8202-D5C7-44B1423588F1}"/>
          </ac:grpSpMkLst>
        </pc:grpChg>
        <pc:picChg chg="del">
          <ac:chgData name="Owais Ahmed" userId="6abc7d4556b3b071" providerId="LiveId" clId="{254A2D3D-DCA5-4B3F-A573-52F1054DFAE2}" dt="2023-03-11T06:24:43.640" v="207" actId="478"/>
          <ac:picMkLst>
            <pc:docMk/>
            <pc:sldMk cId="1392206186" sldId="2499"/>
            <ac:picMk id="6" creationId="{B9A09B40-E524-5765-2561-E1D7F3D63CA9}"/>
          </ac:picMkLst>
        </pc:picChg>
        <pc:picChg chg="del">
          <ac:chgData name="Owais Ahmed" userId="6abc7d4556b3b071" providerId="LiveId" clId="{254A2D3D-DCA5-4B3F-A573-52F1054DFAE2}" dt="2023-03-11T06:24:43.065" v="206" actId="478"/>
          <ac:picMkLst>
            <pc:docMk/>
            <pc:sldMk cId="1392206186" sldId="2499"/>
            <ac:picMk id="7" creationId="{F54EFA5F-33CE-2D86-9AFB-33A113453FAB}"/>
          </ac:picMkLst>
        </pc:picChg>
        <pc:picChg chg="add del mod modCrop">
          <ac:chgData name="Owais Ahmed" userId="6abc7d4556b3b071" providerId="LiveId" clId="{254A2D3D-DCA5-4B3F-A573-52F1054DFAE2}" dt="2023-03-11T06:54:32.927" v="1237" actId="478"/>
          <ac:picMkLst>
            <pc:docMk/>
            <pc:sldMk cId="1392206186" sldId="2499"/>
            <ac:picMk id="15" creationId="{39FD19AD-F586-50DE-75DD-1F0DCCA861D1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17" creationId="{1C330402-3A55-CE22-917A-6D773C990C47}"/>
          </ac:picMkLst>
        </pc:picChg>
        <pc:picChg chg="add del">
          <ac:chgData name="Owais Ahmed" userId="6abc7d4556b3b071" providerId="LiveId" clId="{254A2D3D-DCA5-4B3F-A573-52F1054DFAE2}" dt="2023-03-11T06:55:13.368" v="1241" actId="22"/>
          <ac:picMkLst>
            <pc:docMk/>
            <pc:sldMk cId="1392206186" sldId="2499"/>
            <ac:picMk id="19" creationId="{02AF6671-5E02-2A73-C2F5-0272C28A85B7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21" creationId="{AFDCBBB2-3302-F8E7-E645-7D736B4CA6A1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4" creationId="{36D887EA-C983-B9BF-D1D2-0152466E5C7B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6" creationId="{02AFD99D-02ED-70F0-3940-D3B729637D87}"/>
          </ac:picMkLst>
        </pc:picChg>
        <pc:picChg chg="add mod">
          <ac:chgData name="Owais Ahmed" userId="6abc7d4556b3b071" providerId="LiveId" clId="{254A2D3D-DCA5-4B3F-A573-52F1054DFAE2}" dt="2023-03-11T07:03:01.094" v="1386" actId="1076"/>
          <ac:picMkLst>
            <pc:docMk/>
            <pc:sldMk cId="1392206186" sldId="2499"/>
            <ac:picMk id="29" creationId="{26346850-16FB-F724-85FE-4A15497DCFE8}"/>
          </ac:picMkLst>
        </pc:picChg>
        <pc:inkChg chg="add del">
          <ac:chgData name="Owais Ahmed" userId="6abc7d4556b3b071" providerId="LiveId" clId="{254A2D3D-DCA5-4B3F-A573-52F1054DFAE2}" dt="2023-03-11T06:43:35.924" v="1060" actId="9405"/>
          <ac:inkMkLst>
            <pc:docMk/>
            <pc:sldMk cId="1392206186" sldId="2499"/>
            <ac:inkMk id="4" creationId="{866F5A6D-09FA-D8BB-14B0-99AAF899BD32}"/>
          </ac:inkMkLst>
        </pc:inkChg>
        <pc:cxnChg chg="add del mod">
          <ac:chgData name="Owais Ahmed" userId="6abc7d4556b3b071" providerId="LiveId" clId="{254A2D3D-DCA5-4B3F-A573-52F1054DFAE2}" dt="2023-03-11T06:50:13.577" v="1200" actId="478"/>
          <ac:cxnSpMkLst>
            <pc:docMk/>
            <pc:sldMk cId="1392206186" sldId="2499"/>
            <ac:cxnSpMk id="8" creationId="{81AD52EA-EEEA-309C-A9EE-951642655CA0}"/>
          </ac:cxnSpMkLst>
        </pc:cxnChg>
        <pc:cxnChg chg="add del mod">
          <ac:chgData name="Owais Ahmed" userId="6abc7d4556b3b071" providerId="LiveId" clId="{254A2D3D-DCA5-4B3F-A573-52F1054DFAE2}" dt="2023-03-11T06:50:07.353" v="1199"/>
          <ac:cxnSpMkLst>
            <pc:docMk/>
            <pc:sldMk cId="1392206186" sldId="2499"/>
            <ac:cxnSpMk id="9" creationId="{9E7F15E6-2DC7-42F1-4EF8-6E4D27A4AE80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0" creationId="{03FA127C-9C90-3E19-7128-EDE35627342A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1" creationId="{E8451D65-8786-091A-04FD-3D6D0FCE13D4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2" creationId="{7782791D-50F2-C6B8-6661-67A82F981F99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3" creationId="{730ADE5C-9BAA-5C00-7407-EDE34A317211}"/>
          </ac:cxnSpMkLst>
        </pc:cxnChg>
        <pc:cxnChg chg="add del mod">
          <ac:chgData name="Owais Ahmed" userId="6abc7d4556b3b071" providerId="LiveId" clId="{254A2D3D-DCA5-4B3F-A573-52F1054DFAE2}" dt="2023-03-11T06:50:06.398" v="1187"/>
          <ac:cxnSpMkLst>
            <pc:docMk/>
            <pc:sldMk cId="1392206186" sldId="2499"/>
            <ac:cxnSpMk id="14" creationId="{3B49C2CF-ED11-EA8C-2EEB-F032355E4097}"/>
          </ac:cxnSpMkLst>
        </pc:cxnChg>
      </pc:sldChg>
      <pc:sldChg chg="del">
        <pc:chgData name="Owais Ahmed" userId="6abc7d4556b3b071" providerId="LiveId" clId="{254A2D3D-DCA5-4B3F-A573-52F1054DFAE2}" dt="2023-03-11T05:25:22.404" v="74" actId="47"/>
        <pc:sldMkLst>
          <pc:docMk/>
          <pc:sldMk cId="1565563056" sldId="2500"/>
        </pc:sldMkLst>
      </pc:sldChg>
      <pc:sldChg chg="add del">
        <pc:chgData name="Owais Ahmed" userId="6abc7d4556b3b071" providerId="LiveId" clId="{254A2D3D-DCA5-4B3F-A573-52F1054DFAE2}" dt="2023-03-11T07:26:06.891" v="2080" actId="47"/>
        <pc:sldMkLst>
          <pc:docMk/>
          <pc:sldMk cId="2335412501" sldId="2500"/>
        </pc:sldMkLst>
      </pc:sldChg>
      <pc:sldChg chg="delSp modSp add mod addAnim delAnim modAnim">
        <pc:chgData name="Owais Ahmed" userId="6abc7d4556b3b071" providerId="LiveId" clId="{254A2D3D-DCA5-4B3F-A573-52F1054DFAE2}" dt="2023-03-11T09:20:49.642" v="3442" actId="21"/>
        <pc:sldMkLst>
          <pc:docMk/>
          <pc:sldMk cId="1223673830" sldId="2501"/>
        </pc:sldMkLst>
        <pc:spChg chg="mod">
          <ac:chgData name="Owais Ahmed" userId="6abc7d4556b3b071" providerId="LiveId" clId="{254A2D3D-DCA5-4B3F-A573-52F1054DFAE2}" dt="2023-03-11T09:20:49.642" v="3442" actId="21"/>
          <ac:spMkLst>
            <pc:docMk/>
            <pc:sldMk cId="1223673830" sldId="2501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7:12:57.495" v="1679" actId="20577"/>
          <ac:spMkLst>
            <pc:docMk/>
            <pc:sldMk cId="1223673830" sldId="2501"/>
            <ac:spMk id="215" creationId="{00000000-0000-0000-0000-000000000000}"/>
          </ac:spMkLst>
        </pc:spChg>
        <pc:picChg chg="del">
          <ac:chgData name="Owais Ahmed" userId="6abc7d4556b3b071" providerId="LiveId" clId="{254A2D3D-DCA5-4B3F-A573-52F1054DFAE2}" dt="2023-03-11T07:08:19.608" v="1450" actId="478"/>
          <ac:picMkLst>
            <pc:docMk/>
            <pc:sldMk cId="1223673830" sldId="2501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22.921" v="75" actId="47"/>
        <pc:sldMkLst>
          <pc:docMk/>
          <pc:sldMk cId="1703006424" sldId="2501"/>
        </pc:sldMkLst>
      </pc:sldChg>
      <pc:sldChg chg="add del">
        <pc:chgData name="Owais Ahmed" userId="6abc7d4556b3b071" providerId="LiveId" clId="{254A2D3D-DCA5-4B3F-A573-52F1054DFAE2}" dt="2023-03-11T06:37:17.641" v="1025" actId="2890"/>
        <pc:sldMkLst>
          <pc:docMk/>
          <pc:sldMk cId="3065944662" sldId="2501"/>
        </pc:sldMkLst>
      </pc:sldChg>
      <pc:sldChg chg="add del">
        <pc:chgData name="Owais Ahmed" userId="6abc7d4556b3b071" providerId="LiveId" clId="{254A2D3D-DCA5-4B3F-A573-52F1054DFAE2}" dt="2023-03-11T07:22:24.173" v="1685" actId="2890"/>
        <pc:sldMkLst>
          <pc:docMk/>
          <pc:sldMk cId="807971374" sldId="2502"/>
        </pc:sldMkLst>
      </pc:sldChg>
      <pc:sldChg chg="modSp add mod ord modAnim modNotesTx">
        <pc:chgData name="Owais Ahmed" userId="6abc7d4556b3b071" providerId="LiveId" clId="{254A2D3D-DCA5-4B3F-A573-52F1054DFAE2}" dt="2023-03-11T10:00:13.519" v="4352" actId="20577"/>
        <pc:sldMkLst>
          <pc:docMk/>
          <pc:sldMk cId="2279712319" sldId="2502"/>
        </pc:sldMkLst>
        <pc:spChg chg="mod">
          <ac:chgData name="Owais Ahmed" userId="6abc7d4556b3b071" providerId="LiveId" clId="{254A2D3D-DCA5-4B3F-A573-52F1054DFAE2}" dt="2023-03-11T10:00:13.519" v="435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3:22.632" v="3033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254A2D3D-DCA5-4B3F-A573-52F1054DFAE2}" dt="2023-03-11T05:25:28.504" v="78" actId="47"/>
        <pc:sldMkLst>
          <pc:docMk/>
          <pc:sldMk cId="2459176591" sldId="2502"/>
        </pc:sldMkLst>
      </pc:sldChg>
      <pc:sldChg chg="del">
        <pc:chgData name="Owais Ahmed" userId="6abc7d4556b3b071" providerId="LiveId" clId="{254A2D3D-DCA5-4B3F-A573-52F1054DFAE2}" dt="2023-03-11T05:25:25.484" v="77" actId="47"/>
        <pc:sldMkLst>
          <pc:docMk/>
          <pc:sldMk cId="3149883331" sldId="2503"/>
        </pc:sldMkLst>
      </pc:sldChg>
      <pc:sldChg chg="addSp delSp modSp add mod delAnim modAnim">
        <pc:chgData name="Owais Ahmed" userId="6abc7d4556b3b071" providerId="LiveId" clId="{254A2D3D-DCA5-4B3F-A573-52F1054DFAE2}" dt="2023-03-11T09:34:24.172" v="3633" actId="20577"/>
        <pc:sldMkLst>
          <pc:docMk/>
          <pc:sldMk cId="3565255470" sldId="2503"/>
        </pc:sldMkLst>
        <pc:spChg chg="del mod">
          <ac:chgData name="Owais Ahmed" userId="6abc7d4556b3b071" providerId="LiveId" clId="{254A2D3D-DCA5-4B3F-A573-52F1054DFAE2}" dt="2023-03-11T08:20:14.974" v="2617" actId="478"/>
          <ac:spMkLst>
            <pc:docMk/>
            <pc:sldMk cId="3565255470" sldId="2503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20:09.090" v="2615" actId="20577"/>
          <ac:spMkLst>
            <pc:docMk/>
            <pc:sldMk cId="3565255470" sldId="2503"/>
            <ac:spMk id="215" creationId="{00000000-0000-0000-0000-000000000000}"/>
          </ac:spMkLst>
        </pc:spChg>
        <pc:graphicFrameChg chg="add del">
          <ac:chgData name="Owais Ahmed" userId="6abc7d4556b3b071" providerId="LiveId" clId="{254A2D3D-DCA5-4B3F-A573-52F1054DFAE2}" dt="2023-03-11T07:56:49.030" v="2357" actId="3680"/>
          <ac:graphicFrameMkLst>
            <pc:docMk/>
            <pc:sldMk cId="3565255470" sldId="2503"/>
            <ac:graphicFrameMk id="4" creationId="{AD166D09-0F13-ADC2-74C5-C7B10E637296}"/>
          </ac:graphicFrameMkLst>
        </pc:graphicFrameChg>
        <pc:graphicFrameChg chg="add del mod modGraphic">
          <ac:chgData name="Owais Ahmed" userId="6abc7d4556b3b071" providerId="LiveId" clId="{254A2D3D-DCA5-4B3F-A573-52F1054DFAE2}" dt="2023-03-11T08:19:21.358" v="2586" actId="478"/>
          <ac:graphicFrameMkLst>
            <pc:docMk/>
            <pc:sldMk cId="3565255470" sldId="2503"/>
            <ac:graphicFrameMk id="5" creationId="{257BBAAD-E9ED-C47F-ED86-5506BB788763}"/>
          </ac:graphicFrameMkLst>
        </pc:graphicFrameChg>
        <pc:graphicFrameChg chg="add del mod">
          <ac:chgData name="Owais Ahmed" userId="6abc7d4556b3b071" providerId="LiveId" clId="{254A2D3D-DCA5-4B3F-A573-52F1054DFAE2}" dt="2023-03-11T08:18:04.717" v="2563"/>
          <ac:graphicFrameMkLst>
            <pc:docMk/>
            <pc:sldMk cId="3565255470" sldId="2503"/>
            <ac:graphicFrameMk id="6" creationId="{7538F9DB-2C04-6F95-0F17-F39C4318CF99}"/>
          </ac:graphicFrameMkLst>
        </pc:graphicFrameChg>
        <pc:graphicFrameChg chg="add mod modGraphic">
          <ac:chgData name="Owais Ahmed" userId="6abc7d4556b3b071" providerId="LiveId" clId="{254A2D3D-DCA5-4B3F-A573-52F1054DFAE2}" dt="2023-03-11T09:34:24.172" v="3633" actId="20577"/>
          <ac:graphicFrameMkLst>
            <pc:docMk/>
            <pc:sldMk cId="3565255470" sldId="2503"/>
            <ac:graphicFrameMk id="7" creationId="{C51EA6D3-D80B-93F6-0937-44975A2213F0}"/>
          </ac:graphicFrameMkLst>
        </pc:graphicFrameChg>
      </pc:sldChg>
      <pc:sldChg chg="addSp delSp modSp add mod ord delAnim modAnim">
        <pc:chgData name="Owais Ahmed" userId="6abc7d4556b3b071" providerId="LiveId" clId="{254A2D3D-DCA5-4B3F-A573-52F1054DFAE2}" dt="2023-03-11T08:48:30.089" v="2711" actId="20577"/>
        <pc:sldMkLst>
          <pc:docMk/>
          <pc:sldMk cId="3179459333" sldId="2504"/>
        </pc:sldMkLst>
        <pc:spChg chg="del mod">
          <ac:chgData name="Owais Ahmed" userId="6abc7d4556b3b071" providerId="LiveId" clId="{254A2D3D-DCA5-4B3F-A573-52F1054DFAE2}" dt="2023-03-11T08:23:03.391" v="2642" actId="478"/>
          <ac:spMkLst>
            <pc:docMk/>
            <pc:sldMk cId="3179459333" sldId="2504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48:30.089" v="2711" actId="20577"/>
          <ac:spMkLst>
            <pc:docMk/>
            <pc:sldMk cId="3179459333" sldId="2504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27:19.644" v="2678" actId="478"/>
          <ac:picMkLst>
            <pc:docMk/>
            <pc:sldMk cId="3179459333" sldId="2504"/>
            <ac:picMk id="4" creationId="{1C822D72-4259-4C23-11A3-B7237C00633E}"/>
          </ac:picMkLst>
        </pc:picChg>
        <pc:picChg chg="add del mod">
          <ac:chgData name="Owais Ahmed" userId="6abc7d4556b3b071" providerId="LiveId" clId="{254A2D3D-DCA5-4B3F-A573-52F1054DFAE2}" dt="2023-03-11T08:27:19.181" v="2677" actId="478"/>
          <ac:picMkLst>
            <pc:docMk/>
            <pc:sldMk cId="3179459333" sldId="2504"/>
            <ac:picMk id="5" creationId="{BFBC634B-968C-6C58-66C7-154771750D8B}"/>
          </ac:picMkLst>
        </pc:picChg>
        <pc:picChg chg="add del mod">
          <ac:chgData name="Owais Ahmed" userId="6abc7d4556b3b071" providerId="LiveId" clId="{254A2D3D-DCA5-4B3F-A573-52F1054DFAE2}" dt="2023-03-11T08:27:05.394" v="2674" actId="478"/>
          <ac:picMkLst>
            <pc:docMk/>
            <pc:sldMk cId="3179459333" sldId="2504"/>
            <ac:picMk id="6" creationId="{CBE24838-D849-058A-79C7-A31231A497E2}"/>
          </ac:picMkLst>
        </pc:picChg>
        <pc:picChg chg="add del mod">
          <ac:chgData name="Owais Ahmed" userId="6abc7d4556b3b071" providerId="LiveId" clId="{254A2D3D-DCA5-4B3F-A573-52F1054DFAE2}" dt="2023-03-11T08:26:59.584" v="2673" actId="478"/>
          <ac:picMkLst>
            <pc:docMk/>
            <pc:sldMk cId="3179459333" sldId="2504"/>
            <ac:picMk id="7" creationId="{3FB898E3-731B-9221-BB9D-7B0B0A215839}"/>
          </ac:picMkLst>
        </pc:picChg>
        <pc:picChg chg="add mod">
          <ac:chgData name="Owais Ahmed" userId="6abc7d4556b3b071" providerId="LiveId" clId="{254A2D3D-DCA5-4B3F-A573-52F1054DFAE2}" dt="2023-03-11T08:46:20.827" v="2684" actId="732"/>
          <ac:picMkLst>
            <pc:docMk/>
            <pc:sldMk cId="3179459333" sldId="2504"/>
            <ac:picMk id="8" creationId="{383FC630-BCE3-A4BB-3B78-49C90E9E46B7}"/>
          </ac:picMkLst>
        </pc:picChg>
        <pc:picChg chg="add del mod">
          <ac:chgData name="Owais Ahmed" userId="6abc7d4556b3b071" providerId="LiveId" clId="{254A2D3D-DCA5-4B3F-A573-52F1054DFAE2}" dt="2023-03-11T08:46:26.717" v="2686"/>
          <ac:picMkLst>
            <pc:docMk/>
            <pc:sldMk cId="3179459333" sldId="2504"/>
            <ac:picMk id="9" creationId="{3C483B02-9A3F-AD05-F61A-1B4DDEA2381F}"/>
          </ac:picMkLst>
        </pc:picChg>
        <pc:picChg chg="add mod">
          <ac:chgData name="Owais Ahmed" userId="6abc7d4556b3b071" providerId="LiveId" clId="{254A2D3D-DCA5-4B3F-A573-52F1054DFAE2}" dt="2023-03-11T08:47:06.735" v="2691" actId="732"/>
          <ac:picMkLst>
            <pc:docMk/>
            <pc:sldMk cId="3179459333" sldId="2504"/>
            <ac:picMk id="10" creationId="{B308A51B-EB0E-1308-B8B3-F9D575046A6B}"/>
          </ac:picMkLst>
        </pc:picChg>
        <pc:picChg chg="add mod">
          <ac:chgData name="Owais Ahmed" userId="6abc7d4556b3b071" providerId="LiveId" clId="{254A2D3D-DCA5-4B3F-A573-52F1054DFAE2}" dt="2023-03-11T08:47:38.769" v="2696" actId="732"/>
          <ac:picMkLst>
            <pc:docMk/>
            <pc:sldMk cId="3179459333" sldId="2504"/>
            <ac:picMk id="11" creationId="{17E90CBA-CCE8-E0DA-517C-F1C42B3800CD}"/>
          </ac:picMkLst>
        </pc:picChg>
        <pc:picChg chg="add mod">
          <ac:chgData name="Owais Ahmed" userId="6abc7d4556b3b071" providerId="LiveId" clId="{254A2D3D-DCA5-4B3F-A573-52F1054DFAE2}" dt="2023-03-11T08:47:39.764" v="2697"/>
          <ac:picMkLst>
            <pc:docMk/>
            <pc:sldMk cId="3179459333" sldId="2504"/>
            <ac:picMk id="12" creationId="{53E60DE2-545A-9D1F-8754-88049662D9D1}"/>
          </ac:picMkLst>
        </pc:picChg>
      </pc:sldChg>
      <pc:sldChg chg="del">
        <pc:chgData name="Owais Ahmed" userId="6abc7d4556b3b071" providerId="LiveId" clId="{254A2D3D-DCA5-4B3F-A573-52F1054DFAE2}" dt="2023-03-11T05:25:24.137" v="76" actId="47"/>
        <pc:sldMkLst>
          <pc:docMk/>
          <pc:sldMk cId="3473336835" sldId="2504"/>
        </pc:sldMkLst>
      </pc:sldChg>
      <pc:sldChg chg="addSp delSp modSp add mod ord modAnim">
        <pc:chgData name="Owais Ahmed" userId="6abc7d4556b3b071" providerId="LiveId" clId="{254A2D3D-DCA5-4B3F-A573-52F1054DFAE2}" dt="2023-03-11T09:44:33.530" v="3639" actId="14100"/>
        <pc:sldMkLst>
          <pc:docMk/>
          <pc:sldMk cId="1084053900" sldId="2505"/>
        </pc:sldMkLst>
        <pc:spChg chg="mod">
          <ac:chgData name="Owais Ahmed" userId="6abc7d4556b3b071" providerId="LiveId" clId="{254A2D3D-DCA5-4B3F-A573-52F1054DFAE2}" dt="2023-03-11T09:10:32.706" v="2933" actId="20577"/>
          <ac:spMkLst>
            <pc:docMk/>
            <pc:sldMk cId="1084053900" sldId="2505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0:41.149" v="2937" actId="20577"/>
          <ac:spMkLst>
            <pc:docMk/>
            <pc:sldMk cId="1084053900" sldId="2505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49:43.890" v="2720"/>
          <ac:picMkLst>
            <pc:docMk/>
            <pc:sldMk cId="1084053900" sldId="2505"/>
            <ac:picMk id="4" creationId="{8E086F26-8CE3-4207-966A-B9646B87830B}"/>
          </ac:picMkLst>
        </pc:picChg>
        <pc:picChg chg="add mod">
          <ac:chgData name="Owais Ahmed" userId="6abc7d4556b3b071" providerId="LiveId" clId="{254A2D3D-DCA5-4B3F-A573-52F1054DFAE2}" dt="2023-03-11T09:44:33.530" v="3639" actId="14100"/>
          <ac:picMkLst>
            <pc:docMk/>
            <pc:sldMk cId="1084053900" sldId="2505"/>
            <ac:picMk id="5" creationId="{06AB4BBE-63E2-1AF8-03C4-298EA13B4847}"/>
          </ac:picMkLst>
        </pc:picChg>
      </pc:sldChg>
      <pc:sldChg chg="addSp delSp modSp add mod modAnim">
        <pc:chgData name="Owais Ahmed" userId="6abc7d4556b3b071" providerId="LiveId" clId="{254A2D3D-DCA5-4B3F-A573-52F1054DFAE2}" dt="2023-03-11T09:37:52.608" v="3638" actId="1076"/>
        <pc:sldMkLst>
          <pc:docMk/>
          <pc:sldMk cId="3621187467" sldId="2506"/>
        </pc:sldMkLst>
        <pc:spChg chg="mod">
          <ac:chgData name="Owais Ahmed" userId="6abc7d4556b3b071" providerId="LiveId" clId="{254A2D3D-DCA5-4B3F-A573-52F1054DFAE2}" dt="2023-03-11T09:09:50.553" v="2880" actId="20577"/>
          <ac:spMkLst>
            <pc:docMk/>
            <pc:sldMk cId="3621187467" sldId="2506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9:09:11.122" v="2858" actId="478"/>
          <ac:picMkLst>
            <pc:docMk/>
            <pc:sldMk cId="3621187467" sldId="2506"/>
            <ac:picMk id="4" creationId="{0A044529-DB24-36DE-BE87-0536A0E47C20}"/>
          </ac:picMkLst>
        </pc:picChg>
        <pc:picChg chg="add del mod">
          <ac:chgData name="Owais Ahmed" userId="6abc7d4556b3b071" providerId="LiveId" clId="{254A2D3D-DCA5-4B3F-A573-52F1054DFAE2}" dt="2023-03-11T09:37:42.396" v="3634" actId="478"/>
          <ac:picMkLst>
            <pc:docMk/>
            <pc:sldMk cId="3621187467" sldId="2506"/>
            <ac:picMk id="6" creationId="{7F91A24F-5CB5-F9D4-89AD-DE862BA434B4}"/>
          </ac:picMkLst>
        </pc:picChg>
        <pc:picChg chg="del">
          <ac:chgData name="Owais Ahmed" userId="6abc7d4556b3b071" providerId="LiveId" clId="{254A2D3D-DCA5-4B3F-A573-52F1054DFAE2}" dt="2023-03-11T08:57:53.687" v="2844" actId="478"/>
          <ac:picMkLst>
            <pc:docMk/>
            <pc:sldMk cId="3621187467" sldId="2506"/>
            <ac:picMk id="8" creationId="{383FC630-BCE3-A4BB-3B78-49C90E9E46B7}"/>
          </ac:picMkLst>
        </pc:picChg>
        <pc:picChg chg="add mod">
          <ac:chgData name="Owais Ahmed" userId="6abc7d4556b3b071" providerId="LiveId" clId="{254A2D3D-DCA5-4B3F-A573-52F1054DFAE2}" dt="2023-03-11T09:37:52.608" v="3638" actId="1076"/>
          <ac:picMkLst>
            <pc:docMk/>
            <pc:sldMk cId="3621187467" sldId="2506"/>
            <ac:picMk id="9" creationId="{F2C2EA6F-F9C2-A023-9104-5C6BCC7810B9}"/>
          </ac:picMkLst>
        </pc:picChg>
        <pc:picChg chg="del">
          <ac:chgData name="Owais Ahmed" userId="6abc7d4556b3b071" providerId="LiveId" clId="{254A2D3D-DCA5-4B3F-A573-52F1054DFAE2}" dt="2023-03-11T08:57:52.412" v="2843" actId="478"/>
          <ac:picMkLst>
            <pc:docMk/>
            <pc:sldMk cId="3621187467" sldId="2506"/>
            <ac:picMk id="10" creationId="{B308A51B-EB0E-1308-B8B3-F9D575046A6B}"/>
          </ac:picMkLst>
        </pc:picChg>
        <pc:picChg chg="del">
          <ac:chgData name="Owais Ahmed" userId="6abc7d4556b3b071" providerId="LiveId" clId="{254A2D3D-DCA5-4B3F-A573-52F1054DFAE2}" dt="2023-03-11T08:57:51.903" v="2842" actId="478"/>
          <ac:picMkLst>
            <pc:docMk/>
            <pc:sldMk cId="3621187467" sldId="2506"/>
            <ac:picMk id="11" creationId="{17E90CBA-CCE8-E0DA-517C-F1C42B3800CD}"/>
          </ac:picMkLst>
        </pc:picChg>
        <pc:picChg chg="del">
          <ac:chgData name="Owais Ahmed" userId="6abc7d4556b3b071" providerId="LiveId" clId="{254A2D3D-DCA5-4B3F-A573-52F1054DFAE2}" dt="2023-03-11T08:57:51.231" v="2841" actId="478"/>
          <ac:picMkLst>
            <pc:docMk/>
            <pc:sldMk cId="3621187467" sldId="2506"/>
            <ac:picMk id="12" creationId="{53E60DE2-545A-9D1F-8754-88049662D9D1}"/>
          </ac:picMkLst>
        </pc:picChg>
      </pc:sldChg>
      <pc:sldChg chg="add del">
        <pc:chgData name="Owais Ahmed" userId="6abc7d4556b3b071" providerId="LiveId" clId="{254A2D3D-DCA5-4B3F-A573-52F1054DFAE2}" dt="2023-03-11T09:15:50.985" v="3072" actId="47"/>
        <pc:sldMkLst>
          <pc:docMk/>
          <pc:sldMk cId="1081780362" sldId="2507"/>
        </pc:sldMkLst>
      </pc:sldChg>
      <pc:sldChg chg="modSp add mod modAnim">
        <pc:chgData name="Owais Ahmed" userId="6abc7d4556b3b071" providerId="LiveId" clId="{254A2D3D-DCA5-4B3F-A573-52F1054DFAE2}" dt="2023-03-11T09:22:51.049" v="3532" actId="20577"/>
        <pc:sldMkLst>
          <pc:docMk/>
          <pc:sldMk cId="1990660398" sldId="2507"/>
        </pc:sldMkLst>
        <pc:spChg chg="mod">
          <ac:chgData name="Owais Ahmed" userId="6abc7d4556b3b071" providerId="LiveId" clId="{254A2D3D-DCA5-4B3F-A573-52F1054DFAE2}" dt="2023-03-11T09:22:35.006" v="3529"/>
          <ac:spMkLst>
            <pc:docMk/>
            <pc:sldMk cId="1990660398" sldId="2507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21:06.627" v="3478" actId="20577"/>
          <ac:spMkLst>
            <pc:docMk/>
            <pc:sldMk cId="1990660398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45:27.312" v="3677" actId="20577"/>
        <pc:sldMkLst>
          <pc:docMk/>
          <pc:sldMk cId="1508569928" sldId="2508"/>
        </pc:sldMkLst>
        <pc:spChg chg="mod">
          <ac:chgData name="Owais Ahmed" userId="6abc7d4556b3b071" providerId="LiveId" clId="{254A2D3D-DCA5-4B3F-A573-52F1054DFAE2}" dt="2023-03-11T09:45:27.312" v="3677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45:14.277" v="3662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58:49.793" v="4207" actId="20577"/>
        <pc:sldMkLst>
          <pc:docMk/>
          <pc:sldMk cId="2812469995" sldId="2509"/>
        </pc:sldMkLst>
        <pc:spChg chg="mod">
          <ac:chgData name="Owais Ahmed" userId="6abc7d4556b3b071" providerId="LiveId" clId="{254A2D3D-DCA5-4B3F-A573-52F1054DFAE2}" dt="2023-03-11T09:58:49.793" v="4207" actId="20577"/>
          <ac:spMkLst>
            <pc:docMk/>
            <pc:sldMk cId="2812469995" sldId="2509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DFFDD5F8-0524-4744-8952-E0C553CC4692}"/>
    <pc:docChg chg="undo redo custSel addSld modSld sldOrd">
      <pc:chgData name="Owais Ahmed" userId="6abc7d4556b3b071" providerId="LiveId" clId="{DFFDD5F8-0524-4744-8952-E0C553CC4692}" dt="2023-03-10T06:38:52.730" v="2063" actId="1076"/>
      <pc:docMkLst>
        <pc:docMk/>
      </pc:docMkLst>
      <pc:sldChg chg="modSp mod">
        <pc:chgData name="Owais Ahmed" userId="6abc7d4556b3b071" providerId="LiveId" clId="{DFFDD5F8-0524-4744-8952-E0C553CC4692}" dt="2023-03-10T06:29:04.796" v="1865" actId="20577"/>
        <pc:sldMkLst>
          <pc:docMk/>
          <pc:sldMk cId="1649098948" sldId="2462"/>
        </pc:sldMkLst>
        <pc:spChg chg="mod">
          <ac:chgData name="Owais Ahmed" userId="6abc7d4556b3b071" providerId="LiveId" clId="{DFFDD5F8-0524-4744-8952-E0C553CC4692}" dt="2023-03-10T06:29:04.796" v="186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Anim">
        <pc:chgData name="Owais Ahmed" userId="6abc7d4556b3b071" providerId="LiveId" clId="{DFFDD5F8-0524-4744-8952-E0C553CC4692}" dt="2023-03-10T06:01:43.124" v="91" actId="20577"/>
        <pc:sldMkLst>
          <pc:docMk/>
          <pc:sldMk cId="2844888853" sldId="2491"/>
        </pc:sldMkLst>
        <pc:spChg chg="mod">
          <ac:chgData name="Owais Ahmed" userId="6abc7d4556b3b071" providerId="LiveId" clId="{DFFDD5F8-0524-4744-8952-E0C553CC4692}" dt="2023-03-10T06:01:43.124" v="91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DFFDD5F8-0524-4744-8952-E0C553CC4692}" dt="2023-03-10T06:14:50.893" v="1212" actId="20577"/>
        <pc:sldMkLst>
          <pc:docMk/>
          <pc:sldMk cId="1466680951" sldId="2492"/>
        </pc:sldMkLst>
        <pc:spChg chg="mod">
          <ac:chgData name="Owais Ahmed" userId="6abc7d4556b3b071" providerId="LiveId" clId="{DFFDD5F8-0524-4744-8952-E0C553CC4692}" dt="2023-03-10T06:14:04.860" v="1037" actId="20577"/>
          <ac:spMkLst>
            <pc:docMk/>
            <pc:sldMk cId="1466680951" sldId="2492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02:03.364" v="125" actId="20577"/>
          <ac:spMkLst>
            <pc:docMk/>
            <pc:sldMk cId="1466680951" sldId="2492"/>
            <ac:spMk id="215" creationId="{00000000-0000-0000-0000-000000000000}"/>
          </ac:spMkLst>
        </pc:spChg>
      </pc:sldChg>
      <pc:sldChg chg="add">
        <pc:chgData name="Owais Ahmed" userId="6abc7d4556b3b071" providerId="LiveId" clId="{DFFDD5F8-0524-4744-8952-E0C553CC4692}" dt="2023-03-10T06:15:35.454" v="1213" actId="2890"/>
        <pc:sldMkLst>
          <pc:docMk/>
          <pc:sldMk cId="791527134" sldId="2493"/>
        </pc:sldMkLst>
      </pc:sldChg>
      <pc:sldChg chg="add">
        <pc:chgData name="Owais Ahmed" userId="6abc7d4556b3b071" providerId="LiveId" clId="{DFFDD5F8-0524-4744-8952-E0C553CC4692}" dt="2023-03-10T06:16:34.807" v="1214" actId="2890"/>
        <pc:sldMkLst>
          <pc:docMk/>
          <pc:sldMk cId="1615339114" sldId="2494"/>
        </pc:sldMkLst>
      </pc:sldChg>
      <pc:sldChg chg="addSp delSp modSp add mod delAnim modAnim">
        <pc:chgData name="Owais Ahmed" userId="6abc7d4556b3b071" providerId="LiveId" clId="{DFFDD5F8-0524-4744-8952-E0C553CC4692}" dt="2023-03-10T06:28:16.919" v="1835" actId="20577"/>
        <pc:sldMkLst>
          <pc:docMk/>
          <pc:sldMk cId="2451653014" sldId="2495"/>
        </pc:sldMkLst>
        <pc:spChg chg="mod">
          <ac:chgData name="Owais Ahmed" userId="6abc7d4556b3b071" providerId="LiveId" clId="{DFFDD5F8-0524-4744-8952-E0C553CC4692}" dt="2023-03-10T06:28:16.919" v="1835" actId="20577"/>
          <ac:spMkLst>
            <pc:docMk/>
            <pc:sldMk cId="2451653014" sldId="2495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18:18.134" v="1316" actId="20577"/>
          <ac:spMkLst>
            <pc:docMk/>
            <pc:sldMk cId="2451653014" sldId="2495"/>
            <ac:spMk id="215" creationId="{00000000-0000-0000-0000-000000000000}"/>
          </ac:spMkLst>
        </pc:spChg>
        <pc:picChg chg="add del mod">
          <ac:chgData name="Owais Ahmed" userId="6abc7d4556b3b071" providerId="LiveId" clId="{DFFDD5F8-0524-4744-8952-E0C553CC4692}" dt="2023-03-10T06:21:47.522" v="1408" actId="478"/>
          <ac:picMkLst>
            <pc:docMk/>
            <pc:sldMk cId="2451653014" sldId="2495"/>
            <ac:picMk id="5" creationId="{98BDDF99-ABDD-4534-A293-2A75F4B1A4A8}"/>
          </ac:picMkLst>
        </pc:picChg>
        <pc:picChg chg="add del mod">
          <ac:chgData name="Owais Ahmed" userId="6abc7d4556b3b071" providerId="LiveId" clId="{DFFDD5F8-0524-4744-8952-E0C553CC4692}" dt="2023-03-10T06:21:47.064" v="1407" actId="478"/>
          <ac:picMkLst>
            <pc:docMk/>
            <pc:sldMk cId="2451653014" sldId="2495"/>
            <ac:picMk id="7" creationId="{81B824FE-2C8B-8D90-1A4C-6FA558B59A67}"/>
          </ac:picMkLst>
        </pc:picChg>
        <pc:picChg chg="add del mod">
          <ac:chgData name="Owais Ahmed" userId="6abc7d4556b3b071" providerId="LiveId" clId="{DFFDD5F8-0524-4744-8952-E0C553CC4692}" dt="2023-03-10T06:24:52.692" v="1592" actId="478"/>
          <ac:picMkLst>
            <pc:docMk/>
            <pc:sldMk cId="2451653014" sldId="2495"/>
            <ac:picMk id="8" creationId="{4D3CD2C2-B7AA-BEF9-74AF-9AB3E7735DC4}"/>
          </ac:picMkLst>
        </pc:picChg>
        <pc:picChg chg="add del mod">
          <ac:chgData name="Owais Ahmed" userId="6abc7d4556b3b071" providerId="LiveId" clId="{DFFDD5F8-0524-4744-8952-E0C553CC4692}" dt="2023-03-10T06:24:53.246" v="1593" actId="478"/>
          <ac:picMkLst>
            <pc:docMk/>
            <pc:sldMk cId="2451653014" sldId="2495"/>
            <ac:picMk id="9" creationId="{D7D62965-2890-149A-A3C3-E761E8821D4F}"/>
          </ac:picMkLst>
        </pc:picChg>
      </pc:sldChg>
      <pc:sldChg chg="modSp add mod">
        <pc:chgData name="Owais Ahmed" userId="6abc7d4556b3b071" providerId="LiveId" clId="{DFFDD5F8-0524-4744-8952-E0C553CC4692}" dt="2023-03-10T06:24:49.608" v="1591" actId="20577"/>
        <pc:sldMkLst>
          <pc:docMk/>
          <pc:sldMk cId="221477371" sldId="2496"/>
        </pc:sldMkLst>
        <pc:spChg chg="mod">
          <ac:chgData name="Owais Ahmed" userId="6abc7d4556b3b071" providerId="LiveId" clId="{DFFDD5F8-0524-4744-8952-E0C553CC4692}" dt="2023-03-10T06:24:49.608" v="1591" actId="20577"/>
          <ac:spMkLst>
            <pc:docMk/>
            <pc:sldMk cId="221477371" sldId="2496"/>
            <ac:spMk id="215" creationId="{00000000-0000-0000-0000-000000000000}"/>
          </ac:spMkLst>
        </pc:spChg>
      </pc:sldChg>
      <pc:sldChg chg="addSp delSp modSp add mod addAnim delAnim modAnim">
        <pc:chgData name="Owais Ahmed" userId="6abc7d4556b3b071" providerId="LiveId" clId="{DFFDD5F8-0524-4744-8952-E0C553CC4692}" dt="2023-03-10T06:35:40.098" v="1975"/>
        <pc:sldMkLst>
          <pc:docMk/>
          <pc:sldMk cId="3157158652" sldId="2497"/>
        </pc:sldMkLst>
        <pc:spChg chg="mod">
          <ac:chgData name="Owais Ahmed" userId="6abc7d4556b3b071" providerId="LiveId" clId="{DFFDD5F8-0524-4744-8952-E0C553CC4692}" dt="2023-03-10T06:33:26.825" v="1957" actId="27636"/>
          <ac:spMkLst>
            <pc:docMk/>
            <pc:sldMk cId="3157158652" sldId="2497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28:25.113" v="1839" actId="20577"/>
          <ac:spMkLst>
            <pc:docMk/>
            <pc:sldMk cId="3157158652" sldId="2497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4:00.188" v="1962" actId="1076"/>
          <ac:picMkLst>
            <pc:docMk/>
            <pc:sldMk cId="3157158652" sldId="2497"/>
            <ac:picMk id="4" creationId="{B2C1F04B-6954-B41E-AF02-A1B6CD1C53C5}"/>
          </ac:picMkLst>
        </pc:picChg>
        <pc:picChg chg="add mod modCrop">
          <ac:chgData name="Owais Ahmed" userId="6abc7d4556b3b071" providerId="LiveId" clId="{DFFDD5F8-0524-4744-8952-E0C553CC4692}" dt="2023-03-10T06:35:34.721" v="1973" actId="1076"/>
          <ac:picMkLst>
            <pc:docMk/>
            <pc:sldMk cId="3157158652" sldId="2497"/>
            <ac:picMk id="5" creationId="{3A39E24F-CAA5-D524-E64E-724D99FEF285}"/>
          </ac:picMkLst>
        </pc:picChg>
        <pc:picChg chg="del">
          <ac:chgData name="Owais Ahmed" userId="6abc7d4556b3b071" providerId="LiveId" clId="{DFFDD5F8-0524-4744-8952-E0C553CC4692}" dt="2023-03-10T06:33:13.190" v="1950" actId="478"/>
          <ac:picMkLst>
            <pc:docMk/>
            <pc:sldMk cId="3157158652" sldId="2497"/>
            <ac:picMk id="8" creationId="{4D3CD2C2-B7AA-BEF9-74AF-9AB3E7735DC4}"/>
          </ac:picMkLst>
        </pc:picChg>
        <pc:picChg chg="del">
          <ac:chgData name="Owais Ahmed" userId="6abc7d4556b3b071" providerId="LiveId" clId="{DFFDD5F8-0524-4744-8952-E0C553CC4692}" dt="2023-03-10T06:33:13.822" v="1951" actId="478"/>
          <ac:picMkLst>
            <pc:docMk/>
            <pc:sldMk cId="3157158652" sldId="2497"/>
            <ac:picMk id="9" creationId="{D7D62965-2890-149A-A3C3-E761E8821D4F}"/>
          </ac:picMkLst>
        </pc:picChg>
      </pc:sldChg>
      <pc:sldChg chg="addSp delSp modSp add mod delAnim modAnim">
        <pc:chgData name="Owais Ahmed" userId="6abc7d4556b3b071" providerId="LiveId" clId="{DFFDD5F8-0524-4744-8952-E0C553CC4692}" dt="2023-03-10T06:36:15.667" v="2013" actId="20577"/>
        <pc:sldMkLst>
          <pc:docMk/>
          <pc:sldMk cId="246758894" sldId="2498"/>
        </pc:sldMkLst>
        <pc:spChg chg="del mod">
          <ac:chgData name="Owais Ahmed" userId="6abc7d4556b3b071" providerId="LiveId" clId="{DFFDD5F8-0524-4744-8952-E0C553CC4692}" dt="2023-03-10T06:36:05.900" v="1997" actId="478"/>
          <ac:spMkLst>
            <pc:docMk/>
            <pc:sldMk cId="246758894" sldId="2498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15.667" v="2013" actId="20577"/>
          <ac:spMkLst>
            <pc:docMk/>
            <pc:sldMk cId="246758894" sldId="2498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00.507" v="1994" actId="478"/>
          <ac:picMkLst>
            <pc:docMk/>
            <pc:sldMk cId="246758894" sldId="2498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5:59.829" v="1993" actId="478"/>
          <ac:picMkLst>
            <pc:docMk/>
            <pc:sldMk cId="246758894" sldId="2498"/>
            <ac:picMk id="5" creationId="{3A39E24F-CAA5-D524-E64E-724D99FEF285}"/>
          </ac:picMkLst>
        </pc:picChg>
        <pc:picChg chg="add mod">
          <ac:chgData name="Owais Ahmed" userId="6abc7d4556b3b071" providerId="LiveId" clId="{DFFDD5F8-0524-4744-8952-E0C553CC4692}" dt="2023-03-10T06:36:12.793" v="2000" actId="1076"/>
          <ac:picMkLst>
            <pc:docMk/>
            <pc:sldMk cId="246758894" sldId="2498"/>
            <ac:picMk id="6" creationId="{C7F026FB-6743-AA5E-97C3-2351693D4891}"/>
          </ac:picMkLst>
        </pc:picChg>
      </pc:sldChg>
      <pc:sldChg chg="addSp delSp modSp add mod ord delAnim modAnim">
        <pc:chgData name="Owais Ahmed" userId="6abc7d4556b3b071" providerId="LiveId" clId="{DFFDD5F8-0524-4744-8952-E0C553CC4692}" dt="2023-03-10T06:38:25.184" v="2052"/>
        <pc:sldMkLst>
          <pc:docMk/>
          <pc:sldMk cId="1392206186" sldId="2499"/>
        </pc:sldMkLst>
        <pc:spChg chg="mod">
          <ac:chgData name="Owais Ahmed" userId="6abc7d4556b3b071" providerId="LiveId" clId="{DFFDD5F8-0524-4744-8952-E0C553CC4692}" dt="2023-03-10T06:36:47.659" v="2031" actId="20577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33.415" v="2018" actId="20577"/>
          <ac:spMkLst>
            <pc:docMk/>
            <pc:sldMk cId="1392206186" sldId="2499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58.696" v="2033" actId="478"/>
          <ac:picMkLst>
            <pc:docMk/>
            <pc:sldMk cId="1392206186" sldId="2499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6:57.793" v="2032" actId="478"/>
          <ac:picMkLst>
            <pc:docMk/>
            <pc:sldMk cId="1392206186" sldId="2499"/>
            <ac:picMk id="5" creationId="{3A39E24F-CAA5-D524-E64E-724D99FEF285}"/>
          </ac:picMkLst>
        </pc:picChg>
        <pc:picChg chg="add mod modCrop">
          <ac:chgData name="Owais Ahmed" userId="6abc7d4556b3b071" providerId="LiveId" clId="{DFFDD5F8-0524-4744-8952-E0C553CC4692}" dt="2023-03-10T06:37:33.408" v="2040" actId="1076"/>
          <ac:picMkLst>
            <pc:docMk/>
            <pc:sldMk cId="1392206186" sldId="2499"/>
            <ac:picMk id="6" creationId="{B9A09B40-E524-5765-2561-E1D7F3D63CA9}"/>
          </ac:picMkLst>
        </pc:picChg>
        <pc:picChg chg="add mod modCrop">
          <ac:chgData name="Owais Ahmed" userId="6abc7d4556b3b071" providerId="LiveId" clId="{DFFDD5F8-0524-4744-8952-E0C553CC4692}" dt="2023-03-10T06:38:20.434" v="2050" actId="1076"/>
          <ac:picMkLst>
            <pc:docMk/>
            <pc:sldMk cId="1392206186" sldId="2499"/>
            <ac:picMk id="7" creationId="{F54EFA5F-33CE-2D86-9AFB-33A113453FAB}"/>
          </ac:picMkLst>
        </pc:picChg>
      </pc:sldChg>
      <pc:sldChg chg="addSp delSp modSp add mod ord">
        <pc:chgData name="Owais Ahmed" userId="6abc7d4556b3b071" providerId="LiveId" clId="{DFFDD5F8-0524-4744-8952-E0C553CC4692}" dt="2023-03-10T06:38:52.730" v="2063" actId="1076"/>
        <pc:sldMkLst>
          <pc:docMk/>
          <pc:sldMk cId="1565563056" sldId="2500"/>
        </pc:sldMkLst>
        <pc:spChg chg="mod">
          <ac:chgData name="Owais Ahmed" userId="6abc7d4556b3b071" providerId="LiveId" clId="{DFFDD5F8-0524-4744-8952-E0C553CC4692}" dt="2023-03-10T06:38:37.803" v="2057" actId="20577"/>
          <ac:spMkLst>
            <pc:docMk/>
            <pc:sldMk cId="1565563056" sldId="2500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8:52.730" v="2063" actId="1076"/>
          <ac:picMkLst>
            <pc:docMk/>
            <pc:sldMk cId="1565563056" sldId="2500"/>
            <ac:picMk id="3" creationId="{67F8AB5C-4DBA-D7F6-342F-EFC8DC5DCF7B}"/>
          </ac:picMkLst>
        </pc:picChg>
        <pc:picChg chg="del">
          <ac:chgData name="Owais Ahmed" userId="6abc7d4556b3b071" providerId="LiveId" clId="{DFFDD5F8-0524-4744-8952-E0C553CC4692}" dt="2023-03-10T06:38:39.481" v="2058" actId="478"/>
          <ac:picMkLst>
            <pc:docMk/>
            <pc:sldMk cId="1565563056" sldId="2500"/>
            <ac:picMk id="6" creationId="{C7F026FB-6743-AA5E-97C3-2351693D4891}"/>
          </ac:picMkLst>
        </pc:picChg>
      </pc:sldChg>
    </pc:docChg>
  </pc:docChgLst>
  <pc:docChgLst>
    <pc:chgData name="Owais Ahmed" userId="6abc7d4556b3b071" providerId="LiveId" clId="{85A129D3-1BA4-4A63-924B-7772A7960428}"/>
    <pc:docChg chg="undo custSel delSld modSld">
      <pc:chgData name="Owais Ahmed" userId="6abc7d4556b3b071" providerId="LiveId" clId="{85A129D3-1BA4-4A63-924B-7772A7960428}" dt="2023-03-02T04:26:09.378" v="409" actId="47"/>
      <pc:docMkLst>
        <pc:docMk/>
      </pc:docMkLst>
      <pc:sldChg chg="modSp mod">
        <pc:chgData name="Owais Ahmed" userId="6abc7d4556b3b071" providerId="LiveId" clId="{85A129D3-1BA4-4A63-924B-7772A7960428}" dt="2023-03-02T04:05:28.784" v="22" actId="20577"/>
        <pc:sldMkLst>
          <pc:docMk/>
          <pc:sldMk cId="3927832306" sldId="2448"/>
        </pc:sldMkLst>
        <pc:spChg chg="mod">
          <ac:chgData name="Owais Ahmed" userId="6abc7d4556b3b071" providerId="LiveId" clId="{85A129D3-1BA4-4A63-924B-7772A7960428}" dt="2023-03-02T04:05:28.784" v="22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85A129D3-1BA4-4A63-924B-7772A7960428}" dt="2023-03-02T04:05:48.052" v="25" actId="20577"/>
        <pc:sldMkLst>
          <pc:docMk/>
          <pc:sldMk cId="1649098948" sldId="2462"/>
        </pc:sldMkLst>
        <pc:spChg chg="mod">
          <ac:chgData name="Owais Ahmed" userId="6abc7d4556b3b071" providerId="LiveId" clId="{85A129D3-1BA4-4A63-924B-7772A7960428}" dt="2023-03-02T04:05:48.052" v="2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NotesTx">
        <pc:chgData name="Owais Ahmed" userId="6abc7d4556b3b071" providerId="LiveId" clId="{85A129D3-1BA4-4A63-924B-7772A7960428}" dt="2023-03-02T04:09:29.587" v="112"/>
        <pc:sldMkLst>
          <pc:docMk/>
          <pc:sldMk cId="641030253" sldId="2479"/>
        </pc:sldMkLst>
        <pc:spChg chg="mod">
          <ac:chgData name="Owais Ahmed" userId="6abc7d4556b3b071" providerId="LiveId" clId="{85A129D3-1BA4-4A63-924B-7772A7960428}" dt="2023-03-02T04:06:14.352" v="51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85A129D3-1BA4-4A63-924B-7772A7960428}" dt="2023-03-02T04:20:49.483" v="340" actId="255"/>
        <pc:sldMkLst>
          <pc:docMk/>
          <pc:sldMk cId="2426892836" sldId="2485"/>
        </pc:sldMkLst>
        <pc:spChg chg="mod">
          <ac:chgData name="Owais Ahmed" userId="6abc7d4556b3b071" providerId="LiveId" clId="{85A129D3-1BA4-4A63-924B-7772A7960428}" dt="2023-03-02T04:20:49.483" v="340" actId="255"/>
          <ac:spMkLst>
            <pc:docMk/>
            <pc:sldMk cId="2426892836" sldId="2485"/>
            <ac:spMk id="3" creationId="{4A1C0383-58FE-E486-295E-B33B8683B938}"/>
          </ac:spMkLst>
        </pc:spChg>
      </pc:sldChg>
      <pc:sldChg chg="modSp mod modAnim modNotesTx">
        <pc:chgData name="Owais Ahmed" userId="6abc7d4556b3b071" providerId="LiveId" clId="{85A129D3-1BA4-4A63-924B-7772A7960428}" dt="2023-03-02T04:09:44.680" v="114"/>
        <pc:sldMkLst>
          <pc:docMk/>
          <pc:sldMk cId="3132224988" sldId="2486"/>
        </pc:sldMkLst>
        <pc:spChg chg="mod">
          <ac:chgData name="Owais Ahmed" userId="6abc7d4556b3b071" providerId="LiveId" clId="{85A129D3-1BA4-4A63-924B-7772A7960428}" dt="2023-03-02T04:06:46.928" v="67" actId="20577"/>
          <ac:spMkLst>
            <pc:docMk/>
            <pc:sldMk cId="3132224988" sldId="2486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13:21.793" v="126" actId="47"/>
        <pc:sldMkLst>
          <pc:docMk/>
          <pc:sldMk cId="2805003587" sldId="2487"/>
        </pc:sldMkLst>
      </pc:sldChg>
      <pc:sldChg chg="modSp modAnim modNotesTx">
        <pc:chgData name="Owais Ahmed" userId="6abc7d4556b3b071" providerId="LiveId" clId="{85A129D3-1BA4-4A63-924B-7772A7960428}" dt="2023-03-02T04:10:00.993" v="125" actId="20577"/>
        <pc:sldMkLst>
          <pc:docMk/>
          <pc:sldMk cId="918376006" sldId="2488"/>
        </pc:sldMkLst>
        <pc:spChg chg="mod">
          <ac:chgData name="Owais Ahmed" userId="6abc7d4556b3b071" providerId="LiveId" clId="{85A129D3-1BA4-4A63-924B-7772A7960428}" dt="2023-03-02T04:10:00.993" v="125" actId="20577"/>
          <ac:spMkLst>
            <pc:docMk/>
            <pc:sldMk cId="918376006" sldId="2488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4:07.947" v="358" actId="20577"/>
        <pc:sldMkLst>
          <pc:docMk/>
          <pc:sldMk cId="3454217637" sldId="2489"/>
        </pc:sldMkLst>
        <pc:spChg chg="mod">
          <ac:chgData name="Owais Ahmed" userId="6abc7d4556b3b071" providerId="LiveId" clId="{85A129D3-1BA4-4A63-924B-7772A7960428}" dt="2023-03-02T04:24:07.947" v="358" actId="20577"/>
          <ac:spMkLst>
            <pc:docMk/>
            <pc:sldMk cId="3454217637" sldId="2489"/>
            <ac:spMk id="3" creationId="{4A1C0383-58FE-E486-295E-B33B8683B938}"/>
          </ac:spMkLst>
        </pc:spChg>
      </pc:sldChg>
      <pc:sldChg chg="modSp modAnim modNotesTx">
        <pc:chgData name="Owais Ahmed" userId="6abc7d4556b3b071" providerId="LiveId" clId="{85A129D3-1BA4-4A63-924B-7772A7960428}" dt="2023-03-02T04:25:33.968" v="395" actId="20577"/>
        <pc:sldMkLst>
          <pc:docMk/>
          <pc:sldMk cId="3828703945" sldId="2490"/>
        </pc:sldMkLst>
        <pc:spChg chg="mod">
          <ac:chgData name="Owais Ahmed" userId="6abc7d4556b3b071" providerId="LiveId" clId="{85A129D3-1BA4-4A63-924B-7772A7960428}" dt="2023-03-02T04:24:50.592" v="382" actId="6549"/>
          <ac:spMkLst>
            <pc:docMk/>
            <pc:sldMk cId="3828703945" sldId="2490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6:05.613" v="408" actId="6549"/>
        <pc:sldMkLst>
          <pc:docMk/>
          <pc:sldMk cId="1696537967" sldId="2491"/>
        </pc:sldMkLst>
        <pc:spChg chg="mod">
          <ac:chgData name="Owais Ahmed" userId="6abc7d4556b3b071" providerId="LiveId" clId="{85A129D3-1BA4-4A63-924B-7772A7960428}" dt="2023-03-02T04:26:05.613" v="408" actId="6549"/>
          <ac:spMkLst>
            <pc:docMk/>
            <pc:sldMk cId="1696537967" sldId="2491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26:09.378" v="409" actId="47"/>
        <pc:sldMkLst>
          <pc:docMk/>
          <pc:sldMk cId="2509892412" sldId="2492"/>
        </pc:sldMkLst>
      </pc:sldChg>
    </pc:docChg>
  </pc:docChgLst>
  <pc:docChgLst>
    <pc:chgData name="Owais Ahmed" userId="6abc7d4556b3b071" providerId="LiveId" clId="{1F8F2E5C-9AA2-4225-9503-341E0F637492}"/>
    <pc:docChg chg="modSld">
      <pc:chgData name="Owais Ahmed" userId="6abc7d4556b3b071" providerId="LiveId" clId="{1F8F2E5C-9AA2-4225-9503-341E0F637492}" dt="2023-06-27T06:00:04.950" v="1" actId="20577"/>
      <pc:docMkLst>
        <pc:docMk/>
      </pc:docMkLst>
      <pc:sldChg chg="modSp">
        <pc:chgData name="Owais Ahmed" userId="6abc7d4556b3b071" providerId="LiveId" clId="{1F8F2E5C-9AA2-4225-9503-341E0F637492}" dt="2023-06-27T06:00:04.950" v="1" actId="20577"/>
        <pc:sldMkLst>
          <pc:docMk/>
          <pc:sldMk cId="445128117" sldId="2519"/>
        </pc:sldMkLst>
        <pc:spChg chg="mod">
          <ac:chgData name="Owais Ahmed" userId="6abc7d4556b3b071" providerId="LiveId" clId="{1F8F2E5C-9AA2-4225-9503-341E0F637492}" dt="2023-06-27T06:00:04.950" v="1" actId="20577"/>
          <ac:spMkLst>
            <pc:docMk/>
            <pc:sldMk cId="445128117" sldId="2519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C6795B63-7D89-4AA1-88EA-80EA7C4E130A}"/>
    <pc:docChg chg="undo custSel addSld delSld modSld sldOrd">
      <pc:chgData name="Owais Ahmed" userId="6abc7d4556b3b071" providerId="LiveId" clId="{C6795B63-7D89-4AA1-88EA-80EA7C4E130A}" dt="2023-03-11T05:17:00.705" v="1042" actId="20577"/>
      <pc:docMkLst>
        <pc:docMk/>
      </pc:docMkLst>
      <pc:sldChg chg="modSp">
        <pc:chgData name="Owais Ahmed" userId="6abc7d4556b3b071" providerId="LiveId" clId="{C6795B63-7D89-4AA1-88EA-80EA7C4E130A}" dt="2023-03-11T03:11:21.561" v="25" actId="6549"/>
        <pc:sldMkLst>
          <pc:docMk/>
          <pc:sldMk cId="3995319414" sldId="2482"/>
        </pc:sldMkLst>
        <pc:spChg chg="mod">
          <ac:chgData name="Owais Ahmed" userId="6abc7d4556b3b071" providerId="LiveId" clId="{C6795B63-7D89-4AA1-88EA-80EA7C4E130A}" dt="2023-03-11T03:11:21.561" v="25" actId="6549"/>
          <ac:spMkLst>
            <pc:docMk/>
            <pc:sldMk cId="3995319414" sldId="2482"/>
            <ac:spMk id="3" creationId="{4A1C0383-58FE-E486-295E-B33B8683B938}"/>
          </ac:spMkLst>
        </pc:spChg>
      </pc:sldChg>
      <pc:sldChg chg="modAnim">
        <pc:chgData name="Owais Ahmed" userId="6abc7d4556b3b071" providerId="LiveId" clId="{C6795B63-7D89-4AA1-88EA-80EA7C4E130A}" dt="2023-03-11T03:46:50.583" v="822"/>
        <pc:sldMkLst>
          <pc:docMk/>
          <pc:sldMk cId="1323242083" sldId="2487"/>
        </pc:sldMkLst>
      </pc:sldChg>
      <pc:sldChg chg="del modNotesTx">
        <pc:chgData name="Owais Ahmed" userId="6abc7d4556b3b071" providerId="LiveId" clId="{C6795B63-7D89-4AA1-88EA-80EA7C4E130A}" dt="2023-03-11T03:36:15.903" v="519" actId="47"/>
        <pc:sldMkLst>
          <pc:docMk/>
          <pc:sldMk cId="791527134" sldId="2493"/>
        </pc:sldMkLst>
      </pc:sldChg>
      <pc:sldChg chg="del modNotesTx">
        <pc:chgData name="Owais Ahmed" userId="6abc7d4556b3b071" providerId="LiveId" clId="{C6795B63-7D89-4AA1-88EA-80EA7C4E130A}" dt="2023-03-11T03:36:17" v="520" actId="47"/>
        <pc:sldMkLst>
          <pc:docMk/>
          <pc:sldMk cId="1615339114" sldId="2494"/>
        </pc:sldMkLst>
      </pc:sldChg>
      <pc:sldChg chg="modNotesTx">
        <pc:chgData name="Owais Ahmed" userId="6abc7d4556b3b071" providerId="LiveId" clId="{C6795B63-7D89-4AA1-88EA-80EA7C4E130A}" dt="2023-03-11T03:36:22.780" v="521" actId="6549"/>
        <pc:sldMkLst>
          <pc:docMk/>
          <pc:sldMk cId="2451653014" sldId="2495"/>
        </pc:sldMkLst>
      </pc:sldChg>
      <pc:sldChg chg="modNotesTx">
        <pc:chgData name="Owais Ahmed" userId="6abc7d4556b3b071" providerId="LiveId" clId="{C6795B63-7D89-4AA1-88EA-80EA7C4E130A}" dt="2023-03-11T03:36:30.914" v="522" actId="6549"/>
        <pc:sldMkLst>
          <pc:docMk/>
          <pc:sldMk cId="221477371" sldId="2496"/>
        </pc:sldMkLst>
      </pc:sldChg>
      <pc:sldChg chg="modNotesTx">
        <pc:chgData name="Owais Ahmed" userId="6abc7d4556b3b071" providerId="LiveId" clId="{C6795B63-7D89-4AA1-88EA-80EA7C4E130A}" dt="2023-03-11T03:36:34.045" v="523" actId="6549"/>
        <pc:sldMkLst>
          <pc:docMk/>
          <pc:sldMk cId="3157158652" sldId="2497"/>
        </pc:sldMkLst>
      </pc:sldChg>
      <pc:sldChg chg="modNotesTx">
        <pc:chgData name="Owais Ahmed" userId="6abc7d4556b3b071" providerId="LiveId" clId="{C6795B63-7D89-4AA1-88EA-80EA7C4E130A}" dt="2023-03-11T03:36:37.497" v="524" actId="6549"/>
        <pc:sldMkLst>
          <pc:docMk/>
          <pc:sldMk cId="246758894" sldId="2498"/>
        </pc:sldMkLst>
      </pc:sldChg>
      <pc:sldChg chg="addSp delSp modSp mod addAnim delAnim modNotesTx">
        <pc:chgData name="Owais Ahmed" userId="6abc7d4556b3b071" providerId="LiveId" clId="{C6795B63-7D89-4AA1-88EA-80EA7C4E130A}" dt="2023-03-11T03:36:41.102" v="525" actId="6549"/>
        <pc:sldMkLst>
          <pc:docMk/>
          <pc:sldMk cId="1392206186" sldId="2499"/>
        </pc:sldMkLst>
        <pc:spChg chg="mod">
          <ac:chgData name="Owais Ahmed" userId="6abc7d4556b3b071" providerId="LiveId" clId="{C6795B63-7D89-4AA1-88EA-80EA7C4E130A}" dt="2023-03-11T03:10:59.241" v="22" actId="20577"/>
          <ac:spMkLst>
            <pc:docMk/>
            <pc:sldMk cId="1392206186" sldId="2499"/>
            <ac:spMk id="3" creationId="{4A1C0383-58FE-E486-295E-B33B8683B938}"/>
          </ac:spMkLst>
        </pc:spChg>
        <pc:picChg chg="add del mod">
          <ac:chgData name="Owais Ahmed" userId="6abc7d4556b3b071" providerId="LiveId" clId="{C6795B63-7D89-4AA1-88EA-80EA7C4E130A}" dt="2023-03-11T03:11:06.638" v="24" actId="478"/>
          <ac:picMkLst>
            <pc:docMk/>
            <pc:sldMk cId="1392206186" sldId="2499"/>
            <ac:picMk id="7" creationId="{F54EFA5F-33CE-2D86-9AFB-33A113453FAB}"/>
          </ac:picMkLst>
        </pc:picChg>
      </pc:sldChg>
      <pc:sldChg chg="modNotesTx">
        <pc:chgData name="Owais Ahmed" userId="6abc7d4556b3b071" providerId="LiveId" clId="{C6795B63-7D89-4AA1-88EA-80EA7C4E130A}" dt="2023-03-11T03:36:56.103" v="526" actId="20577"/>
        <pc:sldMkLst>
          <pc:docMk/>
          <pc:sldMk cId="1565563056" sldId="2500"/>
        </pc:sldMkLst>
      </pc:sldChg>
      <pc:sldChg chg="addSp delSp modSp add mod ord delAnim modAnim modNotesTx">
        <pc:chgData name="Owais Ahmed" userId="6abc7d4556b3b071" providerId="LiveId" clId="{C6795B63-7D89-4AA1-88EA-80EA7C4E130A}" dt="2023-03-11T03:51:20.838" v="868" actId="20577"/>
        <pc:sldMkLst>
          <pc:docMk/>
          <pc:sldMk cId="1703006424" sldId="2501"/>
        </pc:sldMkLst>
        <pc:spChg chg="mod">
          <ac:chgData name="Owais Ahmed" userId="6abc7d4556b3b071" providerId="LiveId" clId="{C6795B63-7D89-4AA1-88EA-80EA7C4E130A}" dt="2023-03-11T03:41:18.012" v="742" actId="27636"/>
          <ac:spMkLst>
            <pc:docMk/>
            <pc:sldMk cId="1703006424" sldId="2501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10:24.220" v="6" actId="20577"/>
          <ac:spMkLst>
            <pc:docMk/>
            <pc:sldMk cId="1703006424" sldId="2501"/>
            <ac:spMk id="215" creationId="{00000000-0000-0000-0000-000000000000}"/>
          </ac:spMkLst>
        </pc:spChg>
        <pc:picChg chg="add mod ord modCrop">
          <ac:chgData name="Owais Ahmed" userId="6abc7d4556b3b071" providerId="LiveId" clId="{C6795B63-7D89-4AA1-88EA-80EA7C4E130A}" dt="2023-03-11T03:43:01.004" v="761" actId="1076"/>
          <ac:picMkLst>
            <pc:docMk/>
            <pc:sldMk cId="1703006424" sldId="2501"/>
            <ac:picMk id="4" creationId="{4D6C3ACA-F578-1BF0-E95F-10A8531DA0CD}"/>
          </ac:picMkLst>
        </pc:picChg>
        <pc:picChg chg="add del mod ord modCrop">
          <ac:chgData name="Owais Ahmed" userId="6abc7d4556b3b071" providerId="LiveId" clId="{C6795B63-7D89-4AA1-88EA-80EA7C4E130A}" dt="2023-03-11T03:42:46.265" v="758" actId="21"/>
          <ac:picMkLst>
            <pc:docMk/>
            <pc:sldMk cId="1703006424" sldId="2501"/>
            <ac:picMk id="5" creationId="{FC2D7326-001A-9A6A-95B1-51161A7FF65E}"/>
          </ac:picMkLst>
        </pc:picChg>
        <pc:picChg chg="del">
          <ac:chgData name="Owais Ahmed" userId="6abc7d4556b3b071" providerId="LiveId" clId="{C6795B63-7D89-4AA1-88EA-80EA7C4E130A}" dt="2023-03-11T03:10:28.395" v="8" actId="478"/>
          <ac:picMkLst>
            <pc:docMk/>
            <pc:sldMk cId="1703006424" sldId="2501"/>
            <ac:picMk id="6" creationId="{B9A09B40-E524-5765-2561-E1D7F3D63CA9}"/>
          </ac:picMkLst>
        </pc:picChg>
        <pc:picChg chg="del">
          <ac:chgData name="Owais Ahmed" userId="6abc7d4556b3b071" providerId="LiveId" clId="{C6795B63-7D89-4AA1-88EA-80EA7C4E130A}" dt="2023-03-11T03:10:27.613" v="7" actId="478"/>
          <ac:picMkLst>
            <pc:docMk/>
            <pc:sldMk cId="1703006424" sldId="2501"/>
            <ac:picMk id="7" creationId="{F54EFA5F-33CE-2D86-9AFB-33A113453FAB}"/>
          </ac:picMkLst>
        </pc:picChg>
        <pc:picChg chg="add mod">
          <ac:chgData name="Owais Ahmed" userId="6abc7d4556b3b071" providerId="LiveId" clId="{C6795B63-7D89-4AA1-88EA-80EA7C4E130A}" dt="2023-03-11T03:43:04.955" v="762"/>
          <ac:picMkLst>
            <pc:docMk/>
            <pc:sldMk cId="1703006424" sldId="2501"/>
            <ac:picMk id="8" creationId="{242D8EB5-27C5-3873-B5AF-04E4452AECCB}"/>
          </ac:picMkLst>
        </pc:picChg>
      </pc:sldChg>
      <pc:sldChg chg="addSp delSp modSp add mod modAnim modNotesTx">
        <pc:chgData name="Owais Ahmed" userId="6abc7d4556b3b071" providerId="LiveId" clId="{C6795B63-7D89-4AA1-88EA-80EA7C4E130A}" dt="2023-03-11T05:17:00.705" v="1042" actId="20577"/>
        <pc:sldMkLst>
          <pc:docMk/>
          <pc:sldMk cId="2459176591" sldId="2502"/>
        </pc:sldMkLst>
        <pc:spChg chg="mod">
          <ac:chgData name="Owais Ahmed" userId="6abc7d4556b3b071" providerId="LiveId" clId="{C6795B63-7D89-4AA1-88EA-80EA7C4E130A}" dt="2023-03-11T03:48:10.874" v="826" actId="20577"/>
          <ac:spMkLst>
            <pc:docMk/>
            <pc:sldMk cId="2459176591" sldId="2502"/>
            <ac:spMk id="3" creationId="{4A1C0383-58FE-E486-295E-B33B8683B938}"/>
          </ac:spMkLst>
        </pc:spChg>
        <pc:spChg chg="add del">
          <ac:chgData name="Owais Ahmed" userId="6abc7d4556b3b071" providerId="LiveId" clId="{C6795B63-7D89-4AA1-88EA-80EA7C4E130A}" dt="2023-03-11T03:33:12.073" v="411"/>
          <ac:spMkLst>
            <pc:docMk/>
            <pc:sldMk cId="2459176591" sldId="2502"/>
            <ac:spMk id="4" creationId="{C1ABDDFB-D4DB-2095-E121-D1664E8D709C}"/>
          </ac:spMkLst>
        </pc:spChg>
        <pc:spChg chg="mod">
          <ac:chgData name="Owais Ahmed" userId="6abc7d4556b3b071" providerId="LiveId" clId="{C6795B63-7D89-4AA1-88EA-80EA7C4E130A}" dt="2023-03-11T03:14:56.770" v="76" actId="20577"/>
          <ac:spMkLst>
            <pc:docMk/>
            <pc:sldMk cId="2459176591" sldId="2502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C6795B63-7D89-4AA1-88EA-80EA7C4E130A}" dt="2023-03-11T03:56:01.925" v="922" actId="20577"/>
        <pc:sldMkLst>
          <pc:docMk/>
          <pc:sldMk cId="3149883331" sldId="2503"/>
        </pc:sldMkLst>
        <pc:spChg chg="mod">
          <ac:chgData name="Owais Ahmed" userId="6abc7d4556b3b071" providerId="LiveId" clId="{C6795B63-7D89-4AA1-88EA-80EA7C4E130A}" dt="2023-03-11T03:56:01.925" v="922" actId="20577"/>
          <ac:spMkLst>
            <pc:docMk/>
            <pc:sldMk cId="3149883331" sldId="2503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1:14.674" v="867" actId="20577"/>
          <ac:spMkLst>
            <pc:docMk/>
            <pc:sldMk cId="3149883331" sldId="2503"/>
            <ac:spMk id="215" creationId="{00000000-0000-0000-0000-000000000000}"/>
          </ac:spMkLst>
        </pc:spChg>
        <pc:picChg chg="del">
          <ac:chgData name="Owais Ahmed" userId="6abc7d4556b3b071" providerId="LiveId" clId="{C6795B63-7D89-4AA1-88EA-80EA7C4E130A}" dt="2023-03-11T03:43:47.888" v="783" actId="478"/>
          <ac:picMkLst>
            <pc:docMk/>
            <pc:sldMk cId="3149883331" sldId="2503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5" creationId="{7B7CC089-8E77-7A0B-F5B2-F5EC7CB9D8F4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6" creationId="{A66F29D1-E1DC-ACE2-17EC-B7B99B9B2167}"/>
          </ac:picMkLst>
        </pc:picChg>
        <pc:picChg chg="add del mod">
          <ac:chgData name="Owais Ahmed" userId="6abc7d4556b3b071" providerId="LiveId" clId="{C6795B63-7D89-4AA1-88EA-80EA7C4E130A}" dt="2023-03-11T03:44:28.194" v="789"/>
          <ac:picMkLst>
            <pc:docMk/>
            <pc:sldMk cId="3149883331" sldId="2503"/>
            <ac:picMk id="7" creationId="{A52C01B2-3A7F-FB3C-0149-5125EC5F5789}"/>
          </ac:picMkLst>
        </pc:picChg>
        <pc:picChg chg="del">
          <ac:chgData name="Owais Ahmed" userId="6abc7d4556b3b071" providerId="LiveId" clId="{C6795B63-7D89-4AA1-88EA-80EA7C4E130A}" dt="2023-03-11T03:43:47.402" v="782" actId="478"/>
          <ac:picMkLst>
            <pc:docMk/>
            <pc:sldMk cId="3149883331" sldId="2503"/>
            <ac:picMk id="8" creationId="{242D8EB5-27C5-3873-B5AF-04E4452AECCB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9" creationId="{FB1B7B48-1E37-6883-9552-F7D5C75839A8}"/>
          </ac:picMkLst>
        </pc:picChg>
        <pc:picChg chg="add mod">
          <ac:chgData name="Owais Ahmed" userId="6abc7d4556b3b071" providerId="LiveId" clId="{C6795B63-7D89-4AA1-88EA-80EA7C4E130A}" dt="2023-03-11T03:52:25.385" v="873" actId="14100"/>
          <ac:picMkLst>
            <pc:docMk/>
            <pc:sldMk cId="3149883331" sldId="2503"/>
            <ac:picMk id="2050" creationId="{7725125D-30D6-290C-FE30-715FC319B521}"/>
          </ac:picMkLst>
        </pc:picChg>
        <pc:picChg chg="add mod">
          <ac:chgData name="Owais Ahmed" userId="6abc7d4556b3b071" providerId="LiveId" clId="{C6795B63-7D89-4AA1-88EA-80EA7C4E130A}" dt="2023-03-11T03:53:34.238" v="886" actId="1076"/>
          <ac:picMkLst>
            <pc:docMk/>
            <pc:sldMk cId="3149883331" sldId="2503"/>
            <ac:picMk id="2052" creationId="{D05F668F-AE9A-8AB9-BB2E-F09EDB32D4F9}"/>
          </ac:picMkLst>
        </pc:picChg>
      </pc:sldChg>
      <pc:sldChg chg="addSp delSp modSp add mod delAnim modAnim">
        <pc:chgData name="Owais Ahmed" userId="6abc7d4556b3b071" providerId="LiveId" clId="{C6795B63-7D89-4AA1-88EA-80EA7C4E130A}" dt="2023-03-11T05:14:48.645" v="1039" actId="20577"/>
        <pc:sldMkLst>
          <pc:docMk/>
          <pc:sldMk cId="3473336835" sldId="2504"/>
        </pc:sldMkLst>
        <pc:spChg chg="mod">
          <ac:chgData name="Owais Ahmed" userId="6abc7d4556b3b071" providerId="LiveId" clId="{C6795B63-7D89-4AA1-88EA-80EA7C4E130A}" dt="2023-03-11T05:14:48.645" v="1039" actId="20577"/>
          <ac:spMkLst>
            <pc:docMk/>
            <pc:sldMk cId="3473336835" sldId="2504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8:07.444" v="926" actId="20577"/>
          <ac:spMkLst>
            <pc:docMk/>
            <pc:sldMk cId="3473336835" sldId="250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6795B63-7D89-4AA1-88EA-80EA7C4E130A}" dt="2023-03-11T05:09:27.392" v="1036" actId="1076"/>
          <ac:graphicFrameMkLst>
            <pc:docMk/>
            <pc:sldMk cId="3473336835" sldId="2504"/>
            <ac:graphicFrameMk id="7" creationId="{FEBFA153-7CBD-C387-AE41-C7328A315EA1}"/>
          </ac:graphicFrameMkLst>
        </pc:graphicFrameChg>
        <pc:picChg chg="del">
          <ac:chgData name="Owais Ahmed" userId="6abc7d4556b3b071" providerId="LiveId" clId="{C6795B63-7D89-4AA1-88EA-80EA7C4E130A}" dt="2023-03-11T04:01:34.825" v="966" actId="478"/>
          <ac:picMkLst>
            <pc:docMk/>
            <pc:sldMk cId="3473336835" sldId="2504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4:04:00.262" v="995" actId="1076"/>
          <ac:picMkLst>
            <pc:docMk/>
            <pc:sldMk cId="3473336835" sldId="2504"/>
            <ac:picMk id="5" creationId="{4BD0F157-1158-0F77-3890-28A423CF825A}"/>
          </ac:picMkLst>
        </pc:picChg>
        <pc:picChg chg="add mod modCrop">
          <ac:chgData name="Owais Ahmed" userId="6abc7d4556b3b071" providerId="LiveId" clId="{C6795B63-7D89-4AA1-88EA-80EA7C4E130A}" dt="2023-03-11T04:04:03.660" v="996" actId="1076"/>
          <ac:picMkLst>
            <pc:docMk/>
            <pc:sldMk cId="3473336835" sldId="2504"/>
            <ac:picMk id="6" creationId="{F5B21C09-575C-DD3B-9FA6-922795182242}"/>
          </ac:picMkLst>
        </pc:picChg>
        <pc:picChg chg="del">
          <ac:chgData name="Owais Ahmed" userId="6abc7d4556b3b071" providerId="LiveId" clId="{C6795B63-7D89-4AA1-88EA-80EA7C4E130A}" dt="2023-03-11T04:01:32.544" v="965" actId="478"/>
          <ac:picMkLst>
            <pc:docMk/>
            <pc:sldMk cId="3473336835" sldId="2504"/>
            <ac:picMk id="8" creationId="{242D8EB5-27C5-3873-B5AF-04E4452AECCB}"/>
          </ac:picMkLst>
        </pc:picChg>
        <pc:picChg chg="add del">
          <ac:chgData name="Owais Ahmed" userId="6abc7d4556b3b071" providerId="LiveId" clId="{C6795B63-7D89-4AA1-88EA-80EA7C4E130A}" dt="2023-03-11T04:26:30.660" v="1018" actId="478"/>
          <ac:picMkLst>
            <pc:docMk/>
            <pc:sldMk cId="3473336835" sldId="2504"/>
            <ac:picMk id="10" creationId="{C319830D-6592-8065-F3D4-E1B4FBA588EA}"/>
          </ac:picMkLst>
        </pc:picChg>
        <pc:picChg chg="add del mod">
          <ac:chgData name="Owais Ahmed" userId="6abc7d4556b3b071" providerId="LiveId" clId="{C6795B63-7D89-4AA1-88EA-80EA7C4E130A}" dt="2023-03-11T05:07:43.630" v="1026" actId="21"/>
          <ac:picMkLst>
            <pc:docMk/>
            <pc:sldMk cId="3473336835" sldId="2504"/>
            <ac:picMk id="12" creationId="{08953E5D-9E2B-B412-882A-89BE881A135A}"/>
          </ac:picMkLst>
        </pc:picChg>
        <pc:picChg chg="add mod">
          <ac:chgData name="Owais Ahmed" userId="6abc7d4556b3b071" providerId="LiveId" clId="{C6795B63-7D89-4AA1-88EA-80EA7C4E130A}" dt="2023-03-11T05:09:32.409" v="1037" actId="1076"/>
          <ac:picMkLst>
            <pc:docMk/>
            <pc:sldMk cId="3473336835" sldId="2504"/>
            <ac:picMk id="13" creationId="{1994FC53-A8ED-A1EE-D32F-910649A1D97C}"/>
          </ac:picMkLst>
        </pc:picChg>
      </pc:sldChg>
      <pc:sldChg chg="add del">
        <pc:chgData name="Owais Ahmed" userId="6abc7d4556b3b071" providerId="LiveId" clId="{C6795B63-7D89-4AA1-88EA-80EA7C4E130A}" dt="2023-03-11T05:16:39.266" v="1041" actId="47"/>
        <pc:sldMkLst>
          <pc:docMk/>
          <pc:sldMk cId="1944748920" sldId="2505"/>
        </pc:sldMkLst>
      </pc:sldChg>
    </pc:docChg>
  </pc:docChgLst>
  <pc:docChgLst>
    <pc:chgData name="Owais Ahmed" userId="6abc7d4556b3b071" providerId="LiveId" clId="{CACC8309-725A-4E89-8A58-327E57842544}"/>
    <pc:docChg chg="undo redo custSel addSld delSld modSld sldOrd">
      <pc:chgData name="Owais Ahmed" userId="6abc7d4556b3b071" providerId="LiveId" clId="{CACC8309-725A-4E89-8A58-327E57842544}" dt="2023-03-17T06:23:49.289" v="4595"/>
      <pc:docMkLst>
        <pc:docMk/>
      </pc:docMkLst>
      <pc:sldChg chg="modSp mod">
        <pc:chgData name="Owais Ahmed" userId="6abc7d4556b3b071" providerId="LiveId" clId="{CACC8309-725A-4E89-8A58-327E57842544}" dt="2023-03-17T05:54:37.721" v="3889" actId="20577"/>
        <pc:sldMkLst>
          <pc:docMk/>
          <pc:sldMk cId="1649098948" sldId="2462"/>
        </pc:sldMkLst>
        <pc:spChg chg="mod">
          <ac:chgData name="Owais Ahmed" userId="6abc7d4556b3b071" providerId="LiveId" clId="{CACC8309-725A-4E89-8A58-327E57842544}" dt="2023-03-17T05:54:37.721" v="388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del mod">
        <pc:chgData name="Owais Ahmed" userId="6abc7d4556b3b071" providerId="LiveId" clId="{CACC8309-725A-4E89-8A58-327E57842544}" dt="2023-03-17T05:11:11.088" v="2771" actId="47"/>
        <pc:sldMkLst>
          <pc:docMk/>
          <pc:sldMk cId="641030253" sldId="2479"/>
        </pc:sldMkLst>
        <pc:spChg chg="mod">
          <ac:chgData name="Owais Ahmed" userId="6abc7d4556b3b071" providerId="LiveId" clId="{CACC8309-725A-4E89-8A58-327E57842544}" dt="2023-03-17T04:18:18.686" v="142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5:11:10.907" v="2770" actId="47"/>
        <pc:sldMkLst>
          <pc:docMk/>
          <pc:sldMk cId="1392206186" sldId="2499"/>
        </pc:sldMkLst>
      </pc:sldChg>
      <pc:sldChg chg="del">
        <pc:chgData name="Owais Ahmed" userId="6abc7d4556b3b071" providerId="LiveId" clId="{CACC8309-725A-4E89-8A58-327E57842544}" dt="2023-03-17T05:11:15.992" v="2778" actId="47"/>
        <pc:sldMkLst>
          <pc:docMk/>
          <pc:sldMk cId="1223673830" sldId="2501"/>
        </pc:sldMkLst>
      </pc:sldChg>
      <pc:sldChg chg="modSp del mod addAnim delAnim modAnim modNotesTx">
        <pc:chgData name="Owais Ahmed" userId="6abc7d4556b3b071" providerId="LiveId" clId="{CACC8309-725A-4E89-8A58-327E57842544}" dt="2023-03-17T05:11:11.320" v="2772" actId="47"/>
        <pc:sldMkLst>
          <pc:docMk/>
          <pc:sldMk cId="2279712319" sldId="2502"/>
        </pc:sldMkLst>
        <pc:spChg chg="mod">
          <ac:chgData name="Owais Ahmed" userId="6abc7d4556b3b071" providerId="LiveId" clId="{CACC8309-725A-4E89-8A58-327E57842544}" dt="2023-03-17T04:18:35.476" v="143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4:18:15.296" v="1428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5:11:16.403" v="2780" actId="47"/>
        <pc:sldMkLst>
          <pc:docMk/>
          <pc:sldMk cId="3565255470" sldId="2503"/>
        </pc:sldMkLst>
      </pc:sldChg>
      <pc:sldChg chg="del">
        <pc:chgData name="Owais Ahmed" userId="6abc7d4556b3b071" providerId="LiveId" clId="{CACC8309-725A-4E89-8A58-327E57842544}" dt="2023-03-17T05:11:17.234" v="2781" actId="47"/>
        <pc:sldMkLst>
          <pc:docMk/>
          <pc:sldMk cId="3179459333" sldId="2504"/>
        </pc:sldMkLst>
      </pc:sldChg>
      <pc:sldChg chg="del">
        <pc:chgData name="Owais Ahmed" userId="6abc7d4556b3b071" providerId="LiveId" clId="{CACC8309-725A-4E89-8A58-327E57842544}" dt="2023-03-17T04:08:13.150" v="1219" actId="47"/>
        <pc:sldMkLst>
          <pc:docMk/>
          <pc:sldMk cId="1084053900" sldId="2505"/>
        </pc:sldMkLst>
      </pc:sldChg>
      <pc:sldChg chg="del">
        <pc:chgData name="Owais Ahmed" userId="6abc7d4556b3b071" providerId="LiveId" clId="{CACC8309-725A-4E89-8A58-327E57842544}" dt="2023-03-17T05:11:17.456" v="2782" actId="47"/>
        <pc:sldMkLst>
          <pc:docMk/>
          <pc:sldMk cId="3621187467" sldId="2506"/>
        </pc:sldMkLst>
      </pc:sldChg>
      <pc:sldChg chg="del">
        <pc:chgData name="Owais Ahmed" userId="6abc7d4556b3b071" providerId="LiveId" clId="{CACC8309-725A-4E89-8A58-327E57842544}" dt="2023-03-17T05:11:16.267" v="2779" actId="47"/>
        <pc:sldMkLst>
          <pc:docMk/>
          <pc:sldMk cId="1990660398" sldId="2507"/>
        </pc:sldMkLst>
      </pc:sldChg>
      <pc:sldChg chg="modSp del mod modAnim modNotesTx">
        <pc:chgData name="Owais Ahmed" userId="6abc7d4556b3b071" providerId="LiveId" clId="{CACC8309-725A-4E89-8A58-327E57842544}" dt="2023-03-17T05:11:13.189" v="2775" actId="47"/>
        <pc:sldMkLst>
          <pc:docMk/>
          <pc:sldMk cId="1508569928" sldId="2508"/>
        </pc:sldMkLst>
        <pc:spChg chg="mod">
          <ac:chgData name="Owais Ahmed" userId="6abc7d4556b3b071" providerId="LiveId" clId="{CACC8309-725A-4E89-8A58-327E57842544}" dt="2023-03-17T04:36:07.853" v="1745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37.141" v="623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del">
        <pc:chgData name="Owais Ahmed" userId="6abc7d4556b3b071" providerId="LiveId" clId="{CACC8309-725A-4E89-8A58-327E57842544}" dt="2023-03-17T05:11:11.773" v="2774" actId="47"/>
        <pc:sldMkLst>
          <pc:docMk/>
          <pc:sldMk cId="2812469995" sldId="2509"/>
        </pc:sldMkLst>
        <pc:spChg chg="mod">
          <ac:chgData name="Owais Ahmed" userId="6abc7d4556b3b071" providerId="LiveId" clId="{CACC8309-725A-4E89-8A58-327E57842544}" dt="2023-03-17T03:43:12.769" v="659" actId="20577"/>
          <ac:spMkLst>
            <pc:docMk/>
            <pc:sldMk cId="2812469995" sldId="2509"/>
            <ac:spMk id="3" creationId="{4A1C0383-58FE-E486-295E-B33B8683B938}"/>
          </ac:spMkLst>
        </pc:spChg>
      </pc:sldChg>
      <pc:sldChg chg="modSp add del mod ord modAnim modNotesTx">
        <pc:chgData name="Owais Ahmed" userId="6abc7d4556b3b071" providerId="LiveId" clId="{CACC8309-725A-4E89-8A58-327E57842544}" dt="2023-03-17T05:11:13.646" v="2776" actId="47"/>
        <pc:sldMkLst>
          <pc:docMk/>
          <pc:sldMk cId="1057691870" sldId="2510"/>
        </pc:sldMkLst>
        <pc:spChg chg="mod">
          <ac:chgData name="Owais Ahmed" userId="6abc7d4556b3b071" providerId="LiveId" clId="{CACC8309-725A-4E89-8A58-327E57842544}" dt="2023-03-17T03:52:50.438" v="1218" actId="20577"/>
          <ac:spMkLst>
            <pc:docMk/>
            <pc:sldMk cId="1057691870" sldId="2510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49.292" v="626"/>
          <ac:spMkLst>
            <pc:docMk/>
            <pc:sldMk cId="1057691870" sldId="2510"/>
            <ac:spMk id="215" creationId="{00000000-0000-0000-0000-000000000000}"/>
          </ac:spMkLst>
        </pc:spChg>
      </pc:sldChg>
      <pc:sldChg chg="modSp add del mod modAnim modNotesTx">
        <pc:chgData name="Owais Ahmed" userId="6abc7d4556b3b071" providerId="LiveId" clId="{CACC8309-725A-4E89-8A58-327E57842544}" dt="2023-03-17T05:11:11.580" v="2773" actId="47"/>
        <pc:sldMkLst>
          <pc:docMk/>
          <pc:sldMk cId="3839483012" sldId="2511"/>
        </pc:sldMkLst>
        <pc:spChg chg="mod">
          <ac:chgData name="Owais Ahmed" userId="6abc7d4556b3b071" providerId="LiveId" clId="{CACC8309-725A-4E89-8A58-327E57842544}" dt="2023-03-17T04:33:26.928" v="1645" actId="20577"/>
          <ac:spMkLst>
            <pc:docMk/>
            <pc:sldMk cId="3839483012" sldId="251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ACC8309-725A-4E89-8A58-327E57842544}" dt="2023-03-17T05:52:49.084" v="3832"/>
        <pc:sldMkLst>
          <pc:docMk/>
          <pc:sldMk cId="138766739" sldId="2512"/>
        </pc:sldMkLst>
        <pc:spChg chg="mod">
          <ac:chgData name="Owais Ahmed" userId="6abc7d4556b3b071" providerId="LiveId" clId="{CACC8309-725A-4E89-8A58-327E57842544}" dt="2023-03-17T05:41:12.168" v="3444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11:24.819" v="2799" actId="20577"/>
          <ac:spMkLst>
            <pc:docMk/>
            <pc:sldMk cId="138766739" sldId="2512"/>
            <ac:spMk id="215" creationId="{00000000-0000-0000-0000-000000000000}"/>
          </ac:spMkLst>
        </pc:spChg>
      </pc:sldChg>
      <pc:sldChg chg="addSp modSp add del mod modAnim">
        <pc:chgData name="Owais Ahmed" userId="6abc7d4556b3b071" providerId="LiveId" clId="{CACC8309-725A-4E89-8A58-327E57842544}" dt="2023-03-17T05:11:15.727" v="2777" actId="47"/>
        <pc:sldMkLst>
          <pc:docMk/>
          <pc:sldMk cId="2153317436" sldId="2513"/>
        </pc:sldMkLst>
        <pc:spChg chg="mod">
          <ac:chgData name="Owais Ahmed" userId="6abc7d4556b3b071" providerId="LiveId" clId="{CACC8309-725A-4E89-8A58-327E57842544}" dt="2023-03-17T05:02:15.873" v="2494" actId="20577"/>
          <ac:spMkLst>
            <pc:docMk/>
            <pc:sldMk cId="2153317436" sldId="2513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0:43.391" v="2369" actId="20577"/>
          <ac:spMkLst>
            <pc:docMk/>
            <pc:sldMk cId="2153317436" sldId="2513"/>
            <ac:spMk id="215" creationId="{00000000-0000-0000-0000-000000000000}"/>
          </ac:spMkLst>
        </pc:spChg>
        <pc:picChg chg="add mod modCrop">
          <ac:chgData name="Owais Ahmed" userId="6abc7d4556b3b071" providerId="LiveId" clId="{CACC8309-725A-4E89-8A58-327E57842544}" dt="2023-03-17T05:01:37.804" v="2383" actId="1076"/>
          <ac:picMkLst>
            <pc:docMk/>
            <pc:sldMk cId="2153317436" sldId="2513"/>
            <ac:picMk id="4" creationId="{21180900-F3B8-E12B-FA4E-A36E1C5CFB0F}"/>
          </ac:picMkLst>
        </pc:picChg>
      </pc:sldChg>
      <pc:sldChg chg="addSp delSp modSp add mod modAnim">
        <pc:chgData name="Owais Ahmed" userId="6abc7d4556b3b071" providerId="LiveId" clId="{CACC8309-725A-4E89-8A58-327E57842544}" dt="2023-03-17T05:52:39.510" v="3829"/>
        <pc:sldMkLst>
          <pc:docMk/>
          <pc:sldMk cId="3186824690" sldId="2513"/>
        </pc:sldMkLst>
        <pc:spChg chg="mod">
          <ac:chgData name="Owais Ahmed" userId="6abc7d4556b3b071" providerId="LiveId" clId="{CACC8309-725A-4E89-8A58-327E57842544}" dt="2023-03-17T05:52:30.729" v="3828" actId="20577"/>
          <ac:spMkLst>
            <pc:docMk/>
            <pc:sldMk cId="3186824690" sldId="2513"/>
            <ac:spMk id="3" creationId="{4A1C0383-58FE-E486-295E-B33B8683B938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6" creationId="{B953899E-57A8-1D33-052B-8342B467868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7" creationId="{F85943B9-3875-A937-79DF-50564CFAB95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8" creationId="{3D33B7C4-BD81-6B5D-6D8F-5CBB41CB5E7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9" creationId="{04B84466-4C31-ABBE-1DB7-BCD93420D3D8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0" creationId="{1525902A-C688-0875-8C67-59717E93EC4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1" creationId="{42770F69-6480-D7E0-EE67-5619AB057A52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2" creationId="{6E99519D-467A-7DA9-3EF6-5DD2BAF0CA5F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3" creationId="{B3EDD6D8-1829-D127-D3C6-B79D2315CC1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4" creationId="{485B19B1-27BC-5AA8-467B-D7575E5A9A3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5" creationId="{F27C91D7-2EB9-2C29-FC13-F3085882FB0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6" creationId="{41282497-0D46-C95B-6350-F40B33CA555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7" creationId="{7F0B0BA4-DDF6-4ABA-2BB7-A9E1A773968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8" creationId="{E4D480DD-94E0-7C4B-94DE-5B4FB0C5E80A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9" creationId="{E94D206A-C971-8A7E-E272-1EF82C393B1B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0" creationId="{29B77C5C-79C5-8C79-D8CB-C6BE9DF232A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1" creationId="{3B0BB643-A23A-6ACE-E556-B20A678D7609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2" creationId="{36024570-FF6D-207E-0FF5-1CA2FA1ADB9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3" creationId="{485424C1-0250-255B-D397-D6C6DC32E52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4" creationId="{F2860E52-4255-8327-5791-F8797FC349CF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5" creationId="{2CA5F1DC-E483-C25E-6B92-07A565E7909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6" creationId="{23988721-A6D6-6E39-4B38-D7A868E4B36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7" creationId="{3D04959D-31E8-9158-7824-E2C85A60E84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8" creationId="{86014958-C5D8-D16E-0139-0E213BC05A4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9" creationId="{2F312079-62C4-A200-22EC-476CA47AB73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0" creationId="{60119123-6A68-0816-616C-ED385CA184BB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1" creationId="{93B29A6E-D200-B6F5-4C97-EC96714F908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2" creationId="{42F661A7-3DDA-8E57-4C9F-00209D4EE3B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3" creationId="{727EA336-5D74-BD18-29A5-46A5BC1BBB70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4" creationId="{8522E339-F382-D983-BA46-505C043E6225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5" creationId="{897672E7-3138-87FD-1D74-A1BB7E2BD5E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6" creationId="{0711DF35-08A1-CFF8-EA9A-D08A36C67539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7" creationId="{2B305BEC-AEB5-C2CD-7BB3-404167355C5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8" creationId="{465FD024-F335-804B-C021-855AA4DD0AE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9" creationId="{F81D28DF-8C36-13ED-412F-8DE150FA234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0" creationId="{DAD5C0C4-2F44-AF02-A17F-7F7A4E0E9472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1" creationId="{A42DB12E-92BC-5DAD-E39B-3A112B511D5D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2" creationId="{9782F2E1-EB15-9799-DD68-3D1D2F70549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3" creationId="{604972B1-8CC1-404C-F92E-BCEF3F266B25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4" creationId="{C52962F4-DB62-6599-ABD2-A74F254884F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5" creationId="{D1B40AED-A865-AD50-0124-332F5089046A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6" creationId="{6918E2F6-A322-55FE-A20C-014A0F42CD50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7" creationId="{3C942ADA-F0C8-0A8A-DD80-4EA0B5F30BA8}"/>
          </ac:spMkLst>
        </pc:spChg>
        <pc:spChg chg="add mod">
          <ac:chgData name="Owais Ahmed" userId="6abc7d4556b3b071" providerId="LiveId" clId="{CACC8309-725A-4E89-8A58-327E57842544}" dt="2023-03-17T05:48:49.614" v="3654" actId="1582"/>
          <ac:spMkLst>
            <pc:docMk/>
            <pc:sldMk cId="3186824690" sldId="2513"/>
            <ac:spMk id="50" creationId="{A6414900-B95A-9399-3F9C-E076477CCE98}"/>
          </ac:spMkLst>
        </pc:spChg>
        <pc:spChg chg="add del mod">
          <ac:chgData name="Owais Ahmed" userId="6abc7d4556b3b071" providerId="LiveId" clId="{CACC8309-725A-4E89-8A58-327E57842544}" dt="2023-03-17T05:49:38.566" v="3661" actId="1076"/>
          <ac:spMkLst>
            <pc:docMk/>
            <pc:sldMk cId="3186824690" sldId="2513"/>
            <ac:spMk id="51" creationId="{EC559174-F39E-4A32-CFB7-C5A83BC6D205}"/>
          </ac:spMkLst>
        </pc:spChg>
        <pc:spChg chg="mod">
          <ac:chgData name="Owais Ahmed" userId="6abc7d4556b3b071" providerId="LiveId" clId="{CACC8309-725A-4E89-8A58-327E57842544}" dt="2023-03-17T05:40:58.313" v="3439" actId="20577"/>
          <ac:spMkLst>
            <pc:docMk/>
            <pc:sldMk cId="3186824690" sldId="2513"/>
            <ac:spMk id="215" creationId="{00000000-0000-0000-0000-000000000000}"/>
          </ac:spMkLst>
        </pc:spChg>
        <pc:graphicFrameChg chg="add del mod">
          <ac:chgData name="Owais Ahmed" userId="6abc7d4556b3b071" providerId="LiveId" clId="{CACC8309-725A-4E89-8A58-327E57842544}" dt="2023-03-17T05:42:11.116" v="3491"/>
          <ac:graphicFrameMkLst>
            <pc:docMk/>
            <pc:sldMk cId="3186824690" sldId="2513"/>
            <ac:graphicFrameMk id="4" creationId="{C20B94B3-ADDE-288B-B708-BEAD2946BA47}"/>
          </ac:graphicFrameMkLst>
        </pc:graphicFrameChg>
        <pc:graphicFrameChg chg="add del mod">
          <ac:chgData name="Owais Ahmed" userId="6abc7d4556b3b071" providerId="LiveId" clId="{CACC8309-725A-4E89-8A58-327E57842544}" dt="2023-03-17T05:42:22.966" v="3493"/>
          <ac:graphicFrameMkLst>
            <pc:docMk/>
            <pc:sldMk cId="3186824690" sldId="2513"/>
            <ac:graphicFrameMk id="5" creationId="{32E807DD-6629-667F-C476-EEB423666D99}"/>
          </ac:graphicFrameMkLst>
        </pc:graphicFrameChg>
        <pc:graphicFrameChg chg="add mod modGraphic">
          <ac:chgData name="Owais Ahmed" userId="6abc7d4556b3b071" providerId="LiveId" clId="{CACC8309-725A-4E89-8A58-327E57842544}" dt="2023-03-17T05:50:36.988" v="3706" actId="20577"/>
          <ac:graphicFrameMkLst>
            <pc:docMk/>
            <pc:sldMk cId="3186824690" sldId="2513"/>
            <ac:graphicFrameMk id="48" creationId="{5A11D907-0453-ACE7-A959-0B37C06816E8}"/>
          </ac:graphicFrameMkLst>
        </pc:graphicFrameChg>
        <pc:inkChg chg="add del">
          <ac:chgData name="Owais Ahmed" userId="6abc7d4556b3b071" providerId="LiveId" clId="{CACC8309-725A-4E89-8A58-327E57842544}" dt="2023-03-17T05:48:08.852" v="3650" actId="9405"/>
          <ac:inkMkLst>
            <pc:docMk/>
            <pc:sldMk cId="3186824690" sldId="2513"/>
            <ac:inkMk id="49" creationId="{78214CD4-4FA4-6898-0E46-FC55AF1789F1}"/>
          </ac:inkMkLst>
        </pc:inkChg>
      </pc:sldChg>
      <pc:sldChg chg="modSp add del mod ord modAnim">
        <pc:chgData name="Owais Ahmed" userId="6abc7d4556b3b071" providerId="LiveId" clId="{CACC8309-725A-4E89-8A58-327E57842544}" dt="2023-03-17T05:11:19.669" v="2783" actId="47"/>
        <pc:sldMkLst>
          <pc:docMk/>
          <pc:sldMk cId="864977329" sldId="2514"/>
        </pc:sldMkLst>
        <pc:spChg chg="mod">
          <ac:chgData name="Owais Ahmed" userId="6abc7d4556b3b071" providerId="LiveId" clId="{CACC8309-725A-4E89-8A58-327E57842544}" dt="2023-03-17T05:07:14.946" v="2750" actId="20577"/>
          <ac:spMkLst>
            <pc:docMk/>
            <pc:sldMk cId="864977329" sldId="2514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4:12.427" v="2501" actId="20577"/>
          <ac:spMkLst>
            <pc:docMk/>
            <pc:sldMk cId="864977329" sldId="2514"/>
            <ac:spMk id="215" creationId="{00000000-0000-0000-0000-000000000000}"/>
          </ac:spMkLst>
        </pc:spChg>
      </pc:sldChg>
      <pc:sldChg chg="delSp modSp add mod">
        <pc:chgData name="Owais Ahmed" userId="6abc7d4556b3b071" providerId="LiveId" clId="{CACC8309-725A-4E89-8A58-327E57842544}" dt="2023-03-17T06:14:30.913" v="4206"/>
        <pc:sldMkLst>
          <pc:docMk/>
          <pc:sldMk cId="1302322864" sldId="2514"/>
        </pc:sldMkLst>
        <pc:spChg chg="mod">
          <ac:chgData name="Owais Ahmed" userId="6abc7d4556b3b071" providerId="LiveId" clId="{CACC8309-725A-4E89-8A58-327E57842544}" dt="2023-03-17T05:55:15.886" v="3894" actId="20577"/>
          <ac:spMkLst>
            <pc:docMk/>
            <pc:sldMk cId="1302322864" sldId="2514"/>
            <ac:spMk id="3" creationId="{4A1C0383-58FE-E486-295E-B33B8683B938}"/>
          </ac:spMkLst>
        </pc:spChg>
        <pc:spChg chg="del">
          <ac:chgData name="Owais Ahmed" userId="6abc7d4556b3b071" providerId="LiveId" clId="{CACC8309-725A-4E89-8A58-327E57842544}" dt="2023-03-17T05:57:56.224" v="3922" actId="478"/>
          <ac:spMkLst>
            <pc:docMk/>
            <pc:sldMk cId="1302322864" sldId="2514"/>
            <ac:spMk id="50" creationId="{A6414900-B95A-9399-3F9C-E076477CCE98}"/>
          </ac:spMkLst>
        </pc:spChg>
        <pc:spChg chg="del">
          <ac:chgData name="Owais Ahmed" userId="6abc7d4556b3b071" providerId="LiveId" clId="{CACC8309-725A-4E89-8A58-327E57842544}" dt="2023-03-17T05:57:57.512" v="3923" actId="478"/>
          <ac:spMkLst>
            <pc:docMk/>
            <pc:sldMk cId="1302322864" sldId="2514"/>
            <ac:spMk id="51" creationId="{EC559174-F39E-4A32-CFB7-C5A83BC6D205}"/>
          </ac:spMkLst>
        </pc:spChg>
        <pc:spChg chg="mod">
          <ac:chgData name="Owais Ahmed" userId="6abc7d4556b3b071" providerId="LiveId" clId="{CACC8309-725A-4E89-8A58-327E57842544}" dt="2023-03-17T05:55:09.117" v="3890" actId="20577"/>
          <ac:spMkLst>
            <pc:docMk/>
            <pc:sldMk cId="1302322864" sldId="2514"/>
            <ac:spMk id="215" creationId="{00000000-0000-0000-0000-000000000000}"/>
          </ac:spMkLst>
        </pc:spChg>
        <pc:graphicFrameChg chg="mod modGraphic">
          <ac:chgData name="Owais Ahmed" userId="6abc7d4556b3b071" providerId="LiveId" clId="{CACC8309-725A-4E89-8A58-327E57842544}" dt="2023-03-17T06:14:30.913" v="4206"/>
          <ac:graphicFrameMkLst>
            <pc:docMk/>
            <pc:sldMk cId="1302322864" sldId="2514"/>
            <ac:graphicFrameMk id="48" creationId="{5A11D907-0453-ACE7-A959-0B37C06816E8}"/>
          </ac:graphicFrameMkLst>
        </pc:graphicFrameChg>
      </pc:sldChg>
      <pc:sldChg chg="addSp modSp add mod ord addAnim delAnim modAnim modNotesTx">
        <pc:chgData name="Owais Ahmed" userId="6abc7d4556b3b071" providerId="LiveId" clId="{CACC8309-725A-4E89-8A58-327E57842544}" dt="2023-03-17T06:23:49.289" v="4595"/>
        <pc:sldMkLst>
          <pc:docMk/>
          <pc:sldMk cId="3246228150" sldId="2515"/>
        </pc:sldMkLst>
        <pc:spChg chg="mod">
          <ac:chgData name="Owais Ahmed" userId="6abc7d4556b3b071" providerId="LiveId" clId="{CACC8309-725A-4E89-8A58-327E57842544}" dt="2023-03-17T06:11:50.186" v="4152" actId="14100"/>
          <ac:spMkLst>
            <pc:docMk/>
            <pc:sldMk cId="3246228150" sldId="2515"/>
            <ac:spMk id="3" creationId="{4A1C0383-58FE-E486-295E-B33B8683B938}"/>
          </ac:spMkLst>
        </pc:spChg>
        <pc:spChg chg="add mod">
          <ac:chgData name="Owais Ahmed" userId="6abc7d4556b3b071" providerId="LiveId" clId="{CACC8309-725A-4E89-8A58-327E57842544}" dt="2023-03-17T06:20:32.463" v="4506" actId="1582"/>
          <ac:spMkLst>
            <pc:docMk/>
            <pc:sldMk cId="3246228150" sldId="2515"/>
            <ac:spMk id="6" creationId="{C6F8860E-F5F1-0686-48D3-028BE12FD781}"/>
          </ac:spMkLst>
        </pc:spChg>
        <pc:spChg chg="add mod">
          <ac:chgData name="Owais Ahmed" userId="6abc7d4556b3b071" providerId="LiveId" clId="{CACC8309-725A-4E89-8A58-327E57842544}" dt="2023-03-17T06:21:33.073" v="4513" actId="208"/>
          <ac:spMkLst>
            <pc:docMk/>
            <pc:sldMk cId="3246228150" sldId="2515"/>
            <ac:spMk id="7" creationId="{6829CA18-E295-D216-9A77-4D05F7306324}"/>
          </ac:spMkLst>
        </pc:spChg>
        <pc:spChg chg="add mod">
          <ac:chgData name="Owais Ahmed" userId="6abc7d4556b3b071" providerId="LiveId" clId="{CACC8309-725A-4E89-8A58-327E57842544}" dt="2023-03-17T06:21:28.737" v="4512" actId="208"/>
          <ac:spMkLst>
            <pc:docMk/>
            <pc:sldMk cId="3246228150" sldId="2515"/>
            <ac:spMk id="8" creationId="{66001DA5-9763-694F-3461-8B0CCF5C486A}"/>
          </ac:spMkLst>
        </pc:spChg>
        <pc:spChg chg="mod">
          <ac:chgData name="Owais Ahmed" userId="6abc7d4556b3b071" providerId="LiveId" clId="{CACC8309-725A-4E89-8A58-327E57842544}" dt="2023-03-17T06:10:57.431" v="4038"/>
          <ac:spMkLst>
            <pc:docMk/>
            <pc:sldMk cId="3246228150" sldId="251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ACC8309-725A-4E89-8A58-327E57842544}" dt="2023-03-17T06:13:44.386" v="4199" actId="14100"/>
          <ac:graphicFrameMkLst>
            <pc:docMk/>
            <pc:sldMk cId="3246228150" sldId="2515"/>
            <ac:graphicFrameMk id="4" creationId="{47365F98-8E62-6BEF-876E-BECE48C9DEEA}"/>
          </ac:graphicFrameMkLst>
        </pc:graphicFrameChg>
        <pc:graphicFrameChg chg="add mod modGraphic">
          <ac:chgData name="Owais Ahmed" userId="6abc7d4556b3b071" providerId="LiveId" clId="{CACC8309-725A-4E89-8A58-327E57842544}" dt="2023-03-17T06:16:28.047" v="4227" actId="113"/>
          <ac:graphicFrameMkLst>
            <pc:docMk/>
            <pc:sldMk cId="3246228150" sldId="2515"/>
            <ac:graphicFrameMk id="5" creationId="{AB9DC9D2-5A0F-5C3D-535C-0B520B0891FA}"/>
          </ac:graphicFrameMkLst>
        </pc:graphicFrameChg>
      </pc:sldChg>
    </pc:docChg>
  </pc:docChgLst>
  <pc:docChgLst>
    <pc:chgData name="Owais Ahmed" userId="6abc7d4556b3b071" providerId="LiveId" clId="{ADC60C37-1EF1-4DBC-B39E-53715DF15880}"/>
    <pc:docChg chg="undo custSel addSld delSld modSld modSection">
      <pc:chgData name="Owais Ahmed" userId="6abc7d4556b3b071" providerId="LiveId" clId="{ADC60C37-1EF1-4DBC-B39E-53715DF15880}" dt="2023-05-19T04:26:01.894" v="1634" actId="20577"/>
      <pc:docMkLst>
        <pc:docMk/>
      </pc:docMkLst>
      <pc:sldChg chg="modSp mod">
        <pc:chgData name="Owais Ahmed" userId="6abc7d4556b3b071" providerId="LiveId" clId="{ADC60C37-1EF1-4DBC-B39E-53715DF15880}" dt="2023-05-19T03:57:41.740" v="252" actId="20577"/>
        <pc:sldMkLst>
          <pc:docMk/>
          <pc:sldMk cId="1649098948" sldId="2462"/>
        </pc:sldMkLst>
        <pc:spChg chg="mod">
          <ac:chgData name="Owais Ahmed" userId="6abc7d4556b3b071" providerId="LiveId" clId="{ADC60C37-1EF1-4DBC-B39E-53715DF15880}" dt="2023-05-19T03:57:41.740" v="25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">
        <pc:chgData name="Owais Ahmed" userId="6abc7d4556b3b071" providerId="LiveId" clId="{ADC60C37-1EF1-4DBC-B39E-53715DF15880}" dt="2023-05-19T03:54:24.206" v="0" actId="2890"/>
        <pc:sldMkLst>
          <pc:docMk/>
          <pc:sldMk cId="3872738391" sldId="2522"/>
        </pc:sldMkLst>
      </pc:sldChg>
      <pc:sldChg chg="addSp delSp modSp add mod delAnim modAnim">
        <pc:chgData name="Owais Ahmed" userId="6abc7d4556b3b071" providerId="LiveId" clId="{ADC60C37-1EF1-4DBC-B39E-53715DF15880}" dt="2023-05-19T03:57:11.170" v="215" actId="14100"/>
        <pc:sldMkLst>
          <pc:docMk/>
          <pc:sldMk cId="10490053" sldId="2523"/>
        </pc:sldMkLst>
        <pc:spChg chg="mod">
          <ac:chgData name="Owais Ahmed" userId="6abc7d4556b3b071" providerId="LiveId" clId="{ADC60C37-1EF1-4DBC-B39E-53715DF15880}" dt="2023-05-19T03:57:11.170" v="215" actId="14100"/>
          <ac:spMkLst>
            <pc:docMk/>
            <pc:sldMk cId="10490053" sldId="2523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3:54:51.616" v="31" actId="20577"/>
          <ac:spMkLst>
            <pc:docMk/>
            <pc:sldMk cId="10490053" sldId="2523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3:54:58.933" v="33" actId="478"/>
          <ac:picMkLst>
            <pc:docMk/>
            <pc:sldMk cId="10490053" sldId="2523"/>
            <ac:picMk id="5" creationId="{33AC187A-FBC4-F479-02E8-6BE23452081D}"/>
          </ac:picMkLst>
        </pc:picChg>
        <pc:picChg chg="del">
          <ac:chgData name="Owais Ahmed" userId="6abc7d4556b3b071" providerId="LiveId" clId="{ADC60C37-1EF1-4DBC-B39E-53715DF15880}" dt="2023-05-19T03:54:57.633" v="32" actId="478"/>
          <ac:picMkLst>
            <pc:docMk/>
            <pc:sldMk cId="10490053" sldId="2523"/>
            <ac:picMk id="7" creationId="{ABD5C9C4-BB4C-E6D2-4557-0A1182B98E7B}"/>
          </ac:picMkLst>
        </pc:picChg>
        <pc:picChg chg="add mod">
          <ac:chgData name="Owais Ahmed" userId="6abc7d4556b3b071" providerId="LiveId" clId="{ADC60C37-1EF1-4DBC-B39E-53715DF15880}" dt="2023-05-19T03:57:04.722" v="214" actId="1076"/>
          <ac:picMkLst>
            <pc:docMk/>
            <pc:sldMk cId="10490053" sldId="2523"/>
            <ac:picMk id="1026" creationId="{45D0EF12-D6FF-DAAD-7184-0B742E533748}"/>
          </ac:picMkLst>
        </pc:picChg>
      </pc:sldChg>
      <pc:sldChg chg="addSp delSp modSp add mod delAnim modAnim">
        <pc:chgData name="Owais Ahmed" userId="6abc7d4556b3b071" providerId="LiveId" clId="{ADC60C37-1EF1-4DBC-B39E-53715DF15880}" dt="2023-05-19T04:02:25.154" v="663" actId="20577"/>
        <pc:sldMkLst>
          <pc:docMk/>
          <pc:sldMk cId="2018994293" sldId="2524"/>
        </pc:sldMkLst>
        <pc:spChg chg="del mod">
          <ac:chgData name="Owais Ahmed" userId="6abc7d4556b3b071" providerId="LiveId" clId="{ADC60C37-1EF1-4DBC-B39E-53715DF15880}" dt="2023-05-19T03:59:29.603" v="380" actId="478"/>
          <ac:spMkLst>
            <pc:docMk/>
            <pc:sldMk cId="2018994293" sldId="2524"/>
            <ac:spMk id="3" creationId="{4A1C0383-58FE-E486-295E-B33B8683B938}"/>
          </ac:spMkLst>
        </pc:spChg>
        <pc:spChg chg="add del mod">
          <ac:chgData name="Owais Ahmed" userId="6abc7d4556b3b071" providerId="LiveId" clId="{ADC60C37-1EF1-4DBC-B39E-53715DF15880}" dt="2023-05-19T03:59:27.741" v="379" actId="478"/>
          <ac:spMkLst>
            <pc:docMk/>
            <pc:sldMk cId="2018994293" sldId="2524"/>
            <ac:spMk id="4" creationId="{DB2F0015-7FC0-A09F-FE5B-49BD3BD50C1C}"/>
          </ac:spMkLst>
        </pc:spChg>
        <pc:spChg chg="add mod">
          <ac:chgData name="Owais Ahmed" userId="6abc7d4556b3b071" providerId="LiveId" clId="{ADC60C37-1EF1-4DBC-B39E-53715DF15880}" dt="2023-05-19T04:01:39.994" v="605" actId="14100"/>
          <ac:spMkLst>
            <pc:docMk/>
            <pc:sldMk cId="2018994293" sldId="2524"/>
            <ac:spMk id="5" creationId="{1557C934-45CC-311C-E93F-57CAE551F566}"/>
          </ac:spMkLst>
        </pc:spChg>
        <pc:spChg chg="add mod">
          <ac:chgData name="Owais Ahmed" userId="6abc7d4556b3b071" providerId="LiveId" clId="{ADC60C37-1EF1-4DBC-B39E-53715DF15880}" dt="2023-05-19T04:02:25.154" v="663" actId="20577"/>
          <ac:spMkLst>
            <pc:docMk/>
            <pc:sldMk cId="2018994293" sldId="2524"/>
            <ac:spMk id="6" creationId="{D860E845-F851-BEF3-7FD1-6363C9FDCE56}"/>
          </ac:spMkLst>
        </pc:spChg>
        <pc:spChg chg="mod">
          <ac:chgData name="Owais Ahmed" userId="6abc7d4556b3b071" providerId="LiveId" clId="{ADC60C37-1EF1-4DBC-B39E-53715DF15880}" dt="2023-05-19T03:57:52.530" v="287" actId="20577"/>
          <ac:spMkLst>
            <pc:docMk/>
            <pc:sldMk cId="2018994293" sldId="2524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3:57:57.950" v="288" actId="478"/>
          <ac:picMkLst>
            <pc:docMk/>
            <pc:sldMk cId="2018994293" sldId="2524"/>
            <ac:picMk id="1026" creationId="{45D0EF12-D6FF-DAAD-7184-0B742E533748}"/>
          </ac:picMkLst>
        </pc:picChg>
      </pc:sldChg>
      <pc:sldChg chg="add del">
        <pc:chgData name="Owais Ahmed" userId="6abc7d4556b3b071" providerId="LiveId" clId="{ADC60C37-1EF1-4DBC-B39E-53715DF15880}" dt="2023-05-19T04:05:52.262" v="666" actId="47"/>
        <pc:sldMkLst>
          <pc:docMk/>
          <pc:sldMk cId="95030580" sldId="2525"/>
        </pc:sldMkLst>
      </pc:sldChg>
      <pc:sldChg chg="addSp delSp modSp add mod addAnim delAnim modAnim">
        <pc:chgData name="Owais Ahmed" userId="6abc7d4556b3b071" providerId="LiveId" clId="{ADC60C37-1EF1-4DBC-B39E-53715DF15880}" dt="2023-05-19T04:17:33.385" v="974" actId="6549"/>
        <pc:sldMkLst>
          <pc:docMk/>
          <pc:sldMk cId="645466274" sldId="2525"/>
        </pc:sldMkLst>
        <pc:spChg chg="mod">
          <ac:chgData name="Owais Ahmed" userId="6abc7d4556b3b071" providerId="LiveId" clId="{ADC60C37-1EF1-4DBC-B39E-53715DF15880}" dt="2023-05-19T04:14:14.942" v="935" actId="27636"/>
          <ac:spMkLst>
            <pc:docMk/>
            <pc:sldMk cId="645466274" sldId="2525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17:33.385" v="974" actId="6549"/>
          <ac:spMkLst>
            <pc:docMk/>
            <pc:sldMk cId="645466274" sldId="2525"/>
            <ac:spMk id="215" creationId="{00000000-0000-0000-0000-000000000000}"/>
          </ac:spMkLst>
        </pc:spChg>
        <pc:graphicFrameChg chg="mod modGraphic">
          <ac:chgData name="Owais Ahmed" userId="6abc7d4556b3b071" providerId="LiveId" clId="{ADC60C37-1EF1-4DBC-B39E-53715DF15880}" dt="2023-05-19T04:14:42.533" v="952"/>
          <ac:graphicFrameMkLst>
            <pc:docMk/>
            <pc:sldMk cId="645466274" sldId="2525"/>
            <ac:graphicFrameMk id="4" creationId="{1034A38F-887F-80BB-1296-12F5A3103EA9}"/>
          </ac:graphicFrameMkLst>
        </pc:graphicFrameChg>
        <pc:picChg chg="del">
          <ac:chgData name="Owais Ahmed" userId="6abc7d4556b3b071" providerId="LiveId" clId="{ADC60C37-1EF1-4DBC-B39E-53715DF15880}" dt="2023-05-19T04:07:09.849" v="683" actId="478"/>
          <ac:picMkLst>
            <pc:docMk/>
            <pc:sldMk cId="645466274" sldId="2525"/>
            <ac:picMk id="6" creationId="{EC596F7E-93FA-372F-C77B-35042A5DFDE6}"/>
          </ac:picMkLst>
        </pc:picChg>
        <pc:picChg chg="add mod">
          <ac:chgData name="Owais Ahmed" userId="6abc7d4556b3b071" providerId="LiveId" clId="{ADC60C37-1EF1-4DBC-B39E-53715DF15880}" dt="2023-05-19T04:14:11.992" v="933" actId="1076"/>
          <ac:picMkLst>
            <pc:docMk/>
            <pc:sldMk cId="645466274" sldId="2525"/>
            <ac:picMk id="7" creationId="{8EF90C2A-B89D-CFBD-6B15-F526D57DA438}"/>
          </ac:picMkLst>
        </pc:picChg>
      </pc:sldChg>
      <pc:sldChg chg="addSp delSp modSp add mod delAnim modAnim modNotesTx">
        <pc:chgData name="Owais Ahmed" userId="6abc7d4556b3b071" providerId="LiveId" clId="{ADC60C37-1EF1-4DBC-B39E-53715DF15880}" dt="2023-05-19T04:20:49.183" v="1156" actId="1076"/>
        <pc:sldMkLst>
          <pc:docMk/>
          <pc:sldMk cId="3637680761" sldId="2526"/>
        </pc:sldMkLst>
        <pc:spChg chg="mod">
          <ac:chgData name="Owais Ahmed" userId="6abc7d4556b3b071" providerId="LiveId" clId="{ADC60C37-1EF1-4DBC-B39E-53715DF15880}" dt="2023-05-19T04:20:43.966" v="1154" actId="27636"/>
          <ac:spMkLst>
            <pc:docMk/>
            <pc:sldMk cId="3637680761" sldId="2526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17:36.115" v="976" actId="6549"/>
          <ac:spMkLst>
            <pc:docMk/>
            <pc:sldMk cId="3637680761" sldId="2526"/>
            <ac:spMk id="215" creationId="{00000000-0000-0000-0000-000000000000}"/>
          </ac:spMkLst>
        </pc:spChg>
        <pc:graphicFrameChg chg="del">
          <ac:chgData name="Owais Ahmed" userId="6abc7d4556b3b071" providerId="LiveId" clId="{ADC60C37-1EF1-4DBC-B39E-53715DF15880}" dt="2023-05-19T04:15:24.112" v="955" actId="478"/>
          <ac:graphicFrameMkLst>
            <pc:docMk/>
            <pc:sldMk cId="3637680761" sldId="2526"/>
            <ac:graphicFrameMk id="4" creationId="{1034A38F-887F-80BB-1296-12F5A3103EA9}"/>
          </ac:graphicFrameMkLst>
        </pc:graphicFrameChg>
        <pc:picChg chg="add del mod modCrop">
          <ac:chgData name="Owais Ahmed" userId="6abc7d4556b3b071" providerId="LiveId" clId="{ADC60C37-1EF1-4DBC-B39E-53715DF15880}" dt="2023-05-19T04:20:41.400" v="1152" actId="14100"/>
          <ac:picMkLst>
            <pc:docMk/>
            <pc:sldMk cId="3637680761" sldId="2526"/>
            <ac:picMk id="5" creationId="{C98EDCE2-5EA9-0E94-5D6A-FA137B8E143D}"/>
          </ac:picMkLst>
        </pc:picChg>
        <pc:picChg chg="add mod modCrop">
          <ac:chgData name="Owais Ahmed" userId="6abc7d4556b3b071" providerId="LiveId" clId="{ADC60C37-1EF1-4DBC-B39E-53715DF15880}" dt="2023-05-19T04:20:49.183" v="1156" actId="1076"/>
          <ac:picMkLst>
            <pc:docMk/>
            <pc:sldMk cId="3637680761" sldId="2526"/>
            <ac:picMk id="6" creationId="{B4FA62DA-8CBB-84C6-680D-13D703385273}"/>
          </ac:picMkLst>
        </pc:picChg>
        <pc:picChg chg="del">
          <ac:chgData name="Owais Ahmed" userId="6abc7d4556b3b071" providerId="LiveId" clId="{ADC60C37-1EF1-4DBC-B39E-53715DF15880}" dt="2023-05-19T04:15:22.037" v="954" actId="478"/>
          <ac:picMkLst>
            <pc:docMk/>
            <pc:sldMk cId="3637680761" sldId="2526"/>
            <ac:picMk id="7" creationId="{8EF90C2A-B89D-CFBD-6B15-F526D57DA438}"/>
          </ac:picMkLst>
        </pc:picChg>
      </pc:sldChg>
      <pc:sldChg chg="modSp add del mod">
        <pc:chgData name="Owais Ahmed" userId="6abc7d4556b3b071" providerId="LiveId" clId="{ADC60C37-1EF1-4DBC-B39E-53715DF15880}" dt="2023-05-19T04:06:13.390" v="672" actId="47"/>
        <pc:sldMkLst>
          <pc:docMk/>
          <pc:sldMk cId="3897119825" sldId="2526"/>
        </pc:sldMkLst>
        <pc:spChg chg="mod">
          <ac:chgData name="Owais Ahmed" userId="6abc7d4556b3b071" providerId="LiveId" clId="{ADC60C37-1EF1-4DBC-B39E-53715DF15880}" dt="2023-05-19T04:05:57.981" v="671" actId="20577"/>
          <ac:spMkLst>
            <pc:docMk/>
            <pc:sldMk cId="3897119825" sldId="2526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ADC60C37-1EF1-4DBC-B39E-53715DF15880}" dt="2023-05-19T04:26:01.894" v="1634" actId="20577"/>
        <pc:sldMkLst>
          <pc:docMk/>
          <pc:sldMk cId="847185206" sldId="2527"/>
        </pc:sldMkLst>
        <pc:spChg chg="mod">
          <ac:chgData name="Owais Ahmed" userId="6abc7d4556b3b071" providerId="LiveId" clId="{ADC60C37-1EF1-4DBC-B39E-53715DF15880}" dt="2023-05-19T04:26:01.894" v="1634" actId="20577"/>
          <ac:spMkLst>
            <pc:docMk/>
            <pc:sldMk cId="847185206" sldId="2527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23:16.320" v="1185" actId="20577"/>
          <ac:spMkLst>
            <pc:docMk/>
            <pc:sldMk cId="847185206" sldId="2527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4:23:11.998" v="1172" actId="478"/>
          <ac:picMkLst>
            <pc:docMk/>
            <pc:sldMk cId="847185206" sldId="2527"/>
            <ac:picMk id="5" creationId="{C98EDCE2-5EA9-0E94-5D6A-FA137B8E143D}"/>
          </ac:picMkLst>
        </pc:picChg>
        <pc:picChg chg="del">
          <ac:chgData name="Owais Ahmed" userId="6abc7d4556b3b071" providerId="LiveId" clId="{ADC60C37-1EF1-4DBC-B39E-53715DF15880}" dt="2023-05-19T04:23:12.387" v="1173" actId="478"/>
          <ac:picMkLst>
            <pc:docMk/>
            <pc:sldMk cId="847185206" sldId="2527"/>
            <ac:picMk id="6" creationId="{B4FA62DA-8CBB-84C6-680D-13D703385273}"/>
          </ac:picMkLst>
        </pc:picChg>
        <pc:picChg chg="add mod">
          <ac:chgData name="Owais Ahmed" userId="6abc7d4556b3b071" providerId="LiveId" clId="{ADC60C37-1EF1-4DBC-B39E-53715DF15880}" dt="2023-05-19T04:23:32.680" v="1194" actId="1076"/>
          <ac:picMkLst>
            <pc:docMk/>
            <pc:sldMk cId="847185206" sldId="2527"/>
            <ac:picMk id="2050" creationId="{D6B19A3C-7BFA-2717-CD3F-F39C1B80D869}"/>
          </ac:picMkLst>
        </pc:picChg>
      </pc:sldChg>
    </pc:docChg>
  </pc:docChgLst>
  <pc:docChgLst>
    <pc:chgData name="Owais Ahmed" userId="6abc7d4556b3b071" providerId="LiveId" clId="{CA40ACB4-56C5-4589-B864-0BD9FBC8E148}"/>
    <pc:docChg chg="undo custSel addSld delSld modSld sldOrd delSection modSection">
      <pc:chgData name="Owais Ahmed" userId="6abc7d4556b3b071" providerId="LiveId" clId="{CA40ACB4-56C5-4589-B864-0BD9FBC8E148}" dt="2023-05-18T17:59:13.709" v="3367" actId="20577"/>
      <pc:docMkLst>
        <pc:docMk/>
      </pc:docMkLst>
      <pc:sldChg chg="ord">
        <pc:chgData name="Owais Ahmed" userId="6abc7d4556b3b071" providerId="LiveId" clId="{CA40ACB4-56C5-4589-B864-0BD9FBC8E148}" dt="2023-05-13T04:56:44.529" v="6"/>
        <pc:sldMkLst>
          <pc:docMk/>
          <pc:sldMk cId="927727573" sldId="2436"/>
        </pc:sldMkLst>
      </pc:sldChg>
      <pc:sldChg chg="modSp mod">
        <pc:chgData name="Owais Ahmed" userId="6abc7d4556b3b071" providerId="LiveId" clId="{CA40ACB4-56C5-4589-B864-0BD9FBC8E148}" dt="2023-05-13T10:13:09.317" v="3071" actId="20577"/>
        <pc:sldMkLst>
          <pc:docMk/>
          <pc:sldMk cId="1649098948" sldId="2462"/>
        </pc:sldMkLst>
        <pc:spChg chg="mod">
          <ac:chgData name="Owais Ahmed" userId="6abc7d4556b3b071" providerId="LiveId" clId="{CA40ACB4-56C5-4589-B864-0BD9FBC8E148}" dt="2023-05-13T10:13:09.317" v="307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ord modAnim">
        <pc:chgData name="Owais Ahmed" userId="6abc7d4556b3b071" providerId="LiveId" clId="{CA40ACB4-56C5-4589-B864-0BD9FBC8E148}" dt="2023-05-13T05:11:54.767" v="696" actId="20577"/>
        <pc:sldMkLst>
          <pc:docMk/>
          <pc:sldMk cId="138766739" sldId="2512"/>
        </pc:sldMkLst>
        <pc:spChg chg="mod">
          <ac:chgData name="Owais Ahmed" userId="6abc7d4556b3b071" providerId="LiveId" clId="{CA40ACB4-56C5-4589-B864-0BD9FBC8E148}" dt="2023-05-13T05:11:54.767" v="696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5:01:12.402" v="68" actId="20577"/>
          <ac:spMkLst>
            <pc:docMk/>
            <pc:sldMk cId="138766739" sldId="251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CA40ACB4-56C5-4589-B864-0BD9FBC8E148}" dt="2023-05-13T05:13:47.559" v="937" actId="20577"/>
        <pc:sldMkLst>
          <pc:docMk/>
          <pc:sldMk cId="2057891609" sldId="2513"/>
        </pc:sldMkLst>
        <pc:spChg chg="mod">
          <ac:chgData name="Owais Ahmed" userId="6abc7d4556b3b071" providerId="LiveId" clId="{CA40ACB4-56C5-4589-B864-0BD9FBC8E148}" dt="2023-05-13T05:13:47.559" v="937" actId="20577"/>
          <ac:spMkLst>
            <pc:docMk/>
            <pc:sldMk cId="2057891609" sldId="2513"/>
            <ac:spMk id="3" creationId="{4A1C0383-58FE-E486-295E-B33B8683B938}"/>
          </ac:spMkLst>
        </pc:spChg>
        <pc:spChg chg="add mod">
          <ac:chgData name="Owais Ahmed" userId="6abc7d4556b3b071" providerId="LiveId" clId="{CA40ACB4-56C5-4589-B864-0BD9FBC8E148}" dt="2023-05-13T05:10:49.171" v="658" actId="1076"/>
          <ac:spMkLst>
            <pc:docMk/>
            <pc:sldMk cId="2057891609" sldId="2513"/>
            <ac:spMk id="4" creationId="{0E7C75D9-16B3-E6B6-EC48-76D3E77DC887}"/>
          </ac:spMkLst>
        </pc:spChg>
        <pc:spChg chg="add mod">
          <ac:chgData name="Owais Ahmed" userId="6abc7d4556b3b071" providerId="LiveId" clId="{CA40ACB4-56C5-4589-B864-0BD9FBC8E148}" dt="2023-05-13T05:11:11.490" v="665" actId="1076"/>
          <ac:spMkLst>
            <pc:docMk/>
            <pc:sldMk cId="2057891609" sldId="2513"/>
            <ac:spMk id="5" creationId="{A338149D-6F9A-D4A1-13B5-AE8A552E859F}"/>
          </ac:spMkLst>
        </pc:sp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186824690" sldId="2513"/>
        </pc:sldMkLst>
      </pc:sldChg>
      <pc:sldChg chg="addSp delSp modSp add mod delAnim modAnim">
        <pc:chgData name="Owais Ahmed" userId="6abc7d4556b3b071" providerId="LiveId" clId="{CA40ACB4-56C5-4589-B864-0BD9FBC8E148}" dt="2023-05-13T08:02:17.927" v="2898" actId="20577"/>
        <pc:sldMkLst>
          <pc:docMk/>
          <pc:sldMk cId="766839772" sldId="2514"/>
        </pc:sldMkLst>
        <pc:spChg chg="mod">
          <ac:chgData name="Owais Ahmed" userId="6abc7d4556b3b071" providerId="LiveId" clId="{CA40ACB4-56C5-4589-B864-0BD9FBC8E148}" dt="2023-05-13T06:20:22.774" v="1320" actId="27636"/>
          <ac:spMkLst>
            <pc:docMk/>
            <pc:sldMk cId="766839772" sldId="2514"/>
            <ac:spMk id="3" creationId="{4A1C0383-58FE-E486-295E-B33B8683B938}"/>
          </ac:spMkLst>
        </pc:spChg>
        <pc:spChg chg="del">
          <ac:chgData name="Owais Ahmed" userId="6abc7d4556b3b071" providerId="LiveId" clId="{CA40ACB4-56C5-4589-B864-0BD9FBC8E148}" dt="2023-05-13T05:14:10.899" v="946" actId="478"/>
          <ac:spMkLst>
            <pc:docMk/>
            <pc:sldMk cId="766839772" sldId="2514"/>
            <ac:spMk id="4" creationId="{0E7C75D9-16B3-E6B6-EC48-76D3E77DC887}"/>
          </ac:spMkLst>
        </pc:spChg>
        <pc:spChg chg="del">
          <ac:chgData name="Owais Ahmed" userId="6abc7d4556b3b071" providerId="LiveId" clId="{CA40ACB4-56C5-4589-B864-0BD9FBC8E148}" dt="2023-05-13T05:14:11.373" v="947" actId="478"/>
          <ac:spMkLst>
            <pc:docMk/>
            <pc:sldMk cId="766839772" sldId="2514"/>
            <ac:spMk id="5" creationId="{A338149D-6F9A-D4A1-13B5-AE8A552E859F}"/>
          </ac:spMkLst>
        </pc:spChg>
        <pc:spChg chg="add mod">
          <ac:chgData name="Owais Ahmed" userId="6abc7d4556b3b071" providerId="LiveId" clId="{CA40ACB4-56C5-4589-B864-0BD9FBC8E148}" dt="2023-05-13T08:02:17.927" v="2898" actId="20577"/>
          <ac:spMkLst>
            <pc:docMk/>
            <pc:sldMk cId="766839772" sldId="2514"/>
            <ac:spMk id="6" creationId="{AF41709B-7AD5-0D47-ED8D-8A1293D3EF39}"/>
          </ac:spMkLst>
        </pc:spChg>
        <pc:spChg chg="mod">
          <ac:chgData name="Owais Ahmed" userId="6abc7d4556b3b071" providerId="LiveId" clId="{CA40ACB4-56C5-4589-B864-0BD9FBC8E148}" dt="2023-05-13T05:14:08.334" v="945" actId="20577"/>
          <ac:spMkLst>
            <pc:docMk/>
            <pc:sldMk cId="766839772" sldId="251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A40ACB4-56C5-4589-B864-0BD9FBC8E148}" dt="2023-05-13T07:52:56.680" v="2896" actId="20577"/>
          <ac:graphicFrameMkLst>
            <pc:docMk/>
            <pc:sldMk cId="766839772" sldId="2514"/>
            <ac:graphicFrameMk id="4" creationId="{1034A38F-887F-80BB-1296-12F5A3103EA9}"/>
          </ac:graphicFrameMkLst>
        </pc:graphicFrameChg>
        <pc:picChg chg="add del mod">
          <ac:chgData name="Owais Ahmed" userId="6abc7d4556b3b071" providerId="LiveId" clId="{CA40ACB4-56C5-4589-B864-0BD9FBC8E148}" dt="2023-05-13T06:34:33.721" v="1536" actId="478"/>
          <ac:picMkLst>
            <pc:docMk/>
            <pc:sldMk cId="766839772" sldId="2514"/>
            <ac:picMk id="8" creationId="{8BBF8E21-0E09-E008-112C-2BD2D0A7B0FA}"/>
          </ac:picMkLst>
        </pc:picChg>
        <pc:picChg chg="add mod">
          <ac:chgData name="Owais Ahmed" userId="6abc7d4556b3b071" providerId="LiveId" clId="{CA40ACB4-56C5-4589-B864-0BD9FBC8E148}" dt="2023-05-13T06:34:37.465" v="1538" actId="1076"/>
          <ac:picMkLst>
            <pc:docMk/>
            <pc:sldMk cId="766839772" sldId="2514"/>
            <ac:picMk id="10" creationId="{588B9CE5-956F-1EC7-DAAC-3897EEE9BBF1}"/>
          </ac:picMkLst>
        </pc:picChg>
      </pc:sldChg>
      <pc:sldChg chg="addSp delSp modSp add mod addAnim delAnim modAnim">
        <pc:chgData name="Owais Ahmed" userId="6abc7d4556b3b071" providerId="LiveId" clId="{CA40ACB4-56C5-4589-B864-0BD9FBC8E148}" dt="2023-05-13T07:00:17.319" v="2043" actId="20577"/>
        <pc:sldMkLst>
          <pc:docMk/>
          <pc:sldMk cId="4043370130" sldId="2515"/>
        </pc:sldMkLst>
        <pc:spChg chg="mod">
          <ac:chgData name="Owais Ahmed" userId="6abc7d4556b3b071" providerId="LiveId" clId="{CA40ACB4-56C5-4589-B864-0BD9FBC8E148}" dt="2023-05-13T07:00:17.319" v="2043" actId="20577"/>
          <ac:spMkLst>
            <pc:docMk/>
            <pc:sldMk cId="4043370130" sldId="2515"/>
            <ac:spMk id="3" creationId="{4A1C0383-58FE-E486-295E-B33B8683B938}"/>
          </ac:spMkLst>
        </pc:spChg>
        <pc:spChg chg="add del mod">
          <ac:chgData name="Owais Ahmed" userId="6abc7d4556b3b071" providerId="LiveId" clId="{CA40ACB4-56C5-4589-B864-0BD9FBC8E148}" dt="2023-05-13T06:46:49.325" v="1768" actId="478"/>
          <ac:spMkLst>
            <pc:docMk/>
            <pc:sldMk cId="4043370130" sldId="2515"/>
            <ac:spMk id="6" creationId="{AF41709B-7AD5-0D47-ED8D-8A1293D3EF39}"/>
          </ac:spMkLst>
        </pc:spChg>
        <pc:spChg chg="mod">
          <ac:chgData name="Owais Ahmed" userId="6abc7d4556b3b071" providerId="LiveId" clId="{CA40ACB4-56C5-4589-B864-0BD9FBC8E148}" dt="2023-05-13T06:51:02.032" v="1786" actId="20577"/>
          <ac:spMkLst>
            <pc:docMk/>
            <pc:sldMk cId="4043370130" sldId="2515"/>
            <ac:spMk id="215" creationId="{00000000-0000-0000-0000-000000000000}"/>
          </ac:spMkLst>
        </pc:spChg>
        <pc:graphicFrameChg chg="mod modGraphic">
          <ac:chgData name="Owais Ahmed" userId="6abc7d4556b3b071" providerId="LiveId" clId="{CA40ACB4-56C5-4589-B864-0BD9FBC8E148}" dt="2023-05-13T06:53:59.193" v="1881" actId="20577"/>
          <ac:graphicFrameMkLst>
            <pc:docMk/>
            <pc:sldMk cId="4043370130" sldId="2515"/>
            <ac:graphicFrameMk id="4" creationId="{1034A38F-887F-80BB-1296-12F5A3103EA9}"/>
          </ac:graphicFrameMkLst>
        </pc:graphicFrameChg>
        <pc:picChg chg="add del mod ord">
          <ac:chgData name="Owais Ahmed" userId="6abc7d4556b3b071" providerId="LiveId" clId="{CA40ACB4-56C5-4589-B864-0BD9FBC8E148}" dt="2023-05-13T06:51:19.529" v="1787" actId="478"/>
          <ac:picMkLst>
            <pc:docMk/>
            <pc:sldMk cId="4043370130" sldId="2515"/>
            <ac:picMk id="7" creationId="{49177DC3-40AE-858E-5A1C-341D70F42159}"/>
          </ac:picMkLst>
        </pc:picChg>
        <pc:picChg chg="del">
          <ac:chgData name="Owais Ahmed" userId="6abc7d4556b3b071" providerId="LiveId" clId="{CA40ACB4-56C5-4589-B864-0BD9FBC8E148}" dt="2023-05-13T06:30:14.298" v="1459" actId="478"/>
          <ac:picMkLst>
            <pc:docMk/>
            <pc:sldMk cId="4043370130" sldId="2515"/>
            <ac:picMk id="8" creationId="{8BBF8E21-0E09-E008-112C-2BD2D0A7B0FA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323906722" sldId="2516"/>
        </pc:sldMkLst>
      </pc:sldChg>
      <pc:sldChg chg="addSp delSp modSp add mod ord delAnim modAnim">
        <pc:chgData name="Owais Ahmed" userId="6abc7d4556b3b071" providerId="LiveId" clId="{CA40ACB4-56C5-4589-B864-0BD9FBC8E148}" dt="2023-05-13T08:10:57.557" v="2900"/>
        <pc:sldMkLst>
          <pc:docMk/>
          <pc:sldMk cId="3641615729" sldId="2516"/>
        </pc:sldMkLst>
        <pc:spChg chg="mod">
          <ac:chgData name="Owais Ahmed" userId="6abc7d4556b3b071" providerId="LiveId" clId="{CA40ACB4-56C5-4589-B864-0BD9FBC8E148}" dt="2023-05-13T08:10:42.301" v="2899" actId="20577"/>
          <ac:spMkLst>
            <pc:docMk/>
            <pc:sldMk cId="3641615729" sldId="2516"/>
            <ac:spMk id="3" creationId="{4A1C0383-58FE-E486-295E-B33B8683B938}"/>
          </ac:spMkLst>
        </pc:spChg>
        <pc:spChg chg="ord">
          <ac:chgData name="Owais Ahmed" userId="6abc7d4556b3b071" providerId="LiveId" clId="{CA40ACB4-56C5-4589-B864-0BD9FBC8E148}" dt="2023-05-13T06:48:28.751" v="1775" actId="166"/>
          <ac:spMkLst>
            <pc:docMk/>
            <pc:sldMk cId="3641615729" sldId="2516"/>
            <ac:spMk id="214" creationId="{00000000-0000-0000-0000-000000000000}"/>
          </ac:spMkLst>
        </pc:spChg>
        <pc:graphicFrameChg chg="mod">
          <ac:chgData name="Owais Ahmed" userId="6abc7d4556b3b071" providerId="LiveId" clId="{CA40ACB4-56C5-4589-B864-0BD9FBC8E148}" dt="2023-05-13T06:48:37.980" v="1776" actId="1076"/>
          <ac:graphicFrameMkLst>
            <pc:docMk/>
            <pc:sldMk cId="3641615729" sldId="2516"/>
            <ac:graphicFrameMk id="4" creationId="{1034A38F-887F-80BB-1296-12F5A3103EA9}"/>
          </ac:graphicFrameMkLst>
        </pc:graphicFrameChg>
        <pc:picChg chg="add mod">
          <ac:chgData name="Owais Ahmed" userId="6abc7d4556b3b071" providerId="LiveId" clId="{CA40ACB4-56C5-4589-B864-0BD9FBC8E148}" dt="2023-05-13T06:50:18.216" v="1781" actId="1076"/>
          <ac:picMkLst>
            <pc:docMk/>
            <pc:sldMk cId="3641615729" sldId="2516"/>
            <ac:picMk id="6" creationId="{EC596F7E-93FA-372F-C77B-35042A5DFDE6}"/>
          </ac:picMkLst>
        </pc:picChg>
        <pc:picChg chg="del">
          <ac:chgData name="Owais Ahmed" userId="6abc7d4556b3b071" providerId="LiveId" clId="{CA40ACB4-56C5-4589-B864-0BD9FBC8E148}" dt="2023-05-13T06:50:06.507" v="1777" actId="478"/>
          <ac:picMkLst>
            <pc:docMk/>
            <pc:sldMk cId="3641615729" sldId="2516"/>
            <ac:picMk id="7" creationId="{49177DC3-40AE-858E-5A1C-341D70F42159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067132684" sldId="2517"/>
        </pc:sldMkLst>
      </pc:sldChg>
      <pc:sldChg chg="addSp delSp modSp add mod addAnim delAnim">
        <pc:chgData name="Owais Ahmed" userId="6abc7d4556b3b071" providerId="LiveId" clId="{CA40ACB4-56C5-4589-B864-0BD9FBC8E148}" dt="2023-05-13T07:00:11.900" v="2037" actId="1076"/>
        <pc:sldMkLst>
          <pc:docMk/>
          <pc:sldMk cId="2424513808" sldId="2517"/>
        </pc:sldMkLst>
        <pc:spChg chg="add del">
          <ac:chgData name="Owais Ahmed" userId="6abc7d4556b3b071" providerId="LiveId" clId="{CA40ACB4-56C5-4589-B864-0BD9FBC8E148}" dt="2023-05-13T06:59:05.291" v="2031" actId="478"/>
          <ac:spMkLst>
            <pc:docMk/>
            <pc:sldMk cId="2424513808" sldId="2517"/>
            <ac:spMk id="3" creationId="{4A1C0383-58FE-E486-295E-B33B8683B938}"/>
          </ac:spMkLst>
        </pc:spChg>
        <pc:spChg chg="add del">
          <ac:chgData name="Owais Ahmed" userId="6abc7d4556b3b071" providerId="LiveId" clId="{CA40ACB4-56C5-4589-B864-0BD9FBC8E148}" dt="2023-05-13T06:57:28.727" v="2014"/>
          <ac:spMkLst>
            <pc:docMk/>
            <pc:sldMk cId="2424513808" sldId="2517"/>
            <ac:spMk id="5" creationId="{D75966DF-BCC6-DEC6-7BBC-465536019DA2}"/>
          </ac:spMkLst>
        </pc:spChg>
        <pc:spChg chg="add del">
          <ac:chgData name="Owais Ahmed" userId="6abc7d4556b3b071" providerId="LiveId" clId="{CA40ACB4-56C5-4589-B864-0BD9FBC8E148}" dt="2023-05-13T06:58:42.384" v="2026"/>
          <ac:spMkLst>
            <pc:docMk/>
            <pc:sldMk cId="2424513808" sldId="2517"/>
            <ac:spMk id="6" creationId="{0A39EBF2-2A57-6E71-7AF7-B80DDB409AA4}"/>
          </ac:spMkLst>
        </pc:spChg>
        <pc:graphicFrameChg chg="del">
          <ac:chgData name="Owais Ahmed" userId="6abc7d4556b3b071" providerId="LiveId" clId="{CA40ACB4-56C5-4589-B864-0BD9FBC8E148}" dt="2023-05-13T06:57:01.915" v="2011" actId="478"/>
          <ac:graphicFrameMkLst>
            <pc:docMk/>
            <pc:sldMk cId="2424513808" sldId="2517"/>
            <ac:graphicFrameMk id="4" creationId="{1034A38F-887F-80BB-1296-12F5A3103EA9}"/>
          </ac:graphicFrameMkLst>
        </pc:graphicFrameChg>
        <pc:picChg chg="add del">
          <ac:chgData name="Owais Ahmed" userId="6abc7d4556b3b071" providerId="LiveId" clId="{CA40ACB4-56C5-4589-B864-0BD9FBC8E148}" dt="2023-05-13T06:58:41.834" v="2024" actId="22"/>
          <ac:picMkLst>
            <pc:docMk/>
            <pc:sldMk cId="2424513808" sldId="2517"/>
            <ac:picMk id="8" creationId="{D59571F2-5BD6-9AAD-B1B7-097F6CD80560}"/>
          </ac:picMkLst>
        </pc:picChg>
        <pc:picChg chg="add del">
          <ac:chgData name="Owais Ahmed" userId="6abc7d4556b3b071" providerId="LiveId" clId="{CA40ACB4-56C5-4589-B864-0BD9FBC8E148}" dt="2023-05-13T06:58:41.125" v="2022" actId="22"/>
          <ac:picMkLst>
            <pc:docMk/>
            <pc:sldMk cId="2424513808" sldId="2517"/>
            <ac:picMk id="10" creationId="{138EEEC0-E3D1-18B8-1148-1A9CA1BC37BB}"/>
          </ac:picMkLst>
        </pc:picChg>
        <pc:picChg chg="add del">
          <ac:chgData name="Owais Ahmed" userId="6abc7d4556b3b071" providerId="LiveId" clId="{CA40ACB4-56C5-4589-B864-0BD9FBC8E148}" dt="2023-05-13T06:58:40.826" v="2021" actId="22"/>
          <ac:picMkLst>
            <pc:docMk/>
            <pc:sldMk cId="2424513808" sldId="2517"/>
            <ac:picMk id="12" creationId="{131FD211-0622-BC49-91B7-1D38AE977A3E}"/>
          </ac:picMkLst>
        </pc:picChg>
        <pc:picChg chg="add del">
          <ac:chgData name="Owais Ahmed" userId="6abc7d4556b3b071" providerId="LiveId" clId="{CA40ACB4-56C5-4589-B864-0BD9FBC8E148}" dt="2023-05-13T06:58:44.731" v="2029" actId="22"/>
          <ac:picMkLst>
            <pc:docMk/>
            <pc:sldMk cId="2424513808" sldId="2517"/>
            <ac:picMk id="14" creationId="{61D805CD-FDDD-A969-D428-1D8C8AD69644}"/>
          </ac:picMkLst>
        </pc:picChg>
        <pc:picChg chg="add mod">
          <ac:chgData name="Owais Ahmed" userId="6abc7d4556b3b071" providerId="LiveId" clId="{CA40ACB4-56C5-4589-B864-0BD9FBC8E148}" dt="2023-05-13T07:00:11.900" v="2037" actId="1076"/>
          <ac:picMkLst>
            <pc:docMk/>
            <pc:sldMk cId="2424513808" sldId="2517"/>
            <ac:picMk id="16" creationId="{6646453D-D8B0-66E9-F285-951C96424420}"/>
          </ac:picMkLst>
        </pc:picChg>
        <pc:picChg chg="add mod">
          <ac:chgData name="Owais Ahmed" userId="6abc7d4556b3b071" providerId="LiveId" clId="{CA40ACB4-56C5-4589-B864-0BD9FBC8E148}" dt="2023-05-13T07:00:10.454" v="2036" actId="1076"/>
          <ac:picMkLst>
            <pc:docMk/>
            <pc:sldMk cId="2424513808" sldId="2517"/>
            <ac:picMk id="1030" creationId="{141C7D6D-9DC9-9BE0-B313-35F3E600FEFB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016870580" sldId="2518"/>
        </pc:sldMkLst>
      </pc:sldChg>
      <pc:sldChg chg="modSp add mod ord modAnim">
        <pc:chgData name="Owais Ahmed" userId="6abc7d4556b3b071" providerId="LiveId" clId="{CA40ACB4-56C5-4589-B864-0BD9FBC8E148}" dt="2023-05-13T07:05:37.495" v="2178"/>
        <pc:sldMkLst>
          <pc:docMk/>
          <pc:sldMk cId="1333501729" sldId="2518"/>
        </pc:sldMkLst>
        <pc:spChg chg="mod">
          <ac:chgData name="Owais Ahmed" userId="6abc7d4556b3b071" providerId="LiveId" clId="{CA40ACB4-56C5-4589-B864-0BD9FBC8E148}" dt="2023-05-13T07:04:33.861" v="2164" actId="114"/>
          <ac:spMkLst>
            <pc:docMk/>
            <pc:sldMk cId="1333501729" sldId="2518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7:00:45.926" v="2057" actId="20577"/>
          <ac:spMkLst>
            <pc:docMk/>
            <pc:sldMk cId="1333501729" sldId="2518"/>
            <ac:spMk id="215" creationId="{00000000-0000-0000-0000-000000000000}"/>
          </ac:spMkLst>
        </pc:spChg>
        <pc:graphicFrameChg chg="mod modGraphic">
          <ac:chgData name="Owais Ahmed" userId="6abc7d4556b3b071" providerId="LiveId" clId="{CA40ACB4-56C5-4589-B864-0BD9FBC8E148}" dt="2023-05-13T07:05:37.495" v="2178"/>
          <ac:graphicFrameMkLst>
            <pc:docMk/>
            <pc:sldMk cId="1333501729" sldId="2518"/>
            <ac:graphicFrameMk id="4" creationId="{1034A38F-887F-80BB-1296-12F5A3103EA9}"/>
          </ac:graphicFrameMkLst>
        </pc:graphicFrameChg>
      </pc:sldChg>
      <pc:sldChg chg="addSp delSp modSp add mod addAnim delAnim modAnim modNotesTx">
        <pc:chgData name="Owais Ahmed" userId="6abc7d4556b3b071" providerId="LiveId" clId="{CA40ACB4-56C5-4589-B864-0BD9FBC8E148}" dt="2023-05-13T09:44:43.775" v="3037"/>
        <pc:sldMkLst>
          <pc:docMk/>
          <pc:sldMk cId="3255545645" sldId="2519"/>
        </pc:sldMkLst>
        <pc:spChg chg="add del mod">
          <ac:chgData name="Owais Ahmed" userId="6abc7d4556b3b071" providerId="LiveId" clId="{CA40ACB4-56C5-4589-B864-0BD9FBC8E148}" dt="2023-05-13T07:16:00.497" v="2755" actId="20577"/>
          <ac:spMkLst>
            <pc:docMk/>
            <pc:sldMk cId="3255545645" sldId="2519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7:07:44.890" v="2250"/>
          <ac:spMkLst>
            <pc:docMk/>
            <pc:sldMk cId="3255545645" sldId="2519"/>
            <ac:spMk id="215" creationId="{00000000-0000-0000-0000-000000000000}"/>
          </ac:spMkLst>
        </pc:spChg>
        <pc:graphicFrameChg chg="del">
          <ac:chgData name="Owais Ahmed" userId="6abc7d4556b3b071" providerId="LiveId" clId="{CA40ACB4-56C5-4589-B864-0BD9FBC8E148}" dt="2023-05-13T07:07:47.799" v="2251" actId="478"/>
          <ac:graphicFrameMkLst>
            <pc:docMk/>
            <pc:sldMk cId="3255545645" sldId="2519"/>
            <ac:graphicFrameMk id="4" creationId="{1034A38F-887F-80BB-1296-12F5A3103EA9}"/>
          </ac:graphicFrameMkLst>
        </pc:graphicFrameChg>
        <pc:picChg chg="add mod">
          <ac:chgData name="Owais Ahmed" userId="6abc7d4556b3b071" providerId="LiveId" clId="{CA40ACB4-56C5-4589-B864-0BD9FBC8E148}" dt="2023-05-13T07:12:31.112" v="2340" actId="1076"/>
          <ac:picMkLst>
            <pc:docMk/>
            <pc:sldMk cId="3255545645" sldId="2519"/>
            <ac:picMk id="2050" creationId="{64BA7535-7850-FF1C-35A2-B23E62F71245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928645395" sldId="2519"/>
        </pc:sldMkLst>
      </pc:sldChg>
      <pc:sldChg chg="addSp delSp modSp add mod modAnim">
        <pc:chgData name="Owais Ahmed" userId="6abc7d4556b3b071" providerId="LiveId" clId="{CA40ACB4-56C5-4589-B864-0BD9FBC8E148}" dt="2023-05-13T09:59:56.188" v="3042" actId="20577"/>
        <pc:sldMkLst>
          <pc:docMk/>
          <pc:sldMk cId="1098865988" sldId="2520"/>
        </pc:sldMkLst>
        <pc:spChg chg="mod">
          <ac:chgData name="Owais Ahmed" userId="6abc7d4556b3b071" providerId="LiveId" clId="{CA40ACB4-56C5-4589-B864-0BD9FBC8E148}" dt="2023-05-13T09:59:56.188" v="3042" actId="20577"/>
          <ac:spMkLst>
            <pc:docMk/>
            <pc:sldMk cId="1098865988" sldId="2520"/>
            <ac:spMk id="3" creationId="{4A1C0383-58FE-E486-295E-B33B8683B938}"/>
          </ac:spMkLst>
        </pc:spChg>
        <pc:spChg chg="del">
          <ac:chgData name="Owais Ahmed" userId="6abc7d4556b3b071" providerId="LiveId" clId="{CA40ACB4-56C5-4589-B864-0BD9FBC8E148}" dt="2023-05-13T09:33:51.008" v="3036" actId="478"/>
          <ac:spMkLst>
            <pc:docMk/>
            <pc:sldMk cId="1098865988" sldId="2520"/>
            <ac:spMk id="214" creationId="{00000000-0000-0000-0000-000000000000}"/>
          </ac:spMkLst>
        </pc:spChg>
        <pc:picChg chg="add del">
          <ac:chgData name="Owais Ahmed" userId="6abc7d4556b3b071" providerId="LiveId" clId="{CA40ACB4-56C5-4589-B864-0BD9FBC8E148}" dt="2023-05-13T09:29:06.021" v="2909" actId="22"/>
          <ac:picMkLst>
            <pc:docMk/>
            <pc:sldMk cId="1098865988" sldId="2520"/>
            <ac:picMk id="5" creationId="{FEF671A7-BD6E-AB65-9EC2-BAB886BEC595}"/>
          </ac:picMkLst>
        </pc:picChg>
        <pc:picChg chg="add del">
          <ac:chgData name="Owais Ahmed" userId="6abc7d4556b3b071" providerId="LiveId" clId="{CA40ACB4-56C5-4589-B864-0BD9FBC8E148}" dt="2023-05-13T09:29:10.294" v="2911" actId="22"/>
          <ac:picMkLst>
            <pc:docMk/>
            <pc:sldMk cId="1098865988" sldId="2520"/>
            <ac:picMk id="7" creationId="{845D646E-09B6-C917-71C4-7D30165ACF9C}"/>
          </ac:picMkLst>
        </pc:picChg>
        <pc:picChg chg="add del mod">
          <ac:chgData name="Owais Ahmed" userId="6abc7d4556b3b071" providerId="LiveId" clId="{CA40ACB4-56C5-4589-B864-0BD9FBC8E148}" dt="2023-05-13T09:29:42.069" v="2920" actId="478"/>
          <ac:picMkLst>
            <pc:docMk/>
            <pc:sldMk cId="1098865988" sldId="2520"/>
            <ac:picMk id="9" creationId="{96539D06-0917-18D9-AD45-CFB4D8F546BD}"/>
          </ac:picMkLst>
        </pc:picChg>
        <pc:picChg chg="add del">
          <ac:chgData name="Owais Ahmed" userId="6abc7d4556b3b071" providerId="LiveId" clId="{CA40ACB4-56C5-4589-B864-0BD9FBC8E148}" dt="2023-05-13T09:30:50.008" v="2924" actId="22"/>
          <ac:picMkLst>
            <pc:docMk/>
            <pc:sldMk cId="1098865988" sldId="2520"/>
            <ac:picMk id="11" creationId="{61699397-BC35-2886-25BA-B9FF8995A92C}"/>
          </ac:picMkLst>
        </pc:picChg>
        <pc:picChg chg="add del">
          <ac:chgData name="Owais Ahmed" userId="6abc7d4556b3b071" providerId="LiveId" clId="{CA40ACB4-56C5-4589-B864-0BD9FBC8E148}" dt="2023-05-13T09:30:49.792" v="2923" actId="22"/>
          <ac:picMkLst>
            <pc:docMk/>
            <pc:sldMk cId="1098865988" sldId="2520"/>
            <ac:picMk id="13" creationId="{13C4FAF1-E886-4A38-C6A1-D768B73CC0E6}"/>
          </ac:picMkLst>
        </pc:picChg>
        <pc:picChg chg="add del">
          <ac:chgData name="Owais Ahmed" userId="6abc7d4556b3b071" providerId="LiveId" clId="{CA40ACB4-56C5-4589-B864-0BD9FBC8E148}" dt="2023-05-13T09:30:53.412" v="2926" actId="22"/>
          <ac:picMkLst>
            <pc:docMk/>
            <pc:sldMk cId="1098865988" sldId="2520"/>
            <ac:picMk id="15" creationId="{01A76B83-B407-1648-245D-7472E8F7F615}"/>
          </ac:picMkLst>
        </pc:picChg>
        <pc:picChg chg="add mod">
          <ac:chgData name="Owais Ahmed" userId="6abc7d4556b3b071" providerId="LiveId" clId="{CA40ACB4-56C5-4589-B864-0BD9FBC8E148}" dt="2023-05-13T09:31:07.471" v="2930" actId="14100"/>
          <ac:picMkLst>
            <pc:docMk/>
            <pc:sldMk cId="1098865988" sldId="2520"/>
            <ac:picMk id="17" creationId="{42D7FF69-B245-DB94-48E9-F21CCB6251F2}"/>
          </ac:picMkLst>
        </pc:picChg>
        <pc:picChg chg="del">
          <ac:chgData name="Owais Ahmed" userId="6abc7d4556b3b071" providerId="LiveId" clId="{CA40ACB4-56C5-4589-B864-0BD9FBC8E148}" dt="2023-05-13T09:27:44.034" v="2903" actId="478"/>
          <ac:picMkLst>
            <pc:docMk/>
            <pc:sldMk cId="1098865988" sldId="2520"/>
            <ac:picMk id="2050" creationId="{64BA7535-7850-FF1C-35A2-B23E62F71245}"/>
          </ac:picMkLst>
        </pc:picChg>
        <pc:picChg chg="add del mod">
          <ac:chgData name="Owais Ahmed" userId="6abc7d4556b3b071" providerId="LiveId" clId="{CA40ACB4-56C5-4589-B864-0BD9FBC8E148}" dt="2023-05-13T09:29:03.922" v="2907" actId="478"/>
          <ac:picMkLst>
            <pc:docMk/>
            <pc:sldMk cId="1098865988" sldId="2520"/>
            <ac:picMk id="3074" creationId="{8B93790C-7D72-850D-7DF1-BD02D4945BD9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760387948" sldId="2520"/>
        </pc:sldMkLst>
      </pc:sldChg>
      <pc:sldChg chg="addSp delSp modSp add mod ord modAnim modNotesTx">
        <pc:chgData name="Owais Ahmed" userId="6abc7d4556b3b071" providerId="LiveId" clId="{CA40ACB4-56C5-4589-B864-0BD9FBC8E148}" dt="2023-05-18T17:59:13.709" v="3367" actId="20577"/>
        <pc:sldMkLst>
          <pc:docMk/>
          <pc:sldMk cId="2513429855" sldId="2521"/>
        </pc:sldMkLst>
        <pc:spChg chg="mod">
          <ac:chgData name="Owais Ahmed" userId="6abc7d4556b3b071" providerId="LiveId" clId="{CA40ACB4-56C5-4589-B864-0BD9FBC8E148}" dt="2023-05-13T10:44:45.927" v="3255" actId="20577"/>
          <ac:spMkLst>
            <pc:docMk/>
            <pc:sldMk cId="2513429855" sldId="2521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10:13:22.710" v="3095" actId="20577"/>
          <ac:spMkLst>
            <pc:docMk/>
            <pc:sldMk cId="2513429855" sldId="2521"/>
            <ac:spMk id="215" creationId="{00000000-0000-0000-0000-000000000000}"/>
          </ac:spMkLst>
        </pc:spChg>
        <pc:picChg chg="add mod">
          <ac:chgData name="Owais Ahmed" userId="6abc7d4556b3b071" providerId="LiveId" clId="{CA40ACB4-56C5-4589-B864-0BD9FBC8E148}" dt="2023-05-13T10:18:01.696" v="3254" actId="1076"/>
          <ac:picMkLst>
            <pc:docMk/>
            <pc:sldMk cId="2513429855" sldId="2521"/>
            <ac:picMk id="5" creationId="{33AC187A-FBC4-F479-02E8-6BE23452081D}"/>
          </ac:picMkLst>
        </pc:picChg>
        <pc:picChg chg="add mod">
          <ac:chgData name="Owais Ahmed" userId="6abc7d4556b3b071" providerId="LiveId" clId="{CA40ACB4-56C5-4589-B864-0BD9FBC8E148}" dt="2023-05-13T10:17:55.935" v="3252" actId="14100"/>
          <ac:picMkLst>
            <pc:docMk/>
            <pc:sldMk cId="2513429855" sldId="2521"/>
            <ac:picMk id="7" creationId="{ABD5C9C4-BB4C-E6D2-4557-0A1182B98E7B}"/>
          </ac:picMkLst>
        </pc:picChg>
        <pc:picChg chg="del">
          <ac:chgData name="Owais Ahmed" userId="6abc7d4556b3b071" providerId="LiveId" clId="{CA40ACB4-56C5-4589-B864-0BD9FBC8E148}" dt="2023-05-13T10:13:48.662" v="3155" actId="478"/>
          <ac:picMkLst>
            <pc:docMk/>
            <pc:sldMk cId="2513429855" sldId="2521"/>
            <ac:picMk id="2050" creationId="{64BA7535-7850-FF1C-35A2-B23E62F71245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533956873" sldId="2521"/>
        </pc:sldMkLst>
      </pc:sldChg>
      <pc:sldChg chg="delSp add del mod delAnim">
        <pc:chgData name="Owais Ahmed" userId="6abc7d4556b3b071" providerId="LiveId" clId="{CA40ACB4-56C5-4589-B864-0BD9FBC8E148}" dt="2023-05-18T17:58:42.672" v="3259" actId="47"/>
        <pc:sldMkLst>
          <pc:docMk/>
          <pc:sldMk cId="1529342662" sldId="2522"/>
        </pc:sldMkLst>
        <pc:picChg chg="del">
          <ac:chgData name="Owais Ahmed" userId="6abc7d4556b3b071" providerId="LiveId" clId="{CA40ACB4-56C5-4589-B864-0BD9FBC8E148}" dt="2023-05-18T17:58:34.721" v="3258" actId="478"/>
          <ac:picMkLst>
            <pc:docMk/>
            <pc:sldMk cId="1529342662" sldId="2522"/>
            <ac:picMk id="5" creationId="{33AC187A-FBC4-F479-02E8-6BE23452081D}"/>
          </ac:picMkLst>
        </pc:picChg>
        <pc:picChg chg="del">
          <ac:chgData name="Owais Ahmed" userId="6abc7d4556b3b071" providerId="LiveId" clId="{CA40ACB4-56C5-4589-B864-0BD9FBC8E148}" dt="2023-05-18T17:58:32.302" v="3257" actId="478"/>
          <ac:picMkLst>
            <pc:docMk/>
            <pc:sldMk cId="1529342662" sldId="2522"/>
            <ac:picMk id="7" creationId="{ABD5C9C4-BB4C-E6D2-4557-0A1182B98E7B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789679466" sldId="2522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824498759" sldId="2523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445446339" sldId="2525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973777861" sldId="2526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758375352" sldId="2527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008391988" sldId="2528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962984141" sldId="2529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541587051" sldId="2530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410552724" sldId="2531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310913191" sldId="2532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822311116" sldId="2533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726837901" sldId="2534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555371337" sldId="2535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715965255" sldId="2536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02326894" sldId="2537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418542802" sldId="2538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1485489486" sldId="2539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063360968" sldId="2541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721732587" sldId="2542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267724588" sldId="2543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0072669" sldId="2544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547548254" sldId="2545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255337515" sldId="2547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207102429" sldId="2552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1067658445" sldId="2553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458250647" sldId="2554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4235706244" sldId="2555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383099629" sldId="2556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511241561" sldId="2557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1508103589" sldId="2558"/>
        </pc:sldMkLst>
      </pc:sldChg>
    </pc:docChg>
  </pc:docChgLst>
  <pc:docChgLst>
    <pc:chgData name="Owais" userId="6abc7d4556b3b071" providerId="LiveId" clId="{67CF6123-0AE6-4BD4-ADE5-5F19A9E093E9}"/>
    <pc:docChg chg="undo custSel addSld delSld modSld">
      <pc:chgData name="Owais" userId="6abc7d4556b3b071" providerId="LiveId" clId="{67CF6123-0AE6-4BD4-ADE5-5F19A9E093E9}" dt="2023-03-10T05:56:53.799" v="4979" actId="20577"/>
      <pc:docMkLst>
        <pc:docMk/>
      </pc:docMkLst>
      <pc:sldChg chg="modSp mod">
        <pc:chgData name="Owais" userId="6abc7d4556b3b071" providerId="LiveId" clId="{67CF6123-0AE6-4BD4-ADE5-5F19A9E093E9}" dt="2023-03-10T05:37:06.215" v="3627" actId="20577"/>
        <pc:sldMkLst>
          <pc:docMk/>
          <pc:sldMk cId="1649098948" sldId="2462"/>
        </pc:sldMkLst>
        <pc:spChg chg="mod">
          <ac:chgData name="Owais" userId="6abc7d4556b3b071" providerId="LiveId" clId="{67CF6123-0AE6-4BD4-ADE5-5F19A9E093E9}" dt="2023-03-10T05:37:06.215" v="362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" userId="6abc7d4556b3b071" providerId="LiveId" clId="{67CF6123-0AE6-4BD4-ADE5-5F19A9E093E9}" dt="2023-03-10T04:47:29.251" v="1225" actId="20577"/>
        <pc:sldMkLst>
          <pc:docMk/>
          <pc:sldMk cId="641030253" sldId="2479"/>
        </pc:sldMkLst>
        <pc:spChg chg="mod">
          <ac:chgData name="Owais" userId="6abc7d4556b3b071" providerId="LiveId" clId="{67CF6123-0AE6-4BD4-ADE5-5F19A9E093E9}" dt="2023-03-10T04:47:29.251" v="122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22:27.620" v="13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09.120" v="95" actId="47"/>
        <pc:sldMkLst>
          <pc:docMk/>
          <pc:sldMk cId="33298473" sldId="2480"/>
        </pc:sldMkLst>
      </pc:sldChg>
      <pc:sldChg chg="modSp add del mod modAnim">
        <pc:chgData name="Owais" userId="6abc7d4556b3b071" providerId="LiveId" clId="{67CF6123-0AE6-4BD4-ADE5-5F19A9E093E9}" dt="2023-03-10T04:55:03.883" v="1309" actId="47"/>
        <pc:sldMkLst>
          <pc:docMk/>
          <pc:sldMk cId="2855042589" sldId="2480"/>
        </pc:sldMkLst>
        <pc:spChg chg="mod">
          <ac:chgData name="Owais" userId="6abc7d4556b3b071" providerId="LiveId" clId="{67CF6123-0AE6-4BD4-ADE5-5F19A9E093E9}" dt="2023-03-10T04:50:41.649" v="1306" actId="20577"/>
          <ac:spMkLst>
            <pc:docMk/>
            <pc:sldMk cId="2855042589" sldId="2480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31:38.842" v="1027" actId="20577"/>
          <ac:spMkLst>
            <pc:docMk/>
            <pc:sldMk cId="2855042589" sldId="2480"/>
            <ac:spMk id="215" creationId="{00000000-0000-0000-0000-000000000000}"/>
          </ac:spMkLst>
        </pc:spChg>
      </pc:sldChg>
      <pc:sldChg chg="add modNotesTx">
        <pc:chgData name="Owais" userId="6abc7d4556b3b071" providerId="LiveId" clId="{67CF6123-0AE6-4BD4-ADE5-5F19A9E093E9}" dt="2023-03-10T04:54:48.773" v="1308" actId="20577"/>
        <pc:sldMkLst>
          <pc:docMk/>
          <pc:sldMk cId="2091936453" sldId="2481"/>
        </pc:sldMkLst>
      </pc:sldChg>
      <pc:sldChg chg="del">
        <pc:chgData name="Owais" userId="6abc7d4556b3b071" providerId="LiveId" clId="{67CF6123-0AE6-4BD4-ADE5-5F19A9E093E9}" dt="2023-03-10T04:22:09.346" v="96" actId="47"/>
        <pc:sldMkLst>
          <pc:docMk/>
          <pc:sldMk cId="2242574499" sldId="2481"/>
        </pc:sldMkLst>
      </pc:sldChg>
      <pc:sldChg chg="del">
        <pc:chgData name="Owais" userId="6abc7d4556b3b071" providerId="LiveId" clId="{67CF6123-0AE6-4BD4-ADE5-5F19A9E093E9}" dt="2023-03-10T04:22:09.558" v="97" actId="47"/>
        <pc:sldMkLst>
          <pc:docMk/>
          <pc:sldMk cId="3554497857" sldId="2482"/>
        </pc:sldMkLst>
      </pc:sldChg>
      <pc:sldChg chg="addSp modSp add mod modAnim">
        <pc:chgData name="Owais" userId="6abc7d4556b3b071" providerId="LiveId" clId="{67CF6123-0AE6-4BD4-ADE5-5F19A9E093E9}" dt="2023-03-10T05:01:12.816" v="1608"/>
        <pc:sldMkLst>
          <pc:docMk/>
          <pc:sldMk cId="3995319414" sldId="2482"/>
        </pc:sldMkLst>
        <pc:spChg chg="mod">
          <ac:chgData name="Owais" userId="6abc7d4556b3b071" providerId="LiveId" clId="{67CF6123-0AE6-4BD4-ADE5-5F19A9E093E9}" dt="2023-03-10T05:00:52.687" v="1605" actId="20577"/>
          <ac:spMkLst>
            <pc:docMk/>
            <pc:sldMk cId="3995319414" sldId="2482"/>
            <ac:spMk id="3" creationId="{4A1C0383-58FE-E486-295E-B33B8683B938}"/>
          </ac:spMkLst>
        </pc:spChg>
        <pc:picChg chg="add mod">
          <ac:chgData name="Owais" userId="6abc7d4556b3b071" providerId="LiveId" clId="{67CF6123-0AE6-4BD4-ADE5-5F19A9E093E9}" dt="2023-03-10T05:01:02.131" v="1606" actId="1076"/>
          <ac:picMkLst>
            <pc:docMk/>
            <pc:sldMk cId="3995319414" sldId="2482"/>
            <ac:picMk id="8" creationId="{2D0C4D95-3A08-1C5E-85E5-E142DB051265}"/>
          </ac:picMkLst>
        </pc:picChg>
      </pc:sldChg>
      <pc:sldChg chg="del">
        <pc:chgData name="Owais" userId="6abc7d4556b3b071" providerId="LiveId" clId="{67CF6123-0AE6-4BD4-ADE5-5F19A9E093E9}" dt="2023-03-10T04:22:09.813" v="98" actId="47"/>
        <pc:sldMkLst>
          <pc:docMk/>
          <pc:sldMk cId="677534828" sldId="2483"/>
        </pc:sldMkLst>
      </pc:sldChg>
      <pc:sldChg chg="addSp delSp modSp add mod delAnim modAnim modNotesTx">
        <pc:chgData name="Owais" userId="6abc7d4556b3b071" providerId="LiveId" clId="{67CF6123-0AE6-4BD4-ADE5-5F19A9E093E9}" dt="2023-03-10T05:15:13.914" v="2212" actId="27636"/>
        <pc:sldMkLst>
          <pc:docMk/>
          <pc:sldMk cId="4097483409" sldId="2483"/>
        </pc:sldMkLst>
        <pc:spChg chg="mod">
          <ac:chgData name="Owais" userId="6abc7d4556b3b071" providerId="LiveId" clId="{67CF6123-0AE6-4BD4-ADE5-5F19A9E093E9}" dt="2023-03-10T05:15:13.914" v="2212" actId="27636"/>
          <ac:spMkLst>
            <pc:docMk/>
            <pc:sldMk cId="4097483409" sldId="2483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02:14.702" v="1642" actId="20577"/>
          <ac:spMkLst>
            <pc:docMk/>
            <pc:sldMk cId="4097483409" sldId="2483"/>
            <ac:spMk id="215" creationId="{00000000-0000-0000-0000-000000000000}"/>
          </ac:spMkLst>
        </pc:spChg>
        <pc:picChg chg="del">
          <ac:chgData name="Owais" userId="6abc7d4556b3b071" providerId="LiveId" clId="{67CF6123-0AE6-4BD4-ADE5-5F19A9E093E9}" dt="2023-03-10T05:02:20.720" v="1643" actId="478"/>
          <ac:picMkLst>
            <pc:docMk/>
            <pc:sldMk cId="4097483409" sldId="2483"/>
            <ac:picMk id="8" creationId="{2D0C4D95-3A08-1C5E-85E5-E142DB051265}"/>
          </ac:picMkLst>
        </pc:picChg>
        <pc:picChg chg="add mod">
          <ac:chgData name="Owais" userId="6abc7d4556b3b071" providerId="LiveId" clId="{67CF6123-0AE6-4BD4-ADE5-5F19A9E093E9}" dt="2023-03-10T05:02:31.380" v="1645" actId="1076"/>
          <ac:picMkLst>
            <pc:docMk/>
            <pc:sldMk cId="4097483409" sldId="2483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127" v="99" actId="47"/>
        <pc:sldMkLst>
          <pc:docMk/>
          <pc:sldMk cId="278977406" sldId="2484"/>
        </pc:sldMkLst>
      </pc:sldChg>
      <pc:sldChg chg="addSp delSp modSp add mod delAnim modAnim">
        <pc:chgData name="Owais" userId="6abc7d4556b3b071" providerId="LiveId" clId="{67CF6123-0AE6-4BD4-ADE5-5F19A9E093E9}" dt="2023-03-10T05:13:16.538" v="2167" actId="20577"/>
        <pc:sldMkLst>
          <pc:docMk/>
          <pc:sldMk cId="2130599672" sldId="2484"/>
        </pc:sldMkLst>
        <pc:spChg chg="del mod">
          <ac:chgData name="Owais" userId="6abc7d4556b3b071" providerId="LiveId" clId="{67CF6123-0AE6-4BD4-ADE5-5F19A9E093E9}" dt="2023-03-10T05:08:19.172" v="2121" actId="478"/>
          <ac:spMkLst>
            <pc:docMk/>
            <pc:sldMk cId="2130599672" sldId="2484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3:16.538" v="2167" actId="20577"/>
          <ac:spMkLst>
            <pc:docMk/>
            <pc:sldMk cId="2130599672" sldId="2484"/>
            <ac:spMk id="215" creationId="{00000000-0000-0000-0000-000000000000}"/>
          </ac:spMkLst>
        </pc:spChg>
        <pc:picChg chg="add del mod">
          <ac:chgData name="Owais" userId="6abc7d4556b3b071" providerId="LiveId" clId="{67CF6123-0AE6-4BD4-ADE5-5F19A9E093E9}" dt="2023-03-10T05:08:14.510" v="2118"/>
          <ac:picMkLst>
            <pc:docMk/>
            <pc:sldMk cId="2130599672" sldId="2484"/>
            <ac:picMk id="11266" creationId="{E57703D1-AB19-527B-31FA-8471F4C3CEEA}"/>
          </ac:picMkLst>
        </pc:picChg>
        <pc:picChg chg="add del mod">
          <ac:chgData name="Owais" userId="6abc7d4556b3b071" providerId="LiveId" clId="{67CF6123-0AE6-4BD4-ADE5-5F19A9E093E9}" dt="2023-03-10T05:11:49.164" v="2131" actId="1076"/>
          <ac:picMkLst>
            <pc:docMk/>
            <pc:sldMk cId="2130599672" sldId="2484"/>
            <ac:picMk id="11268" creationId="{BA91136C-DFAF-E6B0-B8E9-A20B974F7798}"/>
          </ac:picMkLst>
        </pc:picChg>
      </pc:sldChg>
      <pc:sldChg chg="addSp delSp modSp add mod modAnim modNotesTx">
        <pc:chgData name="Owais" userId="6abc7d4556b3b071" providerId="LiveId" clId="{67CF6123-0AE6-4BD4-ADE5-5F19A9E093E9}" dt="2023-03-10T05:30:03.625" v="3009" actId="20577"/>
        <pc:sldMkLst>
          <pc:docMk/>
          <pc:sldMk cId="823254948" sldId="2485"/>
        </pc:sldMkLst>
        <pc:spChg chg="mod">
          <ac:chgData name="Owais" userId="6abc7d4556b3b071" providerId="LiveId" clId="{67CF6123-0AE6-4BD4-ADE5-5F19A9E093E9}" dt="2023-03-10T05:18:06.590" v="2340" actId="20577"/>
          <ac:spMkLst>
            <pc:docMk/>
            <pc:sldMk cId="823254948" sldId="2485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1" creationId="{4F964A84-1F67-44C1-AE02-038A89A0031A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2" creationId="{D792E484-ADE9-A17E-A187-38014C58A5EE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3" creationId="{38DAE894-B7DC-7BDC-CD2E-FBA2EB9F4276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4" creationId="{4456527D-2AC1-9CB7-7D3E-85DEF46A0AC1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5" creationId="{FC16F735-F701-EB77-298A-BFE79E56767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6" creationId="{B9D4F920-4598-50D3-38FA-6D6C6031EF83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7" creationId="{8DF4AC83-FEE2-0013-85F2-8147E63DEE1C}"/>
          </ac:spMkLst>
        </pc:spChg>
        <pc:grpChg chg="add mod">
          <ac:chgData name="Owais" userId="6abc7d4556b3b071" providerId="LiveId" clId="{67CF6123-0AE6-4BD4-ADE5-5F19A9E093E9}" dt="2023-03-10T05:17:13.075" v="2300" actId="1076"/>
          <ac:grpSpMkLst>
            <pc:docMk/>
            <pc:sldMk cId="823254948" sldId="2485"/>
            <ac:grpSpMk id="10" creationId="{E4DE4D9F-7B3E-0EB0-9E06-6F6C291075F4}"/>
          </ac:grpSpMkLst>
        </pc:grpChg>
        <pc:picChg chg="del">
          <ac:chgData name="Owais" userId="6abc7d4556b3b071" providerId="LiveId" clId="{67CF6123-0AE6-4BD4-ADE5-5F19A9E093E9}" dt="2023-03-10T05:15:31.177" v="2214" actId="478"/>
          <ac:picMkLst>
            <pc:docMk/>
            <pc:sldMk cId="823254948" sldId="2485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365" v="100" actId="47"/>
        <pc:sldMkLst>
          <pc:docMk/>
          <pc:sldMk cId="2995985000" sldId="2485"/>
        </pc:sldMkLst>
      </pc:sldChg>
      <pc:sldChg chg="addSp delSp modSp add mod delAnim modAnim modNotesTx">
        <pc:chgData name="Owais" userId="6abc7d4556b3b071" providerId="LiveId" clId="{67CF6123-0AE6-4BD4-ADE5-5F19A9E093E9}" dt="2023-03-10T05:29:57.903" v="3008" actId="20577"/>
        <pc:sldMkLst>
          <pc:docMk/>
          <pc:sldMk cId="678087267" sldId="2486"/>
        </pc:sldMkLst>
        <pc:spChg chg="mod">
          <ac:chgData name="Owais" userId="6abc7d4556b3b071" providerId="LiveId" clId="{67CF6123-0AE6-4BD4-ADE5-5F19A9E093E9}" dt="2023-03-10T05:27:26.555" v="2847" actId="20577"/>
          <ac:spMkLst>
            <pc:docMk/>
            <pc:sldMk cId="678087267" sldId="2486"/>
            <ac:spMk id="3" creationId="{4A1C0383-58FE-E486-295E-B33B8683B938}"/>
          </ac:spMkLst>
        </pc:spChg>
        <pc:grpChg chg="del">
          <ac:chgData name="Owais" userId="6abc7d4556b3b071" providerId="LiveId" clId="{67CF6123-0AE6-4BD4-ADE5-5F19A9E093E9}" dt="2023-03-10T05:17:44.124" v="2302" actId="478"/>
          <ac:grpSpMkLst>
            <pc:docMk/>
            <pc:sldMk cId="678087267" sldId="2486"/>
            <ac:grpSpMk id="10" creationId="{E4DE4D9F-7B3E-0EB0-9E06-6F6C291075F4}"/>
          </ac:grpSpMkLst>
        </pc:grpChg>
        <pc:picChg chg="add mod">
          <ac:chgData name="Owais" userId="6abc7d4556b3b071" providerId="LiveId" clId="{67CF6123-0AE6-4BD4-ADE5-5F19A9E093E9}" dt="2023-03-10T05:27:13.659" v="2835" actId="1076"/>
          <ac:picMkLst>
            <pc:docMk/>
            <pc:sldMk cId="678087267" sldId="2486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0.463" v="101" actId="47"/>
        <pc:sldMkLst>
          <pc:docMk/>
          <pc:sldMk cId="1088870247" sldId="2486"/>
        </pc:sldMkLst>
      </pc:sldChg>
      <pc:sldChg chg="delSp modSp add mod delAnim modAnim modNotesTx">
        <pc:chgData name="Owais" userId="6abc7d4556b3b071" providerId="LiveId" clId="{67CF6123-0AE6-4BD4-ADE5-5F19A9E093E9}" dt="2023-03-10T05:30:29.328" v="3053" actId="20577"/>
        <pc:sldMkLst>
          <pc:docMk/>
          <pc:sldMk cId="1323242083" sldId="2487"/>
        </pc:sldMkLst>
        <pc:spChg chg="mod">
          <ac:chgData name="Owais" userId="6abc7d4556b3b071" providerId="LiveId" clId="{67CF6123-0AE6-4BD4-ADE5-5F19A9E093E9}" dt="2023-03-10T05:30:21.435" v="3013" actId="27636"/>
          <ac:spMkLst>
            <pc:docMk/>
            <pc:sldMk cId="1323242083" sldId="2487"/>
            <ac:spMk id="3" creationId="{4A1C0383-58FE-E486-295E-B33B8683B938}"/>
          </ac:spMkLst>
        </pc:spChg>
        <pc:picChg chg="del">
          <ac:chgData name="Owais" userId="6abc7d4556b3b071" providerId="LiveId" clId="{67CF6123-0AE6-4BD4-ADE5-5F19A9E093E9}" dt="2023-03-10T05:28:05.754" v="2850" actId="478"/>
          <ac:picMkLst>
            <pc:docMk/>
            <pc:sldMk cId="1323242083" sldId="2487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1.012" v="102" actId="47"/>
        <pc:sldMkLst>
          <pc:docMk/>
          <pc:sldMk cId="1653736541" sldId="2487"/>
        </pc:sldMkLst>
      </pc:sldChg>
      <pc:sldChg chg="del">
        <pc:chgData name="Owais" userId="6abc7d4556b3b071" providerId="LiveId" clId="{67CF6123-0AE6-4BD4-ADE5-5F19A9E093E9}" dt="2023-03-10T04:22:11.020" v="103" actId="47"/>
        <pc:sldMkLst>
          <pc:docMk/>
          <pc:sldMk cId="633565940" sldId="2488"/>
        </pc:sldMkLst>
      </pc:sldChg>
      <pc:sldChg chg="modSp add mod modAnim modNotesTx">
        <pc:chgData name="Owais" userId="6abc7d4556b3b071" providerId="LiveId" clId="{67CF6123-0AE6-4BD4-ADE5-5F19A9E093E9}" dt="2023-03-10T05:46:41.099" v="4221" actId="20577"/>
        <pc:sldMkLst>
          <pc:docMk/>
          <pc:sldMk cId="2597580398" sldId="2488"/>
        </pc:sldMkLst>
        <pc:spChg chg="mod">
          <ac:chgData name="Owais" userId="6abc7d4556b3b071" providerId="LiveId" clId="{67CF6123-0AE6-4BD4-ADE5-5F19A9E093E9}" dt="2023-03-10T05:35:00.484" v="3583" actId="20577"/>
          <ac:spMkLst>
            <pc:docMk/>
            <pc:sldMk cId="2597580398" sldId="2488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0:58.474" v="3064" actId="20577"/>
          <ac:spMkLst>
            <pc:docMk/>
            <pc:sldMk cId="2597580398" sldId="2488"/>
            <ac:spMk id="215" creationId="{00000000-0000-0000-0000-000000000000}"/>
          </ac:spMkLst>
        </pc:spChg>
      </pc:sldChg>
      <pc:sldChg chg="modSp add mod modAnim modNotesTx">
        <pc:chgData name="Owais" userId="6abc7d4556b3b071" providerId="LiveId" clId="{67CF6123-0AE6-4BD4-ADE5-5F19A9E093E9}" dt="2023-03-10T05:46:43.324" v="4222" actId="20577"/>
        <pc:sldMkLst>
          <pc:docMk/>
          <pc:sldMk cId="1889231957" sldId="2489"/>
        </pc:sldMkLst>
        <pc:spChg chg="mod">
          <ac:chgData name="Owais" userId="6abc7d4556b3b071" providerId="LiveId" clId="{67CF6123-0AE6-4BD4-ADE5-5F19A9E093E9}" dt="2023-03-10T05:41:42.134" v="3897" actId="20577"/>
          <ac:spMkLst>
            <pc:docMk/>
            <pc:sldMk cId="1889231957" sldId="248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6:54.075" v="3601" actId="20577"/>
          <ac:spMkLst>
            <pc:docMk/>
            <pc:sldMk cId="1889231957" sldId="248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11.030" v="104" actId="47"/>
        <pc:sldMkLst>
          <pc:docMk/>
          <pc:sldMk cId="4108314565" sldId="2489"/>
        </pc:sldMkLst>
      </pc:sldChg>
      <pc:sldChg chg="del">
        <pc:chgData name="Owais" userId="6abc7d4556b3b071" providerId="LiveId" clId="{67CF6123-0AE6-4BD4-ADE5-5F19A9E093E9}" dt="2023-03-10T04:22:11.082" v="105" actId="47"/>
        <pc:sldMkLst>
          <pc:docMk/>
          <pc:sldMk cId="768465522" sldId="2490"/>
        </pc:sldMkLst>
      </pc:sldChg>
      <pc:sldChg chg="modSp add mod modAnim modNotesTx">
        <pc:chgData name="Owais" userId="6abc7d4556b3b071" providerId="LiveId" clId="{67CF6123-0AE6-4BD4-ADE5-5F19A9E093E9}" dt="2023-03-10T05:54:18.107" v="4726" actId="20577"/>
        <pc:sldMkLst>
          <pc:docMk/>
          <pc:sldMk cId="1362025451" sldId="2490"/>
        </pc:sldMkLst>
        <pc:spChg chg="mod">
          <ac:chgData name="Owais" userId="6abc7d4556b3b071" providerId="LiveId" clId="{67CF6123-0AE6-4BD4-ADE5-5F19A9E093E9}" dt="2023-03-10T05:52:47.265" v="4475" actId="20577"/>
          <ac:spMkLst>
            <pc:docMk/>
            <pc:sldMk cId="1362025451" sldId="2490"/>
            <ac:spMk id="3" creationId="{4A1C0383-58FE-E486-295E-B33B8683B938}"/>
          </ac:spMkLst>
        </pc:spChg>
      </pc:sldChg>
      <pc:sldChg chg="modSp add mod modAnim">
        <pc:chgData name="Owais" userId="6abc7d4556b3b071" providerId="LiveId" clId="{67CF6123-0AE6-4BD4-ADE5-5F19A9E093E9}" dt="2023-03-10T05:56:53.799" v="4979" actId="20577"/>
        <pc:sldMkLst>
          <pc:docMk/>
          <pc:sldMk cId="2844888853" sldId="2491"/>
        </pc:sldMkLst>
        <pc:spChg chg="mod">
          <ac:chgData name="Owais" userId="6abc7d4556b3b071" providerId="LiveId" clId="{67CF6123-0AE6-4BD4-ADE5-5F19A9E093E9}" dt="2023-03-10T05:56:53.799" v="4979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del">
        <pc:chgData name="Owais" userId="6abc7d4556b3b071" providerId="LiveId" clId="{67CF6123-0AE6-4BD4-ADE5-5F19A9E093E9}" dt="2023-03-10T04:22:11.165" v="106" actId="47"/>
        <pc:sldMkLst>
          <pc:docMk/>
          <pc:sldMk cId="3640078836" sldId="2491"/>
        </pc:sldMkLst>
      </pc:sldChg>
      <pc:sldChg chg="del">
        <pc:chgData name="Owais" userId="6abc7d4556b3b071" providerId="LiveId" clId="{67CF6123-0AE6-4BD4-ADE5-5F19A9E093E9}" dt="2023-03-10T04:22:11.183" v="107" actId="47"/>
        <pc:sldMkLst>
          <pc:docMk/>
          <pc:sldMk cId="1206654014" sldId="2492"/>
        </pc:sldMkLst>
      </pc:sldChg>
      <pc:sldChg chg="del">
        <pc:chgData name="Owais" userId="6abc7d4556b3b071" providerId="LiveId" clId="{67CF6123-0AE6-4BD4-ADE5-5F19A9E093E9}" dt="2023-03-10T04:22:11.201" v="108" actId="47"/>
        <pc:sldMkLst>
          <pc:docMk/>
          <pc:sldMk cId="2770422083" sldId="2493"/>
        </pc:sldMkLst>
      </pc:sldChg>
      <pc:sldChg chg="del">
        <pc:chgData name="Owais" userId="6abc7d4556b3b071" providerId="LiveId" clId="{67CF6123-0AE6-4BD4-ADE5-5F19A9E093E9}" dt="2023-03-10T04:22:11.212" v="109" actId="47"/>
        <pc:sldMkLst>
          <pc:docMk/>
          <pc:sldMk cId="1769907705" sldId="2494"/>
        </pc:sldMkLst>
      </pc:sldChg>
      <pc:sldChg chg="del">
        <pc:chgData name="Owais" userId="6abc7d4556b3b071" providerId="LiveId" clId="{67CF6123-0AE6-4BD4-ADE5-5F19A9E093E9}" dt="2023-03-10T04:22:11.986" v="112" actId="47"/>
        <pc:sldMkLst>
          <pc:docMk/>
          <pc:sldMk cId="502436521" sldId="2495"/>
        </pc:sldMkLst>
      </pc:sldChg>
      <pc:sldChg chg="del">
        <pc:chgData name="Owais" userId="6abc7d4556b3b071" providerId="LiveId" clId="{67CF6123-0AE6-4BD4-ADE5-5F19A9E093E9}" dt="2023-03-10T04:22:11.627" v="110" actId="47"/>
        <pc:sldMkLst>
          <pc:docMk/>
          <pc:sldMk cId="3658375322" sldId="2496"/>
        </pc:sldMkLst>
      </pc:sldChg>
      <pc:sldChg chg="del">
        <pc:chgData name="Owais" userId="6abc7d4556b3b071" providerId="LiveId" clId="{67CF6123-0AE6-4BD4-ADE5-5F19A9E093E9}" dt="2023-03-10T04:22:11.806" v="111" actId="47"/>
        <pc:sldMkLst>
          <pc:docMk/>
          <pc:sldMk cId="1001608454" sldId="2497"/>
        </pc:sldMkLst>
      </pc:sldChg>
      <pc:sldChg chg="del">
        <pc:chgData name="Owais" userId="6abc7d4556b3b071" providerId="LiveId" clId="{67CF6123-0AE6-4BD4-ADE5-5F19A9E093E9}" dt="2023-03-10T04:22:12.138" v="113" actId="47"/>
        <pc:sldMkLst>
          <pc:docMk/>
          <pc:sldMk cId="1881289253" sldId="2498"/>
        </pc:sldMkLst>
      </pc:sldChg>
      <pc:sldChg chg="del">
        <pc:chgData name="Owais" userId="6abc7d4556b3b071" providerId="LiveId" clId="{67CF6123-0AE6-4BD4-ADE5-5F19A9E093E9}" dt="2023-03-10T04:22:12.299" v="114" actId="47"/>
        <pc:sldMkLst>
          <pc:docMk/>
          <pc:sldMk cId="3955736578" sldId="2499"/>
        </pc:sldMkLst>
      </pc:sldChg>
      <pc:sldChg chg="del">
        <pc:chgData name="Owais" userId="6abc7d4556b3b071" providerId="LiveId" clId="{67CF6123-0AE6-4BD4-ADE5-5F19A9E093E9}" dt="2023-03-10T04:22:12.462" v="115" actId="47"/>
        <pc:sldMkLst>
          <pc:docMk/>
          <pc:sldMk cId="3647547761" sldId="2500"/>
        </pc:sldMkLst>
      </pc:sldChg>
      <pc:sldChg chg="del">
        <pc:chgData name="Owais" userId="6abc7d4556b3b071" providerId="LiveId" clId="{67CF6123-0AE6-4BD4-ADE5-5F19A9E093E9}" dt="2023-03-10T04:22:12.609" v="116" actId="47"/>
        <pc:sldMkLst>
          <pc:docMk/>
          <pc:sldMk cId="3769573511" sldId="2501"/>
        </pc:sldMkLst>
      </pc:sldChg>
      <pc:sldChg chg="del">
        <pc:chgData name="Owais" userId="6abc7d4556b3b071" providerId="LiveId" clId="{67CF6123-0AE6-4BD4-ADE5-5F19A9E093E9}" dt="2023-03-10T04:22:13.749" v="117" actId="47"/>
        <pc:sldMkLst>
          <pc:docMk/>
          <pc:sldMk cId="2150423912" sldId="250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6/27/2023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6/27/2023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873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72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839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Race condition is a state when a circuit has multiple inputs waiting but the circuit is slow, or when it performs an input faster and moves to the next input out of desired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131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188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635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848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822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495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3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041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364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91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734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014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144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666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microsoft.com/office/2007/relationships/hdphoto" Target="../media/hdphoto1.wdp"/><Relationship Id="rId7" Type="http://schemas.openxmlformats.org/officeDocument/2006/relationships/image" Target="../media/image4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9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DIGITAL LOGIC DESIGN (111776)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114800" cy="4136198"/>
          </a:xfrm>
        </p:spPr>
        <p:txBody>
          <a:bodyPr/>
          <a:lstStyle/>
          <a:p>
            <a:r>
              <a:rPr lang="en-US" dirty="0"/>
              <a:t>Sequential Circuits</a:t>
            </a:r>
          </a:p>
          <a:p>
            <a:r>
              <a:rPr lang="en-US" dirty="0"/>
              <a:t>Synchronous and Asynchronous Types</a:t>
            </a:r>
          </a:p>
          <a:p>
            <a:r>
              <a:rPr lang="en-US" dirty="0"/>
              <a:t>SR-Latches</a:t>
            </a:r>
          </a:p>
          <a:p>
            <a:r>
              <a:rPr lang="en-US" dirty="0"/>
              <a:t>Gated SR-Latches</a:t>
            </a:r>
          </a:p>
          <a:p>
            <a:r>
              <a:rPr lang="en-US" dirty="0"/>
              <a:t>Gated D Latches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Sequential Circuits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5875616" cy="49428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In a Combinational circuit, the output depends upon the Present Input only. In a Sequential circuit, the output depends upon the Present Input as well as the past Output.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We need a memory element to store previous output.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For example, a circuit which adds the input to the previous output.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104781-49F5-7944-8B0F-4AAAFE470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641" y="1532588"/>
            <a:ext cx="5464759" cy="339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6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Sequential Circuits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354310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 memory element can be in many forms (e.g., Flip-flops).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 simplest form is to use a Cascaded NOT gate, meaning 2 NOT gates in series making up a single bit memory cell.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Later, other memory cells were invented including Latches and Flip-Flops.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F9582-12B3-15DE-636D-04D79531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339" y="4997455"/>
            <a:ext cx="4669872" cy="97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Synchronous and Asynchronous Sequential Circuits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5875616" cy="494282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Synchronous sequential circuits </a:t>
            </a:r>
            <a:r>
              <a:rPr lang="en-US" sz="3400" dirty="0"/>
              <a:t>are the ones which are attached with a Clock.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They wait for the next clock pulse before performing next operation.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They are slower because they wait for the clock signal, but they are reliable because the internal state is in our control.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Asynchronous sequential circuits </a:t>
            </a:r>
            <a:r>
              <a:rPr lang="en-US" sz="3400" dirty="0"/>
              <a:t>only rely on Input signals.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They perform the operation as soon as the input arrives.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They are faster because they do not wait for clock signal but can run into race condition because the internal state is not in control.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ED40BFB-F75A-A1F5-17EF-9AE07BA85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74993"/>
            <a:ext cx="5875616" cy="252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1D96ACC-7B8A-CAF9-5AA9-4E679EFDF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262077"/>
            <a:ext cx="5875616" cy="182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81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SR-Latches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22078"/>
                <a:ext cx="5875616" cy="4944412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Latch is a digital circuit used as temporary memory.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It is a Bistable device, meaning they have two states, SET and RESET.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At a time, the Latch can either be in SET state or RESET state.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An active-LOW Latch is composed of two NAND by cross-coupling.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An active LOW Latch is in SET condition (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) when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22078"/>
                <a:ext cx="5875616" cy="4944412"/>
              </a:xfrm>
              <a:prstGeom prst="rect">
                <a:avLst/>
              </a:prstGeom>
              <a:blipFill>
                <a:blip r:embed="rId3"/>
                <a:stretch>
                  <a:fillRect l="-2178" t="-3329" r="-2593" b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78451019-08E9-D248-E950-C2A8EC5B07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2691975"/>
                  </p:ext>
                </p:extLst>
              </p:nvPr>
            </p:nvGraphicFramePr>
            <p:xfrm>
              <a:off x="6096000" y="4213727"/>
              <a:ext cx="5875617" cy="210856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75159">
                      <a:extLst>
                        <a:ext uri="{9D8B030D-6E8A-4147-A177-3AD203B41FA5}">
                          <a16:colId xmlns:a16="http://schemas.microsoft.com/office/drawing/2014/main" val="1521652905"/>
                        </a:ext>
                      </a:extLst>
                    </a:gridCol>
                    <a:gridCol w="834578">
                      <a:extLst>
                        <a:ext uri="{9D8B030D-6E8A-4147-A177-3AD203B41FA5}">
                          <a16:colId xmlns:a16="http://schemas.microsoft.com/office/drawing/2014/main" val="1826010388"/>
                        </a:ext>
                      </a:extLst>
                    </a:gridCol>
                    <a:gridCol w="851652">
                      <a:extLst>
                        <a:ext uri="{9D8B030D-6E8A-4147-A177-3AD203B41FA5}">
                          <a16:colId xmlns:a16="http://schemas.microsoft.com/office/drawing/2014/main" val="3566435170"/>
                        </a:ext>
                      </a:extLst>
                    </a:gridCol>
                    <a:gridCol w="864628">
                      <a:extLst>
                        <a:ext uri="{9D8B030D-6E8A-4147-A177-3AD203B41FA5}">
                          <a16:colId xmlns:a16="http://schemas.microsoft.com/office/drawing/2014/main" val="2673878129"/>
                        </a:ext>
                      </a:extLst>
                    </a:gridCol>
                    <a:gridCol w="2549600">
                      <a:extLst>
                        <a:ext uri="{9D8B030D-6E8A-4147-A177-3AD203B41FA5}">
                          <a16:colId xmlns:a16="http://schemas.microsoft.com/office/drawing/2014/main" val="1469122725"/>
                        </a:ext>
                      </a:extLst>
                    </a:gridCol>
                  </a:tblGrid>
                  <a:tr h="3712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b="1" i="0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1" i="0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b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971708"/>
                      </a:ext>
                    </a:extLst>
                  </a:tr>
                  <a:tr h="596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 change. Latch remains in current state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236118"/>
                      </a:ext>
                    </a:extLst>
                  </a:tr>
                  <a:tr h="34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Latch is SET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3978919"/>
                      </a:ext>
                    </a:extLst>
                  </a:tr>
                  <a:tr h="34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Latch is RESET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2876021"/>
                      </a:ext>
                    </a:extLst>
                  </a:tr>
                  <a:tr h="34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n-US" dirty="0"/>
                            <a:t>Invalid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9805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78451019-08E9-D248-E950-C2A8EC5B07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2691975"/>
                  </p:ext>
                </p:extLst>
              </p:nvPr>
            </p:nvGraphicFramePr>
            <p:xfrm>
              <a:off x="6096000" y="4213727"/>
              <a:ext cx="5875617" cy="210856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75159">
                      <a:extLst>
                        <a:ext uri="{9D8B030D-6E8A-4147-A177-3AD203B41FA5}">
                          <a16:colId xmlns:a16="http://schemas.microsoft.com/office/drawing/2014/main" val="1521652905"/>
                        </a:ext>
                      </a:extLst>
                    </a:gridCol>
                    <a:gridCol w="834578">
                      <a:extLst>
                        <a:ext uri="{9D8B030D-6E8A-4147-A177-3AD203B41FA5}">
                          <a16:colId xmlns:a16="http://schemas.microsoft.com/office/drawing/2014/main" val="1826010388"/>
                        </a:ext>
                      </a:extLst>
                    </a:gridCol>
                    <a:gridCol w="851652">
                      <a:extLst>
                        <a:ext uri="{9D8B030D-6E8A-4147-A177-3AD203B41FA5}">
                          <a16:colId xmlns:a16="http://schemas.microsoft.com/office/drawing/2014/main" val="3566435170"/>
                        </a:ext>
                      </a:extLst>
                    </a:gridCol>
                    <a:gridCol w="864628">
                      <a:extLst>
                        <a:ext uri="{9D8B030D-6E8A-4147-A177-3AD203B41FA5}">
                          <a16:colId xmlns:a16="http://schemas.microsoft.com/office/drawing/2014/main" val="2673878129"/>
                        </a:ext>
                      </a:extLst>
                    </a:gridCol>
                    <a:gridCol w="2549600">
                      <a:extLst>
                        <a:ext uri="{9D8B030D-6E8A-4147-A177-3AD203B41FA5}">
                          <a16:colId xmlns:a16="http://schemas.microsoft.com/office/drawing/2014/main" val="1469122725"/>
                        </a:ext>
                      </a:extLst>
                    </a:gridCol>
                  </a:tblGrid>
                  <a:tr h="3712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75" t="-8197" r="-662992" b="-493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4161" t="-8197" r="-514599" b="-493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0000" t="-8197" r="-403571" b="-493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85915" t="-8197" r="-297887" b="-493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97170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 change. Latch remains in current state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23611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Latch is SET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39789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Latch is RESET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28760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n-US" dirty="0"/>
                            <a:t>Invalid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980541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080" name="Picture 8">
            <a:extLst>
              <a:ext uri="{FF2B5EF4-FFF2-40B4-BE49-F238E27FC236}">
                <a16:creationId xmlns:a16="http://schemas.microsoft.com/office/drawing/2014/main" id="{42F8257D-74CD-3736-2A30-DAF9807A7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447" y="1444013"/>
            <a:ext cx="4366723" cy="2628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4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SR-Latches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An active-HIGH Latch is composed of two NOR by cross-coupling.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An active HIGH Latch is in SET condition (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) when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Note that SR-Latches are Asynchronous sequential circuits.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sz="3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  <a:blipFill>
                <a:blip r:embed="rId3"/>
                <a:stretch>
                  <a:fillRect l="-2593" t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>
            <a:extLst>
              <a:ext uri="{FF2B5EF4-FFF2-40B4-BE49-F238E27FC236}">
                <a16:creationId xmlns:a16="http://schemas.microsoft.com/office/drawing/2014/main" id="{90E32114-C48C-31AE-B745-02A174C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6251" y="1441961"/>
            <a:ext cx="3974714" cy="256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78451019-08E9-D248-E950-C2A8EC5B07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0440996"/>
                  </p:ext>
                </p:extLst>
              </p:nvPr>
            </p:nvGraphicFramePr>
            <p:xfrm>
              <a:off x="6096000" y="4213727"/>
              <a:ext cx="5875616" cy="210856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75159">
                      <a:extLst>
                        <a:ext uri="{9D8B030D-6E8A-4147-A177-3AD203B41FA5}">
                          <a16:colId xmlns:a16="http://schemas.microsoft.com/office/drawing/2014/main" val="1521652905"/>
                        </a:ext>
                      </a:extLst>
                    </a:gridCol>
                    <a:gridCol w="834578">
                      <a:extLst>
                        <a:ext uri="{9D8B030D-6E8A-4147-A177-3AD203B41FA5}">
                          <a16:colId xmlns:a16="http://schemas.microsoft.com/office/drawing/2014/main" val="1826010388"/>
                        </a:ext>
                      </a:extLst>
                    </a:gridCol>
                    <a:gridCol w="851652">
                      <a:extLst>
                        <a:ext uri="{9D8B030D-6E8A-4147-A177-3AD203B41FA5}">
                          <a16:colId xmlns:a16="http://schemas.microsoft.com/office/drawing/2014/main" val="3566435170"/>
                        </a:ext>
                      </a:extLst>
                    </a:gridCol>
                    <a:gridCol w="864628">
                      <a:extLst>
                        <a:ext uri="{9D8B030D-6E8A-4147-A177-3AD203B41FA5}">
                          <a16:colId xmlns:a16="http://schemas.microsoft.com/office/drawing/2014/main" val="2673878129"/>
                        </a:ext>
                      </a:extLst>
                    </a:gridCol>
                    <a:gridCol w="2549599">
                      <a:extLst>
                        <a:ext uri="{9D8B030D-6E8A-4147-A177-3AD203B41FA5}">
                          <a16:colId xmlns:a16="http://schemas.microsoft.com/office/drawing/2014/main" val="1469122725"/>
                        </a:ext>
                      </a:extLst>
                    </a:gridCol>
                  </a:tblGrid>
                  <a:tr h="3712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b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971708"/>
                      </a:ext>
                    </a:extLst>
                  </a:tr>
                  <a:tr h="596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 change. Latch remains in current state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236118"/>
                      </a:ext>
                    </a:extLst>
                  </a:tr>
                  <a:tr h="34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Latch is SET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3978919"/>
                      </a:ext>
                    </a:extLst>
                  </a:tr>
                  <a:tr h="34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Latch is RESET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2876021"/>
                      </a:ext>
                    </a:extLst>
                  </a:tr>
                  <a:tr h="34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n-US" dirty="0"/>
                            <a:t>Invalid input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9805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78451019-08E9-D248-E950-C2A8EC5B07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0440996"/>
                  </p:ext>
                </p:extLst>
              </p:nvPr>
            </p:nvGraphicFramePr>
            <p:xfrm>
              <a:off x="6096000" y="4213727"/>
              <a:ext cx="5875616" cy="210856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75159">
                      <a:extLst>
                        <a:ext uri="{9D8B030D-6E8A-4147-A177-3AD203B41FA5}">
                          <a16:colId xmlns:a16="http://schemas.microsoft.com/office/drawing/2014/main" val="1521652905"/>
                        </a:ext>
                      </a:extLst>
                    </a:gridCol>
                    <a:gridCol w="834578">
                      <a:extLst>
                        <a:ext uri="{9D8B030D-6E8A-4147-A177-3AD203B41FA5}">
                          <a16:colId xmlns:a16="http://schemas.microsoft.com/office/drawing/2014/main" val="1826010388"/>
                        </a:ext>
                      </a:extLst>
                    </a:gridCol>
                    <a:gridCol w="851652">
                      <a:extLst>
                        <a:ext uri="{9D8B030D-6E8A-4147-A177-3AD203B41FA5}">
                          <a16:colId xmlns:a16="http://schemas.microsoft.com/office/drawing/2014/main" val="3566435170"/>
                        </a:ext>
                      </a:extLst>
                    </a:gridCol>
                    <a:gridCol w="864628">
                      <a:extLst>
                        <a:ext uri="{9D8B030D-6E8A-4147-A177-3AD203B41FA5}">
                          <a16:colId xmlns:a16="http://schemas.microsoft.com/office/drawing/2014/main" val="2673878129"/>
                        </a:ext>
                      </a:extLst>
                    </a:gridCol>
                    <a:gridCol w="2549599">
                      <a:extLst>
                        <a:ext uri="{9D8B030D-6E8A-4147-A177-3AD203B41FA5}">
                          <a16:colId xmlns:a16="http://schemas.microsoft.com/office/drawing/2014/main" val="1469122725"/>
                        </a:ext>
                      </a:extLst>
                    </a:gridCol>
                  </a:tblGrid>
                  <a:tr h="3712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575" t="-8197" r="-662992" b="-493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94161" t="-8197" r="-514599" b="-493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0000" t="-8197" r="-403571" b="-493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85915" t="-8197" r="-297887" b="-493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97170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 change. Latch remains in current state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23611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Latch is SET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39789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Latch is RESET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28760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n-US" dirty="0"/>
                            <a:t>Invalid input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980541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3145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SR-Latches – Case 1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343102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If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=0;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, then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=0;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Now if we remove the input from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400" dirty="0"/>
                  <a:t> and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3400" dirty="0"/>
                  <a:t>, meaning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400" dirty="0"/>
                  <a:t>, then the output will still be preserved.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This preservation of data is called Memory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343102"/>
              </a:xfrm>
              <a:prstGeom prst="rect">
                <a:avLst/>
              </a:prstGeom>
              <a:blipFill>
                <a:blip r:embed="rId3"/>
                <a:stretch>
                  <a:fillRect l="-1297" t="-5714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0158144-F0E3-CF99-3D83-39679B88F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84" y="4128645"/>
            <a:ext cx="5006774" cy="19204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0D5977-058C-F1A9-46A9-A780DCC57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344" y="4155317"/>
            <a:ext cx="5082980" cy="18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SR-Latches – Case 2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343102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If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400" dirty="0"/>
                  <a:t>, then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=1;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Now if we remove the input from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400" dirty="0"/>
                  <a:t> and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3400" dirty="0"/>
                  <a:t>, meaning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400" dirty="0"/>
                  <a:t>, then the output will still be the same.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This way, the output will not change until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400" dirty="0"/>
                  <a:t> is changed.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343102"/>
              </a:xfrm>
              <a:prstGeom prst="rect">
                <a:avLst/>
              </a:prstGeom>
              <a:blipFill>
                <a:blip r:embed="rId3"/>
                <a:stretch>
                  <a:fillRect l="-1297" t="-5714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343DBEA-5D54-59A3-D972-E4885163A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84" y="4121024"/>
            <a:ext cx="5159187" cy="1928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16F881-E6AD-6F18-7B7D-9E0C307B6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4339" y="4121024"/>
            <a:ext cx="5128704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5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SR-Latches – Case 3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3132696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If we set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, then the circuit will produce a contradiction, meaning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=0;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This is an error because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400" dirty="0"/>
                  <a:t>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Now if you change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3400" dirty="0"/>
                  <a:t> to 0 first and then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400" dirty="0"/>
                  <a:t> to 0, then the output will become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. The memory is not preserved.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But if you change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400" dirty="0"/>
                  <a:t> to 0 first and then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3400" dirty="0"/>
                  <a:t> to 0, then the output will become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400" dirty="0"/>
                  <a:t>. The output is reversed, which makes no sense.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This is why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 is an invalid state.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3132696"/>
              </a:xfrm>
              <a:prstGeom prst="rect">
                <a:avLst/>
              </a:prstGeom>
              <a:blipFill>
                <a:blip r:embed="rId3"/>
                <a:stretch>
                  <a:fillRect l="-675" t="-3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1179BAE-5811-226D-717D-E9DE44B4F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" y="4721547"/>
            <a:ext cx="4056826" cy="15756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459232-2E13-9ACF-6D70-3A705E4FC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589" y="4777808"/>
            <a:ext cx="4056825" cy="14631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826502-4D24-E4A3-1819-B0260EDC3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1601" y="4754751"/>
            <a:ext cx="4056825" cy="150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2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 3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given SR-Latch cases are of active-HIGH Latches. Create the same 3 cases for active-LOW SR-Latches.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You must show simulation of all cases before and after changing the values of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400" dirty="0"/>
                  <a:t> and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3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297" t="-1726" r="-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706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Gated SR-Latches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Gated SR-Latches are Synchronous sequential circuits.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They have an additional </a:t>
                </a:r>
                <a:r>
                  <a:rPr lang="en-US" sz="3400" b="1" dirty="0" err="1"/>
                  <a:t>EN</a:t>
                </a:r>
                <a:r>
                  <a:rPr lang="en-US" sz="3400" dirty="0" err="1"/>
                  <a:t>able</a:t>
                </a:r>
                <a:r>
                  <a:rPr lang="en-US" sz="3400" dirty="0"/>
                  <a:t> input.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When EN is HIGH, the Latch will act as SR-Latch.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When EN is LOW, the values of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400" dirty="0"/>
                  <a:t> will remain same irrespective of changes in the values of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400" dirty="0"/>
                  <a:t> and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3400" dirty="0"/>
                  <a:t>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We will go through examples for an active-LOW (NAND based) Gated SR-Latch.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297" t="-1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974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Gated SR-Latches – Case 1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1766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𝐸𝑁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=0;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, then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=1;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Changing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400" dirty="0"/>
                  <a:t>, the output is still preserved.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176663"/>
              </a:xfrm>
              <a:prstGeom prst="rect">
                <a:avLst/>
              </a:prstGeom>
              <a:blipFill>
                <a:blip r:embed="rId3"/>
                <a:stretch>
                  <a:fillRect l="-1297" t="-3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0D3C132-EDF2-A48E-AF0F-84D05A829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84" y="3787036"/>
            <a:ext cx="5128704" cy="24081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84965F-FA94-BC27-8983-531E4538A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213" y="3862514"/>
            <a:ext cx="5159187" cy="24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04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Gated SR-Latches – Case 2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1766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𝐸𝑁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400" dirty="0"/>
                  <a:t>, then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=0;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Changing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400" dirty="0"/>
                  <a:t>, the output is still preserved.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176663"/>
              </a:xfrm>
              <a:prstGeom prst="rect">
                <a:avLst/>
              </a:prstGeom>
              <a:blipFill>
                <a:blip r:embed="rId3"/>
                <a:stretch>
                  <a:fillRect l="-1297" t="-3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BA21E2A-CE17-0997-1712-0836AB02D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84" y="3870239"/>
            <a:ext cx="5151566" cy="2347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F3A203-6853-9134-3819-95B3B9015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834" y="3832135"/>
            <a:ext cx="5151566" cy="238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0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Gated SR-Latches – Case 3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1766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𝐸𝑁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, then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=1;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invalid condition occurs.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176663"/>
              </a:xfrm>
              <a:prstGeom prst="rect">
                <a:avLst/>
              </a:prstGeom>
              <a:blipFill>
                <a:blip r:embed="rId3"/>
                <a:stretch>
                  <a:fillRect l="-1297" t="-3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E4CD0DC-8E61-8058-2B0D-B54B7D04E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027" y="3816787"/>
            <a:ext cx="5143946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5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Gated SR-Latches – Case 4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48879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𝐸𝑁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Irrespective of any changes to R and S, the output remains same.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Note that even invalid condition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 does not affect the output.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488791"/>
              </a:xfrm>
              <a:prstGeom prst="rect">
                <a:avLst/>
              </a:prstGeom>
              <a:blipFill>
                <a:blip r:embed="rId3"/>
                <a:stretch>
                  <a:fillRect l="-1297" r="-1401" b="-5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60BEFDD-5F6F-77FE-2D29-76F7B481A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0" y="4112700"/>
            <a:ext cx="3982643" cy="1858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0603FE-70FA-F9FC-9201-4A54F5164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3472" y="4129218"/>
            <a:ext cx="3964943" cy="18408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CD5629-E7DA-449E-2654-941A5C8B82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7057" y="4099163"/>
            <a:ext cx="3964943" cy="185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 Latches (Gated)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D Latch only has two inputs, EN to enable the latch and D to provide input data.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 a D Latch, the input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400" dirty="0"/>
                  <a:t> is connected to RESET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4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</m:oMath>
                </a14:m>
                <a:r>
                  <a:rPr lang="en-US" sz="3400" dirty="0"/>
                  <a:t> is connected to SET.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Latch is enabled only when EN is 1. The inputs can either be 1-0 or 0-1, therefore 0-0 and 1-1 conditions do not occur.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Therefore, there are only 4 possible states that the latch can be in.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297" t="-1726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243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 Latches – All 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4 states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6199A1-7551-2286-881F-D93768CD9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84" y="1511064"/>
            <a:ext cx="4930567" cy="22633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B09E25-C897-E626-2217-59075D4CE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66" y="3978112"/>
            <a:ext cx="4900085" cy="22709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AF9012-3FB5-6B6F-4BA7-52E4D8722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275" y="1411995"/>
            <a:ext cx="4892464" cy="246147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AE8618-0B29-3F38-4958-9FA529886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275" y="3951439"/>
            <a:ext cx="4930567" cy="23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9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4245</TotalTime>
  <Words>1118</Words>
  <Application>Microsoft Office PowerPoint</Application>
  <PresentationFormat>Widescreen</PresentationFormat>
  <Paragraphs>161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Wingdings</vt:lpstr>
      <vt:lpstr>Office Theme</vt:lpstr>
      <vt:lpstr>DIGITAL LOGIC DESIGN (111776)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270</cp:revision>
  <dcterms:created xsi:type="dcterms:W3CDTF">2022-11-22T20:08:03Z</dcterms:created>
  <dcterms:modified xsi:type="dcterms:W3CDTF">2023-06-27T06:00:06Z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