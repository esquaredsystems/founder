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448" r:id="rId5"/>
    <p:sldId id="2462" r:id="rId6"/>
    <p:sldId id="2527" r:id="rId7"/>
    <p:sldId id="2536" r:id="rId8"/>
    <p:sldId id="2528" r:id="rId9"/>
    <p:sldId id="2529" r:id="rId10"/>
    <p:sldId id="2531" r:id="rId11"/>
    <p:sldId id="2532" r:id="rId12"/>
    <p:sldId id="2533" r:id="rId13"/>
    <p:sldId id="2530" r:id="rId14"/>
    <p:sldId id="2534" r:id="rId15"/>
    <p:sldId id="2535" r:id="rId16"/>
    <p:sldId id="2537" r:id="rId17"/>
    <p:sldId id="2538" r:id="rId18"/>
    <p:sldId id="2539" r:id="rId19"/>
    <p:sldId id="2540" r:id="rId20"/>
    <p:sldId id="2541" r:id="rId21"/>
    <p:sldId id="2542" r:id="rId22"/>
    <p:sldId id="2543" r:id="rId23"/>
    <p:sldId id="2544" r:id="rId24"/>
    <p:sldId id="2545" r:id="rId25"/>
    <p:sldId id="2546" r:id="rId26"/>
    <p:sldId id="243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27"/>
            <p14:sldId id="2536"/>
            <p14:sldId id="2528"/>
            <p14:sldId id="2529"/>
            <p14:sldId id="2531"/>
            <p14:sldId id="2532"/>
            <p14:sldId id="2533"/>
            <p14:sldId id="2530"/>
            <p14:sldId id="2534"/>
            <p14:sldId id="2535"/>
            <p14:sldId id="2537"/>
            <p14:sldId id="2538"/>
            <p14:sldId id="2539"/>
            <p14:sldId id="2540"/>
            <p14:sldId id="2541"/>
            <p14:sldId id="2542"/>
            <p14:sldId id="2543"/>
            <p14:sldId id="2544"/>
            <p14:sldId id="2545"/>
            <p14:sldId id="2546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7E700-75D2-43A2-B835-39002EAE4D3A}" v="4093" dt="2023-06-05T21:23:01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89150" autoAdjust="0"/>
  </p:normalViewPr>
  <p:slideViewPr>
    <p:cSldViewPr snapToGrid="0">
      <p:cViewPr>
        <p:scale>
          <a:sx n="90" d="100"/>
          <a:sy n="90" d="100"/>
        </p:scale>
        <p:origin x="1086" y="264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AAADAA39-EA66-4E32-AA2F-0EE989AD0AF6}"/>
    <pc:docChg chg="undo custSel addSld delSld modSld sldOrd modSection">
      <pc:chgData name="Owais Ahmed" userId="6abc7d4556b3b071" providerId="LiveId" clId="{AAADAA39-EA66-4E32-AA2F-0EE989AD0AF6}" dt="2023-05-26T05:02:49.183" v="5916" actId="20577"/>
      <pc:docMkLst>
        <pc:docMk/>
      </pc:docMkLst>
      <pc:sldChg chg="modSp mod">
        <pc:chgData name="Owais Ahmed" userId="6abc7d4556b3b071" providerId="LiveId" clId="{AAADAA39-EA66-4E32-AA2F-0EE989AD0AF6}" dt="2023-05-26T04:38:46.819" v="5357" actId="20577"/>
        <pc:sldMkLst>
          <pc:docMk/>
          <pc:sldMk cId="1649098948" sldId="2462"/>
        </pc:sldMkLst>
        <pc:spChg chg="mod">
          <ac:chgData name="Owais Ahmed" userId="6abc7d4556b3b071" providerId="LiveId" clId="{AAADAA39-EA66-4E32-AA2F-0EE989AD0AF6}" dt="2023-05-26T04:38:46.819" v="535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">
        <pc:chgData name="Owais Ahmed" userId="6abc7d4556b3b071" providerId="LiveId" clId="{AAADAA39-EA66-4E32-AA2F-0EE989AD0AF6}" dt="2023-05-19T04:47:08.104" v="844"/>
        <pc:sldMkLst>
          <pc:docMk/>
          <pc:sldMk cId="138766739" sldId="2512"/>
        </pc:sldMkLst>
        <pc:spChg chg="mod">
          <ac:chgData name="Owais Ahmed" userId="6abc7d4556b3b071" providerId="LiveId" clId="{AAADAA39-EA66-4E32-AA2F-0EE989AD0AF6}" dt="2023-05-19T04:41:38.461" v="495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31:51.567" v="169" actId="20577"/>
          <ac:spMkLst>
            <pc:docMk/>
            <pc:sldMk cId="138766739" sldId="2512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4:33:48.638" v="363" actId="1076"/>
          <ac:picMkLst>
            <pc:docMk/>
            <pc:sldMk cId="138766739" sldId="2512"/>
            <ac:picMk id="1026" creationId="{6D104781-49F5-7944-8B0F-4AAAFE470482}"/>
          </ac:picMkLst>
        </pc:picChg>
      </pc:sldChg>
      <pc:sldChg chg="addSp delSp modSp add mod modAnim">
        <pc:chgData name="Owais Ahmed" userId="6abc7d4556b3b071" providerId="LiveId" clId="{AAADAA39-EA66-4E32-AA2F-0EE989AD0AF6}" dt="2023-05-19T04:47:20.661" v="847"/>
        <pc:sldMkLst>
          <pc:docMk/>
          <pc:sldMk cId="164878705" sldId="2513"/>
        </pc:sldMkLst>
        <pc:spChg chg="mod">
          <ac:chgData name="Owais Ahmed" userId="6abc7d4556b3b071" providerId="LiveId" clId="{AAADAA39-EA66-4E32-AA2F-0EE989AD0AF6}" dt="2023-05-19T04:46:45.149" v="842" actId="20577"/>
          <ac:spMkLst>
            <pc:docMk/>
            <pc:sldMk cId="164878705" sldId="2513"/>
            <ac:spMk id="3" creationId="{4A1C0383-58FE-E486-295E-B33B8683B938}"/>
          </ac:spMkLst>
        </pc:spChg>
        <pc:picChg chg="add mod">
          <ac:chgData name="Owais Ahmed" userId="6abc7d4556b3b071" providerId="LiveId" clId="{AAADAA39-EA66-4E32-AA2F-0EE989AD0AF6}" dt="2023-05-19T04:47:00.966" v="843" actId="1076"/>
          <ac:picMkLst>
            <pc:docMk/>
            <pc:sldMk cId="164878705" sldId="2513"/>
            <ac:picMk id="5" creationId="{036F9582-12B3-15DE-636D-04D79531804D}"/>
          </ac:picMkLst>
        </pc:picChg>
        <pc:picChg chg="del">
          <ac:chgData name="Owais Ahmed" userId="6abc7d4556b3b071" providerId="LiveId" clId="{AAADAA39-EA66-4E32-AA2F-0EE989AD0AF6}" dt="2023-05-19T04:44:13.180" v="617" actId="478"/>
          <ac:picMkLst>
            <pc:docMk/>
            <pc:sldMk cId="164878705" sldId="2513"/>
            <ac:picMk id="1026" creationId="{6D104781-49F5-7944-8B0F-4AAAFE470482}"/>
          </ac:picMkLst>
        </pc:picChg>
      </pc:sldChg>
      <pc:sldChg chg="del">
        <pc:chgData name="Owais Ahmed" userId="6abc7d4556b3b071" providerId="LiveId" clId="{AAADAA39-EA66-4E32-AA2F-0EE989AD0AF6}" dt="2023-05-19T04:28:08.928" v="0" actId="47"/>
        <pc:sldMkLst>
          <pc:docMk/>
          <pc:sldMk cId="2057891609" sldId="2513"/>
        </pc:sldMkLst>
      </pc:sldChg>
      <pc:sldChg chg="del">
        <pc:chgData name="Owais Ahmed" userId="6abc7d4556b3b071" providerId="LiveId" clId="{AAADAA39-EA66-4E32-AA2F-0EE989AD0AF6}" dt="2023-05-19T04:28:09.193" v="1" actId="47"/>
        <pc:sldMkLst>
          <pc:docMk/>
          <pc:sldMk cId="766839772" sldId="2514"/>
        </pc:sldMkLst>
      </pc:sldChg>
      <pc:sldChg chg="addSp delSp modSp add mod ord modAnim modNotesTx">
        <pc:chgData name="Owais Ahmed" userId="6abc7d4556b3b071" providerId="LiveId" clId="{AAADAA39-EA66-4E32-AA2F-0EE989AD0AF6}" dt="2023-05-19T04:56:11.342" v="1934" actId="33524"/>
        <pc:sldMkLst>
          <pc:docMk/>
          <pc:sldMk cId="1794817901" sldId="2514"/>
        </pc:sldMkLst>
        <pc:spChg chg="mod">
          <ac:chgData name="Owais Ahmed" userId="6abc7d4556b3b071" providerId="LiveId" clId="{AAADAA39-EA66-4E32-AA2F-0EE989AD0AF6}" dt="2023-05-19T04:56:11.342" v="1934" actId="33524"/>
          <ac:spMkLst>
            <pc:docMk/>
            <pc:sldMk cId="1794817901" sldId="251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51:43.690" v="1263" actId="20577"/>
          <ac:spMkLst>
            <pc:docMk/>
            <pc:sldMk cId="1794817901" sldId="2514"/>
            <ac:spMk id="215" creationId="{00000000-0000-0000-0000-000000000000}"/>
          </ac:spMkLst>
        </pc:spChg>
        <pc:picChg chg="add del">
          <ac:chgData name="Owais Ahmed" userId="6abc7d4556b3b071" providerId="LiveId" clId="{AAADAA39-EA66-4E32-AA2F-0EE989AD0AF6}" dt="2023-05-19T04:47:41.773" v="879" actId="478"/>
          <ac:picMkLst>
            <pc:docMk/>
            <pc:sldMk cId="1794817901" sldId="2514"/>
            <ac:picMk id="1026" creationId="{6D104781-49F5-7944-8B0F-4AAAFE470482}"/>
          </ac:picMkLst>
        </pc:picChg>
        <pc:picChg chg="add mod">
          <ac:chgData name="Owais Ahmed" userId="6abc7d4556b3b071" providerId="LiveId" clId="{AAADAA39-EA66-4E32-AA2F-0EE989AD0AF6}" dt="2023-05-19T04:49:39.764" v="982" actId="14100"/>
          <ac:picMkLst>
            <pc:docMk/>
            <pc:sldMk cId="1794817901" sldId="2514"/>
            <ac:picMk id="2050" creationId="{1ED40BFB-F75A-A1F5-17EF-9AE07BA85C12}"/>
          </ac:picMkLst>
        </pc:picChg>
        <pc:picChg chg="add mod">
          <ac:chgData name="Owais Ahmed" userId="6abc7d4556b3b071" providerId="LiveId" clId="{AAADAA39-EA66-4E32-AA2F-0EE989AD0AF6}" dt="2023-05-19T04:51:07.277" v="1207" actId="1076"/>
          <ac:picMkLst>
            <pc:docMk/>
            <pc:sldMk cId="1794817901" sldId="2514"/>
            <ac:picMk id="2052" creationId="{31D96ACC-7B8A-CAF9-5AA9-4E679EFDFF4C}"/>
          </ac:picMkLst>
        </pc:picChg>
      </pc:sldChg>
      <pc:sldChg chg="addSp delSp modSp add mod ord delAnim modAnim">
        <pc:chgData name="Owais Ahmed" userId="6abc7d4556b3b071" providerId="LiveId" clId="{AAADAA39-EA66-4E32-AA2F-0EE989AD0AF6}" dt="2023-05-19T06:00:43.624" v="3996" actId="20577"/>
        <pc:sldMkLst>
          <pc:docMk/>
          <pc:sldMk cId="359945623" sldId="2515"/>
        </pc:sldMkLst>
        <pc:spChg chg="mod">
          <ac:chgData name="Owais Ahmed" userId="6abc7d4556b3b071" providerId="LiveId" clId="{AAADAA39-EA66-4E32-AA2F-0EE989AD0AF6}" dt="2023-05-19T05:16:34.715" v="2802" actId="27636"/>
          <ac:spMkLst>
            <pc:docMk/>
            <pc:sldMk cId="359945623" sldId="251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3.624" v="3996" actId="20577"/>
          <ac:spMkLst>
            <pc:docMk/>
            <pc:sldMk cId="359945623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AAADAA39-EA66-4E32-AA2F-0EE989AD0AF6}" dt="2023-05-19T05:17:25.937" v="2815" actId="20577"/>
          <ac:graphicFrameMkLst>
            <pc:docMk/>
            <pc:sldMk cId="359945623" sldId="2515"/>
            <ac:graphicFrameMk id="4" creationId="{78451019-08E9-D248-E950-C2A8EC5B07C1}"/>
          </ac:graphicFrameMkLst>
        </pc:graphicFrameChg>
        <pc:picChg chg="del">
          <ac:chgData name="Owais Ahmed" userId="6abc7d4556b3b071" providerId="LiveId" clId="{AAADAA39-EA66-4E32-AA2F-0EE989AD0AF6}" dt="2023-05-19T04:57:22.909" v="1945" actId="478"/>
          <ac:picMkLst>
            <pc:docMk/>
            <pc:sldMk cId="359945623" sldId="2515"/>
            <ac:picMk id="5" creationId="{036F9582-12B3-15DE-636D-04D79531804D}"/>
          </ac:picMkLst>
        </pc:picChg>
        <pc:picChg chg="add del mod">
          <ac:chgData name="Owais Ahmed" userId="6abc7d4556b3b071" providerId="LiveId" clId="{AAADAA39-EA66-4E32-AA2F-0EE989AD0AF6}" dt="2023-05-19T05:03:05.412" v="2329" actId="478"/>
          <ac:picMkLst>
            <pc:docMk/>
            <pc:sldMk cId="359945623" sldId="2515"/>
            <ac:picMk id="3074" creationId="{55CCE2AA-C258-DA75-A542-29B331D2AC34}"/>
          </ac:picMkLst>
        </pc:picChg>
        <pc:picChg chg="add del mod">
          <ac:chgData name="Owais Ahmed" userId="6abc7d4556b3b071" providerId="LiveId" clId="{AAADAA39-EA66-4E32-AA2F-0EE989AD0AF6}" dt="2023-05-19T05:16:17.578" v="2796" actId="478"/>
          <ac:picMkLst>
            <pc:docMk/>
            <pc:sldMk cId="359945623" sldId="2515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5:07:43.115" v="2555"/>
          <ac:picMkLst>
            <pc:docMk/>
            <pc:sldMk cId="359945623" sldId="2515"/>
            <ac:picMk id="3078" creationId="{F41954CC-5D5A-D089-39B3-880E9B59E2B5}"/>
          </ac:picMkLst>
        </pc:picChg>
        <pc:picChg chg="add mod">
          <ac:chgData name="Owais Ahmed" userId="6abc7d4556b3b071" providerId="LiveId" clId="{AAADAA39-EA66-4E32-AA2F-0EE989AD0AF6}" dt="2023-05-19T05:30:16.737" v="2836" actId="1076"/>
          <ac:picMkLst>
            <pc:docMk/>
            <pc:sldMk cId="359945623" sldId="2515"/>
            <ac:picMk id="3080" creationId="{42F8257D-74CD-3736-2A30-DAF9807A7BF9}"/>
          </ac:picMkLst>
        </pc:picChg>
      </pc:sldChg>
      <pc:sldChg chg="add del">
        <pc:chgData name="Owais Ahmed" userId="6abc7d4556b3b071" providerId="LiveId" clId="{AAADAA39-EA66-4E32-AA2F-0EE989AD0AF6}" dt="2023-05-19T04:52:24.056" v="1330" actId="47"/>
        <pc:sldMkLst>
          <pc:docMk/>
          <pc:sldMk cId="970040805" sldId="2515"/>
        </pc:sldMkLst>
      </pc:sldChg>
      <pc:sldChg chg="del">
        <pc:chgData name="Owais Ahmed" userId="6abc7d4556b3b071" providerId="LiveId" clId="{AAADAA39-EA66-4E32-AA2F-0EE989AD0AF6}" dt="2023-05-19T04:28:09.516" v="3" actId="47"/>
        <pc:sldMkLst>
          <pc:docMk/>
          <pc:sldMk cId="4043370130" sldId="2515"/>
        </pc:sldMkLst>
      </pc:sldChg>
      <pc:sldChg chg="delSp modSp add mod modAnim">
        <pc:chgData name="Owais Ahmed" userId="6abc7d4556b3b071" providerId="LiveId" clId="{AAADAA39-EA66-4E32-AA2F-0EE989AD0AF6}" dt="2023-05-19T06:00:46.952" v="3999" actId="20577"/>
        <pc:sldMkLst>
          <pc:docMk/>
          <pc:sldMk cId="3531452222" sldId="2516"/>
        </pc:sldMkLst>
        <pc:spChg chg="mod">
          <ac:chgData name="Owais Ahmed" userId="6abc7d4556b3b071" providerId="LiveId" clId="{AAADAA39-EA66-4E32-AA2F-0EE989AD0AF6}" dt="2023-05-19T06:00:33.472" v="3993" actId="20577"/>
          <ac:spMkLst>
            <pc:docMk/>
            <pc:sldMk cId="3531452222" sldId="251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6.952" v="3999" actId="20577"/>
          <ac:spMkLst>
            <pc:docMk/>
            <pc:sldMk cId="3531452222" sldId="2516"/>
            <ac:spMk id="215" creationId="{00000000-0000-0000-0000-000000000000}"/>
          </ac:spMkLst>
        </pc:spChg>
        <pc:graphicFrameChg chg="mod modGraphic">
          <ac:chgData name="Owais Ahmed" userId="6abc7d4556b3b071" providerId="LiveId" clId="{AAADAA39-EA66-4E32-AA2F-0EE989AD0AF6}" dt="2023-05-19T05:17:43.282" v="2818" actId="14100"/>
          <ac:graphicFrameMkLst>
            <pc:docMk/>
            <pc:sldMk cId="3531452222" sldId="2516"/>
            <ac:graphicFrameMk id="4" creationId="{78451019-08E9-D248-E950-C2A8EC5B07C1}"/>
          </ac:graphicFrameMkLst>
        </pc:graphicFrameChg>
        <pc:picChg chg="mod">
          <ac:chgData name="Owais Ahmed" userId="6abc7d4556b3b071" providerId="LiveId" clId="{AAADAA39-EA66-4E32-AA2F-0EE989AD0AF6}" dt="2023-05-19T05:30:21.176" v="2838" actId="1076"/>
          <ac:picMkLst>
            <pc:docMk/>
            <pc:sldMk cId="3531452222" sldId="2516"/>
            <ac:picMk id="3076" creationId="{90E32114-C48C-31AE-B745-02A174C16FF9}"/>
          </ac:picMkLst>
        </pc:picChg>
        <pc:picChg chg="del">
          <ac:chgData name="Owais Ahmed" userId="6abc7d4556b3b071" providerId="LiveId" clId="{AAADAA39-EA66-4E32-AA2F-0EE989AD0AF6}" dt="2023-05-19T05:17:35.075" v="2816" actId="478"/>
          <ac:picMkLst>
            <pc:docMk/>
            <pc:sldMk cId="3531452222" sldId="2516"/>
            <ac:picMk id="3080" creationId="{42F8257D-74CD-3736-2A30-DAF9807A7BF9}"/>
          </ac:picMkLst>
        </pc:picChg>
      </pc:sldChg>
      <pc:sldChg chg="del">
        <pc:chgData name="Owais Ahmed" userId="6abc7d4556b3b071" providerId="LiveId" clId="{AAADAA39-EA66-4E32-AA2F-0EE989AD0AF6}" dt="2023-05-19T04:28:09.400" v="2" actId="47"/>
        <pc:sldMkLst>
          <pc:docMk/>
          <pc:sldMk cId="3641615729" sldId="2516"/>
        </pc:sldMkLst>
      </pc:sldChg>
      <pc:sldChg chg="addSp delSp modSp add mod delAnim modAnim">
        <pc:chgData name="Owais Ahmed" userId="6abc7d4556b3b071" providerId="LiveId" clId="{AAADAA39-EA66-4E32-AA2F-0EE989AD0AF6}" dt="2023-05-19T06:00:50.791" v="4002" actId="20577"/>
        <pc:sldMkLst>
          <pc:docMk/>
          <pc:sldMk cId="155911034" sldId="2517"/>
        </pc:sldMkLst>
        <pc:spChg chg="mod">
          <ac:chgData name="Owais Ahmed" userId="6abc7d4556b3b071" providerId="LiveId" clId="{AAADAA39-EA66-4E32-AA2F-0EE989AD0AF6}" dt="2023-05-19T05:44:15.664" v="3162" actId="20577"/>
          <ac:spMkLst>
            <pc:docMk/>
            <pc:sldMk cId="155911034" sldId="251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0.791" v="4002" actId="20577"/>
          <ac:spMkLst>
            <pc:docMk/>
            <pc:sldMk cId="155911034" sldId="2517"/>
            <ac:spMk id="215" creationId="{00000000-0000-0000-0000-000000000000}"/>
          </ac:spMkLst>
        </pc:spChg>
        <pc:graphicFrameChg chg="del">
          <ac:chgData name="Owais Ahmed" userId="6abc7d4556b3b071" providerId="LiveId" clId="{AAADAA39-EA66-4E32-AA2F-0EE989AD0AF6}" dt="2023-05-19T05:35:07.146" v="2912" actId="478"/>
          <ac:graphicFrameMkLst>
            <pc:docMk/>
            <pc:sldMk cId="155911034" sldId="2517"/>
            <ac:graphicFrameMk id="4" creationId="{78451019-08E9-D248-E950-C2A8EC5B07C1}"/>
          </ac:graphicFrameMkLst>
        </pc:graphicFrameChg>
        <pc:picChg chg="add mod">
          <ac:chgData name="Owais Ahmed" userId="6abc7d4556b3b071" providerId="LiveId" clId="{AAADAA39-EA66-4E32-AA2F-0EE989AD0AF6}" dt="2023-05-19T05:42:52.086" v="3087" actId="1076"/>
          <ac:picMkLst>
            <pc:docMk/>
            <pc:sldMk cId="155911034" sldId="2517"/>
            <ac:picMk id="6" creationId="{30158144-F0E3-CF99-3D83-39679B88F17D}"/>
          </ac:picMkLst>
        </pc:picChg>
        <pc:picChg chg="add mod">
          <ac:chgData name="Owais Ahmed" userId="6abc7d4556b3b071" providerId="LiveId" clId="{AAADAA39-EA66-4E32-AA2F-0EE989AD0AF6}" dt="2023-05-19T05:43:14.526" v="3089" actId="1076"/>
          <ac:picMkLst>
            <pc:docMk/>
            <pc:sldMk cId="155911034" sldId="2517"/>
            <ac:picMk id="8" creationId="{AC0D5977-058C-F1A9-46A9-A780DCC5745D}"/>
          </ac:picMkLst>
        </pc:picChg>
        <pc:picChg chg="del">
          <ac:chgData name="Owais Ahmed" userId="6abc7d4556b3b071" providerId="LiveId" clId="{AAADAA39-EA66-4E32-AA2F-0EE989AD0AF6}" dt="2023-05-19T05:35:07.708" v="2913" actId="478"/>
          <ac:picMkLst>
            <pc:docMk/>
            <pc:sldMk cId="155911034" sldId="2517"/>
            <ac:picMk id="3076" creationId="{90E32114-C48C-31AE-B745-02A174C16FF9}"/>
          </ac:picMkLst>
        </pc:picChg>
      </pc:sldChg>
      <pc:sldChg chg="del">
        <pc:chgData name="Owais Ahmed" userId="6abc7d4556b3b071" providerId="LiveId" clId="{AAADAA39-EA66-4E32-AA2F-0EE989AD0AF6}" dt="2023-05-19T04:28:09.701" v="4" actId="47"/>
        <pc:sldMkLst>
          <pc:docMk/>
          <pc:sldMk cId="2424513808" sldId="2517"/>
        </pc:sldMkLst>
      </pc:sldChg>
      <pc:sldChg chg="addSp delSp modSp add mod modAnim">
        <pc:chgData name="Owais Ahmed" userId="6abc7d4556b3b071" providerId="LiveId" clId="{AAADAA39-EA66-4E32-AA2F-0EE989AD0AF6}" dt="2023-05-19T06:00:54.329" v="4005" actId="20577"/>
        <pc:sldMkLst>
          <pc:docMk/>
          <pc:sldMk cId="688456144" sldId="2518"/>
        </pc:sldMkLst>
        <pc:spChg chg="mod">
          <ac:chgData name="Owais Ahmed" userId="6abc7d4556b3b071" providerId="LiveId" clId="{AAADAA39-EA66-4E32-AA2F-0EE989AD0AF6}" dt="2023-05-19T05:47:12.724" v="3264"/>
          <ac:spMkLst>
            <pc:docMk/>
            <pc:sldMk cId="688456144" sldId="2518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4.329" v="4005" actId="20577"/>
          <ac:spMkLst>
            <pc:docMk/>
            <pc:sldMk cId="688456144" sldId="2518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5:46:08.479" v="3173" actId="1076"/>
          <ac:picMkLst>
            <pc:docMk/>
            <pc:sldMk cId="688456144" sldId="2518"/>
            <ac:picMk id="5" creationId="{7343DBEA-5D54-59A3-D972-E4885163A232}"/>
          </ac:picMkLst>
        </pc:picChg>
        <pc:picChg chg="del">
          <ac:chgData name="Owais Ahmed" userId="6abc7d4556b3b071" providerId="LiveId" clId="{AAADAA39-EA66-4E32-AA2F-0EE989AD0AF6}" dt="2023-05-19T05:45:22.460" v="3167" actId="478"/>
          <ac:picMkLst>
            <pc:docMk/>
            <pc:sldMk cId="688456144" sldId="2518"/>
            <ac:picMk id="6" creationId="{30158144-F0E3-CF99-3D83-39679B88F17D}"/>
          </ac:picMkLst>
        </pc:picChg>
        <pc:picChg chg="del">
          <ac:chgData name="Owais Ahmed" userId="6abc7d4556b3b071" providerId="LiveId" clId="{AAADAA39-EA66-4E32-AA2F-0EE989AD0AF6}" dt="2023-05-19T05:45:22.871" v="3168" actId="478"/>
          <ac:picMkLst>
            <pc:docMk/>
            <pc:sldMk cId="688456144" sldId="2518"/>
            <ac:picMk id="8" creationId="{AC0D5977-058C-F1A9-46A9-A780DCC5745D}"/>
          </ac:picMkLst>
        </pc:picChg>
        <pc:picChg chg="add mod">
          <ac:chgData name="Owais Ahmed" userId="6abc7d4556b3b071" providerId="LiveId" clId="{AAADAA39-EA66-4E32-AA2F-0EE989AD0AF6}" dt="2023-05-19T05:46:17.127" v="3174" actId="1076"/>
          <ac:picMkLst>
            <pc:docMk/>
            <pc:sldMk cId="688456144" sldId="2518"/>
            <ac:picMk id="9" creationId="{F616F881-E6AD-6F18-7B7D-9E0C307B611A}"/>
          </ac:picMkLst>
        </pc:picChg>
      </pc:sldChg>
      <pc:sldChg chg="del">
        <pc:chgData name="Owais Ahmed" userId="6abc7d4556b3b071" providerId="LiveId" clId="{AAADAA39-EA66-4E32-AA2F-0EE989AD0AF6}" dt="2023-05-19T04:28:09.929" v="5" actId="47"/>
        <pc:sldMkLst>
          <pc:docMk/>
          <pc:sldMk cId="1333501729" sldId="2518"/>
        </pc:sldMkLst>
      </pc:sldChg>
      <pc:sldChg chg="addSp delSp modSp add mod modAnim">
        <pc:chgData name="Owais Ahmed" userId="6abc7d4556b3b071" providerId="LiveId" clId="{AAADAA39-EA66-4E32-AA2F-0EE989AD0AF6}" dt="2023-05-19T06:00:58.135" v="4008" actId="20577"/>
        <pc:sldMkLst>
          <pc:docMk/>
          <pc:sldMk cId="445128117" sldId="2519"/>
        </pc:sldMkLst>
        <pc:spChg chg="mod">
          <ac:chgData name="Owais Ahmed" userId="6abc7d4556b3b071" providerId="LiveId" clId="{AAADAA39-EA66-4E32-AA2F-0EE989AD0AF6}" dt="2023-05-19T05:58:02.917" v="3917" actId="20577"/>
          <ac:spMkLst>
            <pc:docMk/>
            <pc:sldMk cId="445128117" sldId="2519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8.135" v="4008" actId="20577"/>
          <ac:spMkLst>
            <pc:docMk/>
            <pc:sldMk cId="445128117" sldId="2519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5:52:59.176" v="3572" actId="478"/>
          <ac:picMkLst>
            <pc:docMk/>
            <pc:sldMk cId="445128117" sldId="2519"/>
            <ac:picMk id="5" creationId="{7343DBEA-5D54-59A3-D972-E4885163A232}"/>
          </ac:picMkLst>
        </pc:picChg>
        <pc:picChg chg="add mod">
          <ac:chgData name="Owais Ahmed" userId="6abc7d4556b3b071" providerId="LiveId" clId="{AAADAA39-EA66-4E32-AA2F-0EE989AD0AF6}" dt="2023-05-19T05:57:32.068" v="3868" actId="1076"/>
          <ac:picMkLst>
            <pc:docMk/>
            <pc:sldMk cId="445128117" sldId="2519"/>
            <ac:picMk id="6" creationId="{21179BAE-5811-226D-717D-E9DE44B4F483}"/>
          </ac:picMkLst>
        </pc:picChg>
        <pc:picChg chg="add mod">
          <ac:chgData name="Owais Ahmed" userId="6abc7d4556b3b071" providerId="LiveId" clId="{AAADAA39-EA66-4E32-AA2F-0EE989AD0AF6}" dt="2023-05-19T05:57:40.573" v="3870" actId="1076"/>
          <ac:picMkLst>
            <pc:docMk/>
            <pc:sldMk cId="445128117" sldId="2519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5:52:57.849" v="3571" actId="478"/>
          <ac:picMkLst>
            <pc:docMk/>
            <pc:sldMk cId="445128117" sldId="2519"/>
            <ac:picMk id="9" creationId="{F616F881-E6AD-6F18-7B7D-9E0C307B611A}"/>
          </ac:picMkLst>
        </pc:picChg>
        <pc:picChg chg="add mod">
          <ac:chgData name="Owais Ahmed" userId="6abc7d4556b3b071" providerId="LiveId" clId="{AAADAA39-EA66-4E32-AA2F-0EE989AD0AF6}" dt="2023-05-19T05:57:30.861" v="3867" actId="1076"/>
          <ac:picMkLst>
            <pc:docMk/>
            <pc:sldMk cId="445128117" sldId="2519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122" v="6" actId="47"/>
        <pc:sldMkLst>
          <pc:docMk/>
          <pc:sldMk cId="3255545645" sldId="2519"/>
        </pc:sldMkLst>
      </pc:sldChg>
      <pc:sldChg chg="delSp modSp add mod delAnim modAnim">
        <pc:chgData name="Owais Ahmed" userId="6abc7d4556b3b071" providerId="LiveId" clId="{AAADAA39-EA66-4E32-AA2F-0EE989AD0AF6}" dt="2023-05-19T06:04:52.628" v="4316" actId="20577"/>
        <pc:sldMkLst>
          <pc:docMk/>
          <pc:sldMk cId="1007068956" sldId="2520"/>
        </pc:sldMkLst>
        <pc:spChg chg="mod">
          <ac:chgData name="Owais Ahmed" userId="6abc7d4556b3b071" providerId="LiveId" clId="{AAADAA39-EA66-4E32-AA2F-0EE989AD0AF6}" dt="2023-05-19T06:04:49.083" v="4308" actId="20577"/>
          <ac:spMkLst>
            <pc:docMk/>
            <pc:sldMk cId="1007068956" sldId="2520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4:52.628" v="4316" actId="20577"/>
          <ac:spMkLst>
            <pc:docMk/>
            <pc:sldMk cId="1007068956" sldId="2520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03:00.071" v="4042" actId="478"/>
          <ac:picMkLst>
            <pc:docMk/>
            <pc:sldMk cId="1007068956" sldId="2520"/>
            <ac:picMk id="6" creationId="{21179BAE-5811-226D-717D-E9DE44B4F483}"/>
          </ac:picMkLst>
        </pc:picChg>
        <pc:picChg chg="del">
          <ac:chgData name="Owais Ahmed" userId="6abc7d4556b3b071" providerId="LiveId" clId="{AAADAA39-EA66-4E32-AA2F-0EE989AD0AF6}" dt="2023-05-19T06:02:59.663" v="4041" actId="478"/>
          <ac:picMkLst>
            <pc:docMk/>
            <pc:sldMk cId="1007068956" sldId="2520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6:03:00.516" v="4043" actId="478"/>
          <ac:picMkLst>
            <pc:docMk/>
            <pc:sldMk cId="1007068956" sldId="2520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243" v="7" actId="47"/>
        <pc:sldMkLst>
          <pc:docMk/>
          <pc:sldMk cId="1098865988" sldId="2520"/>
        </pc:sldMkLst>
      </pc:sldChg>
      <pc:sldChg chg="addSp delSp modSp add mod ord delAnim modAnim">
        <pc:chgData name="Owais Ahmed" userId="6abc7d4556b3b071" providerId="LiveId" clId="{AAADAA39-EA66-4E32-AA2F-0EE989AD0AF6}" dt="2023-05-19T06:29:43.720" v="4929" actId="20577"/>
        <pc:sldMkLst>
          <pc:docMk/>
          <pc:sldMk cId="499748375" sldId="2521"/>
        </pc:sldMkLst>
        <pc:spChg chg="mod">
          <ac:chgData name="Owais Ahmed" userId="6abc7d4556b3b071" providerId="LiveId" clId="{AAADAA39-EA66-4E32-AA2F-0EE989AD0AF6}" dt="2023-05-19T06:29:43.720" v="4929" actId="20577"/>
          <ac:spMkLst>
            <pc:docMk/>
            <pc:sldMk cId="499748375" sldId="2521"/>
            <ac:spMk id="3" creationId="{4A1C0383-58FE-E486-295E-B33B8683B938}"/>
          </ac:spMkLst>
        </pc:spChg>
        <pc:spChg chg="add del mod">
          <ac:chgData name="Owais Ahmed" userId="6abc7d4556b3b071" providerId="LiveId" clId="{AAADAA39-EA66-4E32-AA2F-0EE989AD0AF6}" dt="2023-05-19T06:12:30.754" v="4560" actId="478"/>
          <ac:spMkLst>
            <pc:docMk/>
            <pc:sldMk cId="499748375" sldId="2521"/>
            <ac:spMk id="5" creationId="{59C70EBD-89EC-9ED3-1359-1888DF8FD26B}"/>
          </ac:spMkLst>
        </pc:spChg>
        <pc:spChg chg="add del mod">
          <ac:chgData name="Owais Ahmed" userId="6abc7d4556b3b071" providerId="LiveId" clId="{AAADAA39-EA66-4E32-AA2F-0EE989AD0AF6}" dt="2023-05-19T06:27:05.111" v="4663" actId="478"/>
          <ac:spMkLst>
            <pc:docMk/>
            <pc:sldMk cId="499748375" sldId="2521"/>
            <ac:spMk id="6" creationId="{BB41734F-5257-2E2B-B24C-8A90826CAC13}"/>
          </ac:spMkLst>
        </pc:spChg>
        <pc:spChg chg="mod">
          <ac:chgData name="Owais Ahmed" userId="6abc7d4556b3b071" providerId="LiveId" clId="{AAADAA39-EA66-4E32-AA2F-0EE989AD0AF6}" dt="2023-05-19T06:07:23.186" v="4325" actId="20577"/>
          <ac:spMkLst>
            <pc:docMk/>
            <pc:sldMk cId="499748375" sldId="2521"/>
            <ac:spMk id="215" creationId="{00000000-0000-0000-0000-000000000000}"/>
          </ac:spMkLst>
        </pc:spChg>
        <pc:graphicFrameChg chg="del mod modGraphic">
          <ac:chgData name="Owais Ahmed" userId="6abc7d4556b3b071" providerId="LiveId" clId="{AAADAA39-EA66-4E32-AA2F-0EE989AD0AF6}" dt="2023-05-19T06:27:00.111" v="4661" actId="478"/>
          <ac:graphicFrameMkLst>
            <pc:docMk/>
            <pc:sldMk cId="499748375" sldId="2521"/>
            <ac:graphicFrameMk id="4" creationId="{78451019-08E9-D248-E950-C2A8EC5B07C1}"/>
          </ac:graphicFrameMkLst>
        </pc:graphicFrameChg>
        <pc:picChg chg="add del mod">
          <ac:chgData name="Owais Ahmed" userId="6abc7d4556b3b071" providerId="LiveId" clId="{AAADAA39-EA66-4E32-AA2F-0EE989AD0AF6}" dt="2023-05-19T06:29:16.207" v="4849" actId="478"/>
          <ac:picMkLst>
            <pc:docMk/>
            <pc:sldMk cId="499748375" sldId="2521"/>
            <ac:picMk id="8" creationId="{E0D3C132-EDF2-A48E-AF0F-84D05A829C5A}"/>
          </ac:picMkLst>
        </pc:picChg>
        <pc:picChg chg="add del mod">
          <ac:chgData name="Owais Ahmed" userId="6abc7d4556b3b071" providerId="LiveId" clId="{AAADAA39-EA66-4E32-AA2F-0EE989AD0AF6}" dt="2023-05-19T06:29:16.648" v="4850" actId="478"/>
          <ac:picMkLst>
            <pc:docMk/>
            <pc:sldMk cId="499748375" sldId="2521"/>
            <ac:picMk id="10" creationId="{9F84965F-FA94-BC27-8983-531E4538A445}"/>
          </ac:picMkLst>
        </pc:picChg>
        <pc:picChg chg="del">
          <ac:chgData name="Owais Ahmed" userId="6abc7d4556b3b071" providerId="LiveId" clId="{AAADAA39-EA66-4E32-AA2F-0EE989AD0AF6}" dt="2023-05-19T06:09:35.779" v="4427" actId="478"/>
          <ac:picMkLst>
            <pc:docMk/>
            <pc:sldMk cId="499748375" sldId="2521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6:27:04.219" v="4662" actId="478"/>
          <ac:picMkLst>
            <pc:docMk/>
            <pc:sldMk cId="499748375" sldId="2521"/>
            <ac:picMk id="4098" creationId="{6FDD0B22-3A4E-25D2-AACA-20B530BCACCE}"/>
          </ac:picMkLst>
        </pc:picChg>
      </pc:sldChg>
      <pc:sldChg chg="del">
        <pc:chgData name="Owais Ahmed" userId="6abc7d4556b3b071" providerId="LiveId" clId="{AAADAA39-EA66-4E32-AA2F-0EE989AD0AF6}" dt="2023-05-19T04:28:10.339" v="8" actId="47"/>
        <pc:sldMkLst>
          <pc:docMk/>
          <pc:sldMk cId="2513429855" sldId="2521"/>
        </pc:sldMkLst>
      </pc:sldChg>
      <pc:sldChg chg="modSp add mod modAnim">
        <pc:chgData name="Owais Ahmed" userId="6abc7d4556b3b071" providerId="LiveId" clId="{AAADAA39-EA66-4E32-AA2F-0EE989AD0AF6}" dt="2023-05-19T10:21:28.628" v="5323"/>
        <pc:sldMkLst>
          <pc:docMk/>
          <pc:sldMk cId="3350804688" sldId="2522"/>
        </pc:sldMkLst>
        <pc:spChg chg="mod">
          <ac:chgData name="Owais Ahmed" userId="6abc7d4556b3b071" providerId="LiveId" clId="{AAADAA39-EA66-4E32-AA2F-0EE989AD0AF6}" dt="2023-05-19T06:30:43.702" v="5036" actId="20577"/>
          <ac:spMkLst>
            <pc:docMk/>
            <pc:sldMk cId="3350804688" sldId="252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0.124" v="5046" actId="20577"/>
          <ac:spMkLst>
            <pc:docMk/>
            <pc:sldMk cId="3350804688" sldId="2522"/>
            <ac:spMk id="215" creationId="{00000000-0000-0000-0000-000000000000}"/>
          </ac:spMkLst>
        </pc:spChg>
      </pc:sldChg>
      <pc:sldChg chg="del">
        <pc:chgData name="Owais Ahmed" userId="6abc7d4556b3b071" providerId="LiveId" clId="{AAADAA39-EA66-4E32-AA2F-0EE989AD0AF6}" dt="2023-05-19T04:28:10.532" v="9" actId="47"/>
        <pc:sldMkLst>
          <pc:docMk/>
          <pc:sldMk cId="3872738391" sldId="2522"/>
        </pc:sldMkLst>
      </pc:sldChg>
      <pc:sldChg chg="del">
        <pc:chgData name="Owais Ahmed" userId="6abc7d4556b3b071" providerId="LiveId" clId="{AAADAA39-EA66-4E32-AA2F-0EE989AD0AF6}" dt="2023-05-19T04:28:11.548" v="10" actId="47"/>
        <pc:sldMkLst>
          <pc:docMk/>
          <pc:sldMk cId="10490053" sldId="2523"/>
        </pc:sldMkLst>
      </pc:sldChg>
      <pc:sldChg chg="addSp delSp modSp add mod modAnim">
        <pc:chgData name="Owais Ahmed" userId="6abc7d4556b3b071" providerId="LiveId" clId="{AAADAA39-EA66-4E32-AA2F-0EE989AD0AF6}" dt="2023-05-19T10:25:24.892" v="5325"/>
        <pc:sldMkLst>
          <pc:docMk/>
          <pc:sldMk cId="2550108454" sldId="2523"/>
        </pc:sldMkLst>
        <pc:spChg chg="mod">
          <ac:chgData name="Owais Ahmed" userId="6abc7d4556b3b071" providerId="LiveId" clId="{AAADAA39-EA66-4E32-AA2F-0EE989AD0AF6}" dt="2023-05-19T06:31:34.942" v="5053" actId="20577"/>
          <ac:spMkLst>
            <pc:docMk/>
            <pc:sldMk cId="2550108454" sldId="2523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4.402" v="5048" actId="20577"/>
          <ac:spMkLst>
            <pc:docMk/>
            <pc:sldMk cId="2550108454" sldId="2523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1:57.833" v="5056" actId="1076"/>
          <ac:picMkLst>
            <pc:docMk/>
            <pc:sldMk cId="2550108454" sldId="2523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2:22.538" v="5059" actId="1076"/>
          <ac:picMkLst>
            <pc:docMk/>
            <pc:sldMk cId="2550108454" sldId="2523"/>
            <ac:picMk id="7" creationId="{73F3A203-6853-9134-3819-95B3B901542A}"/>
          </ac:picMkLst>
        </pc:picChg>
        <pc:picChg chg="del">
          <ac:chgData name="Owais Ahmed" userId="6abc7d4556b3b071" providerId="LiveId" clId="{AAADAA39-EA66-4E32-AA2F-0EE989AD0AF6}" dt="2023-05-19T06:31:50.381" v="5054" actId="478"/>
          <ac:picMkLst>
            <pc:docMk/>
            <pc:sldMk cId="2550108454" sldId="2523"/>
            <ac:picMk id="8" creationId="{E0D3C132-EDF2-A48E-AF0F-84D05A829C5A}"/>
          </ac:picMkLst>
        </pc:picChg>
        <pc:picChg chg="del">
          <ac:chgData name="Owais Ahmed" userId="6abc7d4556b3b071" providerId="LiveId" clId="{AAADAA39-EA66-4E32-AA2F-0EE989AD0AF6}" dt="2023-05-19T06:31:59.183" v="5057" actId="478"/>
          <ac:picMkLst>
            <pc:docMk/>
            <pc:sldMk cId="2550108454" sldId="2523"/>
            <ac:picMk id="10" creationId="{9F84965F-FA94-BC27-8983-531E4538A445}"/>
          </ac:picMkLst>
        </pc:picChg>
      </pc:sldChg>
      <pc:sldChg chg="del">
        <pc:chgData name="Owais Ahmed" userId="6abc7d4556b3b071" providerId="LiveId" clId="{AAADAA39-EA66-4E32-AA2F-0EE989AD0AF6}" dt="2023-05-19T04:28:11.899" v="11" actId="47"/>
        <pc:sldMkLst>
          <pc:docMk/>
          <pc:sldMk cId="2018994293" sldId="2524"/>
        </pc:sldMkLst>
      </pc:sldChg>
      <pc:sldChg chg="addSp delSp modSp add mod modAnim">
        <pc:chgData name="Owais Ahmed" userId="6abc7d4556b3b071" providerId="LiveId" clId="{AAADAA39-EA66-4E32-AA2F-0EE989AD0AF6}" dt="2023-05-19T10:25:28.898" v="5326"/>
        <pc:sldMkLst>
          <pc:docMk/>
          <pc:sldMk cId="3158656300" sldId="2524"/>
        </pc:sldMkLst>
        <pc:spChg chg="mod">
          <ac:chgData name="Owais Ahmed" userId="6abc7d4556b3b071" providerId="LiveId" clId="{AAADAA39-EA66-4E32-AA2F-0EE989AD0AF6}" dt="2023-05-19T06:33:33.590" v="5109" actId="20577"/>
          <ac:spMkLst>
            <pc:docMk/>
            <pc:sldMk cId="3158656300" sldId="252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2:34.495" v="5061" actId="20577"/>
          <ac:spMkLst>
            <pc:docMk/>
            <pc:sldMk cId="3158656300" sldId="2524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33:04.393" v="5103" actId="478"/>
          <ac:picMkLst>
            <pc:docMk/>
            <pc:sldMk cId="3158656300" sldId="2524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3:26.434" v="5106" actId="1076"/>
          <ac:picMkLst>
            <pc:docMk/>
            <pc:sldMk cId="3158656300" sldId="2524"/>
            <ac:picMk id="6" creationId="{1E4CD0DC-8E61-8058-2B0D-B54B7D04E479}"/>
          </ac:picMkLst>
        </pc:picChg>
        <pc:picChg chg="del">
          <ac:chgData name="Owais Ahmed" userId="6abc7d4556b3b071" providerId="LiveId" clId="{AAADAA39-EA66-4E32-AA2F-0EE989AD0AF6}" dt="2023-05-19T06:33:05.247" v="5104" actId="478"/>
          <ac:picMkLst>
            <pc:docMk/>
            <pc:sldMk cId="3158656300" sldId="2524"/>
            <ac:picMk id="7" creationId="{73F3A203-6853-9134-3819-95B3B901542A}"/>
          </ac:picMkLst>
        </pc:picChg>
      </pc:sldChg>
      <pc:sldChg chg="addSp delSp modSp add mod addAnim delAnim modAnim">
        <pc:chgData name="Owais Ahmed" userId="6abc7d4556b3b071" providerId="LiveId" clId="{AAADAA39-EA66-4E32-AA2F-0EE989AD0AF6}" dt="2023-05-19T06:37:30.506" v="5321" actId="27636"/>
        <pc:sldMkLst>
          <pc:docMk/>
          <pc:sldMk cId="297218251" sldId="2525"/>
        </pc:sldMkLst>
        <pc:spChg chg="add del mod">
          <ac:chgData name="Owais Ahmed" userId="6abc7d4556b3b071" providerId="LiveId" clId="{AAADAA39-EA66-4E32-AA2F-0EE989AD0AF6}" dt="2023-05-19T06:37:30.506" v="5321" actId="27636"/>
          <ac:spMkLst>
            <pc:docMk/>
            <pc:sldMk cId="297218251" sldId="252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3:39.303" v="5111" actId="20577"/>
          <ac:spMkLst>
            <pc:docMk/>
            <pc:sldMk cId="297218251" sldId="2525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5" creationId="{560BEFDD-5F6F-77FE-2D29-76F7B481A53A}"/>
          </ac:picMkLst>
        </pc:picChg>
        <pc:picChg chg="del">
          <ac:chgData name="Owais Ahmed" userId="6abc7d4556b3b071" providerId="LiveId" clId="{AAADAA39-EA66-4E32-AA2F-0EE989AD0AF6}" dt="2023-05-19T06:34:07.442" v="5194" actId="478"/>
          <ac:picMkLst>
            <pc:docMk/>
            <pc:sldMk cId="297218251" sldId="2525"/>
            <ac:picMk id="6" creationId="{1E4CD0DC-8E61-8058-2B0D-B54B7D04E479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8" creationId="{B10603FE-70FA-F9FC-9201-4A54F5164E7F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10" creationId="{92CD5629-E7DA-449E-2654-941A5C8B820E}"/>
          </ac:picMkLst>
        </pc:picChg>
      </pc:sldChg>
      <pc:sldChg chg="del">
        <pc:chgData name="Owais Ahmed" userId="6abc7d4556b3b071" providerId="LiveId" clId="{AAADAA39-EA66-4E32-AA2F-0EE989AD0AF6}" dt="2023-05-19T04:28:12.300" v="12" actId="47"/>
        <pc:sldMkLst>
          <pc:docMk/>
          <pc:sldMk cId="645466274" sldId="2525"/>
        </pc:sldMkLst>
      </pc:sldChg>
      <pc:sldChg chg="addSp delSp modSp add mod delAnim modAnim">
        <pc:chgData name="Owais Ahmed" userId="6abc7d4556b3b071" providerId="LiveId" clId="{AAADAA39-EA66-4E32-AA2F-0EE989AD0AF6}" dt="2023-05-26T05:02:49.183" v="5916" actId="20577"/>
        <pc:sldMkLst>
          <pc:docMk/>
          <pc:sldMk cId="151189741" sldId="2526"/>
        </pc:sldMkLst>
        <pc:spChg chg="del mod">
          <ac:chgData name="Owais Ahmed" userId="6abc7d4556b3b071" providerId="LiveId" clId="{AAADAA39-EA66-4E32-AA2F-0EE989AD0AF6}" dt="2023-05-26T05:00:24.073" v="5886" actId="478"/>
          <ac:spMkLst>
            <pc:docMk/>
            <pc:sldMk cId="151189741" sldId="252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2:49.183" v="5916" actId="20577"/>
          <ac:spMkLst>
            <pc:docMk/>
            <pc:sldMk cId="151189741" sldId="2526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38:56.907" v="5364" actId="478"/>
          <ac:picMkLst>
            <pc:docMk/>
            <pc:sldMk cId="151189741" sldId="2526"/>
            <ac:picMk id="5" creationId="{560BEFDD-5F6F-77FE-2D29-76F7B481A53A}"/>
          </ac:picMkLst>
        </pc:picChg>
        <pc:picChg chg="add mod">
          <ac:chgData name="Owais Ahmed" userId="6abc7d4556b3b071" providerId="LiveId" clId="{AAADAA39-EA66-4E32-AA2F-0EE989AD0AF6}" dt="2023-05-26T05:00:27.585" v="5887" actId="1076"/>
          <ac:picMkLst>
            <pc:docMk/>
            <pc:sldMk cId="151189741" sldId="2526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38:57.447" v="5365" actId="478"/>
          <ac:picMkLst>
            <pc:docMk/>
            <pc:sldMk cId="151189741" sldId="2526"/>
            <ac:picMk id="8" creationId="{B10603FE-70FA-F9FC-9201-4A54F5164E7F}"/>
          </ac:picMkLst>
        </pc:picChg>
        <pc:picChg chg="add del mod">
          <ac:chgData name="Owais Ahmed" userId="6abc7d4556b3b071" providerId="LiveId" clId="{AAADAA39-EA66-4E32-AA2F-0EE989AD0AF6}" dt="2023-05-26T05:00:31.083" v="5889" actId="478"/>
          <ac:picMkLst>
            <pc:docMk/>
            <pc:sldMk cId="151189741" sldId="2526"/>
            <ac:picMk id="9" creationId="{579085FB-1AAE-1037-4E80-C6A426172204}"/>
          </ac:picMkLst>
        </pc:picChg>
        <pc:picChg chg="del">
          <ac:chgData name="Owais Ahmed" userId="6abc7d4556b3b071" providerId="LiveId" clId="{AAADAA39-EA66-4E32-AA2F-0EE989AD0AF6}" dt="2023-05-26T04:38:57.843" v="5366" actId="478"/>
          <ac:picMkLst>
            <pc:docMk/>
            <pc:sldMk cId="151189741" sldId="2526"/>
            <ac:picMk id="10" creationId="{92CD5629-E7DA-449E-2654-941A5C8B820E}"/>
          </ac:picMkLst>
        </pc:picChg>
        <pc:picChg chg="add mod">
          <ac:chgData name="Owais Ahmed" userId="6abc7d4556b3b071" providerId="LiveId" clId="{AAADAA39-EA66-4E32-AA2F-0EE989AD0AF6}" dt="2023-05-26T05:01:03.824" v="5891" actId="1076"/>
          <ac:picMkLst>
            <pc:docMk/>
            <pc:sldMk cId="151189741" sldId="2526"/>
            <ac:picMk id="12" creationId="{0CB09E25-C897-E626-2217-59075D4CEAE5}"/>
          </ac:picMkLst>
        </pc:picChg>
        <pc:picChg chg="add del">
          <ac:chgData name="Owais Ahmed" userId="6abc7d4556b3b071" providerId="LiveId" clId="{AAADAA39-EA66-4E32-AA2F-0EE989AD0AF6}" dt="2023-05-26T05:01:47.953" v="5893" actId="478"/>
          <ac:picMkLst>
            <pc:docMk/>
            <pc:sldMk cId="151189741" sldId="2526"/>
            <ac:picMk id="14" creationId="{7B3E768A-0399-9D2F-4C73-BCEEB8A45EBB}"/>
          </ac:picMkLst>
        </pc:picChg>
        <pc:picChg chg="add mod">
          <ac:chgData name="Owais Ahmed" userId="6abc7d4556b3b071" providerId="LiveId" clId="{AAADAA39-EA66-4E32-AA2F-0EE989AD0AF6}" dt="2023-05-26T05:02:03.152" v="5896" actId="1076"/>
          <ac:picMkLst>
            <pc:docMk/>
            <pc:sldMk cId="151189741" sldId="2526"/>
            <ac:picMk id="16" creationId="{BAAF9012-3FB5-6B6F-4BA7-52E4D872233A}"/>
          </ac:picMkLst>
        </pc:picChg>
        <pc:picChg chg="add mod">
          <ac:chgData name="Owais Ahmed" userId="6abc7d4556b3b071" providerId="LiveId" clId="{AAADAA39-EA66-4E32-AA2F-0EE989AD0AF6}" dt="2023-05-26T05:02:36.793" v="5898" actId="1076"/>
          <ac:picMkLst>
            <pc:docMk/>
            <pc:sldMk cId="151189741" sldId="2526"/>
            <ac:picMk id="18" creationId="{0DAE8618-0B29-3F38-4958-9FA529886BB9}"/>
          </ac:picMkLst>
        </pc:picChg>
      </pc:sldChg>
      <pc:sldChg chg="del">
        <pc:chgData name="Owais Ahmed" userId="6abc7d4556b3b071" providerId="LiveId" clId="{AAADAA39-EA66-4E32-AA2F-0EE989AD0AF6}" dt="2023-05-19T04:28:13.437" v="13" actId="47"/>
        <pc:sldMkLst>
          <pc:docMk/>
          <pc:sldMk cId="3637680761" sldId="2526"/>
        </pc:sldMkLst>
      </pc:sldChg>
      <pc:sldChg chg="del">
        <pc:chgData name="Owais Ahmed" userId="6abc7d4556b3b071" providerId="LiveId" clId="{AAADAA39-EA66-4E32-AA2F-0EE989AD0AF6}" dt="2023-05-19T04:28:14.068" v="14" actId="47"/>
        <pc:sldMkLst>
          <pc:docMk/>
          <pc:sldMk cId="847185206" sldId="2527"/>
        </pc:sldMkLst>
      </pc:sldChg>
      <pc:sldChg chg="modSp add del mod">
        <pc:chgData name="Owais Ahmed" userId="6abc7d4556b3b071" providerId="LiveId" clId="{AAADAA39-EA66-4E32-AA2F-0EE989AD0AF6}" dt="2023-05-26T04:44:55.176" v="5536" actId="2890"/>
        <pc:sldMkLst>
          <pc:docMk/>
          <pc:sldMk cId="2870872140" sldId="2527"/>
        </pc:sldMkLst>
        <pc:spChg chg="mod">
          <ac:chgData name="Owais Ahmed" userId="6abc7d4556b3b071" providerId="LiveId" clId="{AAADAA39-EA66-4E32-AA2F-0EE989AD0AF6}" dt="2023-05-26T04:44:54.858" v="5535" actId="20577"/>
          <ac:spMkLst>
            <pc:docMk/>
            <pc:sldMk cId="2870872140" sldId="2527"/>
            <ac:spMk id="215" creationId="{00000000-0000-0000-0000-000000000000}"/>
          </ac:spMkLst>
        </pc:spChg>
      </pc:sldChg>
      <pc:sldChg chg="delSp modSp add mod ord modAnim">
        <pc:chgData name="Owais Ahmed" userId="6abc7d4556b3b071" providerId="LiveId" clId="{AAADAA39-EA66-4E32-AA2F-0EE989AD0AF6}" dt="2023-05-26T05:00:20.771" v="5885" actId="20577"/>
        <pc:sldMkLst>
          <pc:docMk/>
          <pc:sldMk cId="3362433709" sldId="2527"/>
        </pc:sldMkLst>
        <pc:spChg chg="mod">
          <ac:chgData name="Owais Ahmed" userId="6abc7d4556b3b071" providerId="LiveId" clId="{AAADAA39-EA66-4E32-AA2F-0EE989AD0AF6}" dt="2023-05-26T04:59:54.539" v="5864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0:20.771" v="5885" actId="20577"/>
          <ac:spMkLst>
            <pc:docMk/>
            <pc:sldMk cId="3362433709" sldId="2527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59:32.045" v="5786" actId="478"/>
          <ac:picMkLst>
            <pc:docMk/>
            <pc:sldMk cId="3362433709" sldId="2527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59:31.490" v="5785" actId="478"/>
          <ac:picMkLst>
            <pc:docMk/>
            <pc:sldMk cId="3362433709" sldId="2527"/>
            <ac:picMk id="9" creationId="{579085FB-1AAE-1037-4E80-C6A426172204}"/>
          </ac:picMkLst>
        </pc:picChg>
      </pc:sldChg>
    </pc:docChg>
  </pc:docChgLst>
  <pc:docChgLst>
    <pc:chgData name="Owais Ahmed" userId="6abc7d4556b3b071" providerId="LiveId" clId="{61BB0266-BD3A-4F34-AC79-67330DC72982}"/>
    <pc:docChg chg="undo redo custSel addSld delSld modSld modSection">
      <pc:chgData name="Owais Ahmed" userId="6abc7d4556b3b071" providerId="LiveId" clId="{61BB0266-BD3A-4F34-AC79-67330DC72982}" dt="2023-06-01T20:46:12.818" v="2201" actId="1076"/>
      <pc:docMkLst>
        <pc:docMk/>
      </pc:docMkLst>
      <pc:sldChg chg="modSp mod">
        <pc:chgData name="Owais Ahmed" userId="6abc7d4556b3b071" providerId="LiveId" clId="{61BB0266-BD3A-4F34-AC79-67330DC72982}" dt="2023-06-01T19:12:56.310" v="1796" actId="20577"/>
        <pc:sldMkLst>
          <pc:docMk/>
          <pc:sldMk cId="1649098948" sldId="2462"/>
        </pc:sldMkLst>
        <pc:spChg chg="mod">
          <ac:chgData name="Owais Ahmed" userId="6abc7d4556b3b071" providerId="LiveId" clId="{61BB0266-BD3A-4F34-AC79-67330DC72982}" dt="2023-06-01T19:12:56.310" v="179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NotesTx">
        <pc:chgData name="Owais Ahmed" userId="6abc7d4556b3b071" providerId="LiveId" clId="{61BB0266-BD3A-4F34-AC79-67330DC72982}" dt="2023-06-01T20:28:40.820" v="2168"/>
        <pc:sldMkLst>
          <pc:docMk/>
          <pc:sldMk cId="2254841546" sldId="2532"/>
        </pc:sldMkLst>
      </pc:sldChg>
      <pc:sldChg chg="del">
        <pc:chgData name="Owais Ahmed" userId="6abc7d4556b3b071" providerId="LiveId" clId="{61BB0266-BD3A-4F34-AC79-67330DC72982}" dt="2023-06-01T17:27:10.470" v="0" actId="47"/>
        <pc:sldMkLst>
          <pc:docMk/>
          <pc:sldMk cId="2468555172" sldId="2534"/>
        </pc:sldMkLst>
      </pc:sldChg>
      <pc:sldChg chg="addSp delSp modSp add mod modAnim">
        <pc:chgData name="Owais Ahmed" userId="6abc7d4556b3b071" providerId="LiveId" clId="{61BB0266-BD3A-4F34-AC79-67330DC72982}" dt="2023-06-01T18:23:33.649" v="674" actId="14100"/>
        <pc:sldMkLst>
          <pc:docMk/>
          <pc:sldMk cId="3562149716" sldId="2534"/>
        </pc:sldMkLst>
        <pc:spChg chg="mod">
          <ac:chgData name="Owais Ahmed" userId="6abc7d4556b3b071" providerId="LiveId" clId="{61BB0266-BD3A-4F34-AC79-67330DC72982}" dt="2023-06-01T18:15:19.070" v="616" actId="14100"/>
          <ac:spMkLst>
            <pc:docMk/>
            <pc:sldMk cId="3562149716" sldId="2534"/>
            <ac:spMk id="3" creationId="{4A1C0383-58FE-E486-295E-B33B8683B938}"/>
          </ac:spMkLst>
        </pc:spChg>
        <pc:spChg chg="mod">
          <ac:chgData name="Owais Ahmed" userId="6abc7d4556b3b071" providerId="LiveId" clId="{61BB0266-BD3A-4F34-AC79-67330DC72982}" dt="2023-06-01T17:28:17.116" v="2" actId="20577"/>
          <ac:spMkLst>
            <pc:docMk/>
            <pc:sldMk cId="3562149716" sldId="253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1BB0266-BD3A-4F34-AC79-67330DC72982}" dt="2023-06-01T18:22:01.393" v="670"/>
          <ac:graphicFrameMkLst>
            <pc:docMk/>
            <pc:sldMk cId="3562149716" sldId="2534"/>
            <ac:graphicFrameMk id="6" creationId="{858D596D-0475-B578-CAB9-5C51EA4768EF}"/>
          </ac:graphicFrameMkLst>
        </pc:graphicFrameChg>
        <pc:picChg chg="add del mod">
          <ac:chgData name="Owais Ahmed" userId="6abc7d4556b3b071" providerId="LiveId" clId="{61BB0266-BD3A-4F34-AC79-67330DC72982}" dt="2023-06-01T18:23:21.661" v="671" actId="478"/>
          <ac:picMkLst>
            <pc:docMk/>
            <pc:sldMk cId="3562149716" sldId="2534"/>
            <ac:picMk id="5" creationId="{68AF2DAC-161A-11E6-068A-18E814DEE2B9}"/>
          </ac:picMkLst>
        </pc:picChg>
        <pc:picChg chg="add mod">
          <ac:chgData name="Owais Ahmed" userId="6abc7d4556b3b071" providerId="LiveId" clId="{61BB0266-BD3A-4F34-AC79-67330DC72982}" dt="2023-06-01T18:23:33.649" v="674" actId="14100"/>
          <ac:picMkLst>
            <pc:docMk/>
            <pc:sldMk cId="3562149716" sldId="2534"/>
            <ac:picMk id="8" creationId="{A91149AC-3191-A8C0-B20F-5EB675DEDEE2}"/>
          </ac:picMkLst>
        </pc:picChg>
      </pc:sldChg>
      <pc:sldChg chg="addSp delSp modSp add mod addAnim delAnim modAnim">
        <pc:chgData name="Owais Ahmed" userId="6abc7d4556b3b071" providerId="LiveId" clId="{61BB0266-BD3A-4F34-AC79-67330DC72982}" dt="2023-06-01T19:13:19.938" v="1813" actId="20577"/>
        <pc:sldMkLst>
          <pc:docMk/>
          <pc:sldMk cId="2723905336" sldId="2535"/>
        </pc:sldMkLst>
        <pc:spChg chg="mod">
          <ac:chgData name="Owais Ahmed" userId="6abc7d4556b3b071" providerId="LiveId" clId="{61BB0266-BD3A-4F34-AC79-67330DC72982}" dt="2023-06-01T19:12:28.939" v="1756" actId="20577"/>
          <ac:spMkLst>
            <pc:docMk/>
            <pc:sldMk cId="2723905336" sldId="2535"/>
            <ac:spMk id="3" creationId="{4A1C0383-58FE-E486-295E-B33B8683B938}"/>
          </ac:spMkLst>
        </pc:spChg>
        <pc:spChg chg="add del mod">
          <ac:chgData name="Owais Ahmed" userId="6abc7d4556b3b071" providerId="LiveId" clId="{61BB0266-BD3A-4F34-AC79-67330DC72982}" dt="2023-06-01T19:01:17.376" v="1480" actId="478"/>
          <ac:spMkLst>
            <pc:docMk/>
            <pc:sldMk cId="2723905336" sldId="2535"/>
            <ac:spMk id="5" creationId="{429A9688-A7E5-6DF0-8CF8-90D099209416}"/>
          </ac:spMkLst>
        </pc:spChg>
        <pc:spChg chg="add del mod">
          <ac:chgData name="Owais Ahmed" userId="6abc7d4556b3b071" providerId="LiveId" clId="{61BB0266-BD3A-4F34-AC79-67330DC72982}" dt="2023-06-01T19:01:18.573" v="1481" actId="478"/>
          <ac:spMkLst>
            <pc:docMk/>
            <pc:sldMk cId="2723905336" sldId="2535"/>
            <ac:spMk id="6" creationId="{20B4397A-3B7C-F944-98E4-6C6AA61087C2}"/>
          </ac:spMkLst>
        </pc:spChg>
        <pc:spChg chg="mod">
          <ac:chgData name="Owais Ahmed" userId="6abc7d4556b3b071" providerId="LiveId" clId="{61BB0266-BD3A-4F34-AC79-67330DC72982}" dt="2023-06-01T19:13:19.938" v="1813" actId="20577"/>
          <ac:spMkLst>
            <pc:docMk/>
            <pc:sldMk cId="2723905336" sldId="253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1BB0266-BD3A-4F34-AC79-67330DC72982}" dt="2023-06-01T19:11:49.108" v="1744" actId="1076"/>
          <ac:graphicFrameMkLst>
            <pc:docMk/>
            <pc:sldMk cId="2723905336" sldId="2535"/>
            <ac:graphicFrameMk id="4" creationId="{DE132AD4-7666-BC53-992A-2C30D75CADB8}"/>
          </ac:graphicFrameMkLst>
        </pc:graphicFrameChg>
      </pc:sldChg>
      <pc:sldChg chg="addSp delSp modSp add mod delAnim modAnim">
        <pc:chgData name="Owais Ahmed" userId="6abc7d4556b3b071" providerId="LiveId" clId="{61BB0266-BD3A-4F34-AC79-67330DC72982}" dt="2023-06-01T19:21:39.708" v="2121" actId="20577"/>
        <pc:sldMkLst>
          <pc:docMk/>
          <pc:sldMk cId="2375706165" sldId="2536"/>
        </pc:sldMkLst>
        <pc:spChg chg="mod">
          <ac:chgData name="Owais Ahmed" userId="6abc7d4556b3b071" providerId="LiveId" clId="{61BB0266-BD3A-4F34-AC79-67330DC72982}" dt="2023-06-01T19:21:39.708" v="2121" actId="20577"/>
          <ac:spMkLst>
            <pc:docMk/>
            <pc:sldMk cId="2375706165" sldId="2536"/>
            <ac:spMk id="3" creationId="{4A1C0383-58FE-E486-295E-B33B8683B938}"/>
          </ac:spMkLst>
        </pc:spChg>
        <pc:spChg chg="mod">
          <ac:chgData name="Owais Ahmed" userId="6abc7d4556b3b071" providerId="LiveId" clId="{61BB0266-BD3A-4F34-AC79-67330DC72982}" dt="2023-06-01T19:13:25.457" v="1825" actId="20577"/>
          <ac:spMkLst>
            <pc:docMk/>
            <pc:sldMk cId="2375706165" sldId="2536"/>
            <ac:spMk id="215" creationId="{00000000-0000-0000-0000-000000000000}"/>
          </ac:spMkLst>
        </pc:spChg>
        <pc:graphicFrameChg chg="del">
          <ac:chgData name="Owais Ahmed" userId="6abc7d4556b3b071" providerId="LiveId" clId="{61BB0266-BD3A-4F34-AC79-67330DC72982}" dt="2023-06-01T19:13:06.911" v="1797" actId="478"/>
          <ac:graphicFrameMkLst>
            <pc:docMk/>
            <pc:sldMk cId="2375706165" sldId="2536"/>
            <ac:graphicFrameMk id="4" creationId="{DE132AD4-7666-BC53-992A-2C30D75CADB8}"/>
          </ac:graphicFrameMkLst>
        </pc:graphicFrameChg>
        <pc:picChg chg="add del">
          <ac:chgData name="Owais Ahmed" userId="6abc7d4556b3b071" providerId="LiveId" clId="{61BB0266-BD3A-4F34-AC79-67330DC72982}" dt="2023-06-01T19:20:57.609" v="2059" actId="22"/>
          <ac:picMkLst>
            <pc:docMk/>
            <pc:sldMk cId="2375706165" sldId="2536"/>
            <ac:picMk id="6" creationId="{4AC55A09-F46D-67D8-511A-0CB2AFA0B37A}"/>
          </ac:picMkLst>
        </pc:picChg>
        <pc:picChg chg="add del mod">
          <ac:chgData name="Owais Ahmed" userId="6abc7d4556b3b071" providerId="LiveId" clId="{61BB0266-BD3A-4F34-AC79-67330DC72982}" dt="2023-06-01T19:21:06.848" v="2067" actId="22"/>
          <ac:picMkLst>
            <pc:docMk/>
            <pc:sldMk cId="2375706165" sldId="2536"/>
            <ac:picMk id="8" creationId="{3D2BAF78-82A8-0E46-01BC-CD938BC1A14F}"/>
          </ac:picMkLst>
        </pc:picChg>
        <pc:picChg chg="add mod">
          <ac:chgData name="Owais Ahmed" userId="6abc7d4556b3b071" providerId="LiveId" clId="{61BB0266-BD3A-4F34-AC79-67330DC72982}" dt="2023-06-01T19:21:19.926" v="2071" actId="1076"/>
          <ac:picMkLst>
            <pc:docMk/>
            <pc:sldMk cId="2375706165" sldId="2536"/>
            <ac:picMk id="10" creationId="{A920AE0B-EDDD-60BC-4162-2FDBA162BF66}"/>
          </ac:picMkLst>
        </pc:picChg>
      </pc:sldChg>
      <pc:sldChg chg="addSp delSp modSp add mod delAnim modAnim modNotesTx">
        <pc:chgData name="Owais Ahmed" userId="6abc7d4556b3b071" providerId="LiveId" clId="{61BB0266-BD3A-4F34-AC79-67330DC72982}" dt="2023-06-01T20:44:34.086" v="2194" actId="20577"/>
        <pc:sldMkLst>
          <pc:docMk/>
          <pc:sldMk cId="4240904722" sldId="2537"/>
        </pc:sldMkLst>
        <pc:spChg chg="del mod">
          <ac:chgData name="Owais Ahmed" userId="6abc7d4556b3b071" providerId="LiveId" clId="{61BB0266-BD3A-4F34-AC79-67330DC72982}" dt="2023-06-01T19:29:25.356" v="2126" actId="478"/>
          <ac:spMkLst>
            <pc:docMk/>
            <pc:sldMk cId="4240904722" sldId="2537"/>
            <ac:spMk id="3" creationId="{4A1C0383-58FE-E486-295E-B33B8683B938}"/>
          </ac:spMkLst>
        </pc:spChg>
        <pc:picChg chg="add mod">
          <ac:chgData name="Owais Ahmed" userId="6abc7d4556b3b071" providerId="LiveId" clId="{61BB0266-BD3A-4F34-AC79-67330DC72982}" dt="2023-06-01T20:43:25.267" v="2175" actId="1076"/>
          <ac:picMkLst>
            <pc:docMk/>
            <pc:sldMk cId="4240904722" sldId="2537"/>
            <ac:picMk id="4" creationId="{EABF1E91-BC08-1F09-97D0-3A1AFC390FD6}"/>
          </ac:picMkLst>
        </pc:picChg>
        <pc:picChg chg="add del mod">
          <ac:chgData name="Owais Ahmed" userId="6abc7d4556b3b071" providerId="LiveId" clId="{61BB0266-BD3A-4F34-AC79-67330DC72982}" dt="2023-06-01T19:34:31.080" v="2147" actId="478"/>
          <ac:picMkLst>
            <pc:docMk/>
            <pc:sldMk cId="4240904722" sldId="2537"/>
            <ac:picMk id="5" creationId="{C82A560E-88F9-CF4F-ACAB-B390CE5428B2}"/>
          </ac:picMkLst>
        </pc:picChg>
        <pc:picChg chg="add mod">
          <ac:chgData name="Owais Ahmed" userId="6abc7d4556b3b071" providerId="LiveId" clId="{61BB0266-BD3A-4F34-AC79-67330DC72982}" dt="2023-06-01T20:43:25.267" v="2175" actId="1076"/>
          <ac:picMkLst>
            <pc:docMk/>
            <pc:sldMk cId="4240904722" sldId="2537"/>
            <ac:picMk id="6" creationId="{AEE67BD5-2789-F7C7-F89F-137A93037859}"/>
          </ac:picMkLst>
        </pc:picChg>
        <pc:picChg chg="add del mod">
          <ac:chgData name="Owais Ahmed" userId="6abc7d4556b3b071" providerId="LiveId" clId="{61BB0266-BD3A-4F34-AC79-67330DC72982}" dt="2023-06-01T19:34:31.744" v="2148" actId="478"/>
          <ac:picMkLst>
            <pc:docMk/>
            <pc:sldMk cId="4240904722" sldId="2537"/>
            <ac:picMk id="7" creationId="{B60C9B94-600C-7019-169D-02C2E5130291}"/>
          </ac:picMkLst>
        </pc:picChg>
        <pc:picChg chg="add del mod">
          <ac:chgData name="Owais Ahmed" userId="6abc7d4556b3b071" providerId="LiveId" clId="{61BB0266-BD3A-4F34-AC79-67330DC72982}" dt="2023-06-01T19:34:33.299" v="2150" actId="478"/>
          <ac:picMkLst>
            <pc:docMk/>
            <pc:sldMk cId="4240904722" sldId="2537"/>
            <ac:picMk id="9" creationId="{AB2FF5C0-F3C7-B905-3399-8CD6903090D2}"/>
          </ac:picMkLst>
        </pc:picChg>
        <pc:picChg chg="add del mod">
          <ac:chgData name="Owais Ahmed" userId="6abc7d4556b3b071" providerId="LiveId" clId="{61BB0266-BD3A-4F34-AC79-67330DC72982}" dt="2023-06-01T19:34:32.213" v="2149" actId="478"/>
          <ac:picMkLst>
            <pc:docMk/>
            <pc:sldMk cId="4240904722" sldId="2537"/>
            <ac:picMk id="11" creationId="{DBF9DFE3-D109-136A-3273-00AFC6C5AE51}"/>
          </ac:picMkLst>
        </pc:picChg>
        <pc:picChg chg="add del mod">
          <ac:chgData name="Owais Ahmed" userId="6abc7d4556b3b071" providerId="LiveId" clId="{61BB0266-BD3A-4F34-AC79-67330DC72982}" dt="2023-06-01T20:27:08.833" v="2160" actId="478"/>
          <ac:picMkLst>
            <pc:docMk/>
            <pc:sldMk cId="4240904722" sldId="2537"/>
            <ac:picMk id="13" creationId="{1CCD39F7-657E-3DD9-2158-DC5C52D9EB11}"/>
          </ac:picMkLst>
        </pc:picChg>
        <pc:picChg chg="add del mod">
          <ac:chgData name="Owais Ahmed" userId="6abc7d4556b3b071" providerId="LiveId" clId="{61BB0266-BD3A-4F34-AC79-67330DC72982}" dt="2023-06-01T20:42:14.763" v="2169" actId="478"/>
          <ac:picMkLst>
            <pc:docMk/>
            <pc:sldMk cId="4240904722" sldId="2537"/>
            <ac:picMk id="15" creationId="{FFCC0A1D-1AA6-4C53-D154-E1CD649941FF}"/>
          </ac:picMkLst>
        </pc:picChg>
        <pc:picChg chg="add del mod">
          <ac:chgData name="Owais Ahmed" userId="6abc7d4556b3b071" providerId="LiveId" clId="{61BB0266-BD3A-4F34-AC79-67330DC72982}" dt="2023-06-01T20:42:15.165" v="2170" actId="478"/>
          <ac:picMkLst>
            <pc:docMk/>
            <pc:sldMk cId="4240904722" sldId="2537"/>
            <ac:picMk id="17" creationId="{A8B2DF5B-03C4-BFD6-72C8-C04EDE9646EA}"/>
          </ac:picMkLst>
        </pc:picChg>
      </pc:sldChg>
      <pc:sldChg chg="addSp delSp modSp add mod modNotesTx">
        <pc:chgData name="Owais Ahmed" userId="6abc7d4556b3b071" providerId="LiveId" clId="{61BB0266-BD3A-4F34-AC79-67330DC72982}" dt="2023-06-01T20:46:12.818" v="2201" actId="1076"/>
        <pc:sldMkLst>
          <pc:docMk/>
          <pc:sldMk cId="698020838" sldId="2538"/>
        </pc:sldMkLst>
        <pc:picChg chg="del">
          <ac:chgData name="Owais Ahmed" userId="6abc7d4556b3b071" providerId="LiveId" clId="{61BB0266-BD3A-4F34-AC79-67330DC72982}" dt="2023-06-01T20:43:35.883" v="2178" actId="478"/>
          <ac:picMkLst>
            <pc:docMk/>
            <pc:sldMk cId="698020838" sldId="2538"/>
            <ac:picMk id="4" creationId="{EABF1E91-BC08-1F09-97D0-3A1AFC390FD6}"/>
          </ac:picMkLst>
        </pc:picChg>
        <pc:picChg chg="add mod">
          <ac:chgData name="Owais Ahmed" userId="6abc7d4556b3b071" providerId="LiveId" clId="{61BB0266-BD3A-4F34-AC79-67330DC72982}" dt="2023-06-01T20:46:12.818" v="2201" actId="1076"/>
          <ac:picMkLst>
            <pc:docMk/>
            <pc:sldMk cId="698020838" sldId="2538"/>
            <ac:picMk id="5" creationId="{FFA276EF-2D5C-7C2E-0036-3A6B5D756F23}"/>
          </ac:picMkLst>
        </pc:picChg>
        <pc:picChg chg="del">
          <ac:chgData name="Owais Ahmed" userId="6abc7d4556b3b071" providerId="LiveId" clId="{61BB0266-BD3A-4F34-AC79-67330DC72982}" dt="2023-06-01T20:43:35.075" v="2177" actId="478"/>
          <ac:picMkLst>
            <pc:docMk/>
            <pc:sldMk cId="698020838" sldId="2538"/>
            <ac:picMk id="6" creationId="{AEE67BD5-2789-F7C7-F89F-137A93037859}"/>
          </ac:picMkLst>
        </pc:picChg>
        <pc:picChg chg="add mod">
          <ac:chgData name="Owais Ahmed" userId="6abc7d4556b3b071" providerId="LiveId" clId="{61BB0266-BD3A-4F34-AC79-67330DC72982}" dt="2023-06-01T20:46:04.376" v="2199" actId="1076"/>
          <ac:picMkLst>
            <pc:docMk/>
            <pc:sldMk cId="698020838" sldId="2538"/>
            <ac:picMk id="8" creationId="{F3083648-F013-3691-E80E-07AFE60D8CDB}"/>
          </ac:picMkLst>
        </pc:picChg>
      </pc:sld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41CCE885-7439-496A-92F7-9403C8F92F34}"/>
    <pc:docChg chg="undo redo custSel addSld delSld modSld modSection">
      <pc:chgData name="Owais Ahmed" userId="6abc7d4556b3b071" providerId="LiveId" clId="{41CCE885-7439-496A-92F7-9403C8F92F34}" dt="2023-06-02T04:27:46.882" v="4541"/>
      <pc:docMkLst>
        <pc:docMk/>
      </pc:docMkLst>
      <pc:sldChg chg="modSp mod">
        <pc:chgData name="Owais Ahmed" userId="6abc7d4556b3b071" providerId="LiveId" clId="{41CCE885-7439-496A-92F7-9403C8F92F34}" dt="2023-05-26T06:35:20.898" v="3719" actId="20577"/>
        <pc:sldMkLst>
          <pc:docMk/>
          <pc:sldMk cId="1649098948" sldId="2462"/>
        </pc:sldMkLst>
        <pc:spChg chg="mod">
          <ac:chgData name="Owais Ahmed" userId="6abc7d4556b3b071" providerId="LiveId" clId="{41CCE885-7439-496A-92F7-9403C8F92F34}" dt="2023-05-26T06:35:20.898" v="371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41CCE885-7439-496A-92F7-9403C8F92F34}" dt="2023-05-26T05:05:01.630" v="0" actId="47"/>
        <pc:sldMkLst>
          <pc:docMk/>
          <pc:sldMk cId="138766739" sldId="2512"/>
        </pc:sldMkLst>
      </pc:sldChg>
      <pc:sldChg chg="del">
        <pc:chgData name="Owais Ahmed" userId="6abc7d4556b3b071" providerId="LiveId" clId="{41CCE885-7439-496A-92F7-9403C8F92F34}" dt="2023-05-26T05:05:11.518" v="14" actId="47"/>
        <pc:sldMkLst>
          <pc:docMk/>
          <pc:sldMk cId="164878705" sldId="2513"/>
        </pc:sldMkLst>
      </pc:sldChg>
      <pc:sldChg chg="del">
        <pc:chgData name="Owais Ahmed" userId="6abc7d4556b3b071" providerId="LiveId" clId="{41CCE885-7439-496A-92F7-9403C8F92F34}" dt="2023-05-26T05:05:02.949" v="1" actId="47"/>
        <pc:sldMkLst>
          <pc:docMk/>
          <pc:sldMk cId="1794817901" sldId="2514"/>
        </pc:sldMkLst>
      </pc:sldChg>
      <pc:sldChg chg="del">
        <pc:chgData name="Owais Ahmed" userId="6abc7d4556b3b071" providerId="LiveId" clId="{41CCE885-7439-496A-92F7-9403C8F92F34}" dt="2023-05-26T05:05:03.206" v="2" actId="47"/>
        <pc:sldMkLst>
          <pc:docMk/>
          <pc:sldMk cId="359945623" sldId="2515"/>
        </pc:sldMkLst>
      </pc:sldChg>
      <pc:sldChg chg="del">
        <pc:chgData name="Owais Ahmed" userId="6abc7d4556b3b071" providerId="LiveId" clId="{41CCE885-7439-496A-92F7-9403C8F92F34}" dt="2023-05-26T05:05:04.121" v="3" actId="47"/>
        <pc:sldMkLst>
          <pc:docMk/>
          <pc:sldMk cId="3531452222" sldId="2516"/>
        </pc:sldMkLst>
      </pc:sldChg>
      <pc:sldChg chg="del">
        <pc:chgData name="Owais Ahmed" userId="6abc7d4556b3b071" providerId="LiveId" clId="{41CCE885-7439-496A-92F7-9403C8F92F34}" dt="2023-05-26T05:05:04.305" v="4" actId="47"/>
        <pc:sldMkLst>
          <pc:docMk/>
          <pc:sldMk cId="155911034" sldId="2517"/>
        </pc:sldMkLst>
      </pc:sldChg>
      <pc:sldChg chg="del">
        <pc:chgData name="Owais Ahmed" userId="6abc7d4556b3b071" providerId="LiveId" clId="{41CCE885-7439-496A-92F7-9403C8F92F34}" dt="2023-05-26T05:05:04.578" v="5" actId="47"/>
        <pc:sldMkLst>
          <pc:docMk/>
          <pc:sldMk cId="688456144" sldId="2518"/>
        </pc:sldMkLst>
      </pc:sldChg>
      <pc:sldChg chg="del">
        <pc:chgData name="Owais Ahmed" userId="6abc7d4556b3b071" providerId="LiveId" clId="{41CCE885-7439-496A-92F7-9403C8F92F34}" dt="2023-05-26T05:05:04.819" v="6" actId="47"/>
        <pc:sldMkLst>
          <pc:docMk/>
          <pc:sldMk cId="445128117" sldId="2519"/>
        </pc:sldMkLst>
      </pc:sldChg>
      <pc:sldChg chg="del">
        <pc:chgData name="Owais Ahmed" userId="6abc7d4556b3b071" providerId="LiveId" clId="{41CCE885-7439-496A-92F7-9403C8F92F34}" dt="2023-05-26T05:05:05.021" v="7" actId="47"/>
        <pc:sldMkLst>
          <pc:docMk/>
          <pc:sldMk cId="1007068956" sldId="2520"/>
        </pc:sldMkLst>
      </pc:sldChg>
      <pc:sldChg chg="del">
        <pc:chgData name="Owais Ahmed" userId="6abc7d4556b3b071" providerId="LiveId" clId="{41CCE885-7439-496A-92F7-9403C8F92F34}" dt="2023-05-26T05:05:05.252" v="8" actId="47"/>
        <pc:sldMkLst>
          <pc:docMk/>
          <pc:sldMk cId="499748375" sldId="2521"/>
        </pc:sldMkLst>
      </pc:sldChg>
      <pc:sldChg chg="del">
        <pc:chgData name="Owais Ahmed" userId="6abc7d4556b3b071" providerId="LiveId" clId="{41CCE885-7439-496A-92F7-9403C8F92F34}" dt="2023-05-26T05:05:05.786" v="9" actId="47"/>
        <pc:sldMkLst>
          <pc:docMk/>
          <pc:sldMk cId="3350804688" sldId="2522"/>
        </pc:sldMkLst>
      </pc:sldChg>
      <pc:sldChg chg="del">
        <pc:chgData name="Owais Ahmed" userId="6abc7d4556b3b071" providerId="LiveId" clId="{41CCE885-7439-496A-92F7-9403C8F92F34}" dt="2023-05-26T05:05:06.117" v="10" actId="47"/>
        <pc:sldMkLst>
          <pc:docMk/>
          <pc:sldMk cId="2550108454" sldId="2523"/>
        </pc:sldMkLst>
      </pc:sldChg>
      <pc:sldChg chg="del">
        <pc:chgData name="Owais Ahmed" userId="6abc7d4556b3b071" providerId="LiveId" clId="{41CCE885-7439-496A-92F7-9403C8F92F34}" dt="2023-05-26T05:05:06.360" v="11" actId="47"/>
        <pc:sldMkLst>
          <pc:docMk/>
          <pc:sldMk cId="3158656300" sldId="2524"/>
        </pc:sldMkLst>
      </pc:sldChg>
      <pc:sldChg chg="del">
        <pc:chgData name="Owais Ahmed" userId="6abc7d4556b3b071" providerId="LiveId" clId="{41CCE885-7439-496A-92F7-9403C8F92F34}" dt="2023-05-26T05:05:07.297" v="12" actId="47"/>
        <pc:sldMkLst>
          <pc:docMk/>
          <pc:sldMk cId="297218251" sldId="2525"/>
        </pc:sldMkLst>
      </pc:sldChg>
      <pc:sldChg chg="del">
        <pc:chgData name="Owais Ahmed" userId="6abc7d4556b3b071" providerId="LiveId" clId="{41CCE885-7439-496A-92F7-9403C8F92F34}" dt="2023-05-26T05:05:10.725" v="13" actId="47"/>
        <pc:sldMkLst>
          <pc:docMk/>
          <pc:sldMk cId="151189741" sldId="2526"/>
        </pc:sldMkLst>
      </pc:sldChg>
      <pc:sldChg chg="addSp delSp modSp mod modAnim">
        <pc:chgData name="Owais Ahmed" userId="6abc7d4556b3b071" providerId="LiveId" clId="{41CCE885-7439-496A-92F7-9403C8F92F34}" dt="2023-05-26T05:12:58.343" v="660" actId="14100"/>
        <pc:sldMkLst>
          <pc:docMk/>
          <pc:sldMk cId="3362433709" sldId="2527"/>
        </pc:sldMkLst>
        <pc:spChg chg="mod">
          <ac:chgData name="Owais Ahmed" userId="6abc7d4556b3b071" providerId="LiveId" clId="{41CCE885-7439-496A-92F7-9403C8F92F34}" dt="2023-05-26T05:12:08.705" v="645" actId="27636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5:06:07.523" v="70" actId="20577"/>
          <ac:spMkLst>
            <pc:docMk/>
            <pc:sldMk cId="3362433709" sldId="2527"/>
            <ac:spMk id="215" creationId="{00000000-0000-0000-0000-000000000000}"/>
          </ac:spMkLst>
        </pc:spChg>
        <pc:picChg chg="add del mod">
          <ac:chgData name="Owais Ahmed" userId="6abc7d4556b3b071" providerId="LiveId" clId="{41CCE885-7439-496A-92F7-9403C8F92F34}" dt="2023-05-26T05:09:32.835" v="303" actId="478"/>
          <ac:picMkLst>
            <pc:docMk/>
            <pc:sldMk cId="3362433709" sldId="2527"/>
            <ac:picMk id="1026" creationId="{93DC99CA-D44E-D00E-6C5C-EFD253D7C057}"/>
          </ac:picMkLst>
        </pc:picChg>
        <pc:picChg chg="add mod">
          <ac:chgData name="Owais Ahmed" userId="6abc7d4556b3b071" providerId="LiveId" clId="{41CCE885-7439-496A-92F7-9403C8F92F34}" dt="2023-05-26T05:12:42.991" v="654" actId="1076"/>
          <ac:picMkLst>
            <pc:docMk/>
            <pc:sldMk cId="3362433709" sldId="2527"/>
            <ac:picMk id="1028" creationId="{D52DA1AA-9FFF-2867-000D-D5DC7DC5D3C3}"/>
          </ac:picMkLst>
        </pc:picChg>
        <pc:picChg chg="add mod">
          <ac:chgData name="Owais Ahmed" userId="6abc7d4556b3b071" providerId="LiveId" clId="{41CCE885-7439-496A-92F7-9403C8F92F34}" dt="2023-05-26T05:12:58.343" v="660" actId="14100"/>
          <ac:picMkLst>
            <pc:docMk/>
            <pc:sldMk cId="3362433709" sldId="2527"/>
            <ac:picMk id="1030" creationId="{4945972B-A6FB-55C9-2F14-04F00620FD03}"/>
          </ac:picMkLst>
        </pc:picChg>
      </pc:sldChg>
      <pc:sldChg chg="addSp delSp modSp add mod modAnim">
        <pc:chgData name="Owais Ahmed" userId="6abc7d4556b3b071" providerId="LiveId" clId="{41CCE885-7439-496A-92F7-9403C8F92F34}" dt="2023-05-26T06:17:09.481" v="2915" actId="20577"/>
        <pc:sldMkLst>
          <pc:docMk/>
          <pc:sldMk cId="4023139806" sldId="2528"/>
        </pc:sldMkLst>
        <pc:spChg chg="mod">
          <ac:chgData name="Owais Ahmed" userId="6abc7d4556b3b071" providerId="LiveId" clId="{41CCE885-7439-496A-92F7-9403C8F92F34}" dt="2023-05-26T06:17:09.481" v="2915" actId="20577"/>
          <ac:spMkLst>
            <pc:docMk/>
            <pc:sldMk cId="4023139806" sldId="2528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5:19:07.577" v="1138" actId="20577"/>
          <ac:spMkLst>
            <pc:docMk/>
            <pc:sldMk cId="4023139806" sldId="2528"/>
            <ac:spMk id="215" creationId="{00000000-0000-0000-0000-000000000000}"/>
          </ac:spMkLst>
        </pc:spChg>
        <pc:picChg chg="del">
          <ac:chgData name="Owais Ahmed" userId="6abc7d4556b3b071" providerId="LiveId" clId="{41CCE885-7439-496A-92F7-9403C8F92F34}" dt="2023-05-26T05:13:06.155" v="663" actId="478"/>
          <ac:picMkLst>
            <pc:docMk/>
            <pc:sldMk cId="4023139806" sldId="2528"/>
            <ac:picMk id="1028" creationId="{D52DA1AA-9FFF-2867-000D-D5DC7DC5D3C3}"/>
          </ac:picMkLst>
        </pc:picChg>
        <pc:picChg chg="del">
          <ac:chgData name="Owais Ahmed" userId="6abc7d4556b3b071" providerId="LiveId" clId="{41CCE885-7439-496A-92F7-9403C8F92F34}" dt="2023-05-26T05:13:05.730" v="662" actId="478"/>
          <ac:picMkLst>
            <pc:docMk/>
            <pc:sldMk cId="4023139806" sldId="2528"/>
            <ac:picMk id="1030" creationId="{4945972B-A6FB-55C9-2F14-04F00620FD03}"/>
          </ac:picMkLst>
        </pc:picChg>
        <pc:picChg chg="add del mod">
          <ac:chgData name="Owais Ahmed" userId="6abc7d4556b3b071" providerId="LiveId" clId="{41CCE885-7439-496A-92F7-9403C8F92F34}" dt="2023-05-26T05:17:34.766" v="975" actId="478"/>
          <ac:picMkLst>
            <pc:docMk/>
            <pc:sldMk cId="4023139806" sldId="2528"/>
            <ac:picMk id="2050" creationId="{F767FEB1-EBBF-7581-E491-C74089E64F27}"/>
          </ac:picMkLst>
        </pc:picChg>
      </pc:sldChg>
      <pc:sldChg chg="addSp modSp add mod">
        <pc:chgData name="Owais Ahmed" userId="6abc7d4556b3b071" providerId="LiveId" clId="{41CCE885-7439-496A-92F7-9403C8F92F34}" dt="2023-05-26T06:21:09.978" v="3436" actId="14100"/>
        <pc:sldMkLst>
          <pc:docMk/>
          <pc:sldMk cId="1028238316" sldId="2529"/>
        </pc:sldMkLst>
        <pc:spChg chg="mod">
          <ac:chgData name="Owais Ahmed" userId="6abc7d4556b3b071" providerId="LiveId" clId="{41CCE885-7439-496A-92F7-9403C8F92F34}" dt="2023-05-26T06:16:58.613" v="2905" actId="14100"/>
          <ac:spMkLst>
            <pc:docMk/>
            <pc:sldMk cId="1028238316" sldId="2529"/>
            <ac:spMk id="3" creationId="{4A1C0383-58FE-E486-295E-B33B8683B938}"/>
          </ac:spMkLst>
        </pc:spChg>
        <pc:spChg chg="add mod">
          <ac:chgData name="Owais Ahmed" userId="6abc7d4556b3b071" providerId="LiveId" clId="{41CCE885-7439-496A-92F7-9403C8F92F34}" dt="2023-05-26T06:21:09.978" v="3436" actId="14100"/>
          <ac:spMkLst>
            <pc:docMk/>
            <pc:sldMk cId="1028238316" sldId="2529"/>
            <ac:spMk id="4" creationId="{D3249D3C-776E-4305-D1DB-047FD8146430}"/>
          </ac:spMkLst>
        </pc:spChg>
        <pc:spChg chg="mod">
          <ac:chgData name="Owais Ahmed" userId="6abc7d4556b3b071" providerId="LiveId" clId="{41CCE885-7439-496A-92F7-9403C8F92F34}" dt="2023-05-26T05:22:37.293" v="1441" actId="20577"/>
          <ac:spMkLst>
            <pc:docMk/>
            <pc:sldMk cId="1028238316" sldId="2529"/>
            <ac:spMk id="215" creationId="{00000000-0000-0000-0000-000000000000}"/>
          </ac:spMkLst>
        </pc:spChg>
        <pc:picChg chg="mod">
          <ac:chgData name="Owais Ahmed" userId="6abc7d4556b3b071" providerId="LiveId" clId="{41CCE885-7439-496A-92F7-9403C8F92F34}" dt="2023-05-26T06:20:27.421" v="3427" actId="1076"/>
          <ac:picMkLst>
            <pc:docMk/>
            <pc:sldMk cId="1028238316" sldId="2529"/>
            <ac:picMk id="2050" creationId="{F767FEB1-EBBF-7581-E491-C74089E64F27}"/>
          </ac:picMkLst>
        </pc:picChg>
      </pc:sldChg>
      <pc:sldChg chg="addSp delSp modSp add mod modAnim">
        <pc:chgData name="Owais Ahmed" userId="6abc7d4556b3b071" providerId="LiveId" clId="{41CCE885-7439-496A-92F7-9403C8F92F34}" dt="2023-05-26T06:13:45.135" v="2616" actId="1076"/>
        <pc:sldMkLst>
          <pc:docMk/>
          <pc:sldMk cId="4011009338" sldId="2530"/>
        </pc:sldMkLst>
        <pc:spChg chg="mod">
          <ac:chgData name="Owais Ahmed" userId="6abc7d4556b3b071" providerId="LiveId" clId="{41CCE885-7439-496A-92F7-9403C8F92F34}" dt="2023-05-26T06:07:16.218" v="2568" actId="20577"/>
          <ac:spMkLst>
            <pc:docMk/>
            <pc:sldMk cId="4011009338" sldId="2530"/>
            <ac:spMk id="3" creationId="{4A1C0383-58FE-E486-295E-B33B8683B938}"/>
          </ac:spMkLst>
        </pc:spChg>
        <pc:graphicFrameChg chg="add del mod modGraphic">
          <ac:chgData name="Owais Ahmed" userId="6abc7d4556b3b071" providerId="LiveId" clId="{41CCE885-7439-496A-92F7-9403C8F92F34}" dt="2023-05-26T05:38:12.079" v="2098" actId="478"/>
          <ac:graphicFrameMkLst>
            <pc:docMk/>
            <pc:sldMk cId="4011009338" sldId="2530"/>
            <ac:graphicFrameMk id="4" creationId="{B0E7815B-BDB9-E827-63C1-4544D10D8C92}"/>
          </ac:graphicFrameMkLst>
        </pc:graphicFrameChg>
        <pc:graphicFrameChg chg="add del mod modGraphic">
          <ac:chgData name="Owais Ahmed" userId="6abc7d4556b3b071" providerId="LiveId" clId="{41CCE885-7439-496A-92F7-9403C8F92F34}" dt="2023-05-26T06:12:08.539" v="2613" actId="20577"/>
          <ac:graphicFrameMkLst>
            <pc:docMk/>
            <pc:sldMk cId="4011009338" sldId="2530"/>
            <ac:graphicFrameMk id="5" creationId="{CAE1C912-9460-9FC8-5FCC-E48469ADF423}"/>
          </ac:graphicFrameMkLst>
        </pc:graphicFrameChg>
        <pc:picChg chg="add mod">
          <ac:chgData name="Owais Ahmed" userId="6abc7d4556b3b071" providerId="LiveId" clId="{41CCE885-7439-496A-92F7-9403C8F92F34}" dt="2023-05-26T06:13:45.135" v="2616" actId="1076"/>
          <ac:picMkLst>
            <pc:docMk/>
            <pc:sldMk cId="4011009338" sldId="2530"/>
            <ac:picMk id="7" creationId="{93BF87CE-D1BE-0E33-9EBE-93725D2C1575}"/>
          </ac:picMkLst>
        </pc:picChg>
        <pc:picChg chg="del">
          <ac:chgData name="Owais Ahmed" userId="6abc7d4556b3b071" providerId="LiveId" clId="{41CCE885-7439-496A-92F7-9403C8F92F34}" dt="2023-05-26T05:26:20.783" v="1673" actId="478"/>
          <ac:picMkLst>
            <pc:docMk/>
            <pc:sldMk cId="4011009338" sldId="2530"/>
            <ac:picMk id="2050" creationId="{F767FEB1-EBBF-7581-E491-C74089E64F27}"/>
          </ac:picMkLst>
        </pc:picChg>
      </pc:sldChg>
      <pc:sldChg chg="modSp add mod modAnim">
        <pc:chgData name="Owais Ahmed" userId="6abc7d4556b3b071" providerId="LiveId" clId="{41CCE885-7439-496A-92F7-9403C8F92F34}" dt="2023-05-26T06:19:39.349" v="3425" actId="20577"/>
        <pc:sldMkLst>
          <pc:docMk/>
          <pc:sldMk cId="2329166120" sldId="2531"/>
        </pc:sldMkLst>
        <pc:spChg chg="mod">
          <ac:chgData name="Owais Ahmed" userId="6abc7d4556b3b071" providerId="LiveId" clId="{41CCE885-7439-496A-92F7-9403C8F92F34}" dt="2023-05-26T06:19:39.349" v="3425" actId="20577"/>
          <ac:spMkLst>
            <pc:docMk/>
            <pc:sldMk cId="2329166120" sldId="2531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17:18.192" v="2926" actId="20577"/>
          <ac:spMkLst>
            <pc:docMk/>
            <pc:sldMk cId="2329166120" sldId="2531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41CCE885-7439-496A-92F7-9403C8F92F34}" dt="2023-05-26T06:35:10.122" v="3694" actId="27636"/>
        <pc:sldMkLst>
          <pc:docMk/>
          <pc:sldMk cId="2254841546" sldId="2532"/>
        </pc:sldMkLst>
        <pc:spChg chg="mod">
          <ac:chgData name="Owais Ahmed" userId="6abc7d4556b3b071" providerId="LiveId" clId="{41CCE885-7439-496A-92F7-9403C8F92F34}" dt="2023-05-26T06:35:10.122" v="3694" actId="27636"/>
          <ac:spMkLst>
            <pc:docMk/>
            <pc:sldMk cId="2254841546" sldId="2532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32:36.398" v="3440" actId="20577"/>
          <ac:spMkLst>
            <pc:docMk/>
            <pc:sldMk cId="2254841546" sldId="2532"/>
            <ac:spMk id="215" creationId="{00000000-0000-0000-0000-000000000000}"/>
          </ac:spMkLst>
        </pc:spChg>
        <pc:graphicFrameChg chg="del modGraphic">
          <ac:chgData name="Owais Ahmed" userId="6abc7d4556b3b071" providerId="LiveId" clId="{41CCE885-7439-496A-92F7-9403C8F92F34}" dt="2023-05-26T06:33:00.423" v="3445" actId="478"/>
          <ac:graphicFrameMkLst>
            <pc:docMk/>
            <pc:sldMk cId="2254841546" sldId="2532"/>
            <ac:graphicFrameMk id="5" creationId="{CAE1C912-9460-9FC8-5FCC-E48469ADF423}"/>
          </ac:graphicFrameMkLst>
        </pc:graphicFrameChg>
        <pc:picChg chg="add del mod">
          <ac:chgData name="Owais Ahmed" userId="6abc7d4556b3b071" providerId="LiveId" clId="{41CCE885-7439-496A-92F7-9403C8F92F34}" dt="2023-05-26T06:33:03.464" v="3447" actId="478"/>
          <ac:picMkLst>
            <pc:docMk/>
            <pc:sldMk cId="2254841546" sldId="2532"/>
            <ac:picMk id="6" creationId="{D17068AC-3699-C70C-FFEE-51EB0C88BE75}"/>
          </ac:picMkLst>
        </pc:picChg>
        <pc:picChg chg="del">
          <ac:chgData name="Owais Ahmed" userId="6abc7d4556b3b071" providerId="LiveId" clId="{41CCE885-7439-496A-92F7-9403C8F92F34}" dt="2023-05-26T06:32:39.914" v="3441" actId="478"/>
          <ac:picMkLst>
            <pc:docMk/>
            <pc:sldMk cId="2254841546" sldId="2532"/>
            <ac:picMk id="7" creationId="{93BF87CE-D1BE-0E33-9EBE-93725D2C1575}"/>
          </ac:picMkLst>
        </pc:picChg>
        <pc:picChg chg="add mod">
          <ac:chgData name="Owais Ahmed" userId="6abc7d4556b3b071" providerId="LiveId" clId="{41CCE885-7439-496A-92F7-9403C8F92F34}" dt="2023-05-26T06:34:54.723" v="3643" actId="1076"/>
          <ac:picMkLst>
            <pc:docMk/>
            <pc:sldMk cId="2254841546" sldId="2532"/>
            <ac:picMk id="9" creationId="{57FE3DC6-29E5-10F6-D23B-809B9FBE433B}"/>
          </ac:picMkLst>
        </pc:picChg>
      </pc:sldChg>
      <pc:sldChg chg="addSp delSp modSp add mod modAnim">
        <pc:chgData name="Owais Ahmed" userId="6abc7d4556b3b071" providerId="LiveId" clId="{41CCE885-7439-496A-92F7-9403C8F92F34}" dt="2023-05-26T06:44:14.143" v="4022" actId="20577"/>
        <pc:sldMkLst>
          <pc:docMk/>
          <pc:sldMk cId="2326615597" sldId="2533"/>
        </pc:sldMkLst>
        <pc:spChg chg="mod">
          <ac:chgData name="Owais Ahmed" userId="6abc7d4556b3b071" providerId="LiveId" clId="{41CCE885-7439-496A-92F7-9403C8F92F34}" dt="2023-05-26T06:44:14.143" v="4022" actId="20577"/>
          <ac:spMkLst>
            <pc:docMk/>
            <pc:sldMk cId="2326615597" sldId="2533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38:27.635" v="3733" actId="20577"/>
          <ac:spMkLst>
            <pc:docMk/>
            <pc:sldMk cId="2326615597" sldId="2533"/>
            <ac:spMk id="215" creationId="{00000000-0000-0000-0000-000000000000}"/>
          </ac:spMkLst>
        </pc:spChg>
        <pc:picChg chg="add mod">
          <ac:chgData name="Owais Ahmed" userId="6abc7d4556b3b071" providerId="LiveId" clId="{41CCE885-7439-496A-92F7-9403C8F92F34}" dt="2023-05-26T06:43:28.949" v="3949" actId="14100"/>
          <ac:picMkLst>
            <pc:docMk/>
            <pc:sldMk cId="2326615597" sldId="2533"/>
            <ac:picMk id="5" creationId="{1A222F1E-706B-E2EF-6018-FDAE2AF099CE}"/>
          </ac:picMkLst>
        </pc:picChg>
        <pc:picChg chg="del">
          <ac:chgData name="Owais Ahmed" userId="6abc7d4556b3b071" providerId="LiveId" clId="{41CCE885-7439-496A-92F7-9403C8F92F34}" dt="2023-05-26T06:38:31.398" v="3734" actId="478"/>
          <ac:picMkLst>
            <pc:docMk/>
            <pc:sldMk cId="2326615597" sldId="2533"/>
            <ac:picMk id="9" creationId="{57FE3DC6-29E5-10F6-D23B-809B9FBE433B}"/>
          </ac:picMkLst>
        </pc:picChg>
      </pc:sldChg>
      <pc:sldChg chg="addSp delSp modSp mod modAnim">
        <pc:chgData name="Owais Ahmed" userId="6abc7d4556b3b071" providerId="LiveId" clId="{41CCE885-7439-496A-92F7-9403C8F92F34}" dt="2023-06-02T04:27:46.882" v="4541"/>
        <pc:sldMkLst>
          <pc:docMk/>
          <pc:sldMk cId="3562149716" sldId="2534"/>
        </pc:sldMkLst>
        <pc:spChg chg="mod">
          <ac:chgData name="Owais Ahmed" userId="6abc7d4556b3b071" providerId="LiveId" clId="{41CCE885-7439-496A-92F7-9403C8F92F34}" dt="2023-06-02T04:27:46.882" v="4541"/>
          <ac:spMkLst>
            <pc:docMk/>
            <pc:sldMk cId="3562149716" sldId="2534"/>
            <ac:spMk id="3" creationId="{4A1C0383-58FE-E486-295E-B33B8683B938}"/>
          </ac:spMkLst>
        </pc:spChg>
        <pc:graphicFrameChg chg="mod modGraphic">
          <ac:chgData name="Owais Ahmed" userId="6abc7d4556b3b071" providerId="LiveId" clId="{41CCE885-7439-496A-92F7-9403C8F92F34}" dt="2023-06-02T04:24:31.928" v="4452" actId="14734"/>
          <ac:graphicFrameMkLst>
            <pc:docMk/>
            <pc:sldMk cId="3562149716" sldId="2534"/>
            <ac:graphicFrameMk id="6" creationId="{858D596D-0475-B578-CAB9-5C51EA4768EF}"/>
          </ac:graphicFrameMkLst>
        </pc:graphicFrameChg>
        <pc:picChg chg="add del mod">
          <ac:chgData name="Owais Ahmed" userId="6abc7d4556b3b071" providerId="LiveId" clId="{41CCE885-7439-496A-92F7-9403C8F92F34}" dt="2023-06-02T04:08:03.132" v="4112" actId="478"/>
          <ac:picMkLst>
            <pc:docMk/>
            <pc:sldMk cId="3562149716" sldId="2534"/>
            <ac:picMk id="5" creationId="{F8F8C1BC-B0F7-E732-8682-C0128F2895C7}"/>
          </ac:picMkLst>
        </pc:picChg>
        <pc:picChg chg="del">
          <ac:chgData name="Owais Ahmed" userId="6abc7d4556b3b071" providerId="LiveId" clId="{41CCE885-7439-496A-92F7-9403C8F92F34}" dt="2023-06-02T03:51:55.207" v="4048" actId="478"/>
          <ac:picMkLst>
            <pc:docMk/>
            <pc:sldMk cId="3562149716" sldId="2534"/>
            <ac:picMk id="8" creationId="{A91149AC-3191-A8C0-B20F-5EB675DEDEE2}"/>
          </ac:picMkLst>
        </pc:picChg>
        <pc:picChg chg="add mod">
          <ac:chgData name="Owais Ahmed" userId="6abc7d4556b3b071" providerId="LiveId" clId="{41CCE885-7439-496A-92F7-9403C8F92F34}" dt="2023-06-02T04:25:01.441" v="4464" actId="14100"/>
          <ac:picMkLst>
            <pc:docMk/>
            <pc:sldMk cId="3562149716" sldId="2534"/>
            <ac:picMk id="9" creationId="{CAFE8513-D804-73F6-DD58-5AF03784E9E5}"/>
          </ac:picMkLst>
        </pc:picChg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6:23:49.289" v="4595"/>
      <pc:docMkLst>
        <pc:docMk/>
      </pc:docMkLst>
      <pc:sldChg chg="modSp mod">
        <pc:chgData name="Owais Ahmed" userId="6abc7d4556b3b071" providerId="LiveId" clId="{CACC8309-725A-4E89-8A58-327E57842544}" dt="2023-03-17T05:54:37.721" v="3889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54:37.721" v="388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">
        <pc:chgData name="Owais Ahmed" userId="6abc7d4556b3b071" providerId="LiveId" clId="{CACC8309-725A-4E89-8A58-327E57842544}" dt="2023-03-17T05:11:11.088" v="2771" actId="4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0.907" v="2770" actId="47"/>
        <pc:sldMkLst>
          <pc:docMk/>
          <pc:sldMk cId="1392206186" sldId="2499"/>
        </pc:sldMkLst>
      </pc:sldChg>
      <pc:sldChg chg="del">
        <pc:chgData name="Owais Ahmed" userId="6abc7d4556b3b071" providerId="LiveId" clId="{CACC8309-725A-4E89-8A58-327E57842544}" dt="2023-03-17T05:11:15.992" v="2778" actId="47"/>
        <pc:sldMkLst>
          <pc:docMk/>
          <pc:sldMk cId="1223673830" sldId="2501"/>
        </pc:sldMkLst>
      </pc:sldChg>
      <pc:sldChg chg="modSp del mod addAnim delAnim modAnim modNotesTx">
        <pc:chgData name="Owais Ahmed" userId="6abc7d4556b3b071" providerId="LiveId" clId="{CACC8309-725A-4E89-8A58-327E57842544}" dt="2023-03-17T05:11:11.320" v="2772" actId="4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6.403" v="2780" actId="47"/>
        <pc:sldMkLst>
          <pc:docMk/>
          <pc:sldMk cId="3565255470" sldId="2503"/>
        </pc:sldMkLst>
      </pc:sldChg>
      <pc:sldChg chg="del">
        <pc:chgData name="Owais Ahmed" userId="6abc7d4556b3b071" providerId="LiveId" clId="{CACC8309-725A-4E89-8A58-327E57842544}" dt="2023-03-17T05:11:17.234" v="2781" actId="47"/>
        <pc:sldMkLst>
          <pc:docMk/>
          <pc:sldMk cId="3179459333" sldId="2504"/>
        </pc:sldMkLst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del">
        <pc:chgData name="Owais Ahmed" userId="6abc7d4556b3b071" providerId="LiveId" clId="{CACC8309-725A-4E89-8A58-327E57842544}" dt="2023-03-17T05:11:17.456" v="2782" actId="47"/>
        <pc:sldMkLst>
          <pc:docMk/>
          <pc:sldMk cId="3621187467" sldId="2506"/>
        </pc:sldMkLst>
      </pc:sldChg>
      <pc:sldChg chg="del">
        <pc:chgData name="Owais Ahmed" userId="6abc7d4556b3b071" providerId="LiveId" clId="{CACC8309-725A-4E89-8A58-327E57842544}" dt="2023-03-17T05:11:16.267" v="2779" actId="47"/>
        <pc:sldMkLst>
          <pc:docMk/>
          <pc:sldMk cId="1990660398" sldId="2507"/>
        </pc:sldMkLst>
      </pc:sldChg>
      <pc:sldChg chg="modSp del mod modAnim modNotesTx">
        <pc:chgData name="Owais Ahmed" userId="6abc7d4556b3b071" providerId="LiveId" clId="{CACC8309-725A-4E89-8A58-327E57842544}" dt="2023-03-17T05:11:13.189" v="2775" actId="4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del">
        <pc:chgData name="Owais Ahmed" userId="6abc7d4556b3b071" providerId="LiveId" clId="{CACC8309-725A-4E89-8A58-327E57842544}" dt="2023-03-17T05:11:11.773" v="2774" actId="4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del mod ord modAnim modNotesTx">
        <pc:chgData name="Owais Ahmed" userId="6abc7d4556b3b071" providerId="LiveId" clId="{CACC8309-725A-4E89-8A58-327E57842544}" dt="2023-03-17T05:11:13.646" v="2776" actId="47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del mod modAnim modNotesTx">
        <pc:chgData name="Owais Ahmed" userId="6abc7d4556b3b071" providerId="LiveId" clId="{CACC8309-725A-4E89-8A58-327E57842544}" dt="2023-03-17T05:11:11.580" v="2773" actId="47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5:52:49.084" v="3832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5:41:12.168" v="3444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11:24.819" v="2799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del mod modAnim">
        <pc:chgData name="Owais Ahmed" userId="6abc7d4556b3b071" providerId="LiveId" clId="{CACC8309-725A-4E89-8A58-327E57842544}" dt="2023-03-17T05:11:15.727" v="2777" actId="4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addSp delSp modSp add mod modAnim">
        <pc:chgData name="Owais Ahmed" userId="6abc7d4556b3b071" providerId="LiveId" clId="{CACC8309-725A-4E89-8A58-327E57842544}" dt="2023-03-17T05:52:39.510" v="3829"/>
        <pc:sldMkLst>
          <pc:docMk/>
          <pc:sldMk cId="3186824690" sldId="2513"/>
        </pc:sldMkLst>
        <pc:spChg chg="mod">
          <ac:chgData name="Owais Ahmed" userId="6abc7d4556b3b071" providerId="LiveId" clId="{CACC8309-725A-4E89-8A58-327E57842544}" dt="2023-03-17T05:52:30.729" v="3828" actId="20577"/>
          <ac:spMkLst>
            <pc:docMk/>
            <pc:sldMk cId="3186824690" sldId="2513"/>
            <ac:spMk id="3" creationId="{4A1C0383-58FE-E486-295E-B33B8683B93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6" creationId="{B953899E-57A8-1D33-052B-8342B467868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7" creationId="{F85943B9-3875-A937-79DF-50564CFAB95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8" creationId="{3D33B7C4-BD81-6B5D-6D8F-5CBB41CB5E7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9" creationId="{04B84466-4C31-ABBE-1DB7-BCD93420D3D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0" creationId="{1525902A-C688-0875-8C67-59717E93EC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1" creationId="{42770F69-6480-D7E0-EE67-5619AB057A5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2" creationId="{6E99519D-467A-7DA9-3EF6-5DD2BAF0CA5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3" creationId="{B3EDD6D8-1829-D127-D3C6-B79D2315CC1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4" creationId="{485B19B1-27BC-5AA8-467B-D7575E5A9A3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5" creationId="{F27C91D7-2EB9-2C29-FC13-F3085882FB0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6" creationId="{41282497-0D46-C95B-6350-F40B33CA555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7" creationId="{7F0B0BA4-DDF6-4ABA-2BB7-A9E1A77396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8" creationId="{E4D480DD-94E0-7C4B-94DE-5B4FB0C5E80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9" creationId="{E94D206A-C971-8A7E-E272-1EF82C393B1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0" creationId="{29B77C5C-79C5-8C79-D8CB-C6BE9DF232A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1" creationId="{3B0BB643-A23A-6ACE-E556-B20A678D760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2" creationId="{36024570-FF6D-207E-0FF5-1CA2FA1ADB9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3" creationId="{485424C1-0250-255B-D397-D6C6DC32E52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4" creationId="{F2860E52-4255-8327-5791-F8797FC349C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5" creationId="{2CA5F1DC-E483-C25E-6B92-07A565E7909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6" creationId="{23988721-A6D6-6E39-4B38-D7A868E4B36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7" creationId="{3D04959D-31E8-9158-7824-E2C85A60E84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8" creationId="{86014958-C5D8-D16E-0139-0E213BC05A4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9" creationId="{2F312079-62C4-A200-22EC-476CA47AB73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0" creationId="{60119123-6A68-0816-616C-ED385CA184B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1" creationId="{93B29A6E-D200-B6F5-4C97-EC96714F90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2" creationId="{42F661A7-3DDA-8E57-4C9F-00209D4EE3B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3" creationId="{727EA336-5D74-BD18-29A5-46A5BC1BBB7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4" creationId="{8522E339-F382-D983-BA46-505C043E62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5" creationId="{897672E7-3138-87FD-1D74-A1BB7E2BD5E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6" creationId="{0711DF35-08A1-CFF8-EA9A-D08A36C6753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7" creationId="{2B305BEC-AEB5-C2CD-7BB3-404167355C5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8" creationId="{465FD024-F335-804B-C021-855AA4DD0AE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9" creationId="{F81D28DF-8C36-13ED-412F-8DE150FA23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0" creationId="{DAD5C0C4-2F44-AF02-A17F-7F7A4E0E947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1" creationId="{A42DB12E-92BC-5DAD-E39B-3A112B511D5D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2" creationId="{9782F2E1-EB15-9799-DD68-3D1D2F70549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3" creationId="{604972B1-8CC1-404C-F92E-BCEF3F266B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4" creationId="{C52962F4-DB62-6599-ABD2-A74F254884F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5" creationId="{D1B40AED-A865-AD50-0124-332F5089046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6" creationId="{6918E2F6-A322-55FE-A20C-014A0F42CD5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7" creationId="{3C942ADA-F0C8-0A8A-DD80-4EA0B5F30BA8}"/>
          </ac:spMkLst>
        </pc:spChg>
        <pc:spChg chg="add mod">
          <ac:chgData name="Owais Ahmed" userId="6abc7d4556b3b071" providerId="LiveId" clId="{CACC8309-725A-4E89-8A58-327E57842544}" dt="2023-03-17T05:48:49.614" v="3654" actId="1582"/>
          <ac:spMkLst>
            <pc:docMk/>
            <pc:sldMk cId="3186824690" sldId="2513"/>
            <ac:spMk id="50" creationId="{A6414900-B95A-9399-3F9C-E076477CCE98}"/>
          </ac:spMkLst>
        </pc:spChg>
        <pc:spChg chg="add del mod">
          <ac:chgData name="Owais Ahmed" userId="6abc7d4556b3b071" providerId="LiveId" clId="{CACC8309-725A-4E89-8A58-327E57842544}" dt="2023-03-17T05:49:38.566" v="3661" actId="1076"/>
          <ac:spMkLst>
            <pc:docMk/>
            <pc:sldMk cId="3186824690" sldId="2513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40:58.313" v="3439" actId="20577"/>
          <ac:spMkLst>
            <pc:docMk/>
            <pc:sldMk cId="3186824690" sldId="2513"/>
            <ac:spMk id="215" creationId="{00000000-0000-0000-0000-000000000000}"/>
          </ac:spMkLst>
        </pc:spChg>
        <pc:graphicFrameChg chg="add del mod">
          <ac:chgData name="Owais Ahmed" userId="6abc7d4556b3b071" providerId="LiveId" clId="{CACC8309-725A-4E89-8A58-327E57842544}" dt="2023-03-17T05:42:11.116" v="3491"/>
          <ac:graphicFrameMkLst>
            <pc:docMk/>
            <pc:sldMk cId="3186824690" sldId="2513"/>
            <ac:graphicFrameMk id="4" creationId="{C20B94B3-ADDE-288B-B708-BEAD2946BA47}"/>
          </ac:graphicFrameMkLst>
        </pc:graphicFrameChg>
        <pc:graphicFrameChg chg="add del mod">
          <ac:chgData name="Owais Ahmed" userId="6abc7d4556b3b071" providerId="LiveId" clId="{CACC8309-725A-4E89-8A58-327E57842544}" dt="2023-03-17T05:42:22.966" v="3493"/>
          <ac:graphicFrameMkLst>
            <pc:docMk/>
            <pc:sldMk cId="3186824690" sldId="2513"/>
            <ac:graphicFrameMk id="5" creationId="{32E807DD-6629-667F-C476-EEB423666D99}"/>
          </ac:graphicFrameMkLst>
        </pc:graphicFrameChg>
        <pc:graphicFrameChg chg="add mod modGraphic">
          <ac:chgData name="Owais Ahmed" userId="6abc7d4556b3b071" providerId="LiveId" clId="{CACC8309-725A-4E89-8A58-327E57842544}" dt="2023-03-17T05:50:36.988" v="3706" actId="20577"/>
          <ac:graphicFrameMkLst>
            <pc:docMk/>
            <pc:sldMk cId="3186824690" sldId="2513"/>
            <ac:graphicFrameMk id="48" creationId="{5A11D907-0453-ACE7-A959-0B37C06816E8}"/>
          </ac:graphicFrameMkLst>
        </pc:graphicFrameChg>
        <pc:inkChg chg="add del">
          <ac:chgData name="Owais Ahmed" userId="6abc7d4556b3b071" providerId="LiveId" clId="{CACC8309-725A-4E89-8A58-327E57842544}" dt="2023-03-17T05:48:08.852" v="3650" actId="9405"/>
          <ac:inkMkLst>
            <pc:docMk/>
            <pc:sldMk cId="3186824690" sldId="2513"/>
            <ac:inkMk id="49" creationId="{78214CD4-4FA4-6898-0E46-FC55AF1789F1}"/>
          </ac:inkMkLst>
        </pc:inkChg>
      </pc:sldChg>
      <pc:sldChg chg="modSp add del mod ord modAnim">
        <pc:chgData name="Owais Ahmed" userId="6abc7d4556b3b071" providerId="LiveId" clId="{CACC8309-725A-4E89-8A58-327E57842544}" dt="2023-03-17T05:11:19.669" v="2783" actId="4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  <pc:sldChg chg="delSp modSp add mod">
        <pc:chgData name="Owais Ahmed" userId="6abc7d4556b3b071" providerId="LiveId" clId="{CACC8309-725A-4E89-8A58-327E57842544}" dt="2023-03-17T06:14:30.913" v="4206"/>
        <pc:sldMkLst>
          <pc:docMk/>
          <pc:sldMk cId="1302322864" sldId="2514"/>
        </pc:sldMkLst>
        <pc:spChg chg="mod">
          <ac:chgData name="Owais Ahmed" userId="6abc7d4556b3b071" providerId="LiveId" clId="{CACC8309-725A-4E89-8A58-327E57842544}" dt="2023-03-17T05:55:15.886" v="3894" actId="20577"/>
          <ac:spMkLst>
            <pc:docMk/>
            <pc:sldMk cId="1302322864" sldId="2514"/>
            <ac:spMk id="3" creationId="{4A1C0383-58FE-E486-295E-B33B8683B938}"/>
          </ac:spMkLst>
        </pc:spChg>
        <pc:spChg chg="del">
          <ac:chgData name="Owais Ahmed" userId="6abc7d4556b3b071" providerId="LiveId" clId="{CACC8309-725A-4E89-8A58-327E57842544}" dt="2023-03-17T05:57:56.224" v="3922" actId="478"/>
          <ac:spMkLst>
            <pc:docMk/>
            <pc:sldMk cId="1302322864" sldId="2514"/>
            <ac:spMk id="50" creationId="{A6414900-B95A-9399-3F9C-E076477CCE98}"/>
          </ac:spMkLst>
        </pc:spChg>
        <pc:spChg chg="del">
          <ac:chgData name="Owais Ahmed" userId="6abc7d4556b3b071" providerId="LiveId" clId="{CACC8309-725A-4E89-8A58-327E57842544}" dt="2023-03-17T05:57:57.512" v="3923" actId="478"/>
          <ac:spMkLst>
            <pc:docMk/>
            <pc:sldMk cId="1302322864" sldId="2514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55:09.117" v="3890" actId="20577"/>
          <ac:spMkLst>
            <pc:docMk/>
            <pc:sldMk cId="1302322864" sldId="2514"/>
            <ac:spMk id="215" creationId="{00000000-0000-0000-0000-000000000000}"/>
          </ac:spMkLst>
        </pc:spChg>
        <pc:graphicFrameChg chg="mod modGraphic">
          <ac:chgData name="Owais Ahmed" userId="6abc7d4556b3b071" providerId="LiveId" clId="{CACC8309-725A-4E89-8A58-327E57842544}" dt="2023-03-17T06:14:30.913" v="4206"/>
          <ac:graphicFrameMkLst>
            <pc:docMk/>
            <pc:sldMk cId="1302322864" sldId="2514"/>
            <ac:graphicFrameMk id="48" creationId="{5A11D907-0453-ACE7-A959-0B37C06816E8}"/>
          </ac:graphicFrameMkLst>
        </pc:graphicFrameChg>
      </pc:sldChg>
      <pc:sldChg chg="addSp modSp add mod ord addAnim delAnim modAnim modNotesTx">
        <pc:chgData name="Owais Ahmed" userId="6abc7d4556b3b071" providerId="LiveId" clId="{CACC8309-725A-4E89-8A58-327E57842544}" dt="2023-03-17T06:23:49.289" v="4595"/>
        <pc:sldMkLst>
          <pc:docMk/>
          <pc:sldMk cId="3246228150" sldId="2515"/>
        </pc:sldMkLst>
        <pc:spChg chg="mod">
          <ac:chgData name="Owais Ahmed" userId="6abc7d4556b3b071" providerId="LiveId" clId="{CACC8309-725A-4E89-8A58-327E57842544}" dt="2023-03-17T06:11:50.186" v="4152" actId="14100"/>
          <ac:spMkLst>
            <pc:docMk/>
            <pc:sldMk cId="3246228150" sldId="2515"/>
            <ac:spMk id="3" creationId="{4A1C0383-58FE-E486-295E-B33B8683B938}"/>
          </ac:spMkLst>
        </pc:spChg>
        <pc:spChg chg="add mod">
          <ac:chgData name="Owais Ahmed" userId="6abc7d4556b3b071" providerId="LiveId" clId="{CACC8309-725A-4E89-8A58-327E57842544}" dt="2023-03-17T06:20:32.463" v="4506" actId="1582"/>
          <ac:spMkLst>
            <pc:docMk/>
            <pc:sldMk cId="3246228150" sldId="2515"/>
            <ac:spMk id="6" creationId="{C6F8860E-F5F1-0686-48D3-028BE12FD781}"/>
          </ac:spMkLst>
        </pc:spChg>
        <pc:spChg chg="add mod">
          <ac:chgData name="Owais Ahmed" userId="6abc7d4556b3b071" providerId="LiveId" clId="{CACC8309-725A-4E89-8A58-327E57842544}" dt="2023-03-17T06:21:33.073" v="4513" actId="208"/>
          <ac:spMkLst>
            <pc:docMk/>
            <pc:sldMk cId="3246228150" sldId="2515"/>
            <ac:spMk id="7" creationId="{6829CA18-E295-D216-9A77-4D05F7306324}"/>
          </ac:spMkLst>
        </pc:spChg>
        <pc:spChg chg="add mod">
          <ac:chgData name="Owais Ahmed" userId="6abc7d4556b3b071" providerId="LiveId" clId="{CACC8309-725A-4E89-8A58-327E57842544}" dt="2023-03-17T06:21:28.737" v="4512" actId="208"/>
          <ac:spMkLst>
            <pc:docMk/>
            <pc:sldMk cId="3246228150" sldId="2515"/>
            <ac:spMk id="8" creationId="{66001DA5-9763-694F-3461-8B0CCF5C486A}"/>
          </ac:spMkLst>
        </pc:spChg>
        <pc:spChg chg="mod">
          <ac:chgData name="Owais Ahmed" userId="6abc7d4556b3b071" providerId="LiveId" clId="{CACC8309-725A-4E89-8A58-327E57842544}" dt="2023-03-17T06:10:57.431" v="4038"/>
          <ac:spMkLst>
            <pc:docMk/>
            <pc:sldMk cId="3246228150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CC8309-725A-4E89-8A58-327E57842544}" dt="2023-03-17T06:13:44.386" v="4199" actId="14100"/>
          <ac:graphicFrameMkLst>
            <pc:docMk/>
            <pc:sldMk cId="3246228150" sldId="2515"/>
            <ac:graphicFrameMk id="4" creationId="{47365F98-8E62-6BEF-876E-BECE48C9DEEA}"/>
          </ac:graphicFrameMkLst>
        </pc:graphicFrameChg>
        <pc:graphicFrameChg chg="add mod modGraphic">
          <ac:chgData name="Owais Ahmed" userId="6abc7d4556b3b071" providerId="LiveId" clId="{CACC8309-725A-4E89-8A58-327E57842544}" dt="2023-03-17T06:16:28.047" v="4227" actId="113"/>
          <ac:graphicFrameMkLst>
            <pc:docMk/>
            <pc:sldMk cId="3246228150" sldId="2515"/>
            <ac:graphicFrameMk id="5" creationId="{AB9DC9D2-5A0F-5C3D-535C-0B520B0891FA}"/>
          </ac:graphicFrameMkLst>
        </pc:graphicFrameChg>
      </pc:sldChg>
    </pc:docChg>
  </pc:docChgLst>
  <pc:docChgLst>
    <pc:chgData name="Owais Ahmed" userId="6abc7d4556b3b071" providerId="LiveId" clId="{2A77E700-75D2-43A2-B835-39002EAE4D3A}"/>
    <pc:docChg chg="undo redo custSel addSld delSld modSld sldOrd modSection">
      <pc:chgData name="Owais Ahmed" userId="6abc7d4556b3b071" providerId="LiveId" clId="{2A77E700-75D2-43A2-B835-39002EAE4D3A}" dt="2023-06-13T15:57:19.609" v="4543" actId="1076"/>
      <pc:docMkLst>
        <pc:docMk/>
      </pc:docMkLst>
      <pc:sldChg chg="modSp mod">
        <pc:chgData name="Owais Ahmed" userId="6abc7d4556b3b071" providerId="LiveId" clId="{2A77E700-75D2-43A2-B835-39002EAE4D3A}" dt="2023-06-05T20:44:24.025" v="2670" actId="20577"/>
        <pc:sldMkLst>
          <pc:docMk/>
          <pc:sldMk cId="1649098948" sldId="2462"/>
        </pc:sldMkLst>
        <pc:spChg chg="mod">
          <ac:chgData name="Owais Ahmed" userId="6abc7d4556b3b071" providerId="LiveId" clId="{2A77E700-75D2-43A2-B835-39002EAE4D3A}" dt="2023-06-05T17:45:30.443" v="1245" actId="14100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2A77E700-75D2-43A2-B835-39002EAE4D3A}" dt="2023-06-05T20:44:24.025" v="267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2A77E700-75D2-43A2-B835-39002EAE4D3A}" dt="2023-06-05T18:11:29.727" v="2054" actId="20577"/>
        <pc:sldMkLst>
          <pc:docMk/>
          <pc:sldMk cId="3362433709" sldId="2527"/>
        </pc:sldMkLst>
        <pc:spChg chg="mod">
          <ac:chgData name="Owais Ahmed" userId="6abc7d4556b3b071" providerId="LiveId" clId="{2A77E700-75D2-43A2-B835-39002EAE4D3A}" dt="2023-06-05T18:11:29.727" v="2054" actId="20577"/>
          <ac:spMkLst>
            <pc:docMk/>
            <pc:sldMk cId="3362433709" sldId="2527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2A77E700-75D2-43A2-B835-39002EAE4D3A}" dt="2023-06-05T17:44:08.503" v="1210" actId="20577"/>
        <pc:sldMkLst>
          <pc:docMk/>
          <pc:sldMk cId="1352093608" sldId="2530"/>
        </pc:sldMkLst>
        <pc:spChg chg="mod">
          <ac:chgData name="Owais Ahmed" userId="6abc7d4556b3b071" providerId="LiveId" clId="{2A77E700-75D2-43A2-B835-39002EAE4D3A}" dt="2023-06-05T17:43:41.859" v="1204" actId="20577"/>
          <ac:spMkLst>
            <pc:docMk/>
            <pc:sldMk cId="1352093608" sldId="2530"/>
            <ac:spMk id="3" creationId="{4A1C0383-58FE-E486-295E-B33B8683B938}"/>
          </ac:spMkLst>
        </pc:spChg>
      </pc:sldChg>
      <pc:sldChg chg="addSp delSp modSp add mod delAnim modAnim">
        <pc:chgData name="Owais Ahmed" userId="6abc7d4556b3b071" providerId="LiveId" clId="{2A77E700-75D2-43A2-B835-39002EAE4D3A}" dt="2023-06-05T16:41:30.554" v="79" actId="20577"/>
        <pc:sldMkLst>
          <pc:docMk/>
          <pc:sldMk cId="3028686708" sldId="2531"/>
        </pc:sldMkLst>
        <pc:spChg chg="mod">
          <ac:chgData name="Owais Ahmed" userId="6abc7d4556b3b071" providerId="LiveId" clId="{2A77E700-75D2-43A2-B835-39002EAE4D3A}" dt="2023-06-05T16:41:30.554" v="79" actId="20577"/>
          <ac:spMkLst>
            <pc:docMk/>
            <pc:sldMk cId="3028686708" sldId="2531"/>
            <ac:spMk id="3" creationId="{4A1C0383-58FE-E486-295E-B33B8683B938}"/>
          </ac:spMkLst>
        </pc:spChg>
        <pc:picChg chg="add del mod">
          <ac:chgData name="Owais Ahmed" userId="6abc7d4556b3b071" providerId="LiveId" clId="{2A77E700-75D2-43A2-B835-39002EAE4D3A}" dt="2023-06-05T16:39:05.536" v="45" actId="478"/>
          <ac:picMkLst>
            <pc:docMk/>
            <pc:sldMk cId="3028686708" sldId="2531"/>
            <ac:picMk id="4" creationId="{B8C9BA40-24B2-0247-B7E4-87416596F147}"/>
          </ac:picMkLst>
        </pc:picChg>
        <pc:picChg chg="del">
          <ac:chgData name="Owais Ahmed" userId="6abc7d4556b3b071" providerId="LiveId" clId="{2A77E700-75D2-43A2-B835-39002EAE4D3A}" dt="2023-06-05T16:38:51.044" v="43" actId="478"/>
          <ac:picMkLst>
            <pc:docMk/>
            <pc:sldMk cId="3028686708" sldId="2531"/>
            <ac:picMk id="6" creationId="{ADE6C07F-B386-E346-695C-545D6AC75837}"/>
          </ac:picMkLst>
        </pc:picChg>
        <pc:picChg chg="del">
          <ac:chgData name="Owais Ahmed" userId="6abc7d4556b3b071" providerId="LiveId" clId="{2A77E700-75D2-43A2-B835-39002EAE4D3A}" dt="2023-06-05T16:38:50.365" v="42" actId="478"/>
          <ac:picMkLst>
            <pc:docMk/>
            <pc:sldMk cId="3028686708" sldId="2531"/>
            <ac:picMk id="11" creationId="{0E00574A-9B60-3B67-9990-4CD5C7213563}"/>
          </ac:picMkLst>
        </pc:picChg>
        <pc:picChg chg="add mod">
          <ac:chgData name="Owais Ahmed" userId="6abc7d4556b3b071" providerId="LiveId" clId="{2A77E700-75D2-43A2-B835-39002EAE4D3A}" dt="2023-06-05T16:41:06.809" v="58" actId="1076"/>
          <ac:picMkLst>
            <pc:docMk/>
            <pc:sldMk cId="3028686708" sldId="2531"/>
            <ac:picMk id="1026" creationId="{E24E2C78-3DFA-5CF5-5BAD-8CF2C24B681F}"/>
          </ac:picMkLst>
        </pc:picChg>
      </pc:sldChg>
      <pc:sldChg chg="addSp delSp modSp add mod modAnim">
        <pc:chgData name="Owais Ahmed" userId="6abc7d4556b3b071" providerId="LiveId" clId="{2A77E700-75D2-43A2-B835-39002EAE4D3A}" dt="2023-06-05T17:36:19.238" v="839"/>
        <pc:sldMkLst>
          <pc:docMk/>
          <pc:sldMk cId="3407722263" sldId="2532"/>
        </pc:sldMkLst>
        <pc:spChg chg="mod">
          <ac:chgData name="Owais Ahmed" userId="6abc7d4556b3b071" providerId="LiveId" clId="{2A77E700-75D2-43A2-B835-39002EAE4D3A}" dt="2023-06-05T17:36:19.238" v="839"/>
          <ac:spMkLst>
            <pc:docMk/>
            <pc:sldMk cId="3407722263" sldId="2532"/>
            <ac:spMk id="3" creationId="{4A1C0383-58FE-E486-295E-B33B8683B938}"/>
          </ac:spMkLst>
        </pc:spChg>
        <pc:spChg chg="add del">
          <ac:chgData name="Owais Ahmed" userId="6abc7d4556b3b071" providerId="LiveId" clId="{2A77E700-75D2-43A2-B835-39002EAE4D3A}" dt="2023-06-05T17:29:07.644" v="511"/>
          <ac:spMkLst>
            <pc:docMk/>
            <pc:sldMk cId="3407722263" sldId="2532"/>
            <ac:spMk id="6" creationId="{4F2AB4EE-A480-E0FA-7162-AF4F580B5ACF}"/>
          </ac:spMkLst>
        </pc:spChg>
        <pc:spChg chg="mod">
          <ac:chgData name="Owais Ahmed" userId="6abc7d4556b3b071" providerId="LiveId" clId="{2A77E700-75D2-43A2-B835-39002EAE4D3A}" dt="2023-06-05T17:28:14.284" v="502" actId="20577"/>
          <ac:spMkLst>
            <pc:docMk/>
            <pc:sldMk cId="3407722263" sldId="2532"/>
            <ac:spMk id="215" creationId="{00000000-0000-0000-0000-000000000000}"/>
          </ac:spMkLst>
        </pc:spChg>
        <pc:picChg chg="add del mod ord">
          <ac:chgData name="Owais Ahmed" userId="6abc7d4556b3b071" providerId="LiveId" clId="{2A77E700-75D2-43A2-B835-39002EAE4D3A}" dt="2023-06-05T17:30:26.053" v="524" actId="478"/>
          <ac:picMkLst>
            <pc:docMk/>
            <pc:sldMk cId="3407722263" sldId="2532"/>
            <ac:picMk id="5" creationId="{088EDB24-13C8-7136-EA72-24464D4FF657}"/>
          </ac:picMkLst>
        </pc:picChg>
        <pc:picChg chg="del mod modCrop">
          <ac:chgData name="Owais Ahmed" userId="6abc7d4556b3b071" providerId="LiveId" clId="{2A77E700-75D2-43A2-B835-39002EAE4D3A}" dt="2023-06-05T17:34:40.365" v="712" actId="478"/>
          <ac:picMkLst>
            <pc:docMk/>
            <pc:sldMk cId="3407722263" sldId="2532"/>
            <ac:picMk id="7" creationId="{761198D9-AE4A-0E3C-77E2-7060C50F9B4E}"/>
          </ac:picMkLst>
        </pc:picChg>
        <pc:picChg chg="add mod">
          <ac:chgData name="Owais Ahmed" userId="6abc7d4556b3b071" providerId="LiveId" clId="{2A77E700-75D2-43A2-B835-39002EAE4D3A}" dt="2023-06-05T17:34:48.386" v="715" actId="1076"/>
          <ac:picMkLst>
            <pc:docMk/>
            <pc:sldMk cId="3407722263" sldId="2532"/>
            <ac:picMk id="9" creationId="{F9722D9D-5B19-BA56-69C4-1CE6A4F095D7}"/>
          </ac:picMkLst>
        </pc:picChg>
        <pc:picChg chg="del">
          <ac:chgData name="Owais Ahmed" userId="6abc7d4556b3b071" providerId="LiveId" clId="{2A77E700-75D2-43A2-B835-39002EAE4D3A}" dt="2023-06-05T17:28:16.082" v="503" actId="478"/>
          <ac:picMkLst>
            <pc:docMk/>
            <pc:sldMk cId="3407722263" sldId="2532"/>
            <ac:picMk id="1026" creationId="{E24E2C78-3DFA-5CF5-5BAD-8CF2C24B681F}"/>
          </ac:picMkLst>
        </pc:picChg>
      </pc:sldChg>
      <pc:sldChg chg="delSp modSp add mod">
        <pc:chgData name="Owais Ahmed" userId="6abc7d4556b3b071" providerId="LiveId" clId="{2A77E700-75D2-43A2-B835-39002EAE4D3A}" dt="2023-06-05T17:37:06.706" v="945" actId="20577"/>
        <pc:sldMkLst>
          <pc:docMk/>
          <pc:sldMk cId="621271940" sldId="2533"/>
        </pc:sldMkLst>
        <pc:spChg chg="mod">
          <ac:chgData name="Owais Ahmed" userId="6abc7d4556b3b071" providerId="LiveId" clId="{2A77E700-75D2-43A2-B835-39002EAE4D3A}" dt="2023-06-05T17:37:06.706" v="945" actId="20577"/>
          <ac:spMkLst>
            <pc:docMk/>
            <pc:sldMk cId="621271940" sldId="2533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17:36:42.243" v="881" actId="20577"/>
          <ac:spMkLst>
            <pc:docMk/>
            <pc:sldMk cId="621271940" sldId="2533"/>
            <ac:spMk id="215" creationId="{00000000-0000-0000-0000-000000000000}"/>
          </ac:spMkLst>
        </pc:spChg>
        <pc:picChg chg="mod">
          <ac:chgData name="Owais Ahmed" userId="6abc7d4556b3b071" providerId="LiveId" clId="{2A77E700-75D2-43A2-B835-39002EAE4D3A}" dt="2023-06-05T17:35:10.384" v="718" actId="1076"/>
          <ac:picMkLst>
            <pc:docMk/>
            <pc:sldMk cId="621271940" sldId="2533"/>
            <ac:picMk id="7" creationId="{761198D9-AE4A-0E3C-77E2-7060C50F9B4E}"/>
          </ac:picMkLst>
        </pc:picChg>
        <pc:picChg chg="del">
          <ac:chgData name="Owais Ahmed" userId="6abc7d4556b3b071" providerId="LiveId" clId="{2A77E700-75D2-43A2-B835-39002EAE4D3A}" dt="2023-06-05T17:34:38.475" v="711" actId="478"/>
          <ac:picMkLst>
            <pc:docMk/>
            <pc:sldMk cId="621271940" sldId="2533"/>
            <ac:picMk id="9" creationId="{F9722D9D-5B19-BA56-69C4-1CE6A4F095D7}"/>
          </ac:picMkLst>
        </pc:picChg>
      </pc:sldChg>
      <pc:sldChg chg="addSp delSp modSp add mod modAnim">
        <pc:chgData name="Owais Ahmed" userId="6abc7d4556b3b071" providerId="LiveId" clId="{2A77E700-75D2-43A2-B835-39002EAE4D3A}" dt="2023-06-05T18:05:23.051" v="1651" actId="14100"/>
        <pc:sldMkLst>
          <pc:docMk/>
          <pc:sldMk cId="548796108" sldId="2534"/>
        </pc:sldMkLst>
        <pc:spChg chg="mod">
          <ac:chgData name="Owais Ahmed" userId="6abc7d4556b3b071" providerId="LiveId" clId="{2A77E700-75D2-43A2-B835-39002EAE4D3A}" dt="2023-06-05T18:05:23.051" v="1651" actId="14100"/>
          <ac:spMkLst>
            <pc:docMk/>
            <pc:sldMk cId="548796108" sldId="2534"/>
            <ac:spMk id="3" creationId="{4A1C0383-58FE-E486-295E-B33B8683B938}"/>
          </ac:spMkLst>
        </pc:spChg>
        <pc:spChg chg="add mod">
          <ac:chgData name="Owais Ahmed" userId="6abc7d4556b3b071" providerId="LiveId" clId="{2A77E700-75D2-43A2-B835-39002EAE4D3A}" dt="2023-06-05T18:05:14.737" v="1649"/>
          <ac:spMkLst>
            <pc:docMk/>
            <pc:sldMk cId="548796108" sldId="2534"/>
            <ac:spMk id="8" creationId="{838FD809-D5EC-2386-A1BB-CF6CE9AF5C0E}"/>
          </ac:spMkLst>
        </pc:spChg>
        <pc:spChg chg="del">
          <ac:chgData name="Owais Ahmed" userId="6abc7d4556b3b071" providerId="LiveId" clId="{2A77E700-75D2-43A2-B835-39002EAE4D3A}" dt="2023-06-05T18:00:18.574" v="1419" actId="478"/>
          <ac:spMkLst>
            <pc:docMk/>
            <pc:sldMk cId="548796108" sldId="2534"/>
            <ac:spMk id="214" creationId="{00000000-0000-0000-0000-000000000000}"/>
          </ac:spMkLst>
        </pc:spChg>
        <pc:picChg chg="add del">
          <ac:chgData name="Owais Ahmed" userId="6abc7d4556b3b071" providerId="LiveId" clId="{2A77E700-75D2-43A2-B835-39002EAE4D3A}" dt="2023-06-05T17:41:41.092" v="1064" actId="22"/>
          <ac:picMkLst>
            <pc:docMk/>
            <pc:sldMk cId="548796108" sldId="2534"/>
            <ac:picMk id="5" creationId="{CEBE774A-8FA5-2704-A9B7-192FEC453269}"/>
          </ac:picMkLst>
        </pc:picChg>
        <pc:picChg chg="add mod">
          <ac:chgData name="Owais Ahmed" userId="6abc7d4556b3b071" providerId="LiveId" clId="{2A77E700-75D2-43A2-B835-39002EAE4D3A}" dt="2023-06-05T18:05:19.143" v="1650" actId="1076"/>
          <ac:picMkLst>
            <pc:docMk/>
            <pc:sldMk cId="548796108" sldId="2534"/>
            <ac:picMk id="7" creationId="{F05838A7-9796-53F1-CEA5-897470197275}"/>
          </ac:picMkLst>
        </pc:picChg>
      </pc:sldChg>
      <pc:sldChg chg="addSp modSp add mod ord modAnim">
        <pc:chgData name="Owais Ahmed" userId="6abc7d4556b3b071" providerId="LiveId" clId="{2A77E700-75D2-43A2-B835-39002EAE4D3A}" dt="2023-06-13T15:57:19.609" v="4543" actId="1076"/>
        <pc:sldMkLst>
          <pc:docMk/>
          <pc:sldMk cId="1949759868" sldId="2535"/>
        </pc:sldMkLst>
        <pc:spChg chg="mod">
          <ac:chgData name="Owais Ahmed" userId="6abc7d4556b3b071" providerId="LiveId" clId="{2A77E700-75D2-43A2-B835-39002EAE4D3A}" dt="2023-06-05T20:44:51.179" v="2685" actId="27636"/>
          <ac:spMkLst>
            <pc:docMk/>
            <pc:sldMk cId="1949759868" sldId="2535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17:54:42.302" v="1275" actId="20577"/>
          <ac:spMkLst>
            <pc:docMk/>
            <pc:sldMk cId="1949759868" sldId="2535"/>
            <ac:spMk id="215" creationId="{00000000-0000-0000-0000-000000000000}"/>
          </ac:spMkLst>
        </pc:spChg>
        <pc:picChg chg="add mod">
          <ac:chgData name="Owais Ahmed" userId="6abc7d4556b3b071" providerId="LiveId" clId="{2A77E700-75D2-43A2-B835-39002EAE4D3A}" dt="2023-06-05T20:25:57.385" v="2599" actId="1076"/>
          <ac:picMkLst>
            <pc:docMk/>
            <pc:sldMk cId="1949759868" sldId="2535"/>
            <ac:picMk id="5" creationId="{76782DCB-922B-6648-32D4-16198AA0E90E}"/>
          </ac:picMkLst>
        </pc:picChg>
        <pc:picChg chg="add mod">
          <ac:chgData name="Owais Ahmed" userId="6abc7d4556b3b071" providerId="LiveId" clId="{2A77E700-75D2-43A2-B835-39002EAE4D3A}" dt="2023-06-13T15:57:18.988" v="4542" actId="1076"/>
          <ac:picMkLst>
            <pc:docMk/>
            <pc:sldMk cId="1949759868" sldId="2535"/>
            <ac:picMk id="7" creationId="{839D636E-3527-076B-D0D7-5CE2F134B489}"/>
          </ac:picMkLst>
        </pc:picChg>
        <pc:picChg chg="add mod">
          <ac:chgData name="Owais Ahmed" userId="6abc7d4556b3b071" providerId="LiveId" clId="{2A77E700-75D2-43A2-B835-39002EAE4D3A}" dt="2023-06-13T15:57:19.609" v="4543" actId="1076"/>
          <ac:picMkLst>
            <pc:docMk/>
            <pc:sldMk cId="1949759868" sldId="2535"/>
            <ac:picMk id="9" creationId="{A6DBA4CA-3A33-DC08-3D82-04ADDA75D245}"/>
          </ac:picMkLst>
        </pc:picChg>
      </pc:sldChg>
      <pc:sldChg chg="addSp modSp add mod ord modAnim">
        <pc:chgData name="Owais Ahmed" userId="6abc7d4556b3b071" providerId="LiveId" clId="{2A77E700-75D2-43A2-B835-39002EAE4D3A}" dt="2023-06-05T18:07:36.607" v="1922" actId="20577"/>
        <pc:sldMkLst>
          <pc:docMk/>
          <pc:sldMk cId="1199280110" sldId="2536"/>
        </pc:sldMkLst>
        <pc:spChg chg="mod">
          <ac:chgData name="Owais Ahmed" userId="6abc7d4556b3b071" providerId="LiveId" clId="{2A77E700-75D2-43A2-B835-39002EAE4D3A}" dt="2023-06-05T18:07:36.607" v="1922" actId="20577"/>
          <ac:spMkLst>
            <pc:docMk/>
            <pc:sldMk cId="1199280110" sldId="2536"/>
            <ac:spMk id="3" creationId="{4A1C0383-58FE-E486-295E-B33B8683B938}"/>
          </ac:spMkLst>
        </pc:spChg>
        <pc:picChg chg="add mod">
          <ac:chgData name="Owais Ahmed" userId="6abc7d4556b3b071" providerId="LiveId" clId="{2A77E700-75D2-43A2-B835-39002EAE4D3A}" dt="2023-06-05T18:04:21.174" v="1590" actId="1076"/>
          <ac:picMkLst>
            <pc:docMk/>
            <pc:sldMk cId="1199280110" sldId="2536"/>
            <ac:picMk id="5" creationId="{C79F3942-C51A-00E8-B564-2125E01D3446}"/>
          </ac:picMkLst>
        </pc:picChg>
      </pc:sldChg>
      <pc:sldChg chg="modSp add mod modAnim">
        <pc:chgData name="Owais Ahmed" userId="6abc7d4556b3b071" providerId="LiveId" clId="{2A77E700-75D2-43A2-B835-39002EAE4D3A}" dt="2023-06-05T21:20:20.007" v="4411" actId="20577"/>
        <pc:sldMkLst>
          <pc:docMk/>
          <pc:sldMk cId="3143678774" sldId="2537"/>
        </pc:sldMkLst>
        <pc:spChg chg="mod">
          <ac:chgData name="Owais Ahmed" userId="6abc7d4556b3b071" providerId="LiveId" clId="{2A77E700-75D2-43A2-B835-39002EAE4D3A}" dt="2023-06-05T21:20:20.007" v="4411" actId="20577"/>
          <ac:spMkLst>
            <pc:docMk/>
            <pc:sldMk cId="3143678774" sldId="2537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20:44:30.840" v="2681" actId="20577"/>
          <ac:spMkLst>
            <pc:docMk/>
            <pc:sldMk cId="3143678774" sldId="253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A77E700-75D2-43A2-B835-39002EAE4D3A}" dt="2023-06-05T20:52:33.380" v="3494" actId="113"/>
        <pc:sldMkLst>
          <pc:docMk/>
          <pc:sldMk cId="1515834410" sldId="2538"/>
        </pc:sldMkLst>
        <pc:spChg chg="mod">
          <ac:chgData name="Owais Ahmed" userId="6abc7d4556b3b071" providerId="LiveId" clId="{2A77E700-75D2-43A2-B835-39002EAE4D3A}" dt="2023-06-05T20:52:33.380" v="3494" actId="113"/>
          <ac:spMkLst>
            <pc:docMk/>
            <pc:sldMk cId="1515834410" sldId="2538"/>
            <ac:spMk id="3" creationId="{4A1C0383-58FE-E486-295E-B33B8683B938}"/>
          </ac:spMkLst>
        </pc:spChg>
      </pc:sldChg>
      <pc:sldChg chg="add del">
        <pc:chgData name="Owais Ahmed" userId="6abc7d4556b3b071" providerId="LiveId" clId="{2A77E700-75D2-43A2-B835-39002EAE4D3A}" dt="2023-06-05T20:46:05.860" v="2770" actId="47"/>
        <pc:sldMkLst>
          <pc:docMk/>
          <pc:sldMk cId="1702680607" sldId="2538"/>
        </pc:sldMkLst>
      </pc:sldChg>
      <pc:sldChg chg="modSp add modAnim">
        <pc:chgData name="Owais Ahmed" userId="6abc7d4556b3b071" providerId="LiveId" clId="{2A77E700-75D2-43A2-B835-39002EAE4D3A}" dt="2023-06-05T20:52:41.388" v="3495" actId="113"/>
        <pc:sldMkLst>
          <pc:docMk/>
          <pc:sldMk cId="282390543" sldId="2539"/>
        </pc:sldMkLst>
        <pc:spChg chg="mod">
          <ac:chgData name="Owais Ahmed" userId="6abc7d4556b3b071" providerId="LiveId" clId="{2A77E700-75D2-43A2-B835-39002EAE4D3A}" dt="2023-06-05T20:52:41.388" v="3495" actId="113"/>
          <ac:spMkLst>
            <pc:docMk/>
            <pc:sldMk cId="282390543" sldId="2539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2A77E700-75D2-43A2-B835-39002EAE4D3A}" dt="2023-06-05T20:59:16.832" v="3835" actId="20577"/>
        <pc:sldMkLst>
          <pc:docMk/>
          <pc:sldMk cId="1625057675" sldId="2540"/>
        </pc:sldMkLst>
        <pc:spChg chg="mod">
          <ac:chgData name="Owais Ahmed" userId="6abc7d4556b3b071" providerId="LiveId" clId="{2A77E700-75D2-43A2-B835-39002EAE4D3A}" dt="2023-06-05T20:56:41.892" v="3803" actId="20577"/>
          <ac:spMkLst>
            <pc:docMk/>
            <pc:sldMk cId="1625057675" sldId="2540"/>
            <ac:spMk id="3" creationId="{4A1C0383-58FE-E486-295E-B33B8683B938}"/>
          </ac:spMkLst>
        </pc:spChg>
        <pc:graphicFrameChg chg="add mod modGraphic">
          <ac:chgData name="Owais Ahmed" userId="6abc7d4556b3b071" providerId="LiveId" clId="{2A77E700-75D2-43A2-B835-39002EAE4D3A}" dt="2023-06-05T20:59:16.832" v="3835" actId="20577"/>
          <ac:graphicFrameMkLst>
            <pc:docMk/>
            <pc:sldMk cId="1625057675" sldId="2540"/>
            <ac:graphicFrameMk id="4" creationId="{EC97F626-58EB-817E-4128-ACD19A5A7B3A}"/>
          </ac:graphicFrameMkLst>
        </pc:graphicFrameChg>
      </pc:sldChg>
      <pc:sldChg chg="addSp delSp modSp add mod modAnim">
        <pc:chgData name="Owais Ahmed" userId="6abc7d4556b3b071" providerId="LiveId" clId="{2A77E700-75D2-43A2-B835-39002EAE4D3A}" dt="2023-06-05T21:07:27.238" v="4039" actId="14100"/>
        <pc:sldMkLst>
          <pc:docMk/>
          <pc:sldMk cId="2427348122" sldId="2541"/>
        </pc:sldMkLst>
        <pc:spChg chg="mod">
          <ac:chgData name="Owais Ahmed" userId="6abc7d4556b3b071" providerId="LiveId" clId="{2A77E700-75D2-43A2-B835-39002EAE4D3A}" dt="2023-06-05T21:07:27.238" v="4039" actId="14100"/>
          <ac:spMkLst>
            <pc:docMk/>
            <pc:sldMk cId="2427348122" sldId="2541"/>
            <ac:spMk id="3" creationId="{4A1C0383-58FE-E486-295E-B33B8683B938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6" creationId="{DACDF1E7-3F9B-EDB2-D1EA-2CAFC548AC1D}"/>
          </ac:spMkLst>
        </pc:spChg>
        <pc:spChg chg="del mod">
          <ac:chgData name="Owais Ahmed" userId="6abc7d4556b3b071" providerId="LiveId" clId="{2A77E700-75D2-43A2-B835-39002EAE4D3A}" dt="2023-06-05T21:03:17.488" v="3950" actId="478"/>
          <ac:spMkLst>
            <pc:docMk/>
            <pc:sldMk cId="2427348122" sldId="2541"/>
            <ac:spMk id="8" creationId="{0D00C04F-ACFB-F04E-4FF6-BF8D1B580639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10" creationId="{DE7EFEF3-5555-F203-88E6-CE757BBCC054}"/>
          </ac:spMkLst>
        </pc:spChg>
        <pc:spChg chg="del mod">
          <ac:chgData name="Owais Ahmed" userId="6abc7d4556b3b071" providerId="LiveId" clId="{2A77E700-75D2-43A2-B835-39002EAE4D3A}" dt="2023-06-05T21:03:09.103" v="3946" actId="478"/>
          <ac:spMkLst>
            <pc:docMk/>
            <pc:sldMk cId="2427348122" sldId="2541"/>
            <ac:spMk id="12" creationId="{6D453D9D-D3D1-AE3E-E0F1-070028B829C5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14" creationId="{0337AB34-3CAA-7293-A682-1FA551750C42}"/>
          </ac:spMkLst>
        </pc:spChg>
        <pc:spChg chg="del mod">
          <ac:chgData name="Owais Ahmed" userId="6abc7d4556b3b071" providerId="LiveId" clId="{2A77E700-75D2-43A2-B835-39002EAE4D3A}" dt="2023-06-05T21:03:14.055" v="3948" actId="478"/>
          <ac:spMkLst>
            <pc:docMk/>
            <pc:sldMk cId="2427348122" sldId="2541"/>
            <ac:spMk id="16" creationId="{2E45B57B-1E31-BD22-95D7-44E829F5F9CD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18" creationId="{D0328C9A-9E30-842A-DC6B-F242767843B0}"/>
          </ac:spMkLst>
        </pc:spChg>
        <pc:spChg chg="del mod">
          <ac:chgData name="Owais Ahmed" userId="6abc7d4556b3b071" providerId="LiveId" clId="{2A77E700-75D2-43A2-B835-39002EAE4D3A}" dt="2023-06-05T21:03:04.647" v="3943" actId="478"/>
          <ac:spMkLst>
            <pc:docMk/>
            <pc:sldMk cId="2427348122" sldId="2541"/>
            <ac:spMk id="20" creationId="{02FDDAF2-AED4-0B35-9CDD-A817E33A9A82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23" creationId="{81CAF5CD-07E2-8AD4-6EFC-DD256CD776D0}"/>
          </ac:spMkLst>
        </pc:spChg>
        <pc:spChg chg="add del 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26" creationId="{0DED3E7B-8270-EF45-5F45-885A411817A6}"/>
          </ac:spMkLst>
        </pc:spChg>
        <pc:spChg chg="mod">
          <ac:chgData name="Owais Ahmed" userId="6abc7d4556b3b071" providerId="LiveId" clId="{2A77E700-75D2-43A2-B835-39002EAE4D3A}" dt="2023-06-05T21:06:48.487" v="4036" actId="20577"/>
          <ac:spMkLst>
            <pc:docMk/>
            <pc:sldMk cId="2427348122" sldId="2541"/>
            <ac:spMk id="29" creationId="{EAF1B075-5D5A-179F-E588-5EEC6290C0FC}"/>
          </ac:spMkLst>
        </pc:spChg>
        <pc:spChg chg="mod">
          <ac:chgData name="Owais Ahmed" userId="6abc7d4556b3b071" providerId="LiveId" clId="{2A77E700-75D2-43A2-B835-39002EAE4D3A}" dt="2023-06-05T21:06:59.442" v="4037" actId="1076"/>
          <ac:spMkLst>
            <pc:docMk/>
            <pc:sldMk cId="2427348122" sldId="2541"/>
            <ac:spMk id="32" creationId="{7FBE44F3-230B-528B-2CBE-05C82D219CD1}"/>
          </ac:spMkLst>
        </pc:spChg>
        <pc:spChg chg="add del mod">
          <ac:chgData name="Owais Ahmed" userId="6abc7d4556b3b071" providerId="LiveId" clId="{2A77E700-75D2-43A2-B835-39002EAE4D3A}" dt="2023-06-05T21:05:22.074" v="3989"/>
          <ac:spMkLst>
            <pc:docMk/>
            <pc:sldMk cId="2427348122" sldId="2541"/>
            <ac:spMk id="40" creationId="{4A307233-65F5-54FF-83A3-89B8CEED2C75}"/>
          </ac:spMkLst>
        </pc:spChg>
        <pc:grpChg chg="add del mod">
          <ac:chgData name="Owais Ahmed" userId="6abc7d4556b3b071" providerId="LiveId" clId="{2A77E700-75D2-43A2-B835-39002EAE4D3A}" dt="2023-06-05T21:03:19.451" v="3951" actId="478"/>
          <ac:grpSpMkLst>
            <pc:docMk/>
            <pc:sldMk cId="2427348122" sldId="2541"/>
            <ac:grpSpMk id="5" creationId="{1ABDDDB3-AC66-46B8-11BA-33604BD77FCB}"/>
          </ac:grpSpMkLst>
        </pc:grpChg>
        <pc:grpChg chg="add del mod">
          <ac:chgData name="Owais Ahmed" userId="6abc7d4556b3b071" providerId="LiveId" clId="{2A77E700-75D2-43A2-B835-39002EAE4D3A}" dt="2023-06-05T21:03:10.983" v="3947" actId="478"/>
          <ac:grpSpMkLst>
            <pc:docMk/>
            <pc:sldMk cId="2427348122" sldId="2541"/>
            <ac:grpSpMk id="9" creationId="{D96B7EA0-42F1-ECA1-45FC-B93FFE13216B}"/>
          </ac:grpSpMkLst>
        </pc:grpChg>
        <pc:grpChg chg="add del mod">
          <ac:chgData name="Owais Ahmed" userId="6abc7d4556b3b071" providerId="LiveId" clId="{2A77E700-75D2-43A2-B835-39002EAE4D3A}" dt="2023-06-05T21:03:15.777" v="3949" actId="478"/>
          <ac:grpSpMkLst>
            <pc:docMk/>
            <pc:sldMk cId="2427348122" sldId="2541"/>
            <ac:grpSpMk id="13" creationId="{F0C65C27-52E3-59BC-06F7-046805211C1F}"/>
          </ac:grpSpMkLst>
        </pc:grpChg>
        <pc:grpChg chg="add del mod">
          <ac:chgData name="Owais Ahmed" userId="6abc7d4556b3b071" providerId="LiveId" clId="{2A77E700-75D2-43A2-B835-39002EAE4D3A}" dt="2023-06-05T21:03:06.810" v="3944" actId="478"/>
          <ac:grpSpMkLst>
            <pc:docMk/>
            <pc:sldMk cId="2427348122" sldId="2541"/>
            <ac:grpSpMk id="17" creationId="{5D851909-DDE3-99F0-6A73-FED5F23F1F07}"/>
          </ac:grpSpMkLst>
        </pc:grpChg>
        <pc:grpChg chg="add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21" creationId="{F767A68E-5965-6358-9A1D-971DC471625E}"/>
          </ac:grpSpMkLst>
        </pc:grpChg>
        <pc:grpChg chg="add del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24" creationId="{7213537E-E1CA-45FF-3D48-629D389FBB84}"/>
          </ac:grpSpMkLst>
        </pc:grpChg>
        <pc:grpChg chg="add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27" creationId="{E03301BA-0AEF-EFAD-8C11-0EDAF829D07F}"/>
          </ac:grpSpMkLst>
        </pc:grpChg>
        <pc:grpChg chg="add mod">
          <ac:chgData name="Owais Ahmed" userId="6abc7d4556b3b071" providerId="LiveId" clId="{2A77E700-75D2-43A2-B835-39002EAE4D3A}" dt="2023-06-05T21:06:48.487" v="4036" actId="20577"/>
          <ac:grpSpMkLst>
            <pc:docMk/>
            <pc:sldMk cId="2427348122" sldId="2541"/>
            <ac:grpSpMk id="30" creationId="{D563933B-62FE-994E-37C0-1BD266085B28}"/>
          </ac:grpSpMkLst>
        </pc:grpChg>
        <pc:grpChg chg="add mod">
          <ac:chgData name="Owais Ahmed" userId="6abc7d4556b3b071" providerId="LiveId" clId="{2A77E700-75D2-43A2-B835-39002EAE4D3A}" dt="2023-06-05T21:07:13.977" v="4038" actId="1076"/>
          <ac:grpSpMkLst>
            <pc:docMk/>
            <pc:sldMk cId="2427348122" sldId="2541"/>
            <ac:grpSpMk id="33" creationId="{51D749B7-2F75-888C-0801-434A3AE94E89}"/>
          </ac:grpSpMkLst>
        </pc:grpChg>
        <pc:graphicFrameChg chg="del">
          <ac:chgData name="Owais Ahmed" userId="6abc7d4556b3b071" providerId="LiveId" clId="{2A77E700-75D2-43A2-B835-39002EAE4D3A}" dt="2023-06-05T21:00:00.080" v="3860" actId="478"/>
          <ac:graphicFrameMkLst>
            <pc:docMk/>
            <pc:sldMk cId="2427348122" sldId="2541"/>
            <ac:graphicFrameMk id="4" creationId="{EC97F626-58EB-817E-4128-ACD19A5A7B3A}"/>
          </ac:graphicFrameMkLst>
        </pc:graphicFrameChg>
        <pc:cxnChg chg="del mod">
          <ac:chgData name="Owais Ahmed" userId="6abc7d4556b3b071" providerId="LiveId" clId="{2A77E700-75D2-43A2-B835-39002EAE4D3A}" dt="2023-06-05T21:03:19.451" v="3951" actId="478"/>
          <ac:cxnSpMkLst>
            <pc:docMk/>
            <pc:sldMk cId="2427348122" sldId="2541"/>
            <ac:cxnSpMk id="7" creationId="{977299D2-B63E-9B7E-BFF3-32DFA9424DC0}"/>
          </ac:cxnSpMkLst>
        </pc:cxnChg>
        <pc:cxnChg chg="del mod">
          <ac:chgData name="Owais Ahmed" userId="6abc7d4556b3b071" providerId="LiveId" clId="{2A77E700-75D2-43A2-B835-39002EAE4D3A}" dt="2023-06-05T21:03:10.983" v="3947" actId="478"/>
          <ac:cxnSpMkLst>
            <pc:docMk/>
            <pc:sldMk cId="2427348122" sldId="2541"/>
            <ac:cxnSpMk id="11" creationId="{25949143-0B56-4FA4-D9B5-ED343A5A464D}"/>
          </ac:cxnSpMkLst>
        </pc:cxnChg>
        <pc:cxnChg chg="del mod">
          <ac:chgData name="Owais Ahmed" userId="6abc7d4556b3b071" providerId="LiveId" clId="{2A77E700-75D2-43A2-B835-39002EAE4D3A}" dt="2023-06-05T21:03:15.777" v="3949" actId="478"/>
          <ac:cxnSpMkLst>
            <pc:docMk/>
            <pc:sldMk cId="2427348122" sldId="2541"/>
            <ac:cxnSpMk id="15" creationId="{94874854-317D-92D8-5AEC-0CFA980BF9AA}"/>
          </ac:cxnSpMkLst>
        </pc:cxnChg>
        <pc:cxnChg chg="del mod">
          <ac:chgData name="Owais Ahmed" userId="6abc7d4556b3b071" providerId="LiveId" clId="{2A77E700-75D2-43A2-B835-39002EAE4D3A}" dt="2023-06-05T21:03:06.810" v="3944" actId="478"/>
          <ac:cxnSpMkLst>
            <pc:docMk/>
            <pc:sldMk cId="2427348122" sldId="2541"/>
            <ac:cxnSpMk id="19" creationId="{0EB84ED9-7162-6182-0788-94C572544644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22" creationId="{FE6F861F-B613-D0EB-021D-13AB5CCA4123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25" creationId="{DC28A33E-ADD1-B56E-2A9F-4D7662482578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28" creationId="{50ABB538-4E83-8C7A-67A3-3827E00A3CB7}"/>
          </ac:cxnSpMkLst>
        </pc:cxnChg>
        <pc:cxnChg chg="mod">
          <ac:chgData name="Owais Ahmed" userId="6abc7d4556b3b071" providerId="LiveId" clId="{2A77E700-75D2-43A2-B835-39002EAE4D3A}" dt="2023-06-05T21:06:48.487" v="4036" actId="20577"/>
          <ac:cxnSpMkLst>
            <pc:docMk/>
            <pc:sldMk cId="2427348122" sldId="2541"/>
            <ac:cxnSpMk id="31" creationId="{E6B67054-78A2-0508-E2EF-E2A1B19FFC7F}"/>
          </ac:cxnSpMkLst>
        </pc:cxnChg>
      </pc:sldChg>
      <pc:sldChg chg="addSp delSp modSp add mod ord modAnim">
        <pc:chgData name="Owais Ahmed" userId="6abc7d4556b3b071" providerId="LiveId" clId="{2A77E700-75D2-43A2-B835-39002EAE4D3A}" dt="2023-06-05T21:19:26.066" v="4390" actId="20577"/>
        <pc:sldMkLst>
          <pc:docMk/>
          <pc:sldMk cId="3928630775" sldId="2542"/>
        </pc:sldMkLst>
        <pc:spChg chg="mod">
          <ac:chgData name="Owais Ahmed" userId="6abc7d4556b3b071" providerId="LiveId" clId="{2A77E700-75D2-43A2-B835-39002EAE4D3A}" dt="2023-06-05T21:17:22.466" v="4305" actId="14100"/>
          <ac:spMkLst>
            <pc:docMk/>
            <pc:sldMk cId="3928630775" sldId="2542"/>
            <ac:spMk id="3" creationId="{4A1C0383-58FE-E486-295E-B33B8683B938}"/>
          </ac:spMkLst>
        </pc:spChg>
        <pc:spChg chg="add mod">
          <ac:chgData name="Owais Ahmed" userId="6abc7d4556b3b071" providerId="LiveId" clId="{2A77E700-75D2-43A2-B835-39002EAE4D3A}" dt="2023-06-05T21:18:26.393" v="4342" actId="14100"/>
          <ac:spMkLst>
            <pc:docMk/>
            <pc:sldMk cId="3928630775" sldId="2542"/>
            <ac:spMk id="13" creationId="{6F9BE8FA-FC94-EAE2-E74C-45CF1823EFB9}"/>
          </ac:spMkLst>
        </pc:spChg>
        <pc:spChg chg="add mod">
          <ac:chgData name="Owais Ahmed" userId="6abc7d4556b3b071" providerId="LiveId" clId="{2A77E700-75D2-43A2-B835-39002EAE4D3A}" dt="2023-06-05T21:17:28.900" v="4306" actId="1076"/>
          <ac:spMkLst>
            <pc:docMk/>
            <pc:sldMk cId="3928630775" sldId="2542"/>
            <ac:spMk id="14" creationId="{A189F0E6-368E-A8F0-3BEE-C6CBF7F513B0}"/>
          </ac:spMkLst>
        </pc:spChg>
        <pc:spChg chg="add mod">
          <ac:chgData name="Owais Ahmed" userId="6abc7d4556b3b071" providerId="LiveId" clId="{2A77E700-75D2-43A2-B835-39002EAE4D3A}" dt="2023-06-05T21:17:28.900" v="4306" actId="1076"/>
          <ac:spMkLst>
            <pc:docMk/>
            <pc:sldMk cId="3928630775" sldId="2542"/>
            <ac:spMk id="15" creationId="{02DB5186-8BE6-4517-E0EC-088BEFE04A0A}"/>
          </ac:spMkLst>
        </pc:spChg>
        <pc:spChg chg="add mod">
          <ac:chgData name="Owais Ahmed" userId="6abc7d4556b3b071" providerId="LiveId" clId="{2A77E700-75D2-43A2-B835-39002EAE4D3A}" dt="2023-06-05T21:18:33.889" v="4343" actId="14100"/>
          <ac:spMkLst>
            <pc:docMk/>
            <pc:sldMk cId="3928630775" sldId="2542"/>
            <ac:spMk id="16" creationId="{07FA4F00-AA6C-6768-6139-4BA877AE7723}"/>
          </ac:spMkLst>
        </pc:spChg>
        <pc:spChg chg="add mod">
          <ac:chgData name="Owais Ahmed" userId="6abc7d4556b3b071" providerId="LiveId" clId="{2A77E700-75D2-43A2-B835-39002EAE4D3A}" dt="2023-06-05T21:19:26.066" v="4390" actId="20577"/>
          <ac:spMkLst>
            <pc:docMk/>
            <pc:sldMk cId="3928630775" sldId="2542"/>
            <ac:spMk id="17" creationId="{A861D329-6EB6-BD8E-4FBC-CA42E8E73C69}"/>
          </ac:spMkLst>
        </pc:spChg>
        <pc:graphicFrameChg chg="del">
          <ac:chgData name="Owais Ahmed" userId="6abc7d4556b3b071" providerId="LiveId" clId="{2A77E700-75D2-43A2-B835-39002EAE4D3A}" dt="2023-06-05T21:08:34.693" v="4094" actId="478"/>
          <ac:graphicFrameMkLst>
            <pc:docMk/>
            <pc:sldMk cId="3928630775" sldId="2542"/>
            <ac:graphicFrameMk id="4" creationId="{EC97F626-58EB-817E-4128-ACD19A5A7B3A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5" creationId="{06638FF3-BF52-8B9E-773F-C396436DE02B}"/>
          </ac:graphicFrameMkLst>
        </pc:graphicFrameChg>
        <pc:graphicFrameChg chg="add del mod modGraphic">
          <ac:chgData name="Owais Ahmed" userId="6abc7d4556b3b071" providerId="LiveId" clId="{2A77E700-75D2-43A2-B835-39002EAE4D3A}" dt="2023-06-05T21:12:51.116" v="4247" actId="478"/>
          <ac:graphicFrameMkLst>
            <pc:docMk/>
            <pc:sldMk cId="3928630775" sldId="2542"/>
            <ac:graphicFrameMk id="6" creationId="{53B76DFB-7AB1-EEF9-8E2A-711209EB53C3}"/>
          </ac:graphicFrameMkLst>
        </pc:graphicFrameChg>
        <pc:graphicFrameChg chg="add del mod">
          <ac:chgData name="Owais Ahmed" userId="6abc7d4556b3b071" providerId="LiveId" clId="{2A77E700-75D2-43A2-B835-39002EAE4D3A}" dt="2023-06-05T21:13:18.888" v="4260"/>
          <ac:graphicFrameMkLst>
            <pc:docMk/>
            <pc:sldMk cId="3928630775" sldId="2542"/>
            <ac:graphicFrameMk id="7" creationId="{F88D6E30-5386-937B-E5CF-180D5947E8F7}"/>
          </ac:graphicFrameMkLst>
        </pc:graphicFrameChg>
        <pc:graphicFrameChg chg="add del mod">
          <ac:chgData name="Owais Ahmed" userId="6abc7d4556b3b071" providerId="LiveId" clId="{2A77E700-75D2-43A2-B835-39002EAE4D3A}" dt="2023-06-05T21:13:17.642" v="4258"/>
          <ac:graphicFrameMkLst>
            <pc:docMk/>
            <pc:sldMk cId="3928630775" sldId="2542"/>
            <ac:graphicFrameMk id="8" creationId="{3E11CC82-9F86-DBFA-D722-71CA91C0FF19}"/>
          </ac:graphicFrameMkLst>
        </pc:graphicFrameChg>
        <pc:graphicFrameChg chg="add del mod">
          <ac:chgData name="Owais Ahmed" userId="6abc7d4556b3b071" providerId="LiveId" clId="{2A77E700-75D2-43A2-B835-39002EAE4D3A}" dt="2023-06-05T21:13:17.642" v="4258"/>
          <ac:graphicFrameMkLst>
            <pc:docMk/>
            <pc:sldMk cId="3928630775" sldId="2542"/>
            <ac:graphicFrameMk id="9" creationId="{4D70E805-4A5D-AD87-C4BB-3BE31290CB12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10" creationId="{4B9D887C-2952-886D-A11A-AB66530CC313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11" creationId="{AEF67E44-24AD-43AA-D13F-6AAFCFC4713E}"/>
          </ac:graphicFrameMkLst>
        </pc:graphicFrameChg>
        <pc:graphicFrameChg chg="add mod modGraphic">
          <ac:chgData name="Owais Ahmed" userId="6abc7d4556b3b071" providerId="LiveId" clId="{2A77E700-75D2-43A2-B835-39002EAE4D3A}" dt="2023-06-05T21:17:28.900" v="4306" actId="1076"/>
          <ac:graphicFrameMkLst>
            <pc:docMk/>
            <pc:sldMk cId="3928630775" sldId="2542"/>
            <ac:graphicFrameMk id="12" creationId="{A42CEE89-249C-BD4B-6DCF-A71F2FAF910A}"/>
          </ac:graphicFrameMkLst>
        </pc:graphicFrameChg>
      </pc:sldChg>
      <pc:sldChg chg="addSp delSp modSp add mod ord modAnim">
        <pc:chgData name="Owais Ahmed" userId="6abc7d4556b3b071" providerId="LiveId" clId="{2A77E700-75D2-43A2-B835-39002EAE4D3A}" dt="2023-06-05T21:23:01.356" v="4531" actId="20577"/>
        <pc:sldMkLst>
          <pc:docMk/>
          <pc:sldMk cId="3590470624" sldId="2543"/>
        </pc:sldMkLst>
        <pc:spChg chg="mod">
          <ac:chgData name="Owais Ahmed" userId="6abc7d4556b3b071" providerId="LiveId" clId="{2A77E700-75D2-43A2-B835-39002EAE4D3A}" dt="2023-06-05T21:23:01.356" v="4531" actId="20577"/>
          <ac:spMkLst>
            <pc:docMk/>
            <pc:sldMk cId="3590470624" sldId="2543"/>
            <ac:spMk id="3" creationId="{4A1C0383-58FE-E486-295E-B33B8683B938}"/>
          </ac:spMkLst>
        </pc:spChg>
        <pc:grpChg chg="del">
          <ac:chgData name="Owais Ahmed" userId="6abc7d4556b3b071" providerId="LiveId" clId="{2A77E700-75D2-43A2-B835-39002EAE4D3A}" dt="2023-06-05T21:20:26.097" v="4412" actId="478"/>
          <ac:grpSpMkLst>
            <pc:docMk/>
            <pc:sldMk cId="3590470624" sldId="2543"/>
            <ac:grpSpMk id="33" creationId="{51D749B7-2F75-888C-0801-434A3AE94E89}"/>
          </ac:grpSpMkLst>
        </pc:grpChg>
        <pc:picChg chg="add mod">
          <ac:chgData name="Owais Ahmed" userId="6abc7d4556b3b071" providerId="LiveId" clId="{2A77E700-75D2-43A2-B835-39002EAE4D3A}" dt="2023-06-05T21:21:45.496" v="4415" actId="1076"/>
          <ac:picMkLst>
            <pc:docMk/>
            <pc:sldMk cId="3590470624" sldId="2543"/>
            <ac:picMk id="3074" creationId="{574648C6-01F4-E1ED-772A-62FCC8EC7E3E}"/>
          </ac:picMkLst>
        </pc:pic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22" creationId="{FE6F861F-B613-D0EB-021D-13AB5CCA4123}"/>
          </ac:cxnSpMkLst>
        </pc:cxn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25" creationId="{DC28A33E-ADD1-B56E-2A9F-4D7662482578}"/>
          </ac:cxnSpMkLst>
        </pc:cxn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28" creationId="{50ABB538-4E83-8C7A-67A3-3827E00A3CB7}"/>
          </ac:cxnSpMkLst>
        </pc:cxnChg>
        <pc:cxnChg chg="mod">
          <ac:chgData name="Owais Ahmed" userId="6abc7d4556b3b071" providerId="LiveId" clId="{2A77E700-75D2-43A2-B835-39002EAE4D3A}" dt="2023-06-05T21:20:26.097" v="4412" actId="478"/>
          <ac:cxnSpMkLst>
            <pc:docMk/>
            <pc:sldMk cId="3590470624" sldId="2543"/>
            <ac:cxnSpMk id="31" creationId="{E6B67054-78A2-0508-E2EF-E2A1B19FFC7F}"/>
          </ac:cxnSpMkLst>
        </pc:cxnChg>
      </pc:sldChg>
    </pc:docChg>
  </pc:docChgLst>
  <pc:docChgLst>
    <pc:chgData name="Owais Ahmed" userId="6abc7d4556b3b071" providerId="LiveId" clId="{ADC60C37-1EF1-4DBC-B39E-53715DF15880}"/>
    <pc:docChg chg="undo custSel addSld delSld modSld modSection">
      <pc:chgData name="Owais Ahmed" userId="6abc7d4556b3b071" providerId="LiveId" clId="{ADC60C37-1EF1-4DBC-B39E-53715DF15880}" dt="2023-05-19T04:26:01.894" v="1634" actId="20577"/>
      <pc:docMkLst>
        <pc:docMk/>
      </pc:docMkLst>
      <pc:sldChg chg="modSp mod">
        <pc:chgData name="Owais Ahmed" userId="6abc7d4556b3b071" providerId="LiveId" clId="{ADC60C37-1EF1-4DBC-B39E-53715DF15880}" dt="2023-05-19T03:57:41.740" v="252" actId="20577"/>
        <pc:sldMkLst>
          <pc:docMk/>
          <pc:sldMk cId="1649098948" sldId="2462"/>
        </pc:sldMkLst>
        <pc:spChg chg="mod">
          <ac:chgData name="Owais Ahmed" userId="6abc7d4556b3b071" providerId="LiveId" clId="{ADC60C37-1EF1-4DBC-B39E-53715DF15880}" dt="2023-05-19T03:57:41.740" v="25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ADC60C37-1EF1-4DBC-B39E-53715DF15880}" dt="2023-05-19T03:54:24.206" v="0" actId="2890"/>
        <pc:sldMkLst>
          <pc:docMk/>
          <pc:sldMk cId="3872738391" sldId="2522"/>
        </pc:sldMkLst>
      </pc:sldChg>
      <pc:sldChg chg="addSp delSp modSp add mod delAnim modAnim">
        <pc:chgData name="Owais Ahmed" userId="6abc7d4556b3b071" providerId="LiveId" clId="{ADC60C37-1EF1-4DBC-B39E-53715DF15880}" dt="2023-05-19T03:57:11.170" v="215" actId="14100"/>
        <pc:sldMkLst>
          <pc:docMk/>
          <pc:sldMk cId="10490053" sldId="2523"/>
        </pc:sldMkLst>
        <pc:spChg chg="mod">
          <ac:chgData name="Owais Ahmed" userId="6abc7d4556b3b071" providerId="LiveId" clId="{ADC60C37-1EF1-4DBC-B39E-53715DF15880}" dt="2023-05-19T03:57:11.170" v="215" actId="14100"/>
          <ac:spMkLst>
            <pc:docMk/>
            <pc:sldMk cId="10490053" sldId="2523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3:54:51.616" v="31" actId="20577"/>
          <ac:spMkLst>
            <pc:docMk/>
            <pc:sldMk cId="10490053" sldId="2523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4:58.933" v="33" actId="478"/>
          <ac:picMkLst>
            <pc:docMk/>
            <pc:sldMk cId="10490053" sldId="2523"/>
            <ac:picMk id="5" creationId="{33AC187A-FBC4-F479-02E8-6BE23452081D}"/>
          </ac:picMkLst>
        </pc:picChg>
        <pc:picChg chg="del">
          <ac:chgData name="Owais Ahmed" userId="6abc7d4556b3b071" providerId="LiveId" clId="{ADC60C37-1EF1-4DBC-B39E-53715DF15880}" dt="2023-05-19T03:54:57.633" v="32" actId="478"/>
          <ac:picMkLst>
            <pc:docMk/>
            <pc:sldMk cId="10490053" sldId="2523"/>
            <ac:picMk id="7" creationId="{ABD5C9C4-BB4C-E6D2-4557-0A1182B98E7B}"/>
          </ac:picMkLst>
        </pc:picChg>
        <pc:picChg chg="add mod">
          <ac:chgData name="Owais Ahmed" userId="6abc7d4556b3b071" providerId="LiveId" clId="{ADC60C37-1EF1-4DBC-B39E-53715DF15880}" dt="2023-05-19T03:57:04.722" v="214" actId="1076"/>
          <ac:picMkLst>
            <pc:docMk/>
            <pc:sldMk cId="10490053" sldId="2523"/>
            <ac:picMk id="1026" creationId="{45D0EF12-D6FF-DAAD-7184-0B742E533748}"/>
          </ac:picMkLst>
        </pc:picChg>
      </pc:sldChg>
      <pc:sldChg chg="addSp delSp modSp add mod delAnim modAnim">
        <pc:chgData name="Owais Ahmed" userId="6abc7d4556b3b071" providerId="LiveId" clId="{ADC60C37-1EF1-4DBC-B39E-53715DF15880}" dt="2023-05-19T04:02:25.154" v="663" actId="20577"/>
        <pc:sldMkLst>
          <pc:docMk/>
          <pc:sldMk cId="2018994293" sldId="2524"/>
        </pc:sldMkLst>
        <pc:spChg chg="del mod">
          <ac:chgData name="Owais Ahmed" userId="6abc7d4556b3b071" providerId="LiveId" clId="{ADC60C37-1EF1-4DBC-B39E-53715DF15880}" dt="2023-05-19T03:59:29.603" v="380" actId="478"/>
          <ac:spMkLst>
            <pc:docMk/>
            <pc:sldMk cId="2018994293" sldId="2524"/>
            <ac:spMk id="3" creationId="{4A1C0383-58FE-E486-295E-B33B8683B938}"/>
          </ac:spMkLst>
        </pc:spChg>
        <pc:spChg chg="add del mod">
          <ac:chgData name="Owais Ahmed" userId="6abc7d4556b3b071" providerId="LiveId" clId="{ADC60C37-1EF1-4DBC-B39E-53715DF15880}" dt="2023-05-19T03:59:27.741" v="379" actId="478"/>
          <ac:spMkLst>
            <pc:docMk/>
            <pc:sldMk cId="2018994293" sldId="2524"/>
            <ac:spMk id="4" creationId="{DB2F0015-7FC0-A09F-FE5B-49BD3BD50C1C}"/>
          </ac:spMkLst>
        </pc:spChg>
        <pc:spChg chg="add mod">
          <ac:chgData name="Owais Ahmed" userId="6abc7d4556b3b071" providerId="LiveId" clId="{ADC60C37-1EF1-4DBC-B39E-53715DF15880}" dt="2023-05-19T04:01:39.994" v="605" actId="14100"/>
          <ac:spMkLst>
            <pc:docMk/>
            <pc:sldMk cId="2018994293" sldId="2524"/>
            <ac:spMk id="5" creationId="{1557C934-45CC-311C-E93F-57CAE551F566}"/>
          </ac:spMkLst>
        </pc:spChg>
        <pc:spChg chg="add mod">
          <ac:chgData name="Owais Ahmed" userId="6abc7d4556b3b071" providerId="LiveId" clId="{ADC60C37-1EF1-4DBC-B39E-53715DF15880}" dt="2023-05-19T04:02:25.154" v="663" actId="20577"/>
          <ac:spMkLst>
            <pc:docMk/>
            <pc:sldMk cId="2018994293" sldId="2524"/>
            <ac:spMk id="6" creationId="{D860E845-F851-BEF3-7FD1-6363C9FDCE56}"/>
          </ac:spMkLst>
        </pc:spChg>
        <pc:spChg chg="mod">
          <ac:chgData name="Owais Ahmed" userId="6abc7d4556b3b071" providerId="LiveId" clId="{ADC60C37-1EF1-4DBC-B39E-53715DF15880}" dt="2023-05-19T03:57:52.530" v="287" actId="20577"/>
          <ac:spMkLst>
            <pc:docMk/>
            <pc:sldMk cId="2018994293" sldId="2524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7:57.950" v="288" actId="478"/>
          <ac:picMkLst>
            <pc:docMk/>
            <pc:sldMk cId="2018994293" sldId="2524"/>
            <ac:picMk id="1026" creationId="{45D0EF12-D6FF-DAAD-7184-0B742E533748}"/>
          </ac:picMkLst>
        </pc:picChg>
      </pc:sldChg>
      <pc:sldChg chg="add del">
        <pc:chgData name="Owais Ahmed" userId="6abc7d4556b3b071" providerId="LiveId" clId="{ADC60C37-1EF1-4DBC-B39E-53715DF15880}" dt="2023-05-19T04:05:52.262" v="666" actId="47"/>
        <pc:sldMkLst>
          <pc:docMk/>
          <pc:sldMk cId="95030580" sldId="2525"/>
        </pc:sldMkLst>
      </pc:sldChg>
      <pc:sldChg chg="addSp delSp modSp add mod addAnim delAnim modAnim">
        <pc:chgData name="Owais Ahmed" userId="6abc7d4556b3b071" providerId="LiveId" clId="{ADC60C37-1EF1-4DBC-B39E-53715DF15880}" dt="2023-05-19T04:17:33.385" v="974" actId="6549"/>
        <pc:sldMkLst>
          <pc:docMk/>
          <pc:sldMk cId="645466274" sldId="2525"/>
        </pc:sldMkLst>
        <pc:spChg chg="mod">
          <ac:chgData name="Owais Ahmed" userId="6abc7d4556b3b071" providerId="LiveId" clId="{ADC60C37-1EF1-4DBC-B39E-53715DF15880}" dt="2023-05-19T04:14:14.942" v="935" actId="27636"/>
          <ac:spMkLst>
            <pc:docMk/>
            <pc:sldMk cId="645466274" sldId="2525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3.385" v="974" actId="6549"/>
          <ac:spMkLst>
            <pc:docMk/>
            <pc:sldMk cId="645466274" sldId="2525"/>
            <ac:spMk id="215" creationId="{00000000-0000-0000-0000-000000000000}"/>
          </ac:spMkLst>
        </pc:spChg>
        <pc:graphicFrameChg chg="mod modGraphic">
          <ac:chgData name="Owais Ahmed" userId="6abc7d4556b3b071" providerId="LiveId" clId="{ADC60C37-1EF1-4DBC-B39E-53715DF15880}" dt="2023-05-19T04:14:42.533" v="952"/>
          <ac:graphicFrameMkLst>
            <pc:docMk/>
            <pc:sldMk cId="645466274" sldId="2525"/>
            <ac:graphicFrameMk id="4" creationId="{1034A38F-887F-80BB-1296-12F5A3103EA9}"/>
          </ac:graphicFrameMkLst>
        </pc:graphicFrameChg>
        <pc:picChg chg="del">
          <ac:chgData name="Owais Ahmed" userId="6abc7d4556b3b071" providerId="LiveId" clId="{ADC60C37-1EF1-4DBC-B39E-53715DF15880}" dt="2023-05-19T04:07:09.849" v="683" actId="478"/>
          <ac:picMkLst>
            <pc:docMk/>
            <pc:sldMk cId="645466274" sldId="2525"/>
            <ac:picMk id="6" creationId="{EC596F7E-93FA-372F-C77B-35042A5DFDE6}"/>
          </ac:picMkLst>
        </pc:picChg>
        <pc:picChg chg="add mod">
          <ac:chgData name="Owais Ahmed" userId="6abc7d4556b3b071" providerId="LiveId" clId="{ADC60C37-1EF1-4DBC-B39E-53715DF15880}" dt="2023-05-19T04:14:11.992" v="933" actId="1076"/>
          <ac:picMkLst>
            <pc:docMk/>
            <pc:sldMk cId="645466274" sldId="2525"/>
            <ac:picMk id="7" creationId="{8EF90C2A-B89D-CFBD-6B15-F526D57DA438}"/>
          </ac:picMkLst>
        </pc:picChg>
      </pc:sldChg>
      <pc:sldChg chg="addSp delSp modSp add mod delAnim modAnim modNotesTx">
        <pc:chgData name="Owais Ahmed" userId="6abc7d4556b3b071" providerId="LiveId" clId="{ADC60C37-1EF1-4DBC-B39E-53715DF15880}" dt="2023-05-19T04:20:49.183" v="1156" actId="1076"/>
        <pc:sldMkLst>
          <pc:docMk/>
          <pc:sldMk cId="3637680761" sldId="2526"/>
        </pc:sldMkLst>
        <pc:spChg chg="mod">
          <ac:chgData name="Owais Ahmed" userId="6abc7d4556b3b071" providerId="LiveId" clId="{ADC60C37-1EF1-4DBC-B39E-53715DF15880}" dt="2023-05-19T04:20:43.966" v="1154" actId="27636"/>
          <ac:spMkLst>
            <pc:docMk/>
            <pc:sldMk cId="3637680761" sldId="2526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6.115" v="976" actId="6549"/>
          <ac:spMkLst>
            <pc:docMk/>
            <pc:sldMk cId="3637680761" sldId="2526"/>
            <ac:spMk id="215" creationId="{00000000-0000-0000-0000-000000000000}"/>
          </ac:spMkLst>
        </pc:spChg>
        <pc:graphicFrameChg chg="del">
          <ac:chgData name="Owais Ahmed" userId="6abc7d4556b3b071" providerId="LiveId" clId="{ADC60C37-1EF1-4DBC-B39E-53715DF15880}" dt="2023-05-19T04:15:24.112" v="955" actId="478"/>
          <ac:graphicFrameMkLst>
            <pc:docMk/>
            <pc:sldMk cId="3637680761" sldId="2526"/>
            <ac:graphicFrameMk id="4" creationId="{1034A38F-887F-80BB-1296-12F5A3103EA9}"/>
          </ac:graphicFrameMkLst>
        </pc:graphicFrameChg>
        <pc:picChg chg="add del mod modCrop">
          <ac:chgData name="Owais Ahmed" userId="6abc7d4556b3b071" providerId="LiveId" clId="{ADC60C37-1EF1-4DBC-B39E-53715DF15880}" dt="2023-05-19T04:20:41.400" v="1152" actId="14100"/>
          <ac:picMkLst>
            <pc:docMk/>
            <pc:sldMk cId="3637680761" sldId="2526"/>
            <ac:picMk id="5" creationId="{C98EDCE2-5EA9-0E94-5D6A-FA137B8E143D}"/>
          </ac:picMkLst>
        </pc:picChg>
        <pc:picChg chg="add mod modCrop">
          <ac:chgData name="Owais Ahmed" userId="6abc7d4556b3b071" providerId="LiveId" clId="{ADC60C37-1EF1-4DBC-B39E-53715DF15880}" dt="2023-05-19T04:20:49.183" v="1156" actId="1076"/>
          <ac:picMkLst>
            <pc:docMk/>
            <pc:sldMk cId="3637680761" sldId="2526"/>
            <ac:picMk id="6" creationId="{B4FA62DA-8CBB-84C6-680D-13D703385273}"/>
          </ac:picMkLst>
        </pc:picChg>
        <pc:picChg chg="del">
          <ac:chgData name="Owais Ahmed" userId="6abc7d4556b3b071" providerId="LiveId" clId="{ADC60C37-1EF1-4DBC-B39E-53715DF15880}" dt="2023-05-19T04:15:22.037" v="954" actId="478"/>
          <ac:picMkLst>
            <pc:docMk/>
            <pc:sldMk cId="3637680761" sldId="2526"/>
            <ac:picMk id="7" creationId="{8EF90C2A-B89D-CFBD-6B15-F526D57DA438}"/>
          </ac:picMkLst>
        </pc:picChg>
      </pc:sldChg>
      <pc:sldChg chg="modSp add del mod">
        <pc:chgData name="Owais Ahmed" userId="6abc7d4556b3b071" providerId="LiveId" clId="{ADC60C37-1EF1-4DBC-B39E-53715DF15880}" dt="2023-05-19T04:06:13.390" v="672" actId="47"/>
        <pc:sldMkLst>
          <pc:docMk/>
          <pc:sldMk cId="3897119825" sldId="2526"/>
        </pc:sldMkLst>
        <pc:spChg chg="mod">
          <ac:chgData name="Owais Ahmed" userId="6abc7d4556b3b071" providerId="LiveId" clId="{ADC60C37-1EF1-4DBC-B39E-53715DF15880}" dt="2023-05-19T04:05:57.981" v="671" actId="20577"/>
          <ac:spMkLst>
            <pc:docMk/>
            <pc:sldMk cId="3897119825" sldId="2526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ADC60C37-1EF1-4DBC-B39E-53715DF15880}" dt="2023-05-19T04:26:01.894" v="1634" actId="20577"/>
        <pc:sldMkLst>
          <pc:docMk/>
          <pc:sldMk cId="847185206" sldId="2527"/>
        </pc:sldMkLst>
        <pc:spChg chg="mod">
          <ac:chgData name="Owais Ahmed" userId="6abc7d4556b3b071" providerId="LiveId" clId="{ADC60C37-1EF1-4DBC-B39E-53715DF15880}" dt="2023-05-19T04:26:01.894" v="1634" actId="20577"/>
          <ac:spMkLst>
            <pc:docMk/>
            <pc:sldMk cId="847185206" sldId="2527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23:16.320" v="1185" actId="20577"/>
          <ac:spMkLst>
            <pc:docMk/>
            <pc:sldMk cId="847185206" sldId="2527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4:23:11.998" v="1172" actId="478"/>
          <ac:picMkLst>
            <pc:docMk/>
            <pc:sldMk cId="847185206" sldId="2527"/>
            <ac:picMk id="5" creationId="{C98EDCE2-5EA9-0E94-5D6A-FA137B8E143D}"/>
          </ac:picMkLst>
        </pc:picChg>
        <pc:picChg chg="del">
          <ac:chgData name="Owais Ahmed" userId="6abc7d4556b3b071" providerId="LiveId" clId="{ADC60C37-1EF1-4DBC-B39E-53715DF15880}" dt="2023-05-19T04:23:12.387" v="1173" actId="478"/>
          <ac:picMkLst>
            <pc:docMk/>
            <pc:sldMk cId="847185206" sldId="2527"/>
            <ac:picMk id="6" creationId="{B4FA62DA-8CBB-84C6-680D-13D703385273}"/>
          </ac:picMkLst>
        </pc:picChg>
        <pc:picChg chg="add mod">
          <ac:chgData name="Owais Ahmed" userId="6abc7d4556b3b071" providerId="LiveId" clId="{ADC60C37-1EF1-4DBC-B39E-53715DF15880}" dt="2023-05-19T04:23:32.680" v="1194" actId="1076"/>
          <ac:picMkLst>
            <pc:docMk/>
            <pc:sldMk cId="847185206" sldId="2527"/>
            <ac:picMk id="2050" creationId="{D6B19A3C-7BFA-2717-CD3F-F39C1B80D869}"/>
          </ac:picMkLst>
        </pc:picChg>
      </pc:sldChg>
    </pc:docChg>
  </pc:docChgLst>
  <pc:docChgLst>
    <pc:chgData name="Owais Ahmed" userId="6abc7d4556b3b071" providerId="LiveId" clId="{CA40ACB4-56C5-4589-B864-0BD9FBC8E148}"/>
    <pc:docChg chg="undo custSel addSld delSld modSld sldOrd delSection modSection">
      <pc:chgData name="Owais Ahmed" userId="6abc7d4556b3b071" providerId="LiveId" clId="{CA40ACB4-56C5-4589-B864-0BD9FBC8E148}" dt="2023-05-18T17:59:13.709" v="3367" actId="20577"/>
      <pc:docMkLst>
        <pc:docMk/>
      </pc:docMkLst>
      <pc:sldChg chg="ord">
        <pc:chgData name="Owais Ahmed" userId="6abc7d4556b3b071" providerId="LiveId" clId="{CA40ACB4-56C5-4589-B864-0BD9FBC8E148}" dt="2023-05-13T04:56:44.529" v="6"/>
        <pc:sldMkLst>
          <pc:docMk/>
          <pc:sldMk cId="927727573" sldId="2436"/>
        </pc:sldMkLst>
      </pc:sldChg>
      <pc:sldChg chg="modSp mod">
        <pc:chgData name="Owais Ahmed" userId="6abc7d4556b3b071" providerId="LiveId" clId="{CA40ACB4-56C5-4589-B864-0BD9FBC8E148}" dt="2023-05-13T10:13:09.317" v="3071" actId="20577"/>
        <pc:sldMkLst>
          <pc:docMk/>
          <pc:sldMk cId="1649098948" sldId="2462"/>
        </pc:sldMkLst>
        <pc:spChg chg="mod">
          <ac:chgData name="Owais Ahmed" userId="6abc7d4556b3b071" providerId="LiveId" clId="{CA40ACB4-56C5-4589-B864-0BD9FBC8E148}" dt="2023-05-13T10:13:09.317" v="30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ord modAnim">
        <pc:chgData name="Owais Ahmed" userId="6abc7d4556b3b071" providerId="LiveId" clId="{CA40ACB4-56C5-4589-B864-0BD9FBC8E148}" dt="2023-05-13T05:11:54.767" v="696" actId="20577"/>
        <pc:sldMkLst>
          <pc:docMk/>
          <pc:sldMk cId="138766739" sldId="2512"/>
        </pc:sldMkLst>
        <pc:spChg chg="mod">
          <ac:chgData name="Owais Ahmed" userId="6abc7d4556b3b071" providerId="LiveId" clId="{CA40ACB4-56C5-4589-B864-0BD9FBC8E148}" dt="2023-05-13T05:11:54.767" v="696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5:01:12.402" v="68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A40ACB4-56C5-4589-B864-0BD9FBC8E148}" dt="2023-05-13T05:13:47.559" v="937" actId="20577"/>
        <pc:sldMkLst>
          <pc:docMk/>
          <pc:sldMk cId="2057891609" sldId="2513"/>
        </pc:sldMkLst>
        <pc:spChg chg="mod">
          <ac:chgData name="Owais Ahmed" userId="6abc7d4556b3b071" providerId="LiveId" clId="{CA40ACB4-56C5-4589-B864-0BD9FBC8E148}" dt="2023-05-13T05:13:47.559" v="937" actId="20577"/>
          <ac:spMkLst>
            <pc:docMk/>
            <pc:sldMk cId="2057891609" sldId="2513"/>
            <ac:spMk id="3" creationId="{4A1C0383-58FE-E486-295E-B33B8683B938}"/>
          </ac:spMkLst>
        </pc:spChg>
        <pc:spChg chg="add mod">
          <ac:chgData name="Owais Ahmed" userId="6abc7d4556b3b071" providerId="LiveId" clId="{CA40ACB4-56C5-4589-B864-0BD9FBC8E148}" dt="2023-05-13T05:10:49.171" v="658" actId="1076"/>
          <ac:spMkLst>
            <pc:docMk/>
            <pc:sldMk cId="2057891609" sldId="2513"/>
            <ac:spMk id="4" creationId="{0E7C75D9-16B3-E6B6-EC48-76D3E77DC887}"/>
          </ac:spMkLst>
        </pc:spChg>
        <pc:spChg chg="add mod">
          <ac:chgData name="Owais Ahmed" userId="6abc7d4556b3b071" providerId="LiveId" clId="{CA40ACB4-56C5-4589-B864-0BD9FBC8E148}" dt="2023-05-13T05:11:11.490" v="665" actId="1076"/>
          <ac:spMkLst>
            <pc:docMk/>
            <pc:sldMk cId="2057891609" sldId="2513"/>
            <ac:spMk id="5" creationId="{A338149D-6F9A-D4A1-13B5-AE8A552E859F}"/>
          </ac:spMkLst>
        </pc:sp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186824690" sldId="2513"/>
        </pc:sldMkLst>
      </pc:sldChg>
      <pc:sldChg chg="addSp delSp modSp add mod delAnim modAnim">
        <pc:chgData name="Owais Ahmed" userId="6abc7d4556b3b071" providerId="LiveId" clId="{CA40ACB4-56C5-4589-B864-0BD9FBC8E148}" dt="2023-05-13T08:02:17.927" v="2898" actId="20577"/>
        <pc:sldMkLst>
          <pc:docMk/>
          <pc:sldMk cId="766839772" sldId="2514"/>
        </pc:sldMkLst>
        <pc:spChg chg="mod">
          <ac:chgData name="Owais Ahmed" userId="6abc7d4556b3b071" providerId="LiveId" clId="{CA40ACB4-56C5-4589-B864-0BD9FBC8E148}" dt="2023-05-13T06:20:22.774" v="1320" actId="27636"/>
          <ac:spMkLst>
            <pc:docMk/>
            <pc:sldMk cId="766839772" sldId="2514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5:14:10.899" v="946" actId="478"/>
          <ac:spMkLst>
            <pc:docMk/>
            <pc:sldMk cId="766839772" sldId="2514"/>
            <ac:spMk id="4" creationId="{0E7C75D9-16B3-E6B6-EC48-76D3E77DC887}"/>
          </ac:spMkLst>
        </pc:spChg>
        <pc:spChg chg="del">
          <ac:chgData name="Owais Ahmed" userId="6abc7d4556b3b071" providerId="LiveId" clId="{CA40ACB4-56C5-4589-B864-0BD9FBC8E148}" dt="2023-05-13T05:14:11.373" v="947" actId="478"/>
          <ac:spMkLst>
            <pc:docMk/>
            <pc:sldMk cId="766839772" sldId="2514"/>
            <ac:spMk id="5" creationId="{A338149D-6F9A-D4A1-13B5-AE8A552E859F}"/>
          </ac:spMkLst>
        </pc:spChg>
        <pc:spChg chg="add mod">
          <ac:chgData name="Owais Ahmed" userId="6abc7d4556b3b071" providerId="LiveId" clId="{CA40ACB4-56C5-4589-B864-0BD9FBC8E148}" dt="2023-05-13T08:02:17.927" v="2898" actId="20577"/>
          <ac:spMkLst>
            <pc:docMk/>
            <pc:sldMk cId="766839772" sldId="2514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5:14:08.334" v="945" actId="20577"/>
          <ac:spMkLst>
            <pc:docMk/>
            <pc:sldMk cId="766839772" sldId="251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40ACB4-56C5-4589-B864-0BD9FBC8E148}" dt="2023-05-13T07:52:56.680" v="2896" actId="20577"/>
          <ac:graphicFrameMkLst>
            <pc:docMk/>
            <pc:sldMk cId="766839772" sldId="2514"/>
            <ac:graphicFrameMk id="4" creationId="{1034A38F-887F-80BB-1296-12F5A3103EA9}"/>
          </ac:graphicFrameMkLst>
        </pc:graphicFrameChg>
        <pc:picChg chg="add del mod">
          <ac:chgData name="Owais Ahmed" userId="6abc7d4556b3b071" providerId="LiveId" clId="{CA40ACB4-56C5-4589-B864-0BD9FBC8E148}" dt="2023-05-13T06:34:33.721" v="1536" actId="478"/>
          <ac:picMkLst>
            <pc:docMk/>
            <pc:sldMk cId="766839772" sldId="2514"/>
            <ac:picMk id="8" creationId="{8BBF8E21-0E09-E008-112C-2BD2D0A7B0FA}"/>
          </ac:picMkLst>
        </pc:picChg>
        <pc:picChg chg="add mod">
          <ac:chgData name="Owais Ahmed" userId="6abc7d4556b3b071" providerId="LiveId" clId="{CA40ACB4-56C5-4589-B864-0BD9FBC8E148}" dt="2023-05-13T06:34:37.465" v="1538" actId="1076"/>
          <ac:picMkLst>
            <pc:docMk/>
            <pc:sldMk cId="766839772" sldId="2514"/>
            <ac:picMk id="10" creationId="{588B9CE5-956F-1EC7-DAAC-3897EEE9BBF1}"/>
          </ac:picMkLst>
        </pc:picChg>
      </pc:sldChg>
      <pc:sldChg chg="addSp delSp modSp add mod addAnim delAnim modAnim">
        <pc:chgData name="Owais Ahmed" userId="6abc7d4556b3b071" providerId="LiveId" clId="{CA40ACB4-56C5-4589-B864-0BD9FBC8E148}" dt="2023-05-13T07:00:17.319" v="2043" actId="20577"/>
        <pc:sldMkLst>
          <pc:docMk/>
          <pc:sldMk cId="4043370130" sldId="2515"/>
        </pc:sldMkLst>
        <pc:spChg chg="mod">
          <ac:chgData name="Owais Ahmed" userId="6abc7d4556b3b071" providerId="LiveId" clId="{CA40ACB4-56C5-4589-B864-0BD9FBC8E148}" dt="2023-05-13T07:00:17.319" v="2043" actId="20577"/>
          <ac:spMkLst>
            <pc:docMk/>
            <pc:sldMk cId="4043370130" sldId="2515"/>
            <ac:spMk id="3" creationId="{4A1C0383-58FE-E486-295E-B33B8683B938}"/>
          </ac:spMkLst>
        </pc:spChg>
        <pc:spChg chg="add del mod">
          <ac:chgData name="Owais Ahmed" userId="6abc7d4556b3b071" providerId="LiveId" clId="{CA40ACB4-56C5-4589-B864-0BD9FBC8E148}" dt="2023-05-13T06:46:49.325" v="1768" actId="478"/>
          <ac:spMkLst>
            <pc:docMk/>
            <pc:sldMk cId="4043370130" sldId="2515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6:51:02.032" v="1786" actId="20577"/>
          <ac:spMkLst>
            <pc:docMk/>
            <pc:sldMk cId="4043370130" sldId="2515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6:53:59.193" v="1881" actId="20577"/>
          <ac:graphicFrameMkLst>
            <pc:docMk/>
            <pc:sldMk cId="4043370130" sldId="2515"/>
            <ac:graphicFrameMk id="4" creationId="{1034A38F-887F-80BB-1296-12F5A3103EA9}"/>
          </ac:graphicFrameMkLst>
        </pc:graphicFrameChg>
        <pc:picChg chg="add del mod ord">
          <ac:chgData name="Owais Ahmed" userId="6abc7d4556b3b071" providerId="LiveId" clId="{CA40ACB4-56C5-4589-B864-0BD9FBC8E148}" dt="2023-05-13T06:51:19.529" v="1787" actId="478"/>
          <ac:picMkLst>
            <pc:docMk/>
            <pc:sldMk cId="4043370130" sldId="2515"/>
            <ac:picMk id="7" creationId="{49177DC3-40AE-858E-5A1C-341D70F42159}"/>
          </ac:picMkLst>
        </pc:picChg>
        <pc:picChg chg="del">
          <ac:chgData name="Owais Ahmed" userId="6abc7d4556b3b071" providerId="LiveId" clId="{CA40ACB4-56C5-4589-B864-0BD9FBC8E148}" dt="2023-05-13T06:30:14.298" v="1459" actId="478"/>
          <ac:picMkLst>
            <pc:docMk/>
            <pc:sldMk cId="4043370130" sldId="2515"/>
            <ac:picMk id="8" creationId="{8BBF8E21-0E09-E008-112C-2BD2D0A7B0FA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23906722" sldId="2516"/>
        </pc:sldMkLst>
      </pc:sldChg>
      <pc:sldChg chg="addSp delSp modSp add mod ord delAnim modAnim">
        <pc:chgData name="Owais Ahmed" userId="6abc7d4556b3b071" providerId="LiveId" clId="{CA40ACB4-56C5-4589-B864-0BD9FBC8E148}" dt="2023-05-13T08:10:57.557" v="2900"/>
        <pc:sldMkLst>
          <pc:docMk/>
          <pc:sldMk cId="3641615729" sldId="2516"/>
        </pc:sldMkLst>
        <pc:spChg chg="mod">
          <ac:chgData name="Owais Ahmed" userId="6abc7d4556b3b071" providerId="LiveId" clId="{CA40ACB4-56C5-4589-B864-0BD9FBC8E148}" dt="2023-05-13T08:10:42.301" v="2899" actId="20577"/>
          <ac:spMkLst>
            <pc:docMk/>
            <pc:sldMk cId="3641615729" sldId="2516"/>
            <ac:spMk id="3" creationId="{4A1C0383-58FE-E486-295E-B33B8683B938}"/>
          </ac:spMkLst>
        </pc:spChg>
        <pc:spChg chg="ord">
          <ac:chgData name="Owais Ahmed" userId="6abc7d4556b3b071" providerId="LiveId" clId="{CA40ACB4-56C5-4589-B864-0BD9FBC8E148}" dt="2023-05-13T06:48:28.751" v="1775" actId="166"/>
          <ac:spMkLst>
            <pc:docMk/>
            <pc:sldMk cId="3641615729" sldId="2516"/>
            <ac:spMk id="214" creationId="{00000000-0000-0000-0000-000000000000}"/>
          </ac:spMkLst>
        </pc:spChg>
        <pc:graphicFrameChg chg="mod">
          <ac:chgData name="Owais Ahmed" userId="6abc7d4556b3b071" providerId="LiveId" clId="{CA40ACB4-56C5-4589-B864-0BD9FBC8E148}" dt="2023-05-13T06:48:37.980" v="1776" actId="1076"/>
          <ac:graphicFrameMkLst>
            <pc:docMk/>
            <pc:sldMk cId="3641615729" sldId="2516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6:50:18.216" v="1781" actId="1076"/>
          <ac:picMkLst>
            <pc:docMk/>
            <pc:sldMk cId="3641615729" sldId="2516"/>
            <ac:picMk id="6" creationId="{EC596F7E-93FA-372F-C77B-35042A5DFDE6}"/>
          </ac:picMkLst>
        </pc:picChg>
        <pc:picChg chg="del">
          <ac:chgData name="Owais Ahmed" userId="6abc7d4556b3b071" providerId="LiveId" clId="{CA40ACB4-56C5-4589-B864-0BD9FBC8E148}" dt="2023-05-13T06:50:06.507" v="1777" actId="478"/>
          <ac:picMkLst>
            <pc:docMk/>
            <pc:sldMk cId="3641615729" sldId="2516"/>
            <ac:picMk id="7" creationId="{49177DC3-40AE-858E-5A1C-341D70F4215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67132684" sldId="2517"/>
        </pc:sldMkLst>
      </pc:sldChg>
      <pc:sldChg chg="addSp delSp modSp add mod addAnim delAnim">
        <pc:chgData name="Owais Ahmed" userId="6abc7d4556b3b071" providerId="LiveId" clId="{CA40ACB4-56C5-4589-B864-0BD9FBC8E148}" dt="2023-05-13T07:00:11.900" v="2037" actId="1076"/>
        <pc:sldMkLst>
          <pc:docMk/>
          <pc:sldMk cId="2424513808" sldId="2517"/>
        </pc:sldMkLst>
        <pc:spChg chg="add del">
          <ac:chgData name="Owais Ahmed" userId="6abc7d4556b3b071" providerId="LiveId" clId="{CA40ACB4-56C5-4589-B864-0BD9FBC8E148}" dt="2023-05-13T06:59:05.291" v="2031" actId="478"/>
          <ac:spMkLst>
            <pc:docMk/>
            <pc:sldMk cId="2424513808" sldId="2517"/>
            <ac:spMk id="3" creationId="{4A1C0383-58FE-E486-295E-B33B8683B938}"/>
          </ac:spMkLst>
        </pc:spChg>
        <pc:spChg chg="add del">
          <ac:chgData name="Owais Ahmed" userId="6abc7d4556b3b071" providerId="LiveId" clId="{CA40ACB4-56C5-4589-B864-0BD9FBC8E148}" dt="2023-05-13T06:57:28.727" v="2014"/>
          <ac:spMkLst>
            <pc:docMk/>
            <pc:sldMk cId="2424513808" sldId="2517"/>
            <ac:spMk id="5" creationId="{D75966DF-BCC6-DEC6-7BBC-465536019DA2}"/>
          </ac:spMkLst>
        </pc:spChg>
        <pc:spChg chg="add del">
          <ac:chgData name="Owais Ahmed" userId="6abc7d4556b3b071" providerId="LiveId" clId="{CA40ACB4-56C5-4589-B864-0BD9FBC8E148}" dt="2023-05-13T06:58:42.384" v="2026"/>
          <ac:spMkLst>
            <pc:docMk/>
            <pc:sldMk cId="2424513808" sldId="2517"/>
            <ac:spMk id="6" creationId="{0A39EBF2-2A57-6E71-7AF7-B80DDB409AA4}"/>
          </ac:spMkLst>
        </pc:spChg>
        <pc:graphicFrameChg chg="del">
          <ac:chgData name="Owais Ahmed" userId="6abc7d4556b3b071" providerId="LiveId" clId="{CA40ACB4-56C5-4589-B864-0BD9FBC8E148}" dt="2023-05-13T06:57:01.915" v="2011" actId="478"/>
          <ac:graphicFrameMkLst>
            <pc:docMk/>
            <pc:sldMk cId="2424513808" sldId="2517"/>
            <ac:graphicFrameMk id="4" creationId="{1034A38F-887F-80BB-1296-12F5A3103EA9}"/>
          </ac:graphicFrameMkLst>
        </pc:graphicFrameChg>
        <pc:picChg chg="add del">
          <ac:chgData name="Owais Ahmed" userId="6abc7d4556b3b071" providerId="LiveId" clId="{CA40ACB4-56C5-4589-B864-0BD9FBC8E148}" dt="2023-05-13T06:58:41.834" v="2024" actId="22"/>
          <ac:picMkLst>
            <pc:docMk/>
            <pc:sldMk cId="2424513808" sldId="2517"/>
            <ac:picMk id="8" creationId="{D59571F2-5BD6-9AAD-B1B7-097F6CD80560}"/>
          </ac:picMkLst>
        </pc:picChg>
        <pc:picChg chg="add del">
          <ac:chgData name="Owais Ahmed" userId="6abc7d4556b3b071" providerId="LiveId" clId="{CA40ACB4-56C5-4589-B864-0BD9FBC8E148}" dt="2023-05-13T06:58:41.125" v="2022" actId="22"/>
          <ac:picMkLst>
            <pc:docMk/>
            <pc:sldMk cId="2424513808" sldId="2517"/>
            <ac:picMk id="10" creationId="{138EEEC0-E3D1-18B8-1148-1A9CA1BC37BB}"/>
          </ac:picMkLst>
        </pc:picChg>
        <pc:picChg chg="add del">
          <ac:chgData name="Owais Ahmed" userId="6abc7d4556b3b071" providerId="LiveId" clId="{CA40ACB4-56C5-4589-B864-0BD9FBC8E148}" dt="2023-05-13T06:58:40.826" v="2021" actId="22"/>
          <ac:picMkLst>
            <pc:docMk/>
            <pc:sldMk cId="2424513808" sldId="2517"/>
            <ac:picMk id="12" creationId="{131FD211-0622-BC49-91B7-1D38AE977A3E}"/>
          </ac:picMkLst>
        </pc:picChg>
        <pc:picChg chg="add del">
          <ac:chgData name="Owais Ahmed" userId="6abc7d4556b3b071" providerId="LiveId" clId="{CA40ACB4-56C5-4589-B864-0BD9FBC8E148}" dt="2023-05-13T06:58:44.731" v="2029" actId="22"/>
          <ac:picMkLst>
            <pc:docMk/>
            <pc:sldMk cId="2424513808" sldId="2517"/>
            <ac:picMk id="14" creationId="{61D805CD-FDDD-A969-D428-1D8C8AD69644}"/>
          </ac:picMkLst>
        </pc:picChg>
        <pc:picChg chg="add mod">
          <ac:chgData name="Owais Ahmed" userId="6abc7d4556b3b071" providerId="LiveId" clId="{CA40ACB4-56C5-4589-B864-0BD9FBC8E148}" dt="2023-05-13T07:00:11.900" v="2037" actId="1076"/>
          <ac:picMkLst>
            <pc:docMk/>
            <pc:sldMk cId="2424513808" sldId="2517"/>
            <ac:picMk id="16" creationId="{6646453D-D8B0-66E9-F285-951C96424420}"/>
          </ac:picMkLst>
        </pc:picChg>
        <pc:picChg chg="add mod">
          <ac:chgData name="Owais Ahmed" userId="6abc7d4556b3b071" providerId="LiveId" clId="{CA40ACB4-56C5-4589-B864-0BD9FBC8E148}" dt="2023-05-13T07:00:10.454" v="2036" actId="1076"/>
          <ac:picMkLst>
            <pc:docMk/>
            <pc:sldMk cId="2424513808" sldId="2517"/>
            <ac:picMk id="1030" creationId="{141C7D6D-9DC9-9BE0-B313-35F3E600FEF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16870580" sldId="2518"/>
        </pc:sldMkLst>
      </pc:sldChg>
      <pc:sldChg chg="modSp add mod ord modAnim">
        <pc:chgData name="Owais Ahmed" userId="6abc7d4556b3b071" providerId="LiveId" clId="{CA40ACB4-56C5-4589-B864-0BD9FBC8E148}" dt="2023-05-13T07:05:37.495" v="2178"/>
        <pc:sldMkLst>
          <pc:docMk/>
          <pc:sldMk cId="1333501729" sldId="2518"/>
        </pc:sldMkLst>
        <pc:spChg chg="mod">
          <ac:chgData name="Owais Ahmed" userId="6abc7d4556b3b071" providerId="LiveId" clId="{CA40ACB4-56C5-4589-B864-0BD9FBC8E148}" dt="2023-05-13T07:04:33.861" v="2164" actId="114"/>
          <ac:spMkLst>
            <pc:docMk/>
            <pc:sldMk cId="1333501729" sldId="2518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0:45.926" v="2057" actId="20577"/>
          <ac:spMkLst>
            <pc:docMk/>
            <pc:sldMk cId="1333501729" sldId="2518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7:05:37.495" v="2178"/>
          <ac:graphicFrameMkLst>
            <pc:docMk/>
            <pc:sldMk cId="1333501729" sldId="2518"/>
            <ac:graphicFrameMk id="4" creationId="{1034A38F-887F-80BB-1296-12F5A3103EA9}"/>
          </ac:graphicFrameMkLst>
        </pc:graphicFrameChg>
      </pc:sldChg>
      <pc:sldChg chg="addSp delSp modSp add mod addAnim delAnim modAnim modNotesTx">
        <pc:chgData name="Owais Ahmed" userId="6abc7d4556b3b071" providerId="LiveId" clId="{CA40ACB4-56C5-4589-B864-0BD9FBC8E148}" dt="2023-05-13T09:44:43.775" v="3037"/>
        <pc:sldMkLst>
          <pc:docMk/>
          <pc:sldMk cId="3255545645" sldId="2519"/>
        </pc:sldMkLst>
        <pc:spChg chg="add del mod">
          <ac:chgData name="Owais Ahmed" userId="6abc7d4556b3b071" providerId="LiveId" clId="{CA40ACB4-56C5-4589-B864-0BD9FBC8E148}" dt="2023-05-13T07:16:00.497" v="2755" actId="20577"/>
          <ac:spMkLst>
            <pc:docMk/>
            <pc:sldMk cId="3255545645" sldId="2519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7:44.890" v="2250"/>
          <ac:spMkLst>
            <pc:docMk/>
            <pc:sldMk cId="3255545645" sldId="2519"/>
            <ac:spMk id="215" creationId="{00000000-0000-0000-0000-000000000000}"/>
          </ac:spMkLst>
        </pc:spChg>
        <pc:graphicFrameChg chg="del">
          <ac:chgData name="Owais Ahmed" userId="6abc7d4556b3b071" providerId="LiveId" clId="{CA40ACB4-56C5-4589-B864-0BD9FBC8E148}" dt="2023-05-13T07:07:47.799" v="2251" actId="478"/>
          <ac:graphicFrameMkLst>
            <pc:docMk/>
            <pc:sldMk cId="3255545645" sldId="2519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7:12:31.112" v="2340" actId="1076"/>
          <ac:picMkLst>
            <pc:docMk/>
            <pc:sldMk cId="3255545645" sldId="2519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928645395" sldId="2519"/>
        </pc:sldMkLst>
      </pc:sldChg>
      <pc:sldChg chg="addSp delSp modSp add mod modAnim">
        <pc:chgData name="Owais Ahmed" userId="6abc7d4556b3b071" providerId="LiveId" clId="{CA40ACB4-56C5-4589-B864-0BD9FBC8E148}" dt="2023-05-13T09:59:56.188" v="3042" actId="20577"/>
        <pc:sldMkLst>
          <pc:docMk/>
          <pc:sldMk cId="1098865988" sldId="2520"/>
        </pc:sldMkLst>
        <pc:spChg chg="mod">
          <ac:chgData name="Owais Ahmed" userId="6abc7d4556b3b071" providerId="LiveId" clId="{CA40ACB4-56C5-4589-B864-0BD9FBC8E148}" dt="2023-05-13T09:59:56.188" v="3042" actId="20577"/>
          <ac:spMkLst>
            <pc:docMk/>
            <pc:sldMk cId="1098865988" sldId="2520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9:33:51.008" v="3036" actId="478"/>
          <ac:spMkLst>
            <pc:docMk/>
            <pc:sldMk cId="1098865988" sldId="2520"/>
            <ac:spMk id="214" creationId="{00000000-0000-0000-0000-000000000000}"/>
          </ac:spMkLst>
        </pc:spChg>
        <pc:picChg chg="add del">
          <ac:chgData name="Owais Ahmed" userId="6abc7d4556b3b071" providerId="LiveId" clId="{CA40ACB4-56C5-4589-B864-0BD9FBC8E148}" dt="2023-05-13T09:29:06.021" v="2909" actId="22"/>
          <ac:picMkLst>
            <pc:docMk/>
            <pc:sldMk cId="1098865988" sldId="2520"/>
            <ac:picMk id="5" creationId="{FEF671A7-BD6E-AB65-9EC2-BAB886BEC595}"/>
          </ac:picMkLst>
        </pc:picChg>
        <pc:picChg chg="add del">
          <ac:chgData name="Owais Ahmed" userId="6abc7d4556b3b071" providerId="LiveId" clId="{CA40ACB4-56C5-4589-B864-0BD9FBC8E148}" dt="2023-05-13T09:29:10.294" v="2911" actId="22"/>
          <ac:picMkLst>
            <pc:docMk/>
            <pc:sldMk cId="1098865988" sldId="2520"/>
            <ac:picMk id="7" creationId="{845D646E-09B6-C917-71C4-7D30165ACF9C}"/>
          </ac:picMkLst>
        </pc:picChg>
        <pc:picChg chg="add del mod">
          <ac:chgData name="Owais Ahmed" userId="6abc7d4556b3b071" providerId="LiveId" clId="{CA40ACB4-56C5-4589-B864-0BD9FBC8E148}" dt="2023-05-13T09:29:42.069" v="2920" actId="478"/>
          <ac:picMkLst>
            <pc:docMk/>
            <pc:sldMk cId="1098865988" sldId="2520"/>
            <ac:picMk id="9" creationId="{96539D06-0917-18D9-AD45-CFB4D8F546BD}"/>
          </ac:picMkLst>
        </pc:picChg>
        <pc:picChg chg="add del">
          <ac:chgData name="Owais Ahmed" userId="6abc7d4556b3b071" providerId="LiveId" clId="{CA40ACB4-56C5-4589-B864-0BD9FBC8E148}" dt="2023-05-13T09:30:50.008" v="2924" actId="22"/>
          <ac:picMkLst>
            <pc:docMk/>
            <pc:sldMk cId="1098865988" sldId="2520"/>
            <ac:picMk id="11" creationId="{61699397-BC35-2886-25BA-B9FF8995A92C}"/>
          </ac:picMkLst>
        </pc:picChg>
        <pc:picChg chg="add del">
          <ac:chgData name="Owais Ahmed" userId="6abc7d4556b3b071" providerId="LiveId" clId="{CA40ACB4-56C5-4589-B864-0BD9FBC8E148}" dt="2023-05-13T09:30:49.792" v="2923" actId="22"/>
          <ac:picMkLst>
            <pc:docMk/>
            <pc:sldMk cId="1098865988" sldId="2520"/>
            <ac:picMk id="13" creationId="{13C4FAF1-E886-4A38-C6A1-D768B73CC0E6}"/>
          </ac:picMkLst>
        </pc:picChg>
        <pc:picChg chg="add del">
          <ac:chgData name="Owais Ahmed" userId="6abc7d4556b3b071" providerId="LiveId" clId="{CA40ACB4-56C5-4589-B864-0BD9FBC8E148}" dt="2023-05-13T09:30:53.412" v="2926" actId="22"/>
          <ac:picMkLst>
            <pc:docMk/>
            <pc:sldMk cId="1098865988" sldId="2520"/>
            <ac:picMk id="15" creationId="{01A76B83-B407-1648-245D-7472E8F7F615}"/>
          </ac:picMkLst>
        </pc:picChg>
        <pc:picChg chg="add mod">
          <ac:chgData name="Owais Ahmed" userId="6abc7d4556b3b071" providerId="LiveId" clId="{CA40ACB4-56C5-4589-B864-0BD9FBC8E148}" dt="2023-05-13T09:31:07.471" v="2930" actId="14100"/>
          <ac:picMkLst>
            <pc:docMk/>
            <pc:sldMk cId="1098865988" sldId="2520"/>
            <ac:picMk id="17" creationId="{42D7FF69-B245-DB94-48E9-F21CCB6251F2}"/>
          </ac:picMkLst>
        </pc:picChg>
        <pc:picChg chg="del">
          <ac:chgData name="Owais Ahmed" userId="6abc7d4556b3b071" providerId="LiveId" clId="{CA40ACB4-56C5-4589-B864-0BD9FBC8E148}" dt="2023-05-13T09:27:44.034" v="2903" actId="478"/>
          <ac:picMkLst>
            <pc:docMk/>
            <pc:sldMk cId="1098865988" sldId="2520"/>
            <ac:picMk id="2050" creationId="{64BA7535-7850-FF1C-35A2-B23E62F71245}"/>
          </ac:picMkLst>
        </pc:picChg>
        <pc:picChg chg="add del mod">
          <ac:chgData name="Owais Ahmed" userId="6abc7d4556b3b071" providerId="LiveId" clId="{CA40ACB4-56C5-4589-B864-0BD9FBC8E148}" dt="2023-05-13T09:29:03.922" v="2907" actId="478"/>
          <ac:picMkLst>
            <pc:docMk/>
            <pc:sldMk cId="1098865988" sldId="2520"/>
            <ac:picMk id="3074" creationId="{8B93790C-7D72-850D-7DF1-BD02D4945BD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60387948" sldId="2520"/>
        </pc:sldMkLst>
      </pc:sldChg>
      <pc:sldChg chg="addSp delSp modSp add mod ord modAnim modNotesTx">
        <pc:chgData name="Owais Ahmed" userId="6abc7d4556b3b071" providerId="LiveId" clId="{CA40ACB4-56C5-4589-B864-0BD9FBC8E148}" dt="2023-05-18T17:59:13.709" v="3367" actId="20577"/>
        <pc:sldMkLst>
          <pc:docMk/>
          <pc:sldMk cId="2513429855" sldId="2521"/>
        </pc:sldMkLst>
        <pc:spChg chg="mod">
          <ac:chgData name="Owais Ahmed" userId="6abc7d4556b3b071" providerId="LiveId" clId="{CA40ACB4-56C5-4589-B864-0BD9FBC8E148}" dt="2023-05-13T10:44:45.927" v="3255" actId="20577"/>
          <ac:spMkLst>
            <pc:docMk/>
            <pc:sldMk cId="2513429855" sldId="2521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10:13:22.710" v="3095" actId="20577"/>
          <ac:spMkLst>
            <pc:docMk/>
            <pc:sldMk cId="2513429855" sldId="2521"/>
            <ac:spMk id="215" creationId="{00000000-0000-0000-0000-000000000000}"/>
          </ac:spMkLst>
        </pc:spChg>
        <pc:picChg chg="add mod">
          <ac:chgData name="Owais Ahmed" userId="6abc7d4556b3b071" providerId="LiveId" clId="{CA40ACB4-56C5-4589-B864-0BD9FBC8E148}" dt="2023-05-13T10:18:01.696" v="3254" actId="1076"/>
          <ac:picMkLst>
            <pc:docMk/>
            <pc:sldMk cId="2513429855" sldId="2521"/>
            <ac:picMk id="5" creationId="{33AC187A-FBC4-F479-02E8-6BE23452081D}"/>
          </ac:picMkLst>
        </pc:picChg>
        <pc:picChg chg="add mod">
          <ac:chgData name="Owais Ahmed" userId="6abc7d4556b3b071" providerId="LiveId" clId="{CA40ACB4-56C5-4589-B864-0BD9FBC8E148}" dt="2023-05-13T10:17:55.935" v="3252" actId="14100"/>
          <ac:picMkLst>
            <pc:docMk/>
            <pc:sldMk cId="2513429855" sldId="2521"/>
            <ac:picMk id="7" creationId="{ABD5C9C4-BB4C-E6D2-4557-0A1182B98E7B}"/>
          </ac:picMkLst>
        </pc:picChg>
        <pc:picChg chg="del">
          <ac:chgData name="Owais Ahmed" userId="6abc7d4556b3b071" providerId="LiveId" clId="{CA40ACB4-56C5-4589-B864-0BD9FBC8E148}" dt="2023-05-13T10:13:48.662" v="3155" actId="478"/>
          <ac:picMkLst>
            <pc:docMk/>
            <pc:sldMk cId="2513429855" sldId="2521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533956873" sldId="2521"/>
        </pc:sldMkLst>
      </pc:sldChg>
      <pc:sldChg chg="delSp add del mod delAnim">
        <pc:chgData name="Owais Ahmed" userId="6abc7d4556b3b071" providerId="LiveId" clId="{CA40ACB4-56C5-4589-B864-0BD9FBC8E148}" dt="2023-05-18T17:58:42.672" v="3259" actId="47"/>
        <pc:sldMkLst>
          <pc:docMk/>
          <pc:sldMk cId="1529342662" sldId="2522"/>
        </pc:sldMkLst>
        <pc:picChg chg="del">
          <ac:chgData name="Owais Ahmed" userId="6abc7d4556b3b071" providerId="LiveId" clId="{CA40ACB4-56C5-4589-B864-0BD9FBC8E148}" dt="2023-05-18T17:58:34.721" v="3258" actId="478"/>
          <ac:picMkLst>
            <pc:docMk/>
            <pc:sldMk cId="1529342662" sldId="2522"/>
            <ac:picMk id="5" creationId="{33AC187A-FBC4-F479-02E8-6BE23452081D}"/>
          </ac:picMkLst>
        </pc:picChg>
        <pc:picChg chg="del">
          <ac:chgData name="Owais Ahmed" userId="6abc7d4556b3b071" providerId="LiveId" clId="{CA40ACB4-56C5-4589-B864-0BD9FBC8E148}" dt="2023-05-18T17:58:32.302" v="3257" actId="478"/>
          <ac:picMkLst>
            <pc:docMk/>
            <pc:sldMk cId="1529342662" sldId="2522"/>
            <ac:picMk id="7" creationId="{ABD5C9C4-BB4C-E6D2-4557-0A1182B98E7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789679466" sldId="252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824498759" sldId="252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445446339" sldId="2525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973777861" sldId="2526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58375352" sldId="2527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008391988" sldId="2528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962984141" sldId="2529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41587051" sldId="2530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410552724" sldId="2531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10913191" sldId="253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822311116" sldId="253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726837901" sldId="2534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55371337" sldId="2535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715965255" sldId="2536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02326894" sldId="2537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418542802" sldId="2538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1485489486" sldId="2539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063360968" sldId="2541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721732587" sldId="254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67724588" sldId="254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0072669" sldId="254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47548254" sldId="254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55337515" sldId="254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207102429" sldId="255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067658445" sldId="255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458250647" sldId="255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4235706244" sldId="255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383099629" sldId="2556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11241561" sldId="255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508103589" sldId="2558"/>
        </pc:sldMkLst>
      </pc:sldChg>
    </pc:docChg>
  </pc:docChgLst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F38D1F3B-F863-4746-A7A8-B84DB8822D85}"/>
    <pc:docChg chg="undo custSel addSld delSld modSld sldOrd modSection">
      <pc:chgData name="Owais Ahmed" userId="6abc7d4556b3b071" providerId="LiveId" clId="{F38D1F3B-F863-4746-A7A8-B84DB8822D85}" dt="2023-06-06T06:24:16.562" v="3904"/>
      <pc:docMkLst>
        <pc:docMk/>
      </pc:docMkLst>
      <pc:sldChg chg="modSp mod">
        <pc:chgData name="Owais Ahmed" userId="6abc7d4556b3b071" providerId="LiveId" clId="{F38D1F3B-F863-4746-A7A8-B84DB8822D85}" dt="2023-06-02T05:41:33.501" v="293" actId="20577"/>
        <pc:sldMkLst>
          <pc:docMk/>
          <pc:sldMk cId="1649098948" sldId="2462"/>
        </pc:sldMkLst>
        <pc:spChg chg="mod">
          <ac:chgData name="Owais Ahmed" userId="6abc7d4556b3b071" providerId="LiveId" clId="{F38D1F3B-F863-4746-A7A8-B84DB8822D85}" dt="2023-06-02T05:35:41.019" v="143" actId="14100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F38D1F3B-F863-4746-A7A8-B84DB8822D85}" dt="2023-06-02T05:41:33.501" v="29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Sp modSp mod addAnim delAnim modAnim">
        <pc:chgData name="Owais Ahmed" userId="6abc7d4556b3b071" providerId="LiveId" clId="{F38D1F3B-F863-4746-A7A8-B84DB8822D85}" dt="2023-06-02T05:52:16.100" v="1234" actId="20577"/>
        <pc:sldMkLst>
          <pc:docMk/>
          <pc:sldMk cId="3362433709" sldId="2527"/>
        </pc:sldMkLst>
        <pc:spChg chg="mod">
          <ac:chgData name="Owais Ahmed" userId="6abc7d4556b3b071" providerId="LiveId" clId="{F38D1F3B-F863-4746-A7A8-B84DB8822D85}" dt="2023-06-02T05:52:16.100" v="1234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5:41:39.765" v="301" actId="20577"/>
          <ac:spMkLst>
            <pc:docMk/>
            <pc:sldMk cId="3362433709" sldId="2527"/>
            <ac:spMk id="215" creationId="{00000000-0000-0000-0000-000000000000}"/>
          </ac:spMkLst>
        </pc:spChg>
        <pc:picChg chg="del">
          <ac:chgData name="Owais Ahmed" userId="6abc7d4556b3b071" providerId="LiveId" clId="{F38D1F3B-F863-4746-A7A8-B84DB8822D85}" dt="2023-06-02T05:40:37.015" v="231" actId="478"/>
          <ac:picMkLst>
            <pc:docMk/>
            <pc:sldMk cId="3362433709" sldId="2527"/>
            <ac:picMk id="1028" creationId="{D52DA1AA-9FFF-2867-000D-D5DC7DC5D3C3}"/>
          </ac:picMkLst>
        </pc:picChg>
        <pc:picChg chg="del">
          <ac:chgData name="Owais Ahmed" userId="6abc7d4556b3b071" providerId="LiveId" clId="{F38D1F3B-F863-4746-A7A8-B84DB8822D85}" dt="2023-06-02T05:40:37.499" v="232" actId="478"/>
          <ac:picMkLst>
            <pc:docMk/>
            <pc:sldMk cId="3362433709" sldId="2527"/>
            <ac:picMk id="1030" creationId="{4945972B-A6FB-55C9-2F14-04F00620FD03}"/>
          </ac:picMkLst>
        </pc:picChg>
      </pc:sldChg>
      <pc:sldChg chg="addSp delSp modSp add mod modAnim">
        <pc:chgData name="Owais Ahmed" userId="6abc7d4556b3b071" providerId="LiveId" clId="{F38D1F3B-F863-4746-A7A8-B84DB8822D85}" dt="2023-06-02T06:19:47.849" v="1912"/>
        <pc:sldMkLst>
          <pc:docMk/>
          <pc:sldMk cId="3247585236" sldId="2528"/>
        </pc:sldMkLst>
        <pc:spChg chg="mod">
          <ac:chgData name="Owais Ahmed" userId="6abc7d4556b3b071" providerId="LiveId" clId="{F38D1F3B-F863-4746-A7A8-B84DB8822D85}" dt="2023-06-02T06:13:16.556" v="1733" actId="20577"/>
          <ac:spMkLst>
            <pc:docMk/>
            <pc:sldMk cId="3247585236" sldId="2528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5:48:23.719" v="1124" actId="20577"/>
          <ac:spMkLst>
            <pc:docMk/>
            <pc:sldMk cId="3247585236" sldId="2528"/>
            <ac:spMk id="215" creationId="{00000000-0000-0000-0000-000000000000}"/>
          </ac:spMkLst>
        </pc:spChg>
        <pc:picChg chg="add mod">
          <ac:chgData name="Owais Ahmed" userId="6abc7d4556b3b071" providerId="LiveId" clId="{F38D1F3B-F863-4746-A7A8-B84DB8822D85}" dt="2023-06-02T06:11:55.004" v="1639" actId="1076"/>
          <ac:picMkLst>
            <pc:docMk/>
            <pc:sldMk cId="3247585236" sldId="2528"/>
            <ac:picMk id="5" creationId="{B7318469-9535-0942-45A3-7C8505139EE9}"/>
          </ac:picMkLst>
        </pc:picChg>
        <pc:picChg chg="add del mod">
          <ac:chgData name="Owais Ahmed" userId="6abc7d4556b3b071" providerId="LiveId" clId="{F38D1F3B-F863-4746-A7A8-B84DB8822D85}" dt="2023-06-02T06:10:26.046" v="1627" actId="478"/>
          <ac:picMkLst>
            <pc:docMk/>
            <pc:sldMk cId="3247585236" sldId="2528"/>
            <ac:picMk id="7" creationId="{3B108F04-E8AF-1017-A9E2-D2352499F546}"/>
          </ac:picMkLst>
        </pc:picChg>
        <pc:picChg chg="add mod">
          <ac:chgData name="Owais Ahmed" userId="6abc7d4556b3b071" providerId="LiveId" clId="{F38D1F3B-F863-4746-A7A8-B84DB8822D85}" dt="2023-06-02T06:11:55.004" v="1639" actId="1076"/>
          <ac:picMkLst>
            <pc:docMk/>
            <pc:sldMk cId="3247585236" sldId="2528"/>
            <ac:picMk id="9" creationId="{FBE65327-D28E-605E-0A80-6E2085FA8DD5}"/>
          </ac:picMkLst>
        </pc:picChg>
      </pc:sldChg>
      <pc:sldChg chg="del">
        <pc:chgData name="Owais Ahmed" userId="6abc7d4556b3b071" providerId="LiveId" clId="{F38D1F3B-F863-4746-A7A8-B84DB8822D85}" dt="2023-06-02T05:40:45.012" v="237" actId="47"/>
        <pc:sldMkLst>
          <pc:docMk/>
          <pc:sldMk cId="4023139806" sldId="2528"/>
        </pc:sldMkLst>
      </pc:sldChg>
      <pc:sldChg chg="del">
        <pc:chgData name="Owais Ahmed" userId="6abc7d4556b3b071" providerId="LiveId" clId="{F38D1F3B-F863-4746-A7A8-B84DB8822D85}" dt="2023-06-02T05:40:45.459" v="239" actId="47"/>
        <pc:sldMkLst>
          <pc:docMk/>
          <pc:sldMk cId="1028238316" sldId="2529"/>
        </pc:sldMkLst>
      </pc:sldChg>
      <pc:sldChg chg="addSp delSp modSp add mod modAnim">
        <pc:chgData name="Owais Ahmed" userId="6abc7d4556b3b071" providerId="LiveId" clId="{F38D1F3B-F863-4746-A7A8-B84DB8822D85}" dt="2023-06-02T06:20:55.532" v="2053"/>
        <pc:sldMkLst>
          <pc:docMk/>
          <pc:sldMk cId="3756507026" sldId="2529"/>
        </pc:sldMkLst>
        <pc:spChg chg="mod">
          <ac:chgData name="Owais Ahmed" userId="6abc7d4556b3b071" providerId="LiveId" clId="{F38D1F3B-F863-4746-A7A8-B84DB8822D85}" dt="2023-06-02T06:20:46.989" v="2050" actId="20577"/>
          <ac:spMkLst>
            <pc:docMk/>
            <pc:sldMk cId="3756507026" sldId="2529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6:13:26.907" v="1735" actId="20577"/>
          <ac:spMkLst>
            <pc:docMk/>
            <pc:sldMk cId="3756507026" sldId="2529"/>
            <ac:spMk id="215" creationId="{00000000-0000-0000-0000-000000000000}"/>
          </ac:spMkLst>
        </pc:spChg>
        <pc:picChg chg="del">
          <ac:chgData name="Owais Ahmed" userId="6abc7d4556b3b071" providerId="LiveId" clId="{F38D1F3B-F863-4746-A7A8-B84DB8822D85}" dt="2023-06-02T06:16:49.553" v="1736" actId="478"/>
          <ac:picMkLst>
            <pc:docMk/>
            <pc:sldMk cId="3756507026" sldId="2529"/>
            <ac:picMk id="5" creationId="{B7318469-9535-0942-45A3-7C8505139EE9}"/>
          </ac:picMkLst>
        </pc:picChg>
        <pc:picChg chg="add mod">
          <ac:chgData name="Owais Ahmed" userId="6abc7d4556b3b071" providerId="LiveId" clId="{F38D1F3B-F863-4746-A7A8-B84DB8822D85}" dt="2023-06-02T06:19:11.284" v="1903" actId="14100"/>
          <ac:picMkLst>
            <pc:docMk/>
            <pc:sldMk cId="3756507026" sldId="2529"/>
            <ac:picMk id="6" creationId="{ADE6C07F-B386-E346-695C-545D6AC75837}"/>
          </ac:picMkLst>
        </pc:picChg>
        <pc:picChg chg="add del mod">
          <ac:chgData name="Owais Ahmed" userId="6abc7d4556b3b071" providerId="LiveId" clId="{F38D1F3B-F863-4746-A7A8-B84DB8822D85}" dt="2023-06-02T06:18:41.139" v="1900" actId="478"/>
          <ac:picMkLst>
            <pc:docMk/>
            <pc:sldMk cId="3756507026" sldId="2529"/>
            <ac:picMk id="8" creationId="{F5EEDAF7-3409-98B7-BCAE-46B492FECAED}"/>
          </ac:picMkLst>
        </pc:picChg>
        <pc:picChg chg="del">
          <ac:chgData name="Owais Ahmed" userId="6abc7d4556b3b071" providerId="LiveId" clId="{F38D1F3B-F863-4746-A7A8-B84DB8822D85}" dt="2023-06-02T06:16:50.123" v="1737" actId="478"/>
          <ac:picMkLst>
            <pc:docMk/>
            <pc:sldMk cId="3756507026" sldId="2529"/>
            <ac:picMk id="9" creationId="{FBE65327-D28E-605E-0A80-6E2085FA8DD5}"/>
          </ac:picMkLst>
        </pc:picChg>
        <pc:picChg chg="add mod">
          <ac:chgData name="Owais Ahmed" userId="6abc7d4556b3b071" providerId="LiveId" clId="{F38D1F3B-F863-4746-A7A8-B84DB8822D85}" dt="2023-06-02T06:19:18.659" v="1904" actId="1076"/>
          <ac:picMkLst>
            <pc:docMk/>
            <pc:sldMk cId="3756507026" sldId="2529"/>
            <ac:picMk id="11" creationId="{0E00574A-9B60-3B67-9990-4CD5C7213563}"/>
          </ac:picMkLst>
        </pc:picChg>
      </pc:sldChg>
      <pc:sldChg chg="modSp add mod ord modAnim">
        <pc:chgData name="Owais Ahmed" userId="6abc7d4556b3b071" providerId="LiveId" clId="{F38D1F3B-F863-4746-A7A8-B84DB8822D85}" dt="2023-06-02T06:35:06.186" v="3190" actId="20577"/>
        <pc:sldMkLst>
          <pc:docMk/>
          <pc:sldMk cId="1352093608" sldId="2530"/>
        </pc:sldMkLst>
        <pc:spChg chg="mod">
          <ac:chgData name="Owais Ahmed" userId="6abc7d4556b3b071" providerId="LiveId" clId="{F38D1F3B-F863-4746-A7A8-B84DB8822D85}" dt="2023-06-02T06:35:06.186" v="3190" actId="20577"/>
          <ac:spMkLst>
            <pc:docMk/>
            <pc:sldMk cId="1352093608" sldId="2530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2T06:21:29.025" v="2086" actId="20577"/>
          <ac:spMkLst>
            <pc:docMk/>
            <pc:sldMk cId="1352093608" sldId="2530"/>
            <ac:spMk id="215" creationId="{00000000-0000-0000-0000-000000000000}"/>
          </ac:spMkLst>
        </pc:spChg>
      </pc:sldChg>
      <pc:sldChg chg="del">
        <pc:chgData name="Owais Ahmed" userId="6abc7d4556b3b071" providerId="LiveId" clId="{F38D1F3B-F863-4746-A7A8-B84DB8822D85}" dt="2023-06-02T05:40:45.783" v="240" actId="47"/>
        <pc:sldMkLst>
          <pc:docMk/>
          <pc:sldMk cId="4011009338" sldId="2530"/>
        </pc:sldMkLst>
      </pc:sldChg>
      <pc:sldChg chg="del">
        <pc:chgData name="Owais Ahmed" userId="6abc7d4556b3b071" providerId="LiveId" clId="{F38D1F3B-F863-4746-A7A8-B84DB8822D85}" dt="2023-06-02T05:40:45.144" v="238" actId="47"/>
        <pc:sldMkLst>
          <pc:docMk/>
          <pc:sldMk cId="2329166120" sldId="2531"/>
        </pc:sldMkLst>
      </pc:sldChg>
      <pc:sldChg chg="modAnim">
        <pc:chgData name="Owais Ahmed" userId="6abc7d4556b3b071" providerId="LiveId" clId="{F38D1F3B-F863-4746-A7A8-B84DB8822D85}" dt="2023-06-06T04:12:29.217" v="3620"/>
        <pc:sldMkLst>
          <pc:docMk/>
          <pc:sldMk cId="3028686708" sldId="2531"/>
        </pc:sldMkLst>
      </pc:sldChg>
      <pc:sldChg chg="del">
        <pc:chgData name="Owais Ahmed" userId="6abc7d4556b3b071" providerId="LiveId" clId="{F38D1F3B-F863-4746-A7A8-B84DB8822D85}" dt="2023-06-02T05:40:45.993" v="241" actId="47"/>
        <pc:sldMkLst>
          <pc:docMk/>
          <pc:sldMk cId="2254841546" sldId="2532"/>
        </pc:sldMkLst>
      </pc:sldChg>
      <pc:sldChg chg="modAnim">
        <pc:chgData name="Owais Ahmed" userId="6abc7d4556b3b071" providerId="LiveId" clId="{F38D1F3B-F863-4746-A7A8-B84DB8822D85}" dt="2023-06-06T04:12:37.698" v="3621"/>
        <pc:sldMkLst>
          <pc:docMk/>
          <pc:sldMk cId="3407722263" sldId="2532"/>
        </pc:sldMkLst>
      </pc:sldChg>
      <pc:sldChg chg="modAnim">
        <pc:chgData name="Owais Ahmed" userId="6abc7d4556b3b071" providerId="LiveId" clId="{F38D1F3B-F863-4746-A7A8-B84DB8822D85}" dt="2023-06-06T04:12:41.476" v="3622"/>
        <pc:sldMkLst>
          <pc:docMk/>
          <pc:sldMk cId="621271940" sldId="2533"/>
        </pc:sldMkLst>
      </pc:sldChg>
      <pc:sldChg chg="del">
        <pc:chgData name="Owais Ahmed" userId="6abc7d4556b3b071" providerId="LiveId" clId="{F38D1F3B-F863-4746-A7A8-B84DB8822D85}" dt="2023-06-02T05:40:46.206" v="242" actId="47"/>
        <pc:sldMkLst>
          <pc:docMk/>
          <pc:sldMk cId="2326615597" sldId="2533"/>
        </pc:sldMkLst>
      </pc:sldChg>
      <pc:sldChg chg="del">
        <pc:chgData name="Owais Ahmed" userId="6abc7d4556b3b071" providerId="LiveId" clId="{F38D1F3B-F863-4746-A7A8-B84DB8822D85}" dt="2023-06-02T05:40:48.023" v="247" actId="47"/>
        <pc:sldMkLst>
          <pc:docMk/>
          <pc:sldMk cId="3562149716" sldId="2534"/>
        </pc:sldMkLst>
      </pc:sldChg>
      <pc:sldChg chg="del">
        <pc:chgData name="Owais Ahmed" userId="6abc7d4556b3b071" providerId="LiveId" clId="{F38D1F3B-F863-4746-A7A8-B84DB8822D85}" dt="2023-06-02T05:40:46.828" v="245" actId="47"/>
        <pc:sldMkLst>
          <pc:docMk/>
          <pc:sldMk cId="2723905336" sldId="2535"/>
        </pc:sldMkLst>
      </pc:sldChg>
      <pc:sldChg chg="modAnim">
        <pc:chgData name="Owais Ahmed" userId="6abc7d4556b3b071" providerId="LiveId" clId="{F38D1F3B-F863-4746-A7A8-B84DB8822D85}" dt="2023-06-06T04:12:16.194" v="3619"/>
        <pc:sldMkLst>
          <pc:docMk/>
          <pc:sldMk cId="1199280110" sldId="2536"/>
        </pc:sldMkLst>
      </pc:sldChg>
      <pc:sldChg chg="del">
        <pc:chgData name="Owais Ahmed" userId="6abc7d4556b3b071" providerId="LiveId" clId="{F38D1F3B-F863-4746-A7A8-B84DB8822D85}" dt="2023-06-02T05:40:47.128" v="246" actId="47"/>
        <pc:sldMkLst>
          <pc:docMk/>
          <pc:sldMk cId="2375706165" sldId="2536"/>
        </pc:sldMkLst>
      </pc:sldChg>
      <pc:sldChg chg="del">
        <pc:chgData name="Owais Ahmed" userId="6abc7d4556b3b071" providerId="LiveId" clId="{F38D1F3B-F863-4746-A7A8-B84DB8822D85}" dt="2023-06-02T05:40:46.278" v="243" actId="47"/>
        <pc:sldMkLst>
          <pc:docMk/>
          <pc:sldMk cId="4240904722" sldId="2537"/>
        </pc:sldMkLst>
      </pc:sldChg>
      <pc:sldChg chg="del">
        <pc:chgData name="Owais Ahmed" userId="6abc7d4556b3b071" providerId="LiveId" clId="{F38D1F3B-F863-4746-A7A8-B84DB8822D85}" dt="2023-06-02T05:40:46.559" v="244" actId="47"/>
        <pc:sldMkLst>
          <pc:docMk/>
          <pc:sldMk cId="698020838" sldId="2538"/>
        </pc:sldMkLst>
      </pc:sldChg>
      <pc:sldChg chg="modAnim">
        <pc:chgData name="Owais Ahmed" userId="6abc7d4556b3b071" providerId="LiveId" clId="{F38D1F3B-F863-4746-A7A8-B84DB8822D85}" dt="2023-06-06T06:09:51.909" v="3893"/>
        <pc:sldMkLst>
          <pc:docMk/>
          <pc:sldMk cId="1625057675" sldId="2540"/>
        </pc:sldMkLst>
      </pc:sldChg>
      <pc:sldChg chg="modAnim">
        <pc:chgData name="Owais Ahmed" userId="6abc7d4556b3b071" providerId="LiveId" clId="{F38D1F3B-F863-4746-A7A8-B84DB8822D85}" dt="2023-06-06T06:18:20.857" v="3894"/>
        <pc:sldMkLst>
          <pc:docMk/>
          <pc:sldMk cId="2427348122" sldId="2541"/>
        </pc:sldMkLst>
      </pc:sldChg>
      <pc:sldChg chg="modAnim">
        <pc:chgData name="Owais Ahmed" userId="6abc7d4556b3b071" providerId="LiveId" clId="{F38D1F3B-F863-4746-A7A8-B84DB8822D85}" dt="2023-06-06T06:24:16.562" v="3904"/>
        <pc:sldMkLst>
          <pc:docMk/>
          <pc:sldMk cId="3928630775" sldId="2542"/>
        </pc:sldMkLst>
      </pc:sldChg>
      <pc:sldChg chg="modAnim">
        <pc:chgData name="Owais Ahmed" userId="6abc7d4556b3b071" providerId="LiveId" clId="{F38D1F3B-F863-4746-A7A8-B84DB8822D85}" dt="2023-06-06T06:23:27.127" v="3900"/>
        <pc:sldMkLst>
          <pc:docMk/>
          <pc:sldMk cId="3590470624" sldId="2543"/>
        </pc:sldMkLst>
      </pc:sldChg>
      <pc:sldChg chg="addSp modSp add mod ord modAnim">
        <pc:chgData name="Owais Ahmed" userId="6abc7d4556b3b071" providerId="LiveId" clId="{F38D1F3B-F863-4746-A7A8-B84DB8822D85}" dt="2023-06-06T06:23:23.738" v="3899"/>
        <pc:sldMkLst>
          <pc:docMk/>
          <pc:sldMk cId="2085015365" sldId="2544"/>
        </pc:sldMkLst>
        <pc:spChg chg="mod">
          <ac:chgData name="Owais Ahmed" userId="6abc7d4556b3b071" providerId="LiveId" clId="{F38D1F3B-F863-4746-A7A8-B84DB8822D85}" dt="2023-06-06T05:19:21.436" v="3628" actId="20577"/>
          <ac:spMkLst>
            <pc:docMk/>
            <pc:sldMk cId="2085015365" sldId="2544"/>
            <ac:spMk id="3" creationId="{4A1C0383-58FE-E486-295E-B33B8683B938}"/>
          </ac:spMkLst>
        </pc:spChg>
        <pc:spChg chg="mod">
          <ac:chgData name="Owais Ahmed" userId="6abc7d4556b3b071" providerId="LiveId" clId="{F38D1F3B-F863-4746-A7A8-B84DB8822D85}" dt="2023-06-06T03:33:14.644" v="3209" actId="20577"/>
          <ac:spMkLst>
            <pc:docMk/>
            <pc:sldMk cId="2085015365" sldId="2544"/>
            <ac:spMk id="215" creationId="{00000000-0000-0000-0000-000000000000}"/>
          </ac:spMkLst>
        </pc:spChg>
        <pc:picChg chg="add mod modCrop">
          <ac:chgData name="Owais Ahmed" userId="6abc7d4556b3b071" providerId="LiveId" clId="{F38D1F3B-F863-4746-A7A8-B84DB8822D85}" dt="2023-06-06T05:19:11.183" v="3624" actId="1076"/>
          <ac:picMkLst>
            <pc:docMk/>
            <pc:sldMk cId="2085015365" sldId="2544"/>
            <ac:picMk id="4" creationId="{544EAB50-C63B-48EA-2EF5-4CBE170E1BF1}"/>
          </ac:picMkLst>
        </pc:picChg>
      </pc:sldChg>
      <pc:sldChg chg="addSp delSp modSp add mod modAnim">
        <pc:chgData name="Owais Ahmed" userId="6abc7d4556b3b071" providerId="LiveId" clId="{F38D1F3B-F863-4746-A7A8-B84DB8822D85}" dt="2023-06-06T06:23:19.306" v="3898"/>
        <pc:sldMkLst>
          <pc:docMk/>
          <pc:sldMk cId="702401048" sldId="2545"/>
        </pc:sldMkLst>
        <pc:spChg chg="mod">
          <ac:chgData name="Owais Ahmed" userId="6abc7d4556b3b071" providerId="LiveId" clId="{F38D1F3B-F863-4746-A7A8-B84DB8822D85}" dt="2023-06-06T05:22:18.894" v="3713" actId="20577"/>
          <ac:spMkLst>
            <pc:docMk/>
            <pc:sldMk cId="702401048" sldId="2545"/>
            <ac:spMk id="3" creationId="{4A1C0383-58FE-E486-295E-B33B8683B938}"/>
          </ac:spMkLst>
        </pc:spChg>
        <pc:picChg chg="del">
          <ac:chgData name="Owais Ahmed" userId="6abc7d4556b3b071" providerId="LiveId" clId="{F38D1F3B-F863-4746-A7A8-B84DB8822D85}" dt="2023-06-06T03:40:44.391" v="3474" actId="478"/>
          <ac:picMkLst>
            <pc:docMk/>
            <pc:sldMk cId="702401048" sldId="2545"/>
            <ac:picMk id="4" creationId="{544EAB50-C63B-48EA-2EF5-4CBE170E1BF1}"/>
          </ac:picMkLst>
        </pc:picChg>
        <pc:picChg chg="add mod">
          <ac:chgData name="Owais Ahmed" userId="6abc7d4556b3b071" providerId="LiveId" clId="{F38D1F3B-F863-4746-A7A8-B84DB8822D85}" dt="2023-06-06T05:20:57.021" v="3640" actId="1076"/>
          <ac:picMkLst>
            <pc:docMk/>
            <pc:sldMk cId="702401048" sldId="2545"/>
            <ac:picMk id="4" creationId="{A118283E-F03B-10B3-8AC7-8165E88BBA92}"/>
          </ac:picMkLst>
        </pc:picChg>
        <pc:picChg chg="add del mod">
          <ac:chgData name="Owais Ahmed" userId="6abc7d4556b3b071" providerId="LiveId" clId="{F38D1F3B-F863-4746-A7A8-B84DB8822D85}" dt="2023-06-06T05:20:46.513" v="3636" actId="478"/>
          <ac:picMkLst>
            <pc:docMk/>
            <pc:sldMk cId="702401048" sldId="2545"/>
            <ac:picMk id="1026" creationId="{73901ED5-FF90-C1D7-CEFC-A0F2D1D23D79}"/>
          </ac:picMkLst>
        </pc:picChg>
      </pc:sldChg>
      <pc:sldChg chg="addSp delSp modSp add del mod modAnim">
        <pc:chgData name="Owais Ahmed" userId="6abc7d4556b3b071" providerId="LiveId" clId="{F38D1F3B-F863-4746-A7A8-B84DB8822D85}" dt="2023-06-06T05:23:54.251" v="3716" actId="2696"/>
        <pc:sldMkLst>
          <pc:docMk/>
          <pc:sldMk cId="1082841927" sldId="2546"/>
        </pc:sldMkLst>
        <pc:spChg chg="mod">
          <ac:chgData name="Owais Ahmed" userId="6abc7d4556b3b071" providerId="LiveId" clId="{F38D1F3B-F863-4746-A7A8-B84DB8822D85}" dt="2023-06-06T05:19:30.165" v="3632" actId="14100"/>
          <ac:spMkLst>
            <pc:docMk/>
            <pc:sldMk cId="1082841927" sldId="2546"/>
            <ac:spMk id="3" creationId="{4A1C0383-58FE-E486-295E-B33B8683B938}"/>
          </ac:spMkLst>
        </pc:spChg>
        <pc:graphicFrameChg chg="add mod modGraphic">
          <ac:chgData name="Owais Ahmed" userId="6abc7d4556b3b071" providerId="LiveId" clId="{F38D1F3B-F863-4746-A7A8-B84DB8822D85}" dt="2023-06-06T05:20:08.233" v="3635" actId="20577"/>
          <ac:graphicFrameMkLst>
            <pc:docMk/>
            <pc:sldMk cId="1082841927" sldId="2546"/>
            <ac:graphicFrameMk id="5" creationId="{761D6619-513D-D030-B268-11087086B879}"/>
          </ac:graphicFrameMkLst>
        </pc:graphicFrameChg>
        <pc:picChg chg="del">
          <ac:chgData name="Owais Ahmed" userId="6abc7d4556b3b071" providerId="LiveId" clId="{F38D1F3B-F863-4746-A7A8-B84DB8822D85}" dt="2023-06-06T05:19:26.187" v="3630" actId="478"/>
          <ac:picMkLst>
            <pc:docMk/>
            <pc:sldMk cId="1082841927" sldId="2546"/>
            <ac:picMk id="4" creationId="{544EAB50-C63B-48EA-2EF5-4CBE170E1BF1}"/>
          </ac:picMkLst>
        </pc:picChg>
      </pc:sldChg>
      <pc:sldChg chg="addSp delSp modSp add mod modAnim">
        <pc:chgData name="Owais Ahmed" userId="6abc7d4556b3b071" providerId="LiveId" clId="{F38D1F3B-F863-4746-A7A8-B84DB8822D85}" dt="2023-06-06T06:23:14.740" v="3897"/>
        <pc:sldMkLst>
          <pc:docMk/>
          <pc:sldMk cId="4284334157" sldId="2546"/>
        </pc:sldMkLst>
        <pc:spChg chg="mod">
          <ac:chgData name="Owais Ahmed" userId="6abc7d4556b3b071" providerId="LiveId" clId="{F38D1F3B-F863-4746-A7A8-B84DB8822D85}" dt="2023-06-06T05:25:46.711" v="3892" actId="20577"/>
          <ac:spMkLst>
            <pc:docMk/>
            <pc:sldMk cId="4284334157" sldId="2546"/>
            <ac:spMk id="3" creationId="{4A1C0383-58FE-E486-295E-B33B8683B938}"/>
          </ac:spMkLst>
        </pc:spChg>
        <pc:picChg chg="del">
          <ac:chgData name="Owais Ahmed" userId="6abc7d4556b3b071" providerId="LiveId" clId="{F38D1F3B-F863-4746-A7A8-B84DB8822D85}" dt="2023-06-06T05:24:00.552" v="3718" actId="478"/>
          <ac:picMkLst>
            <pc:docMk/>
            <pc:sldMk cId="4284334157" sldId="2546"/>
            <ac:picMk id="4" creationId="{A118283E-F03B-10B3-8AC7-8165E88BBA92}"/>
          </ac:picMkLst>
        </pc:picChg>
        <pc:picChg chg="add mod">
          <ac:chgData name="Owais Ahmed" userId="6abc7d4556b3b071" providerId="LiveId" clId="{F38D1F3B-F863-4746-A7A8-B84DB8822D85}" dt="2023-06-06T05:24:09.381" v="3721" actId="14100"/>
          <ac:picMkLst>
            <pc:docMk/>
            <pc:sldMk cId="4284334157" sldId="2546"/>
            <ac:picMk id="2050" creationId="{A62BCC87-6714-5735-69BC-BF8104B36A0B}"/>
          </ac:picMkLst>
        </pc:picChg>
      </pc:sldChg>
      <pc:sldChg chg="add del">
        <pc:chgData name="Owais Ahmed" userId="6abc7d4556b3b071" providerId="LiveId" clId="{F38D1F3B-F863-4746-A7A8-B84DB8822D85}" dt="2023-06-06T05:23:50.344" v="3715" actId="2890"/>
        <pc:sldMkLst>
          <pc:docMk/>
          <pc:sldMk cId="1661128782" sldId="25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44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88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457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21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68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037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805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487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75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72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252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64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92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1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835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72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7436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428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90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4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19" y="430925"/>
            <a:ext cx="4846320" cy="113511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566042"/>
            <a:ext cx="4114800" cy="4740166"/>
          </a:xfrm>
        </p:spPr>
        <p:txBody>
          <a:bodyPr/>
          <a:lstStyle/>
          <a:p>
            <a:r>
              <a:rPr lang="en-US" dirty="0"/>
              <a:t>Counters</a:t>
            </a:r>
          </a:p>
          <a:p>
            <a:r>
              <a:rPr lang="en-US" dirty="0"/>
              <a:t>2-bit Async Counter</a:t>
            </a:r>
          </a:p>
          <a:p>
            <a:r>
              <a:rPr lang="en-US" dirty="0"/>
              <a:t>3-bit Async Counter</a:t>
            </a:r>
          </a:p>
          <a:p>
            <a:r>
              <a:rPr lang="en-US" dirty="0"/>
              <a:t>4-bit Async Decade Counter</a:t>
            </a:r>
          </a:p>
          <a:p>
            <a:r>
              <a:rPr lang="en-US" dirty="0"/>
              <a:t>Propagation Delay and Ripple</a:t>
            </a:r>
          </a:p>
          <a:p>
            <a:r>
              <a:rPr lang="en-US" dirty="0"/>
              <a:t>Sync Counters</a:t>
            </a:r>
          </a:p>
          <a:p>
            <a:r>
              <a:rPr lang="en-US" dirty="0"/>
              <a:t>Design a Counter</a:t>
            </a:r>
          </a:p>
          <a:p>
            <a:r>
              <a:rPr lang="en-US" dirty="0"/>
              <a:t>Up/Down Counter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Counters are sequential digital circuits composed of one or more memory circuits to count the number of times the input was High.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single bit counter can count from 0 to 1; A 2-bit counter can counter from 0 to 3; an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-bit counter can count from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3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Counters are of two types: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Asynchronous counters do not have fixed coordinated Clock, meaning the time to switch is not the same for all circuit blocks. In Async counters, the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200" dirty="0"/>
                  <a:t> input is connected only to the LSB FF.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Synchronous counters have a coordinated clock, therefore all circuit blocks switch at the same time. They generally use Negative Edge Triggering.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090" t="-3206" r="-88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43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3" y="1532588"/>
                <a:ext cx="7799009" cy="494282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block diagram represents a single bit counter made of D Flip Flop.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small angled bracket on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400" dirty="0"/>
                  <a:t> represents </a:t>
                </a:r>
                <a:r>
                  <a:rPr lang="en-US" sz="3400" u="sng" dirty="0"/>
                  <a:t>Edge</a:t>
                </a:r>
                <a:r>
                  <a:rPr lang="en-US" sz="3400" dirty="0"/>
                  <a:t> triggering.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small bubble represents </a:t>
                </a:r>
                <a:r>
                  <a:rPr lang="en-US" sz="3400" u="sng" dirty="0"/>
                  <a:t>Falling</a:t>
                </a:r>
                <a:r>
                  <a:rPr lang="en-US" sz="3400" dirty="0"/>
                  <a:t> edge.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Async counters use Falling edge.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negative output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</m:oMath>
                </a14:m>
                <a:r>
                  <a:rPr lang="en-US" sz="3200" dirty="0"/>
                  <a:t> is fed back 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 so that on each clock pulse, the input is inverted.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3" y="1532588"/>
                <a:ext cx="7799009" cy="4942828"/>
              </a:xfrm>
              <a:prstGeom prst="rect">
                <a:avLst/>
              </a:prstGeom>
              <a:blipFill>
                <a:blip r:embed="rId3"/>
                <a:stretch>
                  <a:fillRect l="-1953" t="-2713" r="-93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9F3942-C51A-00E8-B564-2125E01D3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855" y="1660852"/>
            <a:ext cx="23431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8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2-bit Async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6907552" cy="5020612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2-bit Async counter can be designed using 2 Flip Flops.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 Flip Flop based Async counter feeds the output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200" dirty="0"/>
                  <a:t> back to input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 so that on the next clock spike, the output is inverted. The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</m:oMath>
                </a14:m>
                <a:r>
                  <a:rPr lang="en-US" sz="3200" dirty="0"/>
                  <a:t> becomes input for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200" dirty="0"/>
                  <a:t> signal of second Flip Flop.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T Flip Flop based Async counter has a fixed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input to both T Flip Flops. The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</m:oMath>
                </a14:m>
                <a:r>
                  <a:rPr lang="en-US" sz="3200" dirty="0"/>
                  <a:t> becomes input for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200" dirty="0"/>
                  <a:t> signal of second Flip Flop.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RESET or CLEAR button brings the Flip Flops back to their initial stage.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6907552" cy="5020612"/>
              </a:xfrm>
              <a:prstGeom prst="rect">
                <a:avLst/>
              </a:prstGeom>
              <a:blipFill>
                <a:blip r:embed="rId3"/>
                <a:stretch>
                  <a:fillRect l="-1677" t="-2791" b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7318469-9535-0942-45A3-7C8505139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936" y="1402223"/>
            <a:ext cx="4843680" cy="2583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65327-D28E-605E-0A80-6E2085FA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936" y="4009168"/>
            <a:ext cx="4843679" cy="25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8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3-bit Async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8964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Extending a 2-bit Async counter to 3-bit counter requires another D Flip Flop and a 3</a:t>
            </a:r>
            <a:r>
              <a:rPr lang="en-US" sz="3400" baseline="30000" dirty="0"/>
              <a:t>rd</a:t>
            </a:r>
            <a:r>
              <a:rPr lang="en-US" sz="3400" dirty="0"/>
              <a:t> output.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Similar approach is taken for a T Flip Flop based counter.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6C07F-B386-E346-695C-545D6AC7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21328"/>
            <a:ext cx="5997190" cy="2454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00574A-9B60-3B67-9990-4CD5C721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190" y="3837320"/>
            <a:ext cx="6173109" cy="242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0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3-bit Async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8358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waveform of a 3-bit T-FF based Async Counter</a:t>
            </a:r>
          </a:p>
        </p:txBody>
      </p:sp>
      <p:pic>
        <p:nvPicPr>
          <p:cNvPr id="1026" name="Picture 2" descr="Asynchronous ripple counter verilog code - mxxaser">
            <a:extLst>
              <a:ext uri="{FF2B5EF4-FFF2-40B4-BE49-F238E27FC236}">
                <a16:creationId xmlns:a16="http://schemas.microsoft.com/office/drawing/2014/main" id="{E24E2C78-3DFA-5CF5-5BAD-8CF2C24B6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" t="11514" r="937" b="2988"/>
          <a:stretch/>
        </p:blipFill>
        <p:spPr bwMode="auto">
          <a:xfrm>
            <a:off x="2581075" y="2016175"/>
            <a:ext cx="7010400" cy="453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68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4-bit Async Decade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9"/>
                <a:ext cx="11743016" cy="1641536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4-bit Async Decade counter only has an extra AND gate which turns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𝐶𝐿𝑅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 when the output from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=1010</m:t>
                    </m:r>
                  </m:oMath>
                </a14:m>
                <a:r>
                  <a:rPr lang="en-US" sz="3400" dirty="0"/>
                  <a:t> (MSB to LSB)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𝐶𝐿𝑅</m:t>
                    </m:r>
                  </m:oMath>
                </a14:m>
                <a:r>
                  <a:rPr lang="en-US" sz="3400" dirty="0"/>
                  <a:t> signal resets the FFs to 0, so the counter runs from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0000</m:t>
                    </m:r>
                  </m:oMath>
                </a14:m>
                <a:r>
                  <a:rPr lang="en-US" sz="3400" dirty="0"/>
                  <a:t> to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9"/>
                <a:ext cx="11743016" cy="1641536"/>
              </a:xfrm>
              <a:prstGeom prst="rect">
                <a:avLst/>
              </a:prstGeom>
              <a:blipFill>
                <a:blip r:embed="rId3"/>
                <a:stretch>
                  <a:fillRect l="-1090" t="-4815" b="-111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9722D9D-5B19-BA56-69C4-1CE6A4F09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064" y="3180061"/>
            <a:ext cx="8936421" cy="337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2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4-bit Async Decade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9"/>
            <a:ext cx="11743016" cy="1177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waveform of a 4-bit Decade Counter. Glitch represents the pulse where the CLR signal becomes HIGH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198D9-AE4A-0E3C-77E2-7060C50F9B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74" r="3953" b="7958"/>
          <a:stretch/>
        </p:blipFill>
        <p:spPr>
          <a:xfrm>
            <a:off x="2650100" y="2710418"/>
            <a:ext cx="6872350" cy="376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7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Propagation Delay and Ripple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Async counters have a weakness. The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400" dirty="0"/>
                  <a:t> signal is received by the first FF, which takes some amount of </a:t>
                </a:r>
                <a:r>
                  <a:rPr lang="en-US" sz="3400" u="sng" dirty="0"/>
                  <a:t>propagation time</a:t>
                </a:r>
                <a:r>
                  <a:rPr lang="en-US" sz="3400" dirty="0"/>
                  <a:t> to produce the output.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output is received by next FF after propagation delay. And then for the FF after it, there’s another delay. These delays cause a ripple effect, which is why Async counters are also called </a:t>
                </a:r>
                <a:r>
                  <a:rPr lang="en-US" sz="3400" u="sng" dirty="0"/>
                  <a:t>Ripple counters</a:t>
                </a:r>
                <a:r>
                  <a:rPr lang="en-US" sz="34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For example, if a 3-bit counter using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400" dirty="0"/>
                  <a:t> FFs is started at time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,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gets input at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, but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 will get its input 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3200" dirty="0"/>
                  <a:t>,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will get its input 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200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3200" dirty="0"/>
                  <a:t>. This is because each FF takes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3200" dirty="0"/>
                  <a:t> to complete its operation.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Now if this goes on, then for 11-bit counter, the total ripple delay will become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3200" dirty="0"/>
                  <a:t>, and hence the circuit will fall into race condition.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Propagation delay is calculated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200" dirty="0"/>
                  <a:t> 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is the number of FFs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3200" dirty="0"/>
                  <a:t> is the propagation delay for a single FF.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986" t="-2836" r="-145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09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Propagation Delay and Ripple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1783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Waveform of 3-bit Ripple counter, showing propagation delays between triggering.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838A7-9796-53F1-CEA5-897470197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151" y="2710938"/>
            <a:ext cx="7748247" cy="37644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8FD809-D5EC-2386-A1BB-CF6CE9AF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9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Sync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Sync counters use a common clock pulse for all Flip Flops; there is no propagation delay.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 2-bit Sync counter can be designed using JK/D/T Flip Flops.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Using JK FFs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Using T FFs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Using D FFs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82DCB-922B-6648-32D4-16198AA0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566" y="1371600"/>
            <a:ext cx="4961050" cy="333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9D636E-3527-076B-D0D7-5CE2F134B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566" y="2324317"/>
            <a:ext cx="4961050" cy="3359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DBA4CA-3A33-DC08-3D82-04ADDA75D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782" y="3003783"/>
            <a:ext cx="4952834" cy="351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5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When designing a Sync counter, it is important to follow 6 steps: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Determine the number of FFs to use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Identifying Inputs and Outputs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Create excitation table (complete state table is not required)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Create state diagram from excitation table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Use K-maps to find out simplified equations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000" dirty="0"/>
              <a:t>Design the circuit diagram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Objective: Design a synchronous counter to count from 0 to 3 using JK Flip Flops.</a:t>
            </a:r>
          </a:p>
        </p:txBody>
      </p:sp>
    </p:spTree>
    <p:extLst>
      <p:ext uri="{BB962C8B-B14F-4D97-AF65-F5344CB8AC3E}">
        <p14:creationId xmlns:p14="http://schemas.microsoft.com/office/powerpoint/2010/main" val="314367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/>
                  <a:t>1. Determine the number of FFs to use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counter will count from 0-3, meaning there will be 4 states.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200" dirty="0"/>
                  <a:t>, therefore 2 JK Flip Flops will be required.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call them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60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83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/>
                  <a:t>2. Identifying Inputs and Outputs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already know that in synchronous counters, the FFs have a common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200" dirty="0"/>
                  <a:t> signal.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Inputs 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 will be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Outputs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 will be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2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60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9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271778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/>
              <a:t>3. Create excitation table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an excitation table, we are interested only in the rows in which P.S and N.S have changed.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We identify what values of inputs are required to transition from P.S to N.S.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C97F626-58EB-817E-4128-ACD19A5A7B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5568591"/>
                  </p:ext>
                </p:extLst>
              </p:nvPr>
            </p:nvGraphicFramePr>
            <p:xfrm>
              <a:off x="220384" y="4250376"/>
              <a:ext cx="11743016" cy="22250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67877">
                      <a:extLst>
                        <a:ext uri="{9D8B030D-6E8A-4147-A177-3AD203B41FA5}">
                          <a16:colId xmlns:a16="http://schemas.microsoft.com/office/drawing/2014/main" val="1111961665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2005268440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1475768585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2844226450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1622883736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419369546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3359144272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309498324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P.S</a:t>
                          </a:r>
                          <a:endParaRPr lang="en-PK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N.S</a:t>
                          </a:r>
                          <a:endParaRPr lang="en-PK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5716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1337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04806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40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2563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0564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C97F626-58EB-817E-4128-ACD19A5A7B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5568591"/>
                  </p:ext>
                </p:extLst>
              </p:nvPr>
            </p:nvGraphicFramePr>
            <p:xfrm>
              <a:off x="220384" y="4250376"/>
              <a:ext cx="11743016" cy="22250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67877">
                      <a:extLst>
                        <a:ext uri="{9D8B030D-6E8A-4147-A177-3AD203B41FA5}">
                          <a16:colId xmlns:a16="http://schemas.microsoft.com/office/drawing/2014/main" val="1111961665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2005268440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1475768585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2844226450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1622883736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419369546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3359144272"/>
                        </a:ext>
                      </a:extLst>
                    </a:gridCol>
                    <a:gridCol w="1467877">
                      <a:extLst>
                        <a:ext uri="{9D8B030D-6E8A-4147-A177-3AD203B41FA5}">
                          <a16:colId xmlns:a16="http://schemas.microsoft.com/office/drawing/2014/main" val="309498324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P.S</a:t>
                          </a:r>
                          <a:endParaRPr lang="en-PK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N.S</a:t>
                          </a:r>
                          <a:endParaRPr lang="en-PK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5716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15" t="-108197" r="-70124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100415" t="-108197" r="-60124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200415" t="-108197" r="-50124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300415" t="-108197" r="-40124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02083" t="-108197" r="-302917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108197" r="-20166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108197" r="-10166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700000" t="-108197" r="-1660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1337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04806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40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2563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05644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505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6052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/>
              <a:t>4. Create state diagram from excitation table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Remember! The don’t care states are not required to be mentioned.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1D749B7-2F75-888C-0801-434A3AE94E89}"/>
              </a:ext>
            </a:extLst>
          </p:cNvPr>
          <p:cNvGrpSpPr/>
          <p:nvPr/>
        </p:nvGrpSpPr>
        <p:grpSpPr>
          <a:xfrm>
            <a:off x="2986436" y="3247046"/>
            <a:ext cx="5963804" cy="3228370"/>
            <a:chOff x="5617096" y="2057421"/>
            <a:chExt cx="5963804" cy="322837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ACDF1E7-3F9B-EDB2-D1EA-2CAFC548AC1D}"/>
                </a:ext>
              </a:extLst>
            </p:cNvPr>
            <p:cNvSpPr/>
            <p:nvPr/>
          </p:nvSpPr>
          <p:spPr>
            <a:xfrm>
              <a:off x="6639626" y="2057421"/>
              <a:ext cx="945376" cy="94537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00</a:t>
              </a:r>
              <a:endParaRPr lang="en-PK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E7EFEF3-5555-F203-88E6-CE757BBCC054}"/>
                </a:ext>
              </a:extLst>
            </p:cNvPr>
            <p:cNvSpPr/>
            <p:nvPr/>
          </p:nvSpPr>
          <p:spPr>
            <a:xfrm>
              <a:off x="9709803" y="2057421"/>
              <a:ext cx="945376" cy="94537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01</a:t>
              </a:r>
              <a:endParaRPr lang="en-PK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337AB34-3CAA-7293-A682-1FA551750C42}"/>
                </a:ext>
              </a:extLst>
            </p:cNvPr>
            <p:cNvSpPr/>
            <p:nvPr/>
          </p:nvSpPr>
          <p:spPr>
            <a:xfrm>
              <a:off x="6639626" y="4340415"/>
              <a:ext cx="945376" cy="94537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  <a:endParaRPr lang="en-PK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0328C9A-9E30-842A-DC6B-F242767843B0}"/>
                </a:ext>
              </a:extLst>
            </p:cNvPr>
            <p:cNvSpPr/>
            <p:nvPr/>
          </p:nvSpPr>
          <p:spPr>
            <a:xfrm>
              <a:off x="9709803" y="4340415"/>
              <a:ext cx="945376" cy="94537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lang="en-PK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767A68E-5965-6358-9A1D-971DC471625E}"/>
                </a:ext>
              </a:extLst>
            </p:cNvPr>
            <p:cNvGrpSpPr/>
            <p:nvPr/>
          </p:nvGrpSpPr>
          <p:grpSpPr>
            <a:xfrm>
              <a:off x="7585002" y="2109099"/>
              <a:ext cx="2124801" cy="421010"/>
              <a:chOff x="7585002" y="2109099"/>
              <a:chExt cx="2124801" cy="421010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E6F861F-B613-D0EB-021D-13AB5CCA4123}"/>
                  </a:ext>
                </a:extLst>
              </p:cNvPr>
              <p:cNvCxnSpPr>
                <a:cxnSpLocks/>
                <a:stCxn id="6" idx="6"/>
                <a:endCxn id="10" idx="2"/>
              </p:cNvCxnSpPr>
              <p:nvPr/>
            </p:nvCxnSpPr>
            <p:spPr>
              <a:xfrm>
                <a:off x="7585002" y="2530109"/>
                <a:ext cx="21248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81CAF5CD-07E2-8AD4-6EFC-DD256CD776D0}"/>
                      </a:ext>
                    </a:extLst>
                  </p:cNvPr>
                  <p:cNvSpPr txBox="1"/>
                  <p:nvPr/>
                </p:nvSpPr>
                <p:spPr>
                  <a:xfrm>
                    <a:off x="7876533" y="2109099"/>
                    <a:ext cx="159671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=0;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PK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81CAF5CD-07E2-8AD4-6EFC-DD256CD77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6533" y="2109099"/>
                    <a:ext cx="159671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P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213537E-E1CA-45FF-3D48-629D389FBB84}"/>
                </a:ext>
              </a:extLst>
            </p:cNvPr>
            <p:cNvGrpSpPr/>
            <p:nvPr/>
          </p:nvGrpSpPr>
          <p:grpSpPr>
            <a:xfrm>
              <a:off x="7585002" y="3554176"/>
              <a:ext cx="3995898" cy="1258927"/>
              <a:chOff x="7585002" y="3554176"/>
              <a:chExt cx="3995898" cy="1258927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C28A33E-ADD1-B56E-2A9F-4D7662482578}"/>
                  </a:ext>
                </a:extLst>
              </p:cNvPr>
              <p:cNvCxnSpPr>
                <a:cxnSpLocks/>
                <a:stCxn id="18" idx="2"/>
                <a:endCxn id="14" idx="6"/>
              </p:cNvCxnSpPr>
              <p:nvPr/>
            </p:nvCxnSpPr>
            <p:spPr>
              <a:xfrm flipH="1">
                <a:off x="7585002" y="4813103"/>
                <a:ext cx="21248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0DED3E7B-8270-EF45-5F45-885A411817A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3007" y="3554176"/>
                    <a:ext cx="143789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PK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0DED3E7B-8270-EF45-5F45-885A411817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3007" y="3554176"/>
                    <a:ext cx="143789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P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03301BA-0AEF-EFAD-8C11-0EDAF829D07F}"/>
                </a:ext>
              </a:extLst>
            </p:cNvPr>
            <p:cNvGrpSpPr/>
            <p:nvPr/>
          </p:nvGrpSpPr>
          <p:grpSpPr>
            <a:xfrm>
              <a:off x="7847870" y="3002797"/>
              <a:ext cx="2334621" cy="1810306"/>
              <a:chOff x="7847870" y="3002797"/>
              <a:chExt cx="2334621" cy="1810306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50ABB538-4E83-8C7A-67A3-3827E00A3CB7}"/>
                  </a:ext>
                </a:extLst>
              </p:cNvPr>
              <p:cNvCxnSpPr>
                <a:cxnSpLocks/>
                <a:stCxn id="10" idx="4"/>
                <a:endCxn id="18" idx="0"/>
              </p:cNvCxnSpPr>
              <p:nvPr/>
            </p:nvCxnSpPr>
            <p:spPr>
              <a:xfrm>
                <a:off x="10182491" y="3002797"/>
                <a:ext cx="0" cy="13376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AF1B075-5D5A-179F-E588-5EEC6290C0FC}"/>
                      </a:ext>
                    </a:extLst>
                  </p:cNvPr>
                  <p:cNvSpPr txBox="1"/>
                  <p:nvPr/>
                </p:nvSpPr>
                <p:spPr>
                  <a:xfrm>
                    <a:off x="7847870" y="4443771"/>
                    <a:ext cx="16540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=0;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PK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AF1B075-5D5A-179F-E588-5EEC6290C0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7870" y="4443771"/>
                    <a:ext cx="1654043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P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563933B-62FE-994E-37C0-1BD266085B28}"/>
                </a:ext>
              </a:extLst>
            </p:cNvPr>
            <p:cNvGrpSpPr/>
            <p:nvPr/>
          </p:nvGrpSpPr>
          <p:grpSpPr>
            <a:xfrm>
              <a:off x="5617096" y="3002797"/>
              <a:ext cx="1495218" cy="1337618"/>
              <a:chOff x="5617096" y="3002797"/>
              <a:chExt cx="1495218" cy="1337618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6B67054-78A2-0508-E2EF-E2A1B19FFC7F}"/>
                  </a:ext>
                </a:extLst>
              </p:cNvPr>
              <p:cNvCxnSpPr>
                <a:stCxn id="14" idx="0"/>
                <a:endCxn id="6" idx="4"/>
              </p:cNvCxnSpPr>
              <p:nvPr/>
            </p:nvCxnSpPr>
            <p:spPr>
              <a:xfrm flipV="1">
                <a:off x="7112314" y="3002797"/>
                <a:ext cx="0" cy="13376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FBE44F3-230B-528B-2CBE-05C82D219CD1}"/>
                      </a:ext>
                    </a:extLst>
                  </p:cNvPr>
                  <p:cNvSpPr txBox="1"/>
                  <p:nvPr/>
                </p:nvSpPr>
                <p:spPr>
                  <a:xfrm>
                    <a:off x="5617096" y="3489767"/>
                    <a:ext cx="14952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PK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FBE44F3-230B-528B-2CBE-05C82D219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7096" y="3489767"/>
                    <a:ext cx="1495218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273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9"/>
            <a:ext cx="11743016" cy="13677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/>
              <a:t>3. Use K-maps to find out simplified equations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 all 4 inputs, we require 4 K-maps.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8">
                <a:extLst>
                  <a:ext uri="{FF2B5EF4-FFF2-40B4-BE49-F238E27FC236}">
                    <a16:creationId xmlns:a16="http://schemas.microsoft.com/office/drawing/2014/main" id="{06638FF3-BF52-8B9E-773F-C396436DE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48509"/>
                  </p:ext>
                </p:extLst>
              </p:nvPr>
            </p:nvGraphicFramePr>
            <p:xfrm>
              <a:off x="228600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e>
                                <m:sub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oMath>
                          </a14:m>
                          <a:endParaRPr lang="en-US" sz="1900" b="1" dirty="0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0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8">
                <a:extLst>
                  <a:ext uri="{FF2B5EF4-FFF2-40B4-BE49-F238E27FC236}">
                    <a16:creationId xmlns:a16="http://schemas.microsoft.com/office/drawing/2014/main" id="{06638FF3-BF52-8B9E-773F-C396436DE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48509"/>
                  </p:ext>
                </p:extLst>
              </p:nvPr>
            </p:nvGraphicFramePr>
            <p:xfrm>
              <a:off x="228600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775" r="-201250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25" t="-775" r="-101250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625" t="-775" r="-1250" b="-200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101563" r="-201250" b="-10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0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200000" r="-201250" b="-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8">
                <a:extLst>
                  <a:ext uri="{FF2B5EF4-FFF2-40B4-BE49-F238E27FC236}">
                    <a16:creationId xmlns:a16="http://schemas.microsoft.com/office/drawing/2014/main" id="{4B9D887C-2952-886D-A11A-AB66530CC3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6675174"/>
                  </p:ext>
                </p:extLst>
              </p:nvPr>
            </p:nvGraphicFramePr>
            <p:xfrm>
              <a:off x="3187593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𝑱</m:t>
                                  </m:r>
                                </m:e>
                                <m:sub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oMath>
                          </a14:m>
                          <a:endParaRPr lang="en-US" sz="1900" b="1" dirty="0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8">
                <a:extLst>
                  <a:ext uri="{FF2B5EF4-FFF2-40B4-BE49-F238E27FC236}">
                    <a16:creationId xmlns:a16="http://schemas.microsoft.com/office/drawing/2014/main" id="{4B9D887C-2952-886D-A11A-AB66530CC3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6675174"/>
                  </p:ext>
                </p:extLst>
              </p:nvPr>
            </p:nvGraphicFramePr>
            <p:xfrm>
              <a:off x="3187593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5" t="-775" r="-201875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775" r="-100621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50" t="-775" r="-1250" b="-200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5" t="-101563" r="-201875" b="-10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5" t="-200000" r="-201875" b="-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48">
                <a:extLst>
                  <a:ext uri="{FF2B5EF4-FFF2-40B4-BE49-F238E27FC236}">
                    <a16:creationId xmlns:a16="http://schemas.microsoft.com/office/drawing/2014/main" id="{AEF67E44-24AD-43AA-D13F-6AAFCFC471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1204193"/>
                  </p:ext>
                </p:extLst>
              </p:nvPr>
            </p:nvGraphicFramePr>
            <p:xfrm>
              <a:off x="6146586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oMath>
                          </a14:m>
                          <a:endParaRPr lang="en-US" sz="1900" b="1" dirty="0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0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48">
                <a:extLst>
                  <a:ext uri="{FF2B5EF4-FFF2-40B4-BE49-F238E27FC236}">
                    <a16:creationId xmlns:a16="http://schemas.microsoft.com/office/drawing/2014/main" id="{AEF67E44-24AD-43AA-D13F-6AAFCFC471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1204193"/>
                  </p:ext>
                </p:extLst>
              </p:nvPr>
            </p:nvGraphicFramePr>
            <p:xfrm>
              <a:off x="6146586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5" t="-775" r="-201250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25" t="-775" r="-101250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625" t="-775" r="-1250" b="-200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5" t="-101563" r="-201250" b="-10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5" t="-200000" r="-201250" b="-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0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48">
                <a:extLst>
                  <a:ext uri="{FF2B5EF4-FFF2-40B4-BE49-F238E27FC236}">
                    <a16:creationId xmlns:a16="http://schemas.microsoft.com/office/drawing/2014/main" id="{A42CEE89-249C-BD4B-6DCF-A71F2FAF91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367143"/>
                  </p:ext>
                </p:extLst>
              </p:nvPr>
            </p:nvGraphicFramePr>
            <p:xfrm>
              <a:off x="9105579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1" dirty="0"/>
                            <a:t>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900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sub>
                              </m:sSub>
                            </m:oMath>
                          </a14:m>
                          <a:endParaRPr lang="en-US" sz="1900" b="1" dirty="0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𝑩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sSub>
                                      <m:sSubPr>
                                        <m:ctrlP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900" b="1" i="1" smtClean="0"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sub>
                                    </m:sSub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48">
                <a:extLst>
                  <a:ext uri="{FF2B5EF4-FFF2-40B4-BE49-F238E27FC236}">
                    <a16:creationId xmlns:a16="http://schemas.microsoft.com/office/drawing/2014/main" id="{A42CEE89-249C-BD4B-6DCF-A71F2FAF91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8367143"/>
                  </p:ext>
                </p:extLst>
              </p:nvPr>
            </p:nvGraphicFramePr>
            <p:xfrm>
              <a:off x="9105579" y="2791919"/>
              <a:ext cx="2922207" cy="23409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406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97406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780322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25" t="-775" r="-201875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775" r="-100621" b="-200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250" t="-775" r="-1250" b="-200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25" t="-101563" r="-201875" b="-10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78032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7725" marR="107725" marT="53862" marB="5386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25" t="-200000" r="-201875" b="-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X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95732" marR="95732" marT="47866" marB="4786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9BE8FA-FC94-EAE2-E74C-45CF1823EFB9}"/>
              </a:ext>
            </a:extLst>
          </p:cNvPr>
          <p:cNvSpPr/>
          <p:nvPr/>
        </p:nvSpPr>
        <p:spPr>
          <a:xfrm>
            <a:off x="2322940" y="3634408"/>
            <a:ext cx="638682" cy="1342207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89F0E6-368E-A8F0-3BEE-C6CBF7F513B0}"/>
              </a:ext>
            </a:extLst>
          </p:cNvPr>
          <p:cNvSpPr/>
          <p:nvPr/>
        </p:nvSpPr>
        <p:spPr>
          <a:xfrm>
            <a:off x="4329354" y="3674779"/>
            <a:ext cx="1638225" cy="1301837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DB5186-8BE6-4517-E0EC-088BEFE04A0A}"/>
              </a:ext>
            </a:extLst>
          </p:cNvPr>
          <p:cNvSpPr/>
          <p:nvPr/>
        </p:nvSpPr>
        <p:spPr>
          <a:xfrm>
            <a:off x="10241423" y="3674779"/>
            <a:ext cx="1638225" cy="1301837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FA4F00-AA6C-6768-6139-4BA877AE7723}"/>
              </a:ext>
            </a:extLst>
          </p:cNvPr>
          <p:cNvSpPr/>
          <p:nvPr/>
        </p:nvSpPr>
        <p:spPr>
          <a:xfrm>
            <a:off x="8318759" y="3686673"/>
            <a:ext cx="638682" cy="1367728"/>
          </a:xfrm>
          <a:prstGeom prst="round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861D329-6EB6-BD8E-4FBC-CA42E8E73C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767" y="5392961"/>
                <a:ext cx="11743016" cy="108175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equations will be: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2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A861D329-6EB6-BD8E-4FBC-CA42E8E73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67" y="5392961"/>
                <a:ext cx="11743016" cy="1081757"/>
              </a:xfrm>
              <a:prstGeom prst="rect">
                <a:avLst/>
              </a:prstGeom>
              <a:blipFill>
                <a:blip r:embed="rId7"/>
                <a:stretch>
                  <a:fillRect l="-1142" t="-678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63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Designing a Counter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80987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/>
                  <a:t>4. Create circuit diagram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/>
                  <a:t>FF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, the input feedback comes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200" dirty="0"/>
                  <a:t>. For FF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/>
                  <a:t>, the input is fixed as HIGH.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809875"/>
              </a:xfrm>
              <a:prstGeom prst="rect">
                <a:avLst/>
              </a:prstGeom>
              <a:blipFill>
                <a:blip r:embed="rId3"/>
                <a:stretch>
                  <a:fillRect l="-1297" t="-4377" r="-830" b="-404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MOD 4 Synchronous Counter using JK Flip-flop">
            <a:extLst>
              <a:ext uri="{FF2B5EF4-FFF2-40B4-BE49-F238E27FC236}">
                <a16:creationId xmlns:a16="http://schemas.microsoft.com/office/drawing/2014/main" id="{574648C6-01F4-E1ED-772A-62FCC8EC7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61" y="3342463"/>
            <a:ext cx="8257027" cy="300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47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Up/Down 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30788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Up/Down counters are bi-directional counters which can count in ascending order (0, 1, 2, 3, 4, 5, 6, 7) as well as descending order (7, 6, 5, 4, 3, 2, 1, 0).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Mostly, the Up/Down counters can be reversed at any point.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44EAB50-C63B-48EA-2EF5-4CBE170E1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26788" t="32988" r="21360"/>
          <a:stretch/>
        </p:blipFill>
        <p:spPr bwMode="auto">
          <a:xfrm>
            <a:off x="3051826" y="4761186"/>
            <a:ext cx="6088347" cy="1602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8501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Up/Down 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496691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the given 3-bit Up/Down counter, the signal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3400" dirty="0"/>
                  <a:t> controls whether the circuit is in Up state or Down state.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combinational circuit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3400" dirty="0"/>
                  <a:t> is inserted before each FF.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496691"/>
              </a:xfrm>
              <a:prstGeom prst="rect">
                <a:avLst/>
              </a:prstGeom>
              <a:blipFill>
                <a:blip r:embed="rId3"/>
                <a:stretch>
                  <a:fillRect l="-1090" t="-8130" r="-1245" b="-1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118283E-F03B-10B3-8AC7-8165E88BB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003" y="3029279"/>
            <a:ext cx="6947994" cy="347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40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Up/Down Counters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194140" cy="49209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400" dirty="0"/>
                  <a:t>, the circuit behaves as UP counter.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Switching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 will turn the circuit to DOWN counter.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What will happen to </a:t>
                </a:r>
                <a:r>
                  <a:rPr lang="en-US" sz="3400"/>
                  <a:t>this waveform if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=00001101</m:t>
                    </m:r>
                  </m:oMath>
                </a14:m>
                <a:r>
                  <a:rPr lang="en-US" sz="34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194140" cy="4920928"/>
              </a:xfrm>
              <a:prstGeom prst="rect">
                <a:avLst/>
              </a:prstGeom>
              <a:blipFill>
                <a:blip r:embed="rId3"/>
                <a:stretch>
                  <a:fillRect l="-2934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A62BCC87-6714-5735-69BC-BF8104B36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524" y="1471284"/>
            <a:ext cx="6775888" cy="508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33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5154</TotalTime>
  <Words>1364</Words>
  <Application>Microsoft Office PowerPoint</Application>
  <PresentationFormat>Widescreen</PresentationFormat>
  <Paragraphs>228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279</cp:revision>
  <dcterms:created xsi:type="dcterms:W3CDTF">2022-11-22T20:08:03Z</dcterms:created>
  <dcterms:modified xsi:type="dcterms:W3CDTF">2023-06-13T15:57:29Z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