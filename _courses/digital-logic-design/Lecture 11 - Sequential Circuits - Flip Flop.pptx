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448" r:id="rId5"/>
    <p:sldId id="2462" r:id="rId6"/>
    <p:sldId id="2527" r:id="rId7"/>
    <p:sldId id="2528" r:id="rId8"/>
    <p:sldId id="2531" r:id="rId9"/>
    <p:sldId id="2529" r:id="rId10"/>
    <p:sldId id="2530" r:id="rId11"/>
    <p:sldId id="2532" r:id="rId12"/>
    <p:sldId id="2533" r:id="rId13"/>
    <p:sldId id="2537" r:id="rId14"/>
    <p:sldId id="2538" r:id="rId15"/>
    <p:sldId id="2535" r:id="rId16"/>
    <p:sldId id="2536" r:id="rId17"/>
    <p:sldId id="2534" r:id="rId18"/>
    <p:sldId id="243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9EC6DC-2EC1-4120-BB9F-606007DB316C}">
          <p14:sldIdLst>
            <p14:sldId id="2448"/>
            <p14:sldId id="2462"/>
            <p14:sldId id="2527"/>
            <p14:sldId id="2528"/>
            <p14:sldId id="2531"/>
            <p14:sldId id="2529"/>
            <p14:sldId id="2530"/>
            <p14:sldId id="2532"/>
            <p14:sldId id="2533"/>
            <p14:sldId id="2537"/>
            <p14:sldId id="2538"/>
            <p14:sldId id="2535"/>
            <p14:sldId id="2536"/>
            <p14:sldId id="2534"/>
            <p14:sldId id="2436"/>
          </p14:sldIdLst>
        </p14:section>
      </p14:sectionLst>
    </p:ex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A53F52"/>
    <a:srgbClr val="01023B"/>
    <a:srgbClr val="2F334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CCE885-7439-496A-92F7-9403C8F92F34}" v="447" dt="2023-06-02T05:40:02.593"/>
    <p1510:client id="{61BB0266-BD3A-4F34-AC79-67330DC72982}" v="1809" dt="2023-06-01T19:29:20.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73" autoAdjust="0"/>
    <p:restoredTop sz="89150" autoAdjust="0"/>
  </p:normalViewPr>
  <p:slideViewPr>
    <p:cSldViewPr snapToGrid="0">
      <p:cViewPr varScale="1">
        <p:scale>
          <a:sx n="73" d="100"/>
          <a:sy n="73" d="100"/>
        </p:scale>
        <p:origin x="840"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pChg chg="mod">
          <ac:chgData name="Owais Ahmed" userId="6abc7d4556b3b071" providerId="LiveId" clId="{583CDD36-DC75-4E50-898E-AECC56DCC01A}" dt="2023-03-03T04:49:18.654" v="1951" actId="20577"/>
          <ac:spMkLst>
            <pc:docMk/>
            <pc:sldMk cId="1649098948" sldId="2462"/>
            <ac:spMk id="6" creationId="{F3C89A40-EEAA-43AB-9A3A-B2CFDE450F1B}"/>
          </ac:spMkLst>
        </pc:spChg>
      </pc:sldChg>
      <pc:sldChg chg="modSp mod modAnim">
        <pc:chgData name="Owais Ahmed" userId="6abc7d4556b3b071" providerId="LiveId" clId="{583CDD36-DC75-4E50-898E-AECC56DCC01A}" dt="2023-03-03T04:47:45.101" v="1938" actId="20577"/>
        <pc:sldMkLst>
          <pc:docMk/>
          <pc:sldMk cId="502436521" sldId="2495"/>
        </pc:sldMkLst>
        <pc:spChg chg="mod">
          <ac:chgData name="Owais Ahmed" userId="6abc7d4556b3b071" providerId="LiveId" clId="{583CDD36-DC75-4E50-898E-AECC56DCC01A}" dt="2023-03-03T04:47:45.101" v="1938" actId="20577"/>
          <ac:spMkLst>
            <pc:docMk/>
            <pc:sldMk cId="502436521" sldId="2495"/>
            <ac:spMk id="3" creationId="{4A1C0383-58FE-E486-295E-B33B8683B938}"/>
          </ac:spMkLst>
        </pc:spChg>
      </pc:sldChg>
      <pc:sldChg chg="addSp delSp modSp mod modAnim modNotesTx">
        <pc:chgData name="Owais Ahmed" userId="6abc7d4556b3b071" providerId="LiveId" clId="{583CDD36-DC75-4E50-898E-AECC56DCC01A}" dt="2023-03-03T04:33:09.205" v="1128" actId="20577"/>
        <pc:sldMkLst>
          <pc:docMk/>
          <pc:sldMk cId="3658375322" sldId="2496"/>
        </pc:sldMkLst>
        <pc:spChg chg="mod">
          <ac:chgData name="Owais Ahmed" userId="6abc7d4556b3b071" providerId="LiveId" clId="{583CDD36-DC75-4E50-898E-AECC56DCC01A}" dt="2023-03-03T04:33:09.205" v="1128" actId="20577"/>
          <ac:spMkLst>
            <pc:docMk/>
            <pc:sldMk cId="3658375322" sldId="2496"/>
            <ac:spMk id="3" creationId="{4A1C0383-58FE-E486-295E-B33B8683B938}"/>
          </ac:spMkLst>
        </pc:spChg>
        <pc:graphicFrameChg chg="add del mod">
          <ac:chgData name="Owais Ahmed" userId="6abc7d4556b3b071" providerId="LiveId" clId="{583CDD36-DC75-4E50-898E-AECC56DCC01A}" dt="2023-03-03T04:18:39.779" v="23"/>
          <ac:graphicFrameMkLst>
            <pc:docMk/>
            <pc:sldMk cId="3658375322" sldId="2496"/>
            <ac:graphicFrameMk id="4" creationId="{BFEC3375-B963-8923-4A6E-32818B1D2D4F}"/>
          </ac:graphicFrameMkLst>
        </pc:graphicFrameChg>
        <pc:graphicFrameChg chg="add del mod">
          <ac:chgData name="Owais Ahmed" userId="6abc7d4556b3b071" providerId="LiveId" clId="{583CDD36-DC75-4E50-898E-AECC56DCC01A}" dt="2023-03-03T04:27:20.607" v="679" actId="478"/>
          <ac:graphicFrameMkLst>
            <pc:docMk/>
            <pc:sldMk cId="3658375322" sldId="2496"/>
            <ac:graphicFrameMk id="5" creationId="{96E07031-D3A1-2C91-FA40-03175BC09D30}"/>
          </ac:graphicFrameMkLst>
        </pc:graphicFrameChg>
      </pc:sldChg>
      <pc:sldChg chg="addSp modSp add mod modAnim">
        <pc:chgData name="Owais Ahmed" userId="6abc7d4556b3b071" providerId="LiveId" clId="{583CDD36-DC75-4E50-898E-AECC56DCC01A}" dt="2023-03-03T04:43:36.685" v="1807" actId="20577"/>
        <pc:sldMkLst>
          <pc:docMk/>
          <pc:sldMk cId="1001608454" sldId="2497"/>
        </pc:sldMkLst>
        <pc:spChg chg="mod">
          <ac:chgData name="Owais Ahmed" userId="6abc7d4556b3b071" providerId="LiveId" clId="{583CDD36-DC75-4E50-898E-AECC56DCC01A}" dt="2023-03-03T04:43:36.685" v="1807" actId="20577"/>
          <ac:spMkLst>
            <pc:docMk/>
            <pc:sldMk cId="1001608454" sldId="2497"/>
            <ac:spMk id="3" creationId="{4A1C0383-58FE-E486-295E-B33B8683B938}"/>
          </ac:spMkLst>
        </pc:spChg>
        <pc:picChg chg="add mod">
          <ac:chgData name="Owais Ahmed" userId="6abc7d4556b3b071" providerId="LiveId" clId="{583CDD36-DC75-4E50-898E-AECC56DCC01A}" dt="2023-03-03T04:40:54.505" v="1617" actId="1076"/>
          <ac:picMkLst>
            <pc:docMk/>
            <pc:sldMk cId="1001608454" sldId="2497"/>
            <ac:picMk id="1026" creationId="{8DBC71CE-FCFC-758B-CB82-BF3E8407CAC9}"/>
          </ac:picMkLst>
        </pc:picChg>
      </pc:sldChg>
      <pc:sldChg chg="addSp delSp modSp add del mod modAnim">
        <pc:chgData name="Owais Ahmed" userId="6abc7d4556b3b071" providerId="LiveId" clId="{583CDD36-DC75-4E50-898E-AECC56DCC01A}" dt="2023-03-03T06:09:14.525" v="3778" actId="27636"/>
        <pc:sldMkLst>
          <pc:docMk/>
          <pc:sldMk cId="1881289253" sldId="2498"/>
        </pc:sldMkLst>
        <pc:spChg chg="mod">
          <ac:chgData name="Owais Ahmed" userId="6abc7d4556b3b071" providerId="LiveId" clId="{583CDD36-DC75-4E50-898E-AECC56DCC01A}" dt="2023-03-03T06:09:14.525" v="3778" actId="27636"/>
          <ac:spMkLst>
            <pc:docMk/>
            <pc:sldMk cId="1881289253" sldId="2498"/>
            <ac:spMk id="3" creationId="{4A1C0383-58FE-E486-295E-B33B8683B938}"/>
          </ac:spMkLst>
        </pc:spChg>
        <pc:spChg chg="add del">
          <ac:chgData name="Owais Ahmed" userId="6abc7d4556b3b071" providerId="LiveId" clId="{583CDD36-DC75-4E50-898E-AECC56DCC01A}" dt="2023-03-03T05:42:07.125" v="2139"/>
          <ac:spMkLst>
            <pc:docMk/>
            <pc:sldMk cId="1881289253" sldId="2498"/>
            <ac:spMk id="4" creationId="{F58F651D-1426-F8D8-EDE6-210C1C067CBF}"/>
          </ac:spMkLst>
        </pc:spChg>
        <pc:spChg chg="add del">
          <ac:chgData name="Owais Ahmed" userId="6abc7d4556b3b071" providerId="LiveId" clId="{583CDD36-DC75-4E50-898E-AECC56DCC01A}" dt="2023-03-03T05:42:24.465" v="2141"/>
          <ac:spMkLst>
            <pc:docMk/>
            <pc:sldMk cId="1881289253" sldId="2498"/>
            <ac:spMk id="5" creationId="{F1C8F1BD-E543-1C02-C17F-B1A2872354C4}"/>
          </ac:spMkLst>
        </pc:spChg>
        <pc:spChg chg="mod">
          <ac:chgData name="Owais Ahmed" userId="6abc7d4556b3b071" providerId="LiveId" clId="{583CDD36-DC75-4E50-898E-AECC56DCC01A}" dt="2023-03-03T04:49:38.147" v="1981" actId="20577"/>
          <ac:spMkLst>
            <pc:docMk/>
            <pc:sldMk cId="1881289253" sldId="2498"/>
            <ac:spMk id="215" creationId="{00000000-0000-0000-0000-000000000000}"/>
          </ac:spMkLst>
        </pc:spChg>
        <pc:picChg chg="add mod">
          <ac:chgData name="Owais Ahmed" userId="6abc7d4556b3b071" providerId="LiveId" clId="{583CDD36-DC75-4E50-898E-AECC56DCC01A}" dt="2023-03-03T05:43:39.544" v="2146" actId="1076"/>
          <ac:picMkLst>
            <pc:docMk/>
            <pc:sldMk cId="1881289253" sldId="2498"/>
            <ac:picMk id="3078" creationId="{FAA109FF-5D40-8692-BD65-902C9FEB4EB4}"/>
          </ac:picMkLst>
        </pc:picChg>
      </pc:sldChg>
      <pc:sldChg chg="addSp delSp modSp add mod modAnim">
        <pc:chgData name="Owais Ahmed" userId="6abc7d4556b3b071" providerId="LiveId" clId="{583CDD36-DC75-4E50-898E-AECC56DCC01A}" dt="2023-03-03T06:00:29.500" v="2818" actId="1076"/>
        <pc:sldMkLst>
          <pc:docMk/>
          <pc:sldMk cId="3955736578" sldId="2499"/>
        </pc:sldMkLst>
        <pc:spChg chg="mod">
          <ac:chgData name="Owais Ahmed" userId="6abc7d4556b3b071" providerId="LiveId" clId="{583CDD36-DC75-4E50-898E-AECC56DCC01A}" dt="2023-03-03T05:58:55.332" v="2810" actId="20577"/>
          <ac:spMkLst>
            <pc:docMk/>
            <pc:sldMk cId="3955736578" sldId="2499"/>
            <ac:spMk id="3" creationId="{4A1C0383-58FE-E486-295E-B33B8683B938}"/>
          </ac:spMkLst>
        </pc:spChg>
        <pc:spChg chg="add del">
          <ac:chgData name="Owais Ahmed" userId="6abc7d4556b3b071" providerId="LiveId" clId="{583CDD36-DC75-4E50-898E-AECC56DCC01A}" dt="2023-03-03T05:59:51.543" v="2812"/>
          <ac:spMkLst>
            <pc:docMk/>
            <pc:sldMk cId="3955736578" sldId="2499"/>
            <ac:spMk id="4" creationId="{A8C2EC14-07AD-1150-23BC-827AB83B1019}"/>
          </ac:spMkLst>
        </pc:spChg>
        <pc:picChg chg="add del">
          <ac:chgData name="Owais Ahmed" userId="6abc7d4556b3b071" providerId="LiveId" clId="{583CDD36-DC75-4E50-898E-AECC56DCC01A}" dt="2023-03-03T06:00:07.097" v="2814" actId="22"/>
          <ac:picMkLst>
            <pc:docMk/>
            <pc:sldMk cId="3955736578" sldId="2499"/>
            <ac:picMk id="6" creationId="{BE71870F-3DBA-4D1F-C222-1B194F1ECDD4}"/>
          </ac:picMkLst>
        </pc:picChg>
        <pc:picChg chg="add mod">
          <ac:chgData name="Owais Ahmed" userId="6abc7d4556b3b071" providerId="LiveId" clId="{583CDD36-DC75-4E50-898E-AECC56DCC01A}" dt="2023-03-03T06:00:29.500" v="2818" actId="1076"/>
          <ac:picMkLst>
            <pc:docMk/>
            <pc:sldMk cId="3955736578" sldId="2499"/>
            <ac:picMk id="8" creationId="{2D690B33-8A95-3481-E1DA-0C2846067CC2}"/>
          </ac:picMkLst>
        </pc:picChg>
        <pc:picChg chg="del">
          <ac:chgData name="Owais Ahmed" userId="6abc7d4556b3b071" providerId="LiveId" clId="{583CDD36-DC75-4E50-898E-AECC56DCC01A}" dt="2023-03-03T05:56:14.122" v="2676" actId="478"/>
          <ac:picMkLst>
            <pc:docMk/>
            <pc:sldMk cId="3955736578" sldId="2499"/>
            <ac:picMk id="3078" creationId="{FAA109FF-5D40-8692-BD65-902C9FEB4EB4}"/>
          </ac:picMkLst>
        </pc:picChg>
      </pc:sldChg>
      <pc:sldChg chg="delSp modSp add mod modAnim">
        <pc:chgData name="Owais Ahmed" userId="6abc7d4556b3b071" providerId="LiveId" clId="{583CDD36-DC75-4E50-898E-AECC56DCC01A}" dt="2023-03-03T06:08:11.648" v="3770" actId="20577"/>
        <pc:sldMkLst>
          <pc:docMk/>
          <pc:sldMk cId="3647547761" sldId="2500"/>
        </pc:sldMkLst>
        <pc:spChg chg="mod">
          <ac:chgData name="Owais Ahmed" userId="6abc7d4556b3b071" providerId="LiveId" clId="{583CDD36-DC75-4E50-898E-AECC56DCC01A}" dt="2023-03-03T06:08:11.648" v="3770" actId="20577"/>
          <ac:spMkLst>
            <pc:docMk/>
            <pc:sldMk cId="3647547761" sldId="2500"/>
            <ac:spMk id="3" creationId="{4A1C0383-58FE-E486-295E-B33B8683B938}"/>
          </ac:spMkLst>
        </pc:spChg>
        <pc:picChg chg="del">
          <ac:chgData name="Owais Ahmed" userId="6abc7d4556b3b071" providerId="LiveId" clId="{583CDD36-DC75-4E50-898E-AECC56DCC01A}" dt="2023-03-03T06:00:36.483" v="2820" actId="478"/>
          <ac:picMkLst>
            <pc:docMk/>
            <pc:sldMk cId="3647547761" sldId="2500"/>
            <ac:picMk id="8" creationId="{2D690B33-8A95-3481-E1DA-0C2846067CC2}"/>
          </ac:picMkLst>
        </pc:picChg>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pChg chg="mod">
          <ac:chgData name="Owais Ahmed" userId="6abc7d4556b3b071" providerId="LiveId" clId="{583CDD36-DC75-4E50-898E-AECC56DCC01A}" dt="2023-03-03T06:14:47.884" v="4213" actId="20577"/>
          <ac:spMkLst>
            <pc:docMk/>
            <pc:sldMk cId="3769573511" sldId="2501"/>
            <ac:spMk id="3" creationId="{4A1C0383-58FE-E486-295E-B33B8683B938}"/>
          </ac:spMkLst>
        </pc:spChg>
        <pc:spChg chg="mod">
          <ac:chgData name="Owais Ahmed" userId="6abc7d4556b3b071" providerId="LiveId" clId="{583CDD36-DC75-4E50-898E-AECC56DCC01A}" dt="2023-03-03T06:09:48.808" v="3814" actId="20577"/>
          <ac:spMkLst>
            <pc:docMk/>
            <pc:sldMk cId="3769573511" sldId="2501"/>
            <ac:spMk id="215" creationId="{00000000-0000-0000-0000-000000000000}"/>
          </ac:spMkLst>
        </pc:spChg>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pChg chg="mod">
          <ac:chgData name="Owais Ahmed" userId="6abc7d4556b3b071" providerId="LiveId" clId="{583CDD36-DC75-4E50-898E-AECC56DCC01A}" dt="2023-03-03T06:23:48.434" v="4556" actId="20577"/>
          <ac:spMkLst>
            <pc:docMk/>
            <pc:sldMk cId="2150423912" sldId="2502"/>
            <ac:spMk id="3" creationId="{4A1C0383-58FE-E486-295E-B33B8683B938}"/>
          </ac:spMkLst>
        </pc:spChg>
        <pc:spChg chg="mod">
          <ac:chgData name="Owais Ahmed" userId="6abc7d4556b3b071" providerId="LiveId" clId="{583CDD36-DC75-4E50-898E-AECC56DCC01A}" dt="2023-03-03T06:16:04.413" v="4227" actId="20577"/>
          <ac:spMkLst>
            <pc:docMk/>
            <pc:sldMk cId="2150423912" sldId="2502"/>
            <ac:spMk id="215" creationId="{00000000-0000-0000-0000-000000000000}"/>
          </ac:spMkLst>
        </pc:spChg>
      </pc:sldChg>
    </pc:docChg>
  </pc:docChgLst>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pChg chg="mod">
          <ac:chgData name="Owais Ahmed" userId="6abc7d4556b3b071" providerId="LiveId" clId="{0FDD8DE3-F1AE-4516-94DB-A1902CE94C41}" dt="2023-03-02T04:34:37.750" v="253" actId="20577"/>
          <ac:spMkLst>
            <pc:docMk/>
            <pc:sldMk cId="1649098948" sldId="2462"/>
            <ac:spMk id="6" creationId="{F3C89A40-EEAA-43AB-9A3A-B2CFDE450F1B}"/>
          </ac:spMkLst>
        </pc:spChg>
      </pc:sldChg>
      <pc:sldChg chg="modSp add del mod modAnim modNotesTx">
        <pc:chgData name="Owais Ahmed" userId="6abc7d4556b3b071" providerId="LiveId" clId="{0FDD8DE3-F1AE-4516-94DB-A1902CE94C41}" dt="2023-03-02T04:56:35.318" v="824" actId="20577"/>
        <pc:sldMkLst>
          <pc:docMk/>
          <pc:sldMk cId="641030253" sldId="2479"/>
        </pc:sldMkLst>
        <pc:spChg chg="mod">
          <ac:chgData name="Owais Ahmed" userId="6abc7d4556b3b071" providerId="LiveId" clId="{0FDD8DE3-F1AE-4516-94DB-A1902CE94C41}" dt="2023-03-02T04:56:35.318" v="824" actId="20577"/>
          <ac:spMkLst>
            <pc:docMk/>
            <pc:sldMk cId="641030253" sldId="2479"/>
            <ac:spMk id="3" creationId="{4A1C0383-58FE-E486-295E-B33B8683B938}"/>
          </ac:spMkLst>
        </pc:spChg>
      </pc:sldChg>
      <pc:sldChg chg="addSp delSp modSp add mod addAnim delAnim modAnim">
        <pc:chgData name="Owais Ahmed" userId="6abc7d4556b3b071" providerId="LiveId" clId="{0FDD8DE3-F1AE-4516-94DB-A1902CE94C41}" dt="2023-03-02T05:02:47.390" v="1015" actId="20577"/>
        <pc:sldMkLst>
          <pc:docMk/>
          <pc:sldMk cId="33298473" sldId="2480"/>
        </pc:sldMkLst>
        <pc:spChg chg="mod">
          <ac:chgData name="Owais Ahmed" userId="6abc7d4556b3b071" providerId="LiveId" clId="{0FDD8DE3-F1AE-4516-94DB-A1902CE94C41}" dt="2023-03-02T05:02:47.390" v="1015" actId="20577"/>
          <ac:spMkLst>
            <pc:docMk/>
            <pc:sldMk cId="33298473" sldId="2480"/>
            <ac:spMk id="3" creationId="{4A1C0383-58FE-E486-295E-B33B8683B938}"/>
          </ac:spMkLst>
        </pc:spChg>
        <pc:spChg chg="add del mod">
          <ac:chgData name="Owais Ahmed" userId="6abc7d4556b3b071" providerId="LiveId" clId="{0FDD8DE3-F1AE-4516-94DB-A1902CE94C41}" dt="2023-03-02T04:59:41.959" v="915" actId="478"/>
          <ac:spMkLst>
            <pc:docMk/>
            <pc:sldMk cId="33298473" sldId="2480"/>
            <ac:spMk id="4" creationId="{68AC28BA-EE78-7111-9C67-B260CC8C0AF1}"/>
          </ac:spMkLst>
        </pc:spChg>
        <pc:spChg chg="add del mod">
          <ac:chgData name="Owais Ahmed" userId="6abc7d4556b3b071" providerId="LiveId" clId="{0FDD8DE3-F1AE-4516-94DB-A1902CE94C41}" dt="2023-03-02T04:59:50.009" v="917"/>
          <ac:spMkLst>
            <pc:docMk/>
            <pc:sldMk cId="33298473" sldId="2480"/>
            <ac:spMk id="5" creationId="{3C596777-B16B-C4E4-DB12-E1F5A73BD828}"/>
          </ac:spMkLst>
        </pc:spChg>
        <pc:spChg chg="mod">
          <ac:chgData name="Owais Ahmed" userId="6abc7d4556b3b071" providerId="LiveId" clId="{0FDD8DE3-F1AE-4516-94DB-A1902CE94C41}" dt="2023-03-02T04:57:10.298" v="868" actId="20577"/>
          <ac:spMkLst>
            <pc:docMk/>
            <pc:sldMk cId="33298473" sldId="2480"/>
            <ac:spMk id="215" creationId="{00000000-0000-0000-0000-000000000000}"/>
          </ac:spMkLst>
        </pc:spChg>
        <pc:grpChg chg="add mod">
          <ac:chgData name="Owais Ahmed" userId="6abc7d4556b3b071" providerId="LiveId" clId="{0FDD8DE3-F1AE-4516-94DB-A1902CE94C41}" dt="2023-03-02T05:01:15.772" v="952" actId="1076"/>
          <ac:grpSpMkLst>
            <pc:docMk/>
            <pc:sldMk cId="33298473" sldId="2480"/>
            <ac:grpSpMk id="6" creationId="{FD589D9F-4290-70D5-647A-B064BD51AD0F}"/>
          </ac:grpSpMkLst>
        </pc:grpChg>
        <pc:graphicFrameChg chg="mod">
          <ac:chgData name="Owais Ahmed" userId="6abc7d4556b3b071" providerId="LiveId" clId="{0FDD8DE3-F1AE-4516-94DB-A1902CE94C41}" dt="2023-03-02T05:01:09.985" v="951" actId="1076"/>
          <ac:graphicFrameMkLst>
            <pc:docMk/>
            <pc:sldMk cId="33298473" sldId="2480"/>
            <ac:graphicFrameMk id="7" creationId="{7FAACA05-2AF8-65B6-3247-494C8D83A2A3}"/>
          </ac:graphicFrameMkLst>
        </pc:graphicFrameChg>
        <pc:graphicFrameChg chg="mod">
          <ac:chgData name="Owais Ahmed" userId="6abc7d4556b3b071" providerId="LiveId" clId="{0FDD8DE3-F1AE-4516-94DB-A1902CE94C41}" dt="2023-03-02T04:59:57.098" v="918"/>
          <ac:graphicFrameMkLst>
            <pc:docMk/>
            <pc:sldMk cId="33298473" sldId="2480"/>
            <ac:graphicFrameMk id="8" creationId="{499CFD65-868C-4833-4C17-404622B9360F}"/>
          </ac:graphicFrameMkLst>
        </pc:graphicFrameChg>
        <pc:graphicFrameChg chg="mod">
          <ac:chgData name="Owais Ahmed" userId="6abc7d4556b3b071" providerId="LiveId" clId="{0FDD8DE3-F1AE-4516-94DB-A1902CE94C41}" dt="2023-03-02T05:01:05.734" v="949" actId="1076"/>
          <ac:graphicFrameMkLst>
            <pc:docMk/>
            <pc:sldMk cId="33298473" sldId="2480"/>
            <ac:graphicFrameMk id="9" creationId="{05B7410C-9230-9514-6EE0-C6BB6D00E65A}"/>
          </ac:graphicFrameMkLst>
        </pc:graphicFrameChg>
      </pc:sldChg>
      <pc:sldChg chg="addSp delSp modSp add mod">
        <pc:chgData name="Owais Ahmed" userId="6abc7d4556b3b071" providerId="LiveId" clId="{0FDD8DE3-F1AE-4516-94DB-A1902CE94C41}" dt="2023-03-02T05:04:45.391" v="1131" actId="20577"/>
        <pc:sldMkLst>
          <pc:docMk/>
          <pc:sldMk cId="2242574499" sldId="2481"/>
        </pc:sldMkLst>
        <pc:spChg chg="mod">
          <ac:chgData name="Owais Ahmed" userId="6abc7d4556b3b071" providerId="LiveId" clId="{0FDD8DE3-F1AE-4516-94DB-A1902CE94C41}" dt="2023-03-02T05:04:45.391" v="1131" actId="20577"/>
          <ac:spMkLst>
            <pc:docMk/>
            <pc:sldMk cId="2242574499" sldId="2481"/>
            <ac:spMk id="3" creationId="{4A1C0383-58FE-E486-295E-B33B8683B938}"/>
          </ac:spMkLst>
        </pc:spChg>
        <pc:grpChg chg="del">
          <ac:chgData name="Owais Ahmed" userId="6abc7d4556b3b071" providerId="LiveId" clId="{0FDD8DE3-F1AE-4516-94DB-A1902CE94C41}" dt="2023-03-02T05:04:04.357" v="1104" actId="478"/>
          <ac:grpSpMkLst>
            <pc:docMk/>
            <pc:sldMk cId="2242574499" sldId="2481"/>
            <ac:grpSpMk id="6" creationId="{FD589D9F-4290-70D5-647A-B064BD51AD0F}"/>
          </ac:grpSpMkLst>
        </pc:grpChg>
        <pc:graphicFrameChg chg="add mod">
          <ac:chgData name="Owais Ahmed" userId="6abc7d4556b3b071" providerId="LiveId" clId="{0FDD8DE3-F1AE-4516-94DB-A1902CE94C41}" dt="2023-03-02T05:04:13.311" v="1107" actId="1076"/>
          <ac:graphicFrameMkLst>
            <pc:docMk/>
            <pc:sldMk cId="2242574499" sldId="2481"/>
            <ac:graphicFrameMk id="4" creationId="{A4BC4EBA-3876-6BF4-89C0-19210A8CD91E}"/>
          </ac:graphicFrameMkLst>
        </pc:graphicFrameChg>
      </pc:sldChg>
      <pc:sldChg chg="addSp delSp modSp add mod modAnim">
        <pc:chgData name="Owais Ahmed" userId="6abc7d4556b3b071" providerId="LiveId" clId="{0FDD8DE3-F1AE-4516-94DB-A1902CE94C41}" dt="2023-03-02T05:07:54.229" v="1274"/>
        <pc:sldMkLst>
          <pc:docMk/>
          <pc:sldMk cId="3554497857" sldId="2482"/>
        </pc:sldMkLst>
        <pc:spChg chg="mod">
          <ac:chgData name="Owais Ahmed" userId="6abc7d4556b3b071" providerId="LiveId" clId="{0FDD8DE3-F1AE-4516-94DB-A1902CE94C41}" dt="2023-03-02T05:07:34.050" v="1267" actId="14100"/>
          <ac:spMkLst>
            <pc:docMk/>
            <pc:sldMk cId="3554497857" sldId="2482"/>
            <ac:spMk id="3" creationId="{4A1C0383-58FE-E486-295E-B33B8683B938}"/>
          </ac:spMkLst>
        </pc:spChg>
        <pc:spChg chg="mod">
          <ac:chgData name="Owais Ahmed" userId="6abc7d4556b3b071" providerId="LiveId" clId="{0FDD8DE3-F1AE-4516-94DB-A1902CE94C41}" dt="2023-03-02T05:07:49.003" v="1273" actId="1076"/>
          <ac:spMkLst>
            <pc:docMk/>
            <pc:sldMk cId="3554497857" sldId="2482"/>
            <ac:spMk id="7" creationId="{C4E1FD69-13E5-3FE3-DBBD-F4EDBD0B4548}"/>
          </ac:spMkLst>
        </pc:spChg>
        <pc:spChg chg="mod">
          <ac:chgData name="Owais Ahmed" userId="6abc7d4556b3b071" providerId="LiveId" clId="{0FDD8DE3-F1AE-4516-94DB-A1902CE94C41}" dt="2023-03-02T05:07:49.003" v="1273" actId="1076"/>
          <ac:spMkLst>
            <pc:docMk/>
            <pc:sldMk cId="3554497857" sldId="2482"/>
            <ac:spMk id="8" creationId="{A3151781-A385-D86F-D674-1B13A34E15FD}"/>
          </ac:spMkLst>
        </pc:spChg>
        <pc:spChg chg="mod">
          <ac:chgData name="Owais Ahmed" userId="6abc7d4556b3b071" providerId="LiveId" clId="{0FDD8DE3-F1AE-4516-94DB-A1902CE94C41}" dt="2023-03-02T05:07:49.003" v="1273" actId="1076"/>
          <ac:spMkLst>
            <pc:docMk/>
            <pc:sldMk cId="3554497857" sldId="2482"/>
            <ac:spMk id="9" creationId="{7FEA710A-3158-0DA2-73B7-9B738D7CB45C}"/>
          </ac:spMkLst>
        </pc:spChg>
        <pc:spChg chg="mod">
          <ac:chgData name="Owais Ahmed" userId="6abc7d4556b3b071" providerId="LiveId" clId="{0FDD8DE3-F1AE-4516-94DB-A1902CE94C41}" dt="2023-03-02T05:07:49.003" v="1273" actId="1076"/>
          <ac:spMkLst>
            <pc:docMk/>
            <pc:sldMk cId="3554497857" sldId="2482"/>
            <ac:spMk id="10" creationId="{4E343397-BF21-8FB1-2BA8-F2FBF2316C97}"/>
          </ac:spMkLst>
        </pc:spChg>
        <pc:spChg chg="mod">
          <ac:chgData name="Owais Ahmed" userId="6abc7d4556b3b071" providerId="LiveId" clId="{0FDD8DE3-F1AE-4516-94DB-A1902CE94C41}" dt="2023-03-02T05:07:49.003" v="1273" actId="1076"/>
          <ac:spMkLst>
            <pc:docMk/>
            <pc:sldMk cId="3554497857" sldId="2482"/>
            <ac:spMk id="11" creationId="{CE1638A0-80E0-117E-C1B2-FD5E695BDC5B}"/>
          </ac:spMkLst>
        </pc:spChg>
        <pc:spChg chg="mod">
          <ac:chgData name="Owais Ahmed" userId="6abc7d4556b3b071" providerId="LiveId" clId="{0FDD8DE3-F1AE-4516-94DB-A1902CE94C41}" dt="2023-03-02T05:07:49.003" v="1273" actId="1076"/>
          <ac:spMkLst>
            <pc:docMk/>
            <pc:sldMk cId="3554497857" sldId="2482"/>
            <ac:spMk id="12" creationId="{B708FF02-D0A1-390F-D4A4-141B061E2351}"/>
          </ac:spMkLst>
        </pc:spChg>
        <pc:spChg chg="mod">
          <ac:chgData name="Owais Ahmed" userId="6abc7d4556b3b071" providerId="LiveId" clId="{0FDD8DE3-F1AE-4516-94DB-A1902CE94C41}" dt="2023-03-02T05:07:49.003" v="1273" actId="1076"/>
          <ac:spMkLst>
            <pc:docMk/>
            <pc:sldMk cId="3554497857" sldId="2482"/>
            <ac:spMk id="13" creationId="{9D5025B5-0745-F2E3-16E8-8CA67BAAD609}"/>
          </ac:spMkLst>
        </pc:spChg>
        <pc:grpChg chg="add del mod">
          <ac:chgData name="Owais Ahmed" userId="6abc7d4556b3b071" providerId="LiveId" clId="{0FDD8DE3-F1AE-4516-94DB-A1902CE94C41}" dt="2023-03-02T05:07:49.003" v="1273" actId="1076"/>
          <ac:grpSpMkLst>
            <pc:docMk/>
            <pc:sldMk cId="3554497857" sldId="2482"/>
            <ac:grpSpMk id="5" creationId="{94258CDA-92B0-B5D6-384D-F2A3E75B7760}"/>
          </ac:grpSpMkLst>
        </pc:grpChg>
        <pc:graphicFrameChg chg="del">
          <ac:chgData name="Owais Ahmed" userId="6abc7d4556b3b071" providerId="LiveId" clId="{0FDD8DE3-F1AE-4516-94DB-A1902CE94C41}" dt="2023-03-02T05:06:19.043" v="1232" actId="478"/>
          <ac:graphicFrameMkLst>
            <pc:docMk/>
            <pc:sldMk cId="3554497857" sldId="2482"/>
            <ac:graphicFrameMk id="4" creationId="{A4BC4EBA-3876-6BF4-89C0-19210A8CD91E}"/>
          </ac:graphicFrameMkLst>
        </pc:graphicFrameChg>
        <pc:graphicFrameChg chg="mod">
          <ac:chgData name="Owais Ahmed" userId="6abc7d4556b3b071" providerId="LiveId" clId="{0FDD8DE3-F1AE-4516-94DB-A1902CE94C41}" dt="2023-03-02T05:07:49.003" v="1273" actId="1076"/>
          <ac:graphicFrameMkLst>
            <pc:docMk/>
            <pc:sldMk cId="3554497857" sldId="2482"/>
            <ac:graphicFrameMk id="6" creationId="{E263AE06-16F9-EA63-2B55-AFAFDFF05400}"/>
          </ac:graphicFrameMkLst>
        </pc:graphicFrameChg>
      </pc:sldChg>
      <pc:sldChg chg="addSp delSp modSp add mod modAnim">
        <pc:chgData name="Owais Ahmed" userId="6abc7d4556b3b071" providerId="LiveId" clId="{0FDD8DE3-F1AE-4516-94DB-A1902CE94C41}" dt="2023-03-02T05:12:04.645" v="1365" actId="20577"/>
        <pc:sldMkLst>
          <pc:docMk/>
          <pc:sldMk cId="677534828" sldId="2483"/>
        </pc:sldMkLst>
        <pc:spChg chg="mod">
          <ac:chgData name="Owais Ahmed" userId="6abc7d4556b3b071" providerId="LiveId" clId="{0FDD8DE3-F1AE-4516-94DB-A1902CE94C41}" dt="2023-03-02T05:12:04.645" v="1365" actId="20577"/>
          <ac:spMkLst>
            <pc:docMk/>
            <pc:sldMk cId="677534828" sldId="2483"/>
            <ac:spMk id="3" creationId="{4A1C0383-58FE-E486-295E-B33B8683B938}"/>
          </ac:spMkLst>
        </pc:spChg>
        <pc:grpChg chg="del">
          <ac:chgData name="Owais Ahmed" userId="6abc7d4556b3b071" providerId="LiveId" clId="{0FDD8DE3-F1AE-4516-94DB-A1902CE94C41}" dt="2023-03-02T05:08:35.450" v="1276" actId="478"/>
          <ac:grpSpMkLst>
            <pc:docMk/>
            <pc:sldMk cId="677534828" sldId="2483"/>
            <ac:grpSpMk id="5" creationId="{94258CDA-92B0-B5D6-384D-F2A3E75B7760}"/>
          </ac:grpSpMkLst>
        </pc:grpChg>
        <pc:graphicFrameChg chg="add mod">
          <ac:chgData name="Owais Ahmed" userId="6abc7d4556b3b071" providerId="LiveId" clId="{0FDD8DE3-F1AE-4516-94DB-A1902CE94C41}" dt="2023-03-02T05:09:36.384" v="1301" actId="1076"/>
          <ac:graphicFrameMkLst>
            <pc:docMk/>
            <pc:sldMk cId="677534828" sldId="2483"/>
            <ac:graphicFrameMk id="4" creationId="{976AB35B-B8A7-3F4B-F4BD-5863694BCC5D}"/>
          </ac:graphicFrameMkLst>
        </pc:graphicFrameChg>
      </pc:sldChg>
      <pc:sldChg chg="addSp delSp modSp add mod">
        <pc:chgData name="Owais Ahmed" userId="6abc7d4556b3b071" providerId="LiveId" clId="{0FDD8DE3-F1AE-4516-94DB-A1902CE94C41}" dt="2023-03-02T05:19:22.243" v="1681" actId="20577"/>
        <pc:sldMkLst>
          <pc:docMk/>
          <pc:sldMk cId="278977406" sldId="2484"/>
        </pc:sldMkLst>
        <pc:spChg chg="mod">
          <ac:chgData name="Owais Ahmed" userId="6abc7d4556b3b071" providerId="LiveId" clId="{0FDD8DE3-F1AE-4516-94DB-A1902CE94C41}" dt="2023-03-02T05:19:22.243" v="1681" actId="20577"/>
          <ac:spMkLst>
            <pc:docMk/>
            <pc:sldMk cId="278977406" sldId="2484"/>
            <ac:spMk id="3" creationId="{4A1C0383-58FE-E486-295E-B33B8683B938}"/>
          </ac:spMkLst>
        </pc:spChg>
        <pc:spChg chg="mod">
          <ac:chgData name="Owais Ahmed" userId="6abc7d4556b3b071" providerId="LiveId" clId="{0FDD8DE3-F1AE-4516-94DB-A1902CE94C41}" dt="2023-03-02T05:16:06.728" v="1373" actId="1076"/>
          <ac:spMkLst>
            <pc:docMk/>
            <pc:sldMk cId="278977406" sldId="2484"/>
            <ac:spMk id="7" creationId="{55BA099A-CF9D-DA01-089D-3FB73BCCDF0D}"/>
          </ac:spMkLst>
        </pc:spChg>
        <pc:spChg chg="mod">
          <ac:chgData name="Owais Ahmed" userId="6abc7d4556b3b071" providerId="LiveId" clId="{0FDD8DE3-F1AE-4516-94DB-A1902CE94C41}" dt="2023-03-02T05:16:06.728" v="1373" actId="1076"/>
          <ac:spMkLst>
            <pc:docMk/>
            <pc:sldMk cId="278977406" sldId="2484"/>
            <ac:spMk id="8" creationId="{8B5CD697-AFB4-87A3-6AE0-3E13DFFBFE9A}"/>
          </ac:spMkLst>
        </pc:spChg>
        <pc:spChg chg="mod">
          <ac:chgData name="Owais Ahmed" userId="6abc7d4556b3b071" providerId="LiveId" clId="{0FDD8DE3-F1AE-4516-94DB-A1902CE94C41}" dt="2023-03-02T05:16:06.728" v="1373" actId="1076"/>
          <ac:spMkLst>
            <pc:docMk/>
            <pc:sldMk cId="278977406" sldId="2484"/>
            <ac:spMk id="9" creationId="{14D7CFE0-500B-EE3E-0916-F312008148CA}"/>
          </ac:spMkLst>
        </pc:spChg>
        <pc:spChg chg="mod">
          <ac:chgData name="Owais Ahmed" userId="6abc7d4556b3b071" providerId="LiveId" clId="{0FDD8DE3-F1AE-4516-94DB-A1902CE94C41}" dt="2023-03-02T05:16:06.728" v="1373" actId="1076"/>
          <ac:spMkLst>
            <pc:docMk/>
            <pc:sldMk cId="278977406" sldId="2484"/>
            <ac:spMk id="11" creationId="{43214471-716B-DD60-6ABE-109DFA27050D}"/>
          </ac:spMkLst>
        </pc:spChg>
        <pc:spChg chg="mod">
          <ac:chgData name="Owais Ahmed" userId="6abc7d4556b3b071" providerId="LiveId" clId="{0FDD8DE3-F1AE-4516-94DB-A1902CE94C41}" dt="2023-03-02T05:16:06.728" v="1373" actId="1076"/>
          <ac:spMkLst>
            <pc:docMk/>
            <pc:sldMk cId="278977406" sldId="2484"/>
            <ac:spMk id="13" creationId="{FAA990E2-2821-A383-E799-8067629CA75C}"/>
          </ac:spMkLst>
        </pc:spChg>
        <pc:spChg chg="mod">
          <ac:chgData name="Owais Ahmed" userId="6abc7d4556b3b071" providerId="LiveId" clId="{0FDD8DE3-F1AE-4516-94DB-A1902CE94C41}" dt="2023-03-02T05:16:06.728" v="1373" actId="1076"/>
          <ac:spMkLst>
            <pc:docMk/>
            <pc:sldMk cId="278977406" sldId="2484"/>
            <ac:spMk id="15" creationId="{7DA1DB7D-B35C-DE61-9AFF-134B326B0FD9}"/>
          </ac:spMkLst>
        </pc:spChg>
        <pc:spChg chg="mod">
          <ac:chgData name="Owais Ahmed" userId="6abc7d4556b3b071" providerId="LiveId" clId="{0FDD8DE3-F1AE-4516-94DB-A1902CE94C41}" dt="2023-03-02T05:16:06.728" v="1373" actId="1076"/>
          <ac:spMkLst>
            <pc:docMk/>
            <pc:sldMk cId="278977406" sldId="2484"/>
            <ac:spMk id="16" creationId="{29E538EA-8887-71D8-6567-6AE1C312A98A}"/>
          </ac:spMkLst>
        </pc:spChg>
        <pc:spChg chg="mod">
          <ac:chgData name="Owais Ahmed" userId="6abc7d4556b3b071" providerId="LiveId" clId="{0FDD8DE3-F1AE-4516-94DB-A1902CE94C41}" dt="2023-03-02T05:16:06.728" v="1373" actId="1076"/>
          <ac:spMkLst>
            <pc:docMk/>
            <pc:sldMk cId="278977406" sldId="2484"/>
            <ac:spMk id="17" creationId="{FCAA705B-E173-3247-BD24-8A5E9844FF2A}"/>
          </ac:spMkLst>
        </pc:spChg>
        <pc:spChg chg="mod">
          <ac:chgData name="Owais Ahmed" userId="6abc7d4556b3b071" providerId="LiveId" clId="{0FDD8DE3-F1AE-4516-94DB-A1902CE94C41}" dt="2023-03-02T05:16:06.728" v="1373" actId="1076"/>
          <ac:spMkLst>
            <pc:docMk/>
            <pc:sldMk cId="278977406" sldId="2484"/>
            <ac:spMk id="18" creationId="{FD1EE0E5-528C-1471-6132-2C95A8FF34DB}"/>
          </ac:spMkLst>
        </pc:spChg>
        <pc:spChg chg="mod">
          <ac:chgData name="Owais Ahmed" userId="6abc7d4556b3b071" providerId="LiveId" clId="{0FDD8DE3-F1AE-4516-94DB-A1902CE94C41}" dt="2023-03-02T05:16:06.728" v="1373" actId="1076"/>
          <ac:spMkLst>
            <pc:docMk/>
            <pc:sldMk cId="278977406" sldId="2484"/>
            <ac:spMk id="19" creationId="{8638A1AB-9E42-C187-D2AC-D9C9A3F3A5D1}"/>
          </ac:spMkLst>
        </pc:spChg>
        <pc:spChg chg="mod">
          <ac:chgData name="Owais Ahmed" userId="6abc7d4556b3b071" providerId="LiveId" clId="{0FDD8DE3-F1AE-4516-94DB-A1902CE94C41}" dt="2023-03-02T05:16:06.728" v="1373" actId="1076"/>
          <ac:spMkLst>
            <pc:docMk/>
            <pc:sldMk cId="278977406" sldId="2484"/>
            <ac:spMk id="20" creationId="{FB75DA1E-A533-0DC9-6375-3B13FE54D5FD}"/>
          </ac:spMkLst>
        </pc:spChg>
        <pc:spChg chg="mod">
          <ac:chgData name="Owais Ahmed" userId="6abc7d4556b3b071" providerId="LiveId" clId="{0FDD8DE3-F1AE-4516-94DB-A1902CE94C41}" dt="2023-03-02T05:16:06.728" v="1373" actId="1076"/>
          <ac:spMkLst>
            <pc:docMk/>
            <pc:sldMk cId="278977406" sldId="2484"/>
            <ac:spMk id="21" creationId="{05D4747D-C55A-27A8-A503-97067BF659CD}"/>
          </ac:spMkLst>
        </pc:spChg>
        <pc:spChg chg="mod">
          <ac:chgData name="Owais Ahmed" userId="6abc7d4556b3b071" providerId="LiveId" clId="{0FDD8DE3-F1AE-4516-94DB-A1902CE94C41}" dt="2023-03-02T05:16:06.728" v="1373" actId="1076"/>
          <ac:spMkLst>
            <pc:docMk/>
            <pc:sldMk cId="278977406" sldId="2484"/>
            <ac:spMk id="22" creationId="{060909E4-FC5A-F3CB-0DCE-7A6B2C8D85FE}"/>
          </ac:spMkLst>
        </pc:spChg>
        <pc:spChg chg="mod">
          <ac:chgData name="Owais Ahmed" userId="6abc7d4556b3b071" providerId="LiveId" clId="{0FDD8DE3-F1AE-4516-94DB-A1902CE94C41}" dt="2023-03-02T05:16:06.728" v="1373" actId="1076"/>
          <ac:spMkLst>
            <pc:docMk/>
            <pc:sldMk cId="278977406" sldId="2484"/>
            <ac:spMk id="23" creationId="{A34C6B58-56E8-825F-57FF-2ED8615E7079}"/>
          </ac:spMkLst>
        </pc:spChg>
        <pc:spChg chg="mod">
          <ac:chgData name="Owais Ahmed" userId="6abc7d4556b3b071" providerId="LiveId" clId="{0FDD8DE3-F1AE-4516-94DB-A1902CE94C41}" dt="2023-03-02T05:16:06.728" v="1373" actId="1076"/>
          <ac:spMkLst>
            <pc:docMk/>
            <pc:sldMk cId="278977406" sldId="2484"/>
            <ac:spMk id="24" creationId="{97FFB713-4A4F-385D-29BA-E73F9F9AF409}"/>
          </ac:spMkLst>
        </pc:spChg>
        <pc:spChg chg="mod">
          <ac:chgData name="Owais Ahmed" userId="6abc7d4556b3b071" providerId="LiveId" clId="{0FDD8DE3-F1AE-4516-94DB-A1902CE94C41}" dt="2023-03-02T05:16:06.728" v="1373" actId="1076"/>
          <ac:spMkLst>
            <pc:docMk/>
            <pc:sldMk cId="278977406" sldId="2484"/>
            <ac:spMk id="25" creationId="{83D4EE20-4465-2F99-20E4-96B41FE72BAA}"/>
          </ac:spMkLst>
        </pc:spChg>
        <pc:spChg chg="mod">
          <ac:chgData name="Owais Ahmed" userId="6abc7d4556b3b071" providerId="LiveId" clId="{0FDD8DE3-F1AE-4516-94DB-A1902CE94C41}" dt="2023-03-02T05:16:06.728" v="1373" actId="1076"/>
          <ac:spMkLst>
            <pc:docMk/>
            <pc:sldMk cId="278977406" sldId="2484"/>
            <ac:spMk id="26" creationId="{CBD0581F-8EAF-DD54-9931-F722097CCF36}"/>
          </ac:spMkLst>
        </pc:spChg>
        <pc:spChg chg="mod">
          <ac:chgData name="Owais Ahmed" userId="6abc7d4556b3b071" providerId="LiveId" clId="{0FDD8DE3-F1AE-4516-94DB-A1902CE94C41}" dt="2023-03-02T05:16:06.728" v="1373" actId="1076"/>
          <ac:spMkLst>
            <pc:docMk/>
            <pc:sldMk cId="278977406" sldId="2484"/>
            <ac:spMk id="27" creationId="{65B31570-2F7D-A625-6849-372E2DEECD85}"/>
          </ac:spMkLst>
        </pc:spChg>
        <pc:spChg chg="mod">
          <ac:chgData name="Owais Ahmed" userId="6abc7d4556b3b071" providerId="LiveId" clId="{0FDD8DE3-F1AE-4516-94DB-A1902CE94C41}" dt="2023-03-02T05:16:06.728" v="1373" actId="1076"/>
          <ac:spMkLst>
            <pc:docMk/>
            <pc:sldMk cId="278977406" sldId="2484"/>
            <ac:spMk id="28" creationId="{EF6A9AF1-BD6E-86CB-85D2-48629D499C36}"/>
          </ac:spMkLst>
        </pc:spChg>
        <pc:spChg chg="mod">
          <ac:chgData name="Owais Ahmed" userId="6abc7d4556b3b071" providerId="LiveId" clId="{0FDD8DE3-F1AE-4516-94DB-A1902CE94C41}" dt="2023-03-02T05:16:06.728" v="1373" actId="1076"/>
          <ac:spMkLst>
            <pc:docMk/>
            <pc:sldMk cId="278977406" sldId="2484"/>
            <ac:spMk id="29" creationId="{598807CE-1E04-5612-F554-B4F4EF64953A}"/>
          </ac:spMkLst>
        </pc:spChg>
        <pc:grpChg chg="add mod">
          <ac:chgData name="Owais Ahmed" userId="6abc7d4556b3b071" providerId="LiveId" clId="{0FDD8DE3-F1AE-4516-94DB-A1902CE94C41}" dt="2023-03-02T05:16:06.728" v="1373" actId="1076"/>
          <ac:grpSpMkLst>
            <pc:docMk/>
            <pc:sldMk cId="278977406" sldId="2484"/>
            <ac:grpSpMk id="5" creationId="{F299F5F0-22E0-D1A1-49CA-0FA87EC7C3F5}"/>
          </ac:grpSpMkLst>
        </pc:grpChg>
        <pc:grpChg chg="mod">
          <ac:chgData name="Owais Ahmed" userId="6abc7d4556b3b071" providerId="LiveId" clId="{0FDD8DE3-F1AE-4516-94DB-A1902CE94C41}" dt="2023-03-02T05:16:06.728" v="1373" actId="1076"/>
          <ac:grpSpMkLst>
            <pc:docMk/>
            <pc:sldMk cId="278977406" sldId="2484"/>
            <ac:grpSpMk id="10" creationId="{5F8B08D4-6C65-A4B4-7200-EEB2C72E35C3}"/>
          </ac:grpSpMkLst>
        </pc:grpChg>
        <pc:grpChg chg="mod">
          <ac:chgData name="Owais Ahmed" userId="6abc7d4556b3b071" providerId="LiveId" clId="{0FDD8DE3-F1AE-4516-94DB-A1902CE94C41}" dt="2023-03-02T05:16:06.728" v="1373" actId="1076"/>
          <ac:grpSpMkLst>
            <pc:docMk/>
            <pc:sldMk cId="278977406" sldId="2484"/>
            <ac:grpSpMk id="12" creationId="{C08FEAF3-94E6-1EEA-45F3-B6619E861383}"/>
          </ac:grpSpMkLst>
        </pc:grpChg>
        <pc:grpChg chg="mod">
          <ac:chgData name="Owais Ahmed" userId="6abc7d4556b3b071" providerId="LiveId" clId="{0FDD8DE3-F1AE-4516-94DB-A1902CE94C41}" dt="2023-03-02T05:16:06.728" v="1373" actId="1076"/>
          <ac:grpSpMkLst>
            <pc:docMk/>
            <pc:sldMk cId="278977406" sldId="2484"/>
            <ac:grpSpMk id="14" creationId="{65F0AE59-9C85-3533-161C-A401EAF2021F}"/>
          </ac:grpSpMkLst>
        </pc:grpChg>
        <pc:graphicFrameChg chg="del">
          <ac:chgData name="Owais Ahmed" userId="6abc7d4556b3b071" providerId="LiveId" clId="{0FDD8DE3-F1AE-4516-94DB-A1902CE94C41}" dt="2023-03-02T05:12:28.584" v="1367" actId="478"/>
          <ac:graphicFrameMkLst>
            <pc:docMk/>
            <pc:sldMk cId="278977406" sldId="2484"/>
            <ac:graphicFrameMk id="4" creationId="{976AB35B-B8A7-3F4B-F4BD-5863694BCC5D}"/>
          </ac:graphicFrameMkLst>
        </pc:graphicFrameChg>
        <pc:graphicFrameChg chg="mod">
          <ac:chgData name="Owais Ahmed" userId="6abc7d4556b3b071" providerId="LiveId" clId="{0FDD8DE3-F1AE-4516-94DB-A1902CE94C41}" dt="2023-03-02T05:16:06.728" v="1373" actId="1076"/>
          <ac:graphicFrameMkLst>
            <pc:docMk/>
            <pc:sldMk cId="278977406" sldId="2484"/>
            <ac:graphicFrameMk id="6" creationId="{D6062A98-8C21-5037-803E-40FA7421CEF0}"/>
          </ac:graphicFrameMkLst>
        </pc:graphicFrameChg>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pChg chg="mod">
          <ac:chgData name="Owais Ahmed" userId="6abc7d4556b3b071" providerId="LiveId" clId="{0FDD8DE3-F1AE-4516-94DB-A1902CE94C41}" dt="2023-03-02T05:33:14.169" v="1944" actId="20577"/>
          <ac:spMkLst>
            <pc:docMk/>
            <pc:sldMk cId="2995985000" sldId="2485"/>
            <ac:spMk id="3" creationId="{4A1C0383-58FE-E486-295E-B33B8683B938}"/>
          </ac:spMkLst>
        </pc:spChg>
        <pc:grpChg chg="del">
          <ac:chgData name="Owais Ahmed" userId="6abc7d4556b3b071" providerId="LiveId" clId="{0FDD8DE3-F1AE-4516-94DB-A1902CE94C41}" dt="2023-03-02T05:19:52.045" v="1683" actId="478"/>
          <ac:grpSpMkLst>
            <pc:docMk/>
            <pc:sldMk cId="2995985000" sldId="2485"/>
            <ac:grpSpMk id="5" creationId="{F299F5F0-22E0-D1A1-49CA-0FA87EC7C3F5}"/>
          </ac:grpSpMkLst>
        </pc:grpChg>
      </pc:sldChg>
      <pc:sldChg chg="modSp add mod modAnim">
        <pc:chgData name="Owais Ahmed" userId="6abc7d4556b3b071" providerId="LiveId" clId="{0FDD8DE3-F1AE-4516-94DB-A1902CE94C41}" dt="2023-03-02T05:36:18.701" v="2006" actId="20577"/>
        <pc:sldMkLst>
          <pc:docMk/>
          <pc:sldMk cId="1088870247" sldId="2486"/>
        </pc:sldMkLst>
        <pc:spChg chg="mod">
          <ac:chgData name="Owais Ahmed" userId="6abc7d4556b3b071" providerId="LiveId" clId="{0FDD8DE3-F1AE-4516-94DB-A1902CE94C41}" dt="2023-03-02T05:36:18.701" v="2006" actId="20577"/>
          <ac:spMkLst>
            <pc:docMk/>
            <pc:sldMk cId="1088870247" sldId="2486"/>
            <ac:spMk id="3" creationId="{4A1C0383-58FE-E486-295E-B33B8683B938}"/>
          </ac:spMkLst>
        </pc:spChg>
        <pc:spChg chg="mod">
          <ac:chgData name="Owais Ahmed" userId="6abc7d4556b3b071" providerId="LiveId" clId="{0FDD8DE3-F1AE-4516-94DB-A1902CE94C41}" dt="2023-03-02T05:33:51.460" v="1964" actId="5793"/>
          <ac:spMkLst>
            <pc:docMk/>
            <pc:sldMk cId="1088870247" sldId="2486"/>
            <ac:spMk id="215" creationId="{00000000-0000-0000-0000-000000000000}"/>
          </ac:spMkLst>
        </pc:spChg>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pChg chg="mod">
          <ac:chgData name="Owais Ahmed" userId="6abc7d4556b3b071" providerId="LiveId" clId="{0FDD8DE3-F1AE-4516-94DB-A1902CE94C41}" dt="2023-03-02T05:44:06.203" v="2472" actId="20577"/>
          <ac:spMkLst>
            <pc:docMk/>
            <pc:sldMk cId="1653736541" sldId="2487"/>
            <ac:spMk id="3" creationId="{4A1C0383-58FE-E486-295E-B33B8683B938}"/>
          </ac:spMkLst>
        </pc:spChg>
        <pc:graphicFrameChg chg="add mod">
          <ac:chgData name="Owais Ahmed" userId="6abc7d4556b3b071" providerId="LiveId" clId="{0FDD8DE3-F1AE-4516-94DB-A1902CE94C41}" dt="2023-03-02T05:40:24.446" v="2091" actId="1076"/>
          <ac:graphicFrameMkLst>
            <pc:docMk/>
            <pc:sldMk cId="1653736541" sldId="2487"/>
            <ac:graphicFrameMk id="4" creationId="{B20B5C78-0431-0648-1A9D-66005AC79585}"/>
          </ac:graphicFrameMkLst>
        </pc:graphicFrameChg>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pChg chg="mod">
          <ac:chgData name="Owais Ahmed" userId="6abc7d4556b3b071" providerId="LiveId" clId="{0FDD8DE3-F1AE-4516-94DB-A1902CE94C41}" dt="2023-03-02T05:47:02.045" v="2843" actId="14100"/>
          <ac:spMkLst>
            <pc:docMk/>
            <pc:sldMk cId="633565940" sldId="2488"/>
            <ac:spMk id="3" creationId="{4A1C0383-58FE-E486-295E-B33B8683B938}"/>
          </ac:spMkLst>
        </pc:spChg>
        <pc:spChg chg="mod">
          <ac:chgData name="Owais Ahmed" userId="6abc7d4556b3b071" providerId="LiveId" clId="{0FDD8DE3-F1AE-4516-94DB-A1902CE94C41}" dt="2023-03-02T05:45:50.131" v="2672" actId="20577"/>
          <ac:spMkLst>
            <pc:docMk/>
            <pc:sldMk cId="633565940" sldId="2488"/>
            <ac:spMk id="215" creationId="{00000000-0000-0000-0000-000000000000}"/>
          </ac:spMkLst>
        </pc:spChg>
        <pc:picChg chg="add mod">
          <ac:chgData name="Owais Ahmed" userId="6abc7d4556b3b071" providerId="LiveId" clId="{0FDD8DE3-F1AE-4516-94DB-A1902CE94C41}" dt="2023-03-02T05:48:56.135" v="2858" actId="1076"/>
          <ac:picMkLst>
            <pc:docMk/>
            <pc:sldMk cId="633565940" sldId="2488"/>
            <ac:picMk id="4" creationId="{2FB2FA82-BF57-F914-975C-C5DBC8806F68}"/>
          </ac:picMkLst>
        </pc:picChg>
        <pc:picChg chg="add mod">
          <ac:chgData name="Owais Ahmed" userId="6abc7d4556b3b071" providerId="LiveId" clId="{0FDD8DE3-F1AE-4516-94DB-A1902CE94C41}" dt="2023-03-02T05:48:58.691" v="2859" actId="1076"/>
          <ac:picMkLst>
            <pc:docMk/>
            <pc:sldMk cId="633565940" sldId="2488"/>
            <ac:picMk id="5" creationId="{1673933C-07C7-2F84-9017-8484D30A66DF}"/>
          </ac:picMkLst>
        </pc:picChg>
        <pc:picChg chg="add mod">
          <ac:chgData name="Owais Ahmed" userId="6abc7d4556b3b071" providerId="LiveId" clId="{0FDD8DE3-F1AE-4516-94DB-A1902CE94C41}" dt="2023-03-02T05:49:02.148" v="2860" actId="1076"/>
          <ac:picMkLst>
            <pc:docMk/>
            <pc:sldMk cId="633565940" sldId="2488"/>
            <ac:picMk id="6" creationId="{1382AA95-4B26-3C7F-D081-29C805830DC9}"/>
          </ac:picMkLst>
        </pc:picChg>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pChg chg="mod">
          <ac:chgData name="Owais Ahmed" userId="6abc7d4556b3b071" providerId="LiveId" clId="{0FDD8DE3-F1AE-4516-94DB-A1902CE94C41}" dt="2023-03-02T05:50:58.643" v="2914" actId="20577"/>
          <ac:spMkLst>
            <pc:docMk/>
            <pc:sldMk cId="4108314565" sldId="2489"/>
            <ac:spMk id="3" creationId="{4A1C0383-58FE-E486-295E-B33B8683B938}"/>
          </ac:spMkLst>
        </pc:spChg>
        <pc:spChg chg="mod">
          <ac:chgData name="Owais Ahmed" userId="6abc7d4556b3b071" providerId="LiveId" clId="{0FDD8DE3-F1AE-4516-94DB-A1902CE94C41}" dt="2023-03-02T06:09:59.743" v="3278" actId="20577"/>
          <ac:spMkLst>
            <pc:docMk/>
            <pc:sldMk cId="4108314565" sldId="2489"/>
            <ac:spMk id="215" creationId="{00000000-0000-0000-0000-000000000000}"/>
          </ac:spMkLst>
        </pc:spChg>
        <pc:graphicFrameChg chg="del">
          <ac:chgData name="Owais Ahmed" userId="6abc7d4556b3b071" providerId="LiveId" clId="{0FDD8DE3-F1AE-4516-94DB-A1902CE94C41}" dt="2023-03-02T05:50:05.565" v="2871" actId="478"/>
          <ac:graphicFrameMkLst>
            <pc:docMk/>
            <pc:sldMk cId="4108314565" sldId="2489"/>
            <ac:graphicFrameMk id="4" creationId="{B20B5C78-0431-0648-1A9D-66005AC79585}"/>
          </ac:graphicFrameMkLst>
        </pc:graphicFrameChg>
        <pc:picChg chg="add mod">
          <ac:chgData name="Owais Ahmed" userId="6abc7d4556b3b071" providerId="LiveId" clId="{0FDD8DE3-F1AE-4516-94DB-A1902CE94C41}" dt="2023-03-02T05:51:07.524" v="2916" actId="1076"/>
          <ac:picMkLst>
            <pc:docMk/>
            <pc:sldMk cId="4108314565" sldId="2489"/>
            <ac:picMk id="5" creationId="{5A6BCF36-6817-EFD4-1129-7D5CE1797EBB}"/>
          </ac:picMkLst>
        </pc:picChg>
      </pc:sldChg>
      <pc:sldChg chg="addSp delSp modSp add mod modAnim modNotesTx">
        <pc:chgData name="Owais Ahmed" userId="6abc7d4556b3b071" providerId="LiveId" clId="{0FDD8DE3-F1AE-4516-94DB-A1902CE94C41}" dt="2023-03-02T06:15:51.487" v="3719" actId="20577"/>
        <pc:sldMkLst>
          <pc:docMk/>
          <pc:sldMk cId="768465522" sldId="2490"/>
        </pc:sldMkLst>
        <pc:spChg chg="mod">
          <ac:chgData name="Owais Ahmed" userId="6abc7d4556b3b071" providerId="LiveId" clId="{0FDD8DE3-F1AE-4516-94DB-A1902CE94C41}" dt="2023-03-02T06:15:51.487" v="3719" actId="20577"/>
          <ac:spMkLst>
            <pc:docMk/>
            <pc:sldMk cId="768465522" sldId="2490"/>
            <ac:spMk id="3" creationId="{4A1C0383-58FE-E486-295E-B33B8683B938}"/>
          </ac:spMkLst>
        </pc:spChg>
        <pc:spChg chg="mod">
          <ac:chgData name="Owais Ahmed" userId="6abc7d4556b3b071" providerId="LiveId" clId="{0FDD8DE3-F1AE-4516-94DB-A1902CE94C41}" dt="2023-03-02T06:11:16.290" v="3377" actId="20577"/>
          <ac:spMkLst>
            <pc:docMk/>
            <pc:sldMk cId="768465522" sldId="2490"/>
            <ac:spMk id="215" creationId="{00000000-0000-0000-0000-000000000000}"/>
          </ac:spMkLst>
        </pc:spChg>
        <pc:graphicFrameChg chg="add mod">
          <ac:chgData name="Owais Ahmed" userId="6abc7d4556b3b071" providerId="LiveId" clId="{0FDD8DE3-F1AE-4516-94DB-A1902CE94C41}" dt="2023-03-02T06:15:17.787" v="3695" actId="1076"/>
          <ac:graphicFrameMkLst>
            <pc:docMk/>
            <pc:sldMk cId="768465522" sldId="2490"/>
            <ac:graphicFrameMk id="4" creationId="{31FA3D9A-2BB8-CD33-B422-49DC2DF7C247}"/>
          </ac:graphicFrameMkLst>
        </pc:graphicFrameChg>
        <pc:picChg chg="del">
          <ac:chgData name="Owais Ahmed" userId="6abc7d4556b3b071" providerId="LiveId" clId="{0FDD8DE3-F1AE-4516-94DB-A1902CE94C41}" dt="2023-03-02T06:10:13.529" v="3280" actId="478"/>
          <ac:picMkLst>
            <pc:docMk/>
            <pc:sldMk cId="768465522" sldId="2490"/>
            <ac:picMk id="5" creationId="{5A6BCF36-6817-EFD4-1129-7D5CE1797EBB}"/>
          </ac:picMkLst>
        </pc:picChg>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pChg chg="mod">
          <ac:chgData name="Owais Ahmed" userId="6abc7d4556b3b071" providerId="LiveId" clId="{0FDD8DE3-F1AE-4516-94DB-A1902CE94C41}" dt="2023-03-02T06:18:36.400" v="3919" actId="20577"/>
          <ac:spMkLst>
            <pc:docMk/>
            <pc:sldMk cId="3640078836" sldId="2491"/>
            <ac:spMk id="3" creationId="{4A1C0383-58FE-E486-295E-B33B8683B938}"/>
          </ac:spMkLst>
        </pc:spChg>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AAADAA39-EA66-4E32-AA2F-0EE989AD0AF6}"/>
    <pc:docChg chg="undo custSel addSld delSld modSld sldOrd modSection">
      <pc:chgData name="Owais Ahmed" userId="6abc7d4556b3b071" providerId="LiveId" clId="{AAADAA39-EA66-4E32-AA2F-0EE989AD0AF6}" dt="2023-05-26T05:02:49.183" v="5916" actId="20577"/>
      <pc:docMkLst>
        <pc:docMk/>
      </pc:docMkLst>
      <pc:sldChg chg="modSp mod">
        <pc:chgData name="Owais Ahmed" userId="6abc7d4556b3b071" providerId="LiveId" clId="{AAADAA39-EA66-4E32-AA2F-0EE989AD0AF6}" dt="2023-05-26T04:38:46.819" v="5357" actId="20577"/>
        <pc:sldMkLst>
          <pc:docMk/>
          <pc:sldMk cId="1649098948" sldId="2462"/>
        </pc:sldMkLst>
        <pc:spChg chg="mod">
          <ac:chgData name="Owais Ahmed" userId="6abc7d4556b3b071" providerId="LiveId" clId="{AAADAA39-EA66-4E32-AA2F-0EE989AD0AF6}" dt="2023-05-26T04:38:46.819" v="5357" actId="20577"/>
          <ac:spMkLst>
            <pc:docMk/>
            <pc:sldMk cId="1649098948" sldId="2462"/>
            <ac:spMk id="6" creationId="{F3C89A40-EEAA-43AB-9A3A-B2CFDE450F1B}"/>
          </ac:spMkLst>
        </pc:spChg>
      </pc:sldChg>
      <pc:sldChg chg="addSp modSp mod modAnim">
        <pc:chgData name="Owais Ahmed" userId="6abc7d4556b3b071" providerId="LiveId" clId="{AAADAA39-EA66-4E32-AA2F-0EE989AD0AF6}" dt="2023-05-19T04:47:08.104" v="844"/>
        <pc:sldMkLst>
          <pc:docMk/>
          <pc:sldMk cId="138766739" sldId="2512"/>
        </pc:sldMkLst>
        <pc:spChg chg="mod">
          <ac:chgData name="Owais Ahmed" userId="6abc7d4556b3b071" providerId="LiveId" clId="{AAADAA39-EA66-4E32-AA2F-0EE989AD0AF6}" dt="2023-05-19T04:41:38.461" v="495" actId="20577"/>
          <ac:spMkLst>
            <pc:docMk/>
            <pc:sldMk cId="138766739" sldId="2512"/>
            <ac:spMk id="3" creationId="{4A1C0383-58FE-E486-295E-B33B8683B938}"/>
          </ac:spMkLst>
        </pc:spChg>
        <pc:spChg chg="mod">
          <ac:chgData name="Owais Ahmed" userId="6abc7d4556b3b071" providerId="LiveId" clId="{AAADAA39-EA66-4E32-AA2F-0EE989AD0AF6}" dt="2023-05-19T04:31:51.567" v="169" actId="20577"/>
          <ac:spMkLst>
            <pc:docMk/>
            <pc:sldMk cId="138766739" sldId="2512"/>
            <ac:spMk id="215" creationId="{00000000-0000-0000-0000-000000000000}"/>
          </ac:spMkLst>
        </pc:spChg>
        <pc:picChg chg="add mod">
          <ac:chgData name="Owais Ahmed" userId="6abc7d4556b3b071" providerId="LiveId" clId="{AAADAA39-EA66-4E32-AA2F-0EE989AD0AF6}" dt="2023-05-19T04:33:48.638" v="363" actId="1076"/>
          <ac:picMkLst>
            <pc:docMk/>
            <pc:sldMk cId="138766739" sldId="2512"/>
            <ac:picMk id="1026" creationId="{6D104781-49F5-7944-8B0F-4AAAFE470482}"/>
          </ac:picMkLst>
        </pc:picChg>
      </pc:sldChg>
      <pc:sldChg chg="addSp delSp modSp add mod modAnim">
        <pc:chgData name="Owais Ahmed" userId="6abc7d4556b3b071" providerId="LiveId" clId="{AAADAA39-EA66-4E32-AA2F-0EE989AD0AF6}" dt="2023-05-19T04:47:20.661" v="847"/>
        <pc:sldMkLst>
          <pc:docMk/>
          <pc:sldMk cId="164878705" sldId="2513"/>
        </pc:sldMkLst>
        <pc:spChg chg="mod">
          <ac:chgData name="Owais Ahmed" userId="6abc7d4556b3b071" providerId="LiveId" clId="{AAADAA39-EA66-4E32-AA2F-0EE989AD0AF6}" dt="2023-05-19T04:46:45.149" v="842" actId="20577"/>
          <ac:spMkLst>
            <pc:docMk/>
            <pc:sldMk cId="164878705" sldId="2513"/>
            <ac:spMk id="3" creationId="{4A1C0383-58FE-E486-295E-B33B8683B938}"/>
          </ac:spMkLst>
        </pc:spChg>
        <pc:picChg chg="add mod">
          <ac:chgData name="Owais Ahmed" userId="6abc7d4556b3b071" providerId="LiveId" clId="{AAADAA39-EA66-4E32-AA2F-0EE989AD0AF6}" dt="2023-05-19T04:47:00.966" v="843" actId="1076"/>
          <ac:picMkLst>
            <pc:docMk/>
            <pc:sldMk cId="164878705" sldId="2513"/>
            <ac:picMk id="5" creationId="{036F9582-12B3-15DE-636D-04D79531804D}"/>
          </ac:picMkLst>
        </pc:picChg>
        <pc:picChg chg="del">
          <ac:chgData name="Owais Ahmed" userId="6abc7d4556b3b071" providerId="LiveId" clId="{AAADAA39-EA66-4E32-AA2F-0EE989AD0AF6}" dt="2023-05-19T04:44:13.180" v="617" actId="478"/>
          <ac:picMkLst>
            <pc:docMk/>
            <pc:sldMk cId="164878705" sldId="2513"/>
            <ac:picMk id="1026" creationId="{6D104781-49F5-7944-8B0F-4AAAFE470482}"/>
          </ac:picMkLst>
        </pc:picChg>
      </pc:sldChg>
      <pc:sldChg chg="del">
        <pc:chgData name="Owais Ahmed" userId="6abc7d4556b3b071" providerId="LiveId" clId="{AAADAA39-EA66-4E32-AA2F-0EE989AD0AF6}" dt="2023-05-19T04:28:08.928" v="0" actId="47"/>
        <pc:sldMkLst>
          <pc:docMk/>
          <pc:sldMk cId="2057891609" sldId="2513"/>
        </pc:sldMkLst>
      </pc:sldChg>
      <pc:sldChg chg="del">
        <pc:chgData name="Owais Ahmed" userId="6abc7d4556b3b071" providerId="LiveId" clId="{AAADAA39-EA66-4E32-AA2F-0EE989AD0AF6}" dt="2023-05-19T04:28:09.193" v="1" actId="47"/>
        <pc:sldMkLst>
          <pc:docMk/>
          <pc:sldMk cId="766839772" sldId="2514"/>
        </pc:sldMkLst>
      </pc:sldChg>
      <pc:sldChg chg="addSp delSp modSp add mod ord modAnim modNotesTx">
        <pc:chgData name="Owais Ahmed" userId="6abc7d4556b3b071" providerId="LiveId" clId="{AAADAA39-EA66-4E32-AA2F-0EE989AD0AF6}" dt="2023-05-19T04:56:11.342" v="1934" actId="33524"/>
        <pc:sldMkLst>
          <pc:docMk/>
          <pc:sldMk cId="1794817901" sldId="2514"/>
        </pc:sldMkLst>
        <pc:spChg chg="mod">
          <ac:chgData name="Owais Ahmed" userId="6abc7d4556b3b071" providerId="LiveId" clId="{AAADAA39-EA66-4E32-AA2F-0EE989AD0AF6}" dt="2023-05-19T04:56:11.342" v="1934" actId="33524"/>
          <ac:spMkLst>
            <pc:docMk/>
            <pc:sldMk cId="1794817901" sldId="2514"/>
            <ac:spMk id="3" creationId="{4A1C0383-58FE-E486-295E-B33B8683B938}"/>
          </ac:spMkLst>
        </pc:spChg>
        <pc:spChg chg="mod">
          <ac:chgData name="Owais Ahmed" userId="6abc7d4556b3b071" providerId="LiveId" clId="{AAADAA39-EA66-4E32-AA2F-0EE989AD0AF6}" dt="2023-05-19T04:51:43.690" v="1263" actId="20577"/>
          <ac:spMkLst>
            <pc:docMk/>
            <pc:sldMk cId="1794817901" sldId="2514"/>
            <ac:spMk id="215" creationId="{00000000-0000-0000-0000-000000000000}"/>
          </ac:spMkLst>
        </pc:spChg>
        <pc:picChg chg="add del">
          <ac:chgData name="Owais Ahmed" userId="6abc7d4556b3b071" providerId="LiveId" clId="{AAADAA39-EA66-4E32-AA2F-0EE989AD0AF6}" dt="2023-05-19T04:47:41.773" v="879" actId="478"/>
          <ac:picMkLst>
            <pc:docMk/>
            <pc:sldMk cId="1794817901" sldId="2514"/>
            <ac:picMk id="1026" creationId="{6D104781-49F5-7944-8B0F-4AAAFE470482}"/>
          </ac:picMkLst>
        </pc:picChg>
        <pc:picChg chg="add mod">
          <ac:chgData name="Owais Ahmed" userId="6abc7d4556b3b071" providerId="LiveId" clId="{AAADAA39-EA66-4E32-AA2F-0EE989AD0AF6}" dt="2023-05-19T04:49:39.764" v="982" actId="14100"/>
          <ac:picMkLst>
            <pc:docMk/>
            <pc:sldMk cId="1794817901" sldId="2514"/>
            <ac:picMk id="2050" creationId="{1ED40BFB-F75A-A1F5-17EF-9AE07BA85C12}"/>
          </ac:picMkLst>
        </pc:picChg>
        <pc:picChg chg="add mod">
          <ac:chgData name="Owais Ahmed" userId="6abc7d4556b3b071" providerId="LiveId" clId="{AAADAA39-EA66-4E32-AA2F-0EE989AD0AF6}" dt="2023-05-19T04:51:07.277" v="1207" actId="1076"/>
          <ac:picMkLst>
            <pc:docMk/>
            <pc:sldMk cId="1794817901" sldId="2514"/>
            <ac:picMk id="2052" creationId="{31D96ACC-7B8A-CAF9-5AA9-4E679EFDFF4C}"/>
          </ac:picMkLst>
        </pc:picChg>
      </pc:sldChg>
      <pc:sldChg chg="addSp delSp modSp add mod ord delAnim modAnim">
        <pc:chgData name="Owais Ahmed" userId="6abc7d4556b3b071" providerId="LiveId" clId="{AAADAA39-EA66-4E32-AA2F-0EE989AD0AF6}" dt="2023-05-19T06:00:43.624" v="3996" actId="20577"/>
        <pc:sldMkLst>
          <pc:docMk/>
          <pc:sldMk cId="359945623" sldId="2515"/>
        </pc:sldMkLst>
        <pc:spChg chg="mod">
          <ac:chgData name="Owais Ahmed" userId="6abc7d4556b3b071" providerId="LiveId" clId="{AAADAA39-EA66-4E32-AA2F-0EE989AD0AF6}" dt="2023-05-19T05:16:34.715" v="2802" actId="27636"/>
          <ac:spMkLst>
            <pc:docMk/>
            <pc:sldMk cId="359945623" sldId="2515"/>
            <ac:spMk id="3" creationId="{4A1C0383-58FE-E486-295E-B33B8683B938}"/>
          </ac:spMkLst>
        </pc:spChg>
        <pc:spChg chg="mod">
          <ac:chgData name="Owais Ahmed" userId="6abc7d4556b3b071" providerId="LiveId" clId="{AAADAA39-EA66-4E32-AA2F-0EE989AD0AF6}" dt="2023-05-19T06:00:43.624" v="3996" actId="20577"/>
          <ac:spMkLst>
            <pc:docMk/>
            <pc:sldMk cId="359945623" sldId="2515"/>
            <ac:spMk id="215" creationId="{00000000-0000-0000-0000-000000000000}"/>
          </ac:spMkLst>
        </pc:spChg>
        <pc:graphicFrameChg chg="add mod modGraphic">
          <ac:chgData name="Owais Ahmed" userId="6abc7d4556b3b071" providerId="LiveId" clId="{AAADAA39-EA66-4E32-AA2F-0EE989AD0AF6}" dt="2023-05-19T05:17:25.937" v="2815" actId="20577"/>
          <ac:graphicFrameMkLst>
            <pc:docMk/>
            <pc:sldMk cId="359945623" sldId="2515"/>
            <ac:graphicFrameMk id="4" creationId="{78451019-08E9-D248-E950-C2A8EC5B07C1}"/>
          </ac:graphicFrameMkLst>
        </pc:graphicFrameChg>
        <pc:picChg chg="del">
          <ac:chgData name="Owais Ahmed" userId="6abc7d4556b3b071" providerId="LiveId" clId="{AAADAA39-EA66-4E32-AA2F-0EE989AD0AF6}" dt="2023-05-19T04:57:22.909" v="1945" actId="478"/>
          <ac:picMkLst>
            <pc:docMk/>
            <pc:sldMk cId="359945623" sldId="2515"/>
            <ac:picMk id="5" creationId="{036F9582-12B3-15DE-636D-04D79531804D}"/>
          </ac:picMkLst>
        </pc:picChg>
        <pc:picChg chg="add del mod">
          <ac:chgData name="Owais Ahmed" userId="6abc7d4556b3b071" providerId="LiveId" clId="{AAADAA39-EA66-4E32-AA2F-0EE989AD0AF6}" dt="2023-05-19T05:03:05.412" v="2329" actId="478"/>
          <ac:picMkLst>
            <pc:docMk/>
            <pc:sldMk cId="359945623" sldId="2515"/>
            <ac:picMk id="3074" creationId="{55CCE2AA-C258-DA75-A542-29B331D2AC34}"/>
          </ac:picMkLst>
        </pc:picChg>
        <pc:picChg chg="add del mod">
          <ac:chgData name="Owais Ahmed" userId="6abc7d4556b3b071" providerId="LiveId" clId="{AAADAA39-EA66-4E32-AA2F-0EE989AD0AF6}" dt="2023-05-19T05:16:17.578" v="2796" actId="478"/>
          <ac:picMkLst>
            <pc:docMk/>
            <pc:sldMk cId="359945623" sldId="2515"/>
            <ac:picMk id="3076" creationId="{90E32114-C48C-31AE-B745-02A174C16FF9}"/>
          </ac:picMkLst>
        </pc:picChg>
        <pc:picChg chg="add del mod">
          <ac:chgData name="Owais Ahmed" userId="6abc7d4556b3b071" providerId="LiveId" clId="{AAADAA39-EA66-4E32-AA2F-0EE989AD0AF6}" dt="2023-05-19T05:07:43.115" v="2555"/>
          <ac:picMkLst>
            <pc:docMk/>
            <pc:sldMk cId="359945623" sldId="2515"/>
            <ac:picMk id="3078" creationId="{F41954CC-5D5A-D089-39B3-880E9B59E2B5}"/>
          </ac:picMkLst>
        </pc:picChg>
        <pc:picChg chg="add mod">
          <ac:chgData name="Owais Ahmed" userId="6abc7d4556b3b071" providerId="LiveId" clId="{AAADAA39-EA66-4E32-AA2F-0EE989AD0AF6}" dt="2023-05-19T05:30:16.737" v="2836" actId="1076"/>
          <ac:picMkLst>
            <pc:docMk/>
            <pc:sldMk cId="359945623" sldId="2515"/>
            <ac:picMk id="3080" creationId="{42F8257D-74CD-3736-2A30-DAF9807A7BF9}"/>
          </ac:picMkLst>
        </pc:picChg>
      </pc:sldChg>
      <pc:sldChg chg="add del">
        <pc:chgData name="Owais Ahmed" userId="6abc7d4556b3b071" providerId="LiveId" clId="{AAADAA39-EA66-4E32-AA2F-0EE989AD0AF6}" dt="2023-05-19T04:52:24.056" v="1330" actId="47"/>
        <pc:sldMkLst>
          <pc:docMk/>
          <pc:sldMk cId="970040805" sldId="2515"/>
        </pc:sldMkLst>
      </pc:sldChg>
      <pc:sldChg chg="del">
        <pc:chgData name="Owais Ahmed" userId="6abc7d4556b3b071" providerId="LiveId" clId="{AAADAA39-EA66-4E32-AA2F-0EE989AD0AF6}" dt="2023-05-19T04:28:09.516" v="3" actId="47"/>
        <pc:sldMkLst>
          <pc:docMk/>
          <pc:sldMk cId="4043370130" sldId="2515"/>
        </pc:sldMkLst>
      </pc:sldChg>
      <pc:sldChg chg="delSp modSp add mod modAnim">
        <pc:chgData name="Owais Ahmed" userId="6abc7d4556b3b071" providerId="LiveId" clId="{AAADAA39-EA66-4E32-AA2F-0EE989AD0AF6}" dt="2023-05-19T06:00:46.952" v="3999" actId="20577"/>
        <pc:sldMkLst>
          <pc:docMk/>
          <pc:sldMk cId="3531452222" sldId="2516"/>
        </pc:sldMkLst>
        <pc:spChg chg="mod">
          <ac:chgData name="Owais Ahmed" userId="6abc7d4556b3b071" providerId="LiveId" clId="{AAADAA39-EA66-4E32-AA2F-0EE989AD0AF6}" dt="2023-05-19T06:00:33.472" v="3993" actId="20577"/>
          <ac:spMkLst>
            <pc:docMk/>
            <pc:sldMk cId="3531452222" sldId="2516"/>
            <ac:spMk id="3" creationId="{4A1C0383-58FE-E486-295E-B33B8683B938}"/>
          </ac:spMkLst>
        </pc:spChg>
        <pc:spChg chg="mod">
          <ac:chgData name="Owais Ahmed" userId="6abc7d4556b3b071" providerId="LiveId" clId="{AAADAA39-EA66-4E32-AA2F-0EE989AD0AF6}" dt="2023-05-19T06:00:46.952" v="3999" actId="20577"/>
          <ac:spMkLst>
            <pc:docMk/>
            <pc:sldMk cId="3531452222" sldId="2516"/>
            <ac:spMk id="215" creationId="{00000000-0000-0000-0000-000000000000}"/>
          </ac:spMkLst>
        </pc:spChg>
        <pc:graphicFrameChg chg="mod modGraphic">
          <ac:chgData name="Owais Ahmed" userId="6abc7d4556b3b071" providerId="LiveId" clId="{AAADAA39-EA66-4E32-AA2F-0EE989AD0AF6}" dt="2023-05-19T05:17:43.282" v="2818" actId="14100"/>
          <ac:graphicFrameMkLst>
            <pc:docMk/>
            <pc:sldMk cId="3531452222" sldId="2516"/>
            <ac:graphicFrameMk id="4" creationId="{78451019-08E9-D248-E950-C2A8EC5B07C1}"/>
          </ac:graphicFrameMkLst>
        </pc:graphicFrameChg>
        <pc:picChg chg="mod">
          <ac:chgData name="Owais Ahmed" userId="6abc7d4556b3b071" providerId="LiveId" clId="{AAADAA39-EA66-4E32-AA2F-0EE989AD0AF6}" dt="2023-05-19T05:30:21.176" v="2838" actId="1076"/>
          <ac:picMkLst>
            <pc:docMk/>
            <pc:sldMk cId="3531452222" sldId="2516"/>
            <ac:picMk id="3076" creationId="{90E32114-C48C-31AE-B745-02A174C16FF9}"/>
          </ac:picMkLst>
        </pc:picChg>
        <pc:picChg chg="del">
          <ac:chgData name="Owais Ahmed" userId="6abc7d4556b3b071" providerId="LiveId" clId="{AAADAA39-EA66-4E32-AA2F-0EE989AD0AF6}" dt="2023-05-19T05:17:35.075" v="2816" actId="478"/>
          <ac:picMkLst>
            <pc:docMk/>
            <pc:sldMk cId="3531452222" sldId="2516"/>
            <ac:picMk id="3080" creationId="{42F8257D-74CD-3736-2A30-DAF9807A7BF9}"/>
          </ac:picMkLst>
        </pc:picChg>
      </pc:sldChg>
      <pc:sldChg chg="del">
        <pc:chgData name="Owais Ahmed" userId="6abc7d4556b3b071" providerId="LiveId" clId="{AAADAA39-EA66-4E32-AA2F-0EE989AD0AF6}" dt="2023-05-19T04:28:09.400" v="2" actId="47"/>
        <pc:sldMkLst>
          <pc:docMk/>
          <pc:sldMk cId="3641615729" sldId="2516"/>
        </pc:sldMkLst>
      </pc:sldChg>
      <pc:sldChg chg="addSp delSp modSp add mod delAnim modAnim">
        <pc:chgData name="Owais Ahmed" userId="6abc7d4556b3b071" providerId="LiveId" clId="{AAADAA39-EA66-4E32-AA2F-0EE989AD0AF6}" dt="2023-05-19T06:00:50.791" v="4002" actId="20577"/>
        <pc:sldMkLst>
          <pc:docMk/>
          <pc:sldMk cId="155911034" sldId="2517"/>
        </pc:sldMkLst>
        <pc:spChg chg="mod">
          <ac:chgData name="Owais Ahmed" userId="6abc7d4556b3b071" providerId="LiveId" clId="{AAADAA39-EA66-4E32-AA2F-0EE989AD0AF6}" dt="2023-05-19T05:44:15.664" v="3162" actId="20577"/>
          <ac:spMkLst>
            <pc:docMk/>
            <pc:sldMk cId="155911034" sldId="2517"/>
            <ac:spMk id="3" creationId="{4A1C0383-58FE-E486-295E-B33B8683B938}"/>
          </ac:spMkLst>
        </pc:spChg>
        <pc:spChg chg="mod">
          <ac:chgData name="Owais Ahmed" userId="6abc7d4556b3b071" providerId="LiveId" clId="{AAADAA39-EA66-4E32-AA2F-0EE989AD0AF6}" dt="2023-05-19T06:00:50.791" v="4002" actId="20577"/>
          <ac:spMkLst>
            <pc:docMk/>
            <pc:sldMk cId="155911034" sldId="2517"/>
            <ac:spMk id="215" creationId="{00000000-0000-0000-0000-000000000000}"/>
          </ac:spMkLst>
        </pc:spChg>
        <pc:graphicFrameChg chg="del">
          <ac:chgData name="Owais Ahmed" userId="6abc7d4556b3b071" providerId="LiveId" clId="{AAADAA39-EA66-4E32-AA2F-0EE989AD0AF6}" dt="2023-05-19T05:35:07.146" v="2912" actId="478"/>
          <ac:graphicFrameMkLst>
            <pc:docMk/>
            <pc:sldMk cId="155911034" sldId="2517"/>
            <ac:graphicFrameMk id="4" creationId="{78451019-08E9-D248-E950-C2A8EC5B07C1}"/>
          </ac:graphicFrameMkLst>
        </pc:graphicFrameChg>
        <pc:picChg chg="add mod">
          <ac:chgData name="Owais Ahmed" userId="6abc7d4556b3b071" providerId="LiveId" clId="{AAADAA39-EA66-4E32-AA2F-0EE989AD0AF6}" dt="2023-05-19T05:42:52.086" v="3087" actId="1076"/>
          <ac:picMkLst>
            <pc:docMk/>
            <pc:sldMk cId="155911034" sldId="2517"/>
            <ac:picMk id="6" creationId="{30158144-F0E3-CF99-3D83-39679B88F17D}"/>
          </ac:picMkLst>
        </pc:picChg>
        <pc:picChg chg="add mod">
          <ac:chgData name="Owais Ahmed" userId="6abc7d4556b3b071" providerId="LiveId" clId="{AAADAA39-EA66-4E32-AA2F-0EE989AD0AF6}" dt="2023-05-19T05:43:14.526" v="3089" actId="1076"/>
          <ac:picMkLst>
            <pc:docMk/>
            <pc:sldMk cId="155911034" sldId="2517"/>
            <ac:picMk id="8" creationId="{AC0D5977-058C-F1A9-46A9-A780DCC5745D}"/>
          </ac:picMkLst>
        </pc:picChg>
        <pc:picChg chg="del">
          <ac:chgData name="Owais Ahmed" userId="6abc7d4556b3b071" providerId="LiveId" clId="{AAADAA39-EA66-4E32-AA2F-0EE989AD0AF6}" dt="2023-05-19T05:35:07.708" v="2913" actId="478"/>
          <ac:picMkLst>
            <pc:docMk/>
            <pc:sldMk cId="155911034" sldId="2517"/>
            <ac:picMk id="3076" creationId="{90E32114-C48C-31AE-B745-02A174C16FF9}"/>
          </ac:picMkLst>
        </pc:picChg>
      </pc:sldChg>
      <pc:sldChg chg="del">
        <pc:chgData name="Owais Ahmed" userId="6abc7d4556b3b071" providerId="LiveId" clId="{AAADAA39-EA66-4E32-AA2F-0EE989AD0AF6}" dt="2023-05-19T04:28:09.701" v="4" actId="47"/>
        <pc:sldMkLst>
          <pc:docMk/>
          <pc:sldMk cId="2424513808" sldId="2517"/>
        </pc:sldMkLst>
      </pc:sldChg>
      <pc:sldChg chg="addSp delSp modSp add mod modAnim">
        <pc:chgData name="Owais Ahmed" userId="6abc7d4556b3b071" providerId="LiveId" clId="{AAADAA39-EA66-4E32-AA2F-0EE989AD0AF6}" dt="2023-05-19T06:00:54.329" v="4005" actId="20577"/>
        <pc:sldMkLst>
          <pc:docMk/>
          <pc:sldMk cId="688456144" sldId="2518"/>
        </pc:sldMkLst>
        <pc:spChg chg="mod">
          <ac:chgData name="Owais Ahmed" userId="6abc7d4556b3b071" providerId="LiveId" clId="{AAADAA39-EA66-4E32-AA2F-0EE989AD0AF6}" dt="2023-05-19T05:47:12.724" v="3264"/>
          <ac:spMkLst>
            <pc:docMk/>
            <pc:sldMk cId="688456144" sldId="2518"/>
            <ac:spMk id="3" creationId="{4A1C0383-58FE-E486-295E-B33B8683B938}"/>
          </ac:spMkLst>
        </pc:spChg>
        <pc:spChg chg="mod">
          <ac:chgData name="Owais Ahmed" userId="6abc7d4556b3b071" providerId="LiveId" clId="{AAADAA39-EA66-4E32-AA2F-0EE989AD0AF6}" dt="2023-05-19T06:00:54.329" v="4005" actId="20577"/>
          <ac:spMkLst>
            <pc:docMk/>
            <pc:sldMk cId="688456144" sldId="2518"/>
            <ac:spMk id="215" creationId="{00000000-0000-0000-0000-000000000000}"/>
          </ac:spMkLst>
        </pc:spChg>
        <pc:picChg chg="add mod">
          <ac:chgData name="Owais Ahmed" userId="6abc7d4556b3b071" providerId="LiveId" clId="{AAADAA39-EA66-4E32-AA2F-0EE989AD0AF6}" dt="2023-05-19T05:46:08.479" v="3173" actId="1076"/>
          <ac:picMkLst>
            <pc:docMk/>
            <pc:sldMk cId="688456144" sldId="2518"/>
            <ac:picMk id="5" creationId="{7343DBEA-5D54-59A3-D972-E4885163A232}"/>
          </ac:picMkLst>
        </pc:picChg>
        <pc:picChg chg="del">
          <ac:chgData name="Owais Ahmed" userId="6abc7d4556b3b071" providerId="LiveId" clId="{AAADAA39-EA66-4E32-AA2F-0EE989AD0AF6}" dt="2023-05-19T05:45:22.460" v="3167" actId="478"/>
          <ac:picMkLst>
            <pc:docMk/>
            <pc:sldMk cId="688456144" sldId="2518"/>
            <ac:picMk id="6" creationId="{30158144-F0E3-CF99-3D83-39679B88F17D}"/>
          </ac:picMkLst>
        </pc:picChg>
        <pc:picChg chg="del">
          <ac:chgData name="Owais Ahmed" userId="6abc7d4556b3b071" providerId="LiveId" clId="{AAADAA39-EA66-4E32-AA2F-0EE989AD0AF6}" dt="2023-05-19T05:45:22.871" v="3168" actId="478"/>
          <ac:picMkLst>
            <pc:docMk/>
            <pc:sldMk cId="688456144" sldId="2518"/>
            <ac:picMk id="8" creationId="{AC0D5977-058C-F1A9-46A9-A780DCC5745D}"/>
          </ac:picMkLst>
        </pc:picChg>
        <pc:picChg chg="add mod">
          <ac:chgData name="Owais Ahmed" userId="6abc7d4556b3b071" providerId="LiveId" clId="{AAADAA39-EA66-4E32-AA2F-0EE989AD0AF6}" dt="2023-05-19T05:46:17.127" v="3174" actId="1076"/>
          <ac:picMkLst>
            <pc:docMk/>
            <pc:sldMk cId="688456144" sldId="2518"/>
            <ac:picMk id="9" creationId="{F616F881-E6AD-6F18-7B7D-9E0C307B611A}"/>
          </ac:picMkLst>
        </pc:picChg>
      </pc:sldChg>
      <pc:sldChg chg="del">
        <pc:chgData name="Owais Ahmed" userId="6abc7d4556b3b071" providerId="LiveId" clId="{AAADAA39-EA66-4E32-AA2F-0EE989AD0AF6}" dt="2023-05-19T04:28:09.929" v="5" actId="47"/>
        <pc:sldMkLst>
          <pc:docMk/>
          <pc:sldMk cId="1333501729" sldId="2518"/>
        </pc:sldMkLst>
      </pc:sldChg>
      <pc:sldChg chg="addSp delSp modSp add mod modAnim">
        <pc:chgData name="Owais Ahmed" userId="6abc7d4556b3b071" providerId="LiveId" clId="{AAADAA39-EA66-4E32-AA2F-0EE989AD0AF6}" dt="2023-05-19T06:00:58.135" v="4008" actId="20577"/>
        <pc:sldMkLst>
          <pc:docMk/>
          <pc:sldMk cId="445128117" sldId="2519"/>
        </pc:sldMkLst>
        <pc:spChg chg="mod">
          <ac:chgData name="Owais Ahmed" userId="6abc7d4556b3b071" providerId="LiveId" clId="{AAADAA39-EA66-4E32-AA2F-0EE989AD0AF6}" dt="2023-05-19T05:58:02.917" v="3917" actId="20577"/>
          <ac:spMkLst>
            <pc:docMk/>
            <pc:sldMk cId="445128117" sldId="2519"/>
            <ac:spMk id="3" creationId="{4A1C0383-58FE-E486-295E-B33B8683B938}"/>
          </ac:spMkLst>
        </pc:spChg>
        <pc:spChg chg="mod">
          <ac:chgData name="Owais Ahmed" userId="6abc7d4556b3b071" providerId="LiveId" clId="{AAADAA39-EA66-4E32-AA2F-0EE989AD0AF6}" dt="2023-05-19T06:00:58.135" v="4008" actId="20577"/>
          <ac:spMkLst>
            <pc:docMk/>
            <pc:sldMk cId="445128117" sldId="2519"/>
            <ac:spMk id="215" creationId="{00000000-0000-0000-0000-000000000000}"/>
          </ac:spMkLst>
        </pc:spChg>
        <pc:picChg chg="del">
          <ac:chgData name="Owais Ahmed" userId="6abc7d4556b3b071" providerId="LiveId" clId="{AAADAA39-EA66-4E32-AA2F-0EE989AD0AF6}" dt="2023-05-19T05:52:59.176" v="3572" actId="478"/>
          <ac:picMkLst>
            <pc:docMk/>
            <pc:sldMk cId="445128117" sldId="2519"/>
            <ac:picMk id="5" creationId="{7343DBEA-5D54-59A3-D972-E4885163A232}"/>
          </ac:picMkLst>
        </pc:picChg>
        <pc:picChg chg="add mod">
          <ac:chgData name="Owais Ahmed" userId="6abc7d4556b3b071" providerId="LiveId" clId="{AAADAA39-EA66-4E32-AA2F-0EE989AD0AF6}" dt="2023-05-19T05:57:32.068" v="3868" actId="1076"/>
          <ac:picMkLst>
            <pc:docMk/>
            <pc:sldMk cId="445128117" sldId="2519"/>
            <ac:picMk id="6" creationId="{21179BAE-5811-226D-717D-E9DE44B4F483}"/>
          </ac:picMkLst>
        </pc:picChg>
        <pc:picChg chg="add mod">
          <ac:chgData name="Owais Ahmed" userId="6abc7d4556b3b071" providerId="LiveId" clId="{AAADAA39-EA66-4E32-AA2F-0EE989AD0AF6}" dt="2023-05-19T05:57:40.573" v="3870" actId="1076"/>
          <ac:picMkLst>
            <pc:docMk/>
            <pc:sldMk cId="445128117" sldId="2519"/>
            <ac:picMk id="8" creationId="{2F459232-2E13-9ACF-6D70-3A705E4FC802}"/>
          </ac:picMkLst>
        </pc:picChg>
        <pc:picChg chg="del">
          <ac:chgData name="Owais Ahmed" userId="6abc7d4556b3b071" providerId="LiveId" clId="{AAADAA39-EA66-4E32-AA2F-0EE989AD0AF6}" dt="2023-05-19T05:52:57.849" v="3571" actId="478"/>
          <ac:picMkLst>
            <pc:docMk/>
            <pc:sldMk cId="445128117" sldId="2519"/>
            <ac:picMk id="9" creationId="{F616F881-E6AD-6F18-7B7D-9E0C307B611A}"/>
          </ac:picMkLst>
        </pc:picChg>
        <pc:picChg chg="add mod">
          <ac:chgData name="Owais Ahmed" userId="6abc7d4556b3b071" providerId="LiveId" clId="{AAADAA39-EA66-4E32-AA2F-0EE989AD0AF6}" dt="2023-05-19T05:57:30.861" v="3867" actId="1076"/>
          <ac:picMkLst>
            <pc:docMk/>
            <pc:sldMk cId="445128117" sldId="2519"/>
            <ac:picMk id="11" creationId="{B5826502-4D24-E4A3-1819-B0260EDC3431}"/>
          </ac:picMkLst>
        </pc:picChg>
      </pc:sldChg>
      <pc:sldChg chg="del">
        <pc:chgData name="Owais Ahmed" userId="6abc7d4556b3b071" providerId="LiveId" clId="{AAADAA39-EA66-4E32-AA2F-0EE989AD0AF6}" dt="2023-05-19T04:28:10.122" v="6" actId="47"/>
        <pc:sldMkLst>
          <pc:docMk/>
          <pc:sldMk cId="3255545645" sldId="2519"/>
        </pc:sldMkLst>
      </pc:sldChg>
      <pc:sldChg chg="delSp modSp add mod delAnim modAnim">
        <pc:chgData name="Owais Ahmed" userId="6abc7d4556b3b071" providerId="LiveId" clId="{AAADAA39-EA66-4E32-AA2F-0EE989AD0AF6}" dt="2023-05-19T06:04:52.628" v="4316" actId="20577"/>
        <pc:sldMkLst>
          <pc:docMk/>
          <pc:sldMk cId="1007068956" sldId="2520"/>
        </pc:sldMkLst>
        <pc:spChg chg="mod">
          <ac:chgData name="Owais Ahmed" userId="6abc7d4556b3b071" providerId="LiveId" clId="{AAADAA39-EA66-4E32-AA2F-0EE989AD0AF6}" dt="2023-05-19T06:04:49.083" v="4308" actId="20577"/>
          <ac:spMkLst>
            <pc:docMk/>
            <pc:sldMk cId="1007068956" sldId="2520"/>
            <ac:spMk id="3" creationId="{4A1C0383-58FE-E486-295E-B33B8683B938}"/>
          </ac:spMkLst>
        </pc:spChg>
        <pc:spChg chg="mod">
          <ac:chgData name="Owais Ahmed" userId="6abc7d4556b3b071" providerId="LiveId" clId="{AAADAA39-EA66-4E32-AA2F-0EE989AD0AF6}" dt="2023-05-19T06:04:52.628" v="4316" actId="20577"/>
          <ac:spMkLst>
            <pc:docMk/>
            <pc:sldMk cId="1007068956" sldId="2520"/>
            <ac:spMk id="215" creationId="{00000000-0000-0000-0000-000000000000}"/>
          </ac:spMkLst>
        </pc:spChg>
        <pc:picChg chg="del">
          <ac:chgData name="Owais Ahmed" userId="6abc7d4556b3b071" providerId="LiveId" clId="{AAADAA39-EA66-4E32-AA2F-0EE989AD0AF6}" dt="2023-05-19T06:03:00.071" v="4042" actId="478"/>
          <ac:picMkLst>
            <pc:docMk/>
            <pc:sldMk cId="1007068956" sldId="2520"/>
            <ac:picMk id="6" creationId="{21179BAE-5811-226D-717D-E9DE44B4F483}"/>
          </ac:picMkLst>
        </pc:picChg>
        <pc:picChg chg="del">
          <ac:chgData name="Owais Ahmed" userId="6abc7d4556b3b071" providerId="LiveId" clId="{AAADAA39-EA66-4E32-AA2F-0EE989AD0AF6}" dt="2023-05-19T06:02:59.663" v="4041" actId="478"/>
          <ac:picMkLst>
            <pc:docMk/>
            <pc:sldMk cId="1007068956" sldId="2520"/>
            <ac:picMk id="8" creationId="{2F459232-2E13-9ACF-6D70-3A705E4FC802}"/>
          </ac:picMkLst>
        </pc:picChg>
        <pc:picChg chg="del">
          <ac:chgData name="Owais Ahmed" userId="6abc7d4556b3b071" providerId="LiveId" clId="{AAADAA39-EA66-4E32-AA2F-0EE989AD0AF6}" dt="2023-05-19T06:03:00.516" v="4043" actId="478"/>
          <ac:picMkLst>
            <pc:docMk/>
            <pc:sldMk cId="1007068956" sldId="2520"/>
            <ac:picMk id="11" creationId="{B5826502-4D24-E4A3-1819-B0260EDC3431}"/>
          </ac:picMkLst>
        </pc:picChg>
      </pc:sldChg>
      <pc:sldChg chg="del">
        <pc:chgData name="Owais Ahmed" userId="6abc7d4556b3b071" providerId="LiveId" clId="{AAADAA39-EA66-4E32-AA2F-0EE989AD0AF6}" dt="2023-05-19T04:28:10.243" v="7" actId="47"/>
        <pc:sldMkLst>
          <pc:docMk/>
          <pc:sldMk cId="1098865988" sldId="2520"/>
        </pc:sldMkLst>
      </pc:sldChg>
      <pc:sldChg chg="addSp delSp modSp add mod ord delAnim modAnim">
        <pc:chgData name="Owais Ahmed" userId="6abc7d4556b3b071" providerId="LiveId" clId="{AAADAA39-EA66-4E32-AA2F-0EE989AD0AF6}" dt="2023-05-19T06:29:43.720" v="4929" actId="20577"/>
        <pc:sldMkLst>
          <pc:docMk/>
          <pc:sldMk cId="499748375" sldId="2521"/>
        </pc:sldMkLst>
        <pc:spChg chg="mod">
          <ac:chgData name="Owais Ahmed" userId="6abc7d4556b3b071" providerId="LiveId" clId="{AAADAA39-EA66-4E32-AA2F-0EE989AD0AF6}" dt="2023-05-19T06:29:43.720" v="4929" actId="20577"/>
          <ac:spMkLst>
            <pc:docMk/>
            <pc:sldMk cId="499748375" sldId="2521"/>
            <ac:spMk id="3" creationId="{4A1C0383-58FE-E486-295E-B33B8683B938}"/>
          </ac:spMkLst>
        </pc:spChg>
        <pc:spChg chg="add del mod">
          <ac:chgData name="Owais Ahmed" userId="6abc7d4556b3b071" providerId="LiveId" clId="{AAADAA39-EA66-4E32-AA2F-0EE989AD0AF6}" dt="2023-05-19T06:12:30.754" v="4560" actId="478"/>
          <ac:spMkLst>
            <pc:docMk/>
            <pc:sldMk cId="499748375" sldId="2521"/>
            <ac:spMk id="5" creationId="{59C70EBD-89EC-9ED3-1359-1888DF8FD26B}"/>
          </ac:spMkLst>
        </pc:spChg>
        <pc:spChg chg="add del mod">
          <ac:chgData name="Owais Ahmed" userId="6abc7d4556b3b071" providerId="LiveId" clId="{AAADAA39-EA66-4E32-AA2F-0EE989AD0AF6}" dt="2023-05-19T06:27:05.111" v="4663" actId="478"/>
          <ac:spMkLst>
            <pc:docMk/>
            <pc:sldMk cId="499748375" sldId="2521"/>
            <ac:spMk id="6" creationId="{BB41734F-5257-2E2B-B24C-8A90826CAC13}"/>
          </ac:spMkLst>
        </pc:spChg>
        <pc:spChg chg="mod">
          <ac:chgData name="Owais Ahmed" userId="6abc7d4556b3b071" providerId="LiveId" clId="{AAADAA39-EA66-4E32-AA2F-0EE989AD0AF6}" dt="2023-05-19T06:07:23.186" v="4325" actId="20577"/>
          <ac:spMkLst>
            <pc:docMk/>
            <pc:sldMk cId="499748375" sldId="2521"/>
            <ac:spMk id="215" creationId="{00000000-0000-0000-0000-000000000000}"/>
          </ac:spMkLst>
        </pc:spChg>
        <pc:graphicFrameChg chg="del mod modGraphic">
          <ac:chgData name="Owais Ahmed" userId="6abc7d4556b3b071" providerId="LiveId" clId="{AAADAA39-EA66-4E32-AA2F-0EE989AD0AF6}" dt="2023-05-19T06:27:00.111" v="4661" actId="478"/>
          <ac:graphicFrameMkLst>
            <pc:docMk/>
            <pc:sldMk cId="499748375" sldId="2521"/>
            <ac:graphicFrameMk id="4" creationId="{78451019-08E9-D248-E950-C2A8EC5B07C1}"/>
          </ac:graphicFrameMkLst>
        </pc:graphicFrameChg>
        <pc:picChg chg="add del mod">
          <ac:chgData name="Owais Ahmed" userId="6abc7d4556b3b071" providerId="LiveId" clId="{AAADAA39-EA66-4E32-AA2F-0EE989AD0AF6}" dt="2023-05-19T06:29:16.207" v="4849" actId="478"/>
          <ac:picMkLst>
            <pc:docMk/>
            <pc:sldMk cId="499748375" sldId="2521"/>
            <ac:picMk id="8" creationId="{E0D3C132-EDF2-A48E-AF0F-84D05A829C5A}"/>
          </ac:picMkLst>
        </pc:picChg>
        <pc:picChg chg="add del mod">
          <ac:chgData name="Owais Ahmed" userId="6abc7d4556b3b071" providerId="LiveId" clId="{AAADAA39-EA66-4E32-AA2F-0EE989AD0AF6}" dt="2023-05-19T06:29:16.648" v="4850" actId="478"/>
          <ac:picMkLst>
            <pc:docMk/>
            <pc:sldMk cId="499748375" sldId="2521"/>
            <ac:picMk id="10" creationId="{9F84965F-FA94-BC27-8983-531E4538A445}"/>
          </ac:picMkLst>
        </pc:picChg>
        <pc:picChg chg="del">
          <ac:chgData name="Owais Ahmed" userId="6abc7d4556b3b071" providerId="LiveId" clId="{AAADAA39-EA66-4E32-AA2F-0EE989AD0AF6}" dt="2023-05-19T06:09:35.779" v="4427" actId="478"/>
          <ac:picMkLst>
            <pc:docMk/>
            <pc:sldMk cId="499748375" sldId="2521"/>
            <ac:picMk id="3076" creationId="{90E32114-C48C-31AE-B745-02A174C16FF9}"/>
          </ac:picMkLst>
        </pc:picChg>
        <pc:picChg chg="add del mod">
          <ac:chgData name="Owais Ahmed" userId="6abc7d4556b3b071" providerId="LiveId" clId="{AAADAA39-EA66-4E32-AA2F-0EE989AD0AF6}" dt="2023-05-19T06:27:04.219" v="4662" actId="478"/>
          <ac:picMkLst>
            <pc:docMk/>
            <pc:sldMk cId="499748375" sldId="2521"/>
            <ac:picMk id="4098" creationId="{6FDD0B22-3A4E-25D2-AACA-20B530BCACCE}"/>
          </ac:picMkLst>
        </pc:picChg>
      </pc:sldChg>
      <pc:sldChg chg="del">
        <pc:chgData name="Owais Ahmed" userId="6abc7d4556b3b071" providerId="LiveId" clId="{AAADAA39-EA66-4E32-AA2F-0EE989AD0AF6}" dt="2023-05-19T04:28:10.339" v="8" actId="47"/>
        <pc:sldMkLst>
          <pc:docMk/>
          <pc:sldMk cId="2513429855" sldId="2521"/>
        </pc:sldMkLst>
      </pc:sldChg>
      <pc:sldChg chg="modSp add mod modAnim">
        <pc:chgData name="Owais Ahmed" userId="6abc7d4556b3b071" providerId="LiveId" clId="{AAADAA39-EA66-4E32-AA2F-0EE989AD0AF6}" dt="2023-05-19T10:21:28.628" v="5323"/>
        <pc:sldMkLst>
          <pc:docMk/>
          <pc:sldMk cId="3350804688" sldId="2522"/>
        </pc:sldMkLst>
        <pc:spChg chg="mod">
          <ac:chgData name="Owais Ahmed" userId="6abc7d4556b3b071" providerId="LiveId" clId="{AAADAA39-EA66-4E32-AA2F-0EE989AD0AF6}" dt="2023-05-19T06:30:43.702" v="5036" actId="20577"/>
          <ac:spMkLst>
            <pc:docMk/>
            <pc:sldMk cId="3350804688" sldId="2522"/>
            <ac:spMk id="3" creationId="{4A1C0383-58FE-E486-295E-B33B8683B938}"/>
          </ac:spMkLst>
        </pc:spChg>
        <pc:spChg chg="mod">
          <ac:chgData name="Owais Ahmed" userId="6abc7d4556b3b071" providerId="LiveId" clId="{AAADAA39-EA66-4E32-AA2F-0EE989AD0AF6}" dt="2023-05-19T06:30:50.124" v="5046" actId="20577"/>
          <ac:spMkLst>
            <pc:docMk/>
            <pc:sldMk cId="3350804688" sldId="2522"/>
            <ac:spMk id="215" creationId="{00000000-0000-0000-0000-000000000000}"/>
          </ac:spMkLst>
        </pc:spChg>
      </pc:sldChg>
      <pc:sldChg chg="del">
        <pc:chgData name="Owais Ahmed" userId="6abc7d4556b3b071" providerId="LiveId" clId="{AAADAA39-EA66-4E32-AA2F-0EE989AD0AF6}" dt="2023-05-19T04:28:10.532" v="9" actId="47"/>
        <pc:sldMkLst>
          <pc:docMk/>
          <pc:sldMk cId="3872738391" sldId="2522"/>
        </pc:sldMkLst>
      </pc:sldChg>
      <pc:sldChg chg="del">
        <pc:chgData name="Owais Ahmed" userId="6abc7d4556b3b071" providerId="LiveId" clId="{AAADAA39-EA66-4E32-AA2F-0EE989AD0AF6}" dt="2023-05-19T04:28:11.548" v="10" actId="47"/>
        <pc:sldMkLst>
          <pc:docMk/>
          <pc:sldMk cId="10490053" sldId="2523"/>
        </pc:sldMkLst>
      </pc:sldChg>
      <pc:sldChg chg="addSp delSp modSp add mod modAnim">
        <pc:chgData name="Owais Ahmed" userId="6abc7d4556b3b071" providerId="LiveId" clId="{AAADAA39-EA66-4E32-AA2F-0EE989AD0AF6}" dt="2023-05-19T10:25:24.892" v="5325"/>
        <pc:sldMkLst>
          <pc:docMk/>
          <pc:sldMk cId="2550108454" sldId="2523"/>
        </pc:sldMkLst>
        <pc:spChg chg="mod">
          <ac:chgData name="Owais Ahmed" userId="6abc7d4556b3b071" providerId="LiveId" clId="{AAADAA39-EA66-4E32-AA2F-0EE989AD0AF6}" dt="2023-05-19T06:31:34.942" v="5053" actId="20577"/>
          <ac:spMkLst>
            <pc:docMk/>
            <pc:sldMk cId="2550108454" sldId="2523"/>
            <ac:spMk id="3" creationId="{4A1C0383-58FE-E486-295E-B33B8683B938}"/>
          </ac:spMkLst>
        </pc:spChg>
        <pc:spChg chg="mod">
          <ac:chgData name="Owais Ahmed" userId="6abc7d4556b3b071" providerId="LiveId" clId="{AAADAA39-EA66-4E32-AA2F-0EE989AD0AF6}" dt="2023-05-19T06:30:54.402" v="5048" actId="20577"/>
          <ac:spMkLst>
            <pc:docMk/>
            <pc:sldMk cId="2550108454" sldId="2523"/>
            <ac:spMk id="215" creationId="{00000000-0000-0000-0000-000000000000}"/>
          </ac:spMkLst>
        </pc:spChg>
        <pc:picChg chg="add mod">
          <ac:chgData name="Owais Ahmed" userId="6abc7d4556b3b071" providerId="LiveId" clId="{AAADAA39-EA66-4E32-AA2F-0EE989AD0AF6}" dt="2023-05-19T06:31:57.833" v="5056" actId="1076"/>
          <ac:picMkLst>
            <pc:docMk/>
            <pc:sldMk cId="2550108454" sldId="2523"/>
            <ac:picMk id="5" creationId="{0BA21E2A-CE17-0997-1712-0836AB02DFB2}"/>
          </ac:picMkLst>
        </pc:picChg>
        <pc:picChg chg="add mod">
          <ac:chgData name="Owais Ahmed" userId="6abc7d4556b3b071" providerId="LiveId" clId="{AAADAA39-EA66-4E32-AA2F-0EE989AD0AF6}" dt="2023-05-19T06:32:22.538" v="5059" actId="1076"/>
          <ac:picMkLst>
            <pc:docMk/>
            <pc:sldMk cId="2550108454" sldId="2523"/>
            <ac:picMk id="7" creationId="{73F3A203-6853-9134-3819-95B3B901542A}"/>
          </ac:picMkLst>
        </pc:picChg>
        <pc:picChg chg="del">
          <ac:chgData name="Owais Ahmed" userId="6abc7d4556b3b071" providerId="LiveId" clId="{AAADAA39-EA66-4E32-AA2F-0EE989AD0AF6}" dt="2023-05-19T06:31:50.381" v="5054" actId="478"/>
          <ac:picMkLst>
            <pc:docMk/>
            <pc:sldMk cId="2550108454" sldId="2523"/>
            <ac:picMk id="8" creationId="{E0D3C132-EDF2-A48E-AF0F-84D05A829C5A}"/>
          </ac:picMkLst>
        </pc:picChg>
        <pc:picChg chg="del">
          <ac:chgData name="Owais Ahmed" userId="6abc7d4556b3b071" providerId="LiveId" clId="{AAADAA39-EA66-4E32-AA2F-0EE989AD0AF6}" dt="2023-05-19T06:31:59.183" v="5057" actId="478"/>
          <ac:picMkLst>
            <pc:docMk/>
            <pc:sldMk cId="2550108454" sldId="2523"/>
            <ac:picMk id="10" creationId="{9F84965F-FA94-BC27-8983-531E4538A445}"/>
          </ac:picMkLst>
        </pc:picChg>
      </pc:sldChg>
      <pc:sldChg chg="del">
        <pc:chgData name="Owais Ahmed" userId="6abc7d4556b3b071" providerId="LiveId" clId="{AAADAA39-EA66-4E32-AA2F-0EE989AD0AF6}" dt="2023-05-19T04:28:11.899" v="11" actId="47"/>
        <pc:sldMkLst>
          <pc:docMk/>
          <pc:sldMk cId="2018994293" sldId="2524"/>
        </pc:sldMkLst>
      </pc:sldChg>
      <pc:sldChg chg="addSp delSp modSp add mod modAnim">
        <pc:chgData name="Owais Ahmed" userId="6abc7d4556b3b071" providerId="LiveId" clId="{AAADAA39-EA66-4E32-AA2F-0EE989AD0AF6}" dt="2023-05-19T10:25:28.898" v="5326"/>
        <pc:sldMkLst>
          <pc:docMk/>
          <pc:sldMk cId="3158656300" sldId="2524"/>
        </pc:sldMkLst>
        <pc:spChg chg="mod">
          <ac:chgData name="Owais Ahmed" userId="6abc7d4556b3b071" providerId="LiveId" clId="{AAADAA39-EA66-4E32-AA2F-0EE989AD0AF6}" dt="2023-05-19T06:33:33.590" v="5109" actId="20577"/>
          <ac:spMkLst>
            <pc:docMk/>
            <pc:sldMk cId="3158656300" sldId="2524"/>
            <ac:spMk id="3" creationId="{4A1C0383-58FE-E486-295E-B33B8683B938}"/>
          </ac:spMkLst>
        </pc:spChg>
        <pc:spChg chg="mod">
          <ac:chgData name="Owais Ahmed" userId="6abc7d4556b3b071" providerId="LiveId" clId="{AAADAA39-EA66-4E32-AA2F-0EE989AD0AF6}" dt="2023-05-19T06:32:34.495" v="5061" actId="20577"/>
          <ac:spMkLst>
            <pc:docMk/>
            <pc:sldMk cId="3158656300" sldId="2524"/>
            <ac:spMk id="215" creationId="{00000000-0000-0000-0000-000000000000}"/>
          </ac:spMkLst>
        </pc:spChg>
        <pc:picChg chg="del">
          <ac:chgData name="Owais Ahmed" userId="6abc7d4556b3b071" providerId="LiveId" clId="{AAADAA39-EA66-4E32-AA2F-0EE989AD0AF6}" dt="2023-05-19T06:33:04.393" v="5103" actId="478"/>
          <ac:picMkLst>
            <pc:docMk/>
            <pc:sldMk cId="3158656300" sldId="2524"/>
            <ac:picMk id="5" creationId="{0BA21E2A-CE17-0997-1712-0836AB02DFB2}"/>
          </ac:picMkLst>
        </pc:picChg>
        <pc:picChg chg="add mod">
          <ac:chgData name="Owais Ahmed" userId="6abc7d4556b3b071" providerId="LiveId" clId="{AAADAA39-EA66-4E32-AA2F-0EE989AD0AF6}" dt="2023-05-19T06:33:26.434" v="5106" actId="1076"/>
          <ac:picMkLst>
            <pc:docMk/>
            <pc:sldMk cId="3158656300" sldId="2524"/>
            <ac:picMk id="6" creationId="{1E4CD0DC-8E61-8058-2B0D-B54B7D04E479}"/>
          </ac:picMkLst>
        </pc:picChg>
        <pc:picChg chg="del">
          <ac:chgData name="Owais Ahmed" userId="6abc7d4556b3b071" providerId="LiveId" clId="{AAADAA39-EA66-4E32-AA2F-0EE989AD0AF6}" dt="2023-05-19T06:33:05.247" v="5104" actId="478"/>
          <ac:picMkLst>
            <pc:docMk/>
            <pc:sldMk cId="3158656300" sldId="2524"/>
            <ac:picMk id="7" creationId="{73F3A203-6853-9134-3819-95B3B901542A}"/>
          </ac:picMkLst>
        </pc:picChg>
      </pc:sldChg>
      <pc:sldChg chg="addSp delSp modSp add mod addAnim delAnim modAnim">
        <pc:chgData name="Owais Ahmed" userId="6abc7d4556b3b071" providerId="LiveId" clId="{AAADAA39-EA66-4E32-AA2F-0EE989AD0AF6}" dt="2023-05-19T06:37:30.506" v="5321" actId="27636"/>
        <pc:sldMkLst>
          <pc:docMk/>
          <pc:sldMk cId="297218251" sldId="2525"/>
        </pc:sldMkLst>
        <pc:spChg chg="add del mod">
          <ac:chgData name="Owais Ahmed" userId="6abc7d4556b3b071" providerId="LiveId" clId="{AAADAA39-EA66-4E32-AA2F-0EE989AD0AF6}" dt="2023-05-19T06:37:30.506" v="5321" actId="27636"/>
          <ac:spMkLst>
            <pc:docMk/>
            <pc:sldMk cId="297218251" sldId="2525"/>
            <ac:spMk id="3" creationId="{4A1C0383-58FE-E486-295E-B33B8683B938}"/>
          </ac:spMkLst>
        </pc:spChg>
        <pc:spChg chg="mod">
          <ac:chgData name="Owais Ahmed" userId="6abc7d4556b3b071" providerId="LiveId" clId="{AAADAA39-EA66-4E32-AA2F-0EE989AD0AF6}" dt="2023-05-19T06:33:39.303" v="5111" actId="20577"/>
          <ac:spMkLst>
            <pc:docMk/>
            <pc:sldMk cId="297218251" sldId="2525"/>
            <ac:spMk id="215" creationId="{00000000-0000-0000-0000-000000000000}"/>
          </ac:spMkLst>
        </pc:spChg>
        <pc:picChg chg="add mod">
          <ac:chgData name="Owais Ahmed" userId="6abc7d4556b3b071" providerId="LiveId" clId="{AAADAA39-EA66-4E32-AA2F-0EE989AD0AF6}" dt="2023-05-19T06:37:27.738" v="5319" actId="1076"/>
          <ac:picMkLst>
            <pc:docMk/>
            <pc:sldMk cId="297218251" sldId="2525"/>
            <ac:picMk id="5" creationId="{560BEFDD-5F6F-77FE-2D29-76F7B481A53A}"/>
          </ac:picMkLst>
        </pc:picChg>
        <pc:picChg chg="del">
          <ac:chgData name="Owais Ahmed" userId="6abc7d4556b3b071" providerId="LiveId" clId="{AAADAA39-EA66-4E32-AA2F-0EE989AD0AF6}" dt="2023-05-19T06:34:07.442" v="5194" actId="478"/>
          <ac:picMkLst>
            <pc:docMk/>
            <pc:sldMk cId="297218251" sldId="2525"/>
            <ac:picMk id="6" creationId="{1E4CD0DC-8E61-8058-2B0D-B54B7D04E479}"/>
          </ac:picMkLst>
        </pc:picChg>
        <pc:picChg chg="add mod">
          <ac:chgData name="Owais Ahmed" userId="6abc7d4556b3b071" providerId="LiveId" clId="{AAADAA39-EA66-4E32-AA2F-0EE989AD0AF6}" dt="2023-05-19T06:37:27.738" v="5319" actId="1076"/>
          <ac:picMkLst>
            <pc:docMk/>
            <pc:sldMk cId="297218251" sldId="2525"/>
            <ac:picMk id="8" creationId="{B10603FE-70FA-F9FC-9201-4A54F5164E7F}"/>
          </ac:picMkLst>
        </pc:picChg>
        <pc:picChg chg="add mod">
          <ac:chgData name="Owais Ahmed" userId="6abc7d4556b3b071" providerId="LiveId" clId="{AAADAA39-EA66-4E32-AA2F-0EE989AD0AF6}" dt="2023-05-19T06:37:27.738" v="5319" actId="1076"/>
          <ac:picMkLst>
            <pc:docMk/>
            <pc:sldMk cId="297218251" sldId="2525"/>
            <ac:picMk id="10" creationId="{92CD5629-E7DA-449E-2654-941A5C8B820E}"/>
          </ac:picMkLst>
        </pc:picChg>
      </pc:sldChg>
      <pc:sldChg chg="del">
        <pc:chgData name="Owais Ahmed" userId="6abc7d4556b3b071" providerId="LiveId" clId="{AAADAA39-EA66-4E32-AA2F-0EE989AD0AF6}" dt="2023-05-19T04:28:12.300" v="12" actId="47"/>
        <pc:sldMkLst>
          <pc:docMk/>
          <pc:sldMk cId="645466274" sldId="2525"/>
        </pc:sldMkLst>
      </pc:sldChg>
      <pc:sldChg chg="addSp delSp modSp add mod delAnim modAnim">
        <pc:chgData name="Owais Ahmed" userId="6abc7d4556b3b071" providerId="LiveId" clId="{AAADAA39-EA66-4E32-AA2F-0EE989AD0AF6}" dt="2023-05-26T05:02:49.183" v="5916" actId="20577"/>
        <pc:sldMkLst>
          <pc:docMk/>
          <pc:sldMk cId="151189741" sldId="2526"/>
        </pc:sldMkLst>
        <pc:spChg chg="del mod">
          <ac:chgData name="Owais Ahmed" userId="6abc7d4556b3b071" providerId="LiveId" clId="{AAADAA39-EA66-4E32-AA2F-0EE989AD0AF6}" dt="2023-05-26T05:00:24.073" v="5886" actId="478"/>
          <ac:spMkLst>
            <pc:docMk/>
            <pc:sldMk cId="151189741" sldId="2526"/>
            <ac:spMk id="3" creationId="{4A1C0383-58FE-E486-295E-B33B8683B938}"/>
          </ac:spMkLst>
        </pc:spChg>
        <pc:spChg chg="mod">
          <ac:chgData name="Owais Ahmed" userId="6abc7d4556b3b071" providerId="LiveId" clId="{AAADAA39-EA66-4E32-AA2F-0EE989AD0AF6}" dt="2023-05-26T05:02:49.183" v="5916" actId="20577"/>
          <ac:spMkLst>
            <pc:docMk/>
            <pc:sldMk cId="151189741" sldId="2526"/>
            <ac:spMk id="215" creationId="{00000000-0000-0000-0000-000000000000}"/>
          </ac:spMkLst>
        </pc:spChg>
        <pc:picChg chg="del">
          <ac:chgData name="Owais Ahmed" userId="6abc7d4556b3b071" providerId="LiveId" clId="{AAADAA39-EA66-4E32-AA2F-0EE989AD0AF6}" dt="2023-05-26T04:38:56.907" v="5364" actId="478"/>
          <ac:picMkLst>
            <pc:docMk/>
            <pc:sldMk cId="151189741" sldId="2526"/>
            <ac:picMk id="5" creationId="{560BEFDD-5F6F-77FE-2D29-76F7B481A53A}"/>
          </ac:picMkLst>
        </pc:picChg>
        <pc:picChg chg="add mod">
          <ac:chgData name="Owais Ahmed" userId="6abc7d4556b3b071" providerId="LiveId" clId="{AAADAA39-EA66-4E32-AA2F-0EE989AD0AF6}" dt="2023-05-26T05:00:27.585" v="5887" actId="1076"/>
          <ac:picMkLst>
            <pc:docMk/>
            <pc:sldMk cId="151189741" sldId="2526"/>
            <ac:picMk id="6" creationId="{466199A1-7551-2286-881F-D93768CD9A7F}"/>
          </ac:picMkLst>
        </pc:picChg>
        <pc:picChg chg="del">
          <ac:chgData name="Owais Ahmed" userId="6abc7d4556b3b071" providerId="LiveId" clId="{AAADAA39-EA66-4E32-AA2F-0EE989AD0AF6}" dt="2023-05-26T04:38:57.447" v="5365" actId="478"/>
          <ac:picMkLst>
            <pc:docMk/>
            <pc:sldMk cId="151189741" sldId="2526"/>
            <ac:picMk id="8" creationId="{B10603FE-70FA-F9FC-9201-4A54F5164E7F}"/>
          </ac:picMkLst>
        </pc:picChg>
        <pc:picChg chg="add del mod">
          <ac:chgData name="Owais Ahmed" userId="6abc7d4556b3b071" providerId="LiveId" clId="{AAADAA39-EA66-4E32-AA2F-0EE989AD0AF6}" dt="2023-05-26T05:00:31.083" v="5889" actId="478"/>
          <ac:picMkLst>
            <pc:docMk/>
            <pc:sldMk cId="151189741" sldId="2526"/>
            <ac:picMk id="9" creationId="{579085FB-1AAE-1037-4E80-C6A426172204}"/>
          </ac:picMkLst>
        </pc:picChg>
        <pc:picChg chg="del">
          <ac:chgData name="Owais Ahmed" userId="6abc7d4556b3b071" providerId="LiveId" clId="{AAADAA39-EA66-4E32-AA2F-0EE989AD0AF6}" dt="2023-05-26T04:38:57.843" v="5366" actId="478"/>
          <ac:picMkLst>
            <pc:docMk/>
            <pc:sldMk cId="151189741" sldId="2526"/>
            <ac:picMk id="10" creationId="{92CD5629-E7DA-449E-2654-941A5C8B820E}"/>
          </ac:picMkLst>
        </pc:picChg>
        <pc:picChg chg="add mod">
          <ac:chgData name="Owais Ahmed" userId="6abc7d4556b3b071" providerId="LiveId" clId="{AAADAA39-EA66-4E32-AA2F-0EE989AD0AF6}" dt="2023-05-26T05:01:03.824" v="5891" actId="1076"/>
          <ac:picMkLst>
            <pc:docMk/>
            <pc:sldMk cId="151189741" sldId="2526"/>
            <ac:picMk id="12" creationId="{0CB09E25-C897-E626-2217-59075D4CEAE5}"/>
          </ac:picMkLst>
        </pc:picChg>
        <pc:picChg chg="add del">
          <ac:chgData name="Owais Ahmed" userId="6abc7d4556b3b071" providerId="LiveId" clId="{AAADAA39-EA66-4E32-AA2F-0EE989AD0AF6}" dt="2023-05-26T05:01:47.953" v="5893" actId="478"/>
          <ac:picMkLst>
            <pc:docMk/>
            <pc:sldMk cId="151189741" sldId="2526"/>
            <ac:picMk id="14" creationId="{7B3E768A-0399-9D2F-4C73-BCEEB8A45EBB}"/>
          </ac:picMkLst>
        </pc:picChg>
        <pc:picChg chg="add mod">
          <ac:chgData name="Owais Ahmed" userId="6abc7d4556b3b071" providerId="LiveId" clId="{AAADAA39-EA66-4E32-AA2F-0EE989AD0AF6}" dt="2023-05-26T05:02:03.152" v="5896" actId="1076"/>
          <ac:picMkLst>
            <pc:docMk/>
            <pc:sldMk cId="151189741" sldId="2526"/>
            <ac:picMk id="16" creationId="{BAAF9012-3FB5-6B6F-4BA7-52E4D872233A}"/>
          </ac:picMkLst>
        </pc:picChg>
        <pc:picChg chg="add mod">
          <ac:chgData name="Owais Ahmed" userId="6abc7d4556b3b071" providerId="LiveId" clId="{AAADAA39-EA66-4E32-AA2F-0EE989AD0AF6}" dt="2023-05-26T05:02:36.793" v="5898" actId="1076"/>
          <ac:picMkLst>
            <pc:docMk/>
            <pc:sldMk cId="151189741" sldId="2526"/>
            <ac:picMk id="18" creationId="{0DAE8618-0B29-3F38-4958-9FA529886BB9}"/>
          </ac:picMkLst>
        </pc:picChg>
      </pc:sldChg>
      <pc:sldChg chg="del">
        <pc:chgData name="Owais Ahmed" userId="6abc7d4556b3b071" providerId="LiveId" clId="{AAADAA39-EA66-4E32-AA2F-0EE989AD0AF6}" dt="2023-05-19T04:28:13.437" v="13" actId="47"/>
        <pc:sldMkLst>
          <pc:docMk/>
          <pc:sldMk cId="3637680761" sldId="2526"/>
        </pc:sldMkLst>
      </pc:sldChg>
      <pc:sldChg chg="del">
        <pc:chgData name="Owais Ahmed" userId="6abc7d4556b3b071" providerId="LiveId" clId="{AAADAA39-EA66-4E32-AA2F-0EE989AD0AF6}" dt="2023-05-19T04:28:14.068" v="14" actId="47"/>
        <pc:sldMkLst>
          <pc:docMk/>
          <pc:sldMk cId="847185206" sldId="2527"/>
        </pc:sldMkLst>
      </pc:sldChg>
      <pc:sldChg chg="modSp add del mod">
        <pc:chgData name="Owais Ahmed" userId="6abc7d4556b3b071" providerId="LiveId" clId="{AAADAA39-EA66-4E32-AA2F-0EE989AD0AF6}" dt="2023-05-26T04:44:55.176" v="5536" actId="2890"/>
        <pc:sldMkLst>
          <pc:docMk/>
          <pc:sldMk cId="2870872140" sldId="2527"/>
        </pc:sldMkLst>
        <pc:spChg chg="mod">
          <ac:chgData name="Owais Ahmed" userId="6abc7d4556b3b071" providerId="LiveId" clId="{AAADAA39-EA66-4E32-AA2F-0EE989AD0AF6}" dt="2023-05-26T04:44:54.858" v="5535" actId="20577"/>
          <ac:spMkLst>
            <pc:docMk/>
            <pc:sldMk cId="2870872140" sldId="2527"/>
            <ac:spMk id="215" creationId="{00000000-0000-0000-0000-000000000000}"/>
          </ac:spMkLst>
        </pc:spChg>
      </pc:sldChg>
      <pc:sldChg chg="delSp modSp add mod ord modAnim">
        <pc:chgData name="Owais Ahmed" userId="6abc7d4556b3b071" providerId="LiveId" clId="{AAADAA39-EA66-4E32-AA2F-0EE989AD0AF6}" dt="2023-05-26T05:00:20.771" v="5885" actId="20577"/>
        <pc:sldMkLst>
          <pc:docMk/>
          <pc:sldMk cId="3362433709" sldId="2527"/>
        </pc:sldMkLst>
        <pc:spChg chg="mod">
          <ac:chgData name="Owais Ahmed" userId="6abc7d4556b3b071" providerId="LiveId" clId="{AAADAA39-EA66-4E32-AA2F-0EE989AD0AF6}" dt="2023-05-26T04:59:54.539" v="5864" actId="20577"/>
          <ac:spMkLst>
            <pc:docMk/>
            <pc:sldMk cId="3362433709" sldId="2527"/>
            <ac:spMk id="3" creationId="{4A1C0383-58FE-E486-295E-B33B8683B938}"/>
          </ac:spMkLst>
        </pc:spChg>
        <pc:spChg chg="mod">
          <ac:chgData name="Owais Ahmed" userId="6abc7d4556b3b071" providerId="LiveId" clId="{AAADAA39-EA66-4E32-AA2F-0EE989AD0AF6}" dt="2023-05-26T05:00:20.771" v="5885" actId="20577"/>
          <ac:spMkLst>
            <pc:docMk/>
            <pc:sldMk cId="3362433709" sldId="2527"/>
            <ac:spMk id="215" creationId="{00000000-0000-0000-0000-000000000000}"/>
          </ac:spMkLst>
        </pc:spChg>
        <pc:picChg chg="del">
          <ac:chgData name="Owais Ahmed" userId="6abc7d4556b3b071" providerId="LiveId" clId="{AAADAA39-EA66-4E32-AA2F-0EE989AD0AF6}" dt="2023-05-26T04:59:32.045" v="5786" actId="478"/>
          <ac:picMkLst>
            <pc:docMk/>
            <pc:sldMk cId="3362433709" sldId="2527"/>
            <ac:picMk id="6" creationId="{466199A1-7551-2286-881F-D93768CD9A7F}"/>
          </ac:picMkLst>
        </pc:picChg>
        <pc:picChg chg="del">
          <ac:chgData name="Owais Ahmed" userId="6abc7d4556b3b071" providerId="LiveId" clId="{AAADAA39-EA66-4E32-AA2F-0EE989AD0AF6}" dt="2023-05-26T04:59:31.490" v="5785" actId="478"/>
          <ac:picMkLst>
            <pc:docMk/>
            <pc:sldMk cId="3362433709" sldId="2527"/>
            <ac:picMk id="9" creationId="{579085FB-1AAE-1037-4E80-C6A426172204}"/>
          </ac:picMkLst>
        </pc:picChg>
      </pc:sldChg>
    </pc:docChg>
  </pc:docChgLst>
  <pc:docChgLst>
    <pc:chgData name="Owais Ahmed" userId="6abc7d4556b3b071" providerId="LiveId" clId="{61BB0266-BD3A-4F34-AC79-67330DC72982}"/>
    <pc:docChg chg="undo redo custSel addSld delSld modSld modSection">
      <pc:chgData name="Owais Ahmed" userId="6abc7d4556b3b071" providerId="LiveId" clId="{61BB0266-BD3A-4F34-AC79-67330DC72982}" dt="2023-06-01T20:46:12.818" v="2201" actId="1076"/>
      <pc:docMkLst>
        <pc:docMk/>
      </pc:docMkLst>
      <pc:sldChg chg="modSp mod">
        <pc:chgData name="Owais Ahmed" userId="6abc7d4556b3b071" providerId="LiveId" clId="{61BB0266-BD3A-4F34-AC79-67330DC72982}" dt="2023-06-01T19:12:56.310" v="1796" actId="20577"/>
        <pc:sldMkLst>
          <pc:docMk/>
          <pc:sldMk cId="1649098948" sldId="2462"/>
        </pc:sldMkLst>
        <pc:spChg chg="mod">
          <ac:chgData name="Owais Ahmed" userId="6abc7d4556b3b071" providerId="LiveId" clId="{61BB0266-BD3A-4F34-AC79-67330DC72982}" dt="2023-06-01T19:12:56.310" v="1796" actId="20577"/>
          <ac:spMkLst>
            <pc:docMk/>
            <pc:sldMk cId="1649098948" sldId="2462"/>
            <ac:spMk id="6" creationId="{F3C89A40-EEAA-43AB-9A3A-B2CFDE450F1B}"/>
          </ac:spMkLst>
        </pc:spChg>
      </pc:sldChg>
      <pc:sldChg chg="modNotesTx">
        <pc:chgData name="Owais Ahmed" userId="6abc7d4556b3b071" providerId="LiveId" clId="{61BB0266-BD3A-4F34-AC79-67330DC72982}" dt="2023-06-01T20:28:40.820" v="2168"/>
        <pc:sldMkLst>
          <pc:docMk/>
          <pc:sldMk cId="2254841546" sldId="2532"/>
        </pc:sldMkLst>
      </pc:sldChg>
      <pc:sldChg chg="del">
        <pc:chgData name="Owais Ahmed" userId="6abc7d4556b3b071" providerId="LiveId" clId="{61BB0266-BD3A-4F34-AC79-67330DC72982}" dt="2023-06-01T17:27:10.470" v="0" actId="47"/>
        <pc:sldMkLst>
          <pc:docMk/>
          <pc:sldMk cId="2468555172" sldId="2534"/>
        </pc:sldMkLst>
      </pc:sldChg>
      <pc:sldChg chg="addSp delSp modSp add mod modAnim">
        <pc:chgData name="Owais Ahmed" userId="6abc7d4556b3b071" providerId="LiveId" clId="{61BB0266-BD3A-4F34-AC79-67330DC72982}" dt="2023-06-01T18:23:33.649" v="674" actId="14100"/>
        <pc:sldMkLst>
          <pc:docMk/>
          <pc:sldMk cId="3562149716" sldId="2534"/>
        </pc:sldMkLst>
        <pc:spChg chg="mod">
          <ac:chgData name="Owais Ahmed" userId="6abc7d4556b3b071" providerId="LiveId" clId="{61BB0266-BD3A-4F34-AC79-67330DC72982}" dt="2023-06-01T18:15:19.070" v="616" actId="14100"/>
          <ac:spMkLst>
            <pc:docMk/>
            <pc:sldMk cId="3562149716" sldId="2534"/>
            <ac:spMk id="3" creationId="{4A1C0383-58FE-E486-295E-B33B8683B938}"/>
          </ac:spMkLst>
        </pc:spChg>
        <pc:spChg chg="mod">
          <ac:chgData name="Owais Ahmed" userId="6abc7d4556b3b071" providerId="LiveId" clId="{61BB0266-BD3A-4F34-AC79-67330DC72982}" dt="2023-06-01T17:28:17.116" v="2" actId="20577"/>
          <ac:spMkLst>
            <pc:docMk/>
            <pc:sldMk cId="3562149716" sldId="2534"/>
            <ac:spMk id="215" creationId="{00000000-0000-0000-0000-000000000000}"/>
          </ac:spMkLst>
        </pc:spChg>
        <pc:graphicFrameChg chg="add mod modGraphic">
          <ac:chgData name="Owais Ahmed" userId="6abc7d4556b3b071" providerId="LiveId" clId="{61BB0266-BD3A-4F34-AC79-67330DC72982}" dt="2023-06-01T18:22:01.393" v="670"/>
          <ac:graphicFrameMkLst>
            <pc:docMk/>
            <pc:sldMk cId="3562149716" sldId="2534"/>
            <ac:graphicFrameMk id="6" creationId="{858D596D-0475-B578-CAB9-5C51EA4768EF}"/>
          </ac:graphicFrameMkLst>
        </pc:graphicFrameChg>
        <pc:picChg chg="add del mod">
          <ac:chgData name="Owais Ahmed" userId="6abc7d4556b3b071" providerId="LiveId" clId="{61BB0266-BD3A-4F34-AC79-67330DC72982}" dt="2023-06-01T18:23:21.661" v="671" actId="478"/>
          <ac:picMkLst>
            <pc:docMk/>
            <pc:sldMk cId="3562149716" sldId="2534"/>
            <ac:picMk id="5" creationId="{68AF2DAC-161A-11E6-068A-18E814DEE2B9}"/>
          </ac:picMkLst>
        </pc:picChg>
        <pc:picChg chg="add mod">
          <ac:chgData name="Owais Ahmed" userId="6abc7d4556b3b071" providerId="LiveId" clId="{61BB0266-BD3A-4F34-AC79-67330DC72982}" dt="2023-06-01T18:23:33.649" v="674" actId="14100"/>
          <ac:picMkLst>
            <pc:docMk/>
            <pc:sldMk cId="3562149716" sldId="2534"/>
            <ac:picMk id="8" creationId="{A91149AC-3191-A8C0-B20F-5EB675DEDEE2}"/>
          </ac:picMkLst>
        </pc:picChg>
      </pc:sldChg>
      <pc:sldChg chg="addSp delSp modSp add mod addAnim delAnim modAnim">
        <pc:chgData name="Owais Ahmed" userId="6abc7d4556b3b071" providerId="LiveId" clId="{61BB0266-BD3A-4F34-AC79-67330DC72982}" dt="2023-06-01T19:13:19.938" v="1813" actId="20577"/>
        <pc:sldMkLst>
          <pc:docMk/>
          <pc:sldMk cId="2723905336" sldId="2535"/>
        </pc:sldMkLst>
        <pc:spChg chg="mod">
          <ac:chgData name="Owais Ahmed" userId="6abc7d4556b3b071" providerId="LiveId" clId="{61BB0266-BD3A-4F34-AC79-67330DC72982}" dt="2023-06-01T19:12:28.939" v="1756" actId="20577"/>
          <ac:spMkLst>
            <pc:docMk/>
            <pc:sldMk cId="2723905336" sldId="2535"/>
            <ac:spMk id="3" creationId="{4A1C0383-58FE-E486-295E-B33B8683B938}"/>
          </ac:spMkLst>
        </pc:spChg>
        <pc:spChg chg="add del mod">
          <ac:chgData name="Owais Ahmed" userId="6abc7d4556b3b071" providerId="LiveId" clId="{61BB0266-BD3A-4F34-AC79-67330DC72982}" dt="2023-06-01T19:01:17.376" v="1480" actId="478"/>
          <ac:spMkLst>
            <pc:docMk/>
            <pc:sldMk cId="2723905336" sldId="2535"/>
            <ac:spMk id="5" creationId="{429A9688-A7E5-6DF0-8CF8-90D099209416}"/>
          </ac:spMkLst>
        </pc:spChg>
        <pc:spChg chg="add del mod">
          <ac:chgData name="Owais Ahmed" userId="6abc7d4556b3b071" providerId="LiveId" clId="{61BB0266-BD3A-4F34-AC79-67330DC72982}" dt="2023-06-01T19:01:18.573" v="1481" actId="478"/>
          <ac:spMkLst>
            <pc:docMk/>
            <pc:sldMk cId="2723905336" sldId="2535"/>
            <ac:spMk id="6" creationId="{20B4397A-3B7C-F944-98E4-6C6AA61087C2}"/>
          </ac:spMkLst>
        </pc:spChg>
        <pc:spChg chg="mod">
          <ac:chgData name="Owais Ahmed" userId="6abc7d4556b3b071" providerId="LiveId" clId="{61BB0266-BD3A-4F34-AC79-67330DC72982}" dt="2023-06-01T19:13:19.938" v="1813" actId="20577"/>
          <ac:spMkLst>
            <pc:docMk/>
            <pc:sldMk cId="2723905336" sldId="2535"/>
            <ac:spMk id="215" creationId="{00000000-0000-0000-0000-000000000000}"/>
          </ac:spMkLst>
        </pc:spChg>
        <pc:graphicFrameChg chg="add mod modGraphic">
          <ac:chgData name="Owais Ahmed" userId="6abc7d4556b3b071" providerId="LiveId" clId="{61BB0266-BD3A-4F34-AC79-67330DC72982}" dt="2023-06-01T19:11:49.108" v="1744" actId="1076"/>
          <ac:graphicFrameMkLst>
            <pc:docMk/>
            <pc:sldMk cId="2723905336" sldId="2535"/>
            <ac:graphicFrameMk id="4" creationId="{DE132AD4-7666-BC53-992A-2C30D75CADB8}"/>
          </ac:graphicFrameMkLst>
        </pc:graphicFrameChg>
      </pc:sldChg>
      <pc:sldChg chg="addSp delSp modSp add mod delAnim modAnim">
        <pc:chgData name="Owais Ahmed" userId="6abc7d4556b3b071" providerId="LiveId" clId="{61BB0266-BD3A-4F34-AC79-67330DC72982}" dt="2023-06-01T19:21:39.708" v="2121" actId="20577"/>
        <pc:sldMkLst>
          <pc:docMk/>
          <pc:sldMk cId="2375706165" sldId="2536"/>
        </pc:sldMkLst>
        <pc:spChg chg="mod">
          <ac:chgData name="Owais Ahmed" userId="6abc7d4556b3b071" providerId="LiveId" clId="{61BB0266-BD3A-4F34-AC79-67330DC72982}" dt="2023-06-01T19:21:39.708" v="2121" actId="20577"/>
          <ac:spMkLst>
            <pc:docMk/>
            <pc:sldMk cId="2375706165" sldId="2536"/>
            <ac:spMk id="3" creationId="{4A1C0383-58FE-E486-295E-B33B8683B938}"/>
          </ac:spMkLst>
        </pc:spChg>
        <pc:spChg chg="mod">
          <ac:chgData name="Owais Ahmed" userId="6abc7d4556b3b071" providerId="LiveId" clId="{61BB0266-BD3A-4F34-AC79-67330DC72982}" dt="2023-06-01T19:13:25.457" v="1825" actId="20577"/>
          <ac:spMkLst>
            <pc:docMk/>
            <pc:sldMk cId="2375706165" sldId="2536"/>
            <ac:spMk id="215" creationId="{00000000-0000-0000-0000-000000000000}"/>
          </ac:spMkLst>
        </pc:spChg>
        <pc:graphicFrameChg chg="del">
          <ac:chgData name="Owais Ahmed" userId="6abc7d4556b3b071" providerId="LiveId" clId="{61BB0266-BD3A-4F34-AC79-67330DC72982}" dt="2023-06-01T19:13:06.911" v="1797" actId="478"/>
          <ac:graphicFrameMkLst>
            <pc:docMk/>
            <pc:sldMk cId="2375706165" sldId="2536"/>
            <ac:graphicFrameMk id="4" creationId="{DE132AD4-7666-BC53-992A-2C30D75CADB8}"/>
          </ac:graphicFrameMkLst>
        </pc:graphicFrameChg>
        <pc:picChg chg="add del">
          <ac:chgData name="Owais Ahmed" userId="6abc7d4556b3b071" providerId="LiveId" clId="{61BB0266-BD3A-4F34-AC79-67330DC72982}" dt="2023-06-01T19:20:57.609" v="2059" actId="22"/>
          <ac:picMkLst>
            <pc:docMk/>
            <pc:sldMk cId="2375706165" sldId="2536"/>
            <ac:picMk id="6" creationId="{4AC55A09-F46D-67D8-511A-0CB2AFA0B37A}"/>
          </ac:picMkLst>
        </pc:picChg>
        <pc:picChg chg="add del mod">
          <ac:chgData name="Owais Ahmed" userId="6abc7d4556b3b071" providerId="LiveId" clId="{61BB0266-BD3A-4F34-AC79-67330DC72982}" dt="2023-06-01T19:21:06.848" v="2067" actId="22"/>
          <ac:picMkLst>
            <pc:docMk/>
            <pc:sldMk cId="2375706165" sldId="2536"/>
            <ac:picMk id="8" creationId="{3D2BAF78-82A8-0E46-01BC-CD938BC1A14F}"/>
          </ac:picMkLst>
        </pc:picChg>
        <pc:picChg chg="add mod">
          <ac:chgData name="Owais Ahmed" userId="6abc7d4556b3b071" providerId="LiveId" clId="{61BB0266-BD3A-4F34-AC79-67330DC72982}" dt="2023-06-01T19:21:19.926" v="2071" actId="1076"/>
          <ac:picMkLst>
            <pc:docMk/>
            <pc:sldMk cId="2375706165" sldId="2536"/>
            <ac:picMk id="10" creationId="{A920AE0B-EDDD-60BC-4162-2FDBA162BF66}"/>
          </ac:picMkLst>
        </pc:picChg>
      </pc:sldChg>
      <pc:sldChg chg="addSp delSp modSp add mod delAnim modAnim modNotesTx">
        <pc:chgData name="Owais Ahmed" userId="6abc7d4556b3b071" providerId="LiveId" clId="{61BB0266-BD3A-4F34-AC79-67330DC72982}" dt="2023-06-01T20:44:34.086" v="2194" actId="20577"/>
        <pc:sldMkLst>
          <pc:docMk/>
          <pc:sldMk cId="4240904722" sldId="2537"/>
        </pc:sldMkLst>
        <pc:spChg chg="del mod">
          <ac:chgData name="Owais Ahmed" userId="6abc7d4556b3b071" providerId="LiveId" clId="{61BB0266-BD3A-4F34-AC79-67330DC72982}" dt="2023-06-01T19:29:25.356" v="2126" actId="478"/>
          <ac:spMkLst>
            <pc:docMk/>
            <pc:sldMk cId="4240904722" sldId="2537"/>
            <ac:spMk id="3" creationId="{4A1C0383-58FE-E486-295E-B33B8683B938}"/>
          </ac:spMkLst>
        </pc:spChg>
        <pc:picChg chg="add mod">
          <ac:chgData name="Owais Ahmed" userId="6abc7d4556b3b071" providerId="LiveId" clId="{61BB0266-BD3A-4F34-AC79-67330DC72982}" dt="2023-06-01T20:43:25.267" v="2175" actId="1076"/>
          <ac:picMkLst>
            <pc:docMk/>
            <pc:sldMk cId="4240904722" sldId="2537"/>
            <ac:picMk id="4" creationId="{EABF1E91-BC08-1F09-97D0-3A1AFC390FD6}"/>
          </ac:picMkLst>
        </pc:picChg>
        <pc:picChg chg="add del mod">
          <ac:chgData name="Owais Ahmed" userId="6abc7d4556b3b071" providerId="LiveId" clId="{61BB0266-BD3A-4F34-AC79-67330DC72982}" dt="2023-06-01T19:34:31.080" v="2147" actId="478"/>
          <ac:picMkLst>
            <pc:docMk/>
            <pc:sldMk cId="4240904722" sldId="2537"/>
            <ac:picMk id="5" creationId="{C82A560E-88F9-CF4F-ACAB-B390CE5428B2}"/>
          </ac:picMkLst>
        </pc:picChg>
        <pc:picChg chg="add mod">
          <ac:chgData name="Owais Ahmed" userId="6abc7d4556b3b071" providerId="LiveId" clId="{61BB0266-BD3A-4F34-AC79-67330DC72982}" dt="2023-06-01T20:43:25.267" v="2175" actId="1076"/>
          <ac:picMkLst>
            <pc:docMk/>
            <pc:sldMk cId="4240904722" sldId="2537"/>
            <ac:picMk id="6" creationId="{AEE67BD5-2789-F7C7-F89F-137A93037859}"/>
          </ac:picMkLst>
        </pc:picChg>
        <pc:picChg chg="add del mod">
          <ac:chgData name="Owais Ahmed" userId="6abc7d4556b3b071" providerId="LiveId" clId="{61BB0266-BD3A-4F34-AC79-67330DC72982}" dt="2023-06-01T19:34:31.744" v="2148" actId="478"/>
          <ac:picMkLst>
            <pc:docMk/>
            <pc:sldMk cId="4240904722" sldId="2537"/>
            <ac:picMk id="7" creationId="{B60C9B94-600C-7019-169D-02C2E5130291}"/>
          </ac:picMkLst>
        </pc:picChg>
        <pc:picChg chg="add del mod">
          <ac:chgData name="Owais Ahmed" userId="6abc7d4556b3b071" providerId="LiveId" clId="{61BB0266-BD3A-4F34-AC79-67330DC72982}" dt="2023-06-01T19:34:33.299" v="2150" actId="478"/>
          <ac:picMkLst>
            <pc:docMk/>
            <pc:sldMk cId="4240904722" sldId="2537"/>
            <ac:picMk id="9" creationId="{AB2FF5C0-F3C7-B905-3399-8CD6903090D2}"/>
          </ac:picMkLst>
        </pc:picChg>
        <pc:picChg chg="add del mod">
          <ac:chgData name="Owais Ahmed" userId="6abc7d4556b3b071" providerId="LiveId" clId="{61BB0266-BD3A-4F34-AC79-67330DC72982}" dt="2023-06-01T19:34:32.213" v="2149" actId="478"/>
          <ac:picMkLst>
            <pc:docMk/>
            <pc:sldMk cId="4240904722" sldId="2537"/>
            <ac:picMk id="11" creationId="{DBF9DFE3-D109-136A-3273-00AFC6C5AE51}"/>
          </ac:picMkLst>
        </pc:picChg>
        <pc:picChg chg="add del mod">
          <ac:chgData name="Owais Ahmed" userId="6abc7d4556b3b071" providerId="LiveId" clId="{61BB0266-BD3A-4F34-AC79-67330DC72982}" dt="2023-06-01T20:27:08.833" v="2160" actId="478"/>
          <ac:picMkLst>
            <pc:docMk/>
            <pc:sldMk cId="4240904722" sldId="2537"/>
            <ac:picMk id="13" creationId="{1CCD39F7-657E-3DD9-2158-DC5C52D9EB11}"/>
          </ac:picMkLst>
        </pc:picChg>
        <pc:picChg chg="add del mod">
          <ac:chgData name="Owais Ahmed" userId="6abc7d4556b3b071" providerId="LiveId" clId="{61BB0266-BD3A-4F34-AC79-67330DC72982}" dt="2023-06-01T20:42:14.763" v="2169" actId="478"/>
          <ac:picMkLst>
            <pc:docMk/>
            <pc:sldMk cId="4240904722" sldId="2537"/>
            <ac:picMk id="15" creationId="{FFCC0A1D-1AA6-4C53-D154-E1CD649941FF}"/>
          </ac:picMkLst>
        </pc:picChg>
        <pc:picChg chg="add del mod">
          <ac:chgData name="Owais Ahmed" userId="6abc7d4556b3b071" providerId="LiveId" clId="{61BB0266-BD3A-4F34-AC79-67330DC72982}" dt="2023-06-01T20:42:15.165" v="2170" actId="478"/>
          <ac:picMkLst>
            <pc:docMk/>
            <pc:sldMk cId="4240904722" sldId="2537"/>
            <ac:picMk id="17" creationId="{A8B2DF5B-03C4-BFD6-72C8-C04EDE9646EA}"/>
          </ac:picMkLst>
        </pc:picChg>
      </pc:sldChg>
      <pc:sldChg chg="addSp delSp modSp add mod modNotesTx">
        <pc:chgData name="Owais Ahmed" userId="6abc7d4556b3b071" providerId="LiveId" clId="{61BB0266-BD3A-4F34-AC79-67330DC72982}" dt="2023-06-01T20:46:12.818" v="2201" actId="1076"/>
        <pc:sldMkLst>
          <pc:docMk/>
          <pc:sldMk cId="698020838" sldId="2538"/>
        </pc:sldMkLst>
        <pc:picChg chg="del">
          <ac:chgData name="Owais Ahmed" userId="6abc7d4556b3b071" providerId="LiveId" clId="{61BB0266-BD3A-4F34-AC79-67330DC72982}" dt="2023-06-01T20:43:35.883" v="2178" actId="478"/>
          <ac:picMkLst>
            <pc:docMk/>
            <pc:sldMk cId="698020838" sldId="2538"/>
            <ac:picMk id="4" creationId="{EABF1E91-BC08-1F09-97D0-3A1AFC390FD6}"/>
          </ac:picMkLst>
        </pc:picChg>
        <pc:picChg chg="add mod">
          <ac:chgData name="Owais Ahmed" userId="6abc7d4556b3b071" providerId="LiveId" clId="{61BB0266-BD3A-4F34-AC79-67330DC72982}" dt="2023-06-01T20:46:12.818" v="2201" actId="1076"/>
          <ac:picMkLst>
            <pc:docMk/>
            <pc:sldMk cId="698020838" sldId="2538"/>
            <ac:picMk id="5" creationId="{FFA276EF-2D5C-7C2E-0036-3A6B5D756F23}"/>
          </ac:picMkLst>
        </pc:picChg>
        <pc:picChg chg="del">
          <ac:chgData name="Owais Ahmed" userId="6abc7d4556b3b071" providerId="LiveId" clId="{61BB0266-BD3A-4F34-AC79-67330DC72982}" dt="2023-06-01T20:43:35.075" v="2177" actId="478"/>
          <ac:picMkLst>
            <pc:docMk/>
            <pc:sldMk cId="698020838" sldId="2538"/>
            <ac:picMk id="6" creationId="{AEE67BD5-2789-F7C7-F89F-137A93037859}"/>
          </ac:picMkLst>
        </pc:picChg>
        <pc:picChg chg="add mod">
          <ac:chgData name="Owais Ahmed" userId="6abc7d4556b3b071" providerId="LiveId" clId="{61BB0266-BD3A-4F34-AC79-67330DC72982}" dt="2023-06-01T20:46:04.376" v="2199" actId="1076"/>
          <ac:picMkLst>
            <pc:docMk/>
            <pc:sldMk cId="698020838" sldId="2538"/>
            <ac:picMk id="8" creationId="{F3083648-F013-3691-E80E-07AFE60D8CDB}"/>
          </ac:picMkLst>
        </pc:picChg>
      </pc:sldChg>
    </pc:docChg>
  </pc:docChgLst>
  <pc:docChgLst>
    <pc:chgData name="Owais Ahmed" userId="6abc7d4556b3b071" providerId="LiveId" clId="{AE31D104-1C80-4E1A-BD7C-B6A596EF3706}"/>
    <pc:docChg chg="modSld">
      <pc:chgData name="Owais Ahmed" userId="6abc7d4556b3b071" providerId="LiveId" clId="{AE31D104-1C80-4E1A-BD7C-B6A596EF3706}" dt="2023-03-09T15:19:56.752" v="0" actId="6549"/>
      <pc:docMkLst>
        <pc:docMk/>
      </pc:docMkLst>
      <pc:sldChg chg="modSp mod">
        <pc:chgData name="Owais Ahmed" userId="6abc7d4556b3b071" providerId="LiveId" clId="{AE31D104-1C80-4E1A-BD7C-B6A596EF3706}" dt="2023-03-09T15:19:56.752" v="0" actId="6549"/>
        <pc:sldMkLst>
          <pc:docMk/>
          <pc:sldMk cId="1649098948" sldId="2462"/>
        </pc:sldMkLst>
        <pc:spChg chg="mod">
          <ac:chgData name="Owais Ahmed" userId="6abc7d4556b3b071" providerId="LiveId" clId="{AE31D104-1C80-4E1A-BD7C-B6A596EF3706}" dt="2023-03-09T15:19:56.752" v="0" actId="6549"/>
          <ac:spMkLst>
            <pc:docMk/>
            <pc:sldMk cId="1649098948" sldId="2462"/>
            <ac:spMk id="6" creationId="{F3C89A40-EEAA-43AB-9A3A-B2CFDE450F1B}"/>
          </ac:spMkLst>
        </pc:spChg>
      </pc:sldChg>
    </pc:docChg>
  </pc:docChgLst>
  <pc:docChgLst>
    <pc:chgData name="Owais Ahmed" userId="6abc7d4556b3b071" providerId="LiveId" clId="{254A2D3D-DCA5-4B3F-A573-52F1054DFAE2}"/>
    <pc:docChg chg="undo redo custSel addSld delSld modSld sldOrd">
      <pc:chgData name="Owais Ahmed" userId="6abc7d4556b3b071" providerId="LiveId" clId="{254A2D3D-DCA5-4B3F-A573-52F1054DFAE2}" dt="2023-03-11T10:00:13.519" v="4352" actId="20577"/>
      <pc:docMkLst>
        <pc:docMk/>
      </pc:docMkLst>
      <pc:sldChg chg="modSp mod">
        <pc:chgData name="Owais Ahmed" userId="6abc7d4556b3b071" providerId="LiveId" clId="{254A2D3D-DCA5-4B3F-A573-52F1054DFAE2}" dt="2023-03-11T09:13:03.311" v="3017" actId="20577"/>
        <pc:sldMkLst>
          <pc:docMk/>
          <pc:sldMk cId="1649098948" sldId="2462"/>
        </pc:sldMkLst>
        <pc:spChg chg="mod">
          <ac:chgData name="Owais Ahmed" userId="6abc7d4556b3b071" providerId="LiveId" clId="{254A2D3D-DCA5-4B3F-A573-52F1054DFAE2}" dt="2023-03-11T09:13:03.311" v="3017" actId="20577"/>
          <ac:spMkLst>
            <pc:docMk/>
            <pc:sldMk cId="1649098948" sldId="2462"/>
            <ac:spMk id="6" creationId="{F3C89A40-EEAA-43AB-9A3A-B2CFDE450F1B}"/>
          </ac:spMkLst>
        </pc:spChg>
      </pc:sldChg>
      <pc:sldChg chg="addSp modSp mod modAnim modNotesTx">
        <pc:chgData name="Owais Ahmed" userId="6abc7d4556b3b071" providerId="LiveId" clId="{254A2D3D-DCA5-4B3F-A573-52F1054DFAE2}" dt="2023-03-11T05:28:50.078" v="135" actId="20577"/>
        <pc:sldMkLst>
          <pc:docMk/>
          <pc:sldMk cId="641030253" sldId="2479"/>
        </pc:sldMkLst>
        <pc:spChg chg="mod">
          <ac:chgData name="Owais Ahmed" userId="6abc7d4556b3b071" providerId="LiveId" clId="{254A2D3D-DCA5-4B3F-A573-52F1054DFAE2}" dt="2023-03-11T05:28:50.078" v="135" actId="20577"/>
          <ac:spMkLst>
            <pc:docMk/>
            <pc:sldMk cId="641030253" sldId="2479"/>
            <ac:spMk id="3" creationId="{4A1C0383-58FE-E486-295E-B33B8683B938}"/>
          </ac:spMkLst>
        </pc:spChg>
        <pc:spChg chg="mod">
          <ac:chgData name="Owais Ahmed" userId="6abc7d4556b3b071" providerId="LiveId" clId="{254A2D3D-DCA5-4B3F-A573-52F1054DFAE2}" dt="2023-03-11T05:26:00.028" v="103" actId="313"/>
          <ac:spMkLst>
            <pc:docMk/>
            <pc:sldMk cId="641030253" sldId="2479"/>
            <ac:spMk id="215" creationId="{00000000-0000-0000-0000-000000000000}"/>
          </ac:spMkLst>
        </pc:spChg>
        <pc:picChg chg="add mod">
          <ac:chgData name="Owais Ahmed" userId="6abc7d4556b3b071" providerId="LiveId" clId="{254A2D3D-DCA5-4B3F-A573-52F1054DFAE2}" dt="2023-03-11T05:27:35.454" v="113" actId="1076"/>
          <ac:picMkLst>
            <pc:docMk/>
            <pc:sldMk cId="641030253" sldId="2479"/>
            <ac:picMk id="4" creationId="{A27137C5-63F1-6A39-DC4A-30E30E4B3928}"/>
          </ac:picMkLst>
        </pc:picChg>
      </pc:sldChg>
      <pc:sldChg chg="del">
        <pc:chgData name="Owais Ahmed" userId="6abc7d4556b3b071" providerId="LiveId" clId="{254A2D3D-DCA5-4B3F-A573-52F1054DFAE2}" dt="2023-03-11T05:25:08.354" v="58" actId="47"/>
        <pc:sldMkLst>
          <pc:docMk/>
          <pc:sldMk cId="2091936453" sldId="2481"/>
        </pc:sldMkLst>
      </pc:sldChg>
      <pc:sldChg chg="del">
        <pc:chgData name="Owais Ahmed" userId="6abc7d4556b3b071" providerId="LiveId" clId="{254A2D3D-DCA5-4B3F-A573-52F1054DFAE2}" dt="2023-03-11T05:25:09.844" v="60" actId="47"/>
        <pc:sldMkLst>
          <pc:docMk/>
          <pc:sldMk cId="3995319414" sldId="2482"/>
        </pc:sldMkLst>
      </pc:sldChg>
      <pc:sldChg chg="del">
        <pc:chgData name="Owais Ahmed" userId="6abc7d4556b3b071" providerId="LiveId" clId="{254A2D3D-DCA5-4B3F-A573-52F1054DFAE2}" dt="2023-03-11T05:25:10.484" v="61" actId="47"/>
        <pc:sldMkLst>
          <pc:docMk/>
          <pc:sldMk cId="4097483409" sldId="2483"/>
        </pc:sldMkLst>
      </pc:sldChg>
      <pc:sldChg chg="del">
        <pc:chgData name="Owais Ahmed" userId="6abc7d4556b3b071" providerId="LiveId" clId="{254A2D3D-DCA5-4B3F-A573-52F1054DFAE2}" dt="2023-03-11T05:25:09.277" v="59" actId="47"/>
        <pc:sldMkLst>
          <pc:docMk/>
          <pc:sldMk cId="2130599672" sldId="2484"/>
        </pc:sldMkLst>
      </pc:sldChg>
      <pc:sldChg chg="del">
        <pc:chgData name="Owais Ahmed" userId="6abc7d4556b3b071" providerId="LiveId" clId="{254A2D3D-DCA5-4B3F-A573-52F1054DFAE2}" dt="2023-03-11T05:25:11.157" v="62" actId="47"/>
        <pc:sldMkLst>
          <pc:docMk/>
          <pc:sldMk cId="823254948" sldId="2485"/>
        </pc:sldMkLst>
      </pc:sldChg>
      <pc:sldChg chg="del">
        <pc:chgData name="Owais Ahmed" userId="6abc7d4556b3b071" providerId="LiveId" clId="{254A2D3D-DCA5-4B3F-A573-52F1054DFAE2}" dt="2023-03-11T05:25:12.572" v="63" actId="47"/>
        <pc:sldMkLst>
          <pc:docMk/>
          <pc:sldMk cId="678087267" sldId="2486"/>
        </pc:sldMkLst>
      </pc:sldChg>
      <pc:sldChg chg="del">
        <pc:chgData name="Owais Ahmed" userId="6abc7d4556b3b071" providerId="LiveId" clId="{254A2D3D-DCA5-4B3F-A573-52F1054DFAE2}" dt="2023-03-11T05:25:12.991" v="64" actId="47"/>
        <pc:sldMkLst>
          <pc:docMk/>
          <pc:sldMk cId="1323242083" sldId="2487"/>
        </pc:sldMkLst>
      </pc:sldChg>
      <pc:sldChg chg="del">
        <pc:chgData name="Owais Ahmed" userId="6abc7d4556b3b071" providerId="LiveId" clId="{254A2D3D-DCA5-4B3F-A573-52F1054DFAE2}" dt="2023-03-11T05:25:13.750" v="65" actId="47"/>
        <pc:sldMkLst>
          <pc:docMk/>
          <pc:sldMk cId="2597580398" sldId="2488"/>
        </pc:sldMkLst>
      </pc:sldChg>
      <pc:sldChg chg="del">
        <pc:chgData name="Owais Ahmed" userId="6abc7d4556b3b071" providerId="LiveId" clId="{254A2D3D-DCA5-4B3F-A573-52F1054DFAE2}" dt="2023-03-11T05:25:14.319" v="66" actId="47"/>
        <pc:sldMkLst>
          <pc:docMk/>
          <pc:sldMk cId="1889231957" sldId="2489"/>
        </pc:sldMkLst>
      </pc:sldChg>
      <pc:sldChg chg="del">
        <pc:chgData name="Owais Ahmed" userId="6abc7d4556b3b071" providerId="LiveId" clId="{254A2D3D-DCA5-4B3F-A573-52F1054DFAE2}" dt="2023-03-11T05:25:14.744" v="67" actId="47"/>
        <pc:sldMkLst>
          <pc:docMk/>
          <pc:sldMk cId="1362025451" sldId="2490"/>
        </pc:sldMkLst>
      </pc:sldChg>
      <pc:sldChg chg="del">
        <pc:chgData name="Owais Ahmed" userId="6abc7d4556b3b071" providerId="LiveId" clId="{254A2D3D-DCA5-4B3F-A573-52F1054DFAE2}" dt="2023-03-11T05:25:15.848" v="68" actId="47"/>
        <pc:sldMkLst>
          <pc:docMk/>
          <pc:sldMk cId="2844888853" sldId="2491"/>
        </pc:sldMkLst>
      </pc:sldChg>
      <pc:sldChg chg="del">
        <pc:chgData name="Owais Ahmed" userId="6abc7d4556b3b071" providerId="LiveId" clId="{254A2D3D-DCA5-4B3F-A573-52F1054DFAE2}" dt="2023-03-11T05:25:16.418" v="69" actId="47"/>
        <pc:sldMkLst>
          <pc:docMk/>
          <pc:sldMk cId="1466680951" sldId="2492"/>
        </pc:sldMkLst>
      </pc:sldChg>
      <pc:sldChg chg="del">
        <pc:chgData name="Owais Ahmed" userId="6abc7d4556b3b071" providerId="LiveId" clId="{254A2D3D-DCA5-4B3F-A573-52F1054DFAE2}" dt="2023-03-11T05:25:17.073" v="70" actId="47"/>
        <pc:sldMkLst>
          <pc:docMk/>
          <pc:sldMk cId="2451653014" sldId="2495"/>
        </pc:sldMkLst>
      </pc:sldChg>
      <pc:sldChg chg="del">
        <pc:chgData name="Owais Ahmed" userId="6abc7d4556b3b071" providerId="LiveId" clId="{254A2D3D-DCA5-4B3F-A573-52F1054DFAE2}" dt="2023-03-11T05:25:17.707" v="71" actId="47"/>
        <pc:sldMkLst>
          <pc:docMk/>
          <pc:sldMk cId="221477371" sldId="2496"/>
        </pc:sldMkLst>
      </pc:sldChg>
      <pc:sldChg chg="del">
        <pc:chgData name="Owais Ahmed" userId="6abc7d4556b3b071" providerId="LiveId" clId="{254A2D3D-DCA5-4B3F-A573-52F1054DFAE2}" dt="2023-03-11T05:25:21.037" v="73" actId="47"/>
        <pc:sldMkLst>
          <pc:docMk/>
          <pc:sldMk cId="3157158652" sldId="2497"/>
        </pc:sldMkLst>
      </pc:sldChg>
      <pc:sldChg chg="del">
        <pc:chgData name="Owais Ahmed" userId="6abc7d4556b3b071" providerId="LiveId" clId="{254A2D3D-DCA5-4B3F-A573-52F1054DFAE2}" dt="2023-03-11T05:25:19.282" v="72" actId="47"/>
        <pc:sldMkLst>
          <pc:docMk/>
          <pc:sldMk cId="246758894" sldId="2498"/>
        </pc:sldMkLst>
      </pc:sldChg>
      <pc:sldChg chg="addSp delSp modSp mod ord delAnim modAnim modNotesTx">
        <pc:chgData name="Owais Ahmed" userId="6abc7d4556b3b071" providerId="LiveId" clId="{254A2D3D-DCA5-4B3F-A573-52F1054DFAE2}" dt="2023-03-11T07:03:06.045" v="1388"/>
        <pc:sldMkLst>
          <pc:docMk/>
          <pc:sldMk cId="1392206186" sldId="2499"/>
        </pc:sldMkLst>
        <pc:spChg chg="mod">
          <ac:chgData name="Owais Ahmed" userId="6abc7d4556b3b071" providerId="LiveId" clId="{254A2D3D-DCA5-4B3F-A573-52F1054DFAE2}" dt="2023-03-11T06:52:55.887" v="1230" actId="27636"/>
          <ac:spMkLst>
            <pc:docMk/>
            <pc:sldMk cId="1392206186" sldId="2499"/>
            <ac:spMk id="3" creationId="{4A1C0383-58FE-E486-295E-B33B8683B938}"/>
          </ac:spMkLst>
        </pc:spChg>
        <pc:spChg chg="mod">
          <ac:chgData name="Owais Ahmed" userId="6abc7d4556b3b071" providerId="LiveId" clId="{254A2D3D-DCA5-4B3F-A573-52F1054DFAE2}" dt="2023-03-11T06:24:40.965" v="205" actId="20577"/>
          <ac:spMkLst>
            <pc:docMk/>
            <pc:sldMk cId="1392206186" sldId="2499"/>
            <ac:spMk id="215" creationId="{00000000-0000-0000-0000-000000000000}"/>
          </ac:spMkLst>
        </pc:spChg>
        <pc:grpChg chg="add mod">
          <ac:chgData name="Owais Ahmed" userId="6abc7d4556b3b071" providerId="LiveId" clId="{254A2D3D-DCA5-4B3F-A573-52F1054DFAE2}" dt="2023-03-11T06:58:50.642" v="1300" actId="1076"/>
          <ac:grpSpMkLst>
            <pc:docMk/>
            <pc:sldMk cId="1392206186" sldId="2499"/>
            <ac:grpSpMk id="22" creationId="{3A7C9F78-BB2A-4599-2F27-63FF3C314F73}"/>
          </ac:grpSpMkLst>
        </pc:grpChg>
        <pc:grpChg chg="add mod">
          <ac:chgData name="Owais Ahmed" userId="6abc7d4556b3b071" providerId="LiveId" clId="{254A2D3D-DCA5-4B3F-A573-52F1054DFAE2}" dt="2023-03-11T06:58:54.369" v="1301" actId="1076"/>
          <ac:grpSpMkLst>
            <pc:docMk/>
            <pc:sldMk cId="1392206186" sldId="2499"/>
            <ac:grpSpMk id="27" creationId="{FC74D2B9-6B59-8202-D5C7-44B1423588F1}"/>
          </ac:grpSpMkLst>
        </pc:grpChg>
        <pc:picChg chg="del">
          <ac:chgData name="Owais Ahmed" userId="6abc7d4556b3b071" providerId="LiveId" clId="{254A2D3D-DCA5-4B3F-A573-52F1054DFAE2}" dt="2023-03-11T06:24:43.640" v="207" actId="478"/>
          <ac:picMkLst>
            <pc:docMk/>
            <pc:sldMk cId="1392206186" sldId="2499"/>
            <ac:picMk id="6" creationId="{B9A09B40-E524-5765-2561-E1D7F3D63CA9}"/>
          </ac:picMkLst>
        </pc:picChg>
        <pc:picChg chg="del">
          <ac:chgData name="Owais Ahmed" userId="6abc7d4556b3b071" providerId="LiveId" clId="{254A2D3D-DCA5-4B3F-A573-52F1054DFAE2}" dt="2023-03-11T06:24:43.065" v="206" actId="478"/>
          <ac:picMkLst>
            <pc:docMk/>
            <pc:sldMk cId="1392206186" sldId="2499"/>
            <ac:picMk id="7" creationId="{F54EFA5F-33CE-2D86-9AFB-33A113453FAB}"/>
          </ac:picMkLst>
        </pc:picChg>
        <pc:picChg chg="add del mod modCrop">
          <ac:chgData name="Owais Ahmed" userId="6abc7d4556b3b071" providerId="LiveId" clId="{254A2D3D-DCA5-4B3F-A573-52F1054DFAE2}" dt="2023-03-11T06:54:32.927" v="1237" actId="478"/>
          <ac:picMkLst>
            <pc:docMk/>
            <pc:sldMk cId="1392206186" sldId="2499"/>
            <ac:picMk id="15" creationId="{39FD19AD-F586-50DE-75DD-1F0DCCA861D1}"/>
          </ac:picMkLst>
        </pc:picChg>
        <pc:picChg chg="add mod">
          <ac:chgData name="Owais Ahmed" userId="6abc7d4556b3b071" providerId="LiveId" clId="{254A2D3D-DCA5-4B3F-A573-52F1054DFAE2}" dt="2023-03-11T06:55:29.410" v="1246" actId="164"/>
          <ac:picMkLst>
            <pc:docMk/>
            <pc:sldMk cId="1392206186" sldId="2499"/>
            <ac:picMk id="17" creationId="{1C330402-3A55-CE22-917A-6D773C990C47}"/>
          </ac:picMkLst>
        </pc:picChg>
        <pc:picChg chg="add del">
          <ac:chgData name="Owais Ahmed" userId="6abc7d4556b3b071" providerId="LiveId" clId="{254A2D3D-DCA5-4B3F-A573-52F1054DFAE2}" dt="2023-03-11T06:55:13.368" v="1241" actId="22"/>
          <ac:picMkLst>
            <pc:docMk/>
            <pc:sldMk cId="1392206186" sldId="2499"/>
            <ac:picMk id="19" creationId="{02AF6671-5E02-2A73-C2F5-0272C28A85B7}"/>
          </ac:picMkLst>
        </pc:picChg>
        <pc:picChg chg="add mod">
          <ac:chgData name="Owais Ahmed" userId="6abc7d4556b3b071" providerId="LiveId" clId="{254A2D3D-DCA5-4B3F-A573-52F1054DFAE2}" dt="2023-03-11T06:55:29.410" v="1246" actId="164"/>
          <ac:picMkLst>
            <pc:docMk/>
            <pc:sldMk cId="1392206186" sldId="2499"/>
            <ac:picMk id="21" creationId="{AFDCBBB2-3302-F8E7-E645-7D736B4CA6A1}"/>
          </ac:picMkLst>
        </pc:picChg>
        <pc:picChg chg="add mod">
          <ac:chgData name="Owais Ahmed" userId="6abc7d4556b3b071" providerId="LiveId" clId="{254A2D3D-DCA5-4B3F-A573-52F1054DFAE2}" dt="2023-03-11T06:57:00.319" v="1288" actId="164"/>
          <ac:picMkLst>
            <pc:docMk/>
            <pc:sldMk cId="1392206186" sldId="2499"/>
            <ac:picMk id="24" creationId="{36D887EA-C983-B9BF-D1D2-0152466E5C7B}"/>
          </ac:picMkLst>
        </pc:picChg>
        <pc:picChg chg="add mod">
          <ac:chgData name="Owais Ahmed" userId="6abc7d4556b3b071" providerId="LiveId" clId="{254A2D3D-DCA5-4B3F-A573-52F1054DFAE2}" dt="2023-03-11T06:57:00.319" v="1288" actId="164"/>
          <ac:picMkLst>
            <pc:docMk/>
            <pc:sldMk cId="1392206186" sldId="2499"/>
            <ac:picMk id="26" creationId="{02AFD99D-02ED-70F0-3940-D3B729637D87}"/>
          </ac:picMkLst>
        </pc:picChg>
        <pc:picChg chg="add mod">
          <ac:chgData name="Owais Ahmed" userId="6abc7d4556b3b071" providerId="LiveId" clId="{254A2D3D-DCA5-4B3F-A573-52F1054DFAE2}" dt="2023-03-11T07:03:01.094" v="1386" actId="1076"/>
          <ac:picMkLst>
            <pc:docMk/>
            <pc:sldMk cId="1392206186" sldId="2499"/>
            <ac:picMk id="29" creationId="{26346850-16FB-F724-85FE-4A15497DCFE8}"/>
          </ac:picMkLst>
        </pc:picChg>
        <pc:inkChg chg="add del">
          <ac:chgData name="Owais Ahmed" userId="6abc7d4556b3b071" providerId="LiveId" clId="{254A2D3D-DCA5-4B3F-A573-52F1054DFAE2}" dt="2023-03-11T06:43:35.924" v="1060" actId="9405"/>
          <ac:inkMkLst>
            <pc:docMk/>
            <pc:sldMk cId="1392206186" sldId="2499"/>
            <ac:inkMk id="4" creationId="{866F5A6D-09FA-D8BB-14B0-99AAF899BD32}"/>
          </ac:inkMkLst>
        </pc:inkChg>
        <pc:cxnChg chg="add del mod">
          <ac:chgData name="Owais Ahmed" userId="6abc7d4556b3b071" providerId="LiveId" clId="{254A2D3D-DCA5-4B3F-A573-52F1054DFAE2}" dt="2023-03-11T06:50:13.577" v="1200" actId="478"/>
          <ac:cxnSpMkLst>
            <pc:docMk/>
            <pc:sldMk cId="1392206186" sldId="2499"/>
            <ac:cxnSpMk id="8" creationId="{81AD52EA-EEEA-309C-A9EE-951642655CA0}"/>
          </ac:cxnSpMkLst>
        </pc:cxnChg>
        <pc:cxnChg chg="add del mod">
          <ac:chgData name="Owais Ahmed" userId="6abc7d4556b3b071" providerId="LiveId" clId="{254A2D3D-DCA5-4B3F-A573-52F1054DFAE2}" dt="2023-03-11T06:50:07.353" v="1199"/>
          <ac:cxnSpMkLst>
            <pc:docMk/>
            <pc:sldMk cId="1392206186" sldId="2499"/>
            <ac:cxnSpMk id="9" creationId="{9E7F15E6-2DC7-42F1-4EF8-6E4D27A4AE80}"/>
          </ac:cxnSpMkLst>
        </pc:cxnChg>
        <pc:cxnChg chg="add del mod">
          <ac:chgData name="Owais Ahmed" userId="6abc7d4556b3b071" providerId="LiveId" clId="{254A2D3D-DCA5-4B3F-A573-52F1054DFAE2}" dt="2023-03-11T06:50:07.263" v="1196"/>
          <ac:cxnSpMkLst>
            <pc:docMk/>
            <pc:sldMk cId="1392206186" sldId="2499"/>
            <ac:cxnSpMk id="10" creationId="{03FA127C-9C90-3E19-7128-EDE35627342A}"/>
          </ac:cxnSpMkLst>
        </pc:cxnChg>
        <pc:cxnChg chg="add del mod">
          <ac:chgData name="Owais Ahmed" userId="6abc7d4556b3b071" providerId="LiveId" clId="{254A2D3D-DCA5-4B3F-A573-52F1054DFAE2}" dt="2023-03-11T06:50:07.263" v="1196"/>
          <ac:cxnSpMkLst>
            <pc:docMk/>
            <pc:sldMk cId="1392206186" sldId="2499"/>
            <ac:cxnSpMk id="11" creationId="{E8451D65-8786-091A-04FD-3D6D0FCE13D4}"/>
          </ac:cxnSpMkLst>
        </pc:cxnChg>
        <pc:cxnChg chg="add del mod">
          <ac:chgData name="Owais Ahmed" userId="6abc7d4556b3b071" providerId="LiveId" clId="{254A2D3D-DCA5-4B3F-A573-52F1054DFAE2}" dt="2023-03-11T06:50:07.201" v="1194"/>
          <ac:cxnSpMkLst>
            <pc:docMk/>
            <pc:sldMk cId="1392206186" sldId="2499"/>
            <ac:cxnSpMk id="12" creationId="{7782791D-50F2-C6B8-6661-67A82F981F99}"/>
          </ac:cxnSpMkLst>
        </pc:cxnChg>
        <pc:cxnChg chg="add del mod">
          <ac:chgData name="Owais Ahmed" userId="6abc7d4556b3b071" providerId="LiveId" clId="{254A2D3D-DCA5-4B3F-A573-52F1054DFAE2}" dt="2023-03-11T06:50:07.201" v="1194"/>
          <ac:cxnSpMkLst>
            <pc:docMk/>
            <pc:sldMk cId="1392206186" sldId="2499"/>
            <ac:cxnSpMk id="13" creationId="{730ADE5C-9BAA-5C00-7407-EDE34A317211}"/>
          </ac:cxnSpMkLst>
        </pc:cxnChg>
        <pc:cxnChg chg="add del mod">
          <ac:chgData name="Owais Ahmed" userId="6abc7d4556b3b071" providerId="LiveId" clId="{254A2D3D-DCA5-4B3F-A573-52F1054DFAE2}" dt="2023-03-11T06:50:06.398" v="1187"/>
          <ac:cxnSpMkLst>
            <pc:docMk/>
            <pc:sldMk cId="1392206186" sldId="2499"/>
            <ac:cxnSpMk id="14" creationId="{3B49C2CF-ED11-EA8C-2EEB-F032355E4097}"/>
          </ac:cxnSpMkLst>
        </pc:cxnChg>
      </pc:sldChg>
      <pc:sldChg chg="del">
        <pc:chgData name="Owais Ahmed" userId="6abc7d4556b3b071" providerId="LiveId" clId="{254A2D3D-DCA5-4B3F-A573-52F1054DFAE2}" dt="2023-03-11T05:25:22.404" v="74" actId="47"/>
        <pc:sldMkLst>
          <pc:docMk/>
          <pc:sldMk cId="1565563056" sldId="2500"/>
        </pc:sldMkLst>
      </pc:sldChg>
      <pc:sldChg chg="add del">
        <pc:chgData name="Owais Ahmed" userId="6abc7d4556b3b071" providerId="LiveId" clId="{254A2D3D-DCA5-4B3F-A573-52F1054DFAE2}" dt="2023-03-11T07:26:06.891" v="2080" actId="47"/>
        <pc:sldMkLst>
          <pc:docMk/>
          <pc:sldMk cId="2335412501" sldId="2500"/>
        </pc:sldMkLst>
      </pc:sldChg>
      <pc:sldChg chg="delSp modSp add mod addAnim delAnim modAnim">
        <pc:chgData name="Owais Ahmed" userId="6abc7d4556b3b071" providerId="LiveId" clId="{254A2D3D-DCA5-4B3F-A573-52F1054DFAE2}" dt="2023-03-11T09:20:49.642" v="3442" actId="21"/>
        <pc:sldMkLst>
          <pc:docMk/>
          <pc:sldMk cId="1223673830" sldId="2501"/>
        </pc:sldMkLst>
        <pc:spChg chg="mod">
          <ac:chgData name="Owais Ahmed" userId="6abc7d4556b3b071" providerId="LiveId" clId="{254A2D3D-DCA5-4B3F-A573-52F1054DFAE2}" dt="2023-03-11T09:20:49.642" v="3442" actId="21"/>
          <ac:spMkLst>
            <pc:docMk/>
            <pc:sldMk cId="1223673830" sldId="2501"/>
            <ac:spMk id="3" creationId="{4A1C0383-58FE-E486-295E-B33B8683B938}"/>
          </ac:spMkLst>
        </pc:spChg>
        <pc:spChg chg="mod">
          <ac:chgData name="Owais Ahmed" userId="6abc7d4556b3b071" providerId="LiveId" clId="{254A2D3D-DCA5-4B3F-A573-52F1054DFAE2}" dt="2023-03-11T07:12:57.495" v="1679" actId="20577"/>
          <ac:spMkLst>
            <pc:docMk/>
            <pc:sldMk cId="1223673830" sldId="2501"/>
            <ac:spMk id="215" creationId="{00000000-0000-0000-0000-000000000000}"/>
          </ac:spMkLst>
        </pc:spChg>
        <pc:picChg chg="del">
          <ac:chgData name="Owais Ahmed" userId="6abc7d4556b3b071" providerId="LiveId" clId="{254A2D3D-DCA5-4B3F-A573-52F1054DFAE2}" dt="2023-03-11T07:08:19.608" v="1450" actId="478"/>
          <ac:picMkLst>
            <pc:docMk/>
            <pc:sldMk cId="1223673830" sldId="2501"/>
            <ac:picMk id="4" creationId="{A27137C5-63F1-6A39-DC4A-30E30E4B3928}"/>
          </ac:picMkLst>
        </pc:picChg>
      </pc:sldChg>
      <pc:sldChg chg="del">
        <pc:chgData name="Owais Ahmed" userId="6abc7d4556b3b071" providerId="LiveId" clId="{254A2D3D-DCA5-4B3F-A573-52F1054DFAE2}" dt="2023-03-11T05:25:22.921" v="75" actId="47"/>
        <pc:sldMkLst>
          <pc:docMk/>
          <pc:sldMk cId="1703006424" sldId="2501"/>
        </pc:sldMkLst>
      </pc:sldChg>
      <pc:sldChg chg="add del">
        <pc:chgData name="Owais Ahmed" userId="6abc7d4556b3b071" providerId="LiveId" clId="{254A2D3D-DCA5-4B3F-A573-52F1054DFAE2}" dt="2023-03-11T06:37:17.641" v="1025" actId="2890"/>
        <pc:sldMkLst>
          <pc:docMk/>
          <pc:sldMk cId="3065944662" sldId="2501"/>
        </pc:sldMkLst>
      </pc:sldChg>
      <pc:sldChg chg="add del">
        <pc:chgData name="Owais Ahmed" userId="6abc7d4556b3b071" providerId="LiveId" clId="{254A2D3D-DCA5-4B3F-A573-52F1054DFAE2}" dt="2023-03-11T07:22:24.173" v="1685" actId="2890"/>
        <pc:sldMkLst>
          <pc:docMk/>
          <pc:sldMk cId="807971374" sldId="2502"/>
        </pc:sldMkLst>
      </pc:sldChg>
      <pc:sldChg chg="modSp add mod ord modAnim modNotesTx">
        <pc:chgData name="Owais Ahmed" userId="6abc7d4556b3b071" providerId="LiveId" clId="{254A2D3D-DCA5-4B3F-A573-52F1054DFAE2}" dt="2023-03-11T10:00:13.519" v="4352" actId="20577"/>
        <pc:sldMkLst>
          <pc:docMk/>
          <pc:sldMk cId="2279712319" sldId="2502"/>
        </pc:sldMkLst>
        <pc:spChg chg="mod">
          <ac:chgData name="Owais Ahmed" userId="6abc7d4556b3b071" providerId="LiveId" clId="{254A2D3D-DCA5-4B3F-A573-52F1054DFAE2}" dt="2023-03-11T10:00:13.519" v="4352" actId="20577"/>
          <ac:spMkLst>
            <pc:docMk/>
            <pc:sldMk cId="2279712319" sldId="2502"/>
            <ac:spMk id="3" creationId="{4A1C0383-58FE-E486-295E-B33B8683B938}"/>
          </ac:spMkLst>
        </pc:spChg>
        <pc:spChg chg="mod">
          <ac:chgData name="Owais Ahmed" userId="6abc7d4556b3b071" providerId="LiveId" clId="{254A2D3D-DCA5-4B3F-A573-52F1054DFAE2}" dt="2023-03-11T09:13:22.632" v="3033" actId="20577"/>
          <ac:spMkLst>
            <pc:docMk/>
            <pc:sldMk cId="2279712319" sldId="2502"/>
            <ac:spMk id="215" creationId="{00000000-0000-0000-0000-000000000000}"/>
          </ac:spMkLst>
        </pc:spChg>
      </pc:sldChg>
      <pc:sldChg chg="del">
        <pc:chgData name="Owais Ahmed" userId="6abc7d4556b3b071" providerId="LiveId" clId="{254A2D3D-DCA5-4B3F-A573-52F1054DFAE2}" dt="2023-03-11T05:25:28.504" v="78" actId="47"/>
        <pc:sldMkLst>
          <pc:docMk/>
          <pc:sldMk cId="2459176591" sldId="2502"/>
        </pc:sldMkLst>
      </pc:sldChg>
      <pc:sldChg chg="del">
        <pc:chgData name="Owais Ahmed" userId="6abc7d4556b3b071" providerId="LiveId" clId="{254A2D3D-DCA5-4B3F-A573-52F1054DFAE2}" dt="2023-03-11T05:25:25.484" v="77" actId="47"/>
        <pc:sldMkLst>
          <pc:docMk/>
          <pc:sldMk cId="3149883331" sldId="2503"/>
        </pc:sldMkLst>
      </pc:sldChg>
      <pc:sldChg chg="addSp delSp modSp add mod delAnim modAnim">
        <pc:chgData name="Owais Ahmed" userId="6abc7d4556b3b071" providerId="LiveId" clId="{254A2D3D-DCA5-4B3F-A573-52F1054DFAE2}" dt="2023-03-11T09:34:24.172" v="3633" actId="20577"/>
        <pc:sldMkLst>
          <pc:docMk/>
          <pc:sldMk cId="3565255470" sldId="2503"/>
        </pc:sldMkLst>
        <pc:spChg chg="del mod">
          <ac:chgData name="Owais Ahmed" userId="6abc7d4556b3b071" providerId="LiveId" clId="{254A2D3D-DCA5-4B3F-A573-52F1054DFAE2}" dt="2023-03-11T08:20:14.974" v="2617" actId="478"/>
          <ac:spMkLst>
            <pc:docMk/>
            <pc:sldMk cId="3565255470" sldId="2503"/>
            <ac:spMk id="3" creationId="{4A1C0383-58FE-E486-295E-B33B8683B938}"/>
          </ac:spMkLst>
        </pc:spChg>
        <pc:spChg chg="mod">
          <ac:chgData name="Owais Ahmed" userId="6abc7d4556b3b071" providerId="LiveId" clId="{254A2D3D-DCA5-4B3F-A573-52F1054DFAE2}" dt="2023-03-11T08:20:09.090" v="2615" actId="20577"/>
          <ac:spMkLst>
            <pc:docMk/>
            <pc:sldMk cId="3565255470" sldId="2503"/>
            <ac:spMk id="215" creationId="{00000000-0000-0000-0000-000000000000}"/>
          </ac:spMkLst>
        </pc:spChg>
        <pc:graphicFrameChg chg="add del">
          <ac:chgData name="Owais Ahmed" userId="6abc7d4556b3b071" providerId="LiveId" clId="{254A2D3D-DCA5-4B3F-A573-52F1054DFAE2}" dt="2023-03-11T07:56:49.030" v="2357" actId="3680"/>
          <ac:graphicFrameMkLst>
            <pc:docMk/>
            <pc:sldMk cId="3565255470" sldId="2503"/>
            <ac:graphicFrameMk id="4" creationId="{AD166D09-0F13-ADC2-74C5-C7B10E637296}"/>
          </ac:graphicFrameMkLst>
        </pc:graphicFrameChg>
        <pc:graphicFrameChg chg="add del mod modGraphic">
          <ac:chgData name="Owais Ahmed" userId="6abc7d4556b3b071" providerId="LiveId" clId="{254A2D3D-DCA5-4B3F-A573-52F1054DFAE2}" dt="2023-03-11T08:19:21.358" v="2586" actId="478"/>
          <ac:graphicFrameMkLst>
            <pc:docMk/>
            <pc:sldMk cId="3565255470" sldId="2503"/>
            <ac:graphicFrameMk id="5" creationId="{257BBAAD-E9ED-C47F-ED86-5506BB788763}"/>
          </ac:graphicFrameMkLst>
        </pc:graphicFrameChg>
        <pc:graphicFrameChg chg="add del mod">
          <ac:chgData name="Owais Ahmed" userId="6abc7d4556b3b071" providerId="LiveId" clId="{254A2D3D-DCA5-4B3F-A573-52F1054DFAE2}" dt="2023-03-11T08:18:04.717" v="2563"/>
          <ac:graphicFrameMkLst>
            <pc:docMk/>
            <pc:sldMk cId="3565255470" sldId="2503"/>
            <ac:graphicFrameMk id="6" creationId="{7538F9DB-2C04-6F95-0F17-F39C4318CF99}"/>
          </ac:graphicFrameMkLst>
        </pc:graphicFrameChg>
        <pc:graphicFrameChg chg="add mod modGraphic">
          <ac:chgData name="Owais Ahmed" userId="6abc7d4556b3b071" providerId="LiveId" clId="{254A2D3D-DCA5-4B3F-A573-52F1054DFAE2}" dt="2023-03-11T09:34:24.172" v="3633" actId="20577"/>
          <ac:graphicFrameMkLst>
            <pc:docMk/>
            <pc:sldMk cId="3565255470" sldId="2503"/>
            <ac:graphicFrameMk id="7" creationId="{C51EA6D3-D80B-93F6-0937-44975A2213F0}"/>
          </ac:graphicFrameMkLst>
        </pc:graphicFrameChg>
      </pc:sldChg>
      <pc:sldChg chg="addSp delSp modSp add mod ord delAnim modAnim">
        <pc:chgData name="Owais Ahmed" userId="6abc7d4556b3b071" providerId="LiveId" clId="{254A2D3D-DCA5-4B3F-A573-52F1054DFAE2}" dt="2023-03-11T08:48:30.089" v="2711" actId="20577"/>
        <pc:sldMkLst>
          <pc:docMk/>
          <pc:sldMk cId="3179459333" sldId="2504"/>
        </pc:sldMkLst>
        <pc:spChg chg="del mod">
          <ac:chgData name="Owais Ahmed" userId="6abc7d4556b3b071" providerId="LiveId" clId="{254A2D3D-DCA5-4B3F-A573-52F1054DFAE2}" dt="2023-03-11T08:23:03.391" v="2642" actId="478"/>
          <ac:spMkLst>
            <pc:docMk/>
            <pc:sldMk cId="3179459333" sldId="2504"/>
            <ac:spMk id="3" creationId="{4A1C0383-58FE-E486-295E-B33B8683B938}"/>
          </ac:spMkLst>
        </pc:spChg>
        <pc:spChg chg="mod">
          <ac:chgData name="Owais Ahmed" userId="6abc7d4556b3b071" providerId="LiveId" clId="{254A2D3D-DCA5-4B3F-A573-52F1054DFAE2}" dt="2023-03-11T08:48:30.089" v="2711" actId="20577"/>
          <ac:spMkLst>
            <pc:docMk/>
            <pc:sldMk cId="3179459333" sldId="2504"/>
            <ac:spMk id="215" creationId="{00000000-0000-0000-0000-000000000000}"/>
          </ac:spMkLst>
        </pc:spChg>
        <pc:picChg chg="add del mod">
          <ac:chgData name="Owais Ahmed" userId="6abc7d4556b3b071" providerId="LiveId" clId="{254A2D3D-DCA5-4B3F-A573-52F1054DFAE2}" dt="2023-03-11T08:27:19.644" v="2678" actId="478"/>
          <ac:picMkLst>
            <pc:docMk/>
            <pc:sldMk cId="3179459333" sldId="2504"/>
            <ac:picMk id="4" creationId="{1C822D72-4259-4C23-11A3-B7237C00633E}"/>
          </ac:picMkLst>
        </pc:picChg>
        <pc:picChg chg="add del mod">
          <ac:chgData name="Owais Ahmed" userId="6abc7d4556b3b071" providerId="LiveId" clId="{254A2D3D-DCA5-4B3F-A573-52F1054DFAE2}" dt="2023-03-11T08:27:19.181" v="2677" actId="478"/>
          <ac:picMkLst>
            <pc:docMk/>
            <pc:sldMk cId="3179459333" sldId="2504"/>
            <ac:picMk id="5" creationId="{BFBC634B-968C-6C58-66C7-154771750D8B}"/>
          </ac:picMkLst>
        </pc:picChg>
        <pc:picChg chg="add del mod">
          <ac:chgData name="Owais Ahmed" userId="6abc7d4556b3b071" providerId="LiveId" clId="{254A2D3D-DCA5-4B3F-A573-52F1054DFAE2}" dt="2023-03-11T08:27:05.394" v="2674" actId="478"/>
          <ac:picMkLst>
            <pc:docMk/>
            <pc:sldMk cId="3179459333" sldId="2504"/>
            <ac:picMk id="6" creationId="{CBE24838-D849-058A-79C7-A31231A497E2}"/>
          </ac:picMkLst>
        </pc:picChg>
        <pc:picChg chg="add del mod">
          <ac:chgData name="Owais Ahmed" userId="6abc7d4556b3b071" providerId="LiveId" clId="{254A2D3D-DCA5-4B3F-A573-52F1054DFAE2}" dt="2023-03-11T08:26:59.584" v="2673" actId="478"/>
          <ac:picMkLst>
            <pc:docMk/>
            <pc:sldMk cId="3179459333" sldId="2504"/>
            <ac:picMk id="7" creationId="{3FB898E3-731B-9221-BB9D-7B0B0A215839}"/>
          </ac:picMkLst>
        </pc:picChg>
        <pc:picChg chg="add mod">
          <ac:chgData name="Owais Ahmed" userId="6abc7d4556b3b071" providerId="LiveId" clId="{254A2D3D-DCA5-4B3F-A573-52F1054DFAE2}" dt="2023-03-11T08:46:20.827" v="2684" actId="732"/>
          <ac:picMkLst>
            <pc:docMk/>
            <pc:sldMk cId="3179459333" sldId="2504"/>
            <ac:picMk id="8" creationId="{383FC630-BCE3-A4BB-3B78-49C90E9E46B7}"/>
          </ac:picMkLst>
        </pc:picChg>
        <pc:picChg chg="add del mod">
          <ac:chgData name="Owais Ahmed" userId="6abc7d4556b3b071" providerId="LiveId" clId="{254A2D3D-DCA5-4B3F-A573-52F1054DFAE2}" dt="2023-03-11T08:46:26.717" v="2686"/>
          <ac:picMkLst>
            <pc:docMk/>
            <pc:sldMk cId="3179459333" sldId="2504"/>
            <ac:picMk id="9" creationId="{3C483B02-9A3F-AD05-F61A-1B4DDEA2381F}"/>
          </ac:picMkLst>
        </pc:picChg>
        <pc:picChg chg="add mod">
          <ac:chgData name="Owais Ahmed" userId="6abc7d4556b3b071" providerId="LiveId" clId="{254A2D3D-DCA5-4B3F-A573-52F1054DFAE2}" dt="2023-03-11T08:47:06.735" v="2691" actId="732"/>
          <ac:picMkLst>
            <pc:docMk/>
            <pc:sldMk cId="3179459333" sldId="2504"/>
            <ac:picMk id="10" creationId="{B308A51B-EB0E-1308-B8B3-F9D575046A6B}"/>
          </ac:picMkLst>
        </pc:picChg>
        <pc:picChg chg="add mod">
          <ac:chgData name="Owais Ahmed" userId="6abc7d4556b3b071" providerId="LiveId" clId="{254A2D3D-DCA5-4B3F-A573-52F1054DFAE2}" dt="2023-03-11T08:47:38.769" v="2696" actId="732"/>
          <ac:picMkLst>
            <pc:docMk/>
            <pc:sldMk cId="3179459333" sldId="2504"/>
            <ac:picMk id="11" creationId="{17E90CBA-CCE8-E0DA-517C-F1C42B3800CD}"/>
          </ac:picMkLst>
        </pc:picChg>
        <pc:picChg chg="add mod">
          <ac:chgData name="Owais Ahmed" userId="6abc7d4556b3b071" providerId="LiveId" clId="{254A2D3D-DCA5-4B3F-A573-52F1054DFAE2}" dt="2023-03-11T08:47:39.764" v="2697"/>
          <ac:picMkLst>
            <pc:docMk/>
            <pc:sldMk cId="3179459333" sldId="2504"/>
            <ac:picMk id="12" creationId="{53E60DE2-545A-9D1F-8754-88049662D9D1}"/>
          </ac:picMkLst>
        </pc:picChg>
      </pc:sldChg>
      <pc:sldChg chg="del">
        <pc:chgData name="Owais Ahmed" userId="6abc7d4556b3b071" providerId="LiveId" clId="{254A2D3D-DCA5-4B3F-A573-52F1054DFAE2}" dt="2023-03-11T05:25:24.137" v="76" actId="47"/>
        <pc:sldMkLst>
          <pc:docMk/>
          <pc:sldMk cId="3473336835" sldId="2504"/>
        </pc:sldMkLst>
      </pc:sldChg>
      <pc:sldChg chg="addSp delSp modSp add mod ord modAnim">
        <pc:chgData name="Owais Ahmed" userId="6abc7d4556b3b071" providerId="LiveId" clId="{254A2D3D-DCA5-4B3F-A573-52F1054DFAE2}" dt="2023-03-11T09:44:33.530" v="3639" actId="14100"/>
        <pc:sldMkLst>
          <pc:docMk/>
          <pc:sldMk cId="1084053900" sldId="2505"/>
        </pc:sldMkLst>
        <pc:spChg chg="mod">
          <ac:chgData name="Owais Ahmed" userId="6abc7d4556b3b071" providerId="LiveId" clId="{254A2D3D-DCA5-4B3F-A573-52F1054DFAE2}" dt="2023-03-11T09:10:32.706" v="2933" actId="20577"/>
          <ac:spMkLst>
            <pc:docMk/>
            <pc:sldMk cId="1084053900" sldId="2505"/>
            <ac:spMk id="3" creationId="{4A1C0383-58FE-E486-295E-B33B8683B938}"/>
          </ac:spMkLst>
        </pc:spChg>
        <pc:spChg chg="mod">
          <ac:chgData name="Owais Ahmed" userId="6abc7d4556b3b071" providerId="LiveId" clId="{254A2D3D-DCA5-4B3F-A573-52F1054DFAE2}" dt="2023-03-11T09:10:41.149" v="2937" actId="20577"/>
          <ac:spMkLst>
            <pc:docMk/>
            <pc:sldMk cId="1084053900" sldId="2505"/>
            <ac:spMk id="215" creationId="{00000000-0000-0000-0000-000000000000}"/>
          </ac:spMkLst>
        </pc:spChg>
        <pc:picChg chg="add del mod">
          <ac:chgData name="Owais Ahmed" userId="6abc7d4556b3b071" providerId="LiveId" clId="{254A2D3D-DCA5-4B3F-A573-52F1054DFAE2}" dt="2023-03-11T08:49:43.890" v="2720"/>
          <ac:picMkLst>
            <pc:docMk/>
            <pc:sldMk cId="1084053900" sldId="2505"/>
            <ac:picMk id="4" creationId="{8E086F26-8CE3-4207-966A-B9646B87830B}"/>
          </ac:picMkLst>
        </pc:picChg>
        <pc:picChg chg="add mod">
          <ac:chgData name="Owais Ahmed" userId="6abc7d4556b3b071" providerId="LiveId" clId="{254A2D3D-DCA5-4B3F-A573-52F1054DFAE2}" dt="2023-03-11T09:44:33.530" v="3639" actId="14100"/>
          <ac:picMkLst>
            <pc:docMk/>
            <pc:sldMk cId="1084053900" sldId="2505"/>
            <ac:picMk id="5" creationId="{06AB4BBE-63E2-1AF8-03C4-298EA13B4847}"/>
          </ac:picMkLst>
        </pc:picChg>
      </pc:sldChg>
      <pc:sldChg chg="addSp delSp modSp add mod modAnim">
        <pc:chgData name="Owais Ahmed" userId="6abc7d4556b3b071" providerId="LiveId" clId="{254A2D3D-DCA5-4B3F-A573-52F1054DFAE2}" dt="2023-03-11T09:37:52.608" v="3638" actId="1076"/>
        <pc:sldMkLst>
          <pc:docMk/>
          <pc:sldMk cId="3621187467" sldId="2506"/>
        </pc:sldMkLst>
        <pc:spChg chg="mod">
          <ac:chgData name="Owais Ahmed" userId="6abc7d4556b3b071" providerId="LiveId" clId="{254A2D3D-DCA5-4B3F-A573-52F1054DFAE2}" dt="2023-03-11T09:09:50.553" v="2880" actId="20577"/>
          <ac:spMkLst>
            <pc:docMk/>
            <pc:sldMk cId="3621187467" sldId="2506"/>
            <ac:spMk id="215" creationId="{00000000-0000-0000-0000-000000000000}"/>
          </ac:spMkLst>
        </pc:spChg>
        <pc:picChg chg="add del mod">
          <ac:chgData name="Owais Ahmed" userId="6abc7d4556b3b071" providerId="LiveId" clId="{254A2D3D-DCA5-4B3F-A573-52F1054DFAE2}" dt="2023-03-11T09:09:11.122" v="2858" actId="478"/>
          <ac:picMkLst>
            <pc:docMk/>
            <pc:sldMk cId="3621187467" sldId="2506"/>
            <ac:picMk id="4" creationId="{0A044529-DB24-36DE-BE87-0536A0E47C20}"/>
          </ac:picMkLst>
        </pc:picChg>
        <pc:picChg chg="add del mod">
          <ac:chgData name="Owais Ahmed" userId="6abc7d4556b3b071" providerId="LiveId" clId="{254A2D3D-DCA5-4B3F-A573-52F1054DFAE2}" dt="2023-03-11T09:37:42.396" v="3634" actId="478"/>
          <ac:picMkLst>
            <pc:docMk/>
            <pc:sldMk cId="3621187467" sldId="2506"/>
            <ac:picMk id="6" creationId="{7F91A24F-5CB5-F9D4-89AD-DE862BA434B4}"/>
          </ac:picMkLst>
        </pc:picChg>
        <pc:picChg chg="del">
          <ac:chgData name="Owais Ahmed" userId="6abc7d4556b3b071" providerId="LiveId" clId="{254A2D3D-DCA5-4B3F-A573-52F1054DFAE2}" dt="2023-03-11T08:57:53.687" v="2844" actId="478"/>
          <ac:picMkLst>
            <pc:docMk/>
            <pc:sldMk cId="3621187467" sldId="2506"/>
            <ac:picMk id="8" creationId="{383FC630-BCE3-A4BB-3B78-49C90E9E46B7}"/>
          </ac:picMkLst>
        </pc:picChg>
        <pc:picChg chg="add mod">
          <ac:chgData name="Owais Ahmed" userId="6abc7d4556b3b071" providerId="LiveId" clId="{254A2D3D-DCA5-4B3F-A573-52F1054DFAE2}" dt="2023-03-11T09:37:52.608" v="3638" actId="1076"/>
          <ac:picMkLst>
            <pc:docMk/>
            <pc:sldMk cId="3621187467" sldId="2506"/>
            <ac:picMk id="9" creationId="{F2C2EA6F-F9C2-A023-9104-5C6BCC7810B9}"/>
          </ac:picMkLst>
        </pc:picChg>
        <pc:picChg chg="del">
          <ac:chgData name="Owais Ahmed" userId="6abc7d4556b3b071" providerId="LiveId" clId="{254A2D3D-DCA5-4B3F-A573-52F1054DFAE2}" dt="2023-03-11T08:57:52.412" v="2843" actId="478"/>
          <ac:picMkLst>
            <pc:docMk/>
            <pc:sldMk cId="3621187467" sldId="2506"/>
            <ac:picMk id="10" creationId="{B308A51B-EB0E-1308-B8B3-F9D575046A6B}"/>
          </ac:picMkLst>
        </pc:picChg>
        <pc:picChg chg="del">
          <ac:chgData name="Owais Ahmed" userId="6abc7d4556b3b071" providerId="LiveId" clId="{254A2D3D-DCA5-4B3F-A573-52F1054DFAE2}" dt="2023-03-11T08:57:51.903" v="2842" actId="478"/>
          <ac:picMkLst>
            <pc:docMk/>
            <pc:sldMk cId="3621187467" sldId="2506"/>
            <ac:picMk id="11" creationId="{17E90CBA-CCE8-E0DA-517C-F1C42B3800CD}"/>
          </ac:picMkLst>
        </pc:picChg>
        <pc:picChg chg="del">
          <ac:chgData name="Owais Ahmed" userId="6abc7d4556b3b071" providerId="LiveId" clId="{254A2D3D-DCA5-4B3F-A573-52F1054DFAE2}" dt="2023-03-11T08:57:51.231" v="2841" actId="478"/>
          <ac:picMkLst>
            <pc:docMk/>
            <pc:sldMk cId="3621187467" sldId="2506"/>
            <ac:picMk id="12" creationId="{53E60DE2-545A-9D1F-8754-88049662D9D1}"/>
          </ac:picMkLst>
        </pc:picChg>
      </pc:sldChg>
      <pc:sldChg chg="add del">
        <pc:chgData name="Owais Ahmed" userId="6abc7d4556b3b071" providerId="LiveId" clId="{254A2D3D-DCA5-4B3F-A573-52F1054DFAE2}" dt="2023-03-11T09:15:50.985" v="3072" actId="47"/>
        <pc:sldMkLst>
          <pc:docMk/>
          <pc:sldMk cId="1081780362" sldId="2507"/>
        </pc:sldMkLst>
      </pc:sldChg>
      <pc:sldChg chg="modSp add mod modAnim">
        <pc:chgData name="Owais Ahmed" userId="6abc7d4556b3b071" providerId="LiveId" clId="{254A2D3D-DCA5-4B3F-A573-52F1054DFAE2}" dt="2023-03-11T09:22:51.049" v="3532" actId="20577"/>
        <pc:sldMkLst>
          <pc:docMk/>
          <pc:sldMk cId="1990660398" sldId="2507"/>
        </pc:sldMkLst>
        <pc:spChg chg="mod">
          <ac:chgData name="Owais Ahmed" userId="6abc7d4556b3b071" providerId="LiveId" clId="{254A2D3D-DCA5-4B3F-A573-52F1054DFAE2}" dt="2023-03-11T09:22:35.006" v="3529"/>
          <ac:spMkLst>
            <pc:docMk/>
            <pc:sldMk cId="1990660398" sldId="2507"/>
            <ac:spMk id="3" creationId="{4A1C0383-58FE-E486-295E-B33B8683B938}"/>
          </ac:spMkLst>
        </pc:spChg>
        <pc:spChg chg="mod">
          <ac:chgData name="Owais Ahmed" userId="6abc7d4556b3b071" providerId="LiveId" clId="{254A2D3D-DCA5-4B3F-A573-52F1054DFAE2}" dt="2023-03-11T09:21:06.627" v="3478" actId="20577"/>
          <ac:spMkLst>
            <pc:docMk/>
            <pc:sldMk cId="1990660398" sldId="2507"/>
            <ac:spMk id="215" creationId="{00000000-0000-0000-0000-000000000000}"/>
          </ac:spMkLst>
        </pc:spChg>
      </pc:sldChg>
      <pc:sldChg chg="modSp add mod modAnim">
        <pc:chgData name="Owais Ahmed" userId="6abc7d4556b3b071" providerId="LiveId" clId="{254A2D3D-DCA5-4B3F-A573-52F1054DFAE2}" dt="2023-03-11T09:45:27.312" v="3677" actId="20577"/>
        <pc:sldMkLst>
          <pc:docMk/>
          <pc:sldMk cId="1508569928" sldId="2508"/>
        </pc:sldMkLst>
        <pc:spChg chg="mod">
          <ac:chgData name="Owais Ahmed" userId="6abc7d4556b3b071" providerId="LiveId" clId="{254A2D3D-DCA5-4B3F-A573-52F1054DFAE2}" dt="2023-03-11T09:45:27.312" v="3677" actId="20577"/>
          <ac:spMkLst>
            <pc:docMk/>
            <pc:sldMk cId="1508569928" sldId="2508"/>
            <ac:spMk id="3" creationId="{4A1C0383-58FE-E486-295E-B33B8683B938}"/>
          </ac:spMkLst>
        </pc:spChg>
        <pc:spChg chg="mod">
          <ac:chgData name="Owais Ahmed" userId="6abc7d4556b3b071" providerId="LiveId" clId="{254A2D3D-DCA5-4B3F-A573-52F1054DFAE2}" dt="2023-03-11T09:45:14.277" v="3662" actId="20577"/>
          <ac:spMkLst>
            <pc:docMk/>
            <pc:sldMk cId="1508569928" sldId="2508"/>
            <ac:spMk id="215" creationId="{00000000-0000-0000-0000-000000000000}"/>
          </ac:spMkLst>
        </pc:spChg>
      </pc:sldChg>
      <pc:sldChg chg="modSp add mod modAnim">
        <pc:chgData name="Owais Ahmed" userId="6abc7d4556b3b071" providerId="LiveId" clId="{254A2D3D-DCA5-4B3F-A573-52F1054DFAE2}" dt="2023-03-11T09:58:49.793" v="4207" actId="20577"/>
        <pc:sldMkLst>
          <pc:docMk/>
          <pc:sldMk cId="2812469995" sldId="2509"/>
        </pc:sldMkLst>
        <pc:spChg chg="mod">
          <ac:chgData name="Owais Ahmed" userId="6abc7d4556b3b071" providerId="LiveId" clId="{254A2D3D-DCA5-4B3F-A573-52F1054DFAE2}" dt="2023-03-11T09:58:49.793" v="4207" actId="20577"/>
          <ac:spMkLst>
            <pc:docMk/>
            <pc:sldMk cId="2812469995" sldId="2509"/>
            <ac:spMk id="3" creationId="{4A1C0383-58FE-E486-295E-B33B8683B938}"/>
          </ac:spMkLst>
        </pc:spChg>
      </pc:sldChg>
    </pc:docChg>
  </pc:docChgLst>
  <pc:docChgLst>
    <pc:chgData name="Owais Ahmed" userId="6abc7d4556b3b071" providerId="LiveId" clId="{DFFDD5F8-0524-4744-8952-E0C553CC4692}"/>
    <pc:docChg chg="undo redo custSel addSld modSld sldOrd">
      <pc:chgData name="Owais Ahmed" userId="6abc7d4556b3b071" providerId="LiveId" clId="{DFFDD5F8-0524-4744-8952-E0C553CC4692}" dt="2023-03-10T06:38:52.730" v="2063" actId="1076"/>
      <pc:docMkLst>
        <pc:docMk/>
      </pc:docMkLst>
      <pc:sldChg chg="modSp mod">
        <pc:chgData name="Owais Ahmed" userId="6abc7d4556b3b071" providerId="LiveId" clId="{DFFDD5F8-0524-4744-8952-E0C553CC4692}" dt="2023-03-10T06:29:04.796" v="1865" actId="20577"/>
        <pc:sldMkLst>
          <pc:docMk/>
          <pc:sldMk cId="1649098948" sldId="2462"/>
        </pc:sldMkLst>
        <pc:spChg chg="mod">
          <ac:chgData name="Owais Ahmed" userId="6abc7d4556b3b071" providerId="LiveId" clId="{DFFDD5F8-0524-4744-8952-E0C553CC4692}" dt="2023-03-10T06:29:04.796" v="1865" actId="20577"/>
          <ac:spMkLst>
            <pc:docMk/>
            <pc:sldMk cId="1649098948" sldId="2462"/>
            <ac:spMk id="6" creationId="{F3C89A40-EEAA-43AB-9A3A-B2CFDE450F1B}"/>
          </ac:spMkLst>
        </pc:spChg>
      </pc:sldChg>
      <pc:sldChg chg="modSp modAnim">
        <pc:chgData name="Owais Ahmed" userId="6abc7d4556b3b071" providerId="LiveId" clId="{DFFDD5F8-0524-4744-8952-E0C553CC4692}" dt="2023-03-10T06:01:43.124" v="91" actId="20577"/>
        <pc:sldMkLst>
          <pc:docMk/>
          <pc:sldMk cId="2844888853" sldId="2491"/>
        </pc:sldMkLst>
        <pc:spChg chg="mod">
          <ac:chgData name="Owais Ahmed" userId="6abc7d4556b3b071" providerId="LiveId" clId="{DFFDD5F8-0524-4744-8952-E0C553CC4692}" dt="2023-03-10T06:01:43.124" v="91" actId="20577"/>
          <ac:spMkLst>
            <pc:docMk/>
            <pc:sldMk cId="2844888853" sldId="2491"/>
            <ac:spMk id="3" creationId="{4A1C0383-58FE-E486-295E-B33B8683B938}"/>
          </ac:spMkLst>
        </pc:spChg>
      </pc:sldChg>
      <pc:sldChg chg="modSp add mod modAnim modNotesTx">
        <pc:chgData name="Owais Ahmed" userId="6abc7d4556b3b071" providerId="LiveId" clId="{DFFDD5F8-0524-4744-8952-E0C553CC4692}" dt="2023-03-10T06:14:50.893" v="1212" actId="20577"/>
        <pc:sldMkLst>
          <pc:docMk/>
          <pc:sldMk cId="1466680951" sldId="2492"/>
        </pc:sldMkLst>
        <pc:spChg chg="mod">
          <ac:chgData name="Owais Ahmed" userId="6abc7d4556b3b071" providerId="LiveId" clId="{DFFDD5F8-0524-4744-8952-E0C553CC4692}" dt="2023-03-10T06:14:04.860" v="1037" actId="20577"/>
          <ac:spMkLst>
            <pc:docMk/>
            <pc:sldMk cId="1466680951" sldId="2492"/>
            <ac:spMk id="3" creationId="{4A1C0383-58FE-E486-295E-B33B8683B938}"/>
          </ac:spMkLst>
        </pc:spChg>
        <pc:spChg chg="mod">
          <ac:chgData name="Owais Ahmed" userId="6abc7d4556b3b071" providerId="LiveId" clId="{DFFDD5F8-0524-4744-8952-E0C553CC4692}" dt="2023-03-10T06:02:03.364" v="125" actId="20577"/>
          <ac:spMkLst>
            <pc:docMk/>
            <pc:sldMk cId="1466680951" sldId="2492"/>
            <ac:spMk id="215" creationId="{00000000-0000-0000-0000-000000000000}"/>
          </ac:spMkLst>
        </pc:spChg>
      </pc:sldChg>
      <pc:sldChg chg="add">
        <pc:chgData name="Owais Ahmed" userId="6abc7d4556b3b071" providerId="LiveId" clId="{DFFDD5F8-0524-4744-8952-E0C553CC4692}" dt="2023-03-10T06:15:35.454" v="1213" actId="2890"/>
        <pc:sldMkLst>
          <pc:docMk/>
          <pc:sldMk cId="791527134" sldId="2493"/>
        </pc:sldMkLst>
      </pc:sldChg>
      <pc:sldChg chg="add">
        <pc:chgData name="Owais Ahmed" userId="6abc7d4556b3b071" providerId="LiveId" clId="{DFFDD5F8-0524-4744-8952-E0C553CC4692}" dt="2023-03-10T06:16:34.807" v="1214" actId="2890"/>
        <pc:sldMkLst>
          <pc:docMk/>
          <pc:sldMk cId="1615339114" sldId="2494"/>
        </pc:sldMkLst>
      </pc:sldChg>
      <pc:sldChg chg="addSp delSp modSp add mod delAnim modAnim">
        <pc:chgData name="Owais Ahmed" userId="6abc7d4556b3b071" providerId="LiveId" clId="{DFFDD5F8-0524-4744-8952-E0C553CC4692}" dt="2023-03-10T06:28:16.919" v="1835" actId="20577"/>
        <pc:sldMkLst>
          <pc:docMk/>
          <pc:sldMk cId="2451653014" sldId="2495"/>
        </pc:sldMkLst>
        <pc:spChg chg="mod">
          <ac:chgData name="Owais Ahmed" userId="6abc7d4556b3b071" providerId="LiveId" clId="{DFFDD5F8-0524-4744-8952-E0C553CC4692}" dt="2023-03-10T06:28:16.919" v="1835" actId="20577"/>
          <ac:spMkLst>
            <pc:docMk/>
            <pc:sldMk cId="2451653014" sldId="2495"/>
            <ac:spMk id="3" creationId="{4A1C0383-58FE-E486-295E-B33B8683B938}"/>
          </ac:spMkLst>
        </pc:spChg>
        <pc:spChg chg="mod">
          <ac:chgData name="Owais Ahmed" userId="6abc7d4556b3b071" providerId="LiveId" clId="{DFFDD5F8-0524-4744-8952-E0C553CC4692}" dt="2023-03-10T06:18:18.134" v="1316" actId="20577"/>
          <ac:spMkLst>
            <pc:docMk/>
            <pc:sldMk cId="2451653014" sldId="2495"/>
            <ac:spMk id="215" creationId="{00000000-0000-0000-0000-000000000000}"/>
          </ac:spMkLst>
        </pc:spChg>
        <pc:picChg chg="add del mod">
          <ac:chgData name="Owais Ahmed" userId="6abc7d4556b3b071" providerId="LiveId" clId="{DFFDD5F8-0524-4744-8952-E0C553CC4692}" dt="2023-03-10T06:21:47.522" v="1408" actId="478"/>
          <ac:picMkLst>
            <pc:docMk/>
            <pc:sldMk cId="2451653014" sldId="2495"/>
            <ac:picMk id="5" creationId="{98BDDF99-ABDD-4534-A293-2A75F4B1A4A8}"/>
          </ac:picMkLst>
        </pc:picChg>
        <pc:picChg chg="add del mod">
          <ac:chgData name="Owais Ahmed" userId="6abc7d4556b3b071" providerId="LiveId" clId="{DFFDD5F8-0524-4744-8952-E0C553CC4692}" dt="2023-03-10T06:21:47.064" v="1407" actId="478"/>
          <ac:picMkLst>
            <pc:docMk/>
            <pc:sldMk cId="2451653014" sldId="2495"/>
            <ac:picMk id="7" creationId="{81B824FE-2C8B-8D90-1A4C-6FA558B59A67}"/>
          </ac:picMkLst>
        </pc:picChg>
        <pc:picChg chg="add del mod">
          <ac:chgData name="Owais Ahmed" userId="6abc7d4556b3b071" providerId="LiveId" clId="{DFFDD5F8-0524-4744-8952-E0C553CC4692}" dt="2023-03-10T06:24:52.692" v="1592" actId="478"/>
          <ac:picMkLst>
            <pc:docMk/>
            <pc:sldMk cId="2451653014" sldId="2495"/>
            <ac:picMk id="8" creationId="{4D3CD2C2-B7AA-BEF9-74AF-9AB3E7735DC4}"/>
          </ac:picMkLst>
        </pc:picChg>
        <pc:picChg chg="add del mod">
          <ac:chgData name="Owais Ahmed" userId="6abc7d4556b3b071" providerId="LiveId" clId="{DFFDD5F8-0524-4744-8952-E0C553CC4692}" dt="2023-03-10T06:24:53.246" v="1593" actId="478"/>
          <ac:picMkLst>
            <pc:docMk/>
            <pc:sldMk cId="2451653014" sldId="2495"/>
            <ac:picMk id="9" creationId="{D7D62965-2890-149A-A3C3-E761E8821D4F}"/>
          </ac:picMkLst>
        </pc:picChg>
      </pc:sldChg>
      <pc:sldChg chg="modSp add mod">
        <pc:chgData name="Owais Ahmed" userId="6abc7d4556b3b071" providerId="LiveId" clId="{DFFDD5F8-0524-4744-8952-E0C553CC4692}" dt="2023-03-10T06:24:49.608" v="1591" actId="20577"/>
        <pc:sldMkLst>
          <pc:docMk/>
          <pc:sldMk cId="221477371" sldId="2496"/>
        </pc:sldMkLst>
        <pc:spChg chg="mod">
          <ac:chgData name="Owais Ahmed" userId="6abc7d4556b3b071" providerId="LiveId" clId="{DFFDD5F8-0524-4744-8952-E0C553CC4692}" dt="2023-03-10T06:24:49.608" v="1591" actId="20577"/>
          <ac:spMkLst>
            <pc:docMk/>
            <pc:sldMk cId="221477371" sldId="2496"/>
            <ac:spMk id="215" creationId="{00000000-0000-0000-0000-000000000000}"/>
          </ac:spMkLst>
        </pc:spChg>
      </pc:sldChg>
      <pc:sldChg chg="addSp delSp modSp add mod addAnim delAnim modAnim">
        <pc:chgData name="Owais Ahmed" userId="6abc7d4556b3b071" providerId="LiveId" clId="{DFFDD5F8-0524-4744-8952-E0C553CC4692}" dt="2023-03-10T06:35:40.098" v="1975"/>
        <pc:sldMkLst>
          <pc:docMk/>
          <pc:sldMk cId="3157158652" sldId="2497"/>
        </pc:sldMkLst>
        <pc:spChg chg="mod">
          <ac:chgData name="Owais Ahmed" userId="6abc7d4556b3b071" providerId="LiveId" clId="{DFFDD5F8-0524-4744-8952-E0C553CC4692}" dt="2023-03-10T06:33:26.825" v="1957" actId="27636"/>
          <ac:spMkLst>
            <pc:docMk/>
            <pc:sldMk cId="3157158652" sldId="2497"/>
            <ac:spMk id="3" creationId="{4A1C0383-58FE-E486-295E-B33B8683B938}"/>
          </ac:spMkLst>
        </pc:spChg>
        <pc:spChg chg="mod">
          <ac:chgData name="Owais Ahmed" userId="6abc7d4556b3b071" providerId="LiveId" clId="{DFFDD5F8-0524-4744-8952-E0C553CC4692}" dt="2023-03-10T06:28:25.113" v="1839" actId="20577"/>
          <ac:spMkLst>
            <pc:docMk/>
            <pc:sldMk cId="3157158652" sldId="2497"/>
            <ac:spMk id="215" creationId="{00000000-0000-0000-0000-000000000000}"/>
          </ac:spMkLst>
        </pc:spChg>
        <pc:picChg chg="add mod modCrop">
          <ac:chgData name="Owais Ahmed" userId="6abc7d4556b3b071" providerId="LiveId" clId="{DFFDD5F8-0524-4744-8952-E0C553CC4692}" dt="2023-03-10T06:34:00.188" v="1962" actId="1076"/>
          <ac:picMkLst>
            <pc:docMk/>
            <pc:sldMk cId="3157158652" sldId="2497"/>
            <ac:picMk id="4" creationId="{B2C1F04B-6954-B41E-AF02-A1B6CD1C53C5}"/>
          </ac:picMkLst>
        </pc:picChg>
        <pc:picChg chg="add mod modCrop">
          <ac:chgData name="Owais Ahmed" userId="6abc7d4556b3b071" providerId="LiveId" clId="{DFFDD5F8-0524-4744-8952-E0C553CC4692}" dt="2023-03-10T06:35:34.721" v="1973" actId="1076"/>
          <ac:picMkLst>
            <pc:docMk/>
            <pc:sldMk cId="3157158652" sldId="2497"/>
            <ac:picMk id="5" creationId="{3A39E24F-CAA5-D524-E64E-724D99FEF285}"/>
          </ac:picMkLst>
        </pc:picChg>
        <pc:picChg chg="del">
          <ac:chgData name="Owais Ahmed" userId="6abc7d4556b3b071" providerId="LiveId" clId="{DFFDD5F8-0524-4744-8952-E0C553CC4692}" dt="2023-03-10T06:33:13.190" v="1950" actId="478"/>
          <ac:picMkLst>
            <pc:docMk/>
            <pc:sldMk cId="3157158652" sldId="2497"/>
            <ac:picMk id="8" creationId="{4D3CD2C2-B7AA-BEF9-74AF-9AB3E7735DC4}"/>
          </ac:picMkLst>
        </pc:picChg>
        <pc:picChg chg="del">
          <ac:chgData name="Owais Ahmed" userId="6abc7d4556b3b071" providerId="LiveId" clId="{DFFDD5F8-0524-4744-8952-E0C553CC4692}" dt="2023-03-10T06:33:13.822" v="1951" actId="478"/>
          <ac:picMkLst>
            <pc:docMk/>
            <pc:sldMk cId="3157158652" sldId="2497"/>
            <ac:picMk id="9" creationId="{D7D62965-2890-149A-A3C3-E761E8821D4F}"/>
          </ac:picMkLst>
        </pc:picChg>
      </pc:sldChg>
      <pc:sldChg chg="addSp delSp modSp add mod delAnim modAnim">
        <pc:chgData name="Owais Ahmed" userId="6abc7d4556b3b071" providerId="LiveId" clId="{DFFDD5F8-0524-4744-8952-E0C553CC4692}" dt="2023-03-10T06:36:15.667" v="2013" actId="20577"/>
        <pc:sldMkLst>
          <pc:docMk/>
          <pc:sldMk cId="246758894" sldId="2498"/>
        </pc:sldMkLst>
        <pc:spChg chg="del mod">
          <ac:chgData name="Owais Ahmed" userId="6abc7d4556b3b071" providerId="LiveId" clId="{DFFDD5F8-0524-4744-8952-E0C553CC4692}" dt="2023-03-10T06:36:05.900" v="1997" actId="478"/>
          <ac:spMkLst>
            <pc:docMk/>
            <pc:sldMk cId="246758894" sldId="2498"/>
            <ac:spMk id="3" creationId="{4A1C0383-58FE-E486-295E-B33B8683B938}"/>
          </ac:spMkLst>
        </pc:spChg>
        <pc:spChg chg="mod">
          <ac:chgData name="Owais Ahmed" userId="6abc7d4556b3b071" providerId="LiveId" clId="{DFFDD5F8-0524-4744-8952-E0C553CC4692}" dt="2023-03-10T06:36:15.667" v="2013" actId="20577"/>
          <ac:spMkLst>
            <pc:docMk/>
            <pc:sldMk cId="246758894" sldId="2498"/>
            <ac:spMk id="215" creationId="{00000000-0000-0000-0000-000000000000}"/>
          </ac:spMkLst>
        </pc:spChg>
        <pc:picChg chg="del">
          <ac:chgData name="Owais Ahmed" userId="6abc7d4556b3b071" providerId="LiveId" clId="{DFFDD5F8-0524-4744-8952-E0C553CC4692}" dt="2023-03-10T06:36:00.507" v="1994" actId="478"/>
          <ac:picMkLst>
            <pc:docMk/>
            <pc:sldMk cId="246758894" sldId="2498"/>
            <ac:picMk id="4" creationId="{B2C1F04B-6954-B41E-AF02-A1B6CD1C53C5}"/>
          </ac:picMkLst>
        </pc:picChg>
        <pc:picChg chg="del">
          <ac:chgData name="Owais Ahmed" userId="6abc7d4556b3b071" providerId="LiveId" clId="{DFFDD5F8-0524-4744-8952-E0C553CC4692}" dt="2023-03-10T06:35:59.829" v="1993" actId="478"/>
          <ac:picMkLst>
            <pc:docMk/>
            <pc:sldMk cId="246758894" sldId="2498"/>
            <ac:picMk id="5" creationId="{3A39E24F-CAA5-D524-E64E-724D99FEF285}"/>
          </ac:picMkLst>
        </pc:picChg>
        <pc:picChg chg="add mod">
          <ac:chgData name="Owais Ahmed" userId="6abc7d4556b3b071" providerId="LiveId" clId="{DFFDD5F8-0524-4744-8952-E0C553CC4692}" dt="2023-03-10T06:36:12.793" v="2000" actId="1076"/>
          <ac:picMkLst>
            <pc:docMk/>
            <pc:sldMk cId="246758894" sldId="2498"/>
            <ac:picMk id="6" creationId="{C7F026FB-6743-AA5E-97C3-2351693D4891}"/>
          </ac:picMkLst>
        </pc:picChg>
      </pc:sldChg>
      <pc:sldChg chg="addSp delSp modSp add mod ord delAnim modAnim">
        <pc:chgData name="Owais Ahmed" userId="6abc7d4556b3b071" providerId="LiveId" clId="{DFFDD5F8-0524-4744-8952-E0C553CC4692}" dt="2023-03-10T06:38:25.184" v="2052"/>
        <pc:sldMkLst>
          <pc:docMk/>
          <pc:sldMk cId="1392206186" sldId="2499"/>
        </pc:sldMkLst>
        <pc:spChg chg="mod">
          <ac:chgData name="Owais Ahmed" userId="6abc7d4556b3b071" providerId="LiveId" clId="{DFFDD5F8-0524-4744-8952-E0C553CC4692}" dt="2023-03-10T06:36:47.659" v="2031" actId="20577"/>
          <ac:spMkLst>
            <pc:docMk/>
            <pc:sldMk cId="1392206186" sldId="2499"/>
            <ac:spMk id="3" creationId="{4A1C0383-58FE-E486-295E-B33B8683B938}"/>
          </ac:spMkLst>
        </pc:spChg>
        <pc:spChg chg="mod">
          <ac:chgData name="Owais Ahmed" userId="6abc7d4556b3b071" providerId="LiveId" clId="{DFFDD5F8-0524-4744-8952-E0C553CC4692}" dt="2023-03-10T06:36:33.415" v="2018" actId="20577"/>
          <ac:spMkLst>
            <pc:docMk/>
            <pc:sldMk cId="1392206186" sldId="2499"/>
            <ac:spMk id="215" creationId="{00000000-0000-0000-0000-000000000000}"/>
          </ac:spMkLst>
        </pc:spChg>
        <pc:picChg chg="del">
          <ac:chgData name="Owais Ahmed" userId="6abc7d4556b3b071" providerId="LiveId" clId="{DFFDD5F8-0524-4744-8952-E0C553CC4692}" dt="2023-03-10T06:36:58.696" v="2033" actId="478"/>
          <ac:picMkLst>
            <pc:docMk/>
            <pc:sldMk cId="1392206186" sldId="2499"/>
            <ac:picMk id="4" creationId="{B2C1F04B-6954-B41E-AF02-A1B6CD1C53C5}"/>
          </ac:picMkLst>
        </pc:picChg>
        <pc:picChg chg="del">
          <ac:chgData name="Owais Ahmed" userId="6abc7d4556b3b071" providerId="LiveId" clId="{DFFDD5F8-0524-4744-8952-E0C553CC4692}" dt="2023-03-10T06:36:57.793" v="2032" actId="478"/>
          <ac:picMkLst>
            <pc:docMk/>
            <pc:sldMk cId="1392206186" sldId="2499"/>
            <ac:picMk id="5" creationId="{3A39E24F-CAA5-D524-E64E-724D99FEF285}"/>
          </ac:picMkLst>
        </pc:picChg>
        <pc:picChg chg="add mod modCrop">
          <ac:chgData name="Owais Ahmed" userId="6abc7d4556b3b071" providerId="LiveId" clId="{DFFDD5F8-0524-4744-8952-E0C553CC4692}" dt="2023-03-10T06:37:33.408" v="2040" actId="1076"/>
          <ac:picMkLst>
            <pc:docMk/>
            <pc:sldMk cId="1392206186" sldId="2499"/>
            <ac:picMk id="6" creationId="{B9A09B40-E524-5765-2561-E1D7F3D63CA9}"/>
          </ac:picMkLst>
        </pc:picChg>
        <pc:picChg chg="add mod modCrop">
          <ac:chgData name="Owais Ahmed" userId="6abc7d4556b3b071" providerId="LiveId" clId="{DFFDD5F8-0524-4744-8952-E0C553CC4692}" dt="2023-03-10T06:38:20.434" v="2050" actId="1076"/>
          <ac:picMkLst>
            <pc:docMk/>
            <pc:sldMk cId="1392206186" sldId="2499"/>
            <ac:picMk id="7" creationId="{F54EFA5F-33CE-2D86-9AFB-33A113453FAB}"/>
          </ac:picMkLst>
        </pc:picChg>
      </pc:sldChg>
      <pc:sldChg chg="addSp delSp modSp add mod ord">
        <pc:chgData name="Owais Ahmed" userId="6abc7d4556b3b071" providerId="LiveId" clId="{DFFDD5F8-0524-4744-8952-E0C553CC4692}" dt="2023-03-10T06:38:52.730" v="2063" actId="1076"/>
        <pc:sldMkLst>
          <pc:docMk/>
          <pc:sldMk cId="1565563056" sldId="2500"/>
        </pc:sldMkLst>
        <pc:spChg chg="mod">
          <ac:chgData name="Owais Ahmed" userId="6abc7d4556b3b071" providerId="LiveId" clId="{DFFDD5F8-0524-4744-8952-E0C553CC4692}" dt="2023-03-10T06:38:37.803" v="2057" actId="20577"/>
          <ac:spMkLst>
            <pc:docMk/>
            <pc:sldMk cId="1565563056" sldId="2500"/>
            <ac:spMk id="215" creationId="{00000000-0000-0000-0000-000000000000}"/>
          </ac:spMkLst>
        </pc:spChg>
        <pc:picChg chg="add mod modCrop">
          <ac:chgData name="Owais Ahmed" userId="6abc7d4556b3b071" providerId="LiveId" clId="{DFFDD5F8-0524-4744-8952-E0C553CC4692}" dt="2023-03-10T06:38:52.730" v="2063" actId="1076"/>
          <ac:picMkLst>
            <pc:docMk/>
            <pc:sldMk cId="1565563056" sldId="2500"/>
            <ac:picMk id="3" creationId="{67F8AB5C-4DBA-D7F6-342F-EFC8DC5DCF7B}"/>
          </ac:picMkLst>
        </pc:picChg>
        <pc:picChg chg="del">
          <ac:chgData name="Owais Ahmed" userId="6abc7d4556b3b071" providerId="LiveId" clId="{DFFDD5F8-0524-4744-8952-E0C553CC4692}" dt="2023-03-10T06:38:39.481" v="2058" actId="478"/>
          <ac:picMkLst>
            <pc:docMk/>
            <pc:sldMk cId="1565563056" sldId="2500"/>
            <ac:picMk id="6" creationId="{C7F026FB-6743-AA5E-97C3-2351693D4891}"/>
          </ac:picMkLst>
        </pc:pic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pChg chg="mod">
          <ac:chgData name="Owais Ahmed" userId="6abc7d4556b3b071" providerId="LiveId" clId="{85A129D3-1BA4-4A63-924B-7772A7960428}" dt="2023-03-02T04:05:28.784" v="22" actId="20577"/>
          <ac:spMkLst>
            <pc:docMk/>
            <pc:sldMk cId="3927832306" sldId="2448"/>
            <ac:spMk id="9" creationId="{79DC1498-E692-42BA-B69F-6D37E6CFACA0}"/>
          </ac:spMkLst>
        </pc:spChg>
      </pc:sldChg>
      <pc:sldChg chg="modSp mod">
        <pc:chgData name="Owais Ahmed" userId="6abc7d4556b3b071" providerId="LiveId" clId="{85A129D3-1BA4-4A63-924B-7772A7960428}" dt="2023-03-02T04:05:48.052" v="25" actId="20577"/>
        <pc:sldMkLst>
          <pc:docMk/>
          <pc:sldMk cId="1649098948" sldId="2462"/>
        </pc:sldMkLst>
        <pc:spChg chg="mod">
          <ac:chgData name="Owais Ahmed" userId="6abc7d4556b3b071" providerId="LiveId" clId="{85A129D3-1BA4-4A63-924B-7772A7960428}" dt="2023-03-02T04:05:48.052" v="25" actId="20577"/>
          <ac:spMkLst>
            <pc:docMk/>
            <pc:sldMk cId="1649098948" sldId="2462"/>
            <ac:spMk id="6" creationId="{F3C89A40-EEAA-43AB-9A3A-B2CFDE450F1B}"/>
          </ac:spMkLst>
        </pc:spChg>
      </pc:sldChg>
      <pc:sldChg chg="modSp modNotesTx">
        <pc:chgData name="Owais Ahmed" userId="6abc7d4556b3b071" providerId="LiveId" clId="{85A129D3-1BA4-4A63-924B-7772A7960428}" dt="2023-03-02T04:09:29.587" v="112"/>
        <pc:sldMkLst>
          <pc:docMk/>
          <pc:sldMk cId="641030253" sldId="2479"/>
        </pc:sldMkLst>
        <pc:spChg chg="mod">
          <ac:chgData name="Owais Ahmed" userId="6abc7d4556b3b071" providerId="LiveId" clId="{85A129D3-1BA4-4A63-924B-7772A7960428}" dt="2023-03-02T04:06:14.352" v="51" actId="20577"/>
          <ac:spMkLst>
            <pc:docMk/>
            <pc:sldMk cId="641030253" sldId="2479"/>
            <ac:spMk id="3" creationId="{4A1C0383-58FE-E486-295E-B33B8683B938}"/>
          </ac:spMkLst>
        </pc:spChg>
      </pc:sldChg>
      <pc:sldChg chg="modSp mod modAnim">
        <pc:chgData name="Owais Ahmed" userId="6abc7d4556b3b071" providerId="LiveId" clId="{85A129D3-1BA4-4A63-924B-7772A7960428}" dt="2023-03-02T04:20:49.483" v="340" actId="255"/>
        <pc:sldMkLst>
          <pc:docMk/>
          <pc:sldMk cId="2426892836" sldId="2485"/>
        </pc:sldMkLst>
        <pc:spChg chg="mod">
          <ac:chgData name="Owais Ahmed" userId="6abc7d4556b3b071" providerId="LiveId" clId="{85A129D3-1BA4-4A63-924B-7772A7960428}" dt="2023-03-02T04:20:49.483" v="340" actId="255"/>
          <ac:spMkLst>
            <pc:docMk/>
            <pc:sldMk cId="2426892836" sldId="2485"/>
            <ac:spMk id="3" creationId="{4A1C0383-58FE-E486-295E-B33B8683B938}"/>
          </ac:spMkLst>
        </pc:spChg>
      </pc:sldChg>
      <pc:sldChg chg="modSp mod modAnim modNotesTx">
        <pc:chgData name="Owais Ahmed" userId="6abc7d4556b3b071" providerId="LiveId" clId="{85A129D3-1BA4-4A63-924B-7772A7960428}" dt="2023-03-02T04:09:44.680" v="114"/>
        <pc:sldMkLst>
          <pc:docMk/>
          <pc:sldMk cId="3132224988" sldId="2486"/>
        </pc:sldMkLst>
        <pc:spChg chg="mod">
          <ac:chgData name="Owais Ahmed" userId="6abc7d4556b3b071" providerId="LiveId" clId="{85A129D3-1BA4-4A63-924B-7772A7960428}" dt="2023-03-02T04:06:46.928" v="67" actId="20577"/>
          <ac:spMkLst>
            <pc:docMk/>
            <pc:sldMk cId="3132224988" sldId="2486"/>
            <ac:spMk id="3" creationId="{4A1C0383-58FE-E486-295E-B33B8683B938}"/>
          </ac:spMkLst>
        </pc:spChg>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pChg chg="mod">
          <ac:chgData name="Owais Ahmed" userId="6abc7d4556b3b071" providerId="LiveId" clId="{85A129D3-1BA4-4A63-924B-7772A7960428}" dt="2023-03-02T04:10:00.993" v="125" actId="20577"/>
          <ac:spMkLst>
            <pc:docMk/>
            <pc:sldMk cId="918376006" sldId="2488"/>
            <ac:spMk id="3" creationId="{4A1C0383-58FE-E486-295E-B33B8683B938}"/>
          </ac:spMkLst>
        </pc:spChg>
      </pc:sldChg>
      <pc:sldChg chg="modSp modAnim">
        <pc:chgData name="Owais Ahmed" userId="6abc7d4556b3b071" providerId="LiveId" clId="{85A129D3-1BA4-4A63-924B-7772A7960428}" dt="2023-03-02T04:24:07.947" v="358" actId="20577"/>
        <pc:sldMkLst>
          <pc:docMk/>
          <pc:sldMk cId="3454217637" sldId="2489"/>
        </pc:sldMkLst>
        <pc:spChg chg="mod">
          <ac:chgData name="Owais Ahmed" userId="6abc7d4556b3b071" providerId="LiveId" clId="{85A129D3-1BA4-4A63-924B-7772A7960428}" dt="2023-03-02T04:24:07.947" v="358" actId="20577"/>
          <ac:spMkLst>
            <pc:docMk/>
            <pc:sldMk cId="3454217637" sldId="2489"/>
            <ac:spMk id="3" creationId="{4A1C0383-58FE-E486-295E-B33B8683B938}"/>
          </ac:spMkLst>
        </pc:spChg>
      </pc:sldChg>
      <pc:sldChg chg="modSp modAnim modNotesTx">
        <pc:chgData name="Owais Ahmed" userId="6abc7d4556b3b071" providerId="LiveId" clId="{85A129D3-1BA4-4A63-924B-7772A7960428}" dt="2023-03-02T04:25:33.968" v="395" actId="20577"/>
        <pc:sldMkLst>
          <pc:docMk/>
          <pc:sldMk cId="3828703945" sldId="2490"/>
        </pc:sldMkLst>
        <pc:spChg chg="mod">
          <ac:chgData name="Owais Ahmed" userId="6abc7d4556b3b071" providerId="LiveId" clId="{85A129D3-1BA4-4A63-924B-7772A7960428}" dt="2023-03-02T04:24:50.592" v="382" actId="6549"/>
          <ac:spMkLst>
            <pc:docMk/>
            <pc:sldMk cId="3828703945" sldId="2490"/>
            <ac:spMk id="3" creationId="{4A1C0383-58FE-E486-295E-B33B8683B938}"/>
          </ac:spMkLst>
        </pc:spChg>
      </pc:sldChg>
      <pc:sldChg chg="modSp modAnim">
        <pc:chgData name="Owais Ahmed" userId="6abc7d4556b3b071" providerId="LiveId" clId="{85A129D3-1BA4-4A63-924B-7772A7960428}" dt="2023-03-02T04:26:05.613" v="408" actId="6549"/>
        <pc:sldMkLst>
          <pc:docMk/>
          <pc:sldMk cId="1696537967" sldId="2491"/>
        </pc:sldMkLst>
        <pc:spChg chg="mod">
          <ac:chgData name="Owais Ahmed" userId="6abc7d4556b3b071" providerId="LiveId" clId="{85A129D3-1BA4-4A63-924B-7772A7960428}" dt="2023-03-02T04:26:05.613" v="408" actId="6549"/>
          <ac:spMkLst>
            <pc:docMk/>
            <pc:sldMk cId="1696537967" sldId="2491"/>
            <ac:spMk id="3" creationId="{4A1C0383-58FE-E486-295E-B33B8683B938}"/>
          </ac:spMkLst>
        </pc:spChg>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41CCE885-7439-496A-92F7-9403C8F92F34}"/>
    <pc:docChg chg="undo redo custSel addSld delSld modSld modSection">
      <pc:chgData name="Owais Ahmed" userId="6abc7d4556b3b071" providerId="LiveId" clId="{41CCE885-7439-496A-92F7-9403C8F92F34}" dt="2023-06-02T07:28:10.121" v="4574" actId="732"/>
      <pc:docMkLst>
        <pc:docMk/>
      </pc:docMkLst>
      <pc:sldChg chg="modSp mod">
        <pc:chgData name="Owais Ahmed" userId="6abc7d4556b3b071" providerId="LiveId" clId="{41CCE885-7439-496A-92F7-9403C8F92F34}" dt="2023-05-26T06:35:20.898" v="3719" actId="20577"/>
        <pc:sldMkLst>
          <pc:docMk/>
          <pc:sldMk cId="1649098948" sldId="2462"/>
        </pc:sldMkLst>
        <pc:spChg chg="mod">
          <ac:chgData name="Owais Ahmed" userId="6abc7d4556b3b071" providerId="LiveId" clId="{41CCE885-7439-496A-92F7-9403C8F92F34}" dt="2023-05-26T06:35:20.898" v="3719" actId="20577"/>
          <ac:spMkLst>
            <pc:docMk/>
            <pc:sldMk cId="1649098948" sldId="2462"/>
            <ac:spMk id="6" creationId="{F3C89A40-EEAA-43AB-9A3A-B2CFDE450F1B}"/>
          </ac:spMkLst>
        </pc:spChg>
      </pc:sldChg>
      <pc:sldChg chg="del">
        <pc:chgData name="Owais Ahmed" userId="6abc7d4556b3b071" providerId="LiveId" clId="{41CCE885-7439-496A-92F7-9403C8F92F34}" dt="2023-05-26T05:05:01.630" v="0" actId="47"/>
        <pc:sldMkLst>
          <pc:docMk/>
          <pc:sldMk cId="138766739" sldId="2512"/>
        </pc:sldMkLst>
      </pc:sldChg>
      <pc:sldChg chg="del">
        <pc:chgData name="Owais Ahmed" userId="6abc7d4556b3b071" providerId="LiveId" clId="{41CCE885-7439-496A-92F7-9403C8F92F34}" dt="2023-05-26T05:05:11.518" v="14" actId="47"/>
        <pc:sldMkLst>
          <pc:docMk/>
          <pc:sldMk cId="164878705" sldId="2513"/>
        </pc:sldMkLst>
      </pc:sldChg>
      <pc:sldChg chg="del">
        <pc:chgData name="Owais Ahmed" userId="6abc7d4556b3b071" providerId="LiveId" clId="{41CCE885-7439-496A-92F7-9403C8F92F34}" dt="2023-05-26T05:05:02.949" v="1" actId="47"/>
        <pc:sldMkLst>
          <pc:docMk/>
          <pc:sldMk cId="1794817901" sldId="2514"/>
        </pc:sldMkLst>
      </pc:sldChg>
      <pc:sldChg chg="del">
        <pc:chgData name="Owais Ahmed" userId="6abc7d4556b3b071" providerId="LiveId" clId="{41CCE885-7439-496A-92F7-9403C8F92F34}" dt="2023-05-26T05:05:03.206" v="2" actId="47"/>
        <pc:sldMkLst>
          <pc:docMk/>
          <pc:sldMk cId="359945623" sldId="2515"/>
        </pc:sldMkLst>
      </pc:sldChg>
      <pc:sldChg chg="del">
        <pc:chgData name="Owais Ahmed" userId="6abc7d4556b3b071" providerId="LiveId" clId="{41CCE885-7439-496A-92F7-9403C8F92F34}" dt="2023-05-26T05:05:04.121" v="3" actId="47"/>
        <pc:sldMkLst>
          <pc:docMk/>
          <pc:sldMk cId="3531452222" sldId="2516"/>
        </pc:sldMkLst>
      </pc:sldChg>
      <pc:sldChg chg="del">
        <pc:chgData name="Owais Ahmed" userId="6abc7d4556b3b071" providerId="LiveId" clId="{41CCE885-7439-496A-92F7-9403C8F92F34}" dt="2023-05-26T05:05:04.305" v="4" actId="47"/>
        <pc:sldMkLst>
          <pc:docMk/>
          <pc:sldMk cId="155911034" sldId="2517"/>
        </pc:sldMkLst>
      </pc:sldChg>
      <pc:sldChg chg="del">
        <pc:chgData name="Owais Ahmed" userId="6abc7d4556b3b071" providerId="LiveId" clId="{41CCE885-7439-496A-92F7-9403C8F92F34}" dt="2023-05-26T05:05:04.578" v="5" actId="47"/>
        <pc:sldMkLst>
          <pc:docMk/>
          <pc:sldMk cId="688456144" sldId="2518"/>
        </pc:sldMkLst>
      </pc:sldChg>
      <pc:sldChg chg="del">
        <pc:chgData name="Owais Ahmed" userId="6abc7d4556b3b071" providerId="LiveId" clId="{41CCE885-7439-496A-92F7-9403C8F92F34}" dt="2023-05-26T05:05:04.819" v="6" actId="47"/>
        <pc:sldMkLst>
          <pc:docMk/>
          <pc:sldMk cId="445128117" sldId="2519"/>
        </pc:sldMkLst>
      </pc:sldChg>
      <pc:sldChg chg="del">
        <pc:chgData name="Owais Ahmed" userId="6abc7d4556b3b071" providerId="LiveId" clId="{41CCE885-7439-496A-92F7-9403C8F92F34}" dt="2023-05-26T05:05:05.021" v="7" actId="47"/>
        <pc:sldMkLst>
          <pc:docMk/>
          <pc:sldMk cId="1007068956" sldId="2520"/>
        </pc:sldMkLst>
      </pc:sldChg>
      <pc:sldChg chg="del">
        <pc:chgData name="Owais Ahmed" userId="6abc7d4556b3b071" providerId="LiveId" clId="{41CCE885-7439-496A-92F7-9403C8F92F34}" dt="2023-05-26T05:05:05.252" v="8" actId="47"/>
        <pc:sldMkLst>
          <pc:docMk/>
          <pc:sldMk cId="499748375" sldId="2521"/>
        </pc:sldMkLst>
      </pc:sldChg>
      <pc:sldChg chg="del">
        <pc:chgData name="Owais Ahmed" userId="6abc7d4556b3b071" providerId="LiveId" clId="{41CCE885-7439-496A-92F7-9403C8F92F34}" dt="2023-05-26T05:05:05.786" v="9" actId="47"/>
        <pc:sldMkLst>
          <pc:docMk/>
          <pc:sldMk cId="3350804688" sldId="2522"/>
        </pc:sldMkLst>
      </pc:sldChg>
      <pc:sldChg chg="del">
        <pc:chgData name="Owais Ahmed" userId="6abc7d4556b3b071" providerId="LiveId" clId="{41CCE885-7439-496A-92F7-9403C8F92F34}" dt="2023-05-26T05:05:06.117" v="10" actId="47"/>
        <pc:sldMkLst>
          <pc:docMk/>
          <pc:sldMk cId="2550108454" sldId="2523"/>
        </pc:sldMkLst>
      </pc:sldChg>
      <pc:sldChg chg="del">
        <pc:chgData name="Owais Ahmed" userId="6abc7d4556b3b071" providerId="LiveId" clId="{41CCE885-7439-496A-92F7-9403C8F92F34}" dt="2023-05-26T05:05:06.360" v="11" actId="47"/>
        <pc:sldMkLst>
          <pc:docMk/>
          <pc:sldMk cId="3158656300" sldId="2524"/>
        </pc:sldMkLst>
      </pc:sldChg>
      <pc:sldChg chg="del">
        <pc:chgData name="Owais Ahmed" userId="6abc7d4556b3b071" providerId="LiveId" clId="{41CCE885-7439-496A-92F7-9403C8F92F34}" dt="2023-05-26T05:05:07.297" v="12" actId="47"/>
        <pc:sldMkLst>
          <pc:docMk/>
          <pc:sldMk cId="297218251" sldId="2525"/>
        </pc:sldMkLst>
      </pc:sldChg>
      <pc:sldChg chg="del">
        <pc:chgData name="Owais Ahmed" userId="6abc7d4556b3b071" providerId="LiveId" clId="{41CCE885-7439-496A-92F7-9403C8F92F34}" dt="2023-05-26T05:05:10.725" v="13" actId="47"/>
        <pc:sldMkLst>
          <pc:docMk/>
          <pc:sldMk cId="151189741" sldId="2526"/>
        </pc:sldMkLst>
      </pc:sldChg>
      <pc:sldChg chg="addSp delSp modSp mod modAnim">
        <pc:chgData name="Owais Ahmed" userId="6abc7d4556b3b071" providerId="LiveId" clId="{41CCE885-7439-496A-92F7-9403C8F92F34}" dt="2023-05-26T05:12:58.343" v="660" actId="14100"/>
        <pc:sldMkLst>
          <pc:docMk/>
          <pc:sldMk cId="3362433709" sldId="2527"/>
        </pc:sldMkLst>
        <pc:spChg chg="mod">
          <ac:chgData name="Owais Ahmed" userId="6abc7d4556b3b071" providerId="LiveId" clId="{41CCE885-7439-496A-92F7-9403C8F92F34}" dt="2023-05-26T05:12:08.705" v="645" actId="27636"/>
          <ac:spMkLst>
            <pc:docMk/>
            <pc:sldMk cId="3362433709" sldId="2527"/>
            <ac:spMk id="3" creationId="{4A1C0383-58FE-E486-295E-B33B8683B938}"/>
          </ac:spMkLst>
        </pc:spChg>
        <pc:spChg chg="mod">
          <ac:chgData name="Owais Ahmed" userId="6abc7d4556b3b071" providerId="LiveId" clId="{41CCE885-7439-496A-92F7-9403C8F92F34}" dt="2023-05-26T05:06:07.523" v="70" actId="20577"/>
          <ac:spMkLst>
            <pc:docMk/>
            <pc:sldMk cId="3362433709" sldId="2527"/>
            <ac:spMk id="215" creationId="{00000000-0000-0000-0000-000000000000}"/>
          </ac:spMkLst>
        </pc:spChg>
        <pc:picChg chg="add del mod">
          <ac:chgData name="Owais Ahmed" userId="6abc7d4556b3b071" providerId="LiveId" clId="{41CCE885-7439-496A-92F7-9403C8F92F34}" dt="2023-05-26T05:09:32.835" v="303" actId="478"/>
          <ac:picMkLst>
            <pc:docMk/>
            <pc:sldMk cId="3362433709" sldId="2527"/>
            <ac:picMk id="1026" creationId="{93DC99CA-D44E-D00E-6C5C-EFD253D7C057}"/>
          </ac:picMkLst>
        </pc:picChg>
        <pc:picChg chg="add mod">
          <ac:chgData name="Owais Ahmed" userId="6abc7d4556b3b071" providerId="LiveId" clId="{41CCE885-7439-496A-92F7-9403C8F92F34}" dt="2023-05-26T05:12:42.991" v="654" actId="1076"/>
          <ac:picMkLst>
            <pc:docMk/>
            <pc:sldMk cId="3362433709" sldId="2527"/>
            <ac:picMk id="1028" creationId="{D52DA1AA-9FFF-2867-000D-D5DC7DC5D3C3}"/>
          </ac:picMkLst>
        </pc:picChg>
        <pc:picChg chg="add mod">
          <ac:chgData name="Owais Ahmed" userId="6abc7d4556b3b071" providerId="LiveId" clId="{41CCE885-7439-496A-92F7-9403C8F92F34}" dt="2023-05-26T05:12:58.343" v="660" actId="14100"/>
          <ac:picMkLst>
            <pc:docMk/>
            <pc:sldMk cId="3362433709" sldId="2527"/>
            <ac:picMk id="1030" creationId="{4945972B-A6FB-55C9-2F14-04F00620FD03}"/>
          </ac:picMkLst>
        </pc:picChg>
      </pc:sldChg>
      <pc:sldChg chg="addSp delSp modSp add mod modAnim">
        <pc:chgData name="Owais Ahmed" userId="6abc7d4556b3b071" providerId="LiveId" clId="{41CCE885-7439-496A-92F7-9403C8F92F34}" dt="2023-05-26T06:17:09.481" v="2915" actId="20577"/>
        <pc:sldMkLst>
          <pc:docMk/>
          <pc:sldMk cId="4023139806" sldId="2528"/>
        </pc:sldMkLst>
        <pc:spChg chg="mod">
          <ac:chgData name="Owais Ahmed" userId="6abc7d4556b3b071" providerId="LiveId" clId="{41CCE885-7439-496A-92F7-9403C8F92F34}" dt="2023-05-26T06:17:09.481" v="2915" actId="20577"/>
          <ac:spMkLst>
            <pc:docMk/>
            <pc:sldMk cId="4023139806" sldId="2528"/>
            <ac:spMk id="3" creationId="{4A1C0383-58FE-E486-295E-B33B8683B938}"/>
          </ac:spMkLst>
        </pc:spChg>
        <pc:spChg chg="mod">
          <ac:chgData name="Owais Ahmed" userId="6abc7d4556b3b071" providerId="LiveId" clId="{41CCE885-7439-496A-92F7-9403C8F92F34}" dt="2023-05-26T05:19:07.577" v="1138" actId="20577"/>
          <ac:spMkLst>
            <pc:docMk/>
            <pc:sldMk cId="4023139806" sldId="2528"/>
            <ac:spMk id="215" creationId="{00000000-0000-0000-0000-000000000000}"/>
          </ac:spMkLst>
        </pc:spChg>
        <pc:picChg chg="del">
          <ac:chgData name="Owais Ahmed" userId="6abc7d4556b3b071" providerId="LiveId" clId="{41CCE885-7439-496A-92F7-9403C8F92F34}" dt="2023-05-26T05:13:06.155" v="663" actId="478"/>
          <ac:picMkLst>
            <pc:docMk/>
            <pc:sldMk cId="4023139806" sldId="2528"/>
            <ac:picMk id="1028" creationId="{D52DA1AA-9FFF-2867-000D-D5DC7DC5D3C3}"/>
          </ac:picMkLst>
        </pc:picChg>
        <pc:picChg chg="del">
          <ac:chgData name="Owais Ahmed" userId="6abc7d4556b3b071" providerId="LiveId" clId="{41CCE885-7439-496A-92F7-9403C8F92F34}" dt="2023-05-26T05:13:05.730" v="662" actId="478"/>
          <ac:picMkLst>
            <pc:docMk/>
            <pc:sldMk cId="4023139806" sldId="2528"/>
            <ac:picMk id="1030" creationId="{4945972B-A6FB-55C9-2F14-04F00620FD03}"/>
          </ac:picMkLst>
        </pc:picChg>
        <pc:picChg chg="add del mod">
          <ac:chgData name="Owais Ahmed" userId="6abc7d4556b3b071" providerId="LiveId" clId="{41CCE885-7439-496A-92F7-9403C8F92F34}" dt="2023-05-26T05:17:34.766" v="975" actId="478"/>
          <ac:picMkLst>
            <pc:docMk/>
            <pc:sldMk cId="4023139806" sldId="2528"/>
            <ac:picMk id="2050" creationId="{F767FEB1-EBBF-7581-E491-C74089E64F27}"/>
          </ac:picMkLst>
        </pc:picChg>
      </pc:sldChg>
      <pc:sldChg chg="addSp modSp add mod">
        <pc:chgData name="Owais Ahmed" userId="6abc7d4556b3b071" providerId="LiveId" clId="{41CCE885-7439-496A-92F7-9403C8F92F34}" dt="2023-05-26T06:21:09.978" v="3436" actId="14100"/>
        <pc:sldMkLst>
          <pc:docMk/>
          <pc:sldMk cId="1028238316" sldId="2529"/>
        </pc:sldMkLst>
        <pc:spChg chg="mod">
          <ac:chgData name="Owais Ahmed" userId="6abc7d4556b3b071" providerId="LiveId" clId="{41CCE885-7439-496A-92F7-9403C8F92F34}" dt="2023-05-26T06:16:58.613" v="2905" actId="14100"/>
          <ac:spMkLst>
            <pc:docMk/>
            <pc:sldMk cId="1028238316" sldId="2529"/>
            <ac:spMk id="3" creationId="{4A1C0383-58FE-E486-295E-B33B8683B938}"/>
          </ac:spMkLst>
        </pc:spChg>
        <pc:spChg chg="add mod">
          <ac:chgData name="Owais Ahmed" userId="6abc7d4556b3b071" providerId="LiveId" clId="{41CCE885-7439-496A-92F7-9403C8F92F34}" dt="2023-05-26T06:21:09.978" v="3436" actId="14100"/>
          <ac:spMkLst>
            <pc:docMk/>
            <pc:sldMk cId="1028238316" sldId="2529"/>
            <ac:spMk id="4" creationId="{D3249D3C-776E-4305-D1DB-047FD8146430}"/>
          </ac:spMkLst>
        </pc:spChg>
        <pc:spChg chg="mod">
          <ac:chgData name="Owais Ahmed" userId="6abc7d4556b3b071" providerId="LiveId" clId="{41CCE885-7439-496A-92F7-9403C8F92F34}" dt="2023-05-26T05:22:37.293" v="1441" actId="20577"/>
          <ac:spMkLst>
            <pc:docMk/>
            <pc:sldMk cId="1028238316" sldId="2529"/>
            <ac:spMk id="215" creationId="{00000000-0000-0000-0000-000000000000}"/>
          </ac:spMkLst>
        </pc:spChg>
        <pc:picChg chg="mod">
          <ac:chgData name="Owais Ahmed" userId="6abc7d4556b3b071" providerId="LiveId" clId="{41CCE885-7439-496A-92F7-9403C8F92F34}" dt="2023-05-26T06:20:27.421" v="3427" actId="1076"/>
          <ac:picMkLst>
            <pc:docMk/>
            <pc:sldMk cId="1028238316" sldId="2529"/>
            <ac:picMk id="2050" creationId="{F767FEB1-EBBF-7581-E491-C74089E64F27}"/>
          </ac:picMkLst>
        </pc:picChg>
      </pc:sldChg>
      <pc:sldChg chg="addSp delSp modSp add mod modAnim">
        <pc:chgData name="Owais Ahmed" userId="6abc7d4556b3b071" providerId="LiveId" clId="{41CCE885-7439-496A-92F7-9403C8F92F34}" dt="2023-05-26T06:13:45.135" v="2616" actId="1076"/>
        <pc:sldMkLst>
          <pc:docMk/>
          <pc:sldMk cId="4011009338" sldId="2530"/>
        </pc:sldMkLst>
        <pc:spChg chg="mod">
          <ac:chgData name="Owais Ahmed" userId="6abc7d4556b3b071" providerId="LiveId" clId="{41CCE885-7439-496A-92F7-9403C8F92F34}" dt="2023-05-26T06:07:16.218" v="2568" actId="20577"/>
          <ac:spMkLst>
            <pc:docMk/>
            <pc:sldMk cId="4011009338" sldId="2530"/>
            <ac:spMk id="3" creationId="{4A1C0383-58FE-E486-295E-B33B8683B938}"/>
          </ac:spMkLst>
        </pc:spChg>
        <pc:graphicFrameChg chg="add del mod modGraphic">
          <ac:chgData name="Owais Ahmed" userId="6abc7d4556b3b071" providerId="LiveId" clId="{41CCE885-7439-496A-92F7-9403C8F92F34}" dt="2023-05-26T05:38:12.079" v="2098" actId="478"/>
          <ac:graphicFrameMkLst>
            <pc:docMk/>
            <pc:sldMk cId="4011009338" sldId="2530"/>
            <ac:graphicFrameMk id="4" creationId="{B0E7815B-BDB9-E827-63C1-4544D10D8C92}"/>
          </ac:graphicFrameMkLst>
        </pc:graphicFrameChg>
        <pc:graphicFrameChg chg="add del mod modGraphic">
          <ac:chgData name="Owais Ahmed" userId="6abc7d4556b3b071" providerId="LiveId" clId="{41CCE885-7439-496A-92F7-9403C8F92F34}" dt="2023-05-26T06:12:08.539" v="2613" actId="20577"/>
          <ac:graphicFrameMkLst>
            <pc:docMk/>
            <pc:sldMk cId="4011009338" sldId="2530"/>
            <ac:graphicFrameMk id="5" creationId="{CAE1C912-9460-9FC8-5FCC-E48469ADF423}"/>
          </ac:graphicFrameMkLst>
        </pc:graphicFrameChg>
        <pc:picChg chg="add mod">
          <ac:chgData name="Owais Ahmed" userId="6abc7d4556b3b071" providerId="LiveId" clId="{41CCE885-7439-496A-92F7-9403C8F92F34}" dt="2023-05-26T06:13:45.135" v="2616" actId="1076"/>
          <ac:picMkLst>
            <pc:docMk/>
            <pc:sldMk cId="4011009338" sldId="2530"/>
            <ac:picMk id="7" creationId="{93BF87CE-D1BE-0E33-9EBE-93725D2C1575}"/>
          </ac:picMkLst>
        </pc:picChg>
        <pc:picChg chg="del">
          <ac:chgData name="Owais Ahmed" userId="6abc7d4556b3b071" providerId="LiveId" clId="{41CCE885-7439-496A-92F7-9403C8F92F34}" dt="2023-05-26T05:26:20.783" v="1673" actId="478"/>
          <ac:picMkLst>
            <pc:docMk/>
            <pc:sldMk cId="4011009338" sldId="2530"/>
            <ac:picMk id="2050" creationId="{F767FEB1-EBBF-7581-E491-C74089E64F27}"/>
          </ac:picMkLst>
        </pc:picChg>
      </pc:sldChg>
      <pc:sldChg chg="modSp add mod modAnim">
        <pc:chgData name="Owais Ahmed" userId="6abc7d4556b3b071" providerId="LiveId" clId="{41CCE885-7439-496A-92F7-9403C8F92F34}" dt="2023-05-26T06:19:39.349" v="3425" actId="20577"/>
        <pc:sldMkLst>
          <pc:docMk/>
          <pc:sldMk cId="2329166120" sldId="2531"/>
        </pc:sldMkLst>
        <pc:spChg chg="mod">
          <ac:chgData name="Owais Ahmed" userId="6abc7d4556b3b071" providerId="LiveId" clId="{41CCE885-7439-496A-92F7-9403C8F92F34}" dt="2023-05-26T06:19:39.349" v="3425" actId="20577"/>
          <ac:spMkLst>
            <pc:docMk/>
            <pc:sldMk cId="2329166120" sldId="2531"/>
            <ac:spMk id="3" creationId="{4A1C0383-58FE-E486-295E-B33B8683B938}"/>
          </ac:spMkLst>
        </pc:spChg>
        <pc:spChg chg="mod">
          <ac:chgData name="Owais Ahmed" userId="6abc7d4556b3b071" providerId="LiveId" clId="{41CCE885-7439-496A-92F7-9403C8F92F34}" dt="2023-05-26T06:17:18.192" v="2926" actId="20577"/>
          <ac:spMkLst>
            <pc:docMk/>
            <pc:sldMk cId="2329166120" sldId="2531"/>
            <ac:spMk id="215" creationId="{00000000-0000-0000-0000-000000000000}"/>
          </ac:spMkLst>
        </pc:spChg>
      </pc:sldChg>
      <pc:sldChg chg="addSp delSp modSp add mod modAnim">
        <pc:chgData name="Owais Ahmed" userId="6abc7d4556b3b071" providerId="LiveId" clId="{41CCE885-7439-496A-92F7-9403C8F92F34}" dt="2023-05-26T06:35:10.122" v="3694" actId="27636"/>
        <pc:sldMkLst>
          <pc:docMk/>
          <pc:sldMk cId="2254841546" sldId="2532"/>
        </pc:sldMkLst>
        <pc:spChg chg="mod">
          <ac:chgData name="Owais Ahmed" userId="6abc7d4556b3b071" providerId="LiveId" clId="{41CCE885-7439-496A-92F7-9403C8F92F34}" dt="2023-05-26T06:35:10.122" v="3694" actId="27636"/>
          <ac:spMkLst>
            <pc:docMk/>
            <pc:sldMk cId="2254841546" sldId="2532"/>
            <ac:spMk id="3" creationId="{4A1C0383-58FE-E486-295E-B33B8683B938}"/>
          </ac:spMkLst>
        </pc:spChg>
        <pc:spChg chg="mod">
          <ac:chgData name="Owais Ahmed" userId="6abc7d4556b3b071" providerId="LiveId" clId="{41CCE885-7439-496A-92F7-9403C8F92F34}" dt="2023-05-26T06:32:36.398" v="3440" actId="20577"/>
          <ac:spMkLst>
            <pc:docMk/>
            <pc:sldMk cId="2254841546" sldId="2532"/>
            <ac:spMk id="215" creationId="{00000000-0000-0000-0000-000000000000}"/>
          </ac:spMkLst>
        </pc:spChg>
        <pc:graphicFrameChg chg="del modGraphic">
          <ac:chgData name="Owais Ahmed" userId="6abc7d4556b3b071" providerId="LiveId" clId="{41CCE885-7439-496A-92F7-9403C8F92F34}" dt="2023-05-26T06:33:00.423" v="3445" actId="478"/>
          <ac:graphicFrameMkLst>
            <pc:docMk/>
            <pc:sldMk cId="2254841546" sldId="2532"/>
            <ac:graphicFrameMk id="5" creationId="{CAE1C912-9460-9FC8-5FCC-E48469ADF423}"/>
          </ac:graphicFrameMkLst>
        </pc:graphicFrameChg>
        <pc:picChg chg="add del mod">
          <ac:chgData name="Owais Ahmed" userId="6abc7d4556b3b071" providerId="LiveId" clId="{41CCE885-7439-496A-92F7-9403C8F92F34}" dt="2023-05-26T06:33:03.464" v="3447" actId="478"/>
          <ac:picMkLst>
            <pc:docMk/>
            <pc:sldMk cId="2254841546" sldId="2532"/>
            <ac:picMk id="6" creationId="{D17068AC-3699-C70C-FFEE-51EB0C88BE75}"/>
          </ac:picMkLst>
        </pc:picChg>
        <pc:picChg chg="del">
          <ac:chgData name="Owais Ahmed" userId="6abc7d4556b3b071" providerId="LiveId" clId="{41CCE885-7439-496A-92F7-9403C8F92F34}" dt="2023-05-26T06:32:39.914" v="3441" actId="478"/>
          <ac:picMkLst>
            <pc:docMk/>
            <pc:sldMk cId="2254841546" sldId="2532"/>
            <ac:picMk id="7" creationId="{93BF87CE-D1BE-0E33-9EBE-93725D2C1575}"/>
          </ac:picMkLst>
        </pc:picChg>
        <pc:picChg chg="add mod">
          <ac:chgData name="Owais Ahmed" userId="6abc7d4556b3b071" providerId="LiveId" clId="{41CCE885-7439-496A-92F7-9403C8F92F34}" dt="2023-05-26T06:34:54.723" v="3643" actId="1076"/>
          <ac:picMkLst>
            <pc:docMk/>
            <pc:sldMk cId="2254841546" sldId="2532"/>
            <ac:picMk id="9" creationId="{57FE3DC6-29E5-10F6-D23B-809B9FBE433B}"/>
          </ac:picMkLst>
        </pc:picChg>
      </pc:sldChg>
      <pc:sldChg chg="addSp delSp modSp add mod modAnim">
        <pc:chgData name="Owais Ahmed" userId="6abc7d4556b3b071" providerId="LiveId" clId="{41CCE885-7439-496A-92F7-9403C8F92F34}" dt="2023-05-26T06:44:14.143" v="4022" actId="20577"/>
        <pc:sldMkLst>
          <pc:docMk/>
          <pc:sldMk cId="2326615597" sldId="2533"/>
        </pc:sldMkLst>
        <pc:spChg chg="mod">
          <ac:chgData name="Owais Ahmed" userId="6abc7d4556b3b071" providerId="LiveId" clId="{41CCE885-7439-496A-92F7-9403C8F92F34}" dt="2023-05-26T06:44:14.143" v="4022" actId="20577"/>
          <ac:spMkLst>
            <pc:docMk/>
            <pc:sldMk cId="2326615597" sldId="2533"/>
            <ac:spMk id="3" creationId="{4A1C0383-58FE-E486-295E-B33B8683B938}"/>
          </ac:spMkLst>
        </pc:spChg>
        <pc:spChg chg="mod">
          <ac:chgData name="Owais Ahmed" userId="6abc7d4556b3b071" providerId="LiveId" clId="{41CCE885-7439-496A-92F7-9403C8F92F34}" dt="2023-05-26T06:38:27.635" v="3733" actId="20577"/>
          <ac:spMkLst>
            <pc:docMk/>
            <pc:sldMk cId="2326615597" sldId="2533"/>
            <ac:spMk id="215" creationId="{00000000-0000-0000-0000-000000000000}"/>
          </ac:spMkLst>
        </pc:spChg>
        <pc:picChg chg="add mod">
          <ac:chgData name="Owais Ahmed" userId="6abc7d4556b3b071" providerId="LiveId" clId="{41CCE885-7439-496A-92F7-9403C8F92F34}" dt="2023-05-26T06:43:28.949" v="3949" actId="14100"/>
          <ac:picMkLst>
            <pc:docMk/>
            <pc:sldMk cId="2326615597" sldId="2533"/>
            <ac:picMk id="5" creationId="{1A222F1E-706B-E2EF-6018-FDAE2AF099CE}"/>
          </ac:picMkLst>
        </pc:picChg>
        <pc:picChg chg="del">
          <ac:chgData name="Owais Ahmed" userId="6abc7d4556b3b071" providerId="LiveId" clId="{41CCE885-7439-496A-92F7-9403C8F92F34}" dt="2023-05-26T06:38:31.398" v="3734" actId="478"/>
          <ac:picMkLst>
            <pc:docMk/>
            <pc:sldMk cId="2326615597" sldId="2533"/>
            <ac:picMk id="9" creationId="{57FE3DC6-29E5-10F6-D23B-809B9FBE433B}"/>
          </ac:picMkLst>
        </pc:picChg>
      </pc:sldChg>
      <pc:sldChg chg="addSp delSp modSp mod modAnim">
        <pc:chgData name="Owais Ahmed" userId="6abc7d4556b3b071" providerId="LiveId" clId="{41CCE885-7439-496A-92F7-9403C8F92F34}" dt="2023-06-02T05:40:02.592" v="4571" actId="20577"/>
        <pc:sldMkLst>
          <pc:docMk/>
          <pc:sldMk cId="3562149716" sldId="2534"/>
        </pc:sldMkLst>
        <pc:spChg chg="mod">
          <ac:chgData name="Owais Ahmed" userId="6abc7d4556b3b071" providerId="LiveId" clId="{41CCE885-7439-496A-92F7-9403C8F92F34}" dt="2023-06-02T05:40:02.592" v="4571" actId="20577"/>
          <ac:spMkLst>
            <pc:docMk/>
            <pc:sldMk cId="3562149716" sldId="2534"/>
            <ac:spMk id="3" creationId="{4A1C0383-58FE-E486-295E-B33B8683B938}"/>
          </ac:spMkLst>
        </pc:spChg>
        <pc:graphicFrameChg chg="mod modGraphic">
          <ac:chgData name="Owais Ahmed" userId="6abc7d4556b3b071" providerId="LiveId" clId="{41CCE885-7439-496A-92F7-9403C8F92F34}" dt="2023-06-02T05:39:16.819" v="4550" actId="1076"/>
          <ac:graphicFrameMkLst>
            <pc:docMk/>
            <pc:sldMk cId="3562149716" sldId="2534"/>
            <ac:graphicFrameMk id="6" creationId="{858D596D-0475-B578-CAB9-5C51EA4768EF}"/>
          </ac:graphicFrameMkLst>
        </pc:graphicFrameChg>
        <pc:picChg chg="add del mod">
          <ac:chgData name="Owais Ahmed" userId="6abc7d4556b3b071" providerId="LiveId" clId="{41CCE885-7439-496A-92F7-9403C8F92F34}" dt="2023-06-02T04:08:03.132" v="4112" actId="478"/>
          <ac:picMkLst>
            <pc:docMk/>
            <pc:sldMk cId="3562149716" sldId="2534"/>
            <ac:picMk id="5" creationId="{F8F8C1BC-B0F7-E732-8682-C0128F2895C7}"/>
          </ac:picMkLst>
        </pc:picChg>
        <pc:picChg chg="del">
          <ac:chgData name="Owais Ahmed" userId="6abc7d4556b3b071" providerId="LiveId" clId="{41CCE885-7439-496A-92F7-9403C8F92F34}" dt="2023-06-02T03:51:55.207" v="4048" actId="478"/>
          <ac:picMkLst>
            <pc:docMk/>
            <pc:sldMk cId="3562149716" sldId="2534"/>
            <ac:picMk id="8" creationId="{A91149AC-3191-A8C0-B20F-5EB675DEDEE2}"/>
          </ac:picMkLst>
        </pc:picChg>
        <pc:picChg chg="add mod">
          <ac:chgData name="Owais Ahmed" userId="6abc7d4556b3b071" providerId="LiveId" clId="{41CCE885-7439-496A-92F7-9403C8F92F34}" dt="2023-06-02T05:39:21.075" v="4551" actId="1076"/>
          <ac:picMkLst>
            <pc:docMk/>
            <pc:sldMk cId="3562149716" sldId="2534"/>
            <ac:picMk id="9" creationId="{CAFE8513-D804-73F6-DD58-5AF03784E9E5}"/>
          </ac:picMkLst>
        </pc:picChg>
      </pc:sldChg>
      <pc:sldChg chg="modSp mod modAnim">
        <pc:chgData name="Owais Ahmed" userId="6abc7d4556b3b071" providerId="LiveId" clId="{41CCE885-7439-496A-92F7-9403C8F92F34}" dt="2023-06-02T07:28:10.121" v="4574" actId="732"/>
        <pc:sldMkLst>
          <pc:docMk/>
          <pc:sldMk cId="2375706165" sldId="2536"/>
        </pc:sldMkLst>
        <pc:picChg chg="mod modCrop">
          <ac:chgData name="Owais Ahmed" userId="6abc7d4556b3b071" providerId="LiveId" clId="{41CCE885-7439-496A-92F7-9403C8F92F34}" dt="2023-06-02T07:28:10.121" v="4574" actId="732"/>
          <ac:picMkLst>
            <pc:docMk/>
            <pc:sldMk cId="2375706165" sldId="2536"/>
            <ac:picMk id="10" creationId="{A920AE0B-EDDD-60BC-4162-2FDBA162BF66}"/>
          </ac:picMkLst>
        </pc:picChg>
      </pc:sldChg>
      <pc:sldChg chg="modSp mod">
        <pc:chgData name="Owais Ahmed" userId="6abc7d4556b3b071" providerId="LiveId" clId="{41CCE885-7439-496A-92F7-9403C8F92F34}" dt="2023-06-02T05:37:47.555" v="4542" actId="1076"/>
        <pc:sldMkLst>
          <pc:docMk/>
          <pc:sldMk cId="698020838" sldId="2538"/>
        </pc:sldMkLst>
        <pc:picChg chg="mod">
          <ac:chgData name="Owais Ahmed" userId="6abc7d4556b3b071" providerId="LiveId" clId="{41CCE885-7439-496A-92F7-9403C8F92F34}" dt="2023-06-02T05:37:47.555" v="4542" actId="1076"/>
          <ac:picMkLst>
            <pc:docMk/>
            <pc:sldMk cId="698020838" sldId="2538"/>
            <ac:picMk id="5" creationId="{FFA276EF-2D5C-7C2E-0036-3A6B5D756F23}"/>
          </ac:picMkLst>
        </pc:picChg>
      </pc:sldChg>
    </pc:docChg>
  </pc:docChgLst>
  <pc:docChgLst>
    <pc:chgData name="Owais Ahmed" userId="6abc7d4556b3b071" providerId="LiveId" clId="{C6795B63-7D89-4AA1-88EA-80EA7C4E130A}"/>
    <pc:docChg chg="undo custSel addSld delSld modSld sldOrd">
      <pc:chgData name="Owais Ahmed" userId="6abc7d4556b3b071" providerId="LiveId" clId="{C6795B63-7D89-4AA1-88EA-80EA7C4E130A}" dt="2023-03-11T05:17:00.705" v="1042" actId="20577"/>
      <pc:docMkLst>
        <pc:docMk/>
      </pc:docMkLst>
      <pc:sldChg chg="modSp">
        <pc:chgData name="Owais Ahmed" userId="6abc7d4556b3b071" providerId="LiveId" clId="{C6795B63-7D89-4AA1-88EA-80EA7C4E130A}" dt="2023-03-11T03:11:21.561" v="25" actId="6549"/>
        <pc:sldMkLst>
          <pc:docMk/>
          <pc:sldMk cId="3995319414" sldId="2482"/>
        </pc:sldMkLst>
        <pc:spChg chg="mod">
          <ac:chgData name="Owais Ahmed" userId="6abc7d4556b3b071" providerId="LiveId" clId="{C6795B63-7D89-4AA1-88EA-80EA7C4E130A}" dt="2023-03-11T03:11:21.561" v="25" actId="6549"/>
          <ac:spMkLst>
            <pc:docMk/>
            <pc:sldMk cId="3995319414" sldId="2482"/>
            <ac:spMk id="3" creationId="{4A1C0383-58FE-E486-295E-B33B8683B938}"/>
          </ac:spMkLst>
        </pc:spChg>
      </pc:sldChg>
      <pc:sldChg chg="modAnim">
        <pc:chgData name="Owais Ahmed" userId="6abc7d4556b3b071" providerId="LiveId" clId="{C6795B63-7D89-4AA1-88EA-80EA7C4E130A}" dt="2023-03-11T03:46:50.583" v="822"/>
        <pc:sldMkLst>
          <pc:docMk/>
          <pc:sldMk cId="1323242083" sldId="2487"/>
        </pc:sldMkLst>
      </pc:sldChg>
      <pc:sldChg chg="del modNotesTx">
        <pc:chgData name="Owais Ahmed" userId="6abc7d4556b3b071" providerId="LiveId" clId="{C6795B63-7D89-4AA1-88EA-80EA7C4E130A}" dt="2023-03-11T03:36:15.903" v="519" actId="47"/>
        <pc:sldMkLst>
          <pc:docMk/>
          <pc:sldMk cId="791527134" sldId="2493"/>
        </pc:sldMkLst>
      </pc:sldChg>
      <pc:sldChg chg="del modNotesTx">
        <pc:chgData name="Owais Ahmed" userId="6abc7d4556b3b071" providerId="LiveId" clId="{C6795B63-7D89-4AA1-88EA-80EA7C4E130A}" dt="2023-03-11T03:36:17" v="520" actId="47"/>
        <pc:sldMkLst>
          <pc:docMk/>
          <pc:sldMk cId="1615339114" sldId="2494"/>
        </pc:sldMkLst>
      </pc:sldChg>
      <pc:sldChg chg="modNotesTx">
        <pc:chgData name="Owais Ahmed" userId="6abc7d4556b3b071" providerId="LiveId" clId="{C6795B63-7D89-4AA1-88EA-80EA7C4E130A}" dt="2023-03-11T03:36:22.780" v="521" actId="6549"/>
        <pc:sldMkLst>
          <pc:docMk/>
          <pc:sldMk cId="2451653014" sldId="2495"/>
        </pc:sldMkLst>
      </pc:sldChg>
      <pc:sldChg chg="modNotesTx">
        <pc:chgData name="Owais Ahmed" userId="6abc7d4556b3b071" providerId="LiveId" clId="{C6795B63-7D89-4AA1-88EA-80EA7C4E130A}" dt="2023-03-11T03:36:30.914" v="522" actId="6549"/>
        <pc:sldMkLst>
          <pc:docMk/>
          <pc:sldMk cId="221477371" sldId="2496"/>
        </pc:sldMkLst>
      </pc:sldChg>
      <pc:sldChg chg="modNotesTx">
        <pc:chgData name="Owais Ahmed" userId="6abc7d4556b3b071" providerId="LiveId" clId="{C6795B63-7D89-4AA1-88EA-80EA7C4E130A}" dt="2023-03-11T03:36:34.045" v="523" actId="6549"/>
        <pc:sldMkLst>
          <pc:docMk/>
          <pc:sldMk cId="3157158652" sldId="2497"/>
        </pc:sldMkLst>
      </pc:sldChg>
      <pc:sldChg chg="modNotesTx">
        <pc:chgData name="Owais Ahmed" userId="6abc7d4556b3b071" providerId="LiveId" clId="{C6795B63-7D89-4AA1-88EA-80EA7C4E130A}" dt="2023-03-11T03:36:37.497" v="524" actId="6549"/>
        <pc:sldMkLst>
          <pc:docMk/>
          <pc:sldMk cId="246758894" sldId="2498"/>
        </pc:sldMkLst>
      </pc:sldChg>
      <pc:sldChg chg="addSp delSp modSp mod addAnim delAnim modNotesTx">
        <pc:chgData name="Owais Ahmed" userId="6abc7d4556b3b071" providerId="LiveId" clId="{C6795B63-7D89-4AA1-88EA-80EA7C4E130A}" dt="2023-03-11T03:36:41.102" v="525" actId="6549"/>
        <pc:sldMkLst>
          <pc:docMk/>
          <pc:sldMk cId="1392206186" sldId="2499"/>
        </pc:sldMkLst>
        <pc:spChg chg="mod">
          <ac:chgData name="Owais Ahmed" userId="6abc7d4556b3b071" providerId="LiveId" clId="{C6795B63-7D89-4AA1-88EA-80EA7C4E130A}" dt="2023-03-11T03:10:59.241" v="22" actId="20577"/>
          <ac:spMkLst>
            <pc:docMk/>
            <pc:sldMk cId="1392206186" sldId="2499"/>
            <ac:spMk id="3" creationId="{4A1C0383-58FE-E486-295E-B33B8683B938}"/>
          </ac:spMkLst>
        </pc:spChg>
        <pc:picChg chg="add del mod">
          <ac:chgData name="Owais Ahmed" userId="6abc7d4556b3b071" providerId="LiveId" clId="{C6795B63-7D89-4AA1-88EA-80EA7C4E130A}" dt="2023-03-11T03:11:06.638" v="24" actId="478"/>
          <ac:picMkLst>
            <pc:docMk/>
            <pc:sldMk cId="1392206186" sldId="2499"/>
            <ac:picMk id="7" creationId="{F54EFA5F-33CE-2D86-9AFB-33A113453FAB}"/>
          </ac:picMkLst>
        </pc:picChg>
      </pc:sldChg>
      <pc:sldChg chg="modNotesTx">
        <pc:chgData name="Owais Ahmed" userId="6abc7d4556b3b071" providerId="LiveId" clId="{C6795B63-7D89-4AA1-88EA-80EA7C4E130A}" dt="2023-03-11T03:36:56.103" v="526" actId="20577"/>
        <pc:sldMkLst>
          <pc:docMk/>
          <pc:sldMk cId="1565563056" sldId="2500"/>
        </pc:sldMkLst>
      </pc:sldChg>
      <pc:sldChg chg="addSp delSp modSp add mod ord delAnim modAnim modNotesTx">
        <pc:chgData name="Owais Ahmed" userId="6abc7d4556b3b071" providerId="LiveId" clId="{C6795B63-7D89-4AA1-88EA-80EA7C4E130A}" dt="2023-03-11T03:51:20.838" v="868" actId="20577"/>
        <pc:sldMkLst>
          <pc:docMk/>
          <pc:sldMk cId="1703006424" sldId="2501"/>
        </pc:sldMkLst>
        <pc:spChg chg="mod">
          <ac:chgData name="Owais Ahmed" userId="6abc7d4556b3b071" providerId="LiveId" clId="{C6795B63-7D89-4AA1-88EA-80EA7C4E130A}" dt="2023-03-11T03:41:18.012" v="742" actId="27636"/>
          <ac:spMkLst>
            <pc:docMk/>
            <pc:sldMk cId="1703006424" sldId="2501"/>
            <ac:spMk id="3" creationId="{4A1C0383-58FE-E486-295E-B33B8683B938}"/>
          </ac:spMkLst>
        </pc:spChg>
        <pc:spChg chg="mod">
          <ac:chgData name="Owais Ahmed" userId="6abc7d4556b3b071" providerId="LiveId" clId="{C6795B63-7D89-4AA1-88EA-80EA7C4E130A}" dt="2023-03-11T03:10:24.220" v="6" actId="20577"/>
          <ac:spMkLst>
            <pc:docMk/>
            <pc:sldMk cId="1703006424" sldId="2501"/>
            <ac:spMk id="215" creationId="{00000000-0000-0000-0000-000000000000}"/>
          </ac:spMkLst>
        </pc:spChg>
        <pc:picChg chg="add mod ord modCrop">
          <ac:chgData name="Owais Ahmed" userId="6abc7d4556b3b071" providerId="LiveId" clId="{C6795B63-7D89-4AA1-88EA-80EA7C4E130A}" dt="2023-03-11T03:43:01.004" v="761" actId="1076"/>
          <ac:picMkLst>
            <pc:docMk/>
            <pc:sldMk cId="1703006424" sldId="2501"/>
            <ac:picMk id="4" creationId="{4D6C3ACA-F578-1BF0-E95F-10A8531DA0CD}"/>
          </ac:picMkLst>
        </pc:picChg>
        <pc:picChg chg="add del mod ord modCrop">
          <ac:chgData name="Owais Ahmed" userId="6abc7d4556b3b071" providerId="LiveId" clId="{C6795B63-7D89-4AA1-88EA-80EA7C4E130A}" dt="2023-03-11T03:42:46.265" v="758" actId="21"/>
          <ac:picMkLst>
            <pc:docMk/>
            <pc:sldMk cId="1703006424" sldId="2501"/>
            <ac:picMk id="5" creationId="{FC2D7326-001A-9A6A-95B1-51161A7FF65E}"/>
          </ac:picMkLst>
        </pc:picChg>
        <pc:picChg chg="del">
          <ac:chgData name="Owais Ahmed" userId="6abc7d4556b3b071" providerId="LiveId" clId="{C6795B63-7D89-4AA1-88EA-80EA7C4E130A}" dt="2023-03-11T03:10:28.395" v="8" actId="478"/>
          <ac:picMkLst>
            <pc:docMk/>
            <pc:sldMk cId="1703006424" sldId="2501"/>
            <ac:picMk id="6" creationId="{B9A09B40-E524-5765-2561-E1D7F3D63CA9}"/>
          </ac:picMkLst>
        </pc:picChg>
        <pc:picChg chg="del">
          <ac:chgData name="Owais Ahmed" userId="6abc7d4556b3b071" providerId="LiveId" clId="{C6795B63-7D89-4AA1-88EA-80EA7C4E130A}" dt="2023-03-11T03:10:27.613" v="7" actId="478"/>
          <ac:picMkLst>
            <pc:docMk/>
            <pc:sldMk cId="1703006424" sldId="2501"/>
            <ac:picMk id="7" creationId="{F54EFA5F-33CE-2D86-9AFB-33A113453FAB}"/>
          </ac:picMkLst>
        </pc:picChg>
        <pc:picChg chg="add mod">
          <ac:chgData name="Owais Ahmed" userId="6abc7d4556b3b071" providerId="LiveId" clId="{C6795B63-7D89-4AA1-88EA-80EA7C4E130A}" dt="2023-03-11T03:43:04.955" v="762"/>
          <ac:picMkLst>
            <pc:docMk/>
            <pc:sldMk cId="1703006424" sldId="2501"/>
            <ac:picMk id="8" creationId="{242D8EB5-27C5-3873-B5AF-04E4452AECCB}"/>
          </ac:picMkLst>
        </pc:picChg>
      </pc:sldChg>
      <pc:sldChg chg="addSp delSp modSp add mod modAnim modNotesTx">
        <pc:chgData name="Owais Ahmed" userId="6abc7d4556b3b071" providerId="LiveId" clId="{C6795B63-7D89-4AA1-88EA-80EA7C4E130A}" dt="2023-03-11T05:17:00.705" v="1042" actId="20577"/>
        <pc:sldMkLst>
          <pc:docMk/>
          <pc:sldMk cId="2459176591" sldId="2502"/>
        </pc:sldMkLst>
        <pc:spChg chg="mod">
          <ac:chgData name="Owais Ahmed" userId="6abc7d4556b3b071" providerId="LiveId" clId="{C6795B63-7D89-4AA1-88EA-80EA7C4E130A}" dt="2023-03-11T03:48:10.874" v="826" actId="20577"/>
          <ac:spMkLst>
            <pc:docMk/>
            <pc:sldMk cId="2459176591" sldId="2502"/>
            <ac:spMk id="3" creationId="{4A1C0383-58FE-E486-295E-B33B8683B938}"/>
          </ac:spMkLst>
        </pc:spChg>
        <pc:spChg chg="add del">
          <ac:chgData name="Owais Ahmed" userId="6abc7d4556b3b071" providerId="LiveId" clId="{C6795B63-7D89-4AA1-88EA-80EA7C4E130A}" dt="2023-03-11T03:33:12.073" v="411"/>
          <ac:spMkLst>
            <pc:docMk/>
            <pc:sldMk cId="2459176591" sldId="2502"/>
            <ac:spMk id="4" creationId="{C1ABDDFB-D4DB-2095-E121-D1664E8D709C}"/>
          </ac:spMkLst>
        </pc:spChg>
        <pc:spChg chg="mod">
          <ac:chgData name="Owais Ahmed" userId="6abc7d4556b3b071" providerId="LiveId" clId="{C6795B63-7D89-4AA1-88EA-80EA7C4E130A}" dt="2023-03-11T03:14:56.770" v="76" actId="20577"/>
          <ac:spMkLst>
            <pc:docMk/>
            <pc:sldMk cId="2459176591" sldId="2502"/>
            <ac:spMk id="215" creationId="{00000000-0000-0000-0000-000000000000}"/>
          </ac:spMkLst>
        </pc:spChg>
      </pc:sldChg>
      <pc:sldChg chg="addSp delSp modSp add mod delAnim modAnim">
        <pc:chgData name="Owais Ahmed" userId="6abc7d4556b3b071" providerId="LiveId" clId="{C6795B63-7D89-4AA1-88EA-80EA7C4E130A}" dt="2023-03-11T03:56:01.925" v="922" actId="20577"/>
        <pc:sldMkLst>
          <pc:docMk/>
          <pc:sldMk cId="3149883331" sldId="2503"/>
        </pc:sldMkLst>
        <pc:spChg chg="mod">
          <ac:chgData name="Owais Ahmed" userId="6abc7d4556b3b071" providerId="LiveId" clId="{C6795B63-7D89-4AA1-88EA-80EA7C4E130A}" dt="2023-03-11T03:56:01.925" v="922" actId="20577"/>
          <ac:spMkLst>
            <pc:docMk/>
            <pc:sldMk cId="3149883331" sldId="2503"/>
            <ac:spMk id="3" creationId="{4A1C0383-58FE-E486-295E-B33B8683B938}"/>
          </ac:spMkLst>
        </pc:spChg>
        <pc:spChg chg="mod">
          <ac:chgData name="Owais Ahmed" userId="6abc7d4556b3b071" providerId="LiveId" clId="{C6795B63-7D89-4AA1-88EA-80EA7C4E130A}" dt="2023-03-11T03:51:14.674" v="867" actId="20577"/>
          <ac:spMkLst>
            <pc:docMk/>
            <pc:sldMk cId="3149883331" sldId="2503"/>
            <ac:spMk id="215" creationId="{00000000-0000-0000-0000-000000000000}"/>
          </ac:spMkLst>
        </pc:spChg>
        <pc:picChg chg="del">
          <ac:chgData name="Owais Ahmed" userId="6abc7d4556b3b071" providerId="LiveId" clId="{C6795B63-7D89-4AA1-88EA-80EA7C4E130A}" dt="2023-03-11T03:43:47.888" v="783" actId="478"/>
          <ac:picMkLst>
            <pc:docMk/>
            <pc:sldMk cId="3149883331" sldId="2503"/>
            <ac:picMk id="4" creationId="{4D6C3ACA-F578-1BF0-E95F-10A8531DA0CD}"/>
          </ac:picMkLst>
        </pc:picChg>
        <pc:picChg chg="add mod">
          <ac:chgData name="Owais Ahmed" userId="6abc7d4556b3b071" providerId="LiveId" clId="{C6795B63-7D89-4AA1-88EA-80EA7C4E130A}" dt="2023-03-11T03:45:31.750" v="812" actId="1076"/>
          <ac:picMkLst>
            <pc:docMk/>
            <pc:sldMk cId="3149883331" sldId="2503"/>
            <ac:picMk id="5" creationId="{7B7CC089-8E77-7A0B-F5B2-F5EC7CB9D8F4}"/>
          </ac:picMkLst>
        </pc:picChg>
        <pc:picChg chg="add mod">
          <ac:chgData name="Owais Ahmed" userId="6abc7d4556b3b071" providerId="LiveId" clId="{C6795B63-7D89-4AA1-88EA-80EA7C4E130A}" dt="2023-03-11T03:45:31.750" v="812" actId="1076"/>
          <ac:picMkLst>
            <pc:docMk/>
            <pc:sldMk cId="3149883331" sldId="2503"/>
            <ac:picMk id="6" creationId="{A66F29D1-E1DC-ACE2-17EC-B7B99B9B2167}"/>
          </ac:picMkLst>
        </pc:picChg>
        <pc:picChg chg="add del mod">
          <ac:chgData name="Owais Ahmed" userId="6abc7d4556b3b071" providerId="LiveId" clId="{C6795B63-7D89-4AA1-88EA-80EA7C4E130A}" dt="2023-03-11T03:44:28.194" v="789"/>
          <ac:picMkLst>
            <pc:docMk/>
            <pc:sldMk cId="3149883331" sldId="2503"/>
            <ac:picMk id="7" creationId="{A52C01B2-3A7F-FB3C-0149-5125EC5F5789}"/>
          </ac:picMkLst>
        </pc:picChg>
        <pc:picChg chg="del">
          <ac:chgData name="Owais Ahmed" userId="6abc7d4556b3b071" providerId="LiveId" clId="{C6795B63-7D89-4AA1-88EA-80EA7C4E130A}" dt="2023-03-11T03:43:47.402" v="782" actId="478"/>
          <ac:picMkLst>
            <pc:docMk/>
            <pc:sldMk cId="3149883331" sldId="2503"/>
            <ac:picMk id="8" creationId="{242D8EB5-27C5-3873-B5AF-04E4452AECCB}"/>
          </ac:picMkLst>
        </pc:picChg>
        <pc:picChg chg="add mod">
          <ac:chgData name="Owais Ahmed" userId="6abc7d4556b3b071" providerId="LiveId" clId="{C6795B63-7D89-4AA1-88EA-80EA7C4E130A}" dt="2023-03-11T03:45:31.750" v="812" actId="1076"/>
          <ac:picMkLst>
            <pc:docMk/>
            <pc:sldMk cId="3149883331" sldId="2503"/>
            <ac:picMk id="9" creationId="{FB1B7B48-1E37-6883-9552-F7D5C75839A8}"/>
          </ac:picMkLst>
        </pc:picChg>
        <pc:picChg chg="add mod">
          <ac:chgData name="Owais Ahmed" userId="6abc7d4556b3b071" providerId="LiveId" clId="{C6795B63-7D89-4AA1-88EA-80EA7C4E130A}" dt="2023-03-11T03:52:25.385" v="873" actId="14100"/>
          <ac:picMkLst>
            <pc:docMk/>
            <pc:sldMk cId="3149883331" sldId="2503"/>
            <ac:picMk id="2050" creationId="{7725125D-30D6-290C-FE30-715FC319B521}"/>
          </ac:picMkLst>
        </pc:picChg>
        <pc:picChg chg="add mod">
          <ac:chgData name="Owais Ahmed" userId="6abc7d4556b3b071" providerId="LiveId" clId="{C6795B63-7D89-4AA1-88EA-80EA7C4E130A}" dt="2023-03-11T03:53:34.238" v="886" actId="1076"/>
          <ac:picMkLst>
            <pc:docMk/>
            <pc:sldMk cId="3149883331" sldId="2503"/>
            <ac:picMk id="2052" creationId="{D05F668F-AE9A-8AB9-BB2E-F09EDB32D4F9}"/>
          </ac:picMkLst>
        </pc:picChg>
      </pc:sldChg>
      <pc:sldChg chg="addSp delSp modSp add mod delAnim modAnim">
        <pc:chgData name="Owais Ahmed" userId="6abc7d4556b3b071" providerId="LiveId" clId="{C6795B63-7D89-4AA1-88EA-80EA7C4E130A}" dt="2023-03-11T05:14:48.645" v="1039" actId="20577"/>
        <pc:sldMkLst>
          <pc:docMk/>
          <pc:sldMk cId="3473336835" sldId="2504"/>
        </pc:sldMkLst>
        <pc:spChg chg="mod">
          <ac:chgData name="Owais Ahmed" userId="6abc7d4556b3b071" providerId="LiveId" clId="{C6795B63-7D89-4AA1-88EA-80EA7C4E130A}" dt="2023-03-11T05:14:48.645" v="1039" actId="20577"/>
          <ac:spMkLst>
            <pc:docMk/>
            <pc:sldMk cId="3473336835" sldId="2504"/>
            <ac:spMk id="3" creationId="{4A1C0383-58FE-E486-295E-B33B8683B938}"/>
          </ac:spMkLst>
        </pc:spChg>
        <pc:spChg chg="mod">
          <ac:chgData name="Owais Ahmed" userId="6abc7d4556b3b071" providerId="LiveId" clId="{C6795B63-7D89-4AA1-88EA-80EA7C4E130A}" dt="2023-03-11T03:58:07.444" v="926" actId="20577"/>
          <ac:spMkLst>
            <pc:docMk/>
            <pc:sldMk cId="3473336835" sldId="2504"/>
            <ac:spMk id="215" creationId="{00000000-0000-0000-0000-000000000000}"/>
          </ac:spMkLst>
        </pc:spChg>
        <pc:graphicFrameChg chg="add mod modGraphic">
          <ac:chgData name="Owais Ahmed" userId="6abc7d4556b3b071" providerId="LiveId" clId="{C6795B63-7D89-4AA1-88EA-80EA7C4E130A}" dt="2023-03-11T05:09:27.392" v="1036" actId="1076"/>
          <ac:graphicFrameMkLst>
            <pc:docMk/>
            <pc:sldMk cId="3473336835" sldId="2504"/>
            <ac:graphicFrameMk id="7" creationId="{FEBFA153-7CBD-C387-AE41-C7328A315EA1}"/>
          </ac:graphicFrameMkLst>
        </pc:graphicFrameChg>
        <pc:picChg chg="del">
          <ac:chgData name="Owais Ahmed" userId="6abc7d4556b3b071" providerId="LiveId" clId="{C6795B63-7D89-4AA1-88EA-80EA7C4E130A}" dt="2023-03-11T04:01:34.825" v="966" actId="478"/>
          <ac:picMkLst>
            <pc:docMk/>
            <pc:sldMk cId="3473336835" sldId="2504"/>
            <ac:picMk id="4" creationId="{4D6C3ACA-F578-1BF0-E95F-10A8531DA0CD}"/>
          </ac:picMkLst>
        </pc:picChg>
        <pc:picChg chg="add mod">
          <ac:chgData name="Owais Ahmed" userId="6abc7d4556b3b071" providerId="LiveId" clId="{C6795B63-7D89-4AA1-88EA-80EA7C4E130A}" dt="2023-03-11T04:04:00.262" v="995" actId="1076"/>
          <ac:picMkLst>
            <pc:docMk/>
            <pc:sldMk cId="3473336835" sldId="2504"/>
            <ac:picMk id="5" creationId="{4BD0F157-1158-0F77-3890-28A423CF825A}"/>
          </ac:picMkLst>
        </pc:picChg>
        <pc:picChg chg="add mod modCrop">
          <ac:chgData name="Owais Ahmed" userId="6abc7d4556b3b071" providerId="LiveId" clId="{C6795B63-7D89-4AA1-88EA-80EA7C4E130A}" dt="2023-03-11T04:04:03.660" v="996" actId="1076"/>
          <ac:picMkLst>
            <pc:docMk/>
            <pc:sldMk cId="3473336835" sldId="2504"/>
            <ac:picMk id="6" creationId="{F5B21C09-575C-DD3B-9FA6-922795182242}"/>
          </ac:picMkLst>
        </pc:picChg>
        <pc:picChg chg="del">
          <ac:chgData name="Owais Ahmed" userId="6abc7d4556b3b071" providerId="LiveId" clId="{C6795B63-7D89-4AA1-88EA-80EA7C4E130A}" dt="2023-03-11T04:01:32.544" v="965" actId="478"/>
          <ac:picMkLst>
            <pc:docMk/>
            <pc:sldMk cId="3473336835" sldId="2504"/>
            <ac:picMk id="8" creationId="{242D8EB5-27C5-3873-B5AF-04E4452AECCB}"/>
          </ac:picMkLst>
        </pc:picChg>
        <pc:picChg chg="add del">
          <ac:chgData name="Owais Ahmed" userId="6abc7d4556b3b071" providerId="LiveId" clId="{C6795B63-7D89-4AA1-88EA-80EA7C4E130A}" dt="2023-03-11T04:26:30.660" v="1018" actId="478"/>
          <ac:picMkLst>
            <pc:docMk/>
            <pc:sldMk cId="3473336835" sldId="2504"/>
            <ac:picMk id="10" creationId="{C319830D-6592-8065-F3D4-E1B4FBA588EA}"/>
          </ac:picMkLst>
        </pc:picChg>
        <pc:picChg chg="add del mod">
          <ac:chgData name="Owais Ahmed" userId="6abc7d4556b3b071" providerId="LiveId" clId="{C6795B63-7D89-4AA1-88EA-80EA7C4E130A}" dt="2023-03-11T05:07:43.630" v="1026" actId="21"/>
          <ac:picMkLst>
            <pc:docMk/>
            <pc:sldMk cId="3473336835" sldId="2504"/>
            <ac:picMk id="12" creationId="{08953E5D-9E2B-B412-882A-89BE881A135A}"/>
          </ac:picMkLst>
        </pc:picChg>
        <pc:picChg chg="add mod">
          <ac:chgData name="Owais Ahmed" userId="6abc7d4556b3b071" providerId="LiveId" clId="{C6795B63-7D89-4AA1-88EA-80EA7C4E130A}" dt="2023-03-11T05:09:32.409" v="1037" actId="1076"/>
          <ac:picMkLst>
            <pc:docMk/>
            <pc:sldMk cId="3473336835" sldId="2504"/>
            <ac:picMk id="13" creationId="{1994FC53-A8ED-A1EE-D32F-910649A1D97C}"/>
          </ac:picMkLst>
        </pc:picChg>
      </pc:sldChg>
      <pc:sldChg chg="add del">
        <pc:chgData name="Owais Ahmed" userId="6abc7d4556b3b071" providerId="LiveId" clId="{C6795B63-7D89-4AA1-88EA-80EA7C4E130A}" dt="2023-03-11T05:16:39.266" v="1041" actId="47"/>
        <pc:sldMkLst>
          <pc:docMk/>
          <pc:sldMk cId="1944748920" sldId="2505"/>
        </pc:sldMkLst>
      </pc:sldChg>
    </pc:docChg>
  </pc:docChgLst>
  <pc:docChgLst>
    <pc:chgData name="Owais Ahmed" userId="6abc7d4556b3b071" providerId="LiveId" clId="{CACC8309-725A-4E89-8A58-327E57842544}"/>
    <pc:docChg chg="undo redo custSel addSld delSld modSld sldOrd">
      <pc:chgData name="Owais Ahmed" userId="6abc7d4556b3b071" providerId="LiveId" clId="{CACC8309-725A-4E89-8A58-327E57842544}" dt="2023-03-17T06:23:49.289" v="4595"/>
      <pc:docMkLst>
        <pc:docMk/>
      </pc:docMkLst>
      <pc:sldChg chg="modSp mod">
        <pc:chgData name="Owais Ahmed" userId="6abc7d4556b3b071" providerId="LiveId" clId="{CACC8309-725A-4E89-8A58-327E57842544}" dt="2023-03-17T05:54:37.721" v="3889" actId="20577"/>
        <pc:sldMkLst>
          <pc:docMk/>
          <pc:sldMk cId="1649098948" sldId="2462"/>
        </pc:sldMkLst>
        <pc:spChg chg="mod">
          <ac:chgData name="Owais Ahmed" userId="6abc7d4556b3b071" providerId="LiveId" clId="{CACC8309-725A-4E89-8A58-327E57842544}" dt="2023-03-17T05:54:37.721" v="3889" actId="20577"/>
          <ac:spMkLst>
            <pc:docMk/>
            <pc:sldMk cId="1649098948" sldId="2462"/>
            <ac:spMk id="6" creationId="{F3C89A40-EEAA-43AB-9A3A-B2CFDE450F1B}"/>
          </ac:spMkLst>
        </pc:spChg>
      </pc:sldChg>
      <pc:sldChg chg="modSp del mod">
        <pc:chgData name="Owais Ahmed" userId="6abc7d4556b3b071" providerId="LiveId" clId="{CACC8309-725A-4E89-8A58-327E57842544}" dt="2023-03-17T05:11:11.088" v="2771" actId="47"/>
        <pc:sldMkLst>
          <pc:docMk/>
          <pc:sldMk cId="641030253" sldId="2479"/>
        </pc:sldMkLst>
        <pc:spChg chg="mod">
          <ac:chgData name="Owais Ahmed" userId="6abc7d4556b3b071" providerId="LiveId" clId="{CACC8309-725A-4E89-8A58-327E57842544}" dt="2023-03-17T04:18:18.686" v="1429" actId="20577"/>
          <ac:spMkLst>
            <pc:docMk/>
            <pc:sldMk cId="641030253" sldId="2479"/>
            <ac:spMk id="215" creationId="{00000000-0000-0000-0000-000000000000}"/>
          </ac:spMkLst>
        </pc:spChg>
      </pc:sldChg>
      <pc:sldChg chg="del">
        <pc:chgData name="Owais Ahmed" userId="6abc7d4556b3b071" providerId="LiveId" clId="{CACC8309-725A-4E89-8A58-327E57842544}" dt="2023-03-17T05:11:10.907" v="2770" actId="47"/>
        <pc:sldMkLst>
          <pc:docMk/>
          <pc:sldMk cId="1392206186" sldId="2499"/>
        </pc:sldMkLst>
      </pc:sldChg>
      <pc:sldChg chg="del">
        <pc:chgData name="Owais Ahmed" userId="6abc7d4556b3b071" providerId="LiveId" clId="{CACC8309-725A-4E89-8A58-327E57842544}" dt="2023-03-17T05:11:15.992" v="2778" actId="47"/>
        <pc:sldMkLst>
          <pc:docMk/>
          <pc:sldMk cId="1223673830" sldId="2501"/>
        </pc:sldMkLst>
      </pc:sldChg>
      <pc:sldChg chg="modSp del mod addAnim delAnim modAnim modNotesTx">
        <pc:chgData name="Owais Ahmed" userId="6abc7d4556b3b071" providerId="LiveId" clId="{CACC8309-725A-4E89-8A58-327E57842544}" dt="2023-03-17T05:11:11.320" v="2772" actId="47"/>
        <pc:sldMkLst>
          <pc:docMk/>
          <pc:sldMk cId="2279712319" sldId="2502"/>
        </pc:sldMkLst>
        <pc:spChg chg="mod">
          <ac:chgData name="Owais Ahmed" userId="6abc7d4556b3b071" providerId="LiveId" clId="{CACC8309-725A-4E89-8A58-327E57842544}" dt="2023-03-17T04:18:35.476" v="1432" actId="20577"/>
          <ac:spMkLst>
            <pc:docMk/>
            <pc:sldMk cId="2279712319" sldId="2502"/>
            <ac:spMk id="3" creationId="{4A1C0383-58FE-E486-295E-B33B8683B938}"/>
          </ac:spMkLst>
        </pc:spChg>
        <pc:spChg chg="mod">
          <ac:chgData name="Owais Ahmed" userId="6abc7d4556b3b071" providerId="LiveId" clId="{CACC8309-725A-4E89-8A58-327E57842544}" dt="2023-03-17T04:18:15.296" v="1428" actId="20577"/>
          <ac:spMkLst>
            <pc:docMk/>
            <pc:sldMk cId="2279712319" sldId="2502"/>
            <ac:spMk id="215" creationId="{00000000-0000-0000-0000-000000000000}"/>
          </ac:spMkLst>
        </pc:spChg>
      </pc:sldChg>
      <pc:sldChg chg="del">
        <pc:chgData name="Owais Ahmed" userId="6abc7d4556b3b071" providerId="LiveId" clId="{CACC8309-725A-4E89-8A58-327E57842544}" dt="2023-03-17T05:11:16.403" v="2780" actId="47"/>
        <pc:sldMkLst>
          <pc:docMk/>
          <pc:sldMk cId="3565255470" sldId="2503"/>
        </pc:sldMkLst>
      </pc:sldChg>
      <pc:sldChg chg="del">
        <pc:chgData name="Owais Ahmed" userId="6abc7d4556b3b071" providerId="LiveId" clId="{CACC8309-725A-4E89-8A58-327E57842544}" dt="2023-03-17T05:11:17.234" v="2781" actId="47"/>
        <pc:sldMkLst>
          <pc:docMk/>
          <pc:sldMk cId="3179459333" sldId="2504"/>
        </pc:sldMkLst>
      </pc:sldChg>
      <pc:sldChg chg="del">
        <pc:chgData name="Owais Ahmed" userId="6abc7d4556b3b071" providerId="LiveId" clId="{CACC8309-725A-4E89-8A58-327E57842544}" dt="2023-03-17T04:08:13.150" v="1219" actId="47"/>
        <pc:sldMkLst>
          <pc:docMk/>
          <pc:sldMk cId="1084053900" sldId="2505"/>
        </pc:sldMkLst>
      </pc:sldChg>
      <pc:sldChg chg="del">
        <pc:chgData name="Owais Ahmed" userId="6abc7d4556b3b071" providerId="LiveId" clId="{CACC8309-725A-4E89-8A58-327E57842544}" dt="2023-03-17T05:11:17.456" v="2782" actId="47"/>
        <pc:sldMkLst>
          <pc:docMk/>
          <pc:sldMk cId="3621187467" sldId="2506"/>
        </pc:sldMkLst>
      </pc:sldChg>
      <pc:sldChg chg="del">
        <pc:chgData name="Owais Ahmed" userId="6abc7d4556b3b071" providerId="LiveId" clId="{CACC8309-725A-4E89-8A58-327E57842544}" dt="2023-03-17T05:11:16.267" v="2779" actId="47"/>
        <pc:sldMkLst>
          <pc:docMk/>
          <pc:sldMk cId="1990660398" sldId="2507"/>
        </pc:sldMkLst>
      </pc:sldChg>
      <pc:sldChg chg="modSp del mod modAnim modNotesTx">
        <pc:chgData name="Owais Ahmed" userId="6abc7d4556b3b071" providerId="LiveId" clId="{CACC8309-725A-4E89-8A58-327E57842544}" dt="2023-03-17T05:11:13.189" v="2775" actId="47"/>
        <pc:sldMkLst>
          <pc:docMk/>
          <pc:sldMk cId="1508569928" sldId="2508"/>
        </pc:sldMkLst>
        <pc:spChg chg="mod">
          <ac:chgData name="Owais Ahmed" userId="6abc7d4556b3b071" providerId="LiveId" clId="{CACC8309-725A-4E89-8A58-327E57842544}" dt="2023-03-17T04:36:07.853" v="1745" actId="20577"/>
          <ac:spMkLst>
            <pc:docMk/>
            <pc:sldMk cId="1508569928" sldId="2508"/>
            <ac:spMk id="3" creationId="{4A1C0383-58FE-E486-295E-B33B8683B938}"/>
          </ac:spMkLst>
        </pc:spChg>
        <pc:spChg chg="mod">
          <ac:chgData name="Owais Ahmed" userId="6abc7d4556b3b071" providerId="LiveId" clId="{CACC8309-725A-4E89-8A58-327E57842544}" dt="2023-03-17T03:41:37.141" v="623" actId="20577"/>
          <ac:spMkLst>
            <pc:docMk/>
            <pc:sldMk cId="1508569928" sldId="2508"/>
            <ac:spMk id="215" creationId="{00000000-0000-0000-0000-000000000000}"/>
          </ac:spMkLst>
        </pc:spChg>
      </pc:sldChg>
      <pc:sldChg chg="modSp del">
        <pc:chgData name="Owais Ahmed" userId="6abc7d4556b3b071" providerId="LiveId" clId="{CACC8309-725A-4E89-8A58-327E57842544}" dt="2023-03-17T05:11:11.773" v="2774" actId="47"/>
        <pc:sldMkLst>
          <pc:docMk/>
          <pc:sldMk cId="2812469995" sldId="2509"/>
        </pc:sldMkLst>
        <pc:spChg chg="mod">
          <ac:chgData name="Owais Ahmed" userId="6abc7d4556b3b071" providerId="LiveId" clId="{CACC8309-725A-4E89-8A58-327E57842544}" dt="2023-03-17T03:43:12.769" v="659" actId="20577"/>
          <ac:spMkLst>
            <pc:docMk/>
            <pc:sldMk cId="2812469995" sldId="2509"/>
            <ac:spMk id="3" creationId="{4A1C0383-58FE-E486-295E-B33B8683B938}"/>
          </ac:spMkLst>
        </pc:spChg>
      </pc:sldChg>
      <pc:sldChg chg="modSp add del mod ord modAnim modNotesTx">
        <pc:chgData name="Owais Ahmed" userId="6abc7d4556b3b071" providerId="LiveId" clId="{CACC8309-725A-4E89-8A58-327E57842544}" dt="2023-03-17T05:11:13.646" v="2776" actId="47"/>
        <pc:sldMkLst>
          <pc:docMk/>
          <pc:sldMk cId="1057691870" sldId="2510"/>
        </pc:sldMkLst>
        <pc:spChg chg="mod">
          <ac:chgData name="Owais Ahmed" userId="6abc7d4556b3b071" providerId="LiveId" clId="{CACC8309-725A-4E89-8A58-327E57842544}" dt="2023-03-17T03:52:50.438" v="1218" actId="20577"/>
          <ac:spMkLst>
            <pc:docMk/>
            <pc:sldMk cId="1057691870" sldId="2510"/>
            <ac:spMk id="3" creationId="{4A1C0383-58FE-E486-295E-B33B8683B938}"/>
          </ac:spMkLst>
        </pc:spChg>
        <pc:spChg chg="mod">
          <ac:chgData name="Owais Ahmed" userId="6abc7d4556b3b071" providerId="LiveId" clId="{CACC8309-725A-4E89-8A58-327E57842544}" dt="2023-03-17T03:41:49.292" v="626"/>
          <ac:spMkLst>
            <pc:docMk/>
            <pc:sldMk cId="1057691870" sldId="2510"/>
            <ac:spMk id="215" creationId="{00000000-0000-0000-0000-000000000000}"/>
          </ac:spMkLst>
        </pc:spChg>
      </pc:sldChg>
      <pc:sldChg chg="modSp add del mod modAnim modNotesTx">
        <pc:chgData name="Owais Ahmed" userId="6abc7d4556b3b071" providerId="LiveId" clId="{CACC8309-725A-4E89-8A58-327E57842544}" dt="2023-03-17T05:11:11.580" v="2773" actId="47"/>
        <pc:sldMkLst>
          <pc:docMk/>
          <pc:sldMk cId="3839483012" sldId="2511"/>
        </pc:sldMkLst>
        <pc:spChg chg="mod">
          <ac:chgData name="Owais Ahmed" userId="6abc7d4556b3b071" providerId="LiveId" clId="{CACC8309-725A-4E89-8A58-327E57842544}" dt="2023-03-17T04:33:26.928" v="1645" actId="20577"/>
          <ac:spMkLst>
            <pc:docMk/>
            <pc:sldMk cId="3839483012" sldId="2511"/>
            <ac:spMk id="3" creationId="{4A1C0383-58FE-E486-295E-B33B8683B938}"/>
          </ac:spMkLst>
        </pc:spChg>
      </pc:sldChg>
      <pc:sldChg chg="modSp add mod modAnim">
        <pc:chgData name="Owais Ahmed" userId="6abc7d4556b3b071" providerId="LiveId" clId="{CACC8309-725A-4E89-8A58-327E57842544}" dt="2023-03-17T05:52:49.084" v="3832"/>
        <pc:sldMkLst>
          <pc:docMk/>
          <pc:sldMk cId="138766739" sldId="2512"/>
        </pc:sldMkLst>
        <pc:spChg chg="mod">
          <ac:chgData name="Owais Ahmed" userId="6abc7d4556b3b071" providerId="LiveId" clId="{CACC8309-725A-4E89-8A58-327E57842544}" dt="2023-03-17T05:41:12.168" v="3444" actId="20577"/>
          <ac:spMkLst>
            <pc:docMk/>
            <pc:sldMk cId="138766739" sldId="2512"/>
            <ac:spMk id="3" creationId="{4A1C0383-58FE-E486-295E-B33B8683B938}"/>
          </ac:spMkLst>
        </pc:spChg>
        <pc:spChg chg="mod">
          <ac:chgData name="Owais Ahmed" userId="6abc7d4556b3b071" providerId="LiveId" clId="{CACC8309-725A-4E89-8A58-327E57842544}" dt="2023-03-17T05:11:24.819" v="2799" actId="20577"/>
          <ac:spMkLst>
            <pc:docMk/>
            <pc:sldMk cId="138766739" sldId="2512"/>
            <ac:spMk id="215" creationId="{00000000-0000-0000-0000-000000000000}"/>
          </ac:spMkLst>
        </pc:spChg>
      </pc:sldChg>
      <pc:sldChg chg="addSp modSp add del mod modAnim">
        <pc:chgData name="Owais Ahmed" userId="6abc7d4556b3b071" providerId="LiveId" clId="{CACC8309-725A-4E89-8A58-327E57842544}" dt="2023-03-17T05:11:15.727" v="2777" actId="47"/>
        <pc:sldMkLst>
          <pc:docMk/>
          <pc:sldMk cId="2153317436" sldId="2513"/>
        </pc:sldMkLst>
        <pc:spChg chg="mod">
          <ac:chgData name="Owais Ahmed" userId="6abc7d4556b3b071" providerId="LiveId" clId="{CACC8309-725A-4E89-8A58-327E57842544}" dt="2023-03-17T05:02:15.873" v="2494" actId="20577"/>
          <ac:spMkLst>
            <pc:docMk/>
            <pc:sldMk cId="2153317436" sldId="2513"/>
            <ac:spMk id="3" creationId="{4A1C0383-58FE-E486-295E-B33B8683B938}"/>
          </ac:spMkLst>
        </pc:spChg>
        <pc:spChg chg="mod">
          <ac:chgData name="Owais Ahmed" userId="6abc7d4556b3b071" providerId="LiveId" clId="{CACC8309-725A-4E89-8A58-327E57842544}" dt="2023-03-17T05:00:43.391" v="2369" actId="20577"/>
          <ac:spMkLst>
            <pc:docMk/>
            <pc:sldMk cId="2153317436" sldId="2513"/>
            <ac:spMk id="215" creationId="{00000000-0000-0000-0000-000000000000}"/>
          </ac:spMkLst>
        </pc:spChg>
        <pc:picChg chg="add mod modCrop">
          <ac:chgData name="Owais Ahmed" userId="6abc7d4556b3b071" providerId="LiveId" clId="{CACC8309-725A-4E89-8A58-327E57842544}" dt="2023-03-17T05:01:37.804" v="2383" actId="1076"/>
          <ac:picMkLst>
            <pc:docMk/>
            <pc:sldMk cId="2153317436" sldId="2513"/>
            <ac:picMk id="4" creationId="{21180900-F3B8-E12B-FA4E-A36E1C5CFB0F}"/>
          </ac:picMkLst>
        </pc:picChg>
      </pc:sldChg>
      <pc:sldChg chg="addSp delSp modSp add mod modAnim">
        <pc:chgData name="Owais Ahmed" userId="6abc7d4556b3b071" providerId="LiveId" clId="{CACC8309-725A-4E89-8A58-327E57842544}" dt="2023-03-17T05:52:39.510" v="3829"/>
        <pc:sldMkLst>
          <pc:docMk/>
          <pc:sldMk cId="3186824690" sldId="2513"/>
        </pc:sldMkLst>
        <pc:spChg chg="mod">
          <ac:chgData name="Owais Ahmed" userId="6abc7d4556b3b071" providerId="LiveId" clId="{CACC8309-725A-4E89-8A58-327E57842544}" dt="2023-03-17T05:52:30.729" v="3828" actId="20577"/>
          <ac:spMkLst>
            <pc:docMk/>
            <pc:sldMk cId="3186824690" sldId="2513"/>
            <ac:spMk id="3" creationId="{4A1C0383-58FE-E486-295E-B33B8683B938}"/>
          </ac:spMkLst>
        </pc:spChg>
        <pc:spChg chg="add del mod">
          <ac:chgData name="Owais Ahmed" userId="6abc7d4556b3b071" providerId="LiveId" clId="{CACC8309-725A-4E89-8A58-327E57842544}" dt="2023-03-17T05:42:22.966" v="3493"/>
          <ac:spMkLst>
            <pc:docMk/>
            <pc:sldMk cId="3186824690" sldId="2513"/>
            <ac:spMk id="6" creationId="{B953899E-57A8-1D33-052B-8342B4678686}"/>
          </ac:spMkLst>
        </pc:spChg>
        <pc:spChg chg="add del mod">
          <ac:chgData name="Owais Ahmed" userId="6abc7d4556b3b071" providerId="LiveId" clId="{CACC8309-725A-4E89-8A58-327E57842544}" dt="2023-03-17T05:42:22.966" v="3493"/>
          <ac:spMkLst>
            <pc:docMk/>
            <pc:sldMk cId="3186824690" sldId="2513"/>
            <ac:spMk id="7" creationId="{F85943B9-3875-A937-79DF-50564CFAB957}"/>
          </ac:spMkLst>
        </pc:spChg>
        <pc:spChg chg="add del mod">
          <ac:chgData name="Owais Ahmed" userId="6abc7d4556b3b071" providerId="LiveId" clId="{CACC8309-725A-4E89-8A58-327E57842544}" dt="2023-03-17T05:42:22.966" v="3493"/>
          <ac:spMkLst>
            <pc:docMk/>
            <pc:sldMk cId="3186824690" sldId="2513"/>
            <ac:spMk id="8" creationId="{3D33B7C4-BD81-6B5D-6D8F-5CBB41CB5E73}"/>
          </ac:spMkLst>
        </pc:spChg>
        <pc:spChg chg="add del mod">
          <ac:chgData name="Owais Ahmed" userId="6abc7d4556b3b071" providerId="LiveId" clId="{CACC8309-725A-4E89-8A58-327E57842544}" dt="2023-03-17T05:42:22.966" v="3493"/>
          <ac:spMkLst>
            <pc:docMk/>
            <pc:sldMk cId="3186824690" sldId="2513"/>
            <ac:spMk id="9" creationId="{04B84466-4C31-ABBE-1DB7-BCD93420D3D8}"/>
          </ac:spMkLst>
        </pc:spChg>
        <pc:spChg chg="add del mod">
          <ac:chgData name="Owais Ahmed" userId="6abc7d4556b3b071" providerId="LiveId" clId="{CACC8309-725A-4E89-8A58-327E57842544}" dt="2023-03-17T05:42:22.966" v="3493"/>
          <ac:spMkLst>
            <pc:docMk/>
            <pc:sldMk cId="3186824690" sldId="2513"/>
            <ac:spMk id="10" creationId="{1525902A-C688-0875-8C67-59717E93EC4C}"/>
          </ac:spMkLst>
        </pc:spChg>
        <pc:spChg chg="add del mod">
          <ac:chgData name="Owais Ahmed" userId="6abc7d4556b3b071" providerId="LiveId" clId="{CACC8309-725A-4E89-8A58-327E57842544}" dt="2023-03-17T05:42:22.966" v="3493"/>
          <ac:spMkLst>
            <pc:docMk/>
            <pc:sldMk cId="3186824690" sldId="2513"/>
            <ac:spMk id="11" creationId="{42770F69-6480-D7E0-EE67-5619AB057A52}"/>
          </ac:spMkLst>
        </pc:spChg>
        <pc:spChg chg="add del mod">
          <ac:chgData name="Owais Ahmed" userId="6abc7d4556b3b071" providerId="LiveId" clId="{CACC8309-725A-4E89-8A58-327E57842544}" dt="2023-03-17T05:42:22.966" v="3493"/>
          <ac:spMkLst>
            <pc:docMk/>
            <pc:sldMk cId="3186824690" sldId="2513"/>
            <ac:spMk id="12" creationId="{6E99519D-467A-7DA9-3EF6-5DD2BAF0CA5F}"/>
          </ac:spMkLst>
        </pc:spChg>
        <pc:spChg chg="add del mod">
          <ac:chgData name="Owais Ahmed" userId="6abc7d4556b3b071" providerId="LiveId" clId="{CACC8309-725A-4E89-8A58-327E57842544}" dt="2023-03-17T05:42:22.966" v="3493"/>
          <ac:spMkLst>
            <pc:docMk/>
            <pc:sldMk cId="3186824690" sldId="2513"/>
            <ac:spMk id="13" creationId="{B3EDD6D8-1829-D127-D3C6-B79D2315CC17}"/>
          </ac:spMkLst>
        </pc:spChg>
        <pc:spChg chg="add del mod">
          <ac:chgData name="Owais Ahmed" userId="6abc7d4556b3b071" providerId="LiveId" clId="{CACC8309-725A-4E89-8A58-327E57842544}" dt="2023-03-17T05:42:22.966" v="3493"/>
          <ac:spMkLst>
            <pc:docMk/>
            <pc:sldMk cId="3186824690" sldId="2513"/>
            <ac:spMk id="14" creationId="{485B19B1-27BC-5AA8-467B-D7575E5A9A34}"/>
          </ac:spMkLst>
        </pc:spChg>
        <pc:spChg chg="add del mod">
          <ac:chgData name="Owais Ahmed" userId="6abc7d4556b3b071" providerId="LiveId" clId="{CACC8309-725A-4E89-8A58-327E57842544}" dt="2023-03-17T05:42:22.966" v="3493"/>
          <ac:spMkLst>
            <pc:docMk/>
            <pc:sldMk cId="3186824690" sldId="2513"/>
            <ac:spMk id="15" creationId="{F27C91D7-2EB9-2C29-FC13-F3085882FB03}"/>
          </ac:spMkLst>
        </pc:spChg>
        <pc:spChg chg="add del mod">
          <ac:chgData name="Owais Ahmed" userId="6abc7d4556b3b071" providerId="LiveId" clId="{CACC8309-725A-4E89-8A58-327E57842544}" dt="2023-03-17T05:42:22.966" v="3493"/>
          <ac:spMkLst>
            <pc:docMk/>
            <pc:sldMk cId="3186824690" sldId="2513"/>
            <ac:spMk id="16" creationId="{41282497-0D46-C95B-6350-F40B33CA555E}"/>
          </ac:spMkLst>
        </pc:spChg>
        <pc:spChg chg="add del mod">
          <ac:chgData name="Owais Ahmed" userId="6abc7d4556b3b071" providerId="LiveId" clId="{CACC8309-725A-4E89-8A58-327E57842544}" dt="2023-03-17T05:42:22.966" v="3493"/>
          <ac:spMkLst>
            <pc:docMk/>
            <pc:sldMk cId="3186824690" sldId="2513"/>
            <ac:spMk id="17" creationId="{7F0B0BA4-DDF6-4ABA-2BB7-A9E1A7739684}"/>
          </ac:spMkLst>
        </pc:spChg>
        <pc:spChg chg="add del mod">
          <ac:chgData name="Owais Ahmed" userId="6abc7d4556b3b071" providerId="LiveId" clId="{CACC8309-725A-4E89-8A58-327E57842544}" dt="2023-03-17T05:42:22.966" v="3493"/>
          <ac:spMkLst>
            <pc:docMk/>
            <pc:sldMk cId="3186824690" sldId="2513"/>
            <ac:spMk id="18" creationId="{E4D480DD-94E0-7C4B-94DE-5B4FB0C5E80A}"/>
          </ac:spMkLst>
        </pc:spChg>
        <pc:spChg chg="add del mod">
          <ac:chgData name="Owais Ahmed" userId="6abc7d4556b3b071" providerId="LiveId" clId="{CACC8309-725A-4E89-8A58-327E57842544}" dt="2023-03-17T05:42:22.966" v="3493"/>
          <ac:spMkLst>
            <pc:docMk/>
            <pc:sldMk cId="3186824690" sldId="2513"/>
            <ac:spMk id="19" creationId="{E94D206A-C971-8A7E-E272-1EF82C393B1B}"/>
          </ac:spMkLst>
        </pc:spChg>
        <pc:spChg chg="add del mod">
          <ac:chgData name="Owais Ahmed" userId="6abc7d4556b3b071" providerId="LiveId" clId="{CACC8309-725A-4E89-8A58-327E57842544}" dt="2023-03-17T05:42:22.966" v="3493"/>
          <ac:spMkLst>
            <pc:docMk/>
            <pc:sldMk cId="3186824690" sldId="2513"/>
            <ac:spMk id="20" creationId="{29B77C5C-79C5-8C79-D8CB-C6BE9DF232AC}"/>
          </ac:spMkLst>
        </pc:spChg>
        <pc:spChg chg="add del mod">
          <ac:chgData name="Owais Ahmed" userId="6abc7d4556b3b071" providerId="LiveId" clId="{CACC8309-725A-4E89-8A58-327E57842544}" dt="2023-03-17T05:42:22.966" v="3493"/>
          <ac:spMkLst>
            <pc:docMk/>
            <pc:sldMk cId="3186824690" sldId="2513"/>
            <ac:spMk id="21" creationId="{3B0BB643-A23A-6ACE-E556-B20A678D7609}"/>
          </ac:spMkLst>
        </pc:spChg>
        <pc:spChg chg="add del mod">
          <ac:chgData name="Owais Ahmed" userId="6abc7d4556b3b071" providerId="LiveId" clId="{CACC8309-725A-4E89-8A58-327E57842544}" dt="2023-03-17T05:42:22.966" v="3493"/>
          <ac:spMkLst>
            <pc:docMk/>
            <pc:sldMk cId="3186824690" sldId="2513"/>
            <ac:spMk id="22" creationId="{36024570-FF6D-207E-0FF5-1CA2FA1ADB96}"/>
          </ac:spMkLst>
        </pc:spChg>
        <pc:spChg chg="add del mod">
          <ac:chgData name="Owais Ahmed" userId="6abc7d4556b3b071" providerId="LiveId" clId="{CACC8309-725A-4E89-8A58-327E57842544}" dt="2023-03-17T05:42:22.966" v="3493"/>
          <ac:spMkLst>
            <pc:docMk/>
            <pc:sldMk cId="3186824690" sldId="2513"/>
            <ac:spMk id="23" creationId="{485424C1-0250-255B-D397-D6C6DC32E521}"/>
          </ac:spMkLst>
        </pc:spChg>
        <pc:spChg chg="add del mod">
          <ac:chgData name="Owais Ahmed" userId="6abc7d4556b3b071" providerId="LiveId" clId="{CACC8309-725A-4E89-8A58-327E57842544}" dt="2023-03-17T05:42:22.966" v="3493"/>
          <ac:spMkLst>
            <pc:docMk/>
            <pc:sldMk cId="3186824690" sldId="2513"/>
            <ac:spMk id="24" creationId="{F2860E52-4255-8327-5791-F8797FC349CF}"/>
          </ac:spMkLst>
        </pc:spChg>
        <pc:spChg chg="add del mod">
          <ac:chgData name="Owais Ahmed" userId="6abc7d4556b3b071" providerId="LiveId" clId="{CACC8309-725A-4E89-8A58-327E57842544}" dt="2023-03-17T05:42:22.966" v="3493"/>
          <ac:spMkLst>
            <pc:docMk/>
            <pc:sldMk cId="3186824690" sldId="2513"/>
            <ac:spMk id="25" creationId="{2CA5F1DC-E483-C25E-6B92-07A565E7909E}"/>
          </ac:spMkLst>
        </pc:spChg>
        <pc:spChg chg="add del mod">
          <ac:chgData name="Owais Ahmed" userId="6abc7d4556b3b071" providerId="LiveId" clId="{CACC8309-725A-4E89-8A58-327E57842544}" dt="2023-03-17T05:42:22.966" v="3493"/>
          <ac:spMkLst>
            <pc:docMk/>
            <pc:sldMk cId="3186824690" sldId="2513"/>
            <ac:spMk id="26" creationId="{23988721-A6D6-6E39-4B38-D7A868E4B366}"/>
          </ac:spMkLst>
        </pc:spChg>
        <pc:spChg chg="add del mod">
          <ac:chgData name="Owais Ahmed" userId="6abc7d4556b3b071" providerId="LiveId" clId="{CACC8309-725A-4E89-8A58-327E57842544}" dt="2023-03-17T05:42:22.966" v="3493"/>
          <ac:spMkLst>
            <pc:docMk/>
            <pc:sldMk cId="3186824690" sldId="2513"/>
            <ac:spMk id="27" creationId="{3D04959D-31E8-9158-7824-E2C85A60E843}"/>
          </ac:spMkLst>
        </pc:spChg>
        <pc:spChg chg="add del mod">
          <ac:chgData name="Owais Ahmed" userId="6abc7d4556b3b071" providerId="LiveId" clId="{CACC8309-725A-4E89-8A58-327E57842544}" dt="2023-03-17T05:42:22.966" v="3493"/>
          <ac:spMkLst>
            <pc:docMk/>
            <pc:sldMk cId="3186824690" sldId="2513"/>
            <ac:spMk id="28" creationId="{86014958-C5D8-D16E-0139-0E213BC05A41}"/>
          </ac:spMkLst>
        </pc:spChg>
        <pc:spChg chg="add del mod">
          <ac:chgData name="Owais Ahmed" userId="6abc7d4556b3b071" providerId="LiveId" clId="{CACC8309-725A-4E89-8A58-327E57842544}" dt="2023-03-17T05:42:22.966" v="3493"/>
          <ac:spMkLst>
            <pc:docMk/>
            <pc:sldMk cId="3186824690" sldId="2513"/>
            <ac:spMk id="29" creationId="{2F312079-62C4-A200-22EC-476CA47AB733}"/>
          </ac:spMkLst>
        </pc:spChg>
        <pc:spChg chg="add del mod">
          <ac:chgData name="Owais Ahmed" userId="6abc7d4556b3b071" providerId="LiveId" clId="{CACC8309-725A-4E89-8A58-327E57842544}" dt="2023-03-17T05:42:22.966" v="3493"/>
          <ac:spMkLst>
            <pc:docMk/>
            <pc:sldMk cId="3186824690" sldId="2513"/>
            <ac:spMk id="30" creationId="{60119123-6A68-0816-616C-ED385CA184BB}"/>
          </ac:spMkLst>
        </pc:spChg>
        <pc:spChg chg="add del mod">
          <ac:chgData name="Owais Ahmed" userId="6abc7d4556b3b071" providerId="LiveId" clId="{CACC8309-725A-4E89-8A58-327E57842544}" dt="2023-03-17T05:42:22.966" v="3493"/>
          <ac:spMkLst>
            <pc:docMk/>
            <pc:sldMk cId="3186824690" sldId="2513"/>
            <ac:spMk id="31" creationId="{93B29A6E-D200-B6F5-4C97-EC96714F9084}"/>
          </ac:spMkLst>
        </pc:spChg>
        <pc:spChg chg="add del mod">
          <ac:chgData name="Owais Ahmed" userId="6abc7d4556b3b071" providerId="LiveId" clId="{CACC8309-725A-4E89-8A58-327E57842544}" dt="2023-03-17T05:42:22.966" v="3493"/>
          <ac:spMkLst>
            <pc:docMk/>
            <pc:sldMk cId="3186824690" sldId="2513"/>
            <ac:spMk id="32" creationId="{42F661A7-3DDA-8E57-4C9F-00209D4EE3B7}"/>
          </ac:spMkLst>
        </pc:spChg>
        <pc:spChg chg="add del mod">
          <ac:chgData name="Owais Ahmed" userId="6abc7d4556b3b071" providerId="LiveId" clId="{CACC8309-725A-4E89-8A58-327E57842544}" dt="2023-03-17T05:42:22.966" v="3493"/>
          <ac:spMkLst>
            <pc:docMk/>
            <pc:sldMk cId="3186824690" sldId="2513"/>
            <ac:spMk id="33" creationId="{727EA336-5D74-BD18-29A5-46A5BC1BBB70}"/>
          </ac:spMkLst>
        </pc:spChg>
        <pc:spChg chg="add del mod">
          <ac:chgData name="Owais Ahmed" userId="6abc7d4556b3b071" providerId="LiveId" clId="{CACC8309-725A-4E89-8A58-327E57842544}" dt="2023-03-17T05:42:22.966" v="3493"/>
          <ac:spMkLst>
            <pc:docMk/>
            <pc:sldMk cId="3186824690" sldId="2513"/>
            <ac:spMk id="34" creationId="{8522E339-F382-D983-BA46-505C043E6225}"/>
          </ac:spMkLst>
        </pc:spChg>
        <pc:spChg chg="add del mod">
          <ac:chgData name="Owais Ahmed" userId="6abc7d4556b3b071" providerId="LiveId" clId="{CACC8309-725A-4E89-8A58-327E57842544}" dt="2023-03-17T05:42:22.966" v="3493"/>
          <ac:spMkLst>
            <pc:docMk/>
            <pc:sldMk cId="3186824690" sldId="2513"/>
            <ac:spMk id="35" creationId="{897672E7-3138-87FD-1D74-A1BB7E2BD5EE}"/>
          </ac:spMkLst>
        </pc:spChg>
        <pc:spChg chg="add del mod">
          <ac:chgData name="Owais Ahmed" userId="6abc7d4556b3b071" providerId="LiveId" clId="{CACC8309-725A-4E89-8A58-327E57842544}" dt="2023-03-17T05:42:22.966" v="3493"/>
          <ac:spMkLst>
            <pc:docMk/>
            <pc:sldMk cId="3186824690" sldId="2513"/>
            <ac:spMk id="36" creationId="{0711DF35-08A1-CFF8-EA9A-D08A36C67539}"/>
          </ac:spMkLst>
        </pc:spChg>
        <pc:spChg chg="add del mod">
          <ac:chgData name="Owais Ahmed" userId="6abc7d4556b3b071" providerId="LiveId" clId="{CACC8309-725A-4E89-8A58-327E57842544}" dt="2023-03-17T05:42:22.966" v="3493"/>
          <ac:spMkLst>
            <pc:docMk/>
            <pc:sldMk cId="3186824690" sldId="2513"/>
            <ac:spMk id="37" creationId="{2B305BEC-AEB5-C2CD-7BB3-404167355C54}"/>
          </ac:spMkLst>
        </pc:spChg>
        <pc:spChg chg="add del mod">
          <ac:chgData name="Owais Ahmed" userId="6abc7d4556b3b071" providerId="LiveId" clId="{CACC8309-725A-4E89-8A58-327E57842544}" dt="2023-03-17T05:42:22.966" v="3493"/>
          <ac:spMkLst>
            <pc:docMk/>
            <pc:sldMk cId="3186824690" sldId="2513"/>
            <ac:spMk id="38" creationId="{465FD024-F335-804B-C021-855AA4DD0AEC}"/>
          </ac:spMkLst>
        </pc:spChg>
        <pc:spChg chg="add del mod">
          <ac:chgData name="Owais Ahmed" userId="6abc7d4556b3b071" providerId="LiveId" clId="{CACC8309-725A-4E89-8A58-327E57842544}" dt="2023-03-17T05:42:22.966" v="3493"/>
          <ac:spMkLst>
            <pc:docMk/>
            <pc:sldMk cId="3186824690" sldId="2513"/>
            <ac:spMk id="39" creationId="{F81D28DF-8C36-13ED-412F-8DE150FA234C}"/>
          </ac:spMkLst>
        </pc:spChg>
        <pc:spChg chg="add del mod">
          <ac:chgData name="Owais Ahmed" userId="6abc7d4556b3b071" providerId="LiveId" clId="{CACC8309-725A-4E89-8A58-327E57842544}" dt="2023-03-17T05:42:22.966" v="3493"/>
          <ac:spMkLst>
            <pc:docMk/>
            <pc:sldMk cId="3186824690" sldId="2513"/>
            <ac:spMk id="40" creationId="{DAD5C0C4-2F44-AF02-A17F-7F7A4E0E9472}"/>
          </ac:spMkLst>
        </pc:spChg>
        <pc:spChg chg="add del mod">
          <ac:chgData name="Owais Ahmed" userId="6abc7d4556b3b071" providerId="LiveId" clId="{CACC8309-725A-4E89-8A58-327E57842544}" dt="2023-03-17T05:42:22.966" v="3493"/>
          <ac:spMkLst>
            <pc:docMk/>
            <pc:sldMk cId="3186824690" sldId="2513"/>
            <ac:spMk id="41" creationId="{A42DB12E-92BC-5DAD-E39B-3A112B511D5D}"/>
          </ac:spMkLst>
        </pc:spChg>
        <pc:spChg chg="add del mod">
          <ac:chgData name="Owais Ahmed" userId="6abc7d4556b3b071" providerId="LiveId" clId="{CACC8309-725A-4E89-8A58-327E57842544}" dt="2023-03-17T05:42:22.966" v="3493"/>
          <ac:spMkLst>
            <pc:docMk/>
            <pc:sldMk cId="3186824690" sldId="2513"/>
            <ac:spMk id="42" creationId="{9782F2E1-EB15-9799-DD68-3D1D2F705497}"/>
          </ac:spMkLst>
        </pc:spChg>
        <pc:spChg chg="add del mod">
          <ac:chgData name="Owais Ahmed" userId="6abc7d4556b3b071" providerId="LiveId" clId="{CACC8309-725A-4E89-8A58-327E57842544}" dt="2023-03-17T05:42:22.966" v="3493"/>
          <ac:spMkLst>
            <pc:docMk/>
            <pc:sldMk cId="3186824690" sldId="2513"/>
            <ac:spMk id="43" creationId="{604972B1-8CC1-404C-F92E-BCEF3F266B25}"/>
          </ac:spMkLst>
        </pc:spChg>
        <pc:spChg chg="add del mod">
          <ac:chgData name="Owais Ahmed" userId="6abc7d4556b3b071" providerId="LiveId" clId="{CACC8309-725A-4E89-8A58-327E57842544}" dt="2023-03-17T05:42:22.966" v="3493"/>
          <ac:spMkLst>
            <pc:docMk/>
            <pc:sldMk cId="3186824690" sldId="2513"/>
            <ac:spMk id="44" creationId="{C52962F4-DB62-6599-ABD2-A74F254884F1}"/>
          </ac:spMkLst>
        </pc:spChg>
        <pc:spChg chg="add del mod">
          <ac:chgData name="Owais Ahmed" userId="6abc7d4556b3b071" providerId="LiveId" clId="{CACC8309-725A-4E89-8A58-327E57842544}" dt="2023-03-17T05:42:22.966" v="3493"/>
          <ac:spMkLst>
            <pc:docMk/>
            <pc:sldMk cId="3186824690" sldId="2513"/>
            <ac:spMk id="45" creationId="{D1B40AED-A865-AD50-0124-332F5089046A}"/>
          </ac:spMkLst>
        </pc:spChg>
        <pc:spChg chg="add del mod">
          <ac:chgData name="Owais Ahmed" userId="6abc7d4556b3b071" providerId="LiveId" clId="{CACC8309-725A-4E89-8A58-327E57842544}" dt="2023-03-17T05:42:22.966" v="3493"/>
          <ac:spMkLst>
            <pc:docMk/>
            <pc:sldMk cId="3186824690" sldId="2513"/>
            <ac:spMk id="46" creationId="{6918E2F6-A322-55FE-A20C-014A0F42CD50}"/>
          </ac:spMkLst>
        </pc:spChg>
        <pc:spChg chg="add del mod">
          <ac:chgData name="Owais Ahmed" userId="6abc7d4556b3b071" providerId="LiveId" clId="{CACC8309-725A-4E89-8A58-327E57842544}" dt="2023-03-17T05:42:22.966" v="3493"/>
          <ac:spMkLst>
            <pc:docMk/>
            <pc:sldMk cId="3186824690" sldId="2513"/>
            <ac:spMk id="47" creationId="{3C942ADA-F0C8-0A8A-DD80-4EA0B5F30BA8}"/>
          </ac:spMkLst>
        </pc:spChg>
        <pc:spChg chg="add mod">
          <ac:chgData name="Owais Ahmed" userId="6abc7d4556b3b071" providerId="LiveId" clId="{CACC8309-725A-4E89-8A58-327E57842544}" dt="2023-03-17T05:48:49.614" v="3654" actId="1582"/>
          <ac:spMkLst>
            <pc:docMk/>
            <pc:sldMk cId="3186824690" sldId="2513"/>
            <ac:spMk id="50" creationId="{A6414900-B95A-9399-3F9C-E076477CCE98}"/>
          </ac:spMkLst>
        </pc:spChg>
        <pc:spChg chg="add del mod">
          <ac:chgData name="Owais Ahmed" userId="6abc7d4556b3b071" providerId="LiveId" clId="{CACC8309-725A-4E89-8A58-327E57842544}" dt="2023-03-17T05:49:38.566" v="3661" actId="1076"/>
          <ac:spMkLst>
            <pc:docMk/>
            <pc:sldMk cId="3186824690" sldId="2513"/>
            <ac:spMk id="51" creationId="{EC559174-F39E-4A32-CFB7-C5A83BC6D205}"/>
          </ac:spMkLst>
        </pc:spChg>
        <pc:spChg chg="mod">
          <ac:chgData name="Owais Ahmed" userId="6abc7d4556b3b071" providerId="LiveId" clId="{CACC8309-725A-4E89-8A58-327E57842544}" dt="2023-03-17T05:40:58.313" v="3439" actId="20577"/>
          <ac:spMkLst>
            <pc:docMk/>
            <pc:sldMk cId="3186824690" sldId="2513"/>
            <ac:spMk id="215" creationId="{00000000-0000-0000-0000-000000000000}"/>
          </ac:spMkLst>
        </pc:spChg>
        <pc:graphicFrameChg chg="add del mod">
          <ac:chgData name="Owais Ahmed" userId="6abc7d4556b3b071" providerId="LiveId" clId="{CACC8309-725A-4E89-8A58-327E57842544}" dt="2023-03-17T05:42:11.116" v="3491"/>
          <ac:graphicFrameMkLst>
            <pc:docMk/>
            <pc:sldMk cId="3186824690" sldId="2513"/>
            <ac:graphicFrameMk id="4" creationId="{C20B94B3-ADDE-288B-B708-BEAD2946BA47}"/>
          </ac:graphicFrameMkLst>
        </pc:graphicFrameChg>
        <pc:graphicFrameChg chg="add del mod">
          <ac:chgData name="Owais Ahmed" userId="6abc7d4556b3b071" providerId="LiveId" clId="{CACC8309-725A-4E89-8A58-327E57842544}" dt="2023-03-17T05:42:22.966" v="3493"/>
          <ac:graphicFrameMkLst>
            <pc:docMk/>
            <pc:sldMk cId="3186824690" sldId="2513"/>
            <ac:graphicFrameMk id="5" creationId="{32E807DD-6629-667F-C476-EEB423666D99}"/>
          </ac:graphicFrameMkLst>
        </pc:graphicFrameChg>
        <pc:graphicFrameChg chg="add mod modGraphic">
          <ac:chgData name="Owais Ahmed" userId="6abc7d4556b3b071" providerId="LiveId" clId="{CACC8309-725A-4E89-8A58-327E57842544}" dt="2023-03-17T05:50:36.988" v="3706" actId="20577"/>
          <ac:graphicFrameMkLst>
            <pc:docMk/>
            <pc:sldMk cId="3186824690" sldId="2513"/>
            <ac:graphicFrameMk id="48" creationId="{5A11D907-0453-ACE7-A959-0B37C06816E8}"/>
          </ac:graphicFrameMkLst>
        </pc:graphicFrameChg>
        <pc:inkChg chg="add del">
          <ac:chgData name="Owais Ahmed" userId="6abc7d4556b3b071" providerId="LiveId" clId="{CACC8309-725A-4E89-8A58-327E57842544}" dt="2023-03-17T05:48:08.852" v="3650" actId="9405"/>
          <ac:inkMkLst>
            <pc:docMk/>
            <pc:sldMk cId="3186824690" sldId="2513"/>
            <ac:inkMk id="49" creationId="{78214CD4-4FA4-6898-0E46-FC55AF1789F1}"/>
          </ac:inkMkLst>
        </pc:inkChg>
      </pc:sldChg>
      <pc:sldChg chg="modSp add del mod ord modAnim">
        <pc:chgData name="Owais Ahmed" userId="6abc7d4556b3b071" providerId="LiveId" clId="{CACC8309-725A-4E89-8A58-327E57842544}" dt="2023-03-17T05:11:19.669" v="2783" actId="47"/>
        <pc:sldMkLst>
          <pc:docMk/>
          <pc:sldMk cId="864977329" sldId="2514"/>
        </pc:sldMkLst>
        <pc:spChg chg="mod">
          <ac:chgData name="Owais Ahmed" userId="6abc7d4556b3b071" providerId="LiveId" clId="{CACC8309-725A-4E89-8A58-327E57842544}" dt="2023-03-17T05:07:14.946" v="2750" actId="20577"/>
          <ac:spMkLst>
            <pc:docMk/>
            <pc:sldMk cId="864977329" sldId="2514"/>
            <ac:spMk id="3" creationId="{4A1C0383-58FE-E486-295E-B33B8683B938}"/>
          </ac:spMkLst>
        </pc:spChg>
        <pc:spChg chg="mod">
          <ac:chgData name="Owais Ahmed" userId="6abc7d4556b3b071" providerId="LiveId" clId="{CACC8309-725A-4E89-8A58-327E57842544}" dt="2023-03-17T05:04:12.427" v="2501" actId="20577"/>
          <ac:spMkLst>
            <pc:docMk/>
            <pc:sldMk cId="864977329" sldId="2514"/>
            <ac:spMk id="215" creationId="{00000000-0000-0000-0000-000000000000}"/>
          </ac:spMkLst>
        </pc:spChg>
      </pc:sldChg>
      <pc:sldChg chg="delSp modSp add mod">
        <pc:chgData name="Owais Ahmed" userId="6abc7d4556b3b071" providerId="LiveId" clId="{CACC8309-725A-4E89-8A58-327E57842544}" dt="2023-03-17T06:14:30.913" v="4206"/>
        <pc:sldMkLst>
          <pc:docMk/>
          <pc:sldMk cId="1302322864" sldId="2514"/>
        </pc:sldMkLst>
        <pc:spChg chg="mod">
          <ac:chgData name="Owais Ahmed" userId="6abc7d4556b3b071" providerId="LiveId" clId="{CACC8309-725A-4E89-8A58-327E57842544}" dt="2023-03-17T05:55:15.886" v="3894" actId="20577"/>
          <ac:spMkLst>
            <pc:docMk/>
            <pc:sldMk cId="1302322864" sldId="2514"/>
            <ac:spMk id="3" creationId="{4A1C0383-58FE-E486-295E-B33B8683B938}"/>
          </ac:spMkLst>
        </pc:spChg>
        <pc:spChg chg="del">
          <ac:chgData name="Owais Ahmed" userId="6abc7d4556b3b071" providerId="LiveId" clId="{CACC8309-725A-4E89-8A58-327E57842544}" dt="2023-03-17T05:57:56.224" v="3922" actId="478"/>
          <ac:spMkLst>
            <pc:docMk/>
            <pc:sldMk cId="1302322864" sldId="2514"/>
            <ac:spMk id="50" creationId="{A6414900-B95A-9399-3F9C-E076477CCE98}"/>
          </ac:spMkLst>
        </pc:spChg>
        <pc:spChg chg="del">
          <ac:chgData name="Owais Ahmed" userId="6abc7d4556b3b071" providerId="LiveId" clId="{CACC8309-725A-4E89-8A58-327E57842544}" dt="2023-03-17T05:57:57.512" v="3923" actId="478"/>
          <ac:spMkLst>
            <pc:docMk/>
            <pc:sldMk cId="1302322864" sldId="2514"/>
            <ac:spMk id="51" creationId="{EC559174-F39E-4A32-CFB7-C5A83BC6D205}"/>
          </ac:spMkLst>
        </pc:spChg>
        <pc:spChg chg="mod">
          <ac:chgData name="Owais Ahmed" userId="6abc7d4556b3b071" providerId="LiveId" clId="{CACC8309-725A-4E89-8A58-327E57842544}" dt="2023-03-17T05:55:09.117" v="3890" actId="20577"/>
          <ac:spMkLst>
            <pc:docMk/>
            <pc:sldMk cId="1302322864" sldId="2514"/>
            <ac:spMk id="215" creationId="{00000000-0000-0000-0000-000000000000}"/>
          </ac:spMkLst>
        </pc:spChg>
        <pc:graphicFrameChg chg="mod modGraphic">
          <ac:chgData name="Owais Ahmed" userId="6abc7d4556b3b071" providerId="LiveId" clId="{CACC8309-725A-4E89-8A58-327E57842544}" dt="2023-03-17T06:14:30.913" v="4206"/>
          <ac:graphicFrameMkLst>
            <pc:docMk/>
            <pc:sldMk cId="1302322864" sldId="2514"/>
            <ac:graphicFrameMk id="48" creationId="{5A11D907-0453-ACE7-A959-0B37C06816E8}"/>
          </ac:graphicFrameMkLst>
        </pc:graphicFrameChg>
      </pc:sldChg>
      <pc:sldChg chg="addSp modSp add mod ord addAnim delAnim modAnim modNotesTx">
        <pc:chgData name="Owais Ahmed" userId="6abc7d4556b3b071" providerId="LiveId" clId="{CACC8309-725A-4E89-8A58-327E57842544}" dt="2023-03-17T06:23:49.289" v="4595"/>
        <pc:sldMkLst>
          <pc:docMk/>
          <pc:sldMk cId="3246228150" sldId="2515"/>
        </pc:sldMkLst>
        <pc:spChg chg="mod">
          <ac:chgData name="Owais Ahmed" userId="6abc7d4556b3b071" providerId="LiveId" clId="{CACC8309-725A-4E89-8A58-327E57842544}" dt="2023-03-17T06:11:50.186" v="4152" actId="14100"/>
          <ac:spMkLst>
            <pc:docMk/>
            <pc:sldMk cId="3246228150" sldId="2515"/>
            <ac:spMk id="3" creationId="{4A1C0383-58FE-E486-295E-B33B8683B938}"/>
          </ac:spMkLst>
        </pc:spChg>
        <pc:spChg chg="add mod">
          <ac:chgData name="Owais Ahmed" userId="6abc7d4556b3b071" providerId="LiveId" clId="{CACC8309-725A-4E89-8A58-327E57842544}" dt="2023-03-17T06:20:32.463" v="4506" actId="1582"/>
          <ac:spMkLst>
            <pc:docMk/>
            <pc:sldMk cId="3246228150" sldId="2515"/>
            <ac:spMk id="6" creationId="{C6F8860E-F5F1-0686-48D3-028BE12FD781}"/>
          </ac:spMkLst>
        </pc:spChg>
        <pc:spChg chg="add mod">
          <ac:chgData name="Owais Ahmed" userId="6abc7d4556b3b071" providerId="LiveId" clId="{CACC8309-725A-4E89-8A58-327E57842544}" dt="2023-03-17T06:21:33.073" v="4513" actId="208"/>
          <ac:spMkLst>
            <pc:docMk/>
            <pc:sldMk cId="3246228150" sldId="2515"/>
            <ac:spMk id="7" creationId="{6829CA18-E295-D216-9A77-4D05F7306324}"/>
          </ac:spMkLst>
        </pc:spChg>
        <pc:spChg chg="add mod">
          <ac:chgData name="Owais Ahmed" userId="6abc7d4556b3b071" providerId="LiveId" clId="{CACC8309-725A-4E89-8A58-327E57842544}" dt="2023-03-17T06:21:28.737" v="4512" actId="208"/>
          <ac:spMkLst>
            <pc:docMk/>
            <pc:sldMk cId="3246228150" sldId="2515"/>
            <ac:spMk id="8" creationId="{66001DA5-9763-694F-3461-8B0CCF5C486A}"/>
          </ac:spMkLst>
        </pc:spChg>
        <pc:spChg chg="mod">
          <ac:chgData name="Owais Ahmed" userId="6abc7d4556b3b071" providerId="LiveId" clId="{CACC8309-725A-4E89-8A58-327E57842544}" dt="2023-03-17T06:10:57.431" v="4038"/>
          <ac:spMkLst>
            <pc:docMk/>
            <pc:sldMk cId="3246228150" sldId="2515"/>
            <ac:spMk id="215" creationId="{00000000-0000-0000-0000-000000000000}"/>
          </ac:spMkLst>
        </pc:spChg>
        <pc:graphicFrameChg chg="add mod modGraphic">
          <ac:chgData name="Owais Ahmed" userId="6abc7d4556b3b071" providerId="LiveId" clId="{CACC8309-725A-4E89-8A58-327E57842544}" dt="2023-03-17T06:13:44.386" v="4199" actId="14100"/>
          <ac:graphicFrameMkLst>
            <pc:docMk/>
            <pc:sldMk cId="3246228150" sldId="2515"/>
            <ac:graphicFrameMk id="4" creationId="{47365F98-8E62-6BEF-876E-BECE48C9DEEA}"/>
          </ac:graphicFrameMkLst>
        </pc:graphicFrameChg>
        <pc:graphicFrameChg chg="add mod modGraphic">
          <ac:chgData name="Owais Ahmed" userId="6abc7d4556b3b071" providerId="LiveId" clId="{CACC8309-725A-4E89-8A58-327E57842544}" dt="2023-03-17T06:16:28.047" v="4227" actId="113"/>
          <ac:graphicFrameMkLst>
            <pc:docMk/>
            <pc:sldMk cId="3246228150" sldId="2515"/>
            <ac:graphicFrameMk id="5" creationId="{AB9DC9D2-5A0F-5C3D-535C-0B520B0891FA}"/>
          </ac:graphicFrameMkLst>
        </pc:graphicFrameChg>
      </pc:sldChg>
    </pc:docChg>
  </pc:docChgLst>
  <pc:docChgLst>
    <pc:chgData name="Owais Ahmed" userId="6abc7d4556b3b071" providerId="LiveId" clId="{ADC60C37-1EF1-4DBC-B39E-53715DF15880}"/>
    <pc:docChg chg="undo custSel addSld delSld modSld modSection">
      <pc:chgData name="Owais Ahmed" userId="6abc7d4556b3b071" providerId="LiveId" clId="{ADC60C37-1EF1-4DBC-B39E-53715DF15880}" dt="2023-05-19T04:26:01.894" v="1634" actId="20577"/>
      <pc:docMkLst>
        <pc:docMk/>
      </pc:docMkLst>
      <pc:sldChg chg="modSp mod">
        <pc:chgData name="Owais Ahmed" userId="6abc7d4556b3b071" providerId="LiveId" clId="{ADC60C37-1EF1-4DBC-B39E-53715DF15880}" dt="2023-05-19T03:57:41.740" v="252" actId="20577"/>
        <pc:sldMkLst>
          <pc:docMk/>
          <pc:sldMk cId="1649098948" sldId="2462"/>
        </pc:sldMkLst>
        <pc:spChg chg="mod">
          <ac:chgData name="Owais Ahmed" userId="6abc7d4556b3b071" providerId="LiveId" clId="{ADC60C37-1EF1-4DBC-B39E-53715DF15880}" dt="2023-05-19T03:57:41.740" v="252" actId="20577"/>
          <ac:spMkLst>
            <pc:docMk/>
            <pc:sldMk cId="1649098948" sldId="2462"/>
            <ac:spMk id="6" creationId="{F3C89A40-EEAA-43AB-9A3A-B2CFDE450F1B}"/>
          </ac:spMkLst>
        </pc:spChg>
      </pc:sldChg>
      <pc:sldChg chg="add">
        <pc:chgData name="Owais Ahmed" userId="6abc7d4556b3b071" providerId="LiveId" clId="{ADC60C37-1EF1-4DBC-B39E-53715DF15880}" dt="2023-05-19T03:54:24.206" v="0" actId="2890"/>
        <pc:sldMkLst>
          <pc:docMk/>
          <pc:sldMk cId="3872738391" sldId="2522"/>
        </pc:sldMkLst>
      </pc:sldChg>
      <pc:sldChg chg="addSp delSp modSp add mod delAnim modAnim">
        <pc:chgData name="Owais Ahmed" userId="6abc7d4556b3b071" providerId="LiveId" clId="{ADC60C37-1EF1-4DBC-B39E-53715DF15880}" dt="2023-05-19T03:57:11.170" v="215" actId="14100"/>
        <pc:sldMkLst>
          <pc:docMk/>
          <pc:sldMk cId="10490053" sldId="2523"/>
        </pc:sldMkLst>
        <pc:spChg chg="mod">
          <ac:chgData name="Owais Ahmed" userId="6abc7d4556b3b071" providerId="LiveId" clId="{ADC60C37-1EF1-4DBC-B39E-53715DF15880}" dt="2023-05-19T03:57:11.170" v="215" actId="14100"/>
          <ac:spMkLst>
            <pc:docMk/>
            <pc:sldMk cId="10490053" sldId="2523"/>
            <ac:spMk id="3" creationId="{4A1C0383-58FE-E486-295E-B33B8683B938}"/>
          </ac:spMkLst>
        </pc:spChg>
        <pc:spChg chg="mod">
          <ac:chgData name="Owais Ahmed" userId="6abc7d4556b3b071" providerId="LiveId" clId="{ADC60C37-1EF1-4DBC-B39E-53715DF15880}" dt="2023-05-19T03:54:51.616" v="31" actId="20577"/>
          <ac:spMkLst>
            <pc:docMk/>
            <pc:sldMk cId="10490053" sldId="2523"/>
            <ac:spMk id="215" creationId="{00000000-0000-0000-0000-000000000000}"/>
          </ac:spMkLst>
        </pc:spChg>
        <pc:picChg chg="del">
          <ac:chgData name="Owais Ahmed" userId="6abc7d4556b3b071" providerId="LiveId" clId="{ADC60C37-1EF1-4DBC-B39E-53715DF15880}" dt="2023-05-19T03:54:58.933" v="33" actId="478"/>
          <ac:picMkLst>
            <pc:docMk/>
            <pc:sldMk cId="10490053" sldId="2523"/>
            <ac:picMk id="5" creationId="{33AC187A-FBC4-F479-02E8-6BE23452081D}"/>
          </ac:picMkLst>
        </pc:picChg>
        <pc:picChg chg="del">
          <ac:chgData name="Owais Ahmed" userId="6abc7d4556b3b071" providerId="LiveId" clId="{ADC60C37-1EF1-4DBC-B39E-53715DF15880}" dt="2023-05-19T03:54:57.633" v="32" actId="478"/>
          <ac:picMkLst>
            <pc:docMk/>
            <pc:sldMk cId="10490053" sldId="2523"/>
            <ac:picMk id="7" creationId="{ABD5C9C4-BB4C-E6D2-4557-0A1182B98E7B}"/>
          </ac:picMkLst>
        </pc:picChg>
        <pc:picChg chg="add mod">
          <ac:chgData name="Owais Ahmed" userId="6abc7d4556b3b071" providerId="LiveId" clId="{ADC60C37-1EF1-4DBC-B39E-53715DF15880}" dt="2023-05-19T03:57:04.722" v="214" actId="1076"/>
          <ac:picMkLst>
            <pc:docMk/>
            <pc:sldMk cId="10490053" sldId="2523"/>
            <ac:picMk id="1026" creationId="{45D0EF12-D6FF-DAAD-7184-0B742E533748}"/>
          </ac:picMkLst>
        </pc:picChg>
      </pc:sldChg>
      <pc:sldChg chg="addSp delSp modSp add mod delAnim modAnim">
        <pc:chgData name="Owais Ahmed" userId="6abc7d4556b3b071" providerId="LiveId" clId="{ADC60C37-1EF1-4DBC-B39E-53715DF15880}" dt="2023-05-19T04:02:25.154" v="663" actId="20577"/>
        <pc:sldMkLst>
          <pc:docMk/>
          <pc:sldMk cId="2018994293" sldId="2524"/>
        </pc:sldMkLst>
        <pc:spChg chg="del mod">
          <ac:chgData name="Owais Ahmed" userId="6abc7d4556b3b071" providerId="LiveId" clId="{ADC60C37-1EF1-4DBC-B39E-53715DF15880}" dt="2023-05-19T03:59:29.603" v="380" actId="478"/>
          <ac:spMkLst>
            <pc:docMk/>
            <pc:sldMk cId="2018994293" sldId="2524"/>
            <ac:spMk id="3" creationId="{4A1C0383-58FE-E486-295E-B33B8683B938}"/>
          </ac:spMkLst>
        </pc:spChg>
        <pc:spChg chg="add del mod">
          <ac:chgData name="Owais Ahmed" userId="6abc7d4556b3b071" providerId="LiveId" clId="{ADC60C37-1EF1-4DBC-B39E-53715DF15880}" dt="2023-05-19T03:59:27.741" v="379" actId="478"/>
          <ac:spMkLst>
            <pc:docMk/>
            <pc:sldMk cId="2018994293" sldId="2524"/>
            <ac:spMk id="4" creationId="{DB2F0015-7FC0-A09F-FE5B-49BD3BD50C1C}"/>
          </ac:spMkLst>
        </pc:spChg>
        <pc:spChg chg="add mod">
          <ac:chgData name="Owais Ahmed" userId="6abc7d4556b3b071" providerId="LiveId" clId="{ADC60C37-1EF1-4DBC-B39E-53715DF15880}" dt="2023-05-19T04:01:39.994" v="605" actId="14100"/>
          <ac:spMkLst>
            <pc:docMk/>
            <pc:sldMk cId="2018994293" sldId="2524"/>
            <ac:spMk id="5" creationId="{1557C934-45CC-311C-E93F-57CAE551F566}"/>
          </ac:spMkLst>
        </pc:spChg>
        <pc:spChg chg="add mod">
          <ac:chgData name="Owais Ahmed" userId="6abc7d4556b3b071" providerId="LiveId" clId="{ADC60C37-1EF1-4DBC-B39E-53715DF15880}" dt="2023-05-19T04:02:25.154" v="663" actId="20577"/>
          <ac:spMkLst>
            <pc:docMk/>
            <pc:sldMk cId="2018994293" sldId="2524"/>
            <ac:spMk id="6" creationId="{D860E845-F851-BEF3-7FD1-6363C9FDCE56}"/>
          </ac:spMkLst>
        </pc:spChg>
        <pc:spChg chg="mod">
          <ac:chgData name="Owais Ahmed" userId="6abc7d4556b3b071" providerId="LiveId" clId="{ADC60C37-1EF1-4DBC-B39E-53715DF15880}" dt="2023-05-19T03:57:52.530" v="287" actId="20577"/>
          <ac:spMkLst>
            <pc:docMk/>
            <pc:sldMk cId="2018994293" sldId="2524"/>
            <ac:spMk id="215" creationId="{00000000-0000-0000-0000-000000000000}"/>
          </ac:spMkLst>
        </pc:spChg>
        <pc:picChg chg="del">
          <ac:chgData name="Owais Ahmed" userId="6abc7d4556b3b071" providerId="LiveId" clId="{ADC60C37-1EF1-4DBC-B39E-53715DF15880}" dt="2023-05-19T03:57:57.950" v="288" actId="478"/>
          <ac:picMkLst>
            <pc:docMk/>
            <pc:sldMk cId="2018994293" sldId="2524"/>
            <ac:picMk id="1026" creationId="{45D0EF12-D6FF-DAAD-7184-0B742E533748}"/>
          </ac:picMkLst>
        </pc:picChg>
      </pc:sldChg>
      <pc:sldChg chg="add del">
        <pc:chgData name="Owais Ahmed" userId="6abc7d4556b3b071" providerId="LiveId" clId="{ADC60C37-1EF1-4DBC-B39E-53715DF15880}" dt="2023-05-19T04:05:52.262" v="666" actId="47"/>
        <pc:sldMkLst>
          <pc:docMk/>
          <pc:sldMk cId="95030580" sldId="2525"/>
        </pc:sldMkLst>
      </pc:sldChg>
      <pc:sldChg chg="addSp delSp modSp add mod addAnim delAnim modAnim">
        <pc:chgData name="Owais Ahmed" userId="6abc7d4556b3b071" providerId="LiveId" clId="{ADC60C37-1EF1-4DBC-B39E-53715DF15880}" dt="2023-05-19T04:17:33.385" v="974" actId="6549"/>
        <pc:sldMkLst>
          <pc:docMk/>
          <pc:sldMk cId="645466274" sldId="2525"/>
        </pc:sldMkLst>
        <pc:spChg chg="mod">
          <ac:chgData name="Owais Ahmed" userId="6abc7d4556b3b071" providerId="LiveId" clId="{ADC60C37-1EF1-4DBC-B39E-53715DF15880}" dt="2023-05-19T04:14:14.942" v="935" actId="27636"/>
          <ac:spMkLst>
            <pc:docMk/>
            <pc:sldMk cId="645466274" sldId="2525"/>
            <ac:spMk id="3" creationId="{4A1C0383-58FE-E486-295E-B33B8683B938}"/>
          </ac:spMkLst>
        </pc:spChg>
        <pc:spChg chg="mod">
          <ac:chgData name="Owais Ahmed" userId="6abc7d4556b3b071" providerId="LiveId" clId="{ADC60C37-1EF1-4DBC-B39E-53715DF15880}" dt="2023-05-19T04:17:33.385" v="974" actId="6549"/>
          <ac:spMkLst>
            <pc:docMk/>
            <pc:sldMk cId="645466274" sldId="2525"/>
            <ac:spMk id="215" creationId="{00000000-0000-0000-0000-000000000000}"/>
          </ac:spMkLst>
        </pc:spChg>
        <pc:graphicFrameChg chg="mod modGraphic">
          <ac:chgData name="Owais Ahmed" userId="6abc7d4556b3b071" providerId="LiveId" clId="{ADC60C37-1EF1-4DBC-B39E-53715DF15880}" dt="2023-05-19T04:14:42.533" v="952"/>
          <ac:graphicFrameMkLst>
            <pc:docMk/>
            <pc:sldMk cId="645466274" sldId="2525"/>
            <ac:graphicFrameMk id="4" creationId="{1034A38F-887F-80BB-1296-12F5A3103EA9}"/>
          </ac:graphicFrameMkLst>
        </pc:graphicFrameChg>
        <pc:picChg chg="del">
          <ac:chgData name="Owais Ahmed" userId="6abc7d4556b3b071" providerId="LiveId" clId="{ADC60C37-1EF1-4DBC-B39E-53715DF15880}" dt="2023-05-19T04:07:09.849" v="683" actId="478"/>
          <ac:picMkLst>
            <pc:docMk/>
            <pc:sldMk cId="645466274" sldId="2525"/>
            <ac:picMk id="6" creationId="{EC596F7E-93FA-372F-C77B-35042A5DFDE6}"/>
          </ac:picMkLst>
        </pc:picChg>
        <pc:picChg chg="add mod">
          <ac:chgData name="Owais Ahmed" userId="6abc7d4556b3b071" providerId="LiveId" clId="{ADC60C37-1EF1-4DBC-B39E-53715DF15880}" dt="2023-05-19T04:14:11.992" v="933" actId="1076"/>
          <ac:picMkLst>
            <pc:docMk/>
            <pc:sldMk cId="645466274" sldId="2525"/>
            <ac:picMk id="7" creationId="{8EF90C2A-B89D-CFBD-6B15-F526D57DA438}"/>
          </ac:picMkLst>
        </pc:picChg>
      </pc:sldChg>
      <pc:sldChg chg="addSp delSp modSp add mod delAnim modAnim modNotesTx">
        <pc:chgData name="Owais Ahmed" userId="6abc7d4556b3b071" providerId="LiveId" clId="{ADC60C37-1EF1-4DBC-B39E-53715DF15880}" dt="2023-05-19T04:20:49.183" v="1156" actId="1076"/>
        <pc:sldMkLst>
          <pc:docMk/>
          <pc:sldMk cId="3637680761" sldId="2526"/>
        </pc:sldMkLst>
        <pc:spChg chg="mod">
          <ac:chgData name="Owais Ahmed" userId="6abc7d4556b3b071" providerId="LiveId" clId="{ADC60C37-1EF1-4DBC-B39E-53715DF15880}" dt="2023-05-19T04:20:43.966" v="1154" actId="27636"/>
          <ac:spMkLst>
            <pc:docMk/>
            <pc:sldMk cId="3637680761" sldId="2526"/>
            <ac:spMk id="3" creationId="{4A1C0383-58FE-E486-295E-B33B8683B938}"/>
          </ac:spMkLst>
        </pc:spChg>
        <pc:spChg chg="mod">
          <ac:chgData name="Owais Ahmed" userId="6abc7d4556b3b071" providerId="LiveId" clId="{ADC60C37-1EF1-4DBC-B39E-53715DF15880}" dt="2023-05-19T04:17:36.115" v="976" actId="6549"/>
          <ac:spMkLst>
            <pc:docMk/>
            <pc:sldMk cId="3637680761" sldId="2526"/>
            <ac:spMk id="215" creationId="{00000000-0000-0000-0000-000000000000}"/>
          </ac:spMkLst>
        </pc:spChg>
        <pc:graphicFrameChg chg="del">
          <ac:chgData name="Owais Ahmed" userId="6abc7d4556b3b071" providerId="LiveId" clId="{ADC60C37-1EF1-4DBC-B39E-53715DF15880}" dt="2023-05-19T04:15:24.112" v="955" actId="478"/>
          <ac:graphicFrameMkLst>
            <pc:docMk/>
            <pc:sldMk cId="3637680761" sldId="2526"/>
            <ac:graphicFrameMk id="4" creationId="{1034A38F-887F-80BB-1296-12F5A3103EA9}"/>
          </ac:graphicFrameMkLst>
        </pc:graphicFrameChg>
        <pc:picChg chg="add del mod modCrop">
          <ac:chgData name="Owais Ahmed" userId="6abc7d4556b3b071" providerId="LiveId" clId="{ADC60C37-1EF1-4DBC-B39E-53715DF15880}" dt="2023-05-19T04:20:41.400" v="1152" actId="14100"/>
          <ac:picMkLst>
            <pc:docMk/>
            <pc:sldMk cId="3637680761" sldId="2526"/>
            <ac:picMk id="5" creationId="{C98EDCE2-5EA9-0E94-5D6A-FA137B8E143D}"/>
          </ac:picMkLst>
        </pc:picChg>
        <pc:picChg chg="add mod modCrop">
          <ac:chgData name="Owais Ahmed" userId="6abc7d4556b3b071" providerId="LiveId" clId="{ADC60C37-1EF1-4DBC-B39E-53715DF15880}" dt="2023-05-19T04:20:49.183" v="1156" actId="1076"/>
          <ac:picMkLst>
            <pc:docMk/>
            <pc:sldMk cId="3637680761" sldId="2526"/>
            <ac:picMk id="6" creationId="{B4FA62DA-8CBB-84C6-680D-13D703385273}"/>
          </ac:picMkLst>
        </pc:picChg>
        <pc:picChg chg="del">
          <ac:chgData name="Owais Ahmed" userId="6abc7d4556b3b071" providerId="LiveId" clId="{ADC60C37-1EF1-4DBC-B39E-53715DF15880}" dt="2023-05-19T04:15:22.037" v="954" actId="478"/>
          <ac:picMkLst>
            <pc:docMk/>
            <pc:sldMk cId="3637680761" sldId="2526"/>
            <ac:picMk id="7" creationId="{8EF90C2A-B89D-CFBD-6B15-F526D57DA438}"/>
          </ac:picMkLst>
        </pc:picChg>
      </pc:sldChg>
      <pc:sldChg chg="modSp add del mod">
        <pc:chgData name="Owais Ahmed" userId="6abc7d4556b3b071" providerId="LiveId" clId="{ADC60C37-1EF1-4DBC-B39E-53715DF15880}" dt="2023-05-19T04:06:13.390" v="672" actId="47"/>
        <pc:sldMkLst>
          <pc:docMk/>
          <pc:sldMk cId="3897119825" sldId="2526"/>
        </pc:sldMkLst>
        <pc:spChg chg="mod">
          <ac:chgData name="Owais Ahmed" userId="6abc7d4556b3b071" providerId="LiveId" clId="{ADC60C37-1EF1-4DBC-B39E-53715DF15880}" dt="2023-05-19T04:05:57.981" v="671" actId="20577"/>
          <ac:spMkLst>
            <pc:docMk/>
            <pc:sldMk cId="3897119825" sldId="2526"/>
            <ac:spMk id="215" creationId="{00000000-0000-0000-0000-000000000000}"/>
          </ac:spMkLst>
        </pc:spChg>
      </pc:sldChg>
      <pc:sldChg chg="addSp delSp modSp add mod delAnim modAnim">
        <pc:chgData name="Owais Ahmed" userId="6abc7d4556b3b071" providerId="LiveId" clId="{ADC60C37-1EF1-4DBC-B39E-53715DF15880}" dt="2023-05-19T04:26:01.894" v="1634" actId="20577"/>
        <pc:sldMkLst>
          <pc:docMk/>
          <pc:sldMk cId="847185206" sldId="2527"/>
        </pc:sldMkLst>
        <pc:spChg chg="mod">
          <ac:chgData name="Owais Ahmed" userId="6abc7d4556b3b071" providerId="LiveId" clId="{ADC60C37-1EF1-4DBC-B39E-53715DF15880}" dt="2023-05-19T04:26:01.894" v="1634" actId="20577"/>
          <ac:spMkLst>
            <pc:docMk/>
            <pc:sldMk cId="847185206" sldId="2527"/>
            <ac:spMk id="3" creationId="{4A1C0383-58FE-E486-295E-B33B8683B938}"/>
          </ac:spMkLst>
        </pc:spChg>
        <pc:spChg chg="mod">
          <ac:chgData name="Owais Ahmed" userId="6abc7d4556b3b071" providerId="LiveId" clId="{ADC60C37-1EF1-4DBC-B39E-53715DF15880}" dt="2023-05-19T04:23:16.320" v="1185" actId="20577"/>
          <ac:spMkLst>
            <pc:docMk/>
            <pc:sldMk cId="847185206" sldId="2527"/>
            <ac:spMk id="215" creationId="{00000000-0000-0000-0000-000000000000}"/>
          </ac:spMkLst>
        </pc:spChg>
        <pc:picChg chg="del">
          <ac:chgData name="Owais Ahmed" userId="6abc7d4556b3b071" providerId="LiveId" clId="{ADC60C37-1EF1-4DBC-B39E-53715DF15880}" dt="2023-05-19T04:23:11.998" v="1172" actId="478"/>
          <ac:picMkLst>
            <pc:docMk/>
            <pc:sldMk cId="847185206" sldId="2527"/>
            <ac:picMk id="5" creationId="{C98EDCE2-5EA9-0E94-5D6A-FA137B8E143D}"/>
          </ac:picMkLst>
        </pc:picChg>
        <pc:picChg chg="del">
          <ac:chgData name="Owais Ahmed" userId="6abc7d4556b3b071" providerId="LiveId" clId="{ADC60C37-1EF1-4DBC-B39E-53715DF15880}" dt="2023-05-19T04:23:12.387" v="1173" actId="478"/>
          <ac:picMkLst>
            <pc:docMk/>
            <pc:sldMk cId="847185206" sldId="2527"/>
            <ac:picMk id="6" creationId="{B4FA62DA-8CBB-84C6-680D-13D703385273}"/>
          </ac:picMkLst>
        </pc:picChg>
        <pc:picChg chg="add mod">
          <ac:chgData name="Owais Ahmed" userId="6abc7d4556b3b071" providerId="LiveId" clId="{ADC60C37-1EF1-4DBC-B39E-53715DF15880}" dt="2023-05-19T04:23:32.680" v="1194" actId="1076"/>
          <ac:picMkLst>
            <pc:docMk/>
            <pc:sldMk cId="847185206" sldId="2527"/>
            <ac:picMk id="2050" creationId="{D6B19A3C-7BFA-2717-CD3F-F39C1B80D869}"/>
          </ac:picMkLst>
        </pc:picChg>
      </pc:sldChg>
    </pc:docChg>
  </pc:docChgLst>
  <pc:docChgLst>
    <pc:chgData name="Owais Ahmed" userId="6abc7d4556b3b071" providerId="LiveId" clId="{CA40ACB4-56C5-4589-B864-0BD9FBC8E148}"/>
    <pc:docChg chg="undo custSel addSld delSld modSld sldOrd delSection modSection">
      <pc:chgData name="Owais Ahmed" userId="6abc7d4556b3b071" providerId="LiveId" clId="{CA40ACB4-56C5-4589-B864-0BD9FBC8E148}" dt="2023-05-18T17:59:13.709" v="3367" actId="20577"/>
      <pc:docMkLst>
        <pc:docMk/>
      </pc:docMkLst>
      <pc:sldChg chg="ord">
        <pc:chgData name="Owais Ahmed" userId="6abc7d4556b3b071" providerId="LiveId" clId="{CA40ACB4-56C5-4589-B864-0BD9FBC8E148}" dt="2023-05-13T04:56:44.529" v="6"/>
        <pc:sldMkLst>
          <pc:docMk/>
          <pc:sldMk cId="927727573" sldId="2436"/>
        </pc:sldMkLst>
      </pc:sldChg>
      <pc:sldChg chg="modSp mod">
        <pc:chgData name="Owais Ahmed" userId="6abc7d4556b3b071" providerId="LiveId" clId="{CA40ACB4-56C5-4589-B864-0BD9FBC8E148}" dt="2023-05-13T10:13:09.317" v="3071" actId="20577"/>
        <pc:sldMkLst>
          <pc:docMk/>
          <pc:sldMk cId="1649098948" sldId="2462"/>
        </pc:sldMkLst>
        <pc:spChg chg="mod">
          <ac:chgData name="Owais Ahmed" userId="6abc7d4556b3b071" providerId="LiveId" clId="{CA40ACB4-56C5-4589-B864-0BD9FBC8E148}" dt="2023-05-13T10:13:09.317" v="3071" actId="20577"/>
          <ac:spMkLst>
            <pc:docMk/>
            <pc:sldMk cId="1649098948" sldId="2462"/>
            <ac:spMk id="6" creationId="{F3C89A40-EEAA-43AB-9A3A-B2CFDE450F1B}"/>
          </ac:spMkLst>
        </pc:spChg>
      </pc:sldChg>
      <pc:sldChg chg="modSp mod ord modAnim">
        <pc:chgData name="Owais Ahmed" userId="6abc7d4556b3b071" providerId="LiveId" clId="{CA40ACB4-56C5-4589-B864-0BD9FBC8E148}" dt="2023-05-13T05:11:54.767" v="696" actId="20577"/>
        <pc:sldMkLst>
          <pc:docMk/>
          <pc:sldMk cId="138766739" sldId="2512"/>
        </pc:sldMkLst>
        <pc:spChg chg="mod">
          <ac:chgData name="Owais Ahmed" userId="6abc7d4556b3b071" providerId="LiveId" clId="{CA40ACB4-56C5-4589-B864-0BD9FBC8E148}" dt="2023-05-13T05:11:54.767" v="696" actId="20577"/>
          <ac:spMkLst>
            <pc:docMk/>
            <pc:sldMk cId="138766739" sldId="2512"/>
            <ac:spMk id="3" creationId="{4A1C0383-58FE-E486-295E-B33B8683B938}"/>
          </ac:spMkLst>
        </pc:spChg>
        <pc:spChg chg="mod">
          <ac:chgData name="Owais Ahmed" userId="6abc7d4556b3b071" providerId="LiveId" clId="{CA40ACB4-56C5-4589-B864-0BD9FBC8E148}" dt="2023-05-13T05:01:12.402" v="68" actId="20577"/>
          <ac:spMkLst>
            <pc:docMk/>
            <pc:sldMk cId="138766739" sldId="2512"/>
            <ac:spMk id="215" creationId="{00000000-0000-0000-0000-000000000000}"/>
          </ac:spMkLst>
        </pc:spChg>
      </pc:sldChg>
      <pc:sldChg chg="addSp modSp add mod modAnim">
        <pc:chgData name="Owais Ahmed" userId="6abc7d4556b3b071" providerId="LiveId" clId="{CA40ACB4-56C5-4589-B864-0BD9FBC8E148}" dt="2023-05-13T05:13:47.559" v="937" actId="20577"/>
        <pc:sldMkLst>
          <pc:docMk/>
          <pc:sldMk cId="2057891609" sldId="2513"/>
        </pc:sldMkLst>
        <pc:spChg chg="mod">
          <ac:chgData name="Owais Ahmed" userId="6abc7d4556b3b071" providerId="LiveId" clId="{CA40ACB4-56C5-4589-B864-0BD9FBC8E148}" dt="2023-05-13T05:13:47.559" v="937" actId="20577"/>
          <ac:spMkLst>
            <pc:docMk/>
            <pc:sldMk cId="2057891609" sldId="2513"/>
            <ac:spMk id="3" creationId="{4A1C0383-58FE-E486-295E-B33B8683B938}"/>
          </ac:spMkLst>
        </pc:spChg>
        <pc:spChg chg="add mod">
          <ac:chgData name="Owais Ahmed" userId="6abc7d4556b3b071" providerId="LiveId" clId="{CA40ACB4-56C5-4589-B864-0BD9FBC8E148}" dt="2023-05-13T05:10:49.171" v="658" actId="1076"/>
          <ac:spMkLst>
            <pc:docMk/>
            <pc:sldMk cId="2057891609" sldId="2513"/>
            <ac:spMk id="4" creationId="{0E7C75D9-16B3-E6B6-EC48-76D3E77DC887}"/>
          </ac:spMkLst>
        </pc:spChg>
        <pc:spChg chg="add mod">
          <ac:chgData name="Owais Ahmed" userId="6abc7d4556b3b071" providerId="LiveId" clId="{CA40ACB4-56C5-4589-B864-0BD9FBC8E148}" dt="2023-05-13T05:11:11.490" v="665" actId="1076"/>
          <ac:spMkLst>
            <pc:docMk/>
            <pc:sldMk cId="2057891609" sldId="2513"/>
            <ac:spMk id="5" creationId="{A338149D-6F9A-D4A1-13B5-AE8A552E859F}"/>
          </ac:spMkLst>
        </pc:spChg>
      </pc:sldChg>
      <pc:sldChg chg="del">
        <pc:chgData name="Owais Ahmed" userId="6abc7d4556b3b071" providerId="LiveId" clId="{CA40ACB4-56C5-4589-B864-0BD9FBC8E148}" dt="2023-05-13T04:56:12.025" v="0" actId="47"/>
        <pc:sldMkLst>
          <pc:docMk/>
          <pc:sldMk cId="3186824690" sldId="2513"/>
        </pc:sldMkLst>
      </pc:sldChg>
      <pc:sldChg chg="addSp delSp modSp add mod delAnim modAnim">
        <pc:chgData name="Owais Ahmed" userId="6abc7d4556b3b071" providerId="LiveId" clId="{CA40ACB4-56C5-4589-B864-0BD9FBC8E148}" dt="2023-05-13T08:02:17.927" v="2898" actId="20577"/>
        <pc:sldMkLst>
          <pc:docMk/>
          <pc:sldMk cId="766839772" sldId="2514"/>
        </pc:sldMkLst>
        <pc:spChg chg="mod">
          <ac:chgData name="Owais Ahmed" userId="6abc7d4556b3b071" providerId="LiveId" clId="{CA40ACB4-56C5-4589-B864-0BD9FBC8E148}" dt="2023-05-13T06:20:22.774" v="1320" actId="27636"/>
          <ac:spMkLst>
            <pc:docMk/>
            <pc:sldMk cId="766839772" sldId="2514"/>
            <ac:spMk id="3" creationId="{4A1C0383-58FE-E486-295E-B33B8683B938}"/>
          </ac:spMkLst>
        </pc:spChg>
        <pc:spChg chg="del">
          <ac:chgData name="Owais Ahmed" userId="6abc7d4556b3b071" providerId="LiveId" clId="{CA40ACB4-56C5-4589-B864-0BD9FBC8E148}" dt="2023-05-13T05:14:10.899" v="946" actId="478"/>
          <ac:spMkLst>
            <pc:docMk/>
            <pc:sldMk cId="766839772" sldId="2514"/>
            <ac:spMk id="4" creationId="{0E7C75D9-16B3-E6B6-EC48-76D3E77DC887}"/>
          </ac:spMkLst>
        </pc:spChg>
        <pc:spChg chg="del">
          <ac:chgData name="Owais Ahmed" userId="6abc7d4556b3b071" providerId="LiveId" clId="{CA40ACB4-56C5-4589-B864-0BD9FBC8E148}" dt="2023-05-13T05:14:11.373" v="947" actId="478"/>
          <ac:spMkLst>
            <pc:docMk/>
            <pc:sldMk cId="766839772" sldId="2514"/>
            <ac:spMk id="5" creationId="{A338149D-6F9A-D4A1-13B5-AE8A552E859F}"/>
          </ac:spMkLst>
        </pc:spChg>
        <pc:spChg chg="add mod">
          <ac:chgData name="Owais Ahmed" userId="6abc7d4556b3b071" providerId="LiveId" clId="{CA40ACB4-56C5-4589-B864-0BD9FBC8E148}" dt="2023-05-13T08:02:17.927" v="2898" actId="20577"/>
          <ac:spMkLst>
            <pc:docMk/>
            <pc:sldMk cId="766839772" sldId="2514"/>
            <ac:spMk id="6" creationId="{AF41709B-7AD5-0D47-ED8D-8A1293D3EF39}"/>
          </ac:spMkLst>
        </pc:spChg>
        <pc:spChg chg="mod">
          <ac:chgData name="Owais Ahmed" userId="6abc7d4556b3b071" providerId="LiveId" clId="{CA40ACB4-56C5-4589-B864-0BD9FBC8E148}" dt="2023-05-13T05:14:08.334" v="945" actId="20577"/>
          <ac:spMkLst>
            <pc:docMk/>
            <pc:sldMk cId="766839772" sldId="2514"/>
            <ac:spMk id="215" creationId="{00000000-0000-0000-0000-000000000000}"/>
          </ac:spMkLst>
        </pc:spChg>
        <pc:graphicFrameChg chg="add mod modGraphic">
          <ac:chgData name="Owais Ahmed" userId="6abc7d4556b3b071" providerId="LiveId" clId="{CA40ACB4-56C5-4589-B864-0BD9FBC8E148}" dt="2023-05-13T07:52:56.680" v="2896" actId="20577"/>
          <ac:graphicFrameMkLst>
            <pc:docMk/>
            <pc:sldMk cId="766839772" sldId="2514"/>
            <ac:graphicFrameMk id="4" creationId="{1034A38F-887F-80BB-1296-12F5A3103EA9}"/>
          </ac:graphicFrameMkLst>
        </pc:graphicFrameChg>
        <pc:picChg chg="add del mod">
          <ac:chgData name="Owais Ahmed" userId="6abc7d4556b3b071" providerId="LiveId" clId="{CA40ACB4-56C5-4589-B864-0BD9FBC8E148}" dt="2023-05-13T06:34:33.721" v="1536" actId="478"/>
          <ac:picMkLst>
            <pc:docMk/>
            <pc:sldMk cId="766839772" sldId="2514"/>
            <ac:picMk id="8" creationId="{8BBF8E21-0E09-E008-112C-2BD2D0A7B0FA}"/>
          </ac:picMkLst>
        </pc:picChg>
        <pc:picChg chg="add mod">
          <ac:chgData name="Owais Ahmed" userId="6abc7d4556b3b071" providerId="LiveId" clId="{CA40ACB4-56C5-4589-B864-0BD9FBC8E148}" dt="2023-05-13T06:34:37.465" v="1538" actId="1076"/>
          <ac:picMkLst>
            <pc:docMk/>
            <pc:sldMk cId="766839772" sldId="2514"/>
            <ac:picMk id="10" creationId="{588B9CE5-956F-1EC7-DAAC-3897EEE9BBF1}"/>
          </ac:picMkLst>
        </pc:picChg>
      </pc:sldChg>
      <pc:sldChg chg="addSp delSp modSp add mod addAnim delAnim modAnim">
        <pc:chgData name="Owais Ahmed" userId="6abc7d4556b3b071" providerId="LiveId" clId="{CA40ACB4-56C5-4589-B864-0BD9FBC8E148}" dt="2023-05-13T07:00:17.319" v="2043" actId="20577"/>
        <pc:sldMkLst>
          <pc:docMk/>
          <pc:sldMk cId="4043370130" sldId="2515"/>
        </pc:sldMkLst>
        <pc:spChg chg="mod">
          <ac:chgData name="Owais Ahmed" userId="6abc7d4556b3b071" providerId="LiveId" clId="{CA40ACB4-56C5-4589-B864-0BD9FBC8E148}" dt="2023-05-13T07:00:17.319" v="2043" actId="20577"/>
          <ac:spMkLst>
            <pc:docMk/>
            <pc:sldMk cId="4043370130" sldId="2515"/>
            <ac:spMk id="3" creationId="{4A1C0383-58FE-E486-295E-B33B8683B938}"/>
          </ac:spMkLst>
        </pc:spChg>
        <pc:spChg chg="add del mod">
          <ac:chgData name="Owais Ahmed" userId="6abc7d4556b3b071" providerId="LiveId" clId="{CA40ACB4-56C5-4589-B864-0BD9FBC8E148}" dt="2023-05-13T06:46:49.325" v="1768" actId="478"/>
          <ac:spMkLst>
            <pc:docMk/>
            <pc:sldMk cId="4043370130" sldId="2515"/>
            <ac:spMk id="6" creationId="{AF41709B-7AD5-0D47-ED8D-8A1293D3EF39}"/>
          </ac:spMkLst>
        </pc:spChg>
        <pc:spChg chg="mod">
          <ac:chgData name="Owais Ahmed" userId="6abc7d4556b3b071" providerId="LiveId" clId="{CA40ACB4-56C5-4589-B864-0BD9FBC8E148}" dt="2023-05-13T06:51:02.032" v="1786" actId="20577"/>
          <ac:spMkLst>
            <pc:docMk/>
            <pc:sldMk cId="4043370130" sldId="2515"/>
            <ac:spMk id="215" creationId="{00000000-0000-0000-0000-000000000000}"/>
          </ac:spMkLst>
        </pc:spChg>
        <pc:graphicFrameChg chg="mod modGraphic">
          <ac:chgData name="Owais Ahmed" userId="6abc7d4556b3b071" providerId="LiveId" clId="{CA40ACB4-56C5-4589-B864-0BD9FBC8E148}" dt="2023-05-13T06:53:59.193" v="1881" actId="20577"/>
          <ac:graphicFrameMkLst>
            <pc:docMk/>
            <pc:sldMk cId="4043370130" sldId="2515"/>
            <ac:graphicFrameMk id="4" creationId="{1034A38F-887F-80BB-1296-12F5A3103EA9}"/>
          </ac:graphicFrameMkLst>
        </pc:graphicFrameChg>
        <pc:picChg chg="add del mod ord">
          <ac:chgData name="Owais Ahmed" userId="6abc7d4556b3b071" providerId="LiveId" clId="{CA40ACB4-56C5-4589-B864-0BD9FBC8E148}" dt="2023-05-13T06:51:19.529" v="1787" actId="478"/>
          <ac:picMkLst>
            <pc:docMk/>
            <pc:sldMk cId="4043370130" sldId="2515"/>
            <ac:picMk id="7" creationId="{49177DC3-40AE-858E-5A1C-341D70F42159}"/>
          </ac:picMkLst>
        </pc:picChg>
        <pc:picChg chg="del">
          <ac:chgData name="Owais Ahmed" userId="6abc7d4556b3b071" providerId="LiveId" clId="{CA40ACB4-56C5-4589-B864-0BD9FBC8E148}" dt="2023-05-13T06:30:14.298" v="1459" actId="478"/>
          <ac:picMkLst>
            <pc:docMk/>
            <pc:sldMk cId="4043370130" sldId="2515"/>
            <ac:picMk id="8" creationId="{8BBF8E21-0E09-E008-112C-2BD2D0A7B0FA}"/>
          </ac:picMkLst>
        </pc:picChg>
      </pc:sldChg>
      <pc:sldChg chg="del">
        <pc:chgData name="Owais Ahmed" userId="6abc7d4556b3b071" providerId="LiveId" clId="{CA40ACB4-56C5-4589-B864-0BD9FBC8E148}" dt="2023-05-13T04:56:12.025" v="0" actId="47"/>
        <pc:sldMkLst>
          <pc:docMk/>
          <pc:sldMk cId="1323906722" sldId="2516"/>
        </pc:sldMkLst>
      </pc:sldChg>
      <pc:sldChg chg="addSp delSp modSp add mod ord delAnim modAnim">
        <pc:chgData name="Owais Ahmed" userId="6abc7d4556b3b071" providerId="LiveId" clId="{CA40ACB4-56C5-4589-B864-0BD9FBC8E148}" dt="2023-05-13T08:10:57.557" v="2900"/>
        <pc:sldMkLst>
          <pc:docMk/>
          <pc:sldMk cId="3641615729" sldId="2516"/>
        </pc:sldMkLst>
        <pc:spChg chg="mod">
          <ac:chgData name="Owais Ahmed" userId="6abc7d4556b3b071" providerId="LiveId" clId="{CA40ACB4-56C5-4589-B864-0BD9FBC8E148}" dt="2023-05-13T08:10:42.301" v="2899" actId="20577"/>
          <ac:spMkLst>
            <pc:docMk/>
            <pc:sldMk cId="3641615729" sldId="2516"/>
            <ac:spMk id="3" creationId="{4A1C0383-58FE-E486-295E-B33B8683B938}"/>
          </ac:spMkLst>
        </pc:spChg>
        <pc:spChg chg="ord">
          <ac:chgData name="Owais Ahmed" userId="6abc7d4556b3b071" providerId="LiveId" clId="{CA40ACB4-56C5-4589-B864-0BD9FBC8E148}" dt="2023-05-13T06:48:28.751" v="1775" actId="166"/>
          <ac:spMkLst>
            <pc:docMk/>
            <pc:sldMk cId="3641615729" sldId="2516"/>
            <ac:spMk id="214" creationId="{00000000-0000-0000-0000-000000000000}"/>
          </ac:spMkLst>
        </pc:spChg>
        <pc:graphicFrameChg chg="mod">
          <ac:chgData name="Owais Ahmed" userId="6abc7d4556b3b071" providerId="LiveId" clId="{CA40ACB4-56C5-4589-B864-0BD9FBC8E148}" dt="2023-05-13T06:48:37.980" v="1776" actId="1076"/>
          <ac:graphicFrameMkLst>
            <pc:docMk/>
            <pc:sldMk cId="3641615729" sldId="2516"/>
            <ac:graphicFrameMk id="4" creationId="{1034A38F-887F-80BB-1296-12F5A3103EA9}"/>
          </ac:graphicFrameMkLst>
        </pc:graphicFrameChg>
        <pc:picChg chg="add mod">
          <ac:chgData name="Owais Ahmed" userId="6abc7d4556b3b071" providerId="LiveId" clId="{CA40ACB4-56C5-4589-B864-0BD9FBC8E148}" dt="2023-05-13T06:50:18.216" v="1781" actId="1076"/>
          <ac:picMkLst>
            <pc:docMk/>
            <pc:sldMk cId="3641615729" sldId="2516"/>
            <ac:picMk id="6" creationId="{EC596F7E-93FA-372F-C77B-35042A5DFDE6}"/>
          </ac:picMkLst>
        </pc:picChg>
        <pc:picChg chg="del">
          <ac:chgData name="Owais Ahmed" userId="6abc7d4556b3b071" providerId="LiveId" clId="{CA40ACB4-56C5-4589-B864-0BD9FBC8E148}" dt="2023-05-13T06:50:06.507" v="1777" actId="478"/>
          <ac:picMkLst>
            <pc:docMk/>
            <pc:sldMk cId="3641615729" sldId="2516"/>
            <ac:picMk id="7" creationId="{49177DC3-40AE-858E-5A1C-341D70F42159}"/>
          </ac:picMkLst>
        </pc:picChg>
      </pc:sldChg>
      <pc:sldChg chg="del">
        <pc:chgData name="Owais Ahmed" userId="6abc7d4556b3b071" providerId="LiveId" clId="{CA40ACB4-56C5-4589-B864-0BD9FBC8E148}" dt="2023-05-13T04:56:12.025" v="0" actId="47"/>
        <pc:sldMkLst>
          <pc:docMk/>
          <pc:sldMk cId="1067132684" sldId="2517"/>
        </pc:sldMkLst>
      </pc:sldChg>
      <pc:sldChg chg="addSp delSp modSp add mod addAnim delAnim">
        <pc:chgData name="Owais Ahmed" userId="6abc7d4556b3b071" providerId="LiveId" clId="{CA40ACB4-56C5-4589-B864-0BD9FBC8E148}" dt="2023-05-13T07:00:11.900" v="2037" actId="1076"/>
        <pc:sldMkLst>
          <pc:docMk/>
          <pc:sldMk cId="2424513808" sldId="2517"/>
        </pc:sldMkLst>
        <pc:spChg chg="add del">
          <ac:chgData name="Owais Ahmed" userId="6abc7d4556b3b071" providerId="LiveId" clId="{CA40ACB4-56C5-4589-B864-0BD9FBC8E148}" dt="2023-05-13T06:59:05.291" v="2031" actId="478"/>
          <ac:spMkLst>
            <pc:docMk/>
            <pc:sldMk cId="2424513808" sldId="2517"/>
            <ac:spMk id="3" creationId="{4A1C0383-58FE-E486-295E-B33B8683B938}"/>
          </ac:spMkLst>
        </pc:spChg>
        <pc:spChg chg="add del">
          <ac:chgData name="Owais Ahmed" userId="6abc7d4556b3b071" providerId="LiveId" clId="{CA40ACB4-56C5-4589-B864-0BD9FBC8E148}" dt="2023-05-13T06:57:28.727" v="2014"/>
          <ac:spMkLst>
            <pc:docMk/>
            <pc:sldMk cId="2424513808" sldId="2517"/>
            <ac:spMk id="5" creationId="{D75966DF-BCC6-DEC6-7BBC-465536019DA2}"/>
          </ac:spMkLst>
        </pc:spChg>
        <pc:spChg chg="add del">
          <ac:chgData name="Owais Ahmed" userId="6abc7d4556b3b071" providerId="LiveId" clId="{CA40ACB4-56C5-4589-B864-0BD9FBC8E148}" dt="2023-05-13T06:58:42.384" v="2026"/>
          <ac:spMkLst>
            <pc:docMk/>
            <pc:sldMk cId="2424513808" sldId="2517"/>
            <ac:spMk id="6" creationId="{0A39EBF2-2A57-6E71-7AF7-B80DDB409AA4}"/>
          </ac:spMkLst>
        </pc:spChg>
        <pc:graphicFrameChg chg="del">
          <ac:chgData name="Owais Ahmed" userId="6abc7d4556b3b071" providerId="LiveId" clId="{CA40ACB4-56C5-4589-B864-0BD9FBC8E148}" dt="2023-05-13T06:57:01.915" v="2011" actId="478"/>
          <ac:graphicFrameMkLst>
            <pc:docMk/>
            <pc:sldMk cId="2424513808" sldId="2517"/>
            <ac:graphicFrameMk id="4" creationId="{1034A38F-887F-80BB-1296-12F5A3103EA9}"/>
          </ac:graphicFrameMkLst>
        </pc:graphicFrameChg>
        <pc:picChg chg="add del">
          <ac:chgData name="Owais Ahmed" userId="6abc7d4556b3b071" providerId="LiveId" clId="{CA40ACB4-56C5-4589-B864-0BD9FBC8E148}" dt="2023-05-13T06:58:41.834" v="2024" actId="22"/>
          <ac:picMkLst>
            <pc:docMk/>
            <pc:sldMk cId="2424513808" sldId="2517"/>
            <ac:picMk id="8" creationId="{D59571F2-5BD6-9AAD-B1B7-097F6CD80560}"/>
          </ac:picMkLst>
        </pc:picChg>
        <pc:picChg chg="add del">
          <ac:chgData name="Owais Ahmed" userId="6abc7d4556b3b071" providerId="LiveId" clId="{CA40ACB4-56C5-4589-B864-0BD9FBC8E148}" dt="2023-05-13T06:58:41.125" v="2022" actId="22"/>
          <ac:picMkLst>
            <pc:docMk/>
            <pc:sldMk cId="2424513808" sldId="2517"/>
            <ac:picMk id="10" creationId="{138EEEC0-E3D1-18B8-1148-1A9CA1BC37BB}"/>
          </ac:picMkLst>
        </pc:picChg>
        <pc:picChg chg="add del">
          <ac:chgData name="Owais Ahmed" userId="6abc7d4556b3b071" providerId="LiveId" clId="{CA40ACB4-56C5-4589-B864-0BD9FBC8E148}" dt="2023-05-13T06:58:40.826" v="2021" actId="22"/>
          <ac:picMkLst>
            <pc:docMk/>
            <pc:sldMk cId="2424513808" sldId="2517"/>
            <ac:picMk id="12" creationId="{131FD211-0622-BC49-91B7-1D38AE977A3E}"/>
          </ac:picMkLst>
        </pc:picChg>
        <pc:picChg chg="add del">
          <ac:chgData name="Owais Ahmed" userId="6abc7d4556b3b071" providerId="LiveId" clId="{CA40ACB4-56C5-4589-B864-0BD9FBC8E148}" dt="2023-05-13T06:58:44.731" v="2029" actId="22"/>
          <ac:picMkLst>
            <pc:docMk/>
            <pc:sldMk cId="2424513808" sldId="2517"/>
            <ac:picMk id="14" creationId="{61D805CD-FDDD-A969-D428-1D8C8AD69644}"/>
          </ac:picMkLst>
        </pc:picChg>
        <pc:picChg chg="add mod">
          <ac:chgData name="Owais Ahmed" userId="6abc7d4556b3b071" providerId="LiveId" clId="{CA40ACB4-56C5-4589-B864-0BD9FBC8E148}" dt="2023-05-13T07:00:11.900" v="2037" actId="1076"/>
          <ac:picMkLst>
            <pc:docMk/>
            <pc:sldMk cId="2424513808" sldId="2517"/>
            <ac:picMk id="16" creationId="{6646453D-D8B0-66E9-F285-951C96424420}"/>
          </ac:picMkLst>
        </pc:picChg>
        <pc:picChg chg="add mod">
          <ac:chgData name="Owais Ahmed" userId="6abc7d4556b3b071" providerId="LiveId" clId="{CA40ACB4-56C5-4589-B864-0BD9FBC8E148}" dt="2023-05-13T07:00:10.454" v="2036" actId="1076"/>
          <ac:picMkLst>
            <pc:docMk/>
            <pc:sldMk cId="2424513808" sldId="2517"/>
            <ac:picMk id="1030" creationId="{141C7D6D-9DC9-9BE0-B313-35F3E600FEFB}"/>
          </ac:picMkLst>
        </pc:picChg>
      </pc:sldChg>
      <pc:sldChg chg="del">
        <pc:chgData name="Owais Ahmed" userId="6abc7d4556b3b071" providerId="LiveId" clId="{CA40ACB4-56C5-4589-B864-0BD9FBC8E148}" dt="2023-05-13T04:56:12.025" v="0" actId="47"/>
        <pc:sldMkLst>
          <pc:docMk/>
          <pc:sldMk cId="1016870580" sldId="2518"/>
        </pc:sldMkLst>
      </pc:sldChg>
      <pc:sldChg chg="modSp add mod ord modAnim">
        <pc:chgData name="Owais Ahmed" userId="6abc7d4556b3b071" providerId="LiveId" clId="{CA40ACB4-56C5-4589-B864-0BD9FBC8E148}" dt="2023-05-13T07:05:37.495" v="2178"/>
        <pc:sldMkLst>
          <pc:docMk/>
          <pc:sldMk cId="1333501729" sldId="2518"/>
        </pc:sldMkLst>
        <pc:spChg chg="mod">
          <ac:chgData name="Owais Ahmed" userId="6abc7d4556b3b071" providerId="LiveId" clId="{CA40ACB4-56C5-4589-B864-0BD9FBC8E148}" dt="2023-05-13T07:04:33.861" v="2164" actId="114"/>
          <ac:spMkLst>
            <pc:docMk/>
            <pc:sldMk cId="1333501729" sldId="2518"/>
            <ac:spMk id="3" creationId="{4A1C0383-58FE-E486-295E-B33B8683B938}"/>
          </ac:spMkLst>
        </pc:spChg>
        <pc:spChg chg="mod">
          <ac:chgData name="Owais Ahmed" userId="6abc7d4556b3b071" providerId="LiveId" clId="{CA40ACB4-56C5-4589-B864-0BD9FBC8E148}" dt="2023-05-13T07:00:45.926" v="2057" actId="20577"/>
          <ac:spMkLst>
            <pc:docMk/>
            <pc:sldMk cId="1333501729" sldId="2518"/>
            <ac:spMk id="215" creationId="{00000000-0000-0000-0000-000000000000}"/>
          </ac:spMkLst>
        </pc:spChg>
        <pc:graphicFrameChg chg="mod modGraphic">
          <ac:chgData name="Owais Ahmed" userId="6abc7d4556b3b071" providerId="LiveId" clId="{CA40ACB4-56C5-4589-B864-0BD9FBC8E148}" dt="2023-05-13T07:05:37.495" v="2178"/>
          <ac:graphicFrameMkLst>
            <pc:docMk/>
            <pc:sldMk cId="1333501729" sldId="2518"/>
            <ac:graphicFrameMk id="4" creationId="{1034A38F-887F-80BB-1296-12F5A3103EA9}"/>
          </ac:graphicFrameMkLst>
        </pc:graphicFrameChg>
      </pc:sldChg>
      <pc:sldChg chg="addSp delSp modSp add mod addAnim delAnim modAnim modNotesTx">
        <pc:chgData name="Owais Ahmed" userId="6abc7d4556b3b071" providerId="LiveId" clId="{CA40ACB4-56C5-4589-B864-0BD9FBC8E148}" dt="2023-05-13T09:44:43.775" v="3037"/>
        <pc:sldMkLst>
          <pc:docMk/>
          <pc:sldMk cId="3255545645" sldId="2519"/>
        </pc:sldMkLst>
        <pc:spChg chg="add del mod">
          <ac:chgData name="Owais Ahmed" userId="6abc7d4556b3b071" providerId="LiveId" clId="{CA40ACB4-56C5-4589-B864-0BD9FBC8E148}" dt="2023-05-13T07:16:00.497" v="2755" actId="20577"/>
          <ac:spMkLst>
            <pc:docMk/>
            <pc:sldMk cId="3255545645" sldId="2519"/>
            <ac:spMk id="3" creationId="{4A1C0383-58FE-E486-295E-B33B8683B938}"/>
          </ac:spMkLst>
        </pc:spChg>
        <pc:spChg chg="mod">
          <ac:chgData name="Owais Ahmed" userId="6abc7d4556b3b071" providerId="LiveId" clId="{CA40ACB4-56C5-4589-B864-0BD9FBC8E148}" dt="2023-05-13T07:07:44.890" v="2250"/>
          <ac:spMkLst>
            <pc:docMk/>
            <pc:sldMk cId="3255545645" sldId="2519"/>
            <ac:spMk id="215" creationId="{00000000-0000-0000-0000-000000000000}"/>
          </ac:spMkLst>
        </pc:spChg>
        <pc:graphicFrameChg chg="del">
          <ac:chgData name="Owais Ahmed" userId="6abc7d4556b3b071" providerId="LiveId" clId="{CA40ACB4-56C5-4589-B864-0BD9FBC8E148}" dt="2023-05-13T07:07:47.799" v="2251" actId="478"/>
          <ac:graphicFrameMkLst>
            <pc:docMk/>
            <pc:sldMk cId="3255545645" sldId="2519"/>
            <ac:graphicFrameMk id="4" creationId="{1034A38F-887F-80BB-1296-12F5A3103EA9}"/>
          </ac:graphicFrameMkLst>
        </pc:graphicFrameChg>
        <pc:picChg chg="add mod">
          <ac:chgData name="Owais Ahmed" userId="6abc7d4556b3b071" providerId="LiveId" clId="{CA40ACB4-56C5-4589-B864-0BD9FBC8E148}" dt="2023-05-13T07:12:31.112" v="2340" actId="1076"/>
          <ac:picMkLst>
            <pc:docMk/>
            <pc:sldMk cId="3255545645" sldId="2519"/>
            <ac:picMk id="2050" creationId="{64BA7535-7850-FF1C-35A2-B23E62F71245}"/>
          </ac:picMkLst>
        </pc:picChg>
      </pc:sldChg>
      <pc:sldChg chg="del">
        <pc:chgData name="Owais Ahmed" userId="6abc7d4556b3b071" providerId="LiveId" clId="{CA40ACB4-56C5-4589-B864-0BD9FBC8E148}" dt="2023-05-13T04:56:12.025" v="0" actId="47"/>
        <pc:sldMkLst>
          <pc:docMk/>
          <pc:sldMk cId="3928645395" sldId="2519"/>
        </pc:sldMkLst>
      </pc:sldChg>
      <pc:sldChg chg="addSp delSp modSp add mod modAnim">
        <pc:chgData name="Owais Ahmed" userId="6abc7d4556b3b071" providerId="LiveId" clId="{CA40ACB4-56C5-4589-B864-0BD9FBC8E148}" dt="2023-05-13T09:59:56.188" v="3042" actId="20577"/>
        <pc:sldMkLst>
          <pc:docMk/>
          <pc:sldMk cId="1098865988" sldId="2520"/>
        </pc:sldMkLst>
        <pc:spChg chg="mod">
          <ac:chgData name="Owais Ahmed" userId="6abc7d4556b3b071" providerId="LiveId" clId="{CA40ACB4-56C5-4589-B864-0BD9FBC8E148}" dt="2023-05-13T09:59:56.188" v="3042" actId="20577"/>
          <ac:spMkLst>
            <pc:docMk/>
            <pc:sldMk cId="1098865988" sldId="2520"/>
            <ac:spMk id="3" creationId="{4A1C0383-58FE-E486-295E-B33B8683B938}"/>
          </ac:spMkLst>
        </pc:spChg>
        <pc:spChg chg="del">
          <ac:chgData name="Owais Ahmed" userId="6abc7d4556b3b071" providerId="LiveId" clId="{CA40ACB4-56C5-4589-B864-0BD9FBC8E148}" dt="2023-05-13T09:33:51.008" v="3036" actId="478"/>
          <ac:spMkLst>
            <pc:docMk/>
            <pc:sldMk cId="1098865988" sldId="2520"/>
            <ac:spMk id="214" creationId="{00000000-0000-0000-0000-000000000000}"/>
          </ac:spMkLst>
        </pc:spChg>
        <pc:picChg chg="add del">
          <ac:chgData name="Owais Ahmed" userId="6abc7d4556b3b071" providerId="LiveId" clId="{CA40ACB4-56C5-4589-B864-0BD9FBC8E148}" dt="2023-05-13T09:29:06.021" v="2909" actId="22"/>
          <ac:picMkLst>
            <pc:docMk/>
            <pc:sldMk cId="1098865988" sldId="2520"/>
            <ac:picMk id="5" creationId="{FEF671A7-BD6E-AB65-9EC2-BAB886BEC595}"/>
          </ac:picMkLst>
        </pc:picChg>
        <pc:picChg chg="add del">
          <ac:chgData name="Owais Ahmed" userId="6abc7d4556b3b071" providerId="LiveId" clId="{CA40ACB4-56C5-4589-B864-0BD9FBC8E148}" dt="2023-05-13T09:29:10.294" v="2911" actId="22"/>
          <ac:picMkLst>
            <pc:docMk/>
            <pc:sldMk cId="1098865988" sldId="2520"/>
            <ac:picMk id="7" creationId="{845D646E-09B6-C917-71C4-7D30165ACF9C}"/>
          </ac:picMkLst>
        </pc:picChg>
        <pc:picChg chg="add del mod">
          <ac:chgData name="Owais Ahmed" userId="6abc7d4556b3b071" providerId="LiveId" clId="{CA40ACB4-56C5-4589-B864-0BD9FBC8E148}" dt="2023-05-13T09:29:42.069" v="2920" actId="478"/>
          <ac:picMkLst>
            <pc:docMk/>
            <pc:sldMk cId="1098865988" sldId="2520"/>
            <ac:picMk id="9" creationId="{96539D06-0917-18D9-AD45-CFB4D8F546BD}"/>
          </ac:picMkLst>
        </pc:picChg>
        <pc:picChg chg="add del">
          <ac:chgData name="Owais Ahmed" userId="6abc7d4556b3b071" providerId="LiveId" clId="{CA40ACB4-56C5-4589-B864-0BD9FBC8E148}" dt="2023-05-13T09:30:50.008" v="2924" actId="22"/>
          <ac:picMkLst>
            <pc:docMk/>
            <pc:sldMk cId="1098865988" sldId="2520"/>
            <ac:picMk id="11" creationId="{61699397-BC35-2886-25BA-B9FF8995A92C}"/>
          </ac:picMkLst>
        </pc:picChg>
        <pc:picChg chg="add del">
          <ac:chgData name="Owais Ahmed" userId="6abc7d4556b3b071" providerId="LiveId" clId="{CA40ACB4-56C5-4589-B864-0BD9FBC8E148}" dt="2023-05-13T09:30:49.792" v="2923" actId="22"/>
          <ac:picMkLst>
            <pc:docMk/>
            <pc:sldMk cId="1098865988" sldId="2520"/>
            <ac:picMk id="13" creationId="{13C4FAF1-E886-4A38-C6A1-D768B73CC0E6}"/>
          </ac:picMkLst>
        </pc:picChg>
        <pc:picChg chg="add del">
          <ac:chgData name="Owais Ahmed" userId="6abc7d4556b3b071" providerId="LiveId" clId="{CA40ACB4-56C5-4589-B864-0BD9FBC8E148}" dt="2023-05-13T09:30:53.412" v="2926" actId="22"/>
          <ac:picMkLst>
            <pc:docMk/>
            <pc:sldMk cId="1098865988" sldId="2520"/>
            <ac:picMk id="15" creationId="{01A76B83-B407-1648-245D-7472E8F7F615}"/>
          </ac:picMkLst>
        </pc:picChg>
        <pc:picChg chg="add mod">
          <ac:chgData name="Owais Ahmed" userId="6abc7d4556b3b071" providerId="LiveId" clId="{CA40ACB4-56C5-4589-B864-0BD9FBC8E148}" dt="2023-05-13T09:31:07.471" v="2930" actId="14100"/>
          <ac:picMkLst>
            <pc:docMk/>
            <pc:sldMk cId="1098865988" sldId="2520"/>
            <ac:picMk id="17" creationId="{42D7FF69-B245-DB94-48E9-F21CCB6251F2}"/>
          </ac:picMkLst>
        </pc:picChg>
        <pc:picChg chg="del">
          <ac:chgData name="Owais Ahmed" userId="6abc7d4556b3b071" providerId="LiveId" clId="{CA40ACB4-56C5-4589-B864-0BD9FBC8E148}" dt="2023-05-13T09:27:44.034" v="2903" actId="478"/>
          <ac:picMkLst>
            <pc:docMk/>
            <pc:sldMk cId="1098865988" sldId="2520"/>
            <ac:picMk id="2050" creationId="{64BA7535-7850-FF1C-35A2-B23E62F71245}"/>
          </ac:picMkLst>
        </pc:picChg>
        <pc:picChg chg="add del mod">
          <ac:chgData name="Owais Ahmed" userId="6abc7d4556b3b071" providerId="LiveId" clId="{CA40ACB4-56C5-4589-B864-0BD9FBC8E148}" dt="2023-05-13T09:29:03.922" v="2907" actId="478"/>
          <ac:picMkLst>
            <pc:docMk/>
            <pc:sldMk cId="1098865988" sldId="2520"/>
            <ac:picMk id="3074" creationId="{8B93790C-7D72-850D-7DF1-BD02D4945BD9}"/>
          </ac:picMkLst>
        </pc:picChg>
      </pc:sldChg>
      <pc:sldChg chg="del">
        <pc:chgData name="Owais Ahmed" userId="6abc7d4556b3b071" providerId="LiveId" clId="{CA40ACB4-56C5-4589-B864-0BD9FBC8E148}" dt="2023-05-13T04:56:12.025" v="0" actId="47"/>
        <pc:sldMkLst>
          <pc:docMk/>
          <pc:sldMk cId="3760387948" sldId="2520"/>
        </pc:sldMkLst>
      </pc:sldChg>
      <pc:sldChg chg="addSp delSp modSp add mod ord modAnim modNotesTx">
        <pc:chgData name="Owais Ahmed" userId="6abc7d4556b3b071" providerId="LiveId" clId="{CA40ACB4-56C5-4589-B864-0BD9FBC8E148}" dt="2023-05-18T17:59:13.709" v="3367" actId="20577"/>
        <pc:sldMkLst>
          <pc:docMk/>
          <pc:sldMk cId="2513429855" sldId="2521"/>
        </pc:sldMkLst>
        <pc:spChg chg="mod">
          <ac:chgData name="Owais Ahmed" userId="6abc7d4556b3b071" providerId="LiveId" clId="{CA40ACB4-56C5-4589-B864-0BD9FBC8E148}" dt="2023-05-13T10:44:45.927" v="3255" actId="20577"/>
          <ac:spMkLst>
            <pc:docMk/>
            <pc:sldMk cId="2513429855" sldId="2521"/>
            <ac:spMk id="3" creationId="{4A1C0383-58FE-E486-295E-B33B8683B938}"/>
          </ac:spMkLst>
        </pc:spChg>
        <pc:spChg chg="mod">
          <ac:chgData name="Owais Ahmed" userId="6abc7d4556b3b071" providerId="LiveId" clId="{CA40ACB4-56C5-4589-B864-0BD9FBC8E148}" dt="2023-05-13T10:13:22.710" v="3095" actId="20577"/>
          <ac:spMkLst>
            <pc:docMk/>
            <pc:sldMk cId="2513429855" sldId="2521"/>
            <ac:spMk id="215" creationId="{00000000-0000-0000-0000-000000000000}"/>
          </ac:spMkLst>
        </pc:spChg>
        <pc:picChg chg="add mod">
          <ac:chgData name="Owais Ahmed" userId="6abc7d4556b3b071" providerId="LiveId" clId="{CA40ACB4-56C5-4589-B864-0BD9FBC8E148}" dt="2023-05-13T10:18:01.696" v="3254" actId="1076"/>
          <ac:picMkLst>
            <pc:docMk/>
            <pc:sldMk cId="2513429855" sldId="2521"/>
            <ac:picMk id="5" creationId="{33AC187A-FBC4-F479-02E8-6BE23452081D}"/>
          </ac:picMkLst>
        </pc:picChg>
        <pc:picChg chg="add mod">
          <ac:chgData name="Owais Ahmed" userId="6abc7d4556b3b071" providerId="LiveId" clId="{CA40ACB4-56C5-4589-B864-0BD9FBC8E148}" dt="2023-05-13T10:17:55.935" v="3252" actId="14100"/>
          <ac:picMkLst>
            <pc:docMk/>
            <pc:sldMk cId="2513429855" sldId="2521"/>
            <ac:picMk id="7" creationId="{ABD5C9C4-BB4C-E6D2-4557-0A1182B98E7B}"/>
          </ac:picMkLst>
        </pc:picChg>
        <pc:picChg chg="del">
          <ac:chgData name="Owais Ahmed" userId="6abc7d4556b3b071" providerId="LiveId" clId="{CA40ACB4-56C5-4589-B864-0BD9FBC8E148}" dt="2023-05-13T10:13:48.662" v="3155" actId="478"/>
          <ac:picMkLst>
            <pc:docMk/>
            <pc:sldMk cId="2513429855" sldId="2521"/>
            <ac:picMk id="2050" creationId="{64BA7535-7850-FF1C-35A2-B23E62F71245}"/>
          </ac:picMkLst>
        </pc:picChg>
      </pc:sldChg>
      <pc:sldChg chg="del">
        <pc:chgData name="Owais Ahmed" userId="6abc7d4556b3b071" providerId="LiveId" clId="{CA40ACB4-56C5-4589-B864-0BD9FBC8E148}" dt="2023-05-13T04:56:12.025" v="0" actId="47"/>
        <pc:sldMkLst>
          <pc:docMk/>
          <pc:sldMk cId="3533956873" sldId="2521"/>
        </pc:sldMkLst>
      </pc:sldChg>
      <pc:sldChg chg="delSp add del mod delAnim">
        <pc:chgData name="Owais Ahmed" userId="6abc7d4556b3b071" providerId="LiveId" clId="{CA40ACB4-56C5-4589-B864-0BD9FBC8E148}" dt="2023-05-18T17:58:42.672" v="3259" actId="47"/>
        <pc:sldMkLst>
          <pc:docMk/>
          <pc:sldMk cId="1529342662" sldId="2522"/>
        </pc:sldMkLst>
        <pc:picChg chg="del">
          <ac:chgData name="Owais Ahmed" userId="6abc7d4556b3b071" providerId="LiveId" clId="{CA40ACB4-56C5-4589-B864-0BD9FBC8E148}" dt="2023-05-18T17:58:34.721" v="3258" actId="478"/>
          <ac:picMkLst>
            <pc:docMk/>
            <pc:sldMk cId="1529342662" sldId="2522"/>
            <ac:picMk id="5" creationId="{33AC187A-FBC4-F479-02E8-6BE23452081D}"/>
          </ac:picMkLst>
        </pc:picChg>
        <pc:picChg chg="del">
          <ac:chgData name="Owais Ahmed" userId="6abc7d4556b3b071" providerId="LiveId" clId="{CA40ACB4-56C5-4589-B864-0BD9FBC8E148}" dt="2023-05-18T17:58:32.302" v="3257" actId="478"/>
          <ac:picMkLst>
            <pc:docMk/>
            <pc:sldMk cId="1529342662" sldId="2522"/>
            <ac:picMk id="7" creationId="{ABD5C9C4-BB4C-E6D2-4557-0A1182B98E7B}"/>
          </ac:picMkLst>
        </pc:picChg>
      </pc:sldChg>
      <pc:sldChg chg="del">
        <pc:chgData name="Owais Ahmed" userId="6abc7d4556b3b071" providerId="LiveId" clId="{CA40ACB4-56C5-4589-B864-0BD9FBC8E148}" dt="2023-05-13T04:56:12.025" v="0" actId="47"/>
        <pc:sldMkLst>
          <pc:docMk/>
          <pc:sldMk cId="2789679466" sldId="2522"/>
        </pc:sldMkLst>
      </pc:sldChg>
      <pc:sldChg chg="del">
        <pc:chgData name="Owais Ahmed" userId="6abc7d4556b3b071" providerId="LiveId" clId="{CA40ACB4-56C5-4589-B864-0BD9FBC8E148}" dt="2023-05-13T04:56:12.025" v="0" actId="47"/>
        <pc:sldMkLst>
          <pc:docMk/>
          <pc:sldMk cId="824498759" sldId="2523"/>
        </pc:sldMkLst>
      </pc:sldChg>
      <pc:sldChg chg="del">
        <pc:chgData name="Owais Ahmed" userId="6abc7d4556b3b071" providerId="LiveId" clId="{CA40ACB4-56C5-4589-B864-0BD9FBC8E148}" dt="2023-05-13T04:56:12.025" v="0" actId="47"/>
        <pc:sldMkLst>
          <pc:docMk/>
          <pc:sldMk cId="3445446339" sldId="2525"/>
        </pc:sldMkLst>
      </pc:sldChg>
      <pc:sldChg chg="del">
        <pc:chgData name="Owais Ahmed" userId="6abc7d4556b3b071" providerId="LiveId" clId="{CA40ACB4-56C5-4589-B864-0BD9FBC8E148}" dt="2023-05-13T04:56:12.025" v="0" actId="47"/>
        <pc:sldMkLst>
          <pc:docMk/>
          <pc:sldMk cId="1973777861" sldId="2526"/>
        </pc:sldMkLst>
      </pc:sldChg>
      <pc:sldChg chg="del">
        <pc:chgData name="Owais Ahmed" userId="6abc7d4556b3b071" providerId="LiveId" clId="{CA40ACB4-56C5-4589-B864-0BD9FBC8E148}" dt="2023-05-13T04:56:12.025" v="0" actId="47"/>
        <pc:sldMkLst>
          <pc:docMk/>
          <pc:sldMk cId="3758375352" sldId="2527"/>
        </pc:sldMkLst>
      </pc:sldChg>
      <pc:sldChg chg="del">
        <pc:chgData name="Owais Ahmed" userId="6abc7d4556b3b071" providerId="LiveId" clId="{CA40ACB4-56C5-4589-B864-0BD9FBC8E148}" dt="2023-05-13T04:56:12.025" v="0" actId="47"/>
        <pc:sldMkLst>
          <pc:docMk/>
          <pc:sldMk cId="3008391988" sldId="2528"/>
        </pc:sldMkLst>
      </pc:sldChg>
      <pc:sldChg chg="del">
        <pc:chgData name="Owais Ahmed" userId="6abc7d4556b3b071" providerId="LiveId" clId="{CA40ACB4-56C5-4589-B864-0BD9FBC8E148}" dt="2023-05-13T04:56:12.025" v="0" actId="47"/>
        <pc:sldMkLst>
          <pc:docMk/>
          <pc:sldMk cId="2962984141" sldId="2529"/>
        </pc:sldMkLst>
      </pc:sldChg>
      <pc:sldChg chg="del">
        <pc:chgData name="Owais Ahmed" userId="6abc7d4556b3b071" providerId="LiveId" clId="{CA40ACB4-56C5-4589-B864-0BD9FBC8E148}" dt="2023-05-13T04:56:12.025" v="0" actId="47"/>
        <pc:sldMkLst>
          <pc:docMk/>
          <pc:sldMk cId="2541587051" sldId="2530"/>
        </pc:sldMkLst>
      </pc:sldChg>
      <pc:sldChg chg="del">
        <pc:chgData name="Owais Ahmed" userId="6abc7d4556b3b071" providerId="LiveId" clId="{CA40ACB4-56C5-4589-B864-0BD9FBC8E148}" dt="2023-05-13T04:56:12.025" v="0" actId="47"/>
        <pc:sldMkLst>
          <pc:docMk/>
          <pc:sldMk cId="1410552724" sldId="2531"/>
        </pc:sldMkLst>
      </pc:sldChg>
      <pc:sldChg chg="del">
        <pc:chgData name="Owais Ahmed" userId="6abc7d4556b3b071" providerId="LiveId" clId="{CA40ACB4-56C5-4589-B864-0BD9FBC8E148}" dt="2023-05-13T04:56:12.025" v="0" actId="47"/>
        <pc:sldMkLst>
          <pc:docMk/>
          <pc:sldMk cId="1310913191" sldId="2532"/>
        </pc:sldMkLst>
      </pc:sldChg>
      <pc:sldChg chg="del">
        <pc:chgData name="Owais Ahmed" userId="6abc7d4556b3b071" providerId="LiveId" clId="{CA40ACB4-56C5-4589-B864-0BD9FBC8E148}" dt="2023-05-13T04:56:12.025" v="0" actId="47"/>
        <pc:sldMkLst>
          <pc:docMk/>
          <pc:sldMk cId="3822311116" sldId="2533"/>
        </pc:sldMkLst>
      </pc:sldChg>
      <pc:sldChg chg="del">
        <pc:chgData name="Owais Ahmed" userId="6abc7d4556b3b071" providerId="LiveId" clId="{CA40ACB4-56C5-4589-B864-0BD9FBC8E148}" dt="2023-05-13T04:56:12.025" v="0" actId="47"/>
        <pc:sldMkLst>
          <pc:docMk/>
          <pc:sldMk cId="726837901" sldId="2534"/>
        </pc:sldMkLst>
      </pc:sldChg>
      <pc:sldChg chg="del">
        <pc:chgData name="Owais Ahmed" userId="6abc7d4556b3b071" providerId="LiveId" clId="{CA40ACB4-56C5-4589-B864-0BD9FBC8E148}" dt="2023-05-13T04:56:12.025" v="0" actId="47"/>
        <pc:sldMkLst>
          <pc:docMk/>
          <pc:sldMk cId="2555371337" sldId="2535"/>
        </pc:sldMkLst>
      </pc:sldChg>
      <pc:sldChg chg="del">
        <pc:chgData name="Owais Ahmed" userId="6abc7d4556b3b071" providerId="LiveId" clId="{CA40ACB4-56C5-4589-B864-0BD9FBC8E148}" dt="2023-05-13T04:56:37.866" v="3" actId="47"/>
        <pc:sldMkLst>
          <pc:docMk/>
          <pc:sldMk cId="2715965255" sldId="2536"/>
        </pc:sldMkLst>
      </pc:sldChg>
      <pc:sldChg chg="del">
        <pc:chgData name="Owais Ahmed" userId="6abc7d4556b3b071" providerId="LiveId" clId="{CA40ACB4-56C5-4589-B864-0BD9FBC8E148}" dt="2023-05-13T04:56:37.866" v="3" actId="47"/>
        <pc:sldMkLst>
          <pc:docMk/>
          <pc:sldMk cId="202326894" sldId="2537"/>
        </pc:sldMkLst>
      </pc:sldChg>
      <pc:sldChg chg="del">
        <pc:chgData name="Owais Ahmed" userId="6abc7d4556b3b071" providerId="LiveId" clId="{CA40ACB4-56C5-4589-B864-0BD9FBC8E148}" dt="2023-05-13T04:56:37.866" v="3" actId="47"/>
        <pc:sldMkLst>
          <pc:docMk/>
          <pc:sldMk cId="2418542802" sldId="2538"/>
        </pc:sldMkLst>
      </pc:sldChg>
      <pc:sldChg chg="del">
        <pc:chgData name="Owais Ahmed" userId="6abc7d4556b3b071" providerId="LiveId" clId="{CA40ACB4-56C5-4589-B864-0BD9FBC8E148}" dt="2023-05-13T04:56:37.866" v="3" actId="47"/>
        <pc:sldMkLst>
          <pc:docMk/>
          <pc:sldMk cId="1485489486" sldId="2539"/>
        </pc:sldMkLst>
      </pc:sldChg>
      <pc:sldChg chg="del">
        <pc:chgData name="Owais Ahmed" userId="6abc7d4556b3b071" providerId="LiveId" clId="{CA40ACB4-56C5-4589-B864-0BD9FBC8E148}" dt="2023-05-13T04:56:33.353" v="2" actId="47"/>
        <pc:sldMkLst>
          <pc:docMk/>
          <pc:sldMk cId="3063360968" sldId="2541"/>
        </pc:sldMkLst>
      </pc:sldChg>
      <pc:sldChg chg="del">
        <pc:chgData name="Owais Ahmed" userId="6abc7d4556b3b071" providerId="LiveId" clId="{CA40ACB4-56C5-4589-B864-0BD9FBC8E148}" dt="2023-05-13T04:56:33.353" v="2" actId="47"/>
        <pc:sldMkLst>
          <pc:docMk/>
          <pc:sldMk cId="3721732587" sldId="2542"/>
        </pc:sldMkLst>
      </pc:sldChg>
      <pc:sldChg chg="del">
        <pc:chgData name="Owais Ahmed" userId="6abc7d4556b3b071" providerId="LiveId" clId="{CA40ACB4-56C5-4589-B864-0BD9FBC8E148}" dt="2023-05-13T04:56:33.353" v="2" actId="47"/>
        <pc:sldMkLst>
          <pc:docMk/>
          <pc:sldMk cId="3267724588" sldId="2543"/>
        </pc:sldMkLst>
      </pc:sldChg>
      <pc:sldChg chg="del">
        <pc:chgData name="Owais Ahmed" userId="6abc7d4556b3b071" providerId="LiveId" clId="{CA40ACB4-56C5-4589-B864-0BD9FBC8E148}" dt="2023-05-13T04:56:33.353" v="2" actId="47"/>
        <pc:sldMkLst>
          <pc:docMk/>
          <pc:sldMk cId="20072669" sldId="2544"/>
        </pc:sldMkLst>
      </pc:sldChg>
      <pc:sldChg chg="del">
        <pc:chgData name="Owais Ahmed" userId="6abc7d4556b3b071" providerId="LiveId" clId="{CA40ACB4-56C5-4589-B864-0BD9FBC8E148}" dt="2023-05-13T04:56:33.353" v="2" actId="47"/>
        <pc:sldMkLst>
          <pc:docMk/>
          <pc:sldMk cId="547548254" sldId="2545"/>
        </pc:sldMkLst>
      </pc:sldChg>
      <pc:sldChg chg="del">
        <pc:chgData name="Owais Ahmed" userId="6abc7d4556b3b071" providerId="LiveId" clId="{CA40ACB4-56C5-4589-B864-0BD9FBC8E148}" dt="2023-05-13T04:56:33.353" v="2" actId="47"/>
        <pc:sldMkLst>
          <pc:docMk/>
          <pc:sldMk cId="3255337515" sldId="2547"/>
        </pc:sldMkLst>
      </pc:sldChg>
      <pc:sldChg chg="del">
        <pc:chgData name="Owais Ahmed" userId="6abc7d4556b3b071" providerId="LiveId" clId="{CA40ACB4-56C5-4589-B864-0BD9FBC8E148}" dt="2023-05-13T04:56:33.353" v="2" actId="47"/>
        <pc:sldMkLst>
          <pc:docMk/>
          <pc:sldMk cId="2207102429" sldId="2552"/>
        </pc:sldMkLst>
      </pc:sldChg>
      <pc:sldChg chg="del">
        <pc:chgData name="Owais Ahmed" userId="6abc7d4556b3b071" providerId="LiveId" clId="{CA40ACB4-56C5-4589-B864-0BD9FBC8E148}" dt="2023-05-13T04:56:33.353" v="2" actId="47"/>
        <pc:sldMkLst>
          <pc:docMk/>
          <pc:sldMk cId="1067658445" sldId="2553"/>
        </pc:sldMkLst>
      </pc:sldChg>
      <pc:sldChg chg="del">
        <pc:chgData name="Owais Ahmed" userId="6abc7d4556b3b071" providerId="LiveId" clId="{CA40ACB4-56C5-4589-B864-0BD9FBC8E148}" dt="2023-05-13T04:56:33.353" v="2" actId="47"/>
        <pc:sldMkLst>
          <pc:docMk/>
          <pc:sldMk cId="2458250647" sldId="2554"/>
        </pc:sldMkLst>
      </pc:sldChg>
      <pc:sldChg chg="del">
        <pc:chgData name="Owais Ahmed" userId="6abc7d4556b3b071" providerId="LiveId" clId="{CA40ACB4-56C5-4589-B864-0BD9FBC8E148}" dt="2023-05-13T04:56:33.353" v="2" actId="47"/>
        <pc:sldMkLst>
          <pc:docMk/>
          <pc:sldMk cId="4235706244" sldId="2555"/>
        </pc:sldMkLst>
      </pc:sldChg>
      <pc:sldChg chg="del">
        <pc:chgData name="Owais Ahmed" userId="6abc7d4556b3b071" providerId="LiveId" clId="{CA40ACB4-56C5-4589-B864-0BD9FBC8E148}" dt="2023-05-13T04:56:33.353" v="2" actId="47"/>
        <pc:sldMkLst>
          <pc:docMk/>
          <pc:sldMk cId="3383099629" sldId="2556"/>
        </pc:sldMkLst>
      </pc:sldChg>
      <pc:sldChg chg="del">
        <pc:chgData name="Owais Ahmed" userId="6abc7d4556b3b071" providerId="LiveId" clId="{CA40ACB4-56C5-4589-B864-0BD9FBC8E148}" dt="2023-05-13T04:56:33.353" v="2" actId="47"/>
        <pc:sldMkLst>
          <pc:docMk/>
          <pc:sldMk cId="511241561" sldId="2557"/>
        </pc:sldMkLst>
      </pc:sldChg>
      <pc:sldChg chg="del">
        <pc:chgData name="Owais Ahmed" userId="6abc7d4556b3b071" providerId="LiveId" clId="{CA40ACB4-56C5-4589-B864-0BD9FBC8E148}" dt="2023-05-13T04:56:33.353" v="2" actId="47"/>
        <pc:sldMkLst>
          <pc:docMk/>
          <pc:sldMk cId="1508103589" sldId="2558"/>
        </pc:sldMkLst>
      </pc:sldChg>
    </pc:docChg>
  </pc:docChgLst>
  <pc:docChgLst>
    <pc:chgData name="Owais" userId="6abc7d4556b3b071" providerId="LiveId" clId="{67CF6123-0AE6-4BD4-ADE5-5F19A9E093E9}"/>
    <pc:docChg chg="undo custSel addSld delSld modSld">
      <pc:chgData name="Owais" userId="6abc7d4556b3b071" providerId="LiveId" clId="{67CF6123-0AE6-4BD4-ADE5-5F19A9E093E9}" dt="2023-03-10T05:56:53.799" v="4979" actId="20577"/>
      <pc:docMkLst>
        <pc:docMk/>
      </pc:docMkLst>
      <pc:sldChg chg="modSp mod">
        <pc:chgData name="Owais" userId="6abc7d4556b3b071" providerId="LiveId" clId="{67CF6123-0AE6-4BD4-ADE5-5F19A9E093E9}" dt="2023-03-10T05:37:06.215" v="3627" actId="20577"/>
        <pc:sldMkLst>
          <pc:docMk/>
          <pc:sldMk cId="1649098948" sldId="2462"/>
        </pc:sldMkLst>
        <pc:spChg chg="mod">
          <ac:chgData name="Owais" userId="6abc7d4556b3b071" providerId="LiveId" clId="{67CF6123-0AE6-4BD4-ADE5-5F19A9E093E9}" dt="2023-03-10T05:37:06.215" v="3627" actId="20577"/>
          <ac:spMkLst>
            <pc:docMk/>
            <pc:sldMk cId="1649098948" sldId="2462"/>
            <ac:spMk id="6" creationId="{F3C89A40-EEAA-43AB-9A3A-B2CFDE450F1B}"/>
          </ac:spMkLst>
        </pc:spChg>
      </pc:sldChg>
      <pc:sldChg chg="modSp mod modAnim modNotesTx">
        <pc:chgData name="Owais" userId="6abc7d4556b3b071" providerId="LiveId" clId="{67CF6123-0AE6-4BD4-ADE5-5F19A9E093E9}" dt="2023-03-10T04:47:29.251" v="1225" actId="20577"/>
        <pc:sldMkLst>
          <pc:docMk/>
          <pc:sldMk cId="641030253" sldId="2479"/>
        </pc:sldMkLst>
        <pc:spChg chg="mod">
          <ac:chgData name="Owais" userId="6abc7d4556b3b071" providerId="LiveId" clId="{67CF6123-0AE6-4BD4-ADE5-5F19A9E093E9}" dt="2023-03-10T04:47:29.251" v="1225" actId="20577"/>
          <ac:spMkLst>
            <pc:docMk/>
            <pc:sldMk cId="641030253" sldId="2479"/>
            <ac:spMk id="3" creationId="{4A1C0383-58FE-E486-295E-B33B8683B938}"/>
          </ac:spMkLst>
        </pc:spChg>
        <pc:spChg chg="mod">
          <ac:chgData name="Owais" userId="6abc7d4556b3b071" providerId="LiveId" clId="{67CF6123-0AE6-4BD4-ADE5-5F19A9E093E9}" dt="2023-03-10T04:22:27.620" v="139" actId="20577"/>
          <ac:spMkLst>
            <pc:docMk/>
            <pc:sldMk cId="641030253" sldId="2479"/>
            <ac:spMk id="215" creationId="{00000000-0000-0000-0000-000000000000}"/>
          </ac:spMkLst>
        </pc:spChg>
      </pc:sldChg>
      <pc:sldChg chg="del">
        <pc:chgData name="Owais" userId="6abc7d4556b3b071" providerId="LiveId" clId="{67CF6123-0AE6-4BD4-ADE5-5F19A9E093E9}" dt="2023-03-10T04:22:09.120" v="95" actId="47"/>
        <pc:sldMkLst>
          <pc:docMk/>
          <pc:sldMk cId="33298473" sldId="2480"/>
        </pc:sldMkLst>
      </pc:sldChg>
      <pc:sldChg chg="modSp add del mod modAnim">
        <pc:chgData name="Owais" userId="6abc7d4556b3b071" providerId="LiveId" clId="{67CF6123-0AE6-4BD4-ADE5-5F19A9E093E9}" dt="2023-03-10T04:55:03.883" v="1309" actId="47"/>
        <pc:sldMkLst>
          <pc:docMk/>
          <pc:sldMk cId="2855042589" sldId="2480"/>
        </pc:sldMkLst>
        <pc:spChg chg="mod">
          <ac:chgData name="Owais" userId="6abc7d4556b3b071" providerId="LiveId" clId="{67CF6123-0AE6-4BD4-ADE5-5F19A9E093E9}" dt="2023-03-10T04:50:41.649" v="1306" actId="20577"/>
          <ac:spMkLst>
            <pc:docMk/>
            <pc:sldMk cId="2855042589" sldId="2480"/>
            <ac:spMk id="3" creationId="{4A1C0383-58FE-E486-295E-B33B8683B938}"/>
          </ac:spMkLst>
        </pc:spChg>
        <pc:spChg chg="mod">
          <ac:chgData name="Owais" userId="6abc7d4556b3b071" providerId="LiveId" clId="{67CF6123-0AE6-4BD4-ADE5-5F19A9E093E9}" dt="2023-03-10T04:31:38.842" v="1027" actId="20577"/>
          <ac:spMkLst>
            <pc:docMk/>
            <pc:sldMk cId="2855042589" sldId="2480"/>
            <ac:spMk id="215" creationId="{00000000-0000-0000-0000-000000000000}"/>
          </ac:spMkLst>
        </pc:spChg>
      </pc:sldChg>
      <pc:sldChg chg="add modNotesTx">
        <pc:chgData name="Owais" userId="6abc7d4556b3b071" providerId="LiveId" clId="{67CF6123-0AE6-4BD4-ADE5-5F19A9E093E9}" dt="2023-03-10T04:54:48.773" v="1308" actId="20577"/>
        <pc:sldMkLst>
          <pc:docMk/>
          <pc:sldMk cId="2091936453" sldId="2481"/>
        </pc:sldMkLst>
      </pc:sldChg>
      <pc:sldChg chg="del">
        <pc:chgData name="Owais" userId="6abc7d4556b3b071" providerId="LiveId" clId="{67CF6123-0AE6-4BD4-ADE5-5F19A9E093E9}" dt="2023-03-10T04:22:09.346" v="96" actId="47"/>
        <pc:sldMkLst>
          <pc:docMk/>
          <pc:sldMk cId="2242574499" sldId="2481"/>
        </pc:sldMkLst>
      </pc:sldChg>
      <pc:sldChg chg="del">
        <pc:chgData name="Owais" userId="6abc7d4556b3b071" providerId="LiveId" clId="{67CF6123-0AE6-4BD4-ADE5-5F19A9E093E9}" dt="2023-03-10T04:22:09.558" v="97" actId="47"/>
        <pc:sldMkLst>
          <pc:docMk/>
          <pc:sldMk cId="3554497857" sldId="2482"/>
        </pc:sldMkLst>
      </pc:sldChg>
      <pc:sldChg chg="addSp modSp add mod modAnim">
        <pc:chgData name="Owais" userId="6abc7d4556b3b071" providerId="LiveId" clId="{67CF6123-0AE6-4BD4-ADE5-5F19A9E093E9}" dt="2023-03-10T05:01:12.816" v="1608"/>
        <pc:sldMkLst>
          <pc:docMk/>
          <pc:sldMk cId="3995319414" sldId="2482"/>
        </pc:sldMkLst>
        <pc:spChg chg="mod">
          <ac:chgData name="Owais" userId="6abc7d4556b3b071" providerId="LiveId" clId="{67CF6123-0AE6-4BD4-ADE5-5F19A9E093E9}" dt="2023-03-10T05:00:52.687" v="1605" actId="20577"/>
          <ac:spMkLst>
            <pc:docMk/>
            <pc:sldMk cId="3995319414" sldId="2482"/>
            <ac:spMk id="3" creationId="{4A1C0383-58FE-E486-295E-B33B8683B938}"/>
          </ac:spMkLst>
        </pc:spChg>
        <pc:picChg chg="add mod">
          <ac:chgData name="Owais" userId="6abc7d4556b3b071" providerId="LiveId" clId="{67CF6123-0AE6-4BD4-ADE5-5F19A9E093E9}" dt="2023-03-10T05:01:02.131" v="1606" actId="1076"/>
          <ac:picMkLst>
            <pc:docMk/>
            <pc:sldMk cId="3995319414" sldId="2482"/>
            <ac:picMk id="8" creationId="{2D0C4D95-3A08-1C5E-85E5-E142DB051265}"/>
          </ac:picMkLst>
        </pc:picChg>
      </pc:sldChg>
      <pc:sldChg chg="del">
        <pc:chgData name="Owais" userId="6abc7d4556b3b071" providerId="LiveId" clId="{67CF6123-0AE6-4BD4-ADE5-5F19A9E093E9}" dt="2023-03-10T04:22:09.813" v="98" actId="47"/>
        <pc:sldMkLst>
          <pc:docMk/>
          <pc:sldMk cId="677534828" sldId="2483"/>
        </pc:sldMkLst>
      </pc:sldChg>
      <pc:sldChg chg="addSp delSp modSp add mod delAnim modAnim modNotesTx">
        <pc:chgData name="Owais" userId="6abc7d4556b3b071" providerId="LiveId" clId="{67CF6123-0AE6-4BD4-ADE5-5F19A9E093E9}" dt="2023-03-10T05:15:13.914" v="2212" actId="27636"/>
        <pc:sldMkLst>
          <pc:docMk/>
          <pc:sldMk cId="4097483409" sldId="2483"/>
        </pc:sldMkLst>
        <pc:spChg chg="mod">
          <ac:chgData name="Owais" userId="6abc7d4556b3b071" providerId="LiveId" clId="{67CF6123-0AE6-4BD4-ADE5-5F19A9E093E9}" dt="2023-03-10T05:15:13.914" v="2212" actId="27636"/>
          <ac:spMkLst>
            <pc:docMk/>
            <pc:sldMk cId="4097483409" sldId="2483"/>
            <ac:spMk id="3" creationId="{4A1C0383-58FE-E486-295E-B33B8683B938}"/>
          </ac:spMkLst>
        </pc:spChg>
        <pc:spChg chg="mod">
          <ac:chgData name="Owais" userId="6abc7d4556b3b071" providerId="LiveId" clId="{67CF6123-0AE6-4BD4-ADE5-5F19A9E093E9}" dt="2023-03-10T05:02:14.702" v="1642" actId="20577"/>
          <ac:spMkLst>
            <pc:docMk/>
            <pc:sldMk cId="4097483409" sldId="2483"/>
            <ac:spMk id="215" creationId="{00000000-0000-0000-0000-000000000000}"/>
          </ac:spMkLst>
        </pc:spChg>
        <pc:picChg chg="del">
          <ac:chgData name="Owais" userId="6abc7d4556b3b071" providerId="LiveId" clId="{67CF6123-0AE6-4BD4-ADE5-5F19A9E093E9}" dt="2023-03-10T05:02:20.720" v="1643" actId="478"/>
          <ac:picMkLst>
            <pc:docMk/>
            <pc:sldMk cId="4097483409" sldId="2483"/>
            <ac:picMk id="8" creationId="{2D0C4D95-3A08-1C5E-85E5-E142DB051265}"/>
          </ac:picMkLst>
        </pc:picChg>
        <pc:picChg chg="add mod">
          <ac:chgData name="Owais" userId="6abc7d4556b3b071" providerId="LiveId" clId="{67CF6123-0AE6-4BD4-ADE5-5F19A9E093E9}" dt="2023-03-10T05:02:31.380" v="1645" actId="1076"/>
          <ac:picMkLst>
            <pc:docMk/>
            <pc:sldMk cId="4097483409" sldId="2483"/>
            <ac:picMk id="9" creationId="{764CE750-C9A2-4344-4CF8-589A12BAC72D}"/>
          </ac:picMkLst>
        </pc:picChg>
      </pc:sldChg>
      <pc:sldChg chg="del">
        <pc:chgData name="Owais" userId="6abc7d4556b3b071" providerId="LiveId" clId="{67CF6123-0AE6-4BD4-ADE5-5F19A9E093E9}" dt="2023-03-10T04:22:10.127" v="99" actId="47"/>
        <pc:sldMkLst>
          <pc:docMk/>
          <pc:sldMk cId="278977406" sldId="2484"/>
        </pc:sldMkLst>
      </pc:sldChg>
      <pc:sldChg chg="addSp delSp modSp add mod delAnim modAnim">
        <pc:chgData name="Owais" userId="6abc7d4556b3b071" providerId="LiveId" clId="{67CF6123-0AE6-4BD4-ADE5-5F19A9E093E9}" dt="2023-03-10T05:13:16.538" v="2167" actId="20577"/>
        <pc:sldMkLst>
          <pc:docMk/>
          <pc:sldMk cId="2130599672" sldId="2484"/>
        </pc:sldMkLst>
        <pc:spChg chg="del mod">
          <ac:chgData name="Owais" userId="6abc7d4556b3b071" providerId="LiveId" clId="{67CF6123-0AE6-4BD4-ADE5-5F19A9E093E9}" dt="2023-03-10T05:08:19.172" v="2121" actId="478"/>
          <ac:spMkLst>
            <pc:docMk/>
            <pc:sldMk cId="2130599672" sldId="2484"/>
            <ac:spMk id="3" creationId="{4A1C0383-58FE-E486-295E-B33B8683B938}"/>
          </ac:spMkLst>
        </pc:spChg>
        <pc:spChg chg="mod">
          <ac:chgData name="Owais" userId="6abc7d4556b3b071" providerId="LiveId" clId="{67CF6123-0AE6-4BD4-ADE5-5F19A9E093E9}" dt="2023-03-10T05:13:16.538" v="2167" actId="20577"/>
          <ac:spMkLst>
            <pc:docMk/>
            <pc:sldMk cId="2130599672" sldId="2484"/>
            <ac:spMk id="215" creationId="{00000000-0000-0000-0000-000000000000}"/>
          </ac:spMkLst>
        </pc:spChg>
        <pc:picChg chg="add del mod">
          <ac:chgData name="Owais" userId="6abc7d4556b3b071" providerId="LiveId" clId="{67CF6123-0AE6-4BD4-ADE5-5F19A9E093E9}" dt="2023-03-10T05:08:14.510" v="2118"/>
          <ac:picMkLst>
            <pc:docMk/>
            <pc:sldMk cId="2130599672" sldId="2484"/>
            <ac:picMk id="11266" creationId="{E57703D1-AB19-527B-31FA-8471F4C3CEEA}"/>
          </ac:picMkLst>
        </pc:picChg>
        <pc:picChg chg="add del mod">
          <ac:chgData name="Owais" userId="6abc7d4556b3b071" providerId="LiveId" clId="{67CF6123-0AE6-4BD4-ADE5-5F19A9E093E9}" dt="2023-03-10T05:11:49.164" v="2131" actId="1076"/>
          <ac:picMkLst>
            <pc:docMk/>
            <pc:sldMk cId="2130599672" sldId="2484"/>
            <ac:picMk id="11268" creationId="{BA91136C-DFAF-E6B0-B8E9-A20B974F7798}"/>
          </ac:picMkLst>
        </pc:picChg>
      </pc:sldChg>
      <pc:sldChg chg="addSp delSp modSp add mod modAnim modNotesTx">
        <pc:chgData name="Owais" userId="6abc7d4556b3b071" providerId="LiveId" clId="{67CF6123-0AE6-4BD4-ADE5-5F19A9E093E9}" dt="2023-03-10T05:30:03.625" v="3009" actId="20577"/>
        <pc:sldMkLst>
          <pc:docMk/>
          <pc:sldMk cId="823254948" sldId="2485"/>
        </pc:sldMkLst>
        <pc:spChg chg="mod">
          <ac:chgData name="Owais" userId="6abc7d4556b3b071" providerId="LiveId" clId="{67CF6123-0AE6-4BD4-ADE5-5F19A9E093E9}" dt="2023-03-10T05:18:06.590" v="2340" actId="20577"/>
          <ac:spMkLst>
            <pc:docMk/>
            <pc:sldMk cId="823254948" sldId="2485"/>
            <ac:spMk id="3" creationId="{4A1C0383-58FE-E486-295E-B33B8683B938}"/>
          </ac:spMkLst>
        </pc:spChg>
        <pc:spChg chg="mod">
          <ac:chgData name="Owais" userId="6abc7d4556b3b071" providerId="LiveId" clId="{67CF6123-0AE6-4BD4-ADE5-5F19A9E093E9}" dt="2023-03-10T05:16:23.481" v="2238"/>
          <ac:spMkLst>
            <pc:docMk/>
            <pc:sldMk cId="823254948" sldId="2485"/>
            <ac:spMk id="11" creationId="{4F964A84-1F67-44C1-AE02-038A89A0031A}"/>
          </ac:spMkLst>
        </pc:spChg>
        <pc:spChg chg="mod">
          <ac:chgData name="Owais" userId="6abc7d4556b3b071" providerId="LiveId" clId="{67CF6123-0AE6-4BD4-ADE5-5F19A9E093E9}" dt="2023-03-10T05:16:23.481" v="2238"/>
          <ac:spMkLst>
            <pc:docMk/>
            <pc:sldMk cId="823254948" sldId="2485"/>
            <ac:spMk id="12" creationId="{D792E484-ADE9-A17E-A187-38014C58A5EE}"/>
          </ac:spMkLst>
        </pc:spChg>
        <pc:spChg chg="mod">
          <ac:chgData name="Owais" userId="6abc7d4556b3b071" providerId="LiveId" clId="{67CF6123-0AE6-4BD4-ADE5-5F19A9E093E9}" dt="2023-03-10T05:16:23.481" v="2238"/>
          <ac:spMkLst>
            <pc:docMk/>
            <pc:sldMk cId="823254948" sldId="2485"/>
            <ac:spMk id="13" creationId="{38DAE894-B7DC-7BDC-CD2E-FBA2EB9F4276}"/>
          </ac:spMkLst>
        </pc:spChg>
        <pc:spChg chg="mod">
          <ac:chgData name="Owais" userId="6abc7d4556b3b071" providerId="LiveId" clId="{67CF6123-0AE6-4BD4-ADE5-5F19A9E093E9}" dt="2023-03-10T05:16:23.481" v="2238"/>
          <ac:spMkLst>
            <pc:docMk/>
            <pc:sldMk cId="823254948" sldId="2485"/>
            <ac:spMk id="14" creationId="{4456527D-2AC1-9CB7-7D3E-85DEF46A0AC1}"/>
          </ac:spMkLst>
        </pc:spChg>
        <pc:spChg chg="mod">
          <ac:chgData name="Owais" userId="6abc7d4556b3b071" providerId="LiveId" clId="{67CF6123-0AE6-4BD4-ADE5-5F19A9E093E9}" dt="2023-03-10T05:16:23.481" v="2238"/>
          <ac:spMkLst>
            <pc:docMk/>
            <pc:sldMk cId="823254948" sldId="2485"/>
            <ac:spMk id="15" creationId="{FC16F735-F701-EB77-298A-BFE79E567678}"/>
          </ac:spMkLst>
        </pc:spChg>
        <pc:spChg chg="mod">
          <ac:chgData name="Owais" userId="6abc7d4556b3b071" providerId="LiveId" clId="{67CF6123-0AE6-4BD4-ADE5-5F19A9E093E9}" dt="2023-03-10T05:16:23.481" v="2238"/>
          <ac:spMkLst>
            <pc:docMk/>
            <pc:sldMk cId="823254948" sldId="2485"/>
            <ac:spMk id="16" creationId="{B9D4F920-4598-50D3-38FA-6D6C6031EF83}"/>
          </ac:spMkLst>
        </pc:spChg>
        <pc:spChg chg="mod">
          <ac:chgData name="Owais" userId="6abc7d4556b3b071" providerId="LiveId" clId="{67CF6123-0AE6-4BD4-ADE5-5F19A9E093E9}" dt="2023-03-10T05:16:23.481" v="2238"/>
          <ac:spMkLst>
            <pc:docMk/>
            <pc:sldMk cId="823254948" sldId="2485"/>
            <ac:spMk id="17" creationId="{8DF4AC83-FEE2-0013-85F2-8147E63DEE1C}"/>
          </ac:spMkLst>
        </pc:spChg>
        <pc:grpChg chg="add mod">
          <ac:chgData name="Owais" userId="6abc7d4556b3b071" providerId="LiveId" clId="{67CF6123-0AE6-4BD4-ADE5-5F19A9E093E9}" dt="2023-03-10T05:17:13.075" v="2300" actId="1076"/>
          <ac:grpSpMkLst>
            <pc:docMk/>
            <pc:sldMk cId="823254948" sldId="2485"/>
            <ac:grpSpMk id="10" creationId="{E4DE4D9F-7B3E-0EB0-9E06-6F6C291075F4}"/>
          </ac:grpSpMkLst>
        </pc:grpChg>
        <pc:picChg chg="del">
          <ac:chgData name="Owais" userId="6abc7d4556b3b071" providerId="LiveId" clId="{67CF6123-0AE6-4BD4-ADE5-5F19A9E093E9}" dt="2023-03-10T05:15:31.177" v="2214" actId="478"/>
          <ac:picMkLst>
            <pc:docMk/>
            <pc:sldMk cId="823254948" sldId="2485"/>
            <ac:picMk id="9" creationId="{764CE750-C9A2-4344-4CF8-589A12BAC72D}"/>
          </ac:picMkLst>
        </pc:picChg>
      </pc:sldChg>
      <pc:sldChg chg="del">
        <pc:chgData name="Owais" userId="6abc7d4556b3b071" providerId="LiveId" clId="{67CF6123-0AE6-4BD4-ADE5-5F19A9E093E9}" dt="2023-03-10T04:22:10.365" v="100" actId="47"/>
        <pc:sldMkLst>
          <pc:docMk/>
          <pc:sldMk cId="2995985000" sldId="2485"/>
        </pc:sldMkLst>
      </pc:sldChg>
      <pc:sldChg chg="addSp delSp modSp add mod delAnim modAnim modNotesTx">
        <pc:chgData name="Owais" userId="6abc7d4556b3b071" providerId="LiveId" clId="{67CF6123-0AE6-4BD4-ADE5-5F19A9E093E9}" dt="2023-03-10T05:29:57.903" v="3008" actId="20577"/>
        <pc:sldMkLst>
          <pc:docMk/>
          <pc:sldMk cId="678087267" sldId="2486"/>
        </pc:sldMkLst>
        <pc:spChg chg="mod">
          <ac:chgData name="Owais" userId="6abc7d4556b3b071" providerId="LiveId" clId="{67CF6123-0AE6-4BD4-ADE5-5F19A9E093E9}" dt="2023-03-10T05:27:26.555" v="2847" actId="20577"/>
          <ac:spMkLst>
            <pc:docMk/>
            <pc:sldMk cId="678087267" sldId="2486"/>
            <ac:spMk id="3" creationId="{4A1C0383-58FE-E486-295E-B33B8683B938}"/>
          </ac:spMkLst>
        </pc:spChg>
        <pc:grpChg chg="del">
          <ac:chgData name="Owais" userId="6abc7d4556b3b071" providerId="LiveId" clId="{67CF6123-0AE6-4BD4-ADE5-5F19A9E093E9}" dt="2023-03-10T05:17:44.124" v="2302" actId="478"/>
          <ac:grpSpMkLst>
            <pc:docMk/>
            <pc:sldMk cId="678087267" sldId="2486"/>
            <ac:grpSpMk id="10" creationId="{E4DE4D9F-7B3E-0EB0-9E06-6F6C291075F4}"/>
          </ac:grpSpMkLst>
        </pc:grpChg>
        <pc:picChg chg="add mod">
          <ac:chgData name="Owais" userId="6abc7d4556b3b071" providerId="LiveId" clId="{67CF6123-0AE6-4BD4-ADE5-5F19A9E093E9}" dt="2023-03-10T05:27:13.659" v="2835" actId="1076"/>
          <ac:picMkLst>
            <pc:docMk/>
            <pc:sldMk cId="678087267" sldId="2486"/>
            <ac:picMk id="18" creationId="{C095264F-4CC4-53B1-8B51-E011782D5502}"/>
          </ac:picMkLst>
        </pc:picChg>
      </pc:sldChg>
      <pc:sldChg chg="del">
        <pc:chgData name="Owais" userId="6abc7d4556b3b071" providerId="LiveId" clId="{67CF6123-0AE6-4BD4-ADE5-5F19A9E093E9}" dt="2023-03-10T04:22:10.463" v="101" actId="47"/>
        <pc:sldMkLst>
          <pc:docMk/>
          <pc:sldMk cId="1088870247" sldId="2486"/>
        </pc:sldMkLst>
      </pc:sldChg>
      <pc:sldChg chg="delSp modSp add mod delAnim modAnim modNotesTx">
        <pc:chgData name="Owais" userId="6abc7d4556b3b071" providerId="LiveId" clId="{67CF6123-0AE6-4BD4-ADE5-5F19A9E093E9}" dt="2023-03-10T05:30:29.328" v="3053" actId="20577"/>
        <pc:sldMkLst>
          <pc:docMk/>
          <pc:sldMk cId="1323242083" sldId="2487"/>
        </pc:sldMkLst>
        <pc:spChg chg="mod">
          <ac:chgData name="Owais" userId="6abc7d4556b3b071" providerId="LiveId" clId="{67CF6123-0AE6-4BD4-ADE5-5F19A9E093E9}" dt="2023-03-10T05:30:21.435" v="3013" actId="27636"/>
          <ac:spMkLst>
            <pc:docMk/>
            <pc:sldMk cId="1323242083" sldId="2487"/>
            <ac:spMk id="3" creationId="{4A1C0383-58FE-E486-295E-B33B8683B938}"/>
          </ac:spMkLst>
        </pc:spChg>
        <pc:picChg chg="del">
          <ac:chgData name="Owais" userId="6abc7d4556b3b071" providerId="LiveId" clId="{67CF6123-0AE6-4BD4-ADE5-5F19A9E093E9}" dt="2023-03-10T05:28:05.754" v="2850" actId="478"/>
          <ac:picMkLst>
            <pc:docMk/>
            <pc:sldMk cId="1323242083" sldId="2487"/>
            <ac:picMk id="18" creationId="{C095264F-4CC4-53B1-8B51-E011782D5502}"/>
          </ac:picMkLst>
        </pc:picChg>
      </pc:sldChg>
      <pc:sldChg chg="del">
        <pc:chgData name="Owais" userId="6abc7d4556b3b071" providerId="LiveId" clId="{67CF6123-0AE6-4BD4-ADE5-5F19A9E093E9}" dt="2023-03-10T04:22:11.012" v="102" actId="47"/>
        <pc:sldMkLst>
          <pc:docMk/>
          <pc:sldMk cId="1653736541" sldId="2487"/>
        </pc:sldMkLst>
      </pc:sldChg>
      <pc:sldChg chg="del">
        <pc:chgData name="Owais" userId="6abc7d4556b3b071" providerId="LiveId" clId="{67CF6123-0AE6-4BD4-ADE5-5F19A9E093E9}" dt="2023-03-10T04:22:11.020" v="103" actId="47"/>
        <pc:sldMkLst>
          <pc:docMk/>
          <pc:sldMk cId="633565940" sldId="2488"/>
        </pc:sldMkLst>
      </pc:sldChg>
      <pc:sldChg chg="modSp add mod modAnim modNotesTx">
        <pc:chgData name="Owais" userId="6abc7d4556b3b071" providerId="LiveId" clId="{67CF6123-0AE6-4BD4-ADE5-5F19A9E093E9}" dt="2023-03-10T05:46:41.099" v="4221" actId="20577"/>
        <pc:sldMkLst>
          <pc:docMk/>
          <pc:sldMk cId="2597580398" sldId="2488"/>
        </pc:sldMkLst>
        <pc:spChg chg="mod">
          <ac:chgData name="Owais" userId="6abc7d4556b3b071" providerId="LiveId" clId="{67CF6123-0AE6-4BD4-ADE5-5F19A9E093E9}" dt="2023-03-10T05:35:00.484" v="3583" actId="20577"/>
          <ac:spMkLst>
            <pc:docMk/>
            <pc:sldMk cId="2597580398" sldId="2488"/>
            <ac:spMk id="3" creationId="{4A1C0383-58FE-E486-295E-B33B8683B938}"/>
          </ac:spMkLst>
        </pc:spChg>
        <pc:spChg chg="mod">
          <ac:chgData name="Owais" userId="6abc7d4556b3b071" providerId="LiveId" clId="{67CF6123-0AE6-4BD4-ADE5-5F19A9E093E9}" dt="2023-03-10T05:30:58.474" v="3064" actId="20577"/>
          <ac:spMkLst>
            <pc:docMk/>
            <pc:sldMk cId="2597580398" sldId="2488"/>
            <ac:spMk id="215" creationId="{00000000-0000-0000-0000-000000000000}"/>
          </ac:spMkLst>
        </pc:spChg>
      </pc:sldChg>
      <pc:sldChg chg="modSp add mod modAnim modNotesTx">
        <pc:chgData name="Owais" userId="6abc7d4556b3b071" providerId="LiveId" clId="{67CF6123-0AE6-4BD4-ADE5-5F19A9E093E9}" dt="2023-03-10T05:46:43.324" v="4222" actId="20577"/>
        <pc:sldMkLst>
          <pc:docMk/>
          <pc:sldMk cId="1889231957" sldId="2489"/>
        </pc:sldMkLst>
        <pc:spChg chg="mod">
          <ac:chgData name="Owais" userId="6abc7d4556b3b071" providerId="LiveId" clId="{67CF6123-0AE6-4BD4-ADE5-5F19A9E093E9}" dt="2023-03-10T05:41:42.134" v="3897" actId="20577"/>
          <ac:spMkLst>
            <pc:docMk/>
            <pc:sldMk cId="1889231957" sldId="2489"/>
            <ac:spMk id="3" creationId="{4A1C0383-58FE-E486-295E-B33B8683B938}"/>
          </ac:spMkLst>
        </pc:spChg>
        <pc:spChg chg="mod">
          <ac:chgData name="Owais" userId="6abc7d4556b3b071" providerId="LiveId" clId="{67CF6123-0AE6-4BD4-ADE5-5F19A9E093E9}" dt="2023-03-10T05:36:54.075" v="3601" actId="20577"/>
          <ac:spMkLst>
            <pc:docMk/>
            <pc:sldMk cId="1889231957" sldId="2489"/>
            <ac:spMk id="215" creationId="{00000000-0000-0000-0000-000000000000}"/>
          </ac:spMkLst>
        </pc:spChg>
      </pc:sldChg>
      <pc:sldChg chg="del">
        <pc:chgData name="Owais" userId="6abc7d4556b3b071" providerId="LiveId" clId="{67CF6123-0AE6-4BD4-ADE5-5F19A9E093E9}" dt="2023-03-10T04:22:11.030" v="104" actId="47"/>
        <pc:sldMkLst>
          <pc:docMk/>
          <pc:sldMk cId="4108314565" sldId="2489"/>
        </pc:sldMkLst>
      </pc:sldChg>
      <pc:sldChg chg="del">
        <pc:chgData name="Owais" userId="6abc7d4556b3b071" providerId="LiveId" clId="{67CF6123-0AE6-4BD4-ADE5-5F19A9E093E9}" dt="2023-03-10T04:22:11.082" v="105" actId="47"/>
        <pc:sldMkLst>
          <pc:docMk/>
          <pc:sldMk cId="768465522" sldId="2490"/>
        </pc:sldMkLst>
      </pc:sldChg>
      <pc:sldChg chg="modSp add mod modAnim modNotesTx">
        <pc:chgData name="Owais" userId="6abc7d4556b3b071" providerId="LiveId" clId="{67CF6123-0AE6-4BD4-ADE5-5F19A9E093E9}" dt="2023-03-10T05:54:18.107" v="4726" actId="20577"/>
        <pc:sldMkLst>
          <pc:docMk/>
          <pc:sldMk cId="1362025451" sldId="2490"/>
        </pc:sldMkLst>
        <pc:spChg chg="mod">
          <ac:chgData name="Owais" userId="6abc7d4556b3b071" providerId="LiveId" clId="{67CF6123-0AE6-4BD4-ADE5-5F19A9E093E9}" dt="2023-03-10T05:52:47.265" v="4475" actId="20577"/>
          <ac:spMkLst>
            <pc:docMk/>
            <pc:sldMk cId="1362025451" sldId="2490"/>
            <ac:spMk id="3" creationId="{4A1C0383-58FE-E486-295E-B33B8683B938}"/>
          </ac:spMkLst>
        </pc:spChg>
      </pc:sldChg>
      <pc:sldChg chg="modSp add mod modAnim">
        <pc:chgData name="Owais" userId="6abc7d4556b3b071" providerId="LiveId" clId="{67CF6123-0AE6-4BD4-ADE5-5F19A9E093E9}" dt="2023-03-10T05:56:53.799" v="4979" actId="20577"/>
        <pc:sldMkLst>
          <pc:docMk/>
          <pc:sldMk cId="2844888853" sldId="2491"/>
        </pc:sldMkLst>
        <pc:spChg chg="mod">
          <ac:chgData name="Owais" userId="6abc7d4556b3b071" providerId="LiveId" clId="{67CF6123-0AE6-4BD4-ADE5-5F19A9E093E9}" dt="2023-03-10T05:56:53.799" v="4979" actId="20577"/>
          <ac:spMkLst>
            <pc:docMk/>
            <pc:sldMk cId="2844888853" sldId="2491"/>
            <ac:spMk id="3" creationId="{4A1C0383-58FE-E486-295E-B33B8683B938}"/>
          </ac:spMkLst>
        </pc:spChg>
      </pc:sldChg>
      <pc:sldChg chg="del">
        <pc:chgData name="Owais" userId="6abc7d4556b3b071" providerId="LiveId" clId="{67CF6123-0AE6-4BD4-ADE5-5F19A9E093E9}" dt="2023-03-10T04:22:11.165" v="106" actId="47"/>
        <pc:sldMkLst>
          <pc:docMk/>
          <pc:sldMk cId="3640078836" sldId="2491"/>
        </pc:sldMkLst>
      </pc:sldChg>
      <pc:sldChg chg="del">
        <pc:chgData name="Owais" userId="6abc7d4556b3b071" providerId="LiveId" clId="{67CF6123-0AE6-4BD4-ADE5-5F19A9E093E9}" dt="2023-03-10T04:22:11.183" v="107" actId="47"/>
        <pc:sldMkLst>
          <pc:docMk/>
          <pc:sldMk cId="1206654014" sldId="2492"/>
        </pc:sldMkLst>
      </pc:sldChg>
      <pc:sldChg chg="del">
        <pc:chgData name="Owais" userId="6abc7d4556b3b071" providerId="LiveId" clId="{67CF6123-0AE6-4BD4-ADE5-5F19A9E093E9}" dt="2023-03-10T04:22:11.201" v="108" actId="47"/>
        <pc:sldMkLst>
          <pc:docMk/>
          <pc:sldMk cId="2770422083" sldId="2493"/>
        </pc:sldMkLst>
      </pc:sldChg>
      <pc:sldChg chg="del">
        <pc:chgData name="Owais" userId="6abc7d4556b3b071" providerId="LiveId" clId="{67CF6123-0AE6-4BD4-ADE5-5F19A9E093E9}" dt="2023-03-10T04:22:11.212" v="109" actId="47"/>
        <pc:sldMkLst>
          <pc:docMk/>
          <pc:sldMk cId="1769907705" sldId="2494"/>
        </pc:sldMkLst>
      </pc:sldChg>
      <pc:sldChg chg="del">
        <pc:chgData name="Owais" userId="6abc7d4556b3b071" providerId="LiveId" clId="{67CF6123-0AE6-4BD4-ADE5-5F19A9E093E9}" dt="2023-03-10T04:22:11.986" v="112" actId="47"/>
        <pc:sldMkLst>
          <pc:docMk/>
          <pc:sldMk cId="502436521" sldId="2495"/>
        </pc:sldMkLst>
      </pc:sldChg>
      <pc:sldChg chg="del">
        <pc:chgData name="Owais" userId="6abc7d4556b3b071" providerId="LiveId" clId="{67CF6123-0AE6-4BD4-ADE5-5F19A9E093E9}" dt="2023-03-10T04:22:11.627" v="110" actId="47"/>
        <pc:sldMkLst>
          <pc:docMk/>
          <pc:sldMk cId="3658375322" sldId="2496"/>
        </pc:sldMkLst>
      </pc:sldChg>
      <pc:sldChg chg="del">
        <pc:chgData name="Owais" userId="6abc7d4556b3b071" providerId="LiveId" clId="{67CF6123-0AE6-4BD4-ADE5-5F19A9E093E9}" dt="2023-03-10T04:22:11.806" v="111" actId="47"/>
        <pc:sldMkLst>
          <pc:docMk/>
          <pc:sldMk cId="1001608454" sldId="2497"/>
        </pc:sldMkLst>
      </pc:sldChg>
      <pc:sldChg chg="del">
        <pc:chgData name="Owais" userId="6abc7d4556b3b071" providerId="LiveId" clId="{67CF6123-0AE6-4BD4-ADE5-5F19A9E093E9}" dt="2023-03-10T04:22:12.138" v="113" actId="47"/>
        <pc:sldMkLst>
          <pc:docMk/>
          <pc:sldMk cId="1881289253" sldId="2498"/>
        </pc:sldMkLst>
      </pc:sldChg>
      <pc:sldChg chg="del">
        <pc:chgData name="Owais" userId="6abc7d4556b3b071" providerId="LiveId" clId="{67CF6123-0AE6-4BD4-ADE5-5F19A9E093E9}" dt="2023-03-10T04:22:12.299" v="114" actId="47"/>
        <pc:sldMkLst>
          <pc:docMk/>
          <pc:sldMk cId="3955736578" sldId="2499"/>
        </pc:sldMkLst>
      </pc:sldChg>
      <pc:sldChg chg="del">
        <pc:chgData name="Owais" userId="6abc7d4556b3b071" providerId="LiveId" clId="{67CF6123-0AE6-4BD4-ADE5-5F19A9E093E9}" dt="2023-03-10T04:22:12.462" v="115" actId="47"/>
        <pc:sldMkLst>
          <pc:docMk/>
          <pc:sldMk cId="3647547761" sldId="2500"/>
        </pc:sldMkLst>
      </pc:sldChg>
      <pc:sldChg chg="del">
        <pc:chgData name="Owais" userId="6abc7d4556b3b071" providerId="LiveId" clId="{67CF6123-0AE6-4BD4-ADE5-5F19A9E093E9}" dt="2023-03-10T04:22:12.609" v="116" actId="47"/>
        <pc:sldMkLst>
          <pc:docMk/>
          <pc:sldMk cId="3769573511" sldId="2501"/>
        </pc:sldMkLst>
      </pc:sldChg>
      <pc:sldChg chg="del">
        <pc:chgData name="Owais" userId="6abc7d4556b3b071" providerId="LiveId" clId="{67CF6123-0AE6-4BD4-ADE5-5F19A9E093E9}" dt="2023-03-10T04:22:13.749" v="117" actId="47"/>
        <pc:sldMkLst>
          <pc:docMk/>
          <pc:sldMk cId="2150423912" sldId="25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6/2/2023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6/2/2023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circuitverse.org/simulator/edit/d-flip-flop-48e9cefc-f999-4a18-8e07-c6060b04df99"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3059873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4179144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11871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203642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011712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957211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a:hlinkClick r:id="rId3"/>
              </a:rPr>
              <a:t>CircuitVerse</a:t>
            </a:r>
            <a:r>
              <a:rPr lang="en-US">
                <a:hlinkClick r:id="rId3"/>
              </a:rPr>
              <a:t> - Digital Circuit Simulator online</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3728209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373554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480794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974701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3396906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561989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1363181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gif"/><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60.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07/relationships/hdphoto" Target="../media/hdphoto1.wdp"/><Relationship Id="rId7" Type="http://schemas.openxmlformats.org/officeDocument/2006/relationships/image" Target="../media/image25.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DIGITAL LOGIC DESIGN (111776)</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5"/>
            <a:ext cx="4114800" cy="4136198"/>
          </a:xfrm>
        </p:spPr>
        <p:txBody>
          <a:bodyPr/>
          <a:lstStyle/>
          <a:p>
            <a:r>
              <a:rPr lang="en-US" dirty="0"/>
              <a:t>Clock</a:t>
            </a:r>
          </a:p>
          <a:p>
            <a:r>
              <a:rPr lang="en-US" dirty="0"/>
              <a:t>Clock as Enable Input</a:t>
            </a:r>
          </a:p>
          <a:p>
            <a:r>
              <a:rPr lang="en-US" dirty="0"/>
              <a:t>SR Flip Flop</a:t>
            </a:r>
          </a:p>
          <a:p>
            <a:r>
              <a:rPr lang="en-US" dirty="0"/>
              <a:t>D Flip Flop</a:t>
            </a:r>
          </a:p>
          <a:p>
            <a:r>
              <a:rPr lang="en-US" dirty="0"/>
              <a:t>JK Flip Flop</a:t>
            </a:r>
          </a:p>
          <a:p>
            <a:r>
              <a:rPr lang="en-US" dirty="0"/>
              <a:t>JK Flip Flop Truth Table</a:t>
            </a:r>
          </a:p>
          <a:p>
            <a:r>
              <a:rPr lang="en-US" dirty="0"/>
              <a:t>T Flip Flop</a:t>
            </a:r>
          </a:p>
          <a:p>
            <a:endParaRPr lang="en-US" dirty="0"/>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Clock</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5875616" cy="494282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Clock is a circuit, which is compulsory input for all Synchronous digital circuits.</a:t>
                </a:r>
              </a:p>
              <a:p>
                <a:pPr>
                  <a:lnSpc>
                    <a:spcPct val="100000"/>
                  </a:lnSpc>
                  <a:buFont typeface="Wingdings" panose="05000000000000000000" pitchFamily="2" charset="2"/>
                  <a:buChar char="§"/>
                </a:pPr>
                <a:r>
                  <a:rPr lang="en-US" sz="3400" dirty="0"/>
                  <a:t>A clock keeps switching from High to Low and Low to High signal.</a:t>
                </a:r>
              </a:p>
              <a:p>
                <a:pPr>
                  <a:lnSpc>
                    <a:spcPct val="100000"/>
                  </a:lnSpc>
                  <a:buFont typeface="Wingdings" panose="05000000000000000000" pitchFamily="2" charset="2"/>
                  <a:buChar char="§"/>
                </a:pPr>
                <a:r>
                  <a:rPr lang="en-US" sz="3400" dirty="0"/>
                  <a:t>It is used to decide “when” the input is accepted in a circuit.</a:t>
                </a:r>
              </a:p>
              <a:p>
                <a:pPr>
                  <a:lnSpc>
                    <a:spcPct val="100000"/>
                  </a:lnSpc>
                  <a:buFont typeface="Wingdings" panose="05000000000000000000" pitchFamily="2" charset="2"/>
                  <a:buChar char="§"/>
                </a:pPr>
                <a:r>
                  <a:rPr lang="en-US" sz="3400" dirty="0"/>
                  <a:t>The clock signal is represented by a square wave with constant Time period and frequency.</a:t>
                </a:r>
              </a:p>
              <a:p>
                <a:pPr>
                  <a:lnSpc>
                    <a:spcPct val="100000"/>
                  </a:lnSpc>
                  <a:buFont typeface="Wingdings" panose="05000000000000000000" pitchFamily="2" charset="2"/>
                  <a:buChar char="§"/>
                </a:pPr>
                <a:r>
                  <a:rPr lang="en-US" sz="3400" dirty="0"/>
                  <a:t>If the frequency is increased, the time period will decrease, i.e., </a:t>
                </a: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1</m:t>
                        </m:r>
                      </m:num>
                      <m:den>
                        <m:r>
                          <a:rPr lang="en-US" sz="3400" b="0" i="1" smtClean="0">
                            <a:latin typeface="Cambria Math" panose="02040503050406030204" pitchFamily="18" charset="0"/>
                          </a:rPr>
                          <m:t>𝑇</m:t>
                        </m:r>
                      </m:den>
                    </m:f>
                  </m:oMath>
                </a14:m>
                <a:endParaRPr lang="en-US" sz="3400" dirty="0"/>
              </a:p>
              <a:p>
                <a:pPr>
                  <a:lnSpc>
                    <a:spcPct val="100000"/>
                  </a:lnSpc>
                  <a:buFont typeface="Wingdings" panose="05000000000000000000" pitchFamily="2" charset="2"/>
                  <a:buChar char="§"/>
                </a:pPr>
                <a:r>
                  <a:rPr lang="en-US" sz="3400" dirty="0"/>
                  <a:t>Duty cycle of a clock is the percentage of high signal in a wave.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5875616" cy="4942828"/>
              </a:xfrm>
              <a:prstGeom prst="rect">
                <a:avLst/>
              </a:prstGeom>
              <a:blipFill>
                <a:blip r:embed="rId3"/>
                <a:stretch>
                  <a:fillRect l="-1349" t="-2343" r="-622"/>
                </a:stretch>
              </a:blipFill>
            </p:spPr>
            <p:txBody>
              <a:bodyPr/>
              <a:lstStyle/>
              <a:p>
                <a:r>
                  <a:rPr lang="en-US">
                    <a:noFill/>
                  </a:rPr>
                  <a:t> </a:t>
                </a:r>
              </a:p>
            </p:txBody>
          </p:sp>
        </mc:Fallback>
      </mc:AlternateContent>
      <p:pic>
        <p:nvPicPr>
          <p:cNvPr id="1028" name="Picture 4" descr="Digital Timing: Clock Signals, Jitter, Hystereisis, and Eye Diagrams ...">
            <a:extLst>
              <a:ext uri="{FF2B5EF4-FFF2-40B4-BE49-F238E27FC236}">
                <a16:creationId xmlns:a16="http://schemas.microsoft.com/office/drawing/2014/main" id="{D52DA1AA-9FFF-2867-000D-D5DC7DC5D3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1724" y="1532588"/>
            <a:ext cx="4909784" cy="26805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Clock Cycle in CPU? - Quora">
            <a:extLst>
              <a:ext uri="{FF2B5EF4-FFF2-40B4-BE49-F238E27FC236}">
                <a16:creationId xmlns:a16="http://schemas.microsoft.com/office/drawing/2014/main" id="{4945972B-A6FB-55C9-2F14-04F00620FD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1724" y="4213151"/>
            <a:ext cx="5139892" cy="2262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43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Clock as </a:t>
            </a:r>
            <a:r>
              <a:rPr lang="en-US" sz="3200" dirty="0" err="1">
                <a:solidFill>
                  <a:srgbClr val="FFFFFF"/>
                </a:solidFill>
                <a:latin typeface="Arial"/>
                <a:cs typeface="Arial"/>
              </a:rPr>
              <a:t>ENable</a:t>
            </a:r>
            <a:r>
              <a:rPr lang="en-US" sz="3200" dirty="0">
                <a:solidFill>
                  <a:srgbClr val="FFFFFF"/>
                </a:solidFill>
                <a:latin typeface="Arial"/>
                <a:cs typeface="Arial"/>
              </a:rPr>
              <a:t> Input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If we change the EN input of a Gated D Latch to a Clock, the EN will enable the Latch for some time, and disable it for the same amount of time.</a:t>
                </a:r>
              </a:p>
              <a:p>
                <a:pPr>
                  <a:lnSpc>
                    <a:spcPct val="100000"/>
                  </a:lnSpc>
                  <a:buFont typeface="Wingdings" panose="05000000000000000000" pitchFamily="2" charset="2"/>
                  <a:buChar char="§"/>
                </a:pPr>
                <a:r>
                  <a:rPr lang="en-US" sz="3400" dirty="0"/>
                  <a:t>In circuits, the Clock signal is usually denoted as “CLK”</a:t>
                </a:r>
              </a:p>
              <a:p>
                <a:pPr>
                  <a:lnSpc>
                    <a:spcPct val="100000"/>
                  </a:lnSpc>
                  <a:buFont typeface="Wingdings" panose="05000000000000000000" pitchFamily="2" charset="2"/>
                  <a:buChar char="§"/>
                </a:pPr>
                <a:r>
                  <a:rPr lang="en-US" sz="3400" dirty="0"/>
                  <a:t>For example, if the clock has a frequency of 10Hz, then for time span of 0ms to 6ms, the D Latch will be enabled. Therefore, if </a:t>
                </a:r>
                <a14:m>
                  <m:oMath xmlns:m="http://schemas.openxmlformats.org/officeDocument/2006/math">
                    <m:r>
                      <a:rPr lang="en-US" sz="3400" i="1" dirty="0" smtClean="0">
                        <a:latin typeface="Cambria Math" panose="02040503050406030204" pitchFamily="18" charset="0"/>
                      </a:rPr>
                      <m:t>𝐷</m:t>
                    </m:r>
                  </m:oMath>
                </a14:m>
                <a:r>
                  <a:rPr lang="en-US" sz="3400" dirty="0"/>
                  <a:t> is </a:t>
                </a:r>
                <a:r>
                  <a:rPr lang="en-US" sz="3400" u="sng" dirty="0"/>
                  <a:t>changed</a:t>
                </a:r>
                <a:r>
                  <a:rPr lang="en-US" sz="3400" dirty="0"/>
                  <a:t> to </a:t>
                </a:r>
                <a14:m>
                  <m:oMath xmlns:m="http://schemas.openxmlformats.org/officeDocument/2006/math">
                    <m:r>
                      <a:rPr lang="en-US" sz="3400" b="0" i="1" smtClean="0">
                        <a:latin typeface="Cambria Math" panose="02040503050406030204" pitchFamily="18" charset="0"/>
                      </a:rPr>
                      <m:t>1</m:t>
                    </m:r>
                  </m:oMath>
                </a14:m>
                <a:r>
                  <a:rPr lang="en-US" sz="3400" dirty="0"/>
                  <a:t> within 6ms time, then </a:t>
                </a:r>
                <a14:m>
                  <m:oMath xmlns:m="http://schemas.openxmlformats.org/officeDocument/2006/math">
                    <m:r>
                      <a:rPr lang="en-US" sz="3400" b="0" i="1" smtClean="0">
                        <a:latin typeface="Cambria Math" panose="02040503050406030204" pitchFamily="18" charset="0"/>
                      </a:rPr>
                      <m:t>𝑄</m:t>
                    </m:r>
                  </m:oMath>
                </a14:m>
                <a:r>
                  <a:rPr lang="en-US" sz="3400" dirty="0"/>
                  <a:t> will change to 1.</a:t>
                </a:r>
              </a:p>
              <a:p>
                <a:pPr>
                  <a:lnSpc>
                    <a:spcPct val="100000"/>
                  </a:lnSpc>
                  <a:buFont typeface="Wingdings" panose="05000000000000000000" pitchFamily="2" charset="2"/>
                  <a:buChar char="§"/>
                </a:pPr>
                <a:r>
                  <a:rPr lang="en-US" sz="3400" dirty="0"/>
                  <a:t>For the next time span of 6ms to 12ms, the Latch will be disabled. Therefore, if </a:t>
                </a:r>
                <a14:m>
                  <m:oMath xmlns:m="http://schemas.openxmlformats.org/officeDocument/2006/math">
                    <m:r>
                      <a:rPr lang="en-US" sz="3400" i="1" dirty="0">
                        <a:latin typeface="Cambria Math" panose="02040503050406030204" pitchFamily="18" charset="0"/>
                      </a:rPr>
                      <m:t>𝐷</m:t>
                    </m:r>
                  </m:oMath>
                </a14:m>
                <a:r>
                  <a:rPr lang="en-US" sz="3400" dirty="0"/>
                  <a:t> is </a:t>
                </a:r>
                <a:r>
                  <a:rPr lang="en-US" sz="3400" u="sng" dirty="0"/>
                  <a:t>changed</a:t>
                </a:r>
                <a:r>
                  <a:rPr lang="en-US" sz="3400" dirty="0"/>
                  <a:t> to </a:t>
                </a:r>
                <a14:m>
                  <m:oMath xmlns:m="http://schemas.openxmlformats.org/officeDocument/2006/math">
                    <m:r>
                      <a:rPr lang="en-US" sz="3400" b="0" i="1" smtClean="0">
                        <a:latin typeface="Cambria Math" panose="02040503050406030204" pitchFamily="18" charset="0"/>
                      </a:rPr>
                      <m:t>0</m:t>
                    </m:r>
                  </m:oMath>
                </a14:m>
                <a:r>
                  <a:rPr lang="en-US" sz="3400" dirty="0"/>
                  <a:t> within this time duration, then </a:t>
                </a:r>
                <a14:m>
                  <m:oMath xmlns:m="http://schemas.openxmlformats.org/officeDocument/2006/math">
                    <m:r>
                      <a:rPr lang="en-US" sz="3400" i="1">
                        <a:latin typeface="Cambria Math" panose="02040503050406030204" pitchFamily="18" charset="0"/>
                      </a:rPr>
                      <m:t>𝑄</m:t>
                    </m:r>
                  </m:oMath>
                </a14:m>
                <a:r>
                  <a:rPr lang="en-US" sz="3400" dirty="0"/>
                  <a:t> will </a:t>
                </a:r>
                <a:r>
                  <a:rPr lang="en-US" sz="3400" u="sng" dirty="0"/>
                  <a:t>NOT</a:t>
                </a:r>
                <a:r>
                  <a:rPr lang="en-US" sz="3400" dirty="0"/>
                  <a:t> change to back to 0.</a:t>
                </a:r>
              </a:p>
              <a:p>
                <a:pPr>
                  <a:lnSpc>
                    <a:spcPct val="100000"/>
                  </a:lnSpc>
                  <a:buFont typeface="Wingdings" panose="05000000000000000000" pitchFamily="2" charset="2"/>
                  <a:buChar char="§"/>
                </a:pPr>
                <a:r>
                  <a:rPr lang="en-US" sz="3400" dirty="0"/>
                  <a:t>Edge triggering: when the state of the circuit is changed only when the CLK is changing from LOW to HIGH or HIGH to LOW.</a:t>
                </a:r>
              </a:p>
              <a:p>
                <a:pPr>
                  <a:lnSpc>
                    <a:spcPct val="100000"/>
                  </a:lnSpc>
                  <a:buFont typeface="Wingdings" panose="05000000000000000000" pitchFamily="2" charset="2"/>
                  <a:buChar char="§"/>
                </a:pPr>
                <a:r>
                  <a:rPr lang="en-US" sz="3400" dirty="0"/>
                  <a:t>Level triggering: when the state of the circuit is changed in between the time when CLK was HIGH or LOW.</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8"/>
                <a:ext cx="11743016" cy="4942828"/>
              </a:xfrm>
              <a:prstGeom prst="rect">
                <a:avLst/>
              </a:prstGeom>
              <a:blipFill>
                <a:blip r:embed="rId3"/>
                <a:stretch>
                  <a:fillRect l="-778" t="-2466" r="-830"/>
                </a:stretch>
              </a:blipFill>
            </p:spPr>
            <p:txBody>
              <a:bodyPr/>
              <a:lstStyle/>
              <a:p>
                <a:r>
                  <a:rPr lang="en-US">
                    <a:noFill/>
                  </a:rPr>
                  <a:t> </a:t>
                </a:r>
              </a:p>
            </p:txBody>
          </p:sp>
        </mc:Fallback>
      </mc:AlternateContent>
    </p:spTree>
    <p:extLst>
      <p:ext uri="{BB962C8B-B14F-4D97-AF65-F5344CB8AC3E}">
        <p14:creationId xmlns:p14="http://schemas.microsoft.com/office/powerpoint/2010/main" val="402313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Flip Flops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494282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A Flip Flop is a Latch with a CLK signal.</a:t>
            </a:r>
          </a:p>
          <a:p>
            <a:pPr>
              <a:lnSpc>
                <a:spcPct val="100000"/>
              </a:lnSpc>
              <a:buFont typeface="Wingdings" panose="05000000000000000000" pitchFamily="2" charset="2"/>
              <a:buChar char="§"/>
            </a:pPr>
            <a:r>
              <a:rPr lang="en-US" sz="3400" dirty="0"/>
              <a:t>The problem with Latches is that they do not shift immediately as the EN is changed. Meaning they work on level triggering. So, the user has to first change EN to 1, then change the input.</a:t>
            </a:r>
          </a:p>
          <a:p>
            <a:pPr>
              <a:lnSpc>
                <a:spcPct val="100000"/>
              </a:lnSpc>
              <a:buFont typeface="Wingdings" panose="05000000000000000000" pitchFamily="2" charset="2"/>
              <a:buChar char="§"/>
            </a:pPr>
            <a:r>
              <a:rPr lang="en-US" sz="3400" dirty="0"/>
              <a:t>The Flip Flops solve this problem because they work on edge triggering. Therefore, as soon as the CLK is HIGH, the circuit activates and works on whatever the input may be.</a:t>
            </a:r>
          </a:p>
          <a:p>
            <a:pPr>
              <a:lnSpc>
                <a:spcPct val="100000"/>
              </a:lnSpc>
              <a:buFont typeface="Wingdings" panose="05000000000000000000" pitchFamily="2" charset="2"/>
              <a:buChar char="§"/>
            </a:pPr>
            <a:endParaRPr lang="en-US" sz="3400" dirty="0"/>
          </a:p>
        </p:txBody>
      </p:sp>
    </p:spTree>
    <p:extLst>
      <p:ext uri="{BB962C8B-B14F-4D97-AF65-F5344CB8AC3E}">
        <p14:creationId xmlns:p14="http://schemas.microsoft.com/office/powerpoint/2010/main" val="232916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SR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8"/>
            <a:ext cx="11743016" cy="1084295"/>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An SR Flip Flop is Simply a Gated SR Latch with CLK provided as EN signal.</a:t>
            </a:r>
          </a:p>
        </p:txBody>
      </p:sp>
      <p:pic>
        <p:nvPicPr>
          <p:cNvPr id="2050" name="Picture 2" descr="Flip-Flops | What Is SR Or RS Flip Flop | JK Flip Flop">
            <a:extLst>
              <a:ext uri="{FF2B5EF4-FFF2-40B4-BE49-F238E27FC236}">
                <a16:creationId xmlns:a16="http://schemas.microsoft.com/office/drawing/2014/main" id="{F767FEB1-EBBF-7581-E491-C74089E64F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165"/>
          <a:stretch/>
        </p:blipFill>
        <p:spPr bwMode="auto">
          <a:xfrm>
            <a:off x="220384" y="3579590"/>
            <a:ext cx="5712375" cy="2876697"/>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a:extLst>
              <a:ext uri="{FF2B5EF4-FFF2-40B4-BE49-F238E27FC236}">
                <a16:creationId xmlns:a16="http://schemas.microsoft.com/office/drawing/2014/main" id="{D3249D3C-776E-4305-D1DB-047FD8146430}"/>
              </a:ext>
            </a:extLst>
          </p:cNvPr>
          <p:cNvSpPr/>
          <p:nvPr/>
        </p:nvSpPr>
        <p:spPr>
          <a:xfrm>
            <a:off x="5762205" y="4241118"/>
            <a:ext cx="6201195" cy="1965322"/>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2823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SR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284790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The Truth Table of SR Flip Flop.</a:t>
                </a:r>
              </a:p>
              <a:p>
                <a:pPr>
                  <a:lnSpc>
                    <a:spcPct val="100000"/>
                  </a:lnSpc>
                  <a:buFont typeface="Wingdings" panose="05000000000000000000" pitchFamily="2" charset="2"/>
                  <a:buChar char="§"/>
                </a:pPr>
                <a:r>
                  <a:rPr lang="en-US" sz="3400" dirty="0"/>
                  <a:t>The Flip Flop behaves similar to a latch. Only that when CLK is 0, then </a:t>
                </a:r>
                <a14:m>
                  <m:oMath xmlns:m="http://schemas.openxmlformats.org/officeDocument/2006/math">
                    <m:r>
                      <a:rPr lang="en-US" sz="3400" i="1" dirty="0" smtClean="0">
                        <a:latin typeface="Cambria Math" panose="02040503050406030204" pitchFamily="18" charset="0"/>
                      </a:rPr>
                      <m:t>𝑄</m:t>
                    </m:r>
                  </m:oMath>
                </a14:m>
                <a:r>
                  <a:rPr lang="en-US" sz="3400" dirty="0"/>
                  <a:t> behaves as memory, i.e., it does not change in any case.</a:t>
                </a:r>
              </a:p>
              <a:p>
                <a:pPr>
                  <a:lnSpc>
                    <a:spcPct val="100000"/>
                  </a:lnSpc>
                  <a:buFont typeface="Wingdings" panose="05000000000000000000" pitchFamily="2" charset="2"/>
                  <a:buChar char="§"/>
                </a:pPr>
                <a:r>
                  <a:rPr lang="en-US" sz="3400" dirty="0"/>
                  <a:t>When CLK is 1, then the Latch circuit is enabled.</a:t>
                </a:r>
              </a:p>
              <a:p>
                <a:pPr>
                  <a:lnSpc>
                    <a:spcPct val="100000"/>
                  </a:lnSpc>
                  <a:buFont typeface="Wingdings" panose="05000000000000000000" pitchFamily="2" charset="2"/>
                  <a:buChar char="§"/>
                </a:pPr>
                <a:endParaRPr lang="en-US" sz="3400" dirty="0"/>
              </a:p>
              <a:p>
                <a:pPr>
                  <a:lnSpc>
                    <a:spcPct val="100000"/>
                  </a:lnSpc>
                  <a:buFont typeface="Wingdings" panose="05000000000000000000" pitchFamily="2" charset="2"/>
                  <a:buChar char="§"/>
                </a:pPr>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2847903"/>
              </a:xfrm>
              <a:prstGeom prst="rect">
                <a:avLst/>
              </a:prstGeom>
              <a:blipFill>
                <a:blip r:embed="rId3"/>
                <a:stretch>
                  <a:fillRect l="-1297" t="-2991" r="-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AE1C912-9460-9FC8-5FCC-E48469ADF423}"/>
                  </a:ext>
                </a:extLst>
              </p:cNvPr>
              <p:cNvGraphicFramePr>
                <a:graphicFrameLocks noGrp="1"/>
              </p:cNvGraphicFramePr>
              <p:nvPr>
                <p:extLst>
                  <p:ext uri="{D42A27DB-BD31-4B8C-83A1-F6EECF244321}">
                    <p14:modId xmlns:p14="http://schemas.microsoft.com/office/powerpoint/2010/main" val="205541784"/>
                  </p:ext>
                </p:extLst>
              </p:nvPr>
            </p:nvGraphicFramePr>
            <p:xfrm>
              <a:off x="6095998" y="4458275"/>
              <a:ext cx="5867400" cy="2017141"/>
            </p:xfrm>
            <a:graphic>
              <a:graphicData uri="http://schemas.openxmlformats.org/drawingml/2006/table">
                <a:tbl>
                  <a:tblPr firstRow="1" bandRow="1">
                    <a:tableStyleId>{5C22544A-7EE6-4342-B048-85BDC9FD1C3A}</a:tableStyleId>
                  </a:tblPr>
                  <a:tblGrid>
                    <a:gridCol w="977900">
                      <a:extLst>
                        <a:ext uri="{9D8B030D-6E8A-4147-A177-3AD203B41FA5}">
                          <a16:colId xmlns:a16="http://schemas.microsoft.com/office/drawing/2014/main" val="3971179619"/>
                        </a:ext>
                      </a:extLst>
                    </a:gridCol>
                    <a:gridCol w="977900">
                      <a:extLst>
                        <a:ext uri="{9D8B030D-6E8A-4147-A177-3AD203B41FA5}">
                          <a16:colId xmlns:a16="http://schemas.microsoft.com/office/drawing/2014/main" val="170478812"/>
                        </a:ext>
                      </a:extLst>
                    </a:gridCol>
                    <a:gridCol w="977900">
                      <a:extLst>
                        <a:ext uri="{9D8B030D-6E8A-4147-A177-3AD203B41FA5}">
                          <a16:colId xmlns:a16="http://schemas.microsoft.com/office/drawing/2014/main" val="2426222614"/>
                        </a:ext>
                      </a:extLst>
                    </a:gridCol>
                    <a:gridCol w="977900">
                      <a:extLst>
                        <a:ext uri="{9D8B030D-6E8A-4147-A177-3AD203B41FA5}">
                          <a16:colId xmlns:a16="http://schemas.microsoft.com/office/drawing/2014/main" val="2305242088"/>
                        </a:ext>
                      </a:extLst>
                    </a:gridCol>
                    <a:gridCol w="977900">
                      <a:extLst>
                        <a:ext uri="{9D8B030D-6E8A-4147-A177-3AD203B41FA5}">
                          <a16:colId xmlns:a16="http://schemas.microsoft.com/office/drawing/2014/main" val="326729873"/>
                        </a:ext>
                      </a:extLst>
                    </a:gridCol>
                    <a:gridCol w="977900">
                      <a:extLst>
                        <a:ext uri="{9D8B030D-6E8A-4147-A177-3AD203B41FA5}">
                          <a16:colId xmlns:a16="http://schemas.microsoft.com/office/drawing/2014/main" val="151978375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𝑅</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𝑆</m:t>
                                    </m:r>
                                  </m:e>
                                  <m:sup>
                                    <m:r>
                                      <a:rPr lang="en-US" sz="2000" b="0" i="1" smtClean="0">
                                        <a:latin typeface="Cambria Math" panose="02040503050406030204" pitchFamily="18" charset="0"/>
                                      </a:rPr>
                                      <m:t>∗</m:t>
                                    </m:r>
                                  </m:sup>
                                </m:sSup>
                              </m:oMath>
                            </m:oMathPara>
                          </a14:m>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m:t>
                                    </m:r>
                                  </m:sup>
                                </m:sSup>
                              </m:oMath>
                            </m:oMathPara>
                          </a14:m>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𝑄</m:t>
                                </m:r>
                              </m:oMath>
                            </m:oMathPara>
                          </a14:m>
                          <a:endParaRPr lang="en-US" sz="2000" b="0" dirty="0"/>
                        </a:p>
                      </a:txBody>
                      <a:tcPr/>
                    </a:tc>
                    <a:tc>
                      <a:txBody>
                        <a:bodyPr/>
                        <a:lstStyle/>
                        <a:p>
                          <a:pPr/>
                          <a14:m>
                            <m:oMathPara xmlns:m="http://schemas.openxmlformats.org/officeDocument/2006/math">
                              <m:oMathParaPr>
                                <m:jc m:val="centerGroup"/>
                              </m:oMathParaPr>
                              <m:oMath xmlns:m="http://schemas.openxmlformats.org/officeDocument/2006/math">
                                <m:bar>
                                  <m:barPr>
                                    <m:pos m:val="top"/>
                                    <m:ctrlPr>
                                      <a:rPr lang="en-US" sz="2000" b="0" i="1" smtClean="0">
                                        <a:latin typeface="Cambria Math" panose="02040503050406030204" pitchFamily="18" charset="0"/>
                                      </a:rPr>
                                    </m:ctrlPr>
                                  </m:barPr>
                                  <m:e>
                                    <m:r>
                                      <a:rPr lang="en-US" sz="2000" b="0" i="1" smtClean="0">
                                        <a:latin typeface="Cambria Math" panose="02040503050406030204" pitchFamily="18" charset="0"/>
                                      </a:rPr>
                                      <m:t>𝑄</m:t>
                                    </m:r>
                                  </m:e>
                                </m:bar>
                              </m:oMath>
                            </m:oMathPara>
                          </a14:m>
                          <a:endParaRPr lang="en-US" sz="2000" b="0" dirty="0"/>
                        </a:p>
                      </a:txBody>
                      <a:tcPr/>
                    </a:tc>
                    <a:extLst>
                      <a:ext uri="{0D108BD9-81ED-4DB2-BD59-A6C34878D82A}">
                        <a16:rowId xmlns:a16="http://schemas.microsoft.com/office/drawing/2014/main" val="2582219007"/>
                      </a:ext>
                    </a:extLst>
                  </a:tr>
                  <a:tr h="370840">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X</a:t>
                          </a:r>
                        </a:p>
                      </a:txBody>
                      <a:tcPr/>
                    </a:tc>
                    <a:tc>
                      <a:txBody>
                        <a:bodyPr/>
                        <a:lstStyle/>
                        <a:p>
                          <a:pPr algn="ctr"/>
                          <a:r>
                            <a:rPr lang="en-US" sz="2000" dirty="0"/>
                            <a:t>X</a:t>
                          </a:r>
                        </a:p>
                      </a:txBody>
                      <a:tcPr/>
                    </a:tc>
                    <a:tc>
                      <a:txBody>
                        <a:bodyPr/>
                        <a:lstStyle/>
                        <a:p>
                          <a:pPr algn="ctr"/>
                          <a:r>
                            <a:rPr lang="en-US" sz="2000" dirty="0"/>
                            <a:t>X</a:t>
                          </a:r>
                        </a:p>
                      </a:txBody>
                      <a:tcPr/>
                    </a:tc>
                    <a:tc>
                      <a:txBody>
                        <a:bodyPr/>
                        <a:lstStyle/>
                        <a:p>
                          <a:pPr algn="ctr"/>
                          <a:r>
                            <a:rPr lang="en-US" sz="2000" dirty="0"/>
                            <a:t>X</a:t>
                          </a:r>
                        </a:p>
                      </a:txBody>
                      <a:tcPr/>
                    </a:tc>
                    <a:extLst>
                      <a:ext uri="{0D108BD9-81ED-4DB2-BD59-A6C34878D82A}">
                        <a16:rowId xmlns:a16="http://schemas.microsoft.com/office/drawing/2014/main" val="2583017303"/>
                      </a:ext>
                    </a:extLst>
                  </a:tr>
                  <a:tr h="370840">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extLst>
                      <a:ext uri="{0D108BD9-81ED-4DB2-BD59-A6C34878D82A}">
                        <a16:rowId xmlns:a16="http://schemas.microsoft.com/office/drawing/2014/main" val="3359964664"/>
                      </a:ext>
                    </a:extLst>
                  </a:tr>
                  <a:tr h="370840">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extLst>
                      <a:ext uri="{0D108BD9-81ED-4DB2-BD59-A6C34878D82A}">
                        <a16:rowId xmlns:a16="http://schemas.microsoft.com/office/drawing/2014/main" val="3745417500"/>
                      </a:ext>
                    </a:extLst>
                  </a:tr>
                  <a:tr h="370840">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gridSpan="2">
                      <a:txBody>
                        <a:bodyPr/>
                        <a:lstStyle/>
                        <a:p>
                          <a:pPr algn="ctr"/>
                          <a:r>
                            <a:rPr lang="en-US" sz="2000" dirty="0"/>
                            <a:t>Memory</a:t>
                          </a:r>
                        </a:p>
                      </a:txBody>
                      <a:tcPr/>
                    </a:tc>
                    <a:tc hMerge="1">
                      <a:txBody>
                        <a:bodyPr/>
                        <a:lstStyle/>
                        <a:p>
                          <a:pPr algn="ctr"/>
                          <a:endParaRPr lang="en-US" sz="2000" dirty="0"/>
                        </a:p>
                      </a:txBody>
                      <a:tcPr/>
                    </a:tc>
                    <a:extLst>
                      <a:ext uri="{0D108BD9-81ED-4DB2-BD59-A6C34878D82A}">
                        <a16:rowId xmlns:a16="http://schemas.microsoft.com/office/drawing/2014/main" val="947188976"/>
                      </a:ext>
                    </a:extLst>
                  </a:tr>
                </a:tbl>
              </a:graphicData>
            </a:graphic>
          </p:graphicFrame>
        </mc:Choice>
        <mc:Fallback xmlns="">
          <p:graphicFrame>
            <p:nvGraphicFramePr>
              <p:cNvPr id="5" name="Table 4">
                <a:extLst>
                  <a:ext uri="{FF2B5EF4-FFF2-40B4-BE49-F238E27FC236}">
                    <a16:creationId xmlns:a16="http://schemas.microsoft.com/office/drawing/2014/main" id="{CAE1C912-9460-9FC8-5FCC-E48469ADF423}"/>
                  </a:ext>
                </a:extLst>
              </p:cNvPr>
              <p:cNvGraphicFramePr>
                <a:graphicFrameLocks noGrp="1"/>
              </p:cNvGraphicFramePr>
              <p:nvPr>
                <p:extLst>
                  <p:ext uri="{D42A27DB-BD31-4B8C-83A1-F6EECF244321}">
                    <p14:modId xmlns:p14="http://schemas.microsoft.com/office/powerpoint/2010/main" val="205541784"/>
                  </p:ext>
                </p:extLst>
              </p:nvPr>
            </p:nvGraphicFramePr>
            <p:xfrm>
              <a:off x="6095998" y="4458275"/>
              <a:ext cx="5867400" cy="2017141"/>
            </p:xfrm>
            <a:graphic>
              <a:graphicData uri="http://schemas.openxmlformats.org/drawingml/2006/table">
                <a:tbl>
                  <a:tblPr firstRow="1" bandRow="1">
                    <a:tableStyleId>{5C22544A-7EE6-4342-B048-85BDC9FD1C3A}</a:tableStyleId>
                  </a:tblPr>
                  <a:tblGrid>
                    <a:gridCol w="977900">
                      <a:extLst>
                        <a:ext uri="{9D8B030D-6E8A-4147-A177-3AD203B41FA5}">
                          <a16:colId xmlns:a16="http://schemas.microsoft.com/office/drawing/2014/main" val="3971179619"/>
                        </a:ext>
                      </a:extLst>
                    </a:gridCol>
                    <a:gridCol w="977900">
                      <a:extLst>
                        <a:ext uri="{9D8B030D-6E8A-4147-A177-3AD203B41FA5}">
                          <a16:colId xmlns:a16="http://schemas.microsoft.com/office/drawing/2014/main" val="170478812"/>
                        </a:ext>
                      </a:extLst>
                    </a:gridCol>
                    <a:gridCol w="977900">
                      <a:extLst>
                        <a:ext uri="{9D8B030D-6E8A-4147-A177-3AD203B41FA5}">
                          <a16:colId xmlns:a16="http://schemas.microsoft.com/office/drawing/2014/main" val="2426222614"/>
                        </a:ext>
                      </a:extLst>
                    </a:gridCol>
                    <a:gridCol w="977900">
                      <a:extLst>
                        <a:ext uri="{9D8B030D-6E8A-4147-A177-3AD203B41FA5}">
                          <a16:colId xmlns:a16="http://schemas.microsoft.com/office/drawing/2014/main" val="2305242088"/>
                        </a:ext>
                      </a:extLst>
                    </a:gridCol>
                    <a:gridCol w="977900">
                      <a:extLst>
                        <a:ext uri="{9D8B030D-6E8A-4147-A177-3AD203B41FA5}">
                          <a16:colId xmlns:a16="http://schemas.microsoft.com/office/drawing/2014/main" val="326729873"/>
                        </a:ext>
                      </a:extLst>
                    </a:gridCol>
                    <a:gridCol w="977900">
                      <a:extLst>
                        <a:ext uri="{9D8B030D-6E8A-4147-A177-3AD203B41FA5}">
                          <a16:colId xmlns:a16="http://schemas.microsoft.com/office/drawing/2014/main" val="1519783751"/>
                        </a:ext>
                      </a:extLst>
                    </a:gridCol>
                  </a:tblGrid>
                  <a:tr h="432181">
                    <a:tc>
                      <a:txBody>
                        <a:bodyPr/>
                        <a:lstStyle/>
                        <a:p>
                          <a:endParaRPr lang="en-US"/>
                        </a:p>
                      </a:txBody>
                      <a:tcPr>
                        <a:blipFill>
                          <a:blip r:embed="rId4"/>
                          <a:stretch>
                            <a:fillRect l="-621" t="-1408" r="-501242" b="-391549"/>
                          </a:stretch>
                        </a:blipFill>
                      </a:tcPr>
                    </a:tc>
                    <a:tc>
                      <a:txBody>
                        <a:bodyPr/>
                        <a:lstStyle/>
                        <a:p>
                          <a:endParaRPr lang="en-US"/>
                        </a:p>
                      </a:txBody>
                      <a:tcPr>
                        <a:blipFill>
                          <a:blip r:embed="rId4"/>
                          <a:stretch>
                            <a:fillRect l="-101250" t="-1408" r="-404375" b="-391549"/>
                          </a:stretch>
                        </a:blipFill>
                      </a:tcPr>
                    </a:tc>
                    <a:tc>
                      <a:txBody>
                        <a:bodyPr/>
                        <a:lstStyle/>
                        <a:p>
                          <a:endParaRPr lang="en-US"/>
                        </a:p>
                      </a:txBody>
                      <a:tcPr>
                        <a:blipFill>
                          <a:blip r:embed="rId4"/>
                          <a:stretch>
                            <a:fillRect l="-200000" t="-1408" r="-301863" b="-391549"/>
                          </a:stretch>
                        </a:blipFill>
                      </a:tcPr>
                    </a:tc>
                    <a:tc>
                      <a:txBody>
                        <a:bodyPr/>
                        <a:lstStyle/>
                        <a:p>
                          <a:endParaRPr lang="en-US"/>
                        </a:p>
                      </a:txBody>
                      <a:tcPr>
                        <a:blipFill>
                          <a:blip r:embed="rId4"/>
                          <a:stretch>
                            <a:fillRect l="-300000" t="-1408" r="-201863" b="-391549"/>
                          </a:stretch>
                        </a:blipFill>
                      </a:tcPr>
                    </a:tc>
                    <a:tc>
                      <a:txBody>
                        <a:bodyPr/>
                        <a:lstStyle/>
                        <a:p>
                          <a:endParaRPr lang="en-US"/>
                        </a:p>
                      </a:txBody>
                      <a:tcPr>
                        <a:blipFill>
                          <a:blip r:embed="rId4"/>
                          <a:stretch>
                            <a:fillRect l="-402500" t="-1408" r="-103125" b="-391549"/>
                          </a:stretch>
                        </a:blipFill>
                      </a:tcPr>
                    </a:tc>
                    <a:tc>
                      <a:txBody>
                        <a:bodyPr/>
                        <a:lstStyle/>
                        <a:p>
                          <a:endParaRPr lang="en-US"/>
                        </a:p>
                      </a:txBody>
                      <a:tcPr>
                        <a:blipFill>
                          <a:blip r:embed="rId4"/>
                          <a:stretch>
                            <a:fillRect l="-499379" t="-1408" r="-2484" b="-391549"/>
                          </a:stretch>
                        </a:blipFill>
                      </a:tcPr>
                    </a:tc>
                    <a:extLst>
                      <a:ext uri="{0D108BD9-81ED-4DB2-BD59-A6C34878D82A}">
                        <a16:rowId xmlns:a16="http://schemas.microsoft.com/office/drawing/2014/main" val="2582219007"/>
                      </a:ext>
                    </a:extLst>
                  </a:tr>
                  <a:tr h="396240">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X</a:t>
                          </a:r>
                        </a:p>
                      </a:txBody>
                      <a:tcPr/>
                    </a:tc>
                    <a:tc>
                      <a:txBody>
                        <a:bodyPr/>
                        <a:lstStyle/>
                        <a:p>
                          <a:pPr algn="ctr"/>
                          <a:r>
                            <a:rPr lang="en-US" sz="2000" dirty="0"/>
                            <a:t>X</a:t>
                          </a:r>
                        </a:p>
                      </a:txBody>
                      <a:tcPr/>
                    </a:tc>
                    <a:tc>
                      <a:txBody>
                        <a:bodyPr/>
                        <a:lstStyle/>
                        <a:p>
                          <a:pPr algn="ctr"/>
                          <a:r>
                            <a:rPr lang="en-US" sz="2000" dirty="0"/>
                            <a:t>X</a:t>
                          </a:r>
                        </a:p>
                      </a:txBody>
                      <a:tcPr/>
                    </a:tc>
                    <a:tc>
                      <a:txBody>
                        <a:bodyPr/>
                        <a:lstStyle/>
                        <a:p>
                          <a:pPr algn="ctr"/>
                          <a:r>
                            <a:rPr lang="en-US" sz="2000" dirty="0"/>
                            <a:t>X</a:t>
                          </a:r>
                        </a:p>
                      </a:txBody>
                      <a:tcPr/>
                    </a:tc>
                    <a:extLst>
                      <a:ext uri="{0D108BD9-81ED-4DB2-BD59-A6C34878D82A}">
                        <a16:rowId xmlns:a16="http://schemas.microsoft.com/office/drawing/2014/main" val="2583017303"/>
                      </a:ext>
                    </a:extLst>
                  </a:tr>
                  <a:tr h="396240">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extLst>
                      <a:ext uri="{0D108BD9-81ED-4DB2-BD59-A6C34878D82A}">
                        <a16:rowId xmlns:a16="http://schemas.microsoft.com/office/drawing/2014/main" val="3359964664"/>
                      </a:ext>
                    </a:extLst>
                  </a:tr>
                  <a:tr h="396240">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extLst>
                      <a:ext uri="{0D108BD9-81ED-4DB2-BD59-A6C34878D82A}">
                        <a16:rowId xmlns:a16="http://schemas.microsoft.com/office/drawing/2014/main" val="3745417500"/>
                      </a:ext>
                    </a:extLst>
                  </a:tr>
                  <a:tr h="396240">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gridSpan="2">
                      <a:txBody>
                        <a:bodyPr/>
                        <a:lstStyle/>
                        <a:p>
                          <a:pPr algn="ctr"/>
                          <a:r>
                            <a:rPr lang="en-US" sz="2000" dirty="0"/>
                            <a:t>Memory</a:t>
                          </a:r>
                        </a:p>
                      </a:txBody>
                      <a:tcPr/>
                    </a:tc>
                    <a:tc hMerge="1">
                      <a:txBody>
                        <a:bodyPr/>
                        <a:lstStyle/>
                        <a:p>
                          <a:pPr algn="ctr"/>
                          <a:endParaRPr lang="en-US" sz="2000" dirty="0"/>
                        </a:p>
                      </a:txBody>
                      <a:tcPr/>
                    </a:tc>
                    <a:extLst>
                      <a:ext uri="{0D108BD9-81ED-4DB2-BD59-A6C34878D82A}">
                        <a16:rowId xmlns:a16="http://schemas.microsoft.com/office/drawing/2014/main" val="947188976"/>
                      </a:ext>
                    </a:extLst>
                  </a:tr>
                </a:tbl>
              </a:graphicData>
            </a:graphic>
          </p:graphicFrame>
        </mc:Fallback>
      </mc:AlternateContent>
      <p:pic>
        <p:nvPicPr>
          <p:cNvPr id="7" name="Picture 6">
            <a:extLst>
              <a:ext uri="{FF2B5EF4-FFF2-40B4-BE49-F238E27FC236}">
                <a16:creationId xmlns:a16="http://schemas.microsoft.com/office/drawing/2014/main" id="{93BF87CE-D1BE-0E33-9EBE-93725D2C1575}"/>
              </a:ext>
            </a:extLst>
          </p:cNvPr>
          <p:cNvPicPr>
            <a:picLocks noChangeAspect="1"/>
          </p:cNvPicPr>
          <p:nvPr/>
        </p:nvPicPr>
        <p:blipFill>
          <a:blip r:embed="rId5"/>
          <a:stretch>
            <a:fillRect/>
          </a:stretch>
        </p:blipFill>
        <p:spPr>
          <a:xfrm>
            <a:off x="228600" y="4032345"/>
            <a:ext cx="5462833" cy="2443071"/>
          </a:xfrm>
          <a:prstGeom prst="rect">
            <a:avLst/>
          </a:prstGeom>
        </p:spPr>
      </p:pic>
    </p:spTree>
    <p:extLst>
      <p:ext uri="{BB962C8B-B14F-4D97-AF65-F5344CB8AC3E}">
        <p14:creationId xmlns:p14="http://schemas.microsoft.com/office/powerpoint/2010/main" val="401100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205740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Similar to D Latch, the D Flip Flop only supplies input </a:t>
                </a:r>
                <a14:m>
                  <m:oMath xmlns:m="http://schemas.openxmlformats.org/officeDocument/2006/math">
                    <m:r>
                      <a:rPr lang="en-US" sz="3400" i="1" dirty="0" smtClean="0">
                        <a:latin typeface="Cambria Math" panose="02040503050406030204" pitchFamily="18" charset="0"/>
                      </a:rPr>
                      <m:t>𝐷</m:t>
                    </m:r>
                  </m:oMath>
                </a14:m>
                <a:r>
                  <a:rPr lang="en-US" sz="3400" dirty="0"/>
                  <a:t> and </a:t>
                </a:r>
                <a14:m>
                  <m:oMath xmlns:m="http://schemas.openxmlformats.org/officeDocument/2006/math">
                    <m:bar>
                      <m:barPr>
                        <m:pos m:val="top"/>
                        <m:ctrlPr>
                          <a:rPr lang="en-US" sz="3400" i="1" smtClean="0">
                            <a:latin typeface="Cambria Math" panose="02040503050406030204" pitchFamily="18" charset="0"/>
                          </a:rPr>
                        </m:ctrlPr>
                      </m:barPr>
                      <m:e>
                        <m:r>
                          <a:rPr lang="en-US" sz="3400" b="0" i="1" smtClean="0">
                            <a:latin typeface="Cambria Math" panose="02040503050406030204" pitchFamily="18" charset="0"/>
                          </a:rPr>
                          <m:t>𝐷</m:t>
                        </m:r>
                      </m:e>
                    </m:bar>
                  </m:oMath>
                </a14:m>
                <a:r>
                  <a:rPr lang="en-US" sz="3400" dirty="0"/>
                  <a:t>.</a:t>
                </a:r>
              </a:p>
              <a:p>
                <a:pPr>
                  <a:lnSpc>
                    <a:spcPct val="100000"/>
                  </a:lnSpc>
                  <a:buFont typeface="Wingdings" panose="05000000000000000000" pitchFamily="2" charset="2"/>
                  <a:buChar char="§"/>
                </a:pPr>
                <a:r>
                  <a:rPr lang="en-US" sz="3400" dirty="0"/>
                  <a:t>Therefore, the conditions </a:t>
                </a:r>
                <a14:m>
                  <m:oMath xmlns:m="http://schemas.openxmlformats.org/officeDocument/2006/math">
                    <m:r>
                      <a:rPr lang="en-US" sz="3400" b="0" i="1" smtClean="0">
                        <a:latin typeface="Cambria Math" panose="02040503050406030204" pitchFamily="18" charset="0"/>
                      </a:rPr>
                      <m:t>𝑆</m:t>
                    </m:r>
                    <m:r>
                      <a:rPr lang="en-US" sz="3400" b="0" i="1" smtClean="0">
                        <a:latin typeface="Cambria Math" panose="02040503050406030204" pitchFamily="18" charset="0"/>
                      </a:rPr>
                      <m:t>=0;</m:t>
                    </m:r>
                    <m:r>
                      <a:rPr lang="en-US" sz="3400" b="0" i="1" smtClean="0">
                        <a:latin typeface="Cambria Math" panose="02040503050406030204" pitchFamily="18" charset="0"/>
                      </a:rPr>
                      <m:t>𝑅</m:t>
                    </m:r>
                    <m:r>
                      <a:rPr lang="en-US" sz="3400" b="0" i="1" smtClean="0">
                        <a:latin typeface="Cambria Math" panose="02040503050406030204" pitchFamily="18" charset="0"/>
                      </a:rPr>
                      <m:t>=0</m:t>
                    </m:r>
                  </m:oMath>
                </a14:m>
                <a:r>
                  <a:rPr lang="en-US" sz="3400" dirty="0"/>
                  <a:t> and </a:t>
                </a:r>
                <a14:m>
                  <m:oMath xmlns:m="http://schemas.openxmlformats.org/officeDocument/2006/math">
                    <m:r>
                      <a:rPr lang="en-US" sz="3400" b="0" i="1" smtClean="0">
                        <a:latin typeface="Cambria Math" panose="02040503050406030204" pitchFamily="18" charset="0"/>
                      </a:rPr>
                      <m:t>𝑆</m:t>
                    </m:r>
                    <m:r>
                      <a:rPr lang="en-US" sz="3400" b="0" i="1" smtClean="0">
                        <a:latin typeface="Cambria Math" panose="02040503050406030204" pitchFamily="18" charset="0"/>
                      </a:rPr>
                      <m:t>=1;</m:t>
                    </m:r>
                    <m:r>
                      <a:rPr lang="en-US" sz="3400" b="0" i="1" smtClean="0">
                        <a:latin typeface="Cambria Math" panose="02040503050406030204" pitchFamily="18" charset="0"/>
                      </a:rPr>
                      <m:t>𝑅</m:t>
                    </m:r>
                    <m:r>
                      <a:rPr lang="en-US" sz="3400" b="0" i="1" smtClean="0">
                        <a:latin typeface="Cambria Math" panose="02040503050406030204" pitchFamily="18" charset="0"/>
                      </a:rPr>
                      <m:t>=1</m:t>
                    </m:r>
                  </m:oMath>
                </a14:m>
                <a:r>
                  <a:rPr lang="en-US" sz="3400" dirty="0"/>
                  <a:t> are not possible.</a:t>
                </a:r>
              </a:p>
              <a:p>
                <a:pPr>
                  <a:lnSpc>
                    <a:spcPct val="100000"/>
                  </a:lnSpc>
                  <a:buFont typeface="Wingdings" panose="05000000000000000000" pitchFamily="2" charset="2"/>
                  <a:buChar char="§"/>
                </a:pPr>
                <a:r>
                  <a:rPr lang="en-US" sz="3400" dirty="0"/>
                  <a:t>Can you make a Truth table for D Flip Flop?</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2057400"/>
              </a:xfrm>
              <a:prstGeom prst="rect">
                <a:avLst/>
              </a:prstGeom>
              <a:blipFill>
                <a:blip r:embed="rId3"/>
                <a:stretch>
                  <a:fillRect l="-1090" t="-6213" b="-207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57FE3DC6-29E5-10F6-D23B-809B9FBE433B}"/>
              </a:ext>
            </a:extLst>
          </p:cNvPr>
          <p:cNvPicPr>
            <a:picLocks noChangeAspect="1"/>
          </p:cNvPicPr>
          <p:nvPr/>
        </p:nvPicPr>
        <p:blipFill>
          <a:blip r:embed="rId4"/>
          <a:stretch>
            <a:fillRect/>
          </a:stretch>
        </p:blipFill>
        <p:spPr>
          <a:xfrm>
            <a:off x="2824632" y="3589987"/>
            <a:ext cx="6523285" cy="2842506"/>
          </a:xfrm>
          <a:prstGeom prst="rect">
            <a:avLst/>
          </a:prstGeom>
        </p:spPr>
      </p:pic>
    </p:spTree>
    <p:extLst>
      <p:ext uri="{BB962C8B-B14F-4D97-AF65-F5344CB8AC3E}">
        <p14:creationId xmlns:p14="http://schemas.microsoft.com/office/powerpoint/2010/main" val="2254841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JK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50206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J-K Flip Flops were invented by Jack </a:t>
                </a:r>
                <a:r>
                  <a:rPr lang="en-US" sz="3400" dirty="0" err="1"/>
                  <a:t>Kil</a:t>
                </a:r>
                <a:r>
                  <a:rPr lang="en-US" sz="3400" dirty="0"/>
                  <a:t>, hence the name. In JK Flip Flop the feedback of </a:t>
                </a:r>
                <a14:m>
                  <m:oMath xmlns:m="http://schemas.openxmlformats.org/officeDocument/2006/math">
                    <m:r>
                      <a:rPr lang="en-US" sz="3400" b="0" i="1" smtClean="0">
                        <a:latin typeface="Cambria Math" panose="02040503050406030204" pitchFamily="18" charset="0"/>
                      </a:rPr>
                      <m:t>𝑄</m:t>
                    </m:r>
                  </m:oMath>
                </a14:m>
                <a:r>
                  <a:rPr lang="en-US" sz="3400" dirty="0"/>
                  <a:t> and</a:t>
                </a:r>
                <a14:m>
                  <m:oMath xmlns:m="http://schemas.openxmlformats.org/officeDocument/2006/math">
                    <m:bar>
                      <m:barPr>
                        <m:pos m:val="top"/>
                        <m:ctrlPr>
                          <a:rPr lang="en-US" sz="3400" i="1" dirty="0" smtClean="0">
                            <a:latin typeface="Cambria Math" panose="02040503050406030204" pitchFamily="18" charset="0"/>
                          </a:rPr>
                        </m:ctrlPr>
                      </m:barPr>
                      <m:e>
                        <m:r>
                          <a:rPr lang="en-US" sz="3400" b="0" i="1" dirty="0" smtClean="0">
                            <a:latin typeface="Cambria Math" panose="02040503050406030204" pitchFamily="18" charset="0"/>
                          </a:rPr>
                          <m:t>𝑄</m:t>
                        </m:r>
                      </m:e>
                    </m:bar>
                  </m:oMath>
                </a14:m>
                <a:r>
                  <a:rPr lang="en-US" sz="3400" dirty="0"/>
                  <a:t> are provided back to the NAND gates.</a:t>
                </a:r>
              </a:p>
              <a:p>
                <a:pPr>
                  <a:lnSpc>
                    <a:spcPct val="100000"/>
                  </a:lnSpc>
                  <a:buFont typeface="Wingdings" panose="05000000000000000000" pitchFamily="2" charset="2"/>
                  <a:buChar char="§"/>
                </a:pPr>
                <a:r>
                  <a:rPr lang="en-US" sz="3400" dirty="0"/>
                  <a:t>JK Flip Flops make complete use of all states.</a:t>
                </a:r>
              </a:p>
              <a:p>
                <a:pPr>
                  <a:lnSpc>
                    <a:spcPct val="100000"/>
                  </a:lnSpc>
                  <a:buFont typeface="Wingdings" panose="05000000000000000000" pitchFamily="2" charset="2"/>
                  <a:buChar char="§"/>
                </a:pPr>
                <a:r>
                  <a:rPr lang="en-US" sz="3400" dirty="0"/>
                  <a:t>Suppose a JK Flip Flop has </a:t>
                </a:r>
                <a14:m>
                  <m:oMath xmlns:m="http://schemas.openxmlformats.org/officeDocument/2006/math">
                    <m:r>
                      <a:rPr lang="en-US" sz="3400" b="0" i="1" smtClean="0">
                        <a:latin typeface="Cambria Math" panose="02040503050406030204" pitchFamily="18" charset="0"/>
                      </a:rPr>
                      <m:t>𝐶𝐿𝐾</m:t>
                    </m:r>
                    <m:r>
                      <a:rPr lang="en-US" sz="3400" b="0" i="1" smtClean="0">
                        <a:latin typeface="Cambria Math" panose="02040503050406030204" pitchFamily="18" charset="0"/>
                      </a:rPr>
                      <m:t>=0</m:t>
                    </m:r>
                  </m:oMath>
                </a14:m>
                <a:r>
                  <a:rPr lang="en-US" sz="3400" dirty="0"/>
                  <a:t>, then when </a:t>
                </a:r>
                <a14:m>
                  <m:oMath xmlns:m="http://schemas.openxmlformats.org/officeDocument/2006/math">
                    <m:r>
                      <a:rPr lang="en-US" sz="3400" b="0" i="1" smtClean="0">
                        <a:latin typeface="Cambria Math" panose="02040503050406030204" pitchFamily="18" charset="0"/>
                      </a:rPr>
                      <m:t>𝐽</m:t>
                    </m:r>
                    <m:r>
                      <a:rPr lang="en-US" sz="3400" b="0" i="1" smtClean="0">
                        <a:latin typeface="Cambria Math" panose="02040503050406030204" pitchFamily="18" charset="0"/>
                      </a:rPr>
                      <m:t>=1;</m:t>
                    </m:r>
                    <m:r>
                      <a:rPr lang="en-US" sz="3400" b="0" i="1" smtClean="0">
                        <a:latin typeface="Cambria Math" panose="02040503050406030204" pitchFamily="18" charset="0"/>
                      </a:rPr>
                      <m:t>𝐾</m:t>
                    </m:r>
                    <m:r>
                      <a:rPr lang="en-US" sz="3400" b="0" i="1" smtClean="0">
                        <a:latin typeface="Cambria Math" panose="02040503050406030204" pitchFamily="18" charset="0"/>
                      </a:rPr>
                      <m:t>=0</m:t>
                    </m:r>
                  </m:oMath>
                </a14:m>
                <a:r>
                  <a:rPr lang="en-US" sz="3400" dirty="0"/>
                  <a:t>, then the Flip Flop is SET as </a:t>
                </a:r>
                <a14:m>
                  <m:oMath xmlns:m="http://schemas.openxmlformats.org/officeDocument/2006/math">
                    <m:r>
                      <a:rPr lang="en-US" sz="3400" i="1" dirty="0" smtClean="0">
                        <a:latin typeface="Cambria Math" panose="02040503050406030204" pitchFamily="18" charset="0"/>
                      </a:rPr>
                      <m:t>𝐶𝐿𝐾</m:t>
                    </m:r>
                  </m:oMath>
                </a14:m>
                <a:r>
                  <a:rPr lang="en-US" sz="3400" dirty="0"/>
                  <a:t> spikes (becomes 1)</a:t>
                </a:r>
              </a:p>
              <a:p>
                <a:pPr>
                  <a:lnSpc>
                    <a:spcPct val="100000"/>
                  </a:lnSpc>
                  <a:buFont typeface="Wingdings" panose="05000000000000000000" pitchFamily="2" charset="2"/>
                  <a:buChar char="§"/>
                </a:pPr>
                <a:r>
                  <a:rPr lang="en-US" sz="3400" dirty="0"/>
                  <a:t>Similarly, if a JK Flip Flop has </a:t>
                </a:r>
                <a14:m>
                  <m:oMath xmlns:m="http://schemas.openxmlformats.org/officeDocument/2006/math">
                    <m:r>
                      <a:rPr lang="en-US" sz="3400" i="1">
                        <a:latin typeface="Cambria Math" panose="02040503050406030204" pitchFamily="18" charset="0"/>
                      </a:rPr>
                      <m:t>𝐶𝐿𝐾</m:t>
                    </m:r>
                    <m:r>
                      <a:rPr lang="en-US" sz="3400" i="1">
                        <a:latin typeface="Cambria Math" panose="02040503050406030204" pitchFamily="18" charset="0"/>
                      </a:rPr>
                      <m:t>=0</m:t>
                    </m:r>
                  </m:oMath>
                </a14:m>
                <a:r>
                  <a:rPr lang="en-US" sz="3400" dirty="0"/>
                  <a:t>, then when </a:t>
                </a:r>
                <a14:m>
                  <m:oMath xmlns:m="http://schemas.openxmlformats.org/officeDocument/2006/math">
                    <m:r>
                      <a:rPr lang="en-US" sz="3400" i="1">
                        <a:latin typeface="Cambria Math" panose="02040503050406030204" pitchFamily="18" charset="0"/>
                      </a:rPr>
                      <m:t>𝐽</m:t>
                    </m:r>
                    <m:r>
                      <a:rPr lang="en-US" sz="3400" i="1">
                        <a:latin typeface="Cambria Math" panose="02040503050406030204" pitchFamily="18" charset="0"/>
                      </a:rPr>
                      <m:t>=0;</m:t>
                    </m:r>
                    <m:r>
                      <a:rPr lang="en-US" sz="3400" i="1">
                        <a:latin typeface="Cambria Math" panose="02040503050406030204" pitchFamily="18" charset="0"/>
                      </a:rPr>
                      <m:t>𝐾</m:t>
                    </m:r>
                    <m:r>
                      <a:rPr lang="en-US" sz="3400" i="1">
                        <a:latin typeface="Cambria Math" panose="02040503050406030204" pitchFamily="18" charset="0"/>
                      </a:rPr>
                      <m:t>=1</m:t>
                    </m:r>
                  </m:oMath>
                </a14:m>
                <a:r>
                  <a:rPr lang="en-US" sz="3400" dirty="0"/>
                  <a:t>, then the Flip Flop is RESET on next spike.</a:t>
                </a:r>
              </a:p>
              <a:p>
                <a:pPr>
                  <a:lnSpc>
                    <a:spcPct val="100000"/>
                  </a:lnSpc>
                  <a:buFont typeface="Wingdings" panose="05000000000000000000" pitchFamily="2" charset="2"/>
                  <a:buChar char="§"/>
                </a:pPr>
                <a:r>
                  <a:rPr lang="en-US" sz="3400" dirty="0"/>
                  <a:t>When both inputs are 1, the circuit complements (if </a:t>
                </a:r>
                <a14:m>
                  <m:oMath xmlns:m="http://schemas.openxmlformats.org/officeDocument/2006/math">
                    <m:r>
                      <a:rPr lang="en-US" sz="3400" i="1" dirty="0" smtClean="0">
                        <a:latin typeface="Cambria Math" panose="02040503050406030204" pitchFamily="18" charset="0"/>
                      </a:rPr>
                      <m:t>𝑄</m:t>
                    </m:r>
                    <m:r>
                      <a:rPr lang="en-US" sz="3400" i="1" dirty="0" smtClean="0">
                        <a:latin typeface="Cambria Math" panose="02040503050406030204" pitchFamily="18" charset="0"/>
                      </a:rPr>
                      <m:t>=1</m:t>
                    </m:r>
                  </m:oMath>
                </a14:m>
                <a:r>
                  <a:rPr lang="en-US" sz="3400" dirty="0"/>
                  <a:t>, then it becomes 0 and vice-versa)</a:t>
                </a:r>
              </a:p>
              <a:p>
                <a:pPr>
                  <a:lnSpc>
                    <a:spcPct val="100000"/>
                  </a:lnSpc>
                  <a:buFont typeface="Wingdings" panose="05000000000000000000" pitchFamily="2" charset="2"/>
                  <a:buChar char="§"/>
                </a:pPr>
                <a:r>
                  <a:rPr lang="en-US" sz="3400" dirty="0"/>
                  <a:t>When both </a:t>
                </a:r>
                <a14:m>
                  <m:oMath xmlns:m="http://schemas.openxmlformats.org/officeDocument/2006/math">
                    <m:r>
                      <a:rPr lang="en-US" sz="3400" i="1" dirty="0" smtClean="0">
                        <a:latin typeface="Cambria Math" panose="02040503050406030204" pitchFamily="18" charset="0"/>
                      </a:rPr>
                      <m:t>𝐽</m:t>
                    </m:r>
                  </m:oMath>
                </a14:m>
                <a:r>
                  <a:rPr lang="en-US" sz="3400" dirty="0"/>
                  <a:t> and </a:t>
                </a:r>
                <a14:m>
                  <m:oMath xmlns:m="http://schemas.openxmlformats.org/officeDocument/2006/math">
                    <m:r>
                      <a:rPr lang="en-US" sz="3400" i="1" dirty="0" smtClean="0">
                        <a:latin typeface="Cambria Math" panose="02040503050406030204" pitchFamily="18" charset="0"/>
                      </a:rPr>
                      <m:t>𝐾</m:t>
                    </m:r>
                  </m:oMath>
                </a14:m>
                <a:r>
                  <a:rPr lang="en-US" sz="3400" dirty="0"/>
                  <a:t> are 1, the output does not change from its prior state.</a:t>
                </a:r>
              </a:p>
              <a:p>
                <a:pPr>
                  <a:lnSpc>
                    <a:spcPct val="100000"/>
                  </a:lnSpc>
                  <a:buFont typeface="Wingdings" panose="05000000000000000000" pitchFamily="2" charset="2"/>
                  <a:buChar char="§"/>
                </a:pPr>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5020613"/>
              </a:xfrm>
              <a:prstGeom prst="rect">
                <a:avLst/>
              </a:prstGeom>
              <a:blipFill>
                <a:blip r:embed="rId3"/>
                <a:stretch>
                  <a:fillRect l="-1090" t="-3155" r="-1713" b="-2184"/>
                </a:stretch>
              </a:blipFill>
            </p:spPr>
            <p:txBody>
              <a:bodyPr/>
              <a:lstStyle/>
              <a:p>
                <a:r>
                  <a:rPr lang="en-US">
                    <a:noFill/>
                  </a:rPr>
                  <a:t> </a:t>
                </a:r>
              </a:p>
            </p:txBody>
          </p:sp>
        </mc:Fallback>
      </mc:AlternateContent>
    </p:spTree>
    <p:extLst>
      <p:ext uri="{BB962C8B-B14F-4D97-AF65-F5344CB8AC3E}">
        <p14:creationId xmlns:p14="http://schemas.microsoft.com/office/powerpoint/2010/main" val="232661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JK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4" name="Picture 3">
            <a:extLst>
              <a:ext uri="{FF2B5EF4-FFF2-40B4-BE49-F238E27FC236}">
                <a16:creationId xmlns:a16="http://schemas.microsoft.com/office/drawing/2014/main" id="{EABF1E91-BC08-1F09-97D0-3A1AFC390FD6}"/>
              </a:ext>
            </a:extLst>
          </p:cNvPr>
          <p:cNvPicPr>
            <a:picLocks noChangeAspect="1"/>
          </p:cNvPicPr>
          <p:nvPr/>
        </p:nvPicPr>
        <p:blipFill>
          <a:blip r:embed="rId3"/>
          <a:stretch>
            <a:fillRect/>
          </a:stretch>
        </p:blipFill>
        <p:spPr>
          <a:xfrm>
            <a:off x="908577" y="1485685"/>
            <a:ext cx="5044877" cy="4953429"/>
          </a:xfrm>
          <a:prstGeom prst="rect">
            <a:avLst/>
          </a:prstGeom>
        </p:spPr>
      </p:pic>
      <p:pic>
        <p:nvPicPr>
          <p:cNvPr id="6" name="Picture 5">
            <a:extLst>
              <a:ext uri="{FF2B5EF4-FFF2-40B4-BE49-F238E27FC236}">
                <a16:creationId xmlns:a16="http://schemas.microsoft.com/office/drawing/2014/main" id="{AEE67BD5-2789-F7C7-F89F-137A93037859}"/>
              </a:ext>
            </a:extLst>
          </p:cNvPr>
          <p:cNvPicPr>
            <a:picLocks noChangeAspect="1"/>
          </p:cNvPicPr>
          <p:nvPr/>
        </p:nvPicPr>
        <p:blipFill>
          <a:blip r:embed="rId4"/>
          <a:stretch>
            <a:fillRect/>
          </a:stretch>
        </p:blipFill>
        <p:spPr>
          <a:xfrm>
            <a:off x="6096000" y="1485685"/>
            <a:ext cx="5075360" cy="4938188"/>
          </a:xfrm>
          <a:prstGeom prst="rect">
            <a:avLst/>
          </a:prstGeom>
        </p:spPr>
      </p:pic>
    </p:spTree>
    <p:extLst>
      <p:ext uri="{BB962C8B-B14F-4D97-AF65-F5344CB8AC3E}">
        <p14:creationId xmlns:p14="http://schemas.microsoft.com/office/powerpoint/2010/main" val="4240904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JK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5" name="Picture 4">
            <a:extLst>
              <a:ext uri="{FF2B5EF4-FFF2-40B4-BE49-F238E27FC236}">
                <a16:creationId xmlns:a16="http://schemas.microsoft.com/office/drawing/2014/main" id="{FFA276EF-2D5C-7C2E-0036-3A6B5D756F23}"/>
              </a:ext>
            </a:extLst>
          </p:cNvPr>
          <p:cNvPicPr>
            <a:picLocks noChangeAspect="1"/>
          </p:cNvPicPr>
          <p:nvPr/>
        </p:nvPicPr>
        <p:blipFill>
          <a:blip r:embed="rId3"/>
          <a:stretch>
            <a:fillRect/>
          </a:stretch>
        </p:blipFill>
        <p:spPr>
          <a:xfrm>
            <a:off x="924577" y="1497116"/>
            <a:ext cx="5037257" cy="4930567"/>
          </a:xfrm>
          <a:prstGeom prst="rect">
            <a:avLst/>
          </a:prstGeom>
        </p:spPr>
      </p:pic>
      <p:pic>
        <p:nvPicPr>
          <p:cNvPr id="8" name="Picture 7">
            <a:extLst>
              <a:ext uri="{FF2B5EF4-FFF2-40B4-BE49-F238E27FC236}">
                <a16:creationId xmlns:a16="http://schemas.microsoft.com/office/drawing/2014/main" id="{F3083648-F013-3691-E80E-07AFE60D8CDB}"/>
              </a:ext>
            </a:extLst>
          </p:cNvPr>
          <p:cNvPicPr>
            <a:picLocks noChangeAspect="1"/>
          </p:cNvPicPr>
          <p:nvPr/>
        </p:nvPicPr>
        <p:blipFill>
          <a:blip r:embed="rId4"/>
          <a:stretch>
            <a:fillRect/>
          </a:stretch>
        </p:blipFill>
        <p:spPr>
          <a:xfrm>
            <a:off x="6086275" y="1497116"/>
            <a:ext cx="5037257" cy="4922947"/>
          </a:xfrm>
          <a:prstGeom prst="rect">
            <a:avLst/>
          </a:prstGeom>
        </p:spPr>
      </p:pic>
    </p:spTree>
    <p:extLst>
      <p:ext uri="{BB962C8B-B14F-4D97-AF65-F5344CB8AC3E}">
        <p14:creationId xmlns:p14="http://schemas.microsoft.com/office/powerpoint/2010/main" val="698020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JK Flip Flop Truth Table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56002" cy="2562835"/>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When creating Truth Table, the desired output is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r>
                          <a:rPr lang="en-US" sz="3400" b="0" i="1" smtClean="0">
                            <a:latin typeface="Cambria Math" panose="02040503050406030204" pitchFamily="18" charset="0"/>
                          </a:rPr>
                          <m:t>+1</m:t>
                        </m:r>
                      </m:sub>
                    </m:sSub>
                  </m:oMath>
                </a14:m>
                <a:r>
                  <a:rPr lang="en-US" sz="3400" dirty="0"/>
                  <a:t> called Next State </a:t>
                </a:r>
                <a14:m>
                  <m:oMath xmlns:m="http://schemas.openxmlformats.org/officeDocument/2006/math">
                    <m:r>
                      <a:rPr lang="en-US" sz="3400" b="0" i="1" smtClean="0">
                        <a:latin typeface="Cambria Math" panose="02040503050406030204" pitchFamily="18" charset="0"/>
                      </a:rPr>
                      <m:t>𝑁</m:t>
                    </m:r>
                    <m:r>
                      <a:rPr lang="en-US" sz="3400" b="0" i="1" smtClean="0">
                        <a:latin typeface="Cambria Math" panose="02040503050406030204" pitchFamily="18" charset="0"/>
                      </a:rPr>
                      <m:t>.</m:t>
                    </m:r>
                    <m:r>
                      <a:rPr lang="en-US" sz="3400" b="0" i="1" smtClean="0">
                        <a:latin typeface="Cambria Math" panose="02040503050406030204" pitchFamily="18" charset="0"/>
                      </a:rPr>
                      <m:t>𝑆</m:t>
                    </m:r>
                  </m:oMath>
                </a14:m>
                <a:r>
                  <a:rPr lang="en-US" sz="3400" dirty="0"/>
                  <a:t>. The previous state </a:t>
                </a:r>
                <a14:m>
                  <m:oMath xmlns:m="http://schemas.openxmlformats.org/officeDocument/2006/math">
                    <m:r>
                      <a:rPr lang="en-US" sz="3400" i="1" dirty="0" smtClean="0">
                        <a:latin typeface="Cambria Math" panose="02040503050406030204" pitchFamily="18" charset="0"/>
                      </a:rPr>
                      <m:t>𝑃</m:t>
                    </m:r>
                    <m:r>
                      <a:rPr lang="en-US" sz="3400" i="1" dirty="0" smtClean="0">
                        <a:latin typeface="Cambria Math" panose="02040503050406030204" pitchFamily="18" charset="0"/>
                      </a:rPr>
                      <m:t>.</m:t>
                    </m:r>
                    <m:r>
                      <a:rPr lang="en-US" sz="3400" i="1" dirty="0" smtClean="0">
                        <a:latin typeface="Cambria Math" panose="02040503050406030204" pitchFamily="18" charset="0"/>
                      </a:rPr>
                      <m:t>𝑆</m:t>
                    </m:r>
                  </m:oMath>
                </a14:m>
                <a:r>
                  <a:rPr lang="en-US" sz="3400" dirty="0"/>
                  <a:t> is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sub>
                    </m:sSub>
                  </m:oMath>
                </a14:m>
                <a:r>
                  <a:rPr lang="en-US" sz="3400" dirty="0"/>
                  <a:t> which might be known or unknown, so it’s considered as don’t care state.</a:t>
                </a:r>
              </a:p>
              <a:p>
                <a:pPr>
                  <a:lnSpc>
                    <a:spcPct val="100000"/>
                  </a:lnSpc>
                  <a:buFont typeface="Wingdings" panose="05000000000000000000" pitchFamily="2" charset="2"/>
                  <a:buChar char="§"/>
                </a:pPr>
                <a:r>
                  <a:rPr lang="en-US" sz="3400" dirty="0"/>
                  <a:t>Consider the first row, </a:t>
                </a:r>
                <a14:m>
                  <m:oMath xmlns:m="http://schemas.openxmlformats.org/officeDocument/2006/math">
                    <m:r>
                      <a:rPr lang="en-US" sz="3400" b="0" i="1" smtClean="0">
                        <a:latin typeface="Cambria Math" panose="02040503050406030204" pitchFamily="18" charset="0"/>
                      </a:rPr>
                      <m:t>𝐽</m:t>
                    </m:r>
                    <m:r>
                      <a:rPr lang="en-US" sz="3400" b="0" i="1" smtClean="0">
                        <a:latin typeface="Cambria Math" panose="02040503050406030204" pitchFamily="18" charset="0"/>
                      </a:rPr>
                      <m:t>=0;</m:t>
                    </m:r>
                    <m:r>
                      <a:rPr lang="en-US" sz="3400" b="0" i="1" smtClean="0">
                        <a:latin typeface="Cambria Math" panose="02040503050406030204" pitchFamily="18" charset="0"/>
                      </a:rPr>
                      <m:t>𝐾</m:t>
                    </m:r>
                    <m:r>
                      <a:rPr lang="en-US" sz="3400" b="0" i="1" smtClean="0">
                        <a:latin typeface="Cambria Math" panose="02040503050406030204" pitchFamily="18" charset="0"/>
                      </a:rPr>
                      <m:t>=0</m:t>
                    </m:r>
                  </m:oMath>
                </a14:m>
                <a:r>
                  <a:rPr lang="en-US" sz="3400" dirty="0"/>
                  <a:t>. Since we did not get a determined output, therefore we also explore the complement gate to see if we can figure out the real value.</a:t>
                </a:r>
              </a:p>
              <a:p>
                <a:pPr>
                  <a:lnSpc>
                    <a:spcPct val="100000"/>
                  </a:lnSpc>
                  <a:buFont typeface="Wingdings" panose="05000000000000000000" pitchFamily="2" charset="2"/>
                  <a:buChar char="§"/>
                </a:pPr>
                <a:r>
                  <a:rPr lang="en-US" sz="3400" dirty="0"/>
                  <a:t>However, for the second row </a:t>
                </a:r>
                <a14:m>
                  <m:oMath xmlns:m="http://schemas.openxmlformats.org/officeDocument/2006/math">
                    <m:r>
                      <a:rPr lang="en-US" sz="3400" b="0" i="1" smtClean="0">
                        <a:latin typeface="Cambria Math" panose="02040503050406030204" pitchFamily="18" charset="0"/>
                      </a:rPr>
                      <m:t>𝐽</m:t>
                    </m:r>
                    <m:r>
                      <a:rPr lang="en-US" sz="3400" b="0" i="1" smtClean="0">
                        <a:latin typeface="Cambria Math" panose="02040503050406030204" pitchFamily="18" charset="0"/>
                      </a:rPr>
                      <m:t>=0;</m:t>
                    </m:r>
                    <m:r>
                      <a:rPr lang="en-US" sz="3400" b="0" i="1" smtClean="0">
                        <a:latin typeface="Cambria Math" panose="02040503050406030204" pitchFamily="18" charset="0"/>
                      </a:rPr>
                      <m:t>𝐾</m:t>
                    </m:r>
                    <m:r>
                      <a:rPr lang="en-US" sz="3400" b="0" i="1" smtClean="0">
                        <a:latin typeface="Cambria Math" panose="02040503050406030204" pitchFamily="18" charset="0"/>
                      </a:rPr>
                      <m:t>=1</m:t>
                    </m:r>
                  </m:oMath>
                </a14:m>
                <a:r>
                  <a:rPr lang="en-US" sz="3400" dirty="0"/>
                  <a:t>, we were able to find out the value of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r>
                          <a:rPr lang="en-US" sz="3400" b="0" i="1" smtClean="0">
                            <a:latin typeface="Cambria Math" panose="02040503050406030204" pitchFamily="18" charset="0"/>
                          </a:rPr>
                          <m:t>+1</m:t>
                        </m:r>
                      </m:sub>
                    </m:sSub>
                  </m:oMath>
                </a14:m>
                <a:r>
                  <a:rPr lang="en-US" sz="3400" dirty="0"/>
                  <a:t> by solving the </a:t>
                </a:r>
                <a14:m>
                  <m:oMath xmlns:m="http://schemas.openxmlformats.org/officeDocument/2006/math">
                    <m:bar>
                      <m:barPr>
                        <m:pos m:val="top"/>
                        <m:ctrlPr>
                          <a:rPr lang="en-US" sz="3600" i="1">
                            <a:latin typeface="Cambria Math" panose="02040503050406030204" pitchFamily="18" charset="0"/>
                          </a:rPr>
                        </m:ctrlPr>
                      </m:barPr>
                      <m:e>
                        <m:sSub>
                          <m:sSubPr>
                            <m:ctrlPr>
                              <a:rPr lang="en-US" sz="3600" i="1">
                                <a:latin typeface="Cambria Math" panose="02040503050406030204" pitchFamily="18" charset="0"/>
                              </a:rPr>
                            </m:ctrlPr>
                          </m:sSubPr>
                          <m:e>
                            <m:r>
                              <a:rPr lang="en-US" sz="3600" i="1">
                                <a:latin typeface="Cambria Math" panose="02040503050406030204" pitchFamily="18" charset="0"/>
                              </a:rPr>
                              <m:t>𝑄</m:t>
                            </m:r>
                          </m:e>
                          <m:sub>
                            <m:r>
                              <a:rPr lang="en-US" sz="3600" i="1">
                                <a:latin typeface="Cambria Math" panose="02040503050406030204" pitchFamily="18" charset="0"/>
                              </a:rPr>
                              <m:t>𝑛</m:t>
                            </m:r>
                            <m:r>
                              <a:rPr lang="en-US" sz="3600" i="1">
                                <a:latin typeface="Cambria Math" panose="02040503050406030204" pitchFamily="18" charset="0"/>
                              </a:rPr>
                              <m:t>+1</m:t>
                            </m:r>
                          </m:sub>
                        </m:sSub>
                      </m:e>
                    </m:bar>
                  </m:oMath>
                </a14:m>
                <a:r>
                  <a:rPr lang="en-US" sz="3400" dirty="0"/>
                  <a:t>. The case of third row is similar.</a:t>
                </a:r>
              </a:p>
              <a:p>
                <a:pPr>
                  <a:lnSpc>
                    <a:spcPct val="100000"/>
                  </a:lnSpc>
                  <a:buFont typeface="Wingdings" panose="05000000000000000000" pitchFamily="2" charset="2"/>
                  <a:buChar char="§"/>
                </a:pPr>
                <a:r>
                  <a:rPr lang="en-US" sz="3400" dirty="0"/>
                  <a:t>For the last row </a:t>
                </a:r>
                <a14:m>
                  <m:oMath xmlns:m="http://schemas.openxmlformats.org/officeDocument/2006/math">
                    <m:r>
                      <a:rPr lang="en-US" sz="3400" b="0" i="1" smtClean="0">
                        <a:latin typeface="Cambria Math" panose="02040503050406030204" pitchFamily="18" charset="0"/>
                      </a:rPr>
                      <m:t>𝐽</m:t>
                    </m:r>
                    <m:r>
                      <a:rPr lang="en-US" sz="3400" b="0" i="1" smtClean="0">
                        <a:latin typeface="Cambria Math" panose="02040503050406030204" pitchFamily="18" charset="0"/>
                      </a:rPr>
                      <m:t>=1;</m:t>
                    </m:r>
                    <m:r>
                      <a:rPr lang="en-US" sz="3400" b="0" i="1" smtClean="0">
                        <a:latin typeface="Cambria Math" panose="02040503050406030204" pitchFamily="18" charset="0"/>
                      </a:rPr>
                      <m:t>𝐾</m:t>
                    </m:r>
                    <m:r>
                      <a:rPr lang="en-US" sz="3400" b="0" i="1" smtClean="0">
                        <a:latin typeface="Cambria Math" panose="02040503050406030204" pitchFamily="18" charset="0"/>
                      </a:rPr>
                      <m:t>=1</m:t>
                    </m:r>
                  </m:oMath>
                </a14:m>
                <a:r>
                  <a:rPr lang="en-US" sz="3400" dirty="0"/>
                  <a:t>, the output on first gate will be </a:t>
                </a:r>
                <a14:m>
                  <m:oMath xmlns:m="http://schemas.openxmlformats.org/officeDocument/2006/math">
                    <m:bar>
                      <m:barPr>
                        <m:pos m:val="top"/>
                        <m:ctrlPr>
                          <a:rPr lang="en-US" sz="3400" b="0" i="1" smtClean="0">
                            <a:latin typeface="Cambria Math" panose="02040503050406030204" pitchFamily="18" charset="0"/>
                          </a:rPr>
                        </m:ctrlPr>
                      </m:barPr>
                      <m:e>
                        <m:r>
                          <a:rPr lang="en-US" sz="3400" i="1">
                            <a:latin typeface="Cambria Math" panose="02040503050406030204" pitchFamily="18" charset="0"/>
                          </a:rPr>
                          <m:t>1.</m:t>
                        </m:r>
                        <m:bar>
                          <m:barPr>
                            <m:pos m:val="top"/>
                            <m:ctrlPr>
                              <a:rPr lang="en-US" sz="3600" i="1">
                                <a:latin typeface="Cambria Math" panose="02040503050406030204" pitchFamily="18" charset="0"/>
                              </a:rPr>
                            </m:ctrlPr>
                          </m:barPr>
                          <m:e>
                            <m:sSub>
                              <m:sSubPr>
                                <m:ctrlPr>
                                  <a:rPr lang="en-US" sz="3600" i="1">
                                    <a:latin typeface="Cambria Math" panose="02040503050406030204" pitchFamily="18" charset="0"/>
                                  </a:rPr>
                                </m:ctrlPr>
                              </m:sSubPr>
                              <m:e>
                                <m:r>
                                  <a:rPr lang="en-US" sz="3600" i="1">
                                    <a:latin typeface="Cambria Math" panose="02040503050406030204" pitchFamily="18" charset="0"/>
                                  </a:rPr>
                                  <m:t>𝑄</m:t>
                                </m:r>
                              </m:e>
                              <m:sub>
                                <m:r>
                                  <a:rPr lang="en-US" sz="3600" i="1">
                                    <a:latin typeface="Cambria Math" panose="02040503050406030204" pitchFamily="18" charset="0"/>
                                  </a:rPr>
                                  <m:t>𝑛</m:t>
                                </m:r>
                              </m:sub>
                            </m:sSub>
                          </m:e>
                        </m:bar>
                      </m:e>
                    </m:bar>
                    <m:r>
                      <a:rPr lang="en-US" sz="3400" b="0" i="1" smtClean="0">
                        <a:latin typeface="Cambria Math" panose="02040503050406030204" pitchFamily="18" charset="0"/>
                      </a:rPr>
                      <m:t>=</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sub>
                    </m:sSub>
                  </m:oMath>
                </a14:m>
                <a:r>
                  <a:rPr lang="en-US" sz="3400" dirty="0"/>
                  <a:t>, therefore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r>
                          <a:rPr lang="en-US" sz="3400" b="0" i="1" smtClean="0">
                            <a:latin typeface="Cambria Math" panose="02040503050406030204" pitchFamily="18" charset="0"/>
                          </a:rPr>
                          <m:t>+1</m:t>
                        </m:r>
                      </m:sub>
                    </m:sSub>
                    <m:r>
                      <a:rPr lang="en-US" sz="3400" b="0" i="1" smtClean="0">
                        <a:latin typeface="Cambria Math" panose="02040503050406030204" pitchFamily="18" charset="0"/>
                      </a:rPr>
                      <m:t>=</m:t>
                    </m:r>
                    <m:bar>
                      <m:barPr>
                        <m:pos m:val="top"/>
                        <m:ctrlPr>
                          <a:rPr lang="en-US" sz="3400" b="0" i="1" smtClean="0">
                            <a:latin typeface="Cambria Math" panose="02040503050406030204" pitchFamily="18" charset="0"/>
                          </a:rPr>
                        </m:ctrlPr>
                      </m:barPr>
                      <m:e>
                        <m:sSub>
                          <m:sSubPr>
                            <m:ctrlPr>
                              <a:rPr lang="en-US" sz="4000" i="1">
                                <a:latin typeface="Cambria Math" panose="02040503050406030204" pitchFamily="18" charset="0"/>
                              </a:rPr>
                            </m:ctrlPr>
                          </m:sSubPr>
                          <m:e>
                            <m:r>
                              <a:rPr lang="en-US" sz="4000" i="1">
                                <a:latin typeface="Cambria Math" panose="02040503050406030204" pitchFamily="18" charset="0"/>
                              </a:rPr>
                              <m:t>𝑄</m:t>
                            </m:r>
                          </m:e>
                          <m:sub>
                            <m:r>
                              <a:rPr lang="en-US" sz="4000" i="1">
                                <a:latin typeface="Cambria Math" panose="02040503050406030204" pitchFamily="18" charset="0"/>
                              </a:rPr>
                              <m:t>𝑛</m:t>
                            </m:r>
                          </m:sub>
                        </m:sSub>
                        <m:r>
                          <a:rPr lang="en-US" sz="4000" i="1">
                            <a:latin typeface="Cambria Math" panose="02040503050406030204" pitchFamily="18" charset="0"/>
                          </a:rPr>
                          <m:t>.</m:t>
                        </m:r>
                        <m:bar>
                          <m:barPr>
                            <m:pos m:val="top"/>
                            <m:ctrlPr>
                              <a:rPr lang="en-US" sz="3600" i="1">
                                <a:latin typeface="Cambria Math" panose="02040503050406030204" pitchFamily="18" charset="0"/>
                              </a:rPr>
                            </m:ctrlPr>
                          </m:barPr>
                          <m:e>
                            <m:sSub>
                              <m:sSubPr>
                                <m:ctrlPr>
                                  <a:rPr lang="en-US" sz="3600" i="1">
                                    <a:latin typeface="Cambria Math" panose="02040503050406030204" pitchFamily="18" charset="0"/>
                                  </a:rPr>
                                </m:ctrlPr>
                              </m:sSubPr>
                              <m:e>
                                <m:r>
                                  <a:rPr lang="en-US" sz="3600" i="1">
                                    <a:latin typeface="Cambria Math" panose="02040503050406030204" pitchFamily="18" charset="0"/>
                                  </a:rPr>
                                  <m:t>𝑄</m:t>
                                </m:r>
                              </m:e>
                              <m:sub>
                                <m:r>
                                  <a:rPr lang="en-US" sz="3600" i="1">
                                    <a:latin typeface="Cambria Math" panose="02040503050406030204" pitchFamily="18" charset="0"/>
                                  </a:rPr>
                                  <m:t>𝑛</m:t>
                                </m:r>
                              </m:sub>
                            </m:sSub>
                          </m:e>
                        </m:bar>
                      </m:e>
                    </m:bar>
                    <m:r>
                      <a:rPr lang="en-US" sz="3400" b="0" i="1" smtClean="0">
                        <a:latin typeface="Cambria Math" panose="02040503050406030204" pitchFamily="18" charset="0"/>
                      </a:rPr>
                      <m:t>=1</m:t>
                    </m:r>
                  </m:oMath>
                </a14:m>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856002" cy="2562835"/>
              </a:xfrm>
              <a:prstGeom prst="rect">
                <a:avLst/>
              </a:prstGeom>
              <a:blipFill>
                <a:blip r:embed="rId3"/>
                <a:stretch>
                  <a:fillRect l="-514" t="-3563" r="-668"/>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E132AD4-7666-BC53-992A-2C30D75CADB8}"/>
                  </a:ext>
                </a:extLst>
              </p:cNvPr>
              <p:cNvGraphicFramePr>
                <a:graphicFrameLocks noGrp="1"/>
              </p:cNvGraphicFramePr>
              <p:nvPr>
                <p:extLst>
                  <p:ext uri="{D42A27DB-BD31-4B8C-83A1-F6EECF244321}">
                    <p14:modId xmlns:p14="http://schemas.microsoft.com/office/powerpoint/2010/main" val="2586306208"/>
                  </p:ext>
                </p:extLst>
              </p:nvPr>
            </p:nvGraphicFramePr>
            <p:xfrm>
              <a:off x="220384" y="4289994"/>
              <a:ext cx="11743016" cy="2263206"/>
            </p:xfrm>
            <a:graphic>
              <a:graphicData uri="http://schemas.openxmlformats.org/drawingml/2006/table">
                <a:tbl>
                  <a:tblPr firstRow="1" bandRow="1">
                    <a:tableStyleId>{5C22544A-7EE6-4342-B048-85BDC9FD1C3A}</a:tableStyleId>
                  </a:tblPr>
                  <a:tblGrid>
                    <a:gridCol w="1443259">
                      <a:extLst>
                        <a:ext uri="{9D8B030D-6E8A-4147-A177-3AD203B41FA5}">
                          <a16:colId xmlns:a16="http://schemas.microsoft.com/office/drawing/2014/main" val="3971179619"/>
                        </a:ext>
                      </a:extLst>
                    </a:gridCol>
                    <a:gridCol w="1256077">
                      <a:extLst>
                        <a:ext uri="{9D8B030D-6E8A-4147-A177-3AD203B41FA5}">
                          <a16:colId xmlns:a16="http://schemas.microsoft.com/office/drawing/2014/main" val="170478812"/>
                        </a:ext>
                      </a:extLst>
                    </a:gridCol>
                    <a:gridCol w="1525978">
                      <a:extLst>
                        <a:ext uri="{9D8B030D-6E8A-4147-A177-3AD203B41FA5}">
                          <a16:colId xmlns:a16="http://schemas.microsoft.com/office/drawing/2014/main" val="2426222614"/>
                        </a:ext>
                      </a:extLst>
                    </a:gridCol>
                    <a:gridCol w="2459493">
                      <a:extLst>
                        <a:ext uri="{9D8B030D-6E8A-4147-A177-3AD203B41FA5}">
                          <a16:colId xmlns:a16="http://schemas.microsoft.com/office/drawing/2014/main" val="3736717767"/>
                        </a:ext>
                      </a:extLst>
                    </a:gridCol>
                    <a:gridCol w="227813">
                      <a:extLst>
                        <a:ext uri="{9D8B030D-6E8A-4147-A177-3AD203B41FA5}">
                          <a16:colId xmlns:a16="http://schemas.microsoft.com/office/drawing/2014/main" val="3983935772"/>
                        </a:ext>
                      </a:extLst>
                    </a:gridCol>
                    <a:gridCol w="2897351">
                      <a:extLst>
                        <a:ext uri="{9D8B030D-6E8A-4147-A177-3AD203B41FA5}">
                          <a16:colId xmlns:a16="http://schemas.microsoft.com/office/drawing/2014/main" val="359564372"/>
                        </a:ext>
                      </a:extLst>
                    </a:gridCol>
                    <a:gridCol w="1933045">
                      <a:extLst>
                        <a:ext uri="{9D8B030D-6E8A-4147-A177-3AD203B41FA5}">
                          <a16:colId xmlns:a16="http://schemas.microsoft.com/office/drawing/2014/main" val="2689084495"/>
                        </a:ext>
                      </a:extLst>
                    </a:gridCol>
                  </a:tblGrid>
                  <a:tr h="372531">
                    <a:tc>
                      <a:txBody>
                        <a:bodyPr/>
                        <a:lstStyle/>
                        <a:p>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𝐽</m:t>
                                </m:r>
                              </m:oMath>
                            </m:oMathPara>
                          </a14:m>
                          <a:endParaRPr lang="en-US" sz="1800" b="0" i="1" dirty="0"/>
                        </a:p>
                      </a:txBody>
                      <a:tcPr/>
                    </a:tc>
                    <a:tc>
                      <a:txBody>
                        <a:bodyPr/>
                        <a:lstStyle/>
                        <a:p>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𝐾</m:t>
                                </m:r>
                              </m:oMath>
                            </m:oMathPara>
                          </a14:m>
                          <a:endParaRPr lang="en-US" sz="1800" b="0" i="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m:t>
                                </m:r>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𝑆</m:t>
                                </m:r>
                                <m:r>
                                  <a:rPr lang="en-US" sz="1800" b="0" i="1" smtClean="0">
                                    <a:latin typeface="Cambria Math" panose="02040503050406030204" pitchFamily="18" charset="0"/>
                                  </a:rPr>
                                  <m:t>)</m:t>
                                </m:r>
                              </m:oMath>
                            </m:oMathPara>
                          </a14:m>
                          <a:endParaRPr lang="en-US" sz="1800" b="0" i="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r>
                                  <a:rPr lang="en-US" sz="1800" b="0" i="1" smtClean="0">
                                    <a:latin typeface="Cambria Math" panose="02040503050406030204" pitchFamily="18" charset="0"/>
                                  </a:rPr>
                                  <m:t>𝑁</m:t>
                                </m:r>
                                <m:r>
                                  <a:rPr lang="en-US" sz="1800" b="0" i="1" smtClean="0">
                                    <a:latin typeface="Cambria Math" panose="02040503050406030204" pitchFamily="18" charset="0"/>
                                  </a:rPr>
                                  <m:t>.</m:t>
                                </m:r>
                                <m:r>
                                  <a:rPr lang="en-US" sz="1800" b="0" i="1" smtClean="0">
                                    <a:latin typeface="Cambria Math" panose="02040503050406030204" pitchFamily="18" charset="0"/>
                                  </a:rPr>
                                  <m:t>𝑆</m:t>
                                </m:r>
                                <m:r>
                                  <a:rPr lang="en-US" sz="1800" b="0" i="1" smtClean="0">
                                    <a:latin typeface="Cambria Math" panose="02040503050406030204" pitchFamily="18" charset="0"/>
                                  </a:rPr>
                                  <m:t>)</m:t>
                                </m:r>
                              </m:oMath>
                            </m:oMathPara>
                          </a14:m>
                          <a:endParaRPr lang="en-US" sz="1800" b="0" i="1" dirty="0"/>
                        </a:p>
                      </a:txBody>
                      <a:tcPr/>
                    </a:tc>
                    <a:tc>
                      <a:txBody>
                        <a:bodyPr/>
                        <a:lstStyle/>
                        <a:p>
                          <a:endParaRPr lang="en-US" sz="1800" b="0" i="1" dirty="0"/>
                        </a:p>
                      </a:txBody>
                      <a:tcPr/>
                    </a:tc>
                    <a:tc>
                      <a:txBody>
                        <a:bodyPr/>
                        <a:lstStyle/>
                        <a:p>
                          <a:pPr/>
                          <a14:m>
                            <m:oMathPara xmlns:m="http://schemas.openxmlformats.org/officeDocument/2006/math">
                              <m:oMathParaPr>
                                <m:jc m:val="centerGroup"/>
                              </m:oMathParaPr>
                              <m:oMath xmlns:m="http://schemas.openxmlformats.org/officeDocument/2006/math">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r>
                                          <a:rPr lang="en-US" sz="1800" b="0" i="1" smtClean="0">
                                            <a:latin typeface="Cambria Math" panose="02040503050406030204" pitchFamily="18" charset="0"/>
                                          </a:rPr>
                                          <m:t>+1</m:t>
                                        </m:r>
                                      </m:sub>
                                    </m:sSub>
                                  </m:e>
                                </m:bar>
                                <m:r>
                                  <a:rPr lang="en-US" sz="1800" b="0" i="1" smtClean="0">
                                    <a:latin typeface="Cambria Math" panose="02040503050406030204" pitchFamily="18" charset="0"/>
                                  </a:rPr>
                                  <m:t>(</m:t>
                                </m:r>
                                <m:r>
                                  <a:rPr lang="en-US" sz="1800" b="0" i="1" smtClean="0">
                                    <a:latin typeface="Cambria Math" panose="02040503050406030204" pitchFamily="18" charset="0"/>
                                  </a:rPr>
                                  <m:t>𝑁</m:t>
                                </m:r>
                                <m:r>
                                  <a:rPr lang="en-US" sz="1800" b="0" i="1" smtClean="0">
                                    <a:latin typeface="Cambria Math" panose="02040503050406030204" pitchFamily="18" charset="0"/>
                                  </a:rPr>
                                  <m:t>.</m:t>
                                </m:r>
                                <m:r>
                                  <a:rPr lang="en-US" sz="1800" b="0" i="1" smtClean="0">
                                    <a:latin typeface="Cambria Math" panose="02040503050406030204" pitchFamily="18" charset="0"/>
                                  </a:rPr>
                                  <m:t>𝑆</m:t>
                                </m:r>
                                <m:r>
                                  <a:rPr lang="en-US" sz="1800" b="0" i="1" smtClean="0">
                                    <a:latin typeface="Cambria Math" panose="02040503050406030204" pitchFamily="18" charset="0"/>
                                  </a:rPr>
                                  <m:t>)</m:t>
                                </m:r>
                              </m:oMath>
                            </m:oMathPara>
                          </a14:m>
                          <a:endParaRPr lang="en-US" sz="1800" b="0" i="1" dirty="0"/>
                        </a:p>
                      </a:txBody>
                      <a:tcPr/>
                    </a:tc>
                    <a:tc>
                      <a:txBody>
                        <a:bodyPr/>
                        <a:lstStyle/>
                        <a:p>
                          <a:endParaRPr lang="en-US" sz="1800" b="0" i="1" dirty="0"/>
                        </a:p>
                      </a:txBody>
                      <a:tcPr/>
                    </a:tc>
                    <a:extLst>
                      <a:ext uri="{0D108BD9-81ED-4DB2-BD59-A6C34878D82A}">
                        <a16:rowId xmlns:a16="http://schemas.microsoft.com/office/drawing/2014/main" val="2582219007"/>
                      </a:ext>
                    </a:extLst>
                  </a:tr>
                  <a:tr h="437886">
                    <a:tc>
                      <a:txBody>
                        <a:bodyPr/>
                        <a:lstStyle/>
                        <a:p>
                          <a:pPr algn="ctr"/>
                          <a:r>
                            <a:rPr lang="en-US" sz="1800" dirty="0"/>
                            <a:t>0</a:t>
                          </a:r>
                        </a:p>
                      </a:txBody>
                      <a:tcPr/>
                    </a:tc>
                    <a:tc>
                      <a:txBody>
                        <a:bodyPr/>
                        <a:lstStyle/>
                        <a:p>
                          <a:pPr algn="ctr"/>
                          <a:r>
                            <a:rPr lang="en-US" sz="1800" dirty="0"/>
                            <a:t>0</a:t>
                          </a:r>
                        </a:p>
                      </a:txBody>
                      <a:tcPr/>
                    </a:tc>
                    <a:tc>
                      <a:txBody>
                        <a:bodyPr/>
                        <a:lstStyle/>
                        <a:p>
                          <a:pPr algn="ctr"/>
                          <a:r>
                            <a:rPr lang="en-US" sz="1800" dirty="0"/>
                            <a:t>X</a:t>
                          </a:r>
                        </a:p>
                      </a:txBody>
                      <a:tcP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1800" i="1" smtClean="0">
                                        <a:latin typeface="Cambria Math" panose="02040503050406030204" pitchFamily="18" charset="0"/>
                                      </a:rPr>
                                    </m:ctrlPr>
                                  </m:barPr>
                                  <m:e>
                                    <m:r>
                                      <a:rPr lang="en-US" sz="1800" b="0" i="1" smtClean="0">
                                        <a:latin typeface="Cambria Math" panose="02040503050406030204" pitchFamily="18" charset="0"/>
                                      </a:rPr>
                                      <m:t>1.</m:t>
                                    </m:r>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e>
                                </m:ba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oMath>
                            </m:oMathPara>
                          </a14:m>
                          <a:endParaRPr lang="en-US" sz="1800" dirty="0"/>
                        </a:p>
                      </a:txBody>
                      <a:tcPr/>
                    </a:tc>
                    <a:tc>
                      <a:txBody>
                        <a:bodyPr/>
                        <a:lstStyle/>
                        <a:p>
                          <a:pPr algn="ct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1800" i="1" smtClean="0">
                                        <a:latin typeface="Cambria Math" panose="02040503050406030204" pitchFamily="18" charset="0"/>
                                      </a:rPr>
                                    </m:ctrlPr>
                                  </m:barPr>
                                  <m:e>
                                    <m:r>
                                      <a:rPr lang="en-US" sz="1800" b="0" i="1" smtClean="0">
                                        <a:latin typeface="Cambria Math" panose="02040503050406030204" pitchFamily="18" charset="0"/>
                                      </a:rPr>
                                      <m:t>1.</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 </m:t>
                                    </m:r>
                                  </m:e>
                                </m:bar>
                                <m:r>
                                  <a:rPr lang="en-US" sz="1800" b="0" i="1" smtClean="0">
                                    <a:latin typeface="Cambria Math" panose="02040503050406030204" pitchFamily="18" charset="0"/>
                                  </a:rPr>
                                  <m:t>=</m:t>
                                </m:r>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oMath>
                            </m:oMathPara>
                          </a14:m>
                          <a:endParaRPr lang="en-US" sz="1800" dirty="0"/>
                        </a:p>
                      </a:txBody>
                      <a:tcPr/>
                    </a:tc>
                    <a:tc>
                      <a:txBody>
                        <a:bodyPr/>
                        <a:lstStyle/>
                        <a:p>
                          <a:pPr algn="ctr"/>
                          <a:r>
                            <a:rPr lang="en-US" sz="1800" dirty="0"/>
                            <a:t>No change</a:t>
                          </a:r>
                        </a:p>
                      </a:txBody>
                      <a:tcPr/>
                    </a:tc>
                    <a:extLst>
                      <a:ext uri="{0D108BD9-81ED-4DB2-BD59-A6C34878D82A}">
                        <a16:rowId xmlns:a16="http://schemas.microsoft.com/office/drawing/2014/main" val="2583017303"/>
                      </a:ext>
                    </a:extLst>
                  </a:tr>
                  <a:tr h="437886">
                    <a:tc>
                      <a:txBody>
                        <a:bodyPr/>
                        <a:lstStyle/>
                        <a:p>
                          <a:pPr algn="ctr"/>
                          <a:r>
                            <a:rPr lang="en-US" sz="1800" dirty="0"/>
                            <a:t>0</a:t>
                          </a:r>
                        </a:p>
                      </a:txBody>
                      <a:tcPr/>
                    </a:tc>
                    <a:tc>
                      <a:txBody>
                        <a:bodyPr/>
                        <a:lstStyle/>
                        <a:p>
                          <a:pPr algn="ctr"/>
                          <a:r>
                            <a:rPr lang="en-US" sz="1800" dirty="0"/>
                            <a:t>1</a:t>
                          </a:r>
                        </a:p>
                      </a:txBody>
                      <a:tcPr/>
                    </a:tc>
                    <a:tc>
                      <a:txBody>
                        <a:bodyPr/>
                        <a:lstStyle/>
                        <a:p>
                          <a:pPr algn="ctr"/>
                          <a:r>
                            <a:rPr lang="en-US" sz="1800" dirty="0"/>
                            <a:t>X</a:t>
                          </a:r>
                        </a:p>
                      </a:txBody>
                      <a:tcPr/>
                    </a:tc>
                    <a:tc>
                      <a:txBody>
                        <a:bodyPr/>
                        <a:lstStyle/>
                        <a:p>
                          <a:pPr algn="ctr"/>
                          <a:r>
                            <a:rPr lang="en-US" sz="1800" dirty="0"/>
                            <a:t>0 (since </a:t>
                          </a:r>
                          <a14:m>
                            <m:oMath xmlns:m="http://schemas.openxmlformats.org/officeDocument/2006/math">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r>
                                        <a:rPr lang="en-US" sz="1800" b="0" i="1" smtClean="0">
                                          <a:latin typeface="Cambria Math" panose="02040503050406030204" pitchFamily="18" charset="0"/>
                                        </a:rPr>
                                        <m:t>+1</m:t>
                                      </m:r>
                                    </m:sub>
                                  </m:sSub>
                                </m:e>
                              </m:bar>
                              <m:r>
                                <a:rPr lang="en-US" sz="1800" b="0" i="0" smtClean="0">
                                  <a:latin typeface="Cambria Math" panose="02040503050406030204" pitchFamily="18" charset="0"/>
                                </a:rPr>
                                <m:t>=1)</m:t>
                              </m:r>
                            </m:oMath>
                          </a14:m>
                          <a:endParaRPr lang="en-US" sz="1800" dirty="0"/>
                        </a:p>
                      </a:txBody>
                      <a:tcPr/>
                    </a:tc>
                    <a:tc>
                      <a:txBody>
                        <a:bodyPr/>
                        <a:lstStyle/>
                        <a:p>
                          <a:pPr algn="ctr"/>
                          <a:r>
                            <a:rPr lang="en-US" sz="1800" dirty="0">
                              <a:sym typeface="Wingdings" panose="05000000000000000000" pitchFamily="2" charset="2"/>
                            </a:rPr>
                            <a:t></a:t>
                          </a: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m:t>
                                    </m:r>
                                    <m:r>
                                      <m:rPr>
                                        <m:nor/>
                                      </m:rPr>
                                      <a:rPr lang="en-US" sz="1800" b="0" dirty="0"/>
                                      <m:t> </m:t>
                                    </m:r>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r>
                                      <m:rPr>
                                        <m:nor/>
                                      </m:rPr>
                                      <a:rPr lang="en-US" sz="1800" dirty="0"/>
                                      <m:t> </m:t>
                                    </m:r>
                                  </m:e>
                                </m:bar>
                                <m:r>
                                  <a:rPr lang="en-US" sz="1800" b="0" i="1" smtClean="0">
                                    <a:latin typeface="Cambria Math" panose="02040503050406030204" pitchFamily="18" charset="0"/>
                                  </a:rPr>
                                  <m:t>=</m:t>
                                </m:r>
                                <m:bar>
                                  <m:barPr>
                                    <m:pos m:val="top"/>
                                    <m:ctrlPr>
                                      <a:rPr lang="en-US" sz="1800" b="0" i="1" smtClean="0">
                                        <a:latin typeface="Cambria Math" panose="02040503050406030204" pitchFamily="18" charset="0"/>
                                      </a:rPr>
                                    </m:ctrlPr>
                                  </m:barPr>
                                  <m:e>
                                    <m:r>
                                      <a:rPr lang="en-US" sz="1800" b="0" i="1" smtClean="0">
                                        <a:latin typeface="Cambria Math" panose="02040503050406030204" pitchFamily="18" charset="0"/>
                                      </a:rPr>
                                      <m:t>0</m:t>
                                    </m:r>
                                  </m:e>
                                </m:bar>
                                <m:r>
                                  <a:rPr lang="en-US" sz="1800" b="0" i="1" dirty="0" smtClean="0">
                                    <a:latin typeface="Cambria Math" panose="02040503050406030204" pitchFamily="18" charset="0"/>
                                  </a:rPr>
                                  <m:t>=1</m:t>
                                </m:r>
                              </m:oMath>
                            </m:oMathPara>
                          </a14:m>
                          <a:endParaRPr lang="en-US" sz="1800" dirty="0"/>
                        </a:p>
                      </a:txBody>
                      <a:tcPr/>
                    </a:tc>
                    <a:tc>
                      <a:txBody>
                        <a:bodyPr/>
                        <a:lstStyle/>
                        <a:p>
                          <a:pPr algn="ctr"/>
                          <a:r>
                            <a:rPr lang="en-US" sz="1800" dirty="0"/>
                            <a:t>Reset state</a:t>
                          </a:r>
                        </a:p>
                      </a:txBody>
                      <a:tcPr/>
                    </a:tc>
                    <a:extLst>
                      <a:ext uri="{0D108BD9-81ED-4DB2-BD59-A6C34878D82A}">
                        <a16:rowId xmlns:a16="http://schemas.microsoft.com/office/drawing/2014/main" val="3359964664"/>
                      </a:ext>
                    </a:extLst>
                  </a:tr>
                  <a:tr h="437886">
                    <a:tc>
                      <a:txBody>
                        <a:bodyPr/>
                        <a:lstStyle/>
                        <a:p>
                          <a:pPr algn="ctr"/>
                          <a:r>
                            <a:rPr lang="en-US" sz="1800" dirty="0"/>
                            <a:t>1</a:t>
                          </a:r>
                        </a:p>
                      </a:txBody>
                      <a:tcPr/>
                    </a:tc>
                    <a:tc>
                      <a:txBody>
                        <a:bodyPr/>
                        <a:lstStyle/>
                        <a:p>
                          <a:pPr algn="ctr"/>
                          <a:r>
                            <a:rPr lang="en-US" sz="1800" dirty="0"/>
                            <a:t>0</a:t>
                          </a:r>
                        </a:p>
                      </a:txBody>
                      <a:tcPr/>
                    </a:tc>
                    <a:tc>
                      <a:txBody>
                        <a:bodyPr/>
                        <a:lstStyle/>
                        <a:p>
                          <a:pPr algn="ctr"/>
                          <a:r>
                            <a:rPr lang="en-US" sz="1800" dirty="0"/>
                            <a:t>X</a:t>
                          </a:r>
                        </a:p>
                      </a:txBody>
                      <a:tcP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m:t>
                                    </m:r>
                                    <m:r>
                                      <m:rPr>
                                        <m:nor/>
                                      </m:rPr>
                                      <a:rPr lang="en-US" sz="1800" b="0" dirty="0"/>
                                      <m:t> </m:t>
                                    </m:r>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r>
                                      <m:rPr>
                                        <m:nor/>
                                      </m:rPr>
                                      <a:rPr lang="en-US" sz="1800" dirty="0"/>
                                      <m:t> </m:t>
                                    </m:r>
                                  </m:e>
                                </m:bar>
                                <m:r>
                                  <a:rPr lang="en-US" sz="1800" b="0" i="1" smtClean="0">
                                    <a:latin typeface="Cambria Math" panose="02040503050406030204" pitchFamily="18" charset="0"/>
                                  </a:rPr>
                                  <m:t>=</m:t>
                                </m:r>
                                <m:bar>
                                  <m:barPr>
                                    <m:pos m:val="top"/>
                                    <m:ctrlPr>
                                      <a:rPr lang="en-US" sz="1800" b="0" i="1" smtClean="0">
                                        <a:latin typeface="Cambria Math" panose="02040503050406030204" pitchFamily="18" charset="0"/>
                                      </a:rPr>
                                    </m:ctrlPr>
                                  </m:barPr>
                                  <m:e>
                                    <m:r>
                                      <a:rPr lang="en-US" sz="1800" b="0" i="1" smtClean="0">
                                        <a:latin typeface="Cambria Math" panose="02040503050406030204" pitchFamily="18" charset="0"/>
                                      </a:rPr>
                                      <m:t>0</m:t>
                                    </m:r>
                                  </m:e>
                                </m:bar>
                                <m:r>
                                  <a:rPr lang="en-US" sz="1800" b="0" i="1" dirty="0" smtClean="0">
                                    <a:latin typeface="Cambria Math" panose="02040503050406030204" pitchFamily="18" charset="0"/>
                                  </a:rPr>
                                  <m:t>=1</m:t>
                                </m:r>
                              </m:oMath>
                            </m:oMathPara>
                          </a14:m>
                          <a:endParaRPr lang="en-US" sz="1800" dirty="0"/>
                        </a:p>
                      </a:txBody>
                      <a:tcPr/>
                    </a:tc>
                    <a:tc>
                      <a:txBody>
                        <a:bodyPr/>
                        <a:lstStyle/>
                        <a:p>
                          <a:pPr algn="ctr"/>
                          <a:r>
                            <a:rPr lang="en-US" sz="1800" dirty="0">
                              <a:sym typeface="Wingdings" panose="05000000000000000000" pitchFamily="2" charset="2"/>
                            </a:rPr>
                            <a:t></a:t>
                          </a:r>
                          <a:endParaRPr lang="en-US" sz="1800" dirty="0"/>
                        </a:p>
                      </a:txBody>
                      <a:tcPr/>
                    </a:tc>
                    <a:tc>
                      <a:txBody>
                        <a:bodyPr/>
                        <a:lstStyle/>
                        <a:p>
                          <a:pPr algn="ctr"/>
                          <a:r>
                            <a:rPr lang="en-US" sz="1800" dirty="0"/>
                            <a:t>0 (since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r>
                                    <a:rPr lang="en-US" sz="1800" b="0" i="1" smtClean="0">
                                      <a:latin typeface="Cambria Math" panose="02040503050406030204" pitchFamily="18" charset="0"/>
                                    </a:rPr>
                                    <m:t>+1</m:t>
                                  </m:r>
                                </m:sub>
                              </m:sSub>
                            </m:oMath>
                          </a14:m>
                          <a:r>
                            <a:rPr lang="en-US" sz="1800" dirty="0"/>
                            <a:t>=1)</a:t>
                          </a:r>
                        </a:p>
                      </a:txBody>
                      <a:tcPr/>
                    </a:tc>
                    <a:tc>
                      <a:txBody>
                        <a:bodyPr/>
                        <a:lstStyle/>
                        <a:p>
                          <a:pPr algn="ctr"/>
                          <a:r>
                            <a:rPr lang="en-US" sz="1800" dirty="0"/>
                            <a:t>Set state</a:t>
                          </a:r>
                        </a:p>
                      </a:txBody>
                      <a:tcPr/>
                    </a:tc>
                    <a:extLst>
                      <a:ext uri="{0D108BD9-81ED-4DB2-BD59-A6C34878D82A}">
                        <a16:rowId xmlns:a16="http://schemas.microsoft.com/office/drawing/2014/main" val="3745417500"/>
                      </a:ext>
                    </a:extLst>
                  </a:tr>
                  <a:tr h="437886">
                    <a:tc>
                      <a:txBody>
                        <a:bodyPr/>
                        <a:lstStyle/>
                        <a:p>
                          <a:pPr algn="ctr"/>
                          <a:r>
                            <a:rPr lang="en-US" sz="1800" dirty="0"/>
                            <a:t>1</a:t>
                          </a:r>
                        </a:p>
                      </a:txBody>
                      <a:tcPr/>
                    </a:tc>
                    <a:tc>
                      <a:txBody>
                        <a:bodyPr/>
                        <a:lstStyle/>
                        <a:p>
                          <a:pPr algn="ctr"/>
                          <a:r>
                            <a:rPr lang="en-US" sz="1800" dirty="0"/>
                            <a:t>1</a:t>
                          </a:r>
                        </a:p>
                      </a:txBody>
                      <a:tcPr/>
                    </a:tc>
                    <a:tc>
                      <a:txBody>
                        <a:bodyPr/>
                        <a:lstStyle/>
                        <a:p>
                          <a:pPr algn="ctr"/>
                          <a:r>
                            <a:rPr lang="en-US" sz="1800" dirty="0"/>
                            <a:t>X</a:t>
                          </a:r>
                        </a:p>
                      </a:txBody>
                      <a:tcP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m:t>
                                    </m:r>
                                    <m:r>
                                      <m:rPr>
                                        <m:nor/>
                                      </m:rPr>
                                      <a:rPr lang="en-US" sz="1800" b="0" dirty="0"/>
                                      <m:t> </m:t>
                                    </m:r>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r>
                                      <m:rPr>
                                        <m:nor/>
                                      </m:rPr>
                                      <a:rPr lang="en-US" sz="1800" dirty="0"/>
                                      <m:t> </m:t>
                                    </m:r>
                                  </m:e>
                                </m:bar>
                                <m:r>
                                  <a:rPr lang="en-US" sz="1800" b="0" i="1" smtClean="0">
                                    <a:latin typeface="Cambria Math" panose="02040503050406030204" pitchFamily="18" charset="0"/>
                                  </a:rPr>
                                  <m:t>=</m:t>
                                </m:r>
                                <m:r>
                                  <a:rPr lang="en-US" sz="1800" b="0" i="1" dirty="0" smtClean="0">
                                    <a:latin typeface="Cambria Math" panose="02040503050406030204" pitchFamily="18" charset="0"/>
                                  </a:rPr>
                                  <m:t>1</m:t>
                                </m:r>
                              </m:oMath>
                            </m:oMathPara>
                          </a14:m>
                          <a:endParaRPr lang="en-US" sz="1800" dirty="0"/>
                        </a:p>
                      </a:txBody>
                      <a:tcPr/>
                    </a:tc>
                    <a:tc>
                      <a:txBody>
                        <a:bodyPr/>
                        <a:lstStyle/>
                        <a:p>
                          <a:pPr algn="ctr"/>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bar>
                                  <m:barPr>
                                    <m:pos m:val="top"/>
                                    <m:ctrlPr>
                                      <a:rPr lang="en-US" sz="1800" b="0" i="1" smtClean="0">
                                        <a:latin typeface="Cambria Math" panose="02040503050406030204" pitchFamily="18" charset="0"/>
                                      </a:rPr>
                                    </m:ctrlPr>
                                  </m:barPr>
                                  <m:e>
                                    <m:bar>
                                      <m:barPr>
                                        <m:pos m:val="top"/>
                                        <m:ctrlPr>
                                          <a:rPr lang="en-US" sz="1800" b="0" i="1" smtClean="0">
                                            <a:latin typeface="Cambria Math" panose="02040503050406030204" pitchFamily="18" charset="0"/>
                                          </a:rPr>
                                        </m:ctrlPr>
                                      </m:ba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𝑛</m:t>
                                        </m:r>
                                      </m:sub>
                                    </m:sSub>
                                  </m:e>
                                </m:bar>
                                <m:r>
                                  <a:rPr lang="en-US" sz="1800" b="0" i="1" smtClean="0">
                                    <a:latin typeface="Cambria Math" panose="02040503050406030204" pitchFamily="18" charset="0"/>
                                  </a:rPr>
                                  <m:t>=</m:t>
                                </m:r>
                                <m:r>
                                  <a:rPr lang="en-US" sz="1800" b="0" i="1" dirty="0" smtClean="0">
                                    <a:latin typeface="Cambria Math" panose="02040503050406030204" pitchFamily="18" charset="0"/>
                                  </a:rPr>
                                  <m:t>1</m:t>
                                </m:r>
                              </m:oMath>
                            </m:oMathPara>
                          </a14:m>
                          <a:endParaRPr lang="en-US" sz="1800" dirty="0"/>
                        </a:p>
                      </a:txBody>
                      <a:tcPr/>
                    </a:tc>
                    <a:tc>
                      <a:txBody>
                        <a:bodyPr/>
                        <a:lstStyle/>
                        <a:p>
                          <a:pPr algn="ctr"/>
                          <a:r>
                            <a:rPr lang="en-US" sz="1800" dirty="0"/>
                            <a:t>Toggle state</a:t>
                          </a:r>
                        </a:p>
                      </a:txBody>
                      <a:tcPr/>
                    </a:tc>
                    <a:extLst>
                      <a:ext uri="{0D108BD9-81ED-4DB2-BD59-A6C34878D82A}">
                        <a16:rowId xmlns:a16="http://schemas.microsoft.com/office/drawing/2014/main" val="947188976"/>
                      </a:ext>
                    </a:extLst>
                  </a:tr>
                </a:tbl>
              </a:graphicData>
            </a:graphic>
          </p:graphicFrame>
        </mc:Choice>
        <mc:Fallback xmlns="">
          <p:graphicFrame>
            <p:nvGraphicFramePr>
              <p:cNvPr id="4" name="Table 3">
                <a:extLst>
                  <a:ext uri="{FF2B5EF4-FFF2-40B4-BE49-F238E27FC236}">
                    <a16:creationId xmlns:a16="http://schemas.microsoft.com/office/drawing/2014/main" id="{DE132AD4-7666-BC53-992A-2C30D75CADB8}"/>
                  </a:ext>
                </a:extLst>
              </p:cNvPr>
              <p:cNvGraphicFramePr>
                <a:graphicFrameLocks noGrp="1"/>
              </p:cNvGraphicFramePr>
              <p:nvPr>
                <p:extLst>
                  <p:ext uri="{D42A27DB-BD31-4B8C-83A1-F6EECF244321}">
                    <p14:modId xmlns:p14="http://schemas.microsoft.com/office/powerpoint/2010/main" val="2586306208"/>
                  </p:ext>
                </p:extLst>
              </p:nvPr>
            </p:nvGraphicFramePr>
            <p:xfrm>
              <a:off x="220384" y="4289994"/>
              <a:ext cx="11743016" cy="2263206"/>
            </p:xfrm>
            <a:graphic>
              <a:graphicData uri="http://schemas.openxmlformats.org/drawingml/2006/table">
                <a:tbl>
                  <a:tblPr firstRow="1" bandRow="1">
                    <a:tableStyleId>{5C22544A-7EE6-4342-B048-85BDC9FD1C3A}</a:tableStyleId>
                  </a:tblPr>
                  <a:tblGrid>
                    <a:gridCol w="1443259">
                      <a:extLst>
                        <a:ext uri="{9D8B030D-6E8A-4147-A177-3AD203B41FA5}">
                          <a16:colId xmlns:a16="http://schemas.microsoft.com/office/drawing/2014/main" val="3971179619"/>
                        </a:ext>
                      </a:extLst>
                    </a:gridCol>
                    <a:gridCol w="1256077">
                      <a:extLst>
                        <a:ext uri="{9D8B030D-6E8A-4147-A177-3AD203B41FA5}">
                          <a16:colId xmlns:a16="http://schemas.microsoft.com/office/drawing/2014/main" val="170478812"/>
                        </a:ext>
                      </a:extLst>
                    </a:gridCol>
                    <a:gridCol w="1525978">
                      <a:extLst>
                        <a:ext uri="{9D8B030D-6E8A-4147-A177-3AD203B41FA5}">
                          <a16:colId xmlns:a16="http://schemas.microsoft.com/office/drawing/2014/main" val="2426222614"/>
                        </a:ext>
                      </a:extLst>
                    </a:gridCol>
                    <a:gridCol w="2459493">
                      <a:extLst>
                        <a:ext uri="{9D8B030D-6E8A-4147-A177-3AD203B41FA5}">
                          <a16:colId xmlns:a16="http://schemas.microsoft.com/office/drawing/2014/main" val="3736717767"/>
                        </a:ext>
                      </a:extLst>
                    </a:gridCol>
                    <a:gridCol w="227813">
                      <a:extLst>
                        <a:ext uri="{9D8B030D-6E8A-4147-A177-3AD203B41FA5}">
                          <a16:colId xmlns:a16="http://schemas.microsoft.com/office/drawing/2014/main" val="3983935772"/>
                        </a:ext>
                      </a:extLst>
                    </a:gridCol>
                    <a:gridCol w="2897351">
                      <a:extLst>
                        <a:ext uri="{9D8B030D-6E8A-4147-A177-3AD203B41FA5}">
                          <a16:colId xmlns:a16="http://schemas.microsoft.com/office/drawing/2014/main" val="359564372"/>
                        </a:ext>
                      </a:extLst>
                    </a:gridCol>
                    <a:gridCol w="1933045">
                      <a:extLst>
                        <a:ext uri="{9D8B030D-6E8A-4147-A177-3AD203B41FA5}">
                          <a16:colId xmlns:a16="http://schemas.microsoft.com/office/drawing/2014/main" val="2689084495"/>
                        </a:ext>
                      </a:extLst>
                    </a:gridCol>
                  </a:tblGrid>
                  <a:tr h="398082">
                    <a:tc>
                      <a:txBody>
                        <a:bodyPr/>
                        <a:lstStyle/>
                        <a:p>
                          <a:endParaRPr lang="en-PK"/>
                        </a:p>
                      </a:txBody>
                      <a:tcPr>
                        <a:blipFill>
                          <a:blip r:embed="rId4"/>
                          <a:stretch>
                            <a:fillRect l="-422" t="-1538" r="-714768" b="-476923"/>
                          </a:stretch>
                        </a:blipFill>
                      </a:tcPr>
                    </a:tc>
                    <a:tc>
                      <a:txBody>
                        <a:bodyPr/>
                        <a:lstStyle/>
                        <a:p>
                          <a:endParaRPr lang="en-PK"/>
                        </a:p>
                      </a:txBody>
                      <a:tcPr>
                        <a:blipFill>
                          <a:blip r:embed="rId4"/>
                          <a:stretch>
                            <a:fillRect l="-115534" t="-1538" r="-722330" b="-476923"/>
                          </a:stretch>
                        </a:blipFill>
                      </a:tcPr>
                    </a:tc>
                    <a:tc>
                      <a:txBody>
                        <a:bodyPr/>
                        <a:lstStyle/>
                        <a:p>
                          <a:endParaRPr lang="en-PK"/>
                        </a:p>
                      </a:txBody>
                      <a:tcPr>
                        <a:blipFill>
                          <a:blip r:embed="rId4"/>
                          <a:stretch>
                            <a:fillRect l="-177600" t="-1538" r="-495200" b="-476923"/>
                          </a:stretch>
                        </a:blipFill>
                      </a:tcPr>
                    </a:tc>
                    <a:tc>
                      <a:txBody>
                        <a:bodyPr/>
                        <a:lstStyle/>
                        <a:p>
                          <a:endParaRPr lang="en-PK"/>
                        </a:p>
                      </a:txBody>
                      <a:tcPr>
                        <a:blipFill>
                          <a:blip r:embed="rId4"/>
                          <a:stretch>
                            <a:fillRect l="-171782" t="-1538" r="-206436" b="-476923"/>
                          </a:stretch>
                        </a:blipFill>
                      </a:tcPr>
                    </a:tc>
                    <a:tc>
                      <a:txBody>
                        <a:bodyPr/>
                        <a:lstStyle/>
                        <a:p>
                          <a:pPr/>
                          <a:endParaRPr lang="en-US" sz="1800" b="0" i="1" dirty="0"/>
                        </a:p>
                      </a:txBody>
                      <a:tcPr/>
                    </a:tc>
                    <a:tc>
                      <a:txBody>
                        <a:bodyPr/>
                        <a:lstStyle/>
                        <a:p>
                          <a:endParaRPr lang="en-PK"/>
                        </a:p>
                      </a:txBody>
                      <a:tcPr>
                        <a:blipFill>
                          <a:blip r:embed="rId4"/>
                          <a:stretch>
                            <a:fillRect l="-238445" t="-1538" r="-67437" b="-476923"/>
                          </a:stretch>
                        </a:blipFill>
                      </a:tcPr>
                    </a:tc>
                    <a:tc>
                      <a:txBody>
                        <a:bodyPr/>
                        <a:lstStyle/>
                        <a:p>
                          <a:pPr/>
                          <a:endParaRPr lang="en-US" sz="1800" b="0" i="1" dirty="0"/>
                        </a:p>
                      </a:txBody>
                      <a:tcPr/>
                    </a:tc>
                    <a:extLst>
                      <a:ext uri="{0D108BD9-81ED-4DB2-BD59-A6C34878D82A}">
                        <a16:rowId xmlns:a16="http://schemas.microsoft.com/office/drawing/2014/main" val="2582219007"/>
                      </a:ext>
                    </a:extLst>
                  </a:tr>
                  <a:tr h="466281">
                    <a:tc>
                      <a:txBody>
                        <a:bodyPr/>
                        <a:lstStyle/>
                        <a:p>
                          <a:pPr algn="ctr"/>
                          <a:r>
                            <a:rPr lang="en-US" sz="1800" dirty="0"/>
                            <a:t>0</a:t>
                          </a:r>
                        </a:p>
                      </a:txBody>
                      <a:tcPr/>
                    </a:tc>
                    <a:tc>
                      <a:txBody>
                        <a:bodyPr/>
                        <a:lstStyle/>
                        <a:p>
                          <a:pPr algn="ctr"/>
                          <a:r>
                            <a:rPr lang="en-US" sz="1800" dirty="0"/>
                            <a:t>0</a:t>
                          </a:r>
                        </a:p>
                      </a:txBody>
                      <a:tcPr/>
                    </a:tc>
                    <a:tc>
                      <a:txBody>
                        <a:bodyPr/>
                        <a:lstStyle/>
                        <a:p>
                          <a:pPr algn="ctr"/>
                          <a:r>
                            <a:rPr lang="en-US" sz="1800" dirty="0"/>
                            <a:t>X</a:t>
                          </a:r>
                        </a:p>
                      </a:txBody>
                      <a:tcPr/>
                    </a:tc>
                    <a:tc>
                      <a:txBody>
                        <a:bodyPr/>
                        <a:lstStyle/>
                        <a:p>
                          <a:endParaRPr lang="en-PK"/>
                        </a:p>
                      </a:txBody>
                      <a:tcPr>
                        <a:blipFill>
                          <a:blip r:embed="rId4"/>
                          <a:stretch>
                            <a:fillRect l="-171782" t="-85714" r="-206436" b="-302597"/>
                          </a:stretch>
                        </a:blipFill>
                      </a:tcPr>
                    </a:tc>
                    <a:tc>
                      <a:txBody>
                        <a:bodyPr/>
                        <a:lstStyle/>
                        <a:p>
                          <a:pPr algn="ctr"/>
                          <a:endParaRPr lang="en-US" sz="1800" dirty="0"/>
                        </a:p>
                      </a:txBody>
                      <a:tcPr/>
                    </a:tc>
                    <a:tc>
                      <a:txBody>
                        <a:bodyPr/>
                        <a:lstStyle/>
                        <a:p>
                          <a:endParaRPr lang="en-PK"/>
                        </a:p>
                      </a:txBody>
                      <a:tcPr>
                        <a:blipFill>
                          <a:blip r:embed="rId4"/>
                          <a:stretch>
                            <a:fillRect l="-238445" t="-85714" r="-67437" b="-302597"/>
                          </a:stretch>
                        </a:blipFill>
                      </a:tcPr>
                    </a:tc>
                    <a:tc>
                      <a:txBody>
                        <a:bodyPr/>
                        <a:lstStyle/>
                        <a:p>
                          <a:pPr algn="ctr"/>
                          <a:r>
                            <a:rPr lang="en-US" sz="1800" dirty="0"/>
                            <a:t>No change</a:t>
                          </a:r>
                        </a:p>
                      </a:txBody>
                      <a:tcPr/>
                    </a:tc>
                    <a:extLst>
                      <a:ext uri="{0D108BD9-81ED-4DB2-BD59-A6C34878D82A}">
                        <a16:rowId xmlns:a16="http://schemas.microsoft.com/office/drawing/2014/main" val="2583017303"/>
                      </a:ext>
                    </a:extLst>
                  </a:tr>
                  <a:tr h="466281">
                    <a:tc>
                      <a:txBody>
                        <a:bodyPr/>
                        <a:lstStyle/>
                        <a:p>
                          <a:pPr algn="ctr"/>
                          <a:r>
                            <a:rPr lang="en-US" sz="1800" dirty="0"/>
                            <a:t>0</a:t>
                          </a:r>
                        </a:p>
                      </a:txBody>
                      <a:tcPr/>
                    </a:tc>
                    <a:tc>
                      <a:txBody>
                        <a:bodyPr/>
                        <a:lstStyle/>
                        <a:p>
                          <a:pPr algn="ctr"/>
                          <a:r>
                            <a:rPr lang="en-US" sz="1800" dirty="0"/>
                            <a:t>1</a:t>
                          </a:r>
                        </a:p>
                      </a:txBody>
                      <a:tcPr/>
                    </a:tc>
                    <a:tc>
                      <a:txBody>
                        <a:bodyPr/>
                        <a:lstStyle/>
                        <a:p>
                          <a:pPr algn="ctr"/>
                          <a:r>
                            <a:rPr lang="en-US" sz="1800" dirty="0"/>
                            <a:t>X</a:t>
                          </a:r>
                        </a:p>
                      </a:txBody>
                      <a:tcPr/>
                    </a:tc>
                    <a:tc>
                      <a:txBody>
                        <a:bodyPr/>
                        <a:lstStyle/>
                        <a:p>
                          <a:endParaRPr lang="en-PK"/>
                        </a:p>
                      </a:txBody>
                      <a:tcPr>
                        <a:blipFill>
                          <a:blip r:embed="rId4"/>
                          <a:stretch>
                            <a:fillRect l="-171782" t="-185714" r="-206436" b="-202597"/>
                          </a:stretch>
                        </a:blipFill>
                      </a:tcPr>
                    </a:tc>
                    <a:tc>
                      <a:txBody>
                        <a:bodyPr/>
                        <a:lstStyle/>
                        <a:p>
                          <a:pPr algn="ctr"/>
                          <a:r>
                            <a:rPr lang="en-US" sz="1800" dirty="0">
                              <a:sym typeface="Wingdings" panose="05000000000000000000" pitchFamily="2" charset="2"/>
                            </a:rPr>
                            <a:t></a:t>
                          </a:r>
                          <a:endParaRPr lang="en-US" sz="1800" dirty="0"/>
                        </a:p>
                      </a:txBody>
                      <a:tcPr/>
                    </a:tc>
                    <a:tc>
                      <a:txBody>
                        <a:bodyPr/>
                        <a:lstStyle/>
                        <a:p>
                          <a:endParaRPr lang="en-PK"/>
                        </a:p>
                      </a:txBody>
                      <a:tcPr>
                        <a:blipFill>
                          <a:blip r:embed="rId4"/>
                          <a:stretch>
                            <a:fillRect l="-238445" t="-185714" r="-67437" b="-202597"/>
                          </a:stretch>
                        </a:blipFill>
                      </a:tcPr>
                    </a:tc>
                    <a:tc>
                      <a:txBody>
                        <a:bodyPr/>
                        <a:lstStyle/>
                        <a:p>
                          <a:pPr algn="ctr"/>
                          <a:r>
                            <a:rPr lang="en-US" sz="1800" dirty="0"/>
                            <a:t>Reset state</a:t>
                          </a:r>
                        </a:p>
                      </a:txBody>
                      <a:tcPr/>
                    </a:tc>
                    <a:extLst>
                      <a:ext uri="{0D108BD9-81ED-4DB2-BD59-A6C34878D82A}">
                        <a16:rowId xmlns:a16="http://schemas.microsoft.com/office/drawing/2014/main" val="3359964664"/>
                      </a:ext>
                    </a:extLst>
                  </a:tr>
                  <a:tr h="466281">
                    <a:tc>
                      <a:txBody>
                        <a:bodyPr/>
                        <a:lstStyle/>
                        <a:p>
                          <a:pPr algn="ctr"/>
                          <a:r>
                            <a:rPr lang="en-US" sz="1800" dirty="0"/>
                            <a:t>1</a:t>
                          </a:r>
                        </a:p>
                      </a:txBody>
                      <a:tcPr/>
                    </a:tc>
                    <a:tc>
                      <a:txBody>
                        <a:bodyPr/>
                        <a:lstStyle/>
                        <a:p>
                          <a:pPr algn="ctr"/>
                          <a:r>
                            <a:rPr lang="en-US" sz="1800" dirty="0"/>
                            <a:t>0</a:t>
                          </a:r>
                        </a:p>
                      </a:txBody>
                      <a:tcPr/>
                    </a:tc>
                    <a:tc>
                      <a:txBody>
                        <a:bodyPr/>
                        <a:lstStyle/>
                        <a:p>
                          <a:pPr algn="ctr"/>
                          <a:r>
                            <a:rPr lang="en-US" sz="1800" dirty="0"/>
                            <a:t>X</a:t>
                          </a:r>
                        </a:p>
                      </a:txBody>
                      <a:tcPr/>
                    </a:tc>
                    <a:tc>
                      <a:txBody>
                        <a:bodyPr/>
                        <a:lstStyle/>
                        <a:p>
                          <a:endParaRPr lang="en-PK"/>
                        </a:p>
                      </a:txBody>
                      <a:tcPr>
                        <a:blipFill>
                          <a:blip r:embed="rId4"/>
                          <a:stretch>
                            <a:fillRect l="-171782" t="-289474" r="-206436" b="-105263"/>
                          </a:stretch>
                        </a:blipFill>
                      </a:tcPr>
                    </a:tc>
                    <a:tc>
                      <a:txBody>
                        <a:bodyPr/>
                        <a:lstStyle/>
                        <a:p>
                          <a:pPr algn="ctr"/>
                          <a:r>
                            <a:rPr lang="en-US" sz="1800" dirty="0">
                              <a:sym typeface="Wingdings" panose="05000000000000000000" pitchFamily="2" charset="2"/>
                            </a:rPr>
                            <a:t></a:t>
                          </a:r>
                          <a:endParaRPr lang="en-US" sz="1800" dirty="0"/>
                        </a:p>
                      </a:txBody>
                      <a:tcPr/>
                    </a:tc>
                    <a:tc>
                      <a:txBody>
                        <a:bodyPr/>
                        <a:lstStyle/>
                        <a:p>
                          <a:endParaRPr lang="en-PK"/>
                        </a:p>
                      </a:txBody>
                      <a:tcPr>
                        <a:blipFill>
                          <a:blip r:embed="rId4"/>
                          <a:stretch>
                            <a:fillRect l="-238445" t="-289474" r="-67437" b="-105263"/>
                          </a:stretch>
                        </a:blipFill>
                      </a:tcPr>
                    </a:tc>
                    <a:tc>
                      <a:txBody>
                        <a:bodyPr/>
                        <a:lstStyle/>
                        <a:p>
                          <a:pPr algn="ctr"/>
                          <a:r>
                            <a:rPr lang="en-US" sz="1800" dirty="0"/>
                            <a:t>Set state</a:t>
                          </a:r>
                        </a:p>
                      </a:txBody>
                      <a:tcPr/>
                    </a:tc>
                    <a:extLst>
                      <a:ext uri="{0D108BD9-81ED-4DB2-BD59-A6C34878D82A}">
                        <a16:rowId xmlns:a16="http://schemas.microsoft.com/office/drawing/2014/main" val="3745417500"/>
                      </a:ext>
                    </a:extLst>
                  </a:tr>
                  <a:tr h="466281">
                    <a:tc>
                      <a:txBody>
                        <a:bodyPr/>
                        <a:lstStyle/>
                        <a:p>
                          <a:pPr algn="ctr"/>
                          <a:r>
                            <a:rPr lang="en-US" sz="1800" dirty="0"/>
                            <a:t>1</a:t>
                          </a:r>
                        </a:p>
                      </a:txBody>
                      <a:tcPr/>
                    </a:tc>
                    <a:tc>
                      <a:txBody>
                        <a:bodyPr/>
                        <a:lstStyle/>
                        <a:p>
                          <a:pPr algn="ctr"/>
                          <a:r>
                            <a:rPr lang="en-US" sz="1800" dirty="0"/>
                            <a:t>1</a:t>
                          </a:r>
                        </a:p>
                      </a:txBody>
                      <a:tcPr/>
                    </a:tc>
                    <a:tc>
                      <a:txBody>
                        <a:bodyPr/>
                        <a:lstStyle/>
                        <a:p>
                          <a:pPr algn="ctr"/>
                          <a:r>
                            <a:rPr lang="en-US" sz="1800" dirty="0"/>
                            <a:t>X</a:t>
                          </a:r>
                        </a:p>
                      </a:txBody>
                      <a:tcPr/>
                    </a:tc>
                    <a:tc>
                      <a:txBody>
                        <a:bodyPr/>
                        <a:lstStyle/>
                        <a:p>
                          <a:endParaRPr lang="en-PK"/>
                        </a:p>
                      </a:txBody>
                      <a:tcPr>
                        <a:blipFill>
                          <a:blip r:embed="rId4"/>
                          <a:stretch>
                            <a:fillRect l="-171782" t="-384416" r="-206436" b="-3896"/>
                          </a:stretch>
                        </a:blipFill>
                      </a:tcPr>
                    </a:tc>
                    <a:tc>
                      <a:txBody>
                        <a:bodyPr/>
                        <a:lstStyle/>
                        <a:p>
                          <a:pPr algn="ctr"/>
                          <a:endParaRPr lang="en-US" sz="1800" dirty="0"/>
                        </a:p>
                      </a:txBody>
                      <a:tcPr/>
                    </a:tc>
                    <a:tc>
                      <a:txBody>
                        <a:bodyPr/>
                        <a:lstStyle/>
                        <a:p>
                          <a:endParaRPr lang="en-PK"/>
                        </a:p>
                      </a:txBody>
                      <a:tcPr>
                        <a:blipFill>
                          <a:blip r:embed="rId4"/>
                          <a:stretch>
                            <a:fillRect l="-238445" t="-384416" r="-67437" b="-3896"/>
                          </a:stretch>
                        </a:blipFill>
                      </a:tcPr>
                    </a:tc>
                    <a:tc>
                      <a:txBody>
                        <a:bodyPr/>
                        <a:lstStyle/>
                        <a:p>
                          <a:pPr algn="ctr"/>
                          <a:r>
                            <a:rPr lang="en-US" sz="1800" dirty="0"/>
                            <a:t>Toggle state</a:t>
                          </a:r>
                        </a:p>
                      </a:txBody>
                      <a:tcPr/>
                    </a:tc>
                    <a:extLst>
                      <a:ext uri="{0D108BD9-81ED-4DB2-BD59-A6C34878D82A}">
                        <a16:rowId xmlns:a16="http://schemas.microsoft.com/office/drawing/2014/main" val="947188976"/>
                      </a:ext>
                    </a:extLst>
                  </a:tr>
                </a:tbl>
              </a:graphicData>
            </a:graphic>
          </p:graphicFrame>
        </mc:Fallback>
      </mc:AlternateContent>
    </p:spTree>
    <p:extLst>
      <p:ext uri="{BB962C8B-B14F-4D97-AF65-F5344CB8AC3E}">
        <p14:creationId xmlns:p14="http://schemas.microsoft.com/office/powerpoint/2010/main" val="272390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JK Flip Flop Truth Table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56002" cy="18964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Focusing on the last case </a:t>
                </a:r>
                <a14:m>
                  <m:oMath xmlns:m="http://schemas.openxmlformats.org/officeDocument/2006/math">
                    <m:r>
                      <a:rPr lang="en-US" sz="3400" b="0" i="1" smtClean="0">
                        <a:latin typeface="Cambria Math" panose="02040503050406030204" pitchFamily="18" charset="0"/>
                      </a:rPr>
                      <m:t>𝐽</m:t>
                    </m:r>
                    <m:r>
                      <a:rPr lang="en-US" sz="3400" b="0" i="1" smtClean="0">
                        <a:latin typeface="Cambria Math" panose="02040503050406030204" pitchFamily="18" charset="0"/>
                      </a:rPr>
                      <m:t>=1;</m:t>
                    </m:r>
                    <m:r>
                      <a:rPr lang="en-US" sz="3400" b="0" i="1" smtClean="0">
                        <a:latin typeface="Cambria Math" panose="02040503050406030204" pitchFamily="18" charset="0"/>
                      </a:rPr>
                      <m:t>𝐾</m:t>
                    </m:r>
                    <m:r>
                      <a:rPr lang="en-US" sz="3400" b="0" i="1" smtClean="0">
                        <a:latin typeface="Cambria Math" panose="02040503050406030204" pitchFamily="18" charset="0"/>
                      </a:rPr>
                      <m:t>=1</m:t>
                    </m:r>
                  </m:oMath>
                </a14:m>
                <a:r>
                  <a:rPr lang="en-US" sz="3400" dirty="0"/>
                  <a:t>, we get a toggle state, which means whenever this condition occurs, the next state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r>
                          <a:rPr lang="en-US" sz="3400" b="0" i="1" smtClean="0">
                            <a:latin typeface="Cambria Math" panose="02040503050406030204" pitchFamily="18" charset="0"/>
                          </a:rPr>
                          <m:t>+1</m:t>
                        </m:r>
                      </m:sub>
                    </m:sSub>
                  </m:oMath>
                </a14:m>
                <a:r>
                  <a:rPr lang="en-US" sz="3400" dirty="0"/>
                  <a:t> will be complement of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sub>
                    </m:sSub>
                  </m:oMath>
                </a14:m>
                <a:r>
                  <a:rPr lang="en-US" sz="3400" dirty="0"/>
                  <a:t> on </a:t>
                </a:r>
                <a14:m>
                  <m:oMath xmlns:m="http://schemas.openxmlformats.org/officeDocument/2006/math">
                    <m:r>
                      <a:rPr lang="en-US" sz="3400" b="0" i="1" smtClean="0">
                        <a:latin typeface="Cambria Math" panose="02040503050406030204" pitchFamily="18" charset="0"/>
                      </a:rPr>
                      <m:t>𝐶𝐿𝐾</m:t>
                    </m:r>
                    <m:r>
                      <a:rPr lang="en-US" sz="3400" b="0" i="1" smtClean="0">
                        <a:latin typeface="Cambria Math" panose="02040503050406030204" pitchFamily="18" charset="0"/>
                      </a:rPr>
                      <m:t>=1</m:t>
                    </m:r>
                  </m:oMath>
                </a14:m>
                <a:r>
                  <a:rPr lang="en-US" sz="3400" dirty="0"/>
                  <a:t>.</a:t>
                </a:r>
              </a:p>
              <a:p>
                <a:pPr>
                  <a:lnSpc>
                    <a:spcPct val="100000"/>
                  </a:lnSpc>
                  <a:buFont typeface="Wingdings" panose="05000000000000000000" pitchFamily="2" charset="2"/>
                  <a:buChar char="§"/>
                </a:pPr>
                <a:r>
                  <a:rPr lang="en-US" sz="3400" dirty="0"/>
                  <a:t>Have a detailed look at the given waveform.</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856002" cy="1896413"/>
              </a:xfrm>
              <a:prstGeom prst="rect">
                <a:avLst/>
              </a:prstGeom>
              <a:blipFill>
                <a:blip r:embed="rId3"/>
                <a:stretch>
                  <a:fillRect l="-1080" t="-8333" b="-1603"/>
                </a:stretch>
              </a:blipFill>
            </p:spPr>
            <p:txBody>
              <a:bodyPr/>
              <a:lstStyle/>
              <a:p>
                <a:r>
                  <a:rPr lang="en-PK">
                    <a:noFill/>
                  </a:rPr>
                  <a:t> </a:t>
                </a:r>
              </a:p>
            </p:txBody>
          </p:sp>
        </mc:Fallback>
      </mc:AlternateContent>
      <p:pic>
        <p:nvPicPr>
          <p:cNvPr id="10" name="Picture 9">
            <a:extLst>
              <a:ext uri="{FF2B5EF4-FFF2-40B4-BE49-F238E27FC236}">
                <a16:creationId xmlns:a16="http://schemas.microsoft.com/office/drawing/2014/main" id="{A920AE0B-EDDD-60BC-4162-2FDBA162BF66}"/>
              </a:ext>
            </a:extLst>
          </p:cNvPr>
          <p:cNvPicPr>
            <a:picLocks noChangeAspect="1"/>
          </p:cNvPicPr>
          <p:nvPr/>
        </p:nvPicPr>
        <p:blipFill>
          <a:blip r:embed="rId4"/>
          <a:stretch>
            <a:fillRect/>
          </a:stretch>
        </p:blipFill>
        <p:spPr>
          <a:xfrm>
            <a:off x="2520937" y="3509917"/>
            <a:ext cx="7150125" cy="2962365"/>
          </a:xfrm>
          <a:prstGeom prst="rect">
            <a:avLst/>
          </a:prstGeom>
        </p:spPr>
      </p:pic>
    </p:spTree>
    <p:extLst>
      <p:ext uri="{BB962C8B-B14F-4D97-AF65-F5344CB8AC3E}">
        <p14:creationId xmlns:p14="http://schemas.microsoft.com/office/powerpoint/2010/main" val="2375706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 Flip Flop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6707642" cy="4906887"/>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T (Toggle) Flip Flop are a modification of JK Flip Flops; a single input </a:t>
                </a:r>
                <a14:m>
                  <m:oMath xmlns:m="http://schemas.openxmlformats.org/officeDocument/2006/math">
                    <m:r>
                      <a:rPr lang="en-US" sz="3400" b="0" i="1" smtClean="0">
                        <a:latin typeface="Cambria Math" panose="02040503050406030204" pitchFamily="18" charset="0"/>
                      </a:rPr>
                      <m:t>𝑇</m:t>
                    </m:r>
                  </m:oMath>
                </a14:m>
                <a:r>
                  <a:rPr lang="en-US" sz="3400" dirty="0"/>
                  <a:t> is provided to both </a:t>
                </a:r>
                <a14:m>
                  <m:oMath xmlns:m="http://schemas.openxmlformats.org/officeDocument/2006/math">
                    <m:r>
                      <a:rPr lang="en-US" sz="3400" b="0" i="1" dirty="0" smtClean="0">
                        <a:latin typeface="Cambria Math" panose="02040503050406030204" pitchFamily="18" charset="0"/>
                      </a:rPr>
                      <m:t>𝐽</m:t>
                    </m:r>
                  </m:oMath>
                </a14:m>
                <a:r>
                  <a:rPr lang="en-US" sz="3400" dirty="0"/>
                  <a:t> and </a:t>
                </a:r>
                <a14:m>
                  <m:oMath xmlns:m="http://schemas.openxmlformats.org/officeDocument/2006/math">
                    <m:r>
                      <a:rPr lang="en-US" sz="3400" i="1" dirty="0" smtClean="0">
                        <a:latin typeface="Cambria Math" panose="02040503050406030204" pitchFamily="18" charset="0"/>
                      </a:rPr>
                      <m:t>𝐾</m:t>
                    </m:r>
                  </m:oMath>
                </a14:m>
                <a:r>
                  <a:rPr lang="en-US" sz="3400" dirty="0"/>
                  <a:t> as input. Therefore, the only outcome is either No change, or Toggle.</a:t>
                </a:r>
              </a:p>
              <a:p>
                <a:pPr>
                  <a:lnSpc>
                    <a:spcPct val="120000"/>
                  </a:lnSpc>
                  <a:buFont typeface="Wingdings" panose="05000000000000000000" pitchFamily="2" charset="2"/>
                  <a:buChar char="§"/>
                </a:pPr>
                <a:r>
                  <a:rPr lang="en-US" sz="3400" dirty="0"/>
                  <a:t>When </a:t>
                </a:r>
                <a14:m>
                  <m:oMath xmlns:m="http://schemas.openxmlformats.org/officeDocument/2006/math">
                    <m:r>
                      <a:rPr lang="en-US" sz="3400" b="0" i="1" smtClean="0">
                        <a:latin typeface="Cambria Math" panose="02040503050406030204" pitchFamily="18" charset="0"/>
                      </a:rPr>
                      <m:t>𝑇</m:t>
                    </m:r>
                    <m:r>
                      <a:rPr lang="en-US" sz="3400" b="0" i="0" smtClean="0">
                        <a:latin typeface="Cambria Math" panose="02040503050406030204" pitchFamily="18" charset="0"/>
                      </a:rPr>
                      <m:t>=0, </m:t>
                    </m:r>
                  </m:oMath>
                </a14:m>
                <a:r>
                  <a:rPr lang="en-US" sz="3400" dirty="0"/>
                  <a:t>both output NAND gates of </a:t>
                </a:r>
                <a14:m>
                  <m:oMath xmlns:m="http://schemas.openxmlformats.org/officeDocument/2006/math">
                    <m:r>
                      <a:rPr lang="en-US" sz="3400" i="1" dirty="0" smtClean="0">
                        <a:latin typeface="Cambria Math" panose="02040503050406030204" pitchFamily="18" charset="0"/>
                      </a:rPr>
                      <m:t>𝐽</m:t>
                    </m:r>
                  </m:oMath>
                </a14:m>
                <a:r>
                  <a:rPr lang="en-US" sz="3400" dirty="0"/>
                  <a:t> and </a:t>
                </a:r>
                <a14:m>
                  <m:oMath xmlns:m="http://schemas.openxmlformats.org/officeDocument/2006/math">
                    <m:r>
                      <a:rPr lang="en-US" sz="3400" i="1" dirty="0" smtClean="0">
                        <a:latin typeface="Cambria Math" panose="02040503050406030204" pitchFamily="18" charset="0"/>
                      </a:rPr>
                      <m:t>𝐾</m:t>
                    </m:r>
                  </m:oMath>
                </a14:m>
                <a:r>
                  <a:rPr lang="en-US" sz="3400" dirty="0"/>
                  <a:t> will be 1 on next clock spike (</a:t>
                </a:r>
                <a14:m>
                  <m:oMath xmlns:m="http://schemas.openxmlformats.org/officeDocument/2006/math">
                    <m:r>
                      <a:rPr lang="en-US" sz="3400" i="1" dirty="0" smtClean="0">
                        <a:latin typeface="Cambria Math" panose="02040503050406030204" pitchFamily="18" charset="0"/>
                      </a:rPr>
                      <m:t>𝐶𝐿𝐾</m:t>
                    </m:r>
                    <m:r>
                      <a:rPr lang="en-US" sz="3400" b="0" i="1" dirty="0" smtClean="0">
                        <a:latin typeface="Cambria Math" panose="02040503050406030204" pitchFamily="18" charset="0"/>
                      </a:rPr>
                      <m:t>=1</m:t>
                    </m:r>
                  </m:oMath>
                </a14:m>
                <a:r>
                  <a:rPr lang="en-US" sz="3400" dirty="0"/>
                  <a:t>), therefore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r>
                          <a:rPr lang="en-US" sz="3400" b="0" i="1" smtClean="0">
                            <a:latin typeface="Cambria Math" panose="02040503050406030204" pitchFamily="18" charset="0"/>
                          </a:rPr>
                          <m:t>+1</m:t>
                        </m:r>
                      </m:sub>
                    </m:sSub>
                  </m:oMath>
                </a14:m>
                <a:r>
                  <a:rPr lang="en-US" sz="3400" dirty="0"/>
                  <a:t> will be </a:t>
                </a:r>
                <a14:m>
                  <m:oMath xmlns:m="http://schemas.openxmlformats.org/officeDocument/2006/math">
                    <m:bar>
                      <m:barPr>
                        <m:pos m:val="top"/>
                        <m:ctrlPr>
                          <a:rPr lang="en-US" sz="3400" b="0" i="1" smtClean="0">
                            <a:latin typeface="Cambria Math" panose="02040503050406030204" pitchFamily="18" charset="0"/>
                          </a:rPr>
                        </m:ctrlPr>
                      </m:barPr>
                      <m:e>
                        <m:r>
                          <a:rPr lang="en-US" sz="3400" i="1">
                            <a:latin typeface="Cambria Math" panose="02040503050406030204" pitchFamily="18" charset="0"/>
                          </a:rPr>
                          <m:t>1.</m:t>
                        </m:r>
                        <m:bar>
                          <m:barPr>
                            <m:pos m:val="top"/>
                            <m:ctrlPr>
                              <a:rPr lang="en-US" sz="3400" i="1">
                                <a:latin typeface="Cambria Math" panose="02040503050406030204" pitchFamily="18" charset="0"/>
                              </a:rPr>
                            </m:ctrlPr>
                          </m:barPr>
                          <m:e>
                            <m:sSub>
                              <m:sSubPr>
                                <m:ctrlPr>
                                  <a:rPr lang="en-US" sz="3400" i="1">
                                    <a:latin typeface="Cambria Math" panose="02040503050406030204" pitchFamily="18" charset="0"/>
                                  </a:rPr>
                                </m:ctrlPr>
                              </m:sSubPr>
                              <m:e>
                                <m:r>
                                  <a:rPr lang="en-US" sz="3400" i="1">
                                    <a:latin typeface="Cambria Math" panose="02040503050406030204" pitchFamily="18" charset="0"/>
                                  </a:rPr>
                                  <m:t>𝑄</m:t>
                                </m:r>
                              </m:e>
                              <m:sub>
                                <m:r>
                                  <a:rPr lang="en-US" sz="3400" i="1">
                                    <a:latin typeface="Cambria Math" panose="02040503050406030204" pitchFamily="18" charset="0"/>
                                  </a:rPr>
                                  <m:t>𝑛</m:t>
                                </m:r>
                              </m:sub>
                            </m:sSub>
                          </m:e>
                        </m:bar>
                      </m:e>
                    </m:bar>
                    <m:r>
                      <a:rPr lang="en-US" sz="3400" b="0" i="1" smtClean="0">
                        <a:latin typeface="Cambria Math" panose="02040503050406030204" pitchFamily="18" charset="0"/>
                      </a:rPr>
                      <m:t>=</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sub>
                    </m:sSub>
                  </m:oMath>
                </a14:m>
                <a:r>
                  <a:rPr lang="en-US" sz="3400" dirty="0"/>
                  <a:t> (i.e., the previous state).</a:t>
                </a:r>
              </a:p>
              <a:p>
                <a:pPr>
                  <a:lnSpc>
                    <a:spcPct val="120000"/>
                  </a:lnSpc>
                  <a:buFont typeface="Wingdings" panose="05000000000000000000" pitchFamily="2" charset="2"/>
                  <a:buChar char="§"/>
                </a:pPr>
                <a:r>
                  <a:rPr lang="en-US" sz="3400" dirty="0"/>
                  <a:t>Similarly, </a:t>
                </a:r>
                <a14:m>
                  <m:oMath xmlns:m="http://schemas.openxmlformats.org/officeDocument/2006/math">
                    <m:bar>
                      <m:barPr>
                        <m:pos m:val="top"/>
                        <m:ctrlPr>
                          <a:rPr lang="en-US" sz="3400" i="1">
                            <a:latin typeface="Cambria Math" panose="02040503050406030204" pitchFamily="18" charset="0"/>
                          </a:rPr>
                        </m:ctrlPr>
                      </m:barPr>
                      <m:e>
                        <m:sSub>
                          <m:sSubPr>
                            <m:ctrlPr>
                              <a:rPr lang="en-US" sz="3400" i="1">
                                <a:latin typeface="Cambria Math" panose="02040503050406030204" pitchFamily="18" charset="0"/>
                              </a:rPr>
                            </m:ctrlPr>
                          </m:sSubPr>
                          <m:e>
                            <m:r>
                              <a:rPr lang="en-US" sz="3400" i="1">
                                <a:latin typeface="Cambria Math" panose="02040503050406030204" pitchFamily="18" charset="0"/>
                              </a:rPr>
                              <m:t>𝑄</m:t>
                            </m:r>
                          </m:e>
                          <m:sub>
                            <m:r>
                              <a:rPr lang="en-US" sz="3400" i="1">
                                <a:latin typeface="Cambria Math" panose="02040503050406030204" pitchFamily="18" charset="0"/>
                              </a:rPr>
                              <m:t>𝑛</m:t>
                            </m:r>
                            <m:r>
                              <a:rPr lang="en-US" sz="3400" b="0" i="1" smtClean="0">
                                <a:latin typeface="Cambria Math" panose="02040503050406030204" pitchFamily="18" charset="0"/>
                              </a:rPr>
                              <m:t>+1</m:t>
                            </m:r>
                          </m:sub>
                        </m:sSub>
                      </m:e>
                    </m:bar>
                  </m:oMath>
                </a14:m>
                <a:r>
                  <a:rPr lang="en-US" sz="3400" dirty="0"/>
                  <a:t> will be </a:t>
                </a:r>
                <a14:m>
                  <m:oMath xmlns:m="http://schemas.openxmlformats.org/officeDocument/2006/math">
                    <m:bar>
                      <m:barPr>
                        <m:pos m:val="top"/>
                        <m:ctrlPr>
                          <a:rPr lang="en-US" sz="3400" i="1" smtClean="0">
                            <a:latin typeface="Cambria Math" panose="02040503050406030204" pitchFamily="18" charset="0"/>
                          </a:rPr>
                        </m:ctrlPr>
                      </m:barPr>
                      <m:e>
                        <m:r>
                          <a:rPr lang="en-US" sz="3400" i="1">
                            <a:latin typeface="Cambria Math" panose="02040503050406030204" pitchFamily="18" charset="0"/>
                          </a:rPr>
                          <m:t>1.</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𝑄</m:t>
                            </m:r>
                          </m:e>
                          <m:sub>
                            <m:r>
                              <a:rPr lang="en-US" sz="3400" b="0" i="1" smtClean="0">
                                <a:latin typeface="Cambria Math" panose="02040503050406030204" pitchFamily="18" charset="0"/>
                              </a:rPr>
                              <m:t>𝑛</m:t>
                            </m:r>
                          </m:sub>
                        </m:sSub>
                        <m:r>
                          <a:rPr lang="en-US" sz="3400" i="1" smtClean="0">
                            <a:latin typeface="Cambria Math" panose="02040503050406030204" pitchFamily="18" charset="0"/>
                          </a:rPr>
                          <m:t> </m:t>
                        </m:r>
                      </m:e>
                    </m:bar>
                    <m:r>
                      <a:rPr lang="en-US" sz="3400" b="0" i="1" smtClean="0">
                        <a:latin typeface="Cambria Math" panose="02040503050406030204" pitchFamily="18" charset="0"/>
                      </a:rPr>
                      <m:t>=</m:t>
                    </m:r>
                    <m:bar>
                      <m:barPr>
                        <m:pos m:val="top"/>
                        <m:ctrlPr>
                          <a:rPr lang="en-US" sz="3400" i="1">
                            <a:latin typeface="Cambria Math" panose="02040503050406030204" pitchFamily="18" charset="0"/>
                          </a:rPr>
                        </m:ctrlPr>
                      </m:barPr>
                      <m:e>
                        <m:sSub>
                          <m:sSubPr>
                            <m:ctrlPr>
                              <a:rPr lang="en-US" sz="3400" i="1">
                                <a:latin typeface="Cambria Math" panose="02040503050406030204" pitchFamily="18" charset="0"/>
                              </a:rPr>
                            </m:ctrlPr>
                          </m:sSubPr>
                          <m:e>
                            <m:r>
                              <a:rPr lang="en-US" sz="3400" i="1">
                                <a:latin typeface="Cambria Math" panose="02040503050406030204" pitchFamily="18" charset="0"/>
                              </a:rPr>
                              <m:t>𝑄</m:t>
                            </m:r>
                          </m:e>
                          <m:sub>
                            <m:r>
                              <a:rPr lang="en-US" sz="3400" i="1">
                                <a:latin typeface="Cambria Math" panose="02040503050406030204" pitchFamily="18" charset="0"/>
                              </a:rPr>
                              <m:t>𝑛</m:t>
                            </m:r>
                          </m:sub>
                        </m:sSub>
                      </m:e>
                    </m:bar>
                  </m:oMath>
                </a14:m>
                <a:endParaRPr lang="en-US" sz="3400" dirty="0"/>
              </a:p>
              <a:p>
                <a:pPr>
                  <a:lnSpc>
                    <a:spcPct val="120000"/>
                  </a:lnSpc>
                  <a:buFont typeface="Wingdings" panose="05000000000000000000" pitchFamily="2" charset="2"/>
                  <a:buChar char="§"/>
                </a:pPr>
                <a:r>
                  <a:rPr lang="en-US" sz="3400" dirty="0"/>
                  <a:t>When </a:t>
                </a:r>
                <a14:m>
                  <m:oMath xmlns:m="http://schemas.openxmlformats.org/officeDocument/2006/math">
                    <m:r>
                      <a:rPr lang="en-US" sz="3400" b="0" i="1" smtClean="0">
                        <a:latin typeface="Cambria Math" panose="02040503050406030204" pitchFamily="18" charset="0"/>
                      </a:rPr>
                      <m:t>𝑇</m:t>
                    </m:r>
                    <m:r>
                      <a:rPr lang="en-US" sz="3400" b="0" i="1" smtClean="0">
                        <a:latin typeface="Cambria Math" panose="02040503050406030204" pitchFamily="18" charset="0"/>
                      </a:rPr>
                      <m:t>=1,</m:t>
                    </m:r>
                  </m:oMath>
                </a14:m>
                <a:r>
                  <a:rPr lang="en-US" sz="3400" dirty="0"/>
                  <a:t> then we can have two possibilities:</a:t>
                </a:r>
              </a:p>
              <a:p>
                <a:pPr lvl="1">
                  <a:lnSpc>
                    <a:spcPct val="120000"/>
                  </a:lnSpc>
                  <a:buFont typeface="Wingdings" panose="05000000000000000000" pitchFamily="2" charset="2"/>
                  <a:buChar char="§"/>
                </a:pPr>
                <a:r>
                  <a:rPr lang="en-US" sz="3200" dirty="0"/>
                  <a:t>If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𝑄</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=0</m:t>
                    </m:r>
                  </m:oMath>
                </a14:m>
                <a:r>
                  <a:rPr lang="en-US" sz="3200" dirty="0"/>
                  <a:t>, then the J-NAND will become </a:t>
                </a:r>
                <a14:m>
                  <m:oMath xmlns:m="http://schemas.openxmlformats.org/officeDocument/2006/math">
                    <m:bar>
                      <m:barPr>
                        <m:pos m:val="top"/>
                        <m:ctrlPr>
                          <a:rPr lang="en-US" sz="3200" i="1" smtClean="0">
                            <a:latin typeface="Cambria Math" panose="02040503050406030204" pitchFamily="18" charset="0"/>
                          </a:rPr>
                        </m:ctrlPr>
                      </m:barPr>
                      <m:e>
                        <m:r>
                          <a:rPr lang="en-US" sz="3200" i="1">
                            <a:latin typeface="Cambria Math" panose="02040503050406030204" pitchFamily="18" charset="0"/>
                          </a:rPr>
                          <m:t>1.1.</m:t>
                        </m:r>
                        <m:bar>
                          <m:barPr>
                            <m:pos m:val="top"/>
                            <m:ctrlPr>
                              <a:rPr lang="en-US" sz="3200" i="1" smtClean="0">
                                <a:latin typeface="Cambria Math" panose="02040503050406030204" pitchFamily="18" charset="0"/>
                              </a:rPr>
                            </m:ctrlPr>
                          </m:barPr>
                          <m:e>
                            <m:r>
                              <a:rPr lang="en-US" sz="3200" b="0" i="1" smtClean="0">
                                <a:latin typeface="Cambria Math" panose="02040503050406030204" pitchFamily="18" charset="0"/>
                              </a:rPr>
                              <m:t>0</m:t>
                            </m:r>
                          </m:e>
                        </m:bar>
                      </m:e>
                    </m:bar>
                    <m:r>
                      <a:rPr lang="en-US" sz="3200" b="0" i="1" smtClean="0">
                        <a:latin typeface="Cambria Math" panose="02040503050406030204" pitchFamily="18" charset="0"/>
                      </a:rPr>
                      <m:t>=1</m:t>
                    </m:r>
                  </m:oMath>
                </a14:m>
                <a:r>
                  <a:rPr lang="en-US" sz="3200" dirty="0"/>
                  <a:t>. Hence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𝑄</m:t>
                        </m:r>
                      </m:e>
                      <m:sub>
                        <m:r>
                          <a:rPr lang="en-US" sz="3200" b="0" i="1" smtClean="0">
                            <a:latin typeface="Cambria Math" panose="02040503050406030204" pitchFamily="18" charset="0"/>
                          </a:rPr>
                          <m:t>𝑛</m:t>
                        </m:r>
                        <m:r>
                          <a:rPr lang="en-US" sz="3200" b="0" i="1" smtClean="0">
                            <a:latin typeface="Cambria Math" panose="02040503050406030204" pitchFamily="18" charset="0"/>
                          </a:rPr>
                          <m:t>+1</m:t>
                        </m:r>
                      </m:sub>
                    </m:sSub>
                    <m:r>
                      <a:rPr lang="en-US" sz="3200" b="0" i="1" smtClean="0">
                        <a:latin typeface="Cambria Math" panose="02040503050406030204" pitchFamily="18" charset="0"/>
                      </a:rPr>
                      <m:t>=1.</m:t>
                    </m:r>
                    <m:bar>
                      <m:barPr>
                        <m:pos m:val="top"/>
                        <m:ctrlPr>
                          <a:rPr lang="en-US" sz="3200" i="1">
                            <a:latin typeface="Cambria Math" panose="02040503050406030204" pitchFamily="18" charset="0"/>
                          </a:rPr>
                        </m:ctrlPr>
                      </m:barPr>
                      <m:e>
                        <m:r>
                          <a:rPr lang="en-US" sz="3200" i="1">
                            <a:latin typeface="Cambria Math" panose="02040503050406030204" pitchFamily="18" charset="0"/>
                          </a:rPr>
                          <m:t>0</m:t>
                        </m:r>
                      </m:e>
                    </m:bar>
                    <m:r>
                      <a:rPr lang="en-US" sz="3200" b="0" i="1" smtClean="0">
                        <a:latin typeface="Cambria Math" panose="02040503050406030204" pitchFamily="18" charset="0"/>
                      </a:rPr>
                      <m:t>=1</m:t>
                    </m:r>
                  </m:oMath>
                </a14:m>
                <a:r>
                  <a:rPr lang="en-US" sz="3200" dirty="0"/>
                  <a:t> (toggle)</a:t>
                </a:r>
              </a:p>
              <a:p>
                <a:pPr lvl="1">
                  <a:lnSpc>
                    <a:spcPct val="120000"/>
                  </a:lnSpc>
                  <a:buFont typeface="Wingdings" panose="05000000000000000000" pitchFamily="2" charset="2"/>
                  <a:buChar char="§"/>
                </a:pPr>
                <a:r>
                  <a:rPr lang="en-US" sz="3200" b="0" dirty="0"/>
                  <a:t>If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𝑄</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=1</m:t>
                    </m:r>
                  </m:oMath>
                </a14:m>
                <a:r>
                  <a:rPr lang="en-US" sz="3200" dirty="0"/>
                  <a:t>, then J-NAND will become </a:t>
                </a:r>
                <a14:m>
                  <m:oMath xmlns:m="http://schemas.openxmlformats.org/officeDocument/2006/math">
                    <m:bar>
                      <m:barPr>
                        <m:pos m:val="top"/>
                        <m:ctrlPr>
                          <a:rPr lang="en-US" sz="3200" i="1">
                            <a:latin typeface="Cambria Math" panose="02040503050406030204" pitchFamily="18" charset="0"/>
                          </a:rPr>
                        </m:ctrlPr>
                      </m:barPr>
                      <m:e>
                        <m:r>
                          <a:rPr lang="en-US" sz="3200" i="1">
                            <a:latin typeface="Cambria Math" panose="02040503050406030204" pitchFamily="18" charset="0"/>
                          </a:rPr>
                          <m:t>1.1.</m:t>
                        </m:r>
                        <m:bar>
                          <m:barPr>
                            <m:pos m:val="top"/>
                            <m:ctrlPr>
                              <a:rPr lang="en-US" sz="3200" i="1" smtClean="0">
                                <a:latin typeface="Cambria Math" panose="02040503050406030204" pitchFamily="18" charset="0"/>
                              </a:rPr>
                            </m:ctrlPr>
                          </m:barPr>
                          <m:e>
                            <m:r>
                              <a:rPr lang="en-US" sz="3200" b="0" i="1" smtClean="0">
                                <a:latin typeface="Cambria Math" panose="02040503050406030204" pitchFamily="18" charset="0"/>
                              </a:rPr>
                              <m:t>1</m:t>
                            </m:r>
                          </m:e>
                        </m:bar>
                      </m:e>
                    </m:bar>
                    <m:r>
                      <a:rPr lang="en-US" sz="3200" i="1">
                        <a:latin typeface="Cambria Math" panose="02040503050406030204" pitchFamily="18" charset="0"/>
                      </a:rPr>
                      <m:t>=1</m:t>
                    </m:r>
                  </m:oMath>
                </a14:m>
                <a:r>
                  <a:rPr lang="en-US" sz="3200" dirty="0"/>
                  <a:t>. Hence,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𝑄</m:t>
                        </m:r>
                      </m:e>
                      <m:sub>
                        <m:r>
                          <a:rPr lang="en-US" sz="3200" b="0" i="1" smtClean="0">
                            <a:latin typeface="Cambria Math" panose="02040503050406030204" pitchFamily="18" charset="0"/>
                          </a:rPr>
                          <m:t>𝑛</m:t>
                        </m:r>
                        <m:r>
                          <a:rPr lang="en-US" sz="3200" b="0" i="1" smtClean="0">
                            <a:latin typeface="Cambria Math" panose="02040503050406030204" pitchFamily="18" charset="0"/>
                          </a:rPr>
                          <m:t>+1</m:t>
                        </m:r>
                      </m:sub>
                    </m:sSub>
                    <m:r>
                      <a:rPr lang="en-US" sz="3200" b="0" i="1" smtClean="0">
                        <a:latin typeface="Cambria Math" panose="02040503050406030204" pitchFamily="18" charset="0"/>
                      </a:rPr>
                      <m:t>=1.</m:t>
                    </m:r>
                    <m:bar>
                      <m:barPr>
                        <m:pos m:val="top"/>
                        <m:ctrlPr>
                          <a:rPr lang="en-US" sz="3200" i="1">
                            <a:latin typeface="Cambria Math" panose="02040503050406030204" pitchFamily="18" charset="0"/>
                          </a:rPr>
                        </m:ctrlPr>
                      </m:barPr>
                      <m:e>
                        <m:r>
                          <a:rPr lang="en-US" sz="3200" i="1">
                            <a:latin typeface="Cambria Math" panose="02040503050406030204" pitchFamily="18" charset="0"/>
                          </a:rPr>
                          <m:t>1</m:t>
                        </m:r>
                      </m:e>
                    </m:bar>
                    <m:r>
                      <a:rPr lang="en-US" sz="3200" b="0" i="1" smtClean="0">
                        <a:latin typeface="Cambria Math" panose="02040503050406030204" pitchFamily="18" charset="0"/>
                      </a:rPr>
                      <m:t>=0</m:t>
                    </m:r>
                  </m:oMath>
                </a14:m>
                <a:r>
                  <a:rPr lang="en-US" sz="3200" dirty="0"/>
                  <a:t> (toggle)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7"/>
                <a:ext cx="6707642" cy="4906887"/>
              </a:xfrm>
              <a:prstGeom prst="rect">
                <a:avLst/>
              </a:prstGeom>
              <a:blipFill>
                <a:blip r:embed="rId3"/>
                <a:stretch>
                  <a:fillRect l="-636" t="-621" r="-1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58D596D-0475-B578-CAB9-5C51EA4768EF}"/>
                  </a:ext>
                </a:extLst>
              </p:cNvPr>
              <p:cNvGraphicFramePr>
                <a:graphicFrameLocks noGrp="1"/>
              </p:cNvGraphicFramePr>
              <p:nvPr>
                <p:extLst>
                  <p:ext uri="{D42A27DB-BD31-4B8C-83A1-F6EECF244321}">
                    <p14:modId xmlns:p14="http://schemas.microsoft.com/office/powerpoint/2010/main" val="2041447687"/>
                  </p:ext>
                </p:extLst>
              </p:nvPr>
            </p:nvGraphicFramePr>
            <p:xfrm>
              <a:off x="7915322" y="4458274"/>
              <a:ext cx="4046567" cy="1981200"/>
            </p:xfrm>
            <a:graphic>
              <a:graphicData uri="http://schemas.openxmlformats.org/drawingml/2006/table">
                <a:tbl>
                  <a:tblPr firstRow="1" bandRow="1">
                    <a:tableStyleId>{5C22544A-7EE6-4342-B048-85BDC9FD1C3A}</a:tableStyleId>
                  </a:tblPr>
                  <a:tblGrid>
                    <a:gridCol w="861849">
                      <a:extLst>
                        <a:ext uri="{9D8B030D-6E8A-4147-A177-3AD203B41FA5}">
                          <a16:colId xmlns:a16="http://schemas.microsoft.com/office/drawing/2014/main" val="3971179619"/>
                        </a:ext>
                      </a:extLst>
                    </a:gridCol>
                    <a:gridCol w="903890">
                      <a:extLst>
                        <a:ext uri="{9D8B030D-6E8A-4147-A177-3AD203B41FA5}">
                          <a16:colId xmlns:a16="http://schemas.microsoft.com/office/drawing/2014/main" val="170478812"/>
                        </a:ext>
                      </a:extLst>
                    </a:gridCol>
                    <a:gridCol w="945931">
                      <a:extLst>
                        <a:ext uri="{9D8B030D-6E8A-4147-A177-3AD203B41FA5}">
                          <a16:colId xmlns:a16="http://schemas.microsoft.com/office/drawing/2014/main" val="326729873"/>
                        </a:ext>
                      </a:extLst>
                    </a:gridCol>
                    <a:gridCol w="1334897">
                      <a:extLst>
                        <a:ext uri="{9D8B030D-6E8A-4147-A177-3AD203B41FA5}">
                          <a16:colId xmlns:a16="http://schemas.microsoft.com/office/drawing/2014/main" val="151978375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𝑻</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𝑄</m:t>
                                    </m:r>
                                  </m:e>
                                  <m:sub>
                                    <m:r>
                                      <a:rPr lang="en-US" sz="2000" b="0" i="1" dirty="0" smtClean="0">
                                        <a:latin typeface="Cambria Math" panose="02040503050406030204" pitchFamily="18" charset="0"/>
                                      </a:rPr>
                                      <m:t>𝑛</m:t>
                                    </m:r>
                                  </m:sub>
                                </m:sSub>
                              </m:oMath>
                            </m:oMathPara>
                          </a14:m>
                          <a:endParaRPr lang="en-US" sz="20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𝑄</m:t>
                                    </m:r>
                                  </m:e>
                                  <m:sub>
                                    <m:r>
                                      <a:rPr lang="en-US" sz="2000" b="0" i="1" dirty="0" smtClean="0">
                                        <a:latin typeface="Cambria Math" panose="02040503050406030204" pitchFamily="18" charset="0"/>
                                      </a:rPr>
                                      <m:t>𝑛</m:t>
                                    </m:r>
                                    <m:r>
                                      <a:rPr lang="en-US" sz="2000" b="0" i="1" dirty="0" smtClean="0">
                                        <a:latin typeface="Cambria Math" panose="02040503050406030204" pitchFamily="18" charset="0"/>
                                      </a:rPr>
                                      <m:t>+1</m:t>
                                    </m:r>
                                  </m:sub>
                                </m:sSub>
                              </m:oMath>
                            </m:oMathPara>
                          </a14:m>
                          <a:endParaRPr lang="en-US" sz="2000" b="0" dirty="0"/>
                        </a:p>
                      </a:txBody>
                      <a:tcPr/>
                    </a:tc>
                    <a:tc>
                      <a:txBody>
                        <a:bodyPr/>
                        <a:lstStyle/>
                        <a:p>
                          <a:endParaRPr lang="en-US" sz="2000" b="0" dirty="0"/>
                        </a:p>
                      </a:txBody>
                      <a:tcPr/>
                    </a:tc>
                    <a:extLst>
                      <a:ext uri="{0D108BD9-81ED-4DB2-BD59-A6C34878D82A}">
                        <a16:rowId xmlns:a16="http://schemas.microsoft.com/office/drawing/2014/main" val="2582219007"/>
                      </a:ext>
                    </a:extLst>
                  </a:tr>
                  <a:tr h="370840">
                    <a:tc>
                      <a:txBody>
                        <a:bodyPr/>
                        <a:lstStyle/>
                        <a:p>
                          <a:pPr algn="ctr"/>
                          <a:r>
                            <a:rPr lang="en-US" sz="2000" dirty="0"/>
                            <a:t>0</a:t>
                          </a:r>
                        </a:p>
                      </a:txBody>
                      <a:tcPr/>
                    </a:tc>
                    <a:tc>
                      <a:txBody>
                        <a:bodyPr/>
                        <a:lstStyle/>
                        <a:p>
                          <a:pPr algn="ctr"/>
                          <a:r>
                            <a:rPr lang="en-US" sz="2000" dirty="0"/>
                            <a:t>0</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𝑛</m:t>
                                    </m:r>
                                  </m:sub>
                                </m:sSub>
                              </m:oMath>
                            </m:oMathPara>
                          </a14:m>
                          <a:endParaRPr lang="en-US" sz="2000" dirty="0"/>
                        </a:p>
                      </a:txBody>
                      <a:tcPr/>
                    </a:tc>
                    <a:tc>
                      <a:txBody>
                        <a:bodyPr/>
                        <a:lstStyle/>
                        <a:p>
                          <a:pPr algn="ctr"/>
                          <a:r>
                            <a:rPr lang="en-US" sz="2000" dirty="0"/>
                            <a:t>No change</a:t>
                          </a:r>
                        </a:p>
                      </a:txBody>
                      <a:tcPr/>
                    </a:tc>
                    <a:extLst>
                      <a:ext uri="{0D108BD9-81ED-4DB2-BD59-A6C34878D82A}">
                        <a16:rowId xmlns:a16="http://schemas.microsoft.com/office/drawing/2014/main" val="2583017303"/>
                      </a:ext>
                    </a:extLst>
                  </a:tr>
                  <a:tr h="370840">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Toggle</a:t>
                          </a:r>
                        </a:p>
                      </a:txBody>
                      <a:tcPr/>
                    </a:tc>
                    <a:extLst>
                      <a:ext uri="{0D108BD9-81ED-4DB2-BD59-A6C34878D82A}">
                        <a16:rowId xmlns:a16="http://schemas.microsoft.com/office/drawing/2014/main" val="3359964664"/>
                      </a:ext>
                    </a:extLst>
                  </a:tr>
                  <a:tr h="370840">
                    <a:tc>
                      <a:txBody>
                        <a:bodyPr/>
                        <a:lstStyle/>
                        <a:p>
                          <a:pPr algn="ctr"/>
                          <a:r>
                            <a:rPr lang="en-US" sz="2000" dirty="0"/>
                            <a:t>0</a:t>
                          </a:r>
                        </a:p>
                      </a:txBody>
                      <a:tcPr/>
                    </a:tc>
                    <a:tc>
                      <a:txBody>
                        <a:bodyPr/>
                        <a:lstStyle/>
                        <a:p>
                          <a:pPr algn="ctr"/>
                          <a:r>
                            <a:rPr lang="en-US" sz="2000" dirty="0"/>
                            <a:t>1</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𝑛</m:t>
                                    </m:r>
                                  </m:sub>
                                </m:sSub>
                              </m:oMath>
                            </m:oMathPara>
                          </a14:m>
                          <a:endParaRPr lang="en-US" sz="2000" dirty="0"/>
                        </a:p>
                      </a:txBody>
                      <a:tcPr/>
                    </a:tc>
                    <a:tc>
                      <a:txBody>
                        <a:bodyPr/>
                        <a:lstStyle/>
                        <a:p>
                          <a:pPr algn="ctr"/>
                          <a:r>
                            <a:rPr lang="en-US" sz="2000" dirty="0"/>
                            <a:t>No change</a:t>
                          </a:r>
                        </a:p>
                      </a:txBody>
                      <a:tcPr/>
                    </a:tc>
                    <a:extLst>
                      <a:ext uri="{0D108BD9-81ED-4DB2-BD59-A6C34878D82A}">
                        <a16:rowId xmlns:a16="http://schemas.microsoft.com/office/drawing/2014/main" val="2787875935"/>
                      </a:ext>
                    </a:extLst>
                  </a:tr>
                  <a:tr h="370840">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Toggle</a:t>
                          </a:r>
                        </a:p>
                      </a:txBody>
                      <a:tcPr/>
                    </a:tc>
                    <a:extLst>
                      <a:ext uri="{0D108BD9-81ED-4DB2-BD59-A6C34878D82A}">
                        <a16:rowId xmlns:a16="http://schemas.microsoft.com/office/drawing/2014/main" val="3358061254"/>
                      </a:ext>
                    </a:extLst>
                  </a:tr>
                </a:tbl>
              </a:graphicData>
            </a:graphic>
          </p:graphicFrame>
        </mc:Choice>
        <mc:Fallback xmlns="">
          <p:graphicFrame>
            <p:nvGraphicFramePr>
              <p:cNvPr id="6" name="Table 5">
                <a:extLst>
                  <a:ext uri="{FF2B5EF4-FFF2-40B4-BE49-F238E27FC236}">
                    <a16:creationId xmlns:a16="http://schemas.microsoft.com/office/drawing/2014/main" id="{858D596D-0475-B578-CAB9-5C51EA4768EF}"/>
                  </a:ext>
                </a:extLst>
              </p:cNvPr>
              <p:cNvGraphicFramePr>
                <a:graphicFrameLocks noGrp="1"/>
              </p:cNvGraphicFramePr>
              <p:nvPr>
                <p:extLst>
                  <p:ext uri="{D42A27DB-BD31-4B8C-83A1-F6EECF244321}">
                    <p14:modId xmlns:p14="http://schemas.microsoft.com/office/powerpoint/2010/main" val="2041447687"/>
                  </p:ext>
                </p:extLst>
              </p:nvPr>
            </p:nvGraphicFramePr>
            <p:xfrm>
              <a:off x="7915322" y="4458274"/>
              <a:ext cx="4046567" cy="1981200"/>
            </p:xfrm>
            <a:graphic>
              <a:graphicData uri="http://schemas.openxmlformats.org/drawingml/2006/table">
                <a:tbl>
                  <a:tblPr firstRow="1" bandRow="1">
                    <a:tableStyleId>{5C22544A-7EE6-4342-B048-85BDC9FD1C3A}</a:tableStyleId>
                  </a:tblPr>
                  <a:tblGrid>
                    <a:gridCol w="861849">
                      <a:extLst>
                        <a:ext uri="{9D8B030D-6E8A-4147-A177-3AD203B41FA5}">
                          <a16:colId xmlns:a16="http://schemas.microsoft.com/office/drawing/2014/main" val="3971179619"/>
                        </a:ext>
                      </a:extLst>
                    </a:gridCol>
                    <a:gridCol w="903890">
                      <a:extLst>
                        <a:ext uri="{9D8B030D-6E8A-4147-A177-3AD203B41FA5}">
                          <a16:colId xmlns:a16="http://schemas.microsoft.com/office/drawing/2014/main" val="170478812"/>
                        </a:ext>
                      </a:extLst>
                    </a:gridCol>
                    <a:gridCol w="945931">
                      <a:extLst>
                        <a:ext uri="{9D8B030D-6E8A-4147-A177-3AD203B41FA5}">
                          <a16:colId xmlns:a16="http://schemas.microsoft.com/office/drawing/2014/main" val="326729873"/>
                        </a:ext>
                      </a:extLst>
                    </a:gridCol>
                    <a:gridCol w="1334897">
                      <a:extLst>
                        <a:ext uri="{9D8B030D-6E8A-4147-A177-3AD203B41FA5}">
                          <a16:colId xmlns:a16="http://schemas.microsoft.com/office/drawing/2014/main" val="1519783751"/>
                        </a:ext>
                      </a:extLst>
                    </a:gridCol>
                  </a:tblGrid>
                  <a:tr h="396240">
                    <a:tc>
                      <a:txBody>
                        <a:bodyPr/>
                        <a:lstStyle/>
                        <a:p>
                          <a:endParaRPr lang="en-US"/>
                        </a:p>
                      </a:txBody>
                      <a:tcPr>
                        <a:blipFill>
                          <a:blip r:embed="rId4"/>
                          <a:stretch>
                            <a:fillRect l="-704" t="-1538" r="-371127" b="-427692"/>
                          </a:stretch>
                        </a:blipFill>
                      </a:tcPr>
                    </a:tc>
                    <a:tc>
                      <a:txBody>
                        <a:bodyPr/>
                        <a:lstStyle/>
                        <a:p>
                          <a:endParaRPr lang="en-US"/>
                        </a:p>
                      </a:txBody>
                      <a:tcPr>
                        <a:blipFill>
                          <a:blip r:embed="rId4"/>
                          <a:stretch>
                            <a:fillRect l="-96622" t="-1538" r="-256081" b="-427692"/>
                          </a:stretch>
                        </a:blipFill>
                      </a:tcPr>
                    </a:tc>
                    <a:tc>
                      <a:txBody>
                        <a:bodyPr/>
                        <a:lstStyle/>
                        <a:p>
                          <a:endParaRPr lang="en-US"/>
                        </a:p>
                      </a:txBody>
                      <a:tcPr>
                        <a:blipFill>
                          <a:blip r:embed="rId4"/>
                          <a:stretch>
                            <a:fillRect l="-186538" t="-1538" r="-142949" b="-427692"/>
                          </a:stretch>
                        </a:blipFill>
                      </a:tcPr>
                    </a:tc>
                    <a:tc>
                      <a:txBody>
                        <a:bodyPr/>
                        <a:lstStyle/>
                        <a:p>
                          <a:endParaRPr lang="en-US" sz="2000" b="0" dirty="0"/>
                        </a:p>
                      </a:txBody>
                      <a:tcPr/>
                    </a:tc>
                    <a:extLst>
                      <a:ext uri="{0D108BD9-81ED-4DB2-BD59-A6C34878D82A}">
                        <a16:rowId xmlns:a16="http://schemas.microsoft.com/office/drawing/2014/main" val="2582219007"/>
                      </a:ext>
                    </a:extLst>
                  </a:tr>
                  <a:tr h="396240">
                    <a:tc>
                      <a:txBody>
                        <a:bodyPr/>
                        <a:lstStyle/>
                        <a:p>
                          <a:pPr algn="ctr"/>
                          <a:r>
                            <a:rPr lang="en-US" sz="2000" dirty="0"/>
                            <a:t>0</a:t>
                          </a:r>
                        </a:p>
                      </a:txBody>
                      <a:tcPr/>
                    </a:tc>
                    <a:tc>
                      <a:txBody>
                        <a:bodyPr/>
                        <a:lstStyle/>
                        <a:p>
                          <a:pPr algn="ctr"/>
                          <a:r>
                            <a:rPr lang="en-US" sz="2000" dirty="0"/>
                            <a:t>0</a:t>
                          </a:r>
                        </a:p>
                      </a:txBody>
                      <a:tcPr/>
                    </a:tc>
                    <a:tc>
                      <a:txBody>
                        <a:bodyPr/>
                        <a:lstStyle/>
                        <a:p>
                          <a:endParaRPr lang="en-US"/>
                        </a:p>
                      </a:txBody>
                      <a:tcPr>
                        <a:blipFill>
                          <a:blip r:embed="rId4"/>
                          <a:stretch>
                            <a:fillRect l="-186538" t="-101538" r="-142949" b="-327692"/>
                          </a:stretch>
                        </a:blipFill>
                      </a:tcPr>
                    </a:tc>
                    <a:tc>
                      <a:txBody>
                        <a:bodyPr/>
                        <a:lstStyle/>
                        <a:p>
                          <a:pPr algn="ctr"/>
                          <a:r>
                            <a:rPr lang="en-US" sz="2000" dirty="0"/>
                            <a:t>No change</a:t>
                          </a:r>
                        </a:p>
                      </a:txBody>
                      <a:tcPr/>
                    </a:tc>
                    <a:extLst>
                      <a:ext uri="{0D108BD9-81ED-4DB2-BD59-A6C34878D82A}">
                        <a16:rowId xmlns:a16="http://schemas.microsoft.com/office/drawing/2014/main" val="2583017303"/>
                      </a:ext>
                    </a:extLst>
                  </a:tr>
                  <a:tr h="396240">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Toggle</a:t>
                          </a:r>
                        </a:p>
                      </a:txBody>
                      <a:tcPr/>
                    </a:tc>
                    <a:extLst>
                      <a:ext uri="{0D108BD9-81ED-4DB2-BD59-A6C34878D82A}">
                        <a16:rowId xmlns:a16="http://schemas.microsoft.com/office/drawing/2014/main" val="3359964664"/>
                      </a:ext>
                    </a:extLst>
                  </a:tr>
                  <a:tr h="396240">
                    <a:tc>
                      <a:txBody>
                        <a:bodyPr/>
                        <a:lstStyle/>
                        <a:p>
                          <a:pPr algn="ctr"/>
                          <a:r>
                            <a:rPr lang="en-US" sz="2000" dirty="0"/>
                            <a:t>0</a:t>
                          </a:r>
                        </a:p>
                      </a:txBody>
                      <a:tcPr/>
                    </a:tc>
                    <a:tc>
                      <a:txBody>
                        <a:bodyPr/>
                        <a:lstStyle/>
                        <a:p>
                          <a:pPr algn="ctr"/>
                          <a:r>
                            <a:rPr lang="en-US" sz="2000" dirty="0"/>
                            <a:t>1</a:t>
                          </a:r>
                        </a:p>
                      </a:txBody>
                      <a:tcPr/>
                    </a:tc>
                    <a:tc>
                      <a:txBody>
                        <a:bodyPr/>
                        <a:lstStyle/>
                        <a:p>
                          <a:endParaRPr lang="en-US"/>
                        </a:p>
                      </a:txBody>
                      <a:tcPr>
                        <a:blipFill>
                          <a:blip r:embed="rId4"/>
                          <a:stretch>
                            <a:fillRect l="-186538" t="-303077" r="-142949" b="-126154"/>
                          </a:stretch>
                        </a:blipFill>
                      </a:tcPr>
                    </a:tc>
                    <a:tc>
                      <a:txBody>
                        <a:bodyPr/>
                        <a:lstStyle/>
                        <a:p>
                          <a:pPr algn="ctr"/>
                          <a:r>
                            <a:rPr lang="en-US" sz="2000" dirty="0"/>
                            <a:t>No change</a:t>
                          </a:r>
                        </a:p>
                      </a:txBody>
                      <a:tcPr/>
                    </a:tc>
                    <a:extLst>
                      <a:ext uri="{0D108BD9-81ED-4DB2-BD59-A6C34878D82A}">
                        <a16:rowId xmlns:a16="http://schemas.microsoft.com/office/drawing/2014/main" val="2787875935"/>
                      </a:ext>
                    </a:extLst>
                  </a:tr>
                  <a:tr h="396240">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Toggle</a:t>
                          </a:r>
                        </a:p>
                      </a:txBody>
                      <a:tcPr/>
                    </a:tc>
                    <a:extLst>
                      <a:ext uri="{0D108BD9-81ED-4DB2-BD59-A6C34878D82A}">
                        <a16:rowId xmlns:a16="http://schemas.microsoft.com/office/drawing/2014/main" val="3358061254"/>
                      </a:ext>
                    </a:extLst>
                  </a:tr>
                </a:tbl>
              </a:graphicData>
            </a:graphic>
          </p:graphicFrame>
        </mc:Fallback>
      </mc:AlternateContent>
      <p:pic>
        <p:nvPicPr>
          <p:cNvPr id="9" name="Picture 8">
            <a:extLst>
              <a:ext uri="{FF2B5EF4-FFF2-40B4-BE49-F238E27FC236}">
                <a16:creationId xmlns:a16="http://schemas.microsoft.com/office/drawing/2014/main" id="{CAFE8513-D804-73F6-DD58-5AF03784E9E5}"/>
              </a:ext>
            </a:extLst>
          </p:cNvPr>
          <p:cNvPicPr>
            <a:picLocks noChangeAspect="1"/>
          </p:cNvPicPr>
          <p:nvPr/>
        </p:nvPicPr>
        <p:blipFill>
          <a:blip r:embed="rId5"/>
          <a:stretch>
            <a:fillRect/>
          </a:stretch>
        </p:blipFill>
        <p:spPr>
          <a:xfrm>
            <a:off x="6928025" y="1407542"/>
            <a:ext cx="5262387" cy="2644389"/>
          </a:xfrm>
          <a:prstGeom prst="rect">
            <a:avLst/>
          </a:prstGeom>
        </p:spPr>
      </p:pic>
    </p:spTree>
    <p:extLst>
      <p:ext uri="{BB962C8B-B14F-4D97-AF65-F5344CB8AC3E}">
        <p14:creationId xmlns:p14="http://schemas.microsoft.com/office/powerpoint/2010/main" val="356214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4722</TotalTime>
  <Words>1248</Words>
  <Application>Microsoft Office PowerPoint</Application>
  <PresentationFormat>Widescreen</PresentationFormat>
  <Paragraphs>173</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 Math</vt:lpstr>
      <vt:lpstr>Wingdings</vt:lpstr>
      <vt:lpstr>Office Theme</vt:lpstr>
      <vt:lpstr>DIGITAL LOGIC DESIGN (111776)</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279</cp:revision>
  <dcterms:created xsi:type="dcterms:W3CDTF">2022-11-22T20:08:03Z</dcterms:created>
  <dcterms:modified xsi:type="dcterms:W3CDTF">2023-06-02T07:28:19Z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