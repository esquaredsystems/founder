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03" r:id="rId5"/>
    <p:sldId id="2462" r:id="rId6"/>
    <p:sldId id="2543" r:id="rId7"/>
    <p:sldId id="2544" r:id="rId8"/>
    <p:sldId id="2545" r:id="rId9"/>
    <p:sldId id="2546" r:id="rId10"/>
    <p:sldId id="2550" r:id="rId11"/>
    <p:sldId id="2548" r:id="rId12"/>
    <p:sldId id="2549" r:id="rId13"/>
    <p:sldId id="2556" r:id="rId14"/>
    <p:sldId id="2555" r:id="rId15"/>
    <p:sldId id="2551" r:id="rId16"/>
    <p:sldId id="2552" r:id="rId17"/>
    <p:sldId id="2553" r:id="rId18"/>
    <p:sldId id="2554" r:id="rId19"/>
    <p:sldId id="2547" r:id="rId20"/>
    <p:sldId id="24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DBC0B4-D54D-9348-ADF2-CD6163E9E0A0}" v="8" dt="2025-10-04T11:25:20.507"/>
    <p1510:client id="{AEF3C7B6-2F8A-4AA0-B45E-F2BDF917B552}" v="2434" dt="2025-10-04T08:51:11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3069" autoAdjust="0"/>
  </p:normalViewPr>
  <p:slideViewPr>
    <p:cSldViewPr snapToGrid="0">
      <p:cViewPr varScale="1">
        <p:scale>
          <a:sx n="117" d="100"/>
          <a:sy n="117" d="100"/>
        </p:scale>
        <p:origin x="1920" y="48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625B757-8EA5-47D7-8626-DA1020D487D0}"/>
    <pc:docChg chg="undo redo custSel addSld delSld modSld sldOrd addSection delSection modSection">
      <pc:chgData name="Owais Ahmed" userId="6abc7d4556b3b071" providerId="LiveId" clId="{B625B757-8EA5-47D7-8626-DA1020D487D0}" dt="2023-02-28T06:44:59.946" v="2629" actId="20577"/>
      <pc:docMkLst>
        <pc:docMk/>
      </pc:docMkLst>
      <pc:sldChg chg="del">
        <pc:chgData name="Owais Ahmed" userId="6abc7d4556b3b071" providerId="LiveId" clId="{B625B757-8EA5-47D7-8626-DA1020D487D0}" dt="2023-02-28T06:04:27.712" v="384" actId="47"/>
        <pc:sldMkLst>
          <pc:docMk/>
          <pc:sldMk cId="1459829511" sldId="278"/>
        </pc:sldMkLst>
      </pc:sldChg>
      <pc:sldChg chg="modSp">
        <pc:chgData name="Owais Ahmed" userId="6abc7d4556b3b071" providerId="LiveId" clId="{B625B757-8EA5-47D7-8626-DA1020D487D0}" dt="2023-02-28T05:39:27.204" v="51" actId="20577"/>
        <pc:sldMkLst>
          <pc:docMk/>
          <pc:sldMk cId="1287457047" sldId="522"/>
        </pc:sldMkLst>
      </pc:sldChg>
      <pc:sldChg chg="modSp add del mod ord">
        <pc:chgData name="Owais Ahmed" userId="6abc7d4556b3b071" providerId="LiveId" clId="{B625B757-8EA5-47D7-8626-DA1020D487D0}" dt="2023-02-28T06:04:32.575" v="388"/>
        <pc:sldMkLst>
          <pc:docMk/>
          <pc:sldMk cId="927727573" sldId="2436"/>
        </pc:sldMkLst>
      </pc:sldChg>
      <pc:sldChg chg="modSp mod">
        <pc:chgData name="Owais Ahmed" userId="6abc7d4556b3b071" providerId="LiveId" clId="{B625B757-8EA5-47D7-8626-DA1020D487D0}" dt="2023-02-28T05:39:19.635" v="49" actId="20577"/>
        <pc:sldMkLst>
          <pc:docMk/>
          <pc:sldMk cId="3927832306" sldId="2448"/>
        </pc:sldMkLst>
      </pc:sldChg>
      <pc:sldChg chg="modSp mod">
        <pc:chgData name="Owais Ahmed" userId="6abc7d4556b3b071" providerId="LiveId" clId="{B625B757-8EA5-47D7-8626-DA1020D487D0}" dt="2023-02-28T06:35:33.047" v="1909"/>
        <pc:sldMkLst>
          <pc:docMk/>
          <pc:sldMk cId="1649098948" sldId="2462"/>
        </pc:sldMkLst>
      </pc:sldChg>
      <pc:sldChg chg="modSp mod modAnim modNotesTx">
        <pc:chgData name="Owais Ahmed" userId="6abc7d4556b3b071" providerId="LiveId" clId="{B625B757-8EA5-47D7-8626-DA1020D487D0}" dt="2023-02-28T06:09:15.858" v="668"/>
        <pc:sldMkLst>
          <pc:docMk/>
          <pc:sldMk cId="641030253" sldId="2479"/>
        </pc:sldMkLst>
      </pc:sldChg>
      <pc:sldChg chg="del">
        <pc:chgData name="Owais Ahmed" userId="6abc7d4556b3b071" providerId="LiveId" clId="{B625B757-8EA5-47D7-8626-DA1020D487D0}" dt="2023-02-28T06:32:48.590" v="1580" actId="47"/>
        <pc:sldMkLst>
          <pc:docMk/>
          <pc:sldMk cId="1476319960" sldId="2480"/>
        </pc:sldMkLst>
      </pc:sldChg>
      <pc:sldChg chg="del">
        <pc:chgData name="Owais Ahmed" userId="6abc7d4556b3b071" providerId="LiveId" clId="{B625B757-8EA5-47D7-8626-DA1020D487D0}" dt="2023-02-28T06:32:49.489" v="1581" actId="47"/>
        <pc:sldMkLst>
          <pc:docMk/>
          <pc:sldMk cId="3336402349" sldId="2481"/>
        </pc:sldMkLst>
      </pc:sldChg>
      <pc:sldChg chg="del">
        <pc:chgData name="Owais Ahmed" userId="6abc7d4556b3b071" providerId="LiveId" clId="{B625B757-8EA5-47D7-8626-DA1020D487D0}" dt="2023-02-28T06:32:50.572" v="1582" actId="47"/>
        <pc:sldMkLst>
          <pc:docMk/>
          <pc:sldMk cId="1810203590" sldId="2482"/>
        </pc:sldMkLst>
      </pc:sldChg>
      <pc:sldChg chg="del">
        <pc:chgData name="Owais Ahmed" userId="6abc7d4556b3b071" providerId="LiveId" clId="{B625B757-8EA5-47D7-8626-DA1020D487D0}" dt="2023-02-28T06:32:52.990" v="1583" actId="47"/>
        <pc:sldMkLst>
          <pc:docMk/>
          <pc:sldMk cId="1304413050" sldId="2483"/>
        </pc:sldMkLst>
      </pc:sldChg>
      <pc:sldChg chg="modSp mod modAnim modNotesTx">
        <pc:chgData name="Owais Ahmed" userId="6abc7d4556b3b071" providerId="LiveId" clId="{B625B757-8EA5-47D7-8626-DA1020D487D0}" dt="2023-02-28T06:40:56.305" v="2388" actId="20577"/>
        <pc:sldMkLst>
          <pc:docMk/>
          <pc:sldMk cId="2426892836" sldId="2485"/>
        </pc:sldMkLst>
      </pc:sldChg>
      <pc:sldChg chg="addSp delSp modSp add mod modClrScheme modAnim chgLayout modNotesTx">
        <pc:chgData name="Owais Ahmed" userId="6abc7d4556b3b071" providerId="LiveId" clId="{B625B757-8EA5-47D7-8626-DA1020D487D0}" dt="2023-02-28T06:14:22.100" v="962" actId="20577"/>
        <pc:sldMkLst>
          <pc:docMk/>
          <pc:sldMk cId="3132224988" sldId="2486"/>
        </pc:sldMkLst>
      </pc:sldChg>
      <pc:sldChg chg="addSp delSp modSp add mod modAnim modNotesTx">
        <pc:chgData name="Owais Ahmed" userId="6abc7d4556b3b071" providerId="LiveId" clId="{B625B757-8EA5-47D7-8626-DA1020D487D0}" dt="2023-02-28T06:36:21.024" v="2026" actId="20577"/>
        <pc:sldMkLst>
          <pc:docMk/>
          <pc:sldMk cId="2805003587" sldId="2487"/>
        </pc:sldMkLst>
      </pc:sldChg>
      <pc:sldChg chg="add del">
        <pc:chgData name="Owais Ahmed" userId="6abc7d4556b3b071" providerId="LiveId" clId="{B625B757-8EA5-47D7-8626-DA1020D487D0}" dt="2023-02-28T06:36:36.836" v="2027" actId="47"/>
        <pc:sldMkLst>
          <pc:docMk/>
          <pc:sldMk cId="50712674" sldId="2488"/>
        </pc:sldMkLst>
      </pc:sldChg>
      <pc:sldChg chg="modSp add modAnim">
        <pc:chgData name="Owais Ahmed" userId="6abc7d4556b3b071" providerId="LiveId" clId="{B625B757-8EA5-47D7-8626-DA1020D487D0}" dt="2023-02-28T06:38:59.463" v="2284" actId="20577"/>
        <pc:sldMkLst>
          <pc:docMk/>
          <pc:sldMk cId="918376006" sldId="2488"/>
        </pc:sldMkLst>
      </pc:sldChg>
      <pc:sldChg chg="modSp add mod ord modAnim modNotesTx">
        <pc:chgData name="Owais Ahmed" userId="6abc7d4556b3b071" providerId="LiveId" clId="{B625B757-8EA5-47D7-8626-DA1020D487D0}" dt="2023-02-28T06:44:30.393" v="2606" actId="20577"/>
        <pc:sldMkLst>
          <pc:docMk/>
          <pc:sldMk cId="3454217637" sldId="2489"/>
        </pc:sldMkLst>
      </pc:sldChg>
      <pc:sldChg chg="modSp add mod">
        <pc:chgData name="Owais Ahmed" userId="6abc7d4556b3b071" providerId="LiveId" clId="{B625B757-8EA5-47D7-8626-DA1020D487D0}" dt="2023-02-28T06:44:59.946" v="2629" actId="20577"/>
        <pc:sldMkLst>
          <pc:docMk/>
          <pc:sldMk cId="3828703945" sldId="2490"/>
        </pc:sldMkLst>
      </pc:sldChg>
      <pc:sldMasterChg chg="delSldLayout">
        <pc:chgData name="Owais Ahmed" userId="6abc7d4556b3b071" providerId="LiveId" clId="{B625B757-8EA5-47D7-8626-DA1020D487D0}" dt="2023-02-28T06:04:27.712" v="384" actId="47"/>
        <pc:sldMasterMkLst>
          <pc:docMk/>
          <pc:sldMasterMk cId="692820" sldId="2147483648"/>
        </pc:sldMasterMkLst>
        <pc:sldLayoutChg chg="del">
          <pc:chgData name="Owais Ahmed" userId="6abc7d4556b3b071" providerId="LiveId" clId="{B625B757-8EA5-47D7-8626-DA1020D487D0}" dt="2023-02-28T06:04:27.712" v="384" actId="47"/>
          <pc:sldLayoutMkLst>
            <pc:docMk/>
            <pc:sldMasterMk cId="692820" sldId="2147483648"/>
            <pc:sldLayoutMk cId="1939976995" sldId="2147483682"/>
          </pc:sldLayoutMkLst>
        </pc:sldLayoutChg>
      </pc:sldMasterChg>
    </pc:docChg>
  </pc:docChgLst>
  <pc:docChgLst>
    <pc:chgData name="Owais Ahmed" userId="6abc7d4556b3b071" providerId="LiveId" clId="{0FDD8DE3-F1AE-4516-94DB-A1902CE94C41}"/>
    <pc:docChg chg="undo custSel addSld delSld modSld sldOrd">
      <pc:chgData name="Owais Ahmed" userId="6abc7d4556b3b071" providerId="LiveId" clId="{0FDD8DE3-F1AE-4516-94DB-A1902CE94C41}" dt="2023-03-02T06:18:36.400" v="3919" actId="20577"/>
      <pc:docMkLst>
        <pc:docMk/>
      </pc:docMkLst>
      <pc:sldChg chg="del">
        <pc:chgData name="Owais Ahmed" userId="6abc7d4556b3b071" providerId="LiveId" clId="{0FDD8DE3-F1AE-4516-94DB-A1902CE94C41}" dt="2023-03-02T04:27:58.588" v="0" actId="47"/>
        <pc:sldMkLst>
          <pc:docMk/>
          <pc:sldMk cId="1287457047" sldId="522"/>
        </pc:sldMkLst>
      </pc:sldChg>
      <pc:sldChg chg="modSp mod">
        <pc:chgData name="Owais Ahmed" userId="6abc7d4556b3b071" providerId="LiveId" clId="{0FDD8DE3-F1AE-4516-94DB-A1902CE94C41}" dt="2023-03-02T04:34:37.750" v="253" actId="20577"/>
        <pc:sldMkLst>
          <pc:docMk/>
          <pc:sldMk cId="1649098948" sldId="2462"/>
        </pc:sldMkLst>
      </pc:sldChg>
      <pc:sldChg chg="modSp add del mod modAnim modNotesTx">
        <pc:chgData name="Owais Ahmed" userId="6abc7d4556b3b071" providerId="LiveId" clId="{0FDD8DE3-F1AE-4516-94DB-A1902CE94C41}" dt="2023-03-02T04:56:35.318" v="824" actId="20577"/>
        <pc:sldMkLst>
          <pc:docMk/>
          <pc:sldMk cId="641030253" sldId="2479"/>
        </pc:sldMkLst>
      </pc:sldChg>
      <pc:sldChg chg="addSp delSp modSp add mod addAnim delAnim modAnim">
        <pc:chgData name="Owais Ahmed" userId="6abc7d4556b3b071" providerId="LiveId" clId="{0FDD8DE3-F1AE-4516-94DB-A1902CE94C41}" dt="2023-03-02T05:02:47.390" v="1015" actId="20577"/>
        <pc:sldMkLst>
          <pc:docMk/>
          <pc:sldMk cId="33298473" sldId="2480"/>
        </pc:sldMkLst>
      </pc:sldChg>
      <pc:sldChg chg="addSp delSp modSp add mod">
        <pc:chgData name="Owais Ahmed" userId="6abc7d4556b3b071" providerId="LiveId" clId="{0FDD8DE3-F1AE-4516-94DB-A1902CE94C41}" dt="2023-03-02T05:04:45.391" v="1131" actId="20577"/>
        <pc:sldMkLst>
          <pc:docMk/>
          <pc:sldMk cId="2242574499" sldId="2481"/>
        </pc:sldMkLst>
      </pc:sldChg>
      <pc:sldChg chg="addSp delSp modSp add mod modAnim">
        <pc:chgData name="Owais Ahmed" userId="6abc7d4556b3b071" providerId="LiveId" clId="{0FDD8DE3-F1AE-4516-94DB-A1902CE94C41}" dt="2023-03-02T05:07:54.229" v="1274"/>
        <pc:sldMkLst>
          <pc:docMk/>
          <pc:sldMk cId="3554497857" sldId="2482"/>
        </pc:sldMkLst>
      </pc:sldChg>
      <pc:sldChg chg="addSp delSp modSp add mod modAnim">
        <pc:chgData name="Owais Ahmed" userId="6abc7d4556b3b071" providerId="LiveId" clId="{0FDD8DE3-F1AE-4516-94DB-A1902CE94C41}" dt="2023-03-02T05:12:04.645" v="1365" actId="20577"/>
        <pc:sldMkLst>
          <pc:docMk/>
          <pc:sldMk cId="677534828" sldId="2483"/>
        </pc:sldMkLst>
      </pc:sldChg>
      <pc:sldChg chg="addSp delSp modSp add mod">
        <pc:chgData name="Owais Ahmed" userId="6abc7d4556b3b071" providerId="LiveId" clId="{0FDD8DE3-F1AE-4516-94DB-A1902CE94C41}" dt="2023-03-02T05:19:22.243" v="1681" actId="20577"/>
        <pc:sldMkLst>
          <pc:docMk/>
          <pc:sldMk cId="278977406" sldId="2484"/>
        </pc:sldMkLst>
      </pc:sldChg>
      <pc:sldChg chg="add del">
        <pc:chgData name="Owais Ahmed" userId="6abc7d4556b3b071" providerId="LiveId" clId="{0FDD8DE3-F1AE-4516-94DB-A1902CE94C41}" dt="2023-03-02T04:35:20.256" v="256" actId="47"/>
        <pc:sldMkLst>
          <pc:docMk/>
          <pc:sldMk cId="2426892836" sldId="2485"/>
        </pc:sldMkLst>
      </pc:sldChg>
      <pc:sldChg chg="delSp modSp add mod modAnim">
        <pc:chgData name="Owais Ahmed" userId="6abc7d4556b3b071" providerId="LiveId" clId="{0FDD8DE3-F1AE-4516-94DB-A1902CE94C41}" dt="2023-03-02T05:33:14.169" v="1944" actId="20577"/>
        <pc:sldMkLst>
          <pc:docMk/>
          <pc:sldMk cId="2995985000" sldId="2485"/>
        </pc:sldMkLst>
      </pc:sldChg>
      <pc:sldChg chg="modSp add mod modAnim">
        <pc:chgData name="Owais Ahmed" userId="6abc7d4556b3b071" providerId="LiveId" clId="{0FDD8DE3-F1AE-4516-94DB-A1902CE94C41}" dt="2023-03-02T05:36:18.701" v="2006" actId="20577"/>
        <pc:sldMkLst>
          <pc:docMk/>
          <pc:sldMk cId="1088870247" sldId="2486"/>
        </pc:sldMkLst>
      </pc:sldChg>
      <pc:sldChg chg="del">
        <pc:chgData name="Owais Ahmed" userId="6abc7d4556b3b071" providerId="LiveId" clId="{0FDD8DE3-F1AE-4516-94DB-A1902CE94C41}" dt="2023-03-02T04:35:18.933" v="254" actId="47"/>
        <pc:sldMkLst>
          <pc:docMk/>
          <pc:sldMk cId="3132224988" sldId="2486"/>
        </pc:sldMkLst>
      </pc:sldChg>
      <pc:sldChg chg="addSp modSp add mod ord modAnim modNotesTx">
        <pc:chgData name="Owais Ahmed" userId="6abc7d4556b3b071" providerId="LiveId" clId="{0FDD8DE3-F1AE-4516-94DB-A1902CE94C41}" dt="2023-03-02T05:44:54.853" v="2642" actId="20577"/>
        <pc:sldMkLst>
          <pc:docMk/>
          <pc:sldMk cId="1653736541" sldId="2487"/>
        </pc:sldMkLst>
      </pc:sldChg>
      <pc:sldChg chg="add del">
        <pc:chgData name="Owais Ahmed" userId="6abc7d4556b3b071" providerId="LiveId" clId="{0FDD8DE3-F1AE-4516-94DB-A1902CE94C41}" dt="2023-03-02T05:39:42.723" v="2008" actId="2890"/>
        <pc:sldMkLst>
          <pc:docMk/>
          <pc:sldMk cId="1743220608" sldId="2487"/>
        </pc:sldMkLst>
      </pc:sldChg>
      <pc:sldChg chg="addSp modSp add mod ord modAnim">
        <pc:chgData name="Owais Ahmed" userId="6abc7d4556b3b071" providerId="LiveId" clId="{0FDD8DE3-F1AE-4516-94DB-A1902CE94C41}" dt="2023-03-02T05:49:25.027" v="2865"/>
        <pc:sldMkLst>
          <pc:docMk/>
          <pc:sldMk cId="633565940" sldId="2488"/>
        </pc:sldMkLst>
      </pc:sldChg>
      <pc:sldChg chg="add del">
        <pc:chgData name="Owais Ahmed" userId="6abc7d4556b3b071" providerId="LiveId" clId="{0FDD8DE3-F1AE-4516-94DB-A1902CE94C41}" dt="2023-03-02T04:35:19.865" v="255" actId="47"/>
        <pc:sldMkLst>
          <pc:docMk/>
          <pc:sldMk cId="918376006" sldId="2488"/>
        </pc:sldMkLst>
      </pc:sldChg>
      <pc:sldChg chg="add del">
        <pc:chgData name="Owais Ahmed" userId="6abc7d4556b3b071" providerId="LiveId" clId="{0FDD8DE3-F1AE-4516-94DB-A1902CE94C41}" dt="2023-03-02T05:49:58.669" v="2867" actId="2890"/>
        <pc:sldMkLst>
          <pc:docMk/>
          <pc:sldMk cId="1383689140" sldId="2489"/>
        </pc:sldMkLst>
      </pc:sldChg>
      <pc:sldChg chg="del">
        <pc:chgData name="Owais Ahmed" userId="6abc7d4556b3b071" providerId="LiveId" clId="{0FDD8DE3-F1AE-4516-94DB-A1902CE94C41}" dt="2023-03-02T04:35:21.399" v="257" actId="47"/>
        <pc:sldMkLst>
          <pc:docMk/>
          <pc:sldMk cId="3454217637" sldId="2489"/>
        </pc:sldMkLst>
      </pc:sldChg>
      <pc:sldChg chg="addSp delSp modSp add mod ord delAnim modAnim modNotesTx">
        <pc:chgData name="Owais Ahmed" userId="6abc7d4556b3b071" providerId="LiveId" clId="{0FDD8DE3-F1AE-4516-94DB-A1902CE94C41}" dt="2023-03-02T06:09:59.743" v="3278" actId="20577"/>
        <pc:sldMkLst>
          <pc:docMk/>
          <pc:sldMk cId="4108314565" sldId="2489"/>
        </pc:sldMkLst>
      </pc:sldChg>
      <pc:sldChg chg="addSp delSp modSp add mod modAnim modNotesTx">
        <pc:chgData name="Owais Ahmed" userId="6abc7d4556b3b071" providerId="LiveId" clId="{0FDD8DE3-F1AE-4516-94DB-A1902CE94C41}" dt="2023-03-02T06:15:51.487" v="3719" actId="20577"/>
        <pc:sldMkLst>
          <pc:docMk/>
          <pc:sldMk cId="768465522" sldId="2490"/>
        </pc:sldMkLst>
      </pc:sldChg>
      <pc:sldChg chg="del">
        <pc:chgData name="Owais Ahmed" userId="6abc7d4556b3b071" providerId="LiveId" clId="{0FDD8DE3-F1AE-4516-94DB-A1902CE94C41}" dt="2023-03-02T04:35:21.935" v="258" actId="47"/>
        <pc:sldMkLst>
          <pc:docMk/>
          <pc:sldMk cId="3828703945" sldId="2490"/>
        </pc:sldMkLst>
      </pc:sldChg>
      <pc:sldChg chg="del">
        <pc:chgData name="Owais Ahmed" userId="6abc7d4556b3b071" providerId="LiveId" clId="{0FDD8DE3-F1AE-4516-94DB-A1902CE94C41}" dt="2023-03-02T04:35:23.076" v="259" actId="47"/>
        <pc:sldMkLst>
          <pc:docMk/>
          <pc:sldMk cId="1696537967" sldId="2491"/>
        </pc:sldMkLst>
      </pc:sldChg>
      <pc:sldChg chg="modSp add modAnim">
        <pc:chgData name="Owais Ahmed" userId="6abc7d4556b3b071" providerId="LiveId" clId="{0FDD8DE3-F1AE-4516-94DB-A1902CE94C41}" dt="2023-03-02T06:18:36.400" v="3919" actId="20577"/>
        <pc:sldMkLst>
          <pc:docMk/>
          <pc:sldMk cId="3640078836" sldId="2491"/>
        </pc:sldMkLst>
      </pc:sldChg>
    </pc:docChg>
  </pc:docChgLst>
  <pc:docChgLst>
    <pc:chgData name="Owais Ahmed" userId="6abc7d4556b3b071" providerId="LiveId" clId="{959CB1E4-7D39-42F6-A5DB-453F49955B70}"/>
    <pc:docChg chg="undo custSel addSld delSld modSld sldOrd">
      <pc:chgData name="Owais Ahmed" userId="6abc7d4556b3b071" providerId="LiveId" clId="{959CB1E4-7D39-42F6-A5DB-453F49955B70}" dt="2023-07-14T08:28:26.770" v="3534" actId="20577"/>
      <pc:docMkLst>
        <pc:docMk/>
      </pc:docMkLst>
      <pc:sldChg chg="del">
        <pc:chgData name="Owais Ahmed" userId="6abc7d4556b3b071" providerId="LiveId" clId="{959CB1E4-7D39-42F6-A5DB-453F49955B70}" dt="2023-07-13T10:27:49.217" v="1" actId="47"/>
        <pc:sldMkLst>
          <pc:docMk/>
          <pc:sldMk cId="3927832306" sldId="2448"/>
        </pc:sldMkLst>
      </pc:sldChg>
      <pc:sldChg chg="modSp mod">
        <pc:chgData name="Owais Ahmed" userId="6abc7d4556b3b071" providerId="LiveId" clId="{959CB1E4-7D39-42F6-A5DB-453F49955B70}" dt="2023-07-14T07:29:02.406" v="226" actId="20577"/>
        <pc:sldMkLst>
          <pc:docMk/>
          <pc:sldMk cId="1649098948" sldId="2462"/>
        </pc:sldMkLst>
      </pc:sldChg>
      <pc:sldChg chg="modSp mod modAnim">
        <pc:chgData name="Owais Ahmed" userId="6abc7d4556b3b071" providerId="LiveId" clId="{959CB1E4-7D39-42F6-A5DB-453F49955B70}" dt="2023-07-14T07:14:24.888" v="95" actId="20577"/>
        <pc:sldMkLst>
          <pc:docMk/>
          <pc:sldMk cId="641030253" sldId="2479"/>
        </pc:sldMkLst>
      </pc:sldChg>
      <pc:sldChg chg="del">
        <pc:chgData name="Owais Ahmed" userId="6abc7d4556b3b071" providerId="LiveId" clId="{959CB1E4-7D39-42F6-A5DB-453F49955B70}" dt="2023-07-14T04:07:12.824" v="2" actId="47"/>
        <pc:sldMkLst>
          <pc:docMk/>
          <pc:sldMk cId="33298473" sldId="2480"/>
        </pc:sldMkLst>
      </pc:sldChg>
      <pc:sldChg chg="del">
        <pc:chgData name="Owais Ahmed" userId="6abc7d4556b3b071" providerId="LiveId" clId="{959CB1E4-7D39-42F6-A5DB-453F49955B70}" dt="2023-07-14T04:07:13.027" v="3" actId="47"/>
        <pc:sldMkLst>
          <pc:docMk/>
          <pc:sldMk cId="2242574499" sldId="2481"/>
        </pc:sldMkLst>
      </pc:sldChg>
      <pc:sldChg chg="del">
        <pc:chgData name="Owais Ahmed" userId="6abc7d4556b3b071" providerId="LiveId" clId="{959CB1E4-7D39-42F6-A5DB-453F49955B70}" dt="2023-07-14T04:07:13.238" v="4" actId="47"/>
        <pc:sldMkLst>
          <pc:docMk/>
          <pc:sldMk cId="3554497857" sldId="2482"/>
        </pc:sldMkLst>
      </pc:sldChg>
      <pc:sldChg chg="del">
        <pc:chgData name="Owais Ahmed" userId="6abc7d4556b3b071" providerId="LiveId" clId="{959CB1E4-7D39-42F6-A5DB-453F49955B70}" dt="2023-07-14T04:07:13.487" v="5" actId="47"/>
        <pc:sldMkLst>
          <pc:docMk/>
          <pc:sldMk cId="677534828" sldId="2483"/>
        </pc:sldMkLst>
      </pc:sldChg>
      <pc:sldChg chg="del">
        <pc:chgData name="Owais Ahmed" userId="6abc7d4556b3b071" providerId="LiveId" clId="{959CB1E4-7D39-42F6-A5DB-453F49955B70}" dt="2023-07-14T04:07:13.760" v="6" actId="47"/>
        <pc:sldMkLst>
          <pc:docMk/>
          <pc:sldMk cId="278977406" sldId="2484"/>
        </pc:sldMkLst>
      </pc:sldChg>
      <pc:sldChg chg="del">
        <pc:chgData name="Owais Ahmed" userId="6abc7d4556b3b071" providerId="LiveId" clId="{959CB1E4-7D39-42F6-A5DB-453F49955B70}" dt="2023-07-14T04:07:13.958" v="7" actId="47"/>
        <pc:sldMkLst>
          <pc:docMk/>
          <pc:sldMk cId="2995985000" sldId="2485"/>
        </pc:sldMkLst>
      </pc:sldChg>
      <pc:sldChg chg="del">
        <pc:chgData name="Owais Ahmed" userId="6abc7d4556b3b071" providerId="LiveId" clId="{959CB1E4-7D39-42F6-A5DB-453F49955B70}" dt="2023-07-14T04:07:14.073" v="8" actId="47"/>
        <pc:sldMkLst>
          <pc:docMk/>
          <pc:sldMk cId="1088870247" sldId="2486"/>
        </pc:sldMkLst>
      </pc:sldChg>
      <pc:sldChg chg="del">
        <pc:chgData name="Owais Ahmed" userId="6abc7d4556b3b071" providerId="LiveId" clId="{959CB1E4-7D39-42F6-A5DB-453F49955B70}" dt="2023-07-14T04:07:14.304" v="9" actId="47"/>
        <pc:sldMkLst>
          <pc:docMk/>
          <pc:sldMk cId="1653736541" sldId="2487"/>
        </pc:sldMkLst>
      </pc:sldChg>
      <pc:sldChg chg="del">
        <pc:chgData name="Owais Ahmed" userId="6abc7d4556b3b071" providerId="LiveId" clId="{959CB1E4-7D39-42F6-A5DB-453F49955B70}" dt="2023-07-14T04:07:14.440" v="10" actId="47"/>
        <pc:sldMkLst>
          <pc:docMk/>
          <pc:sldMk cId="633565940" sldId="2488"/>
        </pc:sldMkLst>
      </pc:sldChg>
      <pc:sldChg chg="del">
        <pc:chgData name="Owais Ahmed" userId="6abc7d4556b3b071" providerId="LiveId" clId="{959CB1E4-7D39-42F6-A5DB-453F49955B70}" dt="2023-07-14T04:07:14.614" v="11" actId="47"/>
        <pc:sldMkLst>
          <pc:docMk/>
          <pc:sldMk cId="4108314565" sldId="2489"/>
        </pc:sldMkLst>
      </pc:sldChg>
      <pc:sldChg chg="del">
        <pc:chgData name="Owais Ahmed" userId="6abc7d4556b3b071" providerId="LiveId" clId="{959CB1E4-7D39-42F6-A5DB-453F49955B70}" dt="2023-07-14T04:07:14.811" v="12" actId="47"/>
        <pc:sldMkLst>
          <pc:docMk/>
          <pc:sldMk cId="768465522" sldId="2490"/>
        </pc:sldMkLst>
      </pc:sldChg>
      <pc:sldChg chg="del">
        <pc:chgData name="Owais Ahmed" userId="6abc7d4556b3b071" providerId="LiveId" clId="{959CB1E4-7D39-42F6-A5DB-453F49955B70}" dt="2023-07-14T04:07:15.049" v="13" actId="47"/>
        <pc:sldMkLst>
          <pc:docMk/>
          <pc:sldMk cId="3640078836" sldId="2491"/>
        </pc:sldMkLst>
      </pc:sldChg>
      <pc:sldChg chg="del">
        <pc:chgData name="Owais Ahmed" userId="6abc7d4556b3b071" providerId="LiveId" clId="{959CB1E4-7D39-42F6-A5DB-453F49955B70}" dt="2023-07-14T04:07:15.190" v="14" actId="47"/>
        <pc:sldMkLst>
          <pc:docMk/>
          <pc:sldMk cId="1206654014" sldId="2492"/>
        </pc:sldMkLst>
      </pc:sldChg>
      <pc:sldChg chg="del">
        <pc:chgData name="Owais Ahmed" userId="6abc7d4556b3b071" providerId="LiveId" clId="{959CB1E4-7D39-42F6-A5DB-453F49955B70}" dt="2023-07-14T04:07:15.396" v="15" actId="47"/>
        <pc:sldMkLst>
          <pc:docMk/>
          <pc:sldMk cId="2770422083" sldId="2493"/>
        </pc:sldMkLst>
      </pc:sldChg>
      <pc:sldChg chg="del">
        <pc:chgData name="Owais Ahmed" userId="6abc7d4556b3b071" providerId="LiveId" clId="{959CB1E4-7D39-42F6-A5DB-453F49955B70}" dt="2023-07-14T04:07:15.613" v="16" actId="47"/>
        <pc:sldMkLst>
          <pc:docMk/>
          <pc:sldMk cId="1769907705" sldId="2494"/>
        </pc:sldMkLst>
      </pc:sldChg>
      <pc:sldChg chg="del">
        <pc:chgData name="Owais Ahmed" userId="6abc7d4556b3b071" providerId="LiveId" clId="{959CB1E4-7D39-42F6-A5DB-453F49955B70}" dt="2023-07-14T04:07:17.597" v="19" actId="47"/>
        <pc:sldMkLst>
          <pc:docMk/>
          <pc:sldMk cId="502436521" sldId="2495"/>
        </pc:sldMkLst>
      </pc:sldChg>
      <pc:sldChg chg="del">
        <pc:chgData name="Owais Ahmed" userId="6abc7d4556b3b071" providerId="LiveId" clId="{959CB1E4-7D39-42F6-A5DB-453F49955B70}" dt="2023-07-14T04:07:16.431" v="17" actId="47"/>
        <pc:sldMkLst>
          <pc:docMk/>
          <pc:sldMk cId="3658375322" sldId="2496"/>
        </pc:sldMkLst>
      </pc:sldChg>
      <pc:sldChg chg="del">
        <pc:chgData name="Owais Ahmed" userId="6abc7d4556b3b071" providerId="LiveId" clId="{959CB1E4-7D39-42F6-A5DB-453F49955B70}" dt="2023-07-14T04:07:16.723" v="18" actId="47"/>
        <pc:sldMkLst>
          <pc:docMk/>
          <pc:sldMk cId="1001608454" sldId="2497"/>
        </pc:sldMkLst>
      </pc:sldChg>
      <pc:sldChg chg="del">
        <pc:chgData name="Owais Ahmed" userId="6abc7d4556b3b071" providerId="LiveId" clId="{959CB1E4-7D39-42F6-A5DB-453F49955B70}" dt="2023-07-14T04:07:17.889" v="20" actId="47"/>
        <pc:sldMkLst>
          <pc:docMk/>
          <pc:sldMk cId="1881289253" sldId="2498"/>
        </pc:sldMkLst>
      </pc:sldChg>
      <pc:sldChg chg="del">
        <pc:chgData name="Owais Ahmed" userId="6abc7d4556b3b071" providerId="LiveId" clId="{959CB1E4-7D39-42F6-A5DB-453F49955B70}" dt="2023-07-14T04:07:18.534" v="21" actId="47"/>
        <pc:sldMkLst>
          <pc:docMk/>
          <pc:sldMk cId="3955736578" sldId="2499"/>
        </pc:sldMkLst>
      </pc:sldChg>
      <pc:sldChg chg="del">
        <pc:chgData name="Owais Ahmed" userId="6abc7d4556b3b071" providerId="LiveId" clId="{959CB1E4-7D39-42F6-A5DB-453F49955B70}" dt="2023-07-14T04:07:19.255" v="22" actId="47"/>
        <pc:sldMkLst>
          <pc:docMk/>
          <pc:sldMk cId="3647547761" sldId="2500"/>
        </pc:sldMkLst>
      </pc:sldChg>
      <pc:sldChg chg="del">
        <pc:chgData name="Owais Ahmed" userId="6abc7d4556b3b071" providerId="LiveId" clId="{959CB1E4-7D39-42F6-A5DB-453F49955B70}" dt="2023-07-14T04:07:19.494" v="23" actId="47"/>
        <pc:sldMkLst>
          <pc:docMk/>
          <pc:sldMk cId="3769573511" sldId="2501"/>
        </pc:sldMkLst>
      </pc:sldChg>
      <pc:sldChg chg="del">
        <pc:chgData name="Owais Ahmed" userId="6abc7d4556b3b071" providerId="LiveId" clId="{959CB1E4-7D39-42F6-A5DB-453F49955B70}" dt="2023-07-14T04:11:06.255" v="24" actId="47"/>
        <pc:sldMkLst>
          <pc:docMk/>
          <pc:sldMk cId="2150423912" sldId="2502"/>
        </pc:sldMkLst>
      </pc:sldChg>
      <pc:sldChg chg="add setBg">
        <pc:chgData name="Owais Ahmed" userId="6abc7d4556b3b071" providerId="LiveId" clId="{959CB1E4-7D39-42F6-A5DB-453F49955B70}" dt="2023-07-13T10:27:47.831" v="0"/>
        <pc:sldMkLst>
          <pc:docMk/>
          <pc:sldMk cId="146856052" sldId="2503"/>
        </pc:sldMkLst>
      </pc:sldChg>
      <pc:sldChg chg="modSp add mod">
        <pc:chgData name="Owais Ahmed" userId="6abc7d4556b3b071" providerId="LiveId" clId="{959CB1E4-7D39-42F6-A5DB-453F49955B70}" dt="2023-07-14T07:28:02.811" v="117" actId="20577"/>
        <pc:sldMkLst>
          <pc:docMk/>
          <pc:sldMk cId="1742566059" sldId="2504"/>
        </pc:sldMkLst>
      </pc:sldChg>
      <pc:sldChg chg="modSp add mod">
        <pc:chgData name="Owais Ahmed" userId="6abc7d4556b3b071" providerId="LiveId" clId="{959CB1E4-7D39-42F6-A5DB-453F49955B70}" dt="2023-07-14T07:28:14.022" v="149" actId="20577"/>
        <pc:sldMkLst>
          <pc:docMk/>
          <pc:sldMk cId="3840363020" sldId="2505"/>
        </pc:sldMkLst>
      </pc:sldChg>
      <pc:sldChg chg="modSp add mod modAnim">
        <pc:chgData name="Owais Ahmed" userId="6abc7d4556b3b071" providerId="LiveId" clId="{959CB1E4-7D39-42F6-A5DB-453F49955B70}" dt="2023-07-14T08:10:40.673" v="2840" actId="27636"/>
        <pc:sldMkLst>
          <pc:docMk/>
          <pc:sldMk cId="4221376715" sldId="2506"/>
        </pc:sldMkLst>
      </pc:sldChg>
      <pc:sldChg chg="modSp add mod modAnim">
        <pc:chgData name="Owais Ahmed" userId="6abc7d4556b3b071" providerId="LiveId" clId="{959CB1E4-7D39-42F6-A5DB-453F49955B70}" dt="2023-07-14T08:14:00.890" v="3101" actId="20577"/>
        <pc:sldMkLst>
          <pc:docMk/>
          <pc:sldMk cId="875357634" sldId="2507"/>
        </pc:sldMkLst>
      </pc:sldChg>
      <pc:sldChg chg="modSp add mod modAnim">
        <pc:chgData name="Owais Ahmed" userId="6abc7d4556b3b071" providerId="LiveId" clId="{959CB1E4-7D39-42F6-A5DB-453F49955B70}" dt="2023-07-14T07:36:40.612" v="1180" actId="20577"/>
        <pc:sldMkLst>
          <pc:docMk/>
          <pc:sldMk cId="1319355793" sldId="2508"/>
        </pc:sldMkLst>
      </pc:sldChg>
      <pc:sldChg chg="modSp add mod modAnim">
        <pc:chgData name="Owais Ahmed" userId="6abc7d4556b3b071" providerId="LiveId" clId="{959CB1E4-7D39-42F6-A5DB-453F49955B70}" dt="2023-07-14T07:35:48.151" v="1173" actId="114"/>
        <pc:sldMkLst>
          <pc:docMk/>
          <pc:sldMk cId="535421403" sldId="2509"/>
        </pc:sldMkLst>
      </pc:sldChg>
      <pc:sldChg chg="addSp delSp modSp add mod modClrScheme delAnim modAnim chgLayout">
        <pc:chgData name="Owais Ahmed" userId="6abc7d4556b3b071" providerId="LiveId" clId="{959CB1E4-7D39-42F6-A5DB-453F49955B70}" dt="2023-07-14T08:25:02.360" v="3212" actId="404"/>
        <pc:sldMkLst>
          <pc:docMk/>
          <pc:sldMk cId="828323908" sldId="2510"/>
        </pc:sldMkLst>
      </pc:sldChg>
      <pc:sldChg chg="add del">
        <pc:chgData name="Owais Ahmed" userId="6abc7d4556b3b071" providerId="LiveId" clId="{959CB1E4-7D39-42F6-A5DB-453F49955B70}" dt="2023-07-14T08:25:24.177" v="3214" actId="2890"/>
        <pc:sldMkLst>
          <pc:docMk/>
          <pc:sldMk cId="326634930" sldId="2511"/>
        </pc:sldMkLst>
      </pc:sldChg>
      <pc:sldChg chg="addSp delSp modSp add del mod addAnim delAnim modAnim">
        <pc:chgData name="Owais Ahmed" userId="6abc7d4556b3b071" providerId="LiveId" clId="{959CB1E4-7D39-42F6-A5DB-453F49955B70}" dt="2023-07-14T08:22:44.496" v="3120" actId="47"/>
        <pc:sldMkLst>
          <pc:docMk/>
          <pc:sldMk cId="783591075" sldId="2511"/>
        </pc:sldMkLst>
      </pc:sldChg>
      <pc:sldChg chg="modSp add mod ord modAnim">
        <pc:chgData name="Owais Ahmed" userId="6abc7d4556b3b071" providerId="LiveId" clId="{959CB1E4-7D39-42F6-A5DB-453F49955B70}" dt="2023-07-14T08:28:26.770" v="3534" actId="20577"/>
        <pc:sldMkLst>
          <pc:docMk/>
          <pc:sldMk cId="1223560295" sldId="2511"/>
        </pc:sldMkLst>
      </pc:sldChg>
    </pc:docChg>
  </pc:docChgLst>
  <pc:docChgLst>
    <pc:chgData name="Owais Ahmed" userId="6abc7d4556b3b071" providerId="LiveId" clId="{583CDD36-DC75-4E50-898E-AECC56DCC01A}"/>
    <pc:docChg chg="undo redo custSel addSld delSld modSld">
      <pc:chgData name="Owais Ahmed" userId="6abc7d4556b3b071" providerId="LiveId" clId="{583CDD36-DC75-4E50-898E-AECC56DCC01A}" dt="2023-03-04T13:30:34.083" v="4560" actId="6549"/>
      <pc:docMkLst>
        <pc:docMk/>
      </pc:docMkLst>
      <pc:sldChg chg="modSp mod">
        <pc:chgData name="Owais Ahmed" userId="6abc7d4556b3b071" providerId="LiveId" clId="{583CDD36-DC75-4E50-898E-AECC56DCC01A}" dt="2023-03-03T04:49:18.654" v="1951" actId="20577"/>
        <pc:sldMkLst>
          <pc:docMk/>
          <pc:sldMk cId="1649098948" sldId="2462"/>
        </pc:sldMkLst>
      </pc:sldChg>
      <pc:sldChg chg="modSp mod modAnim">
        <pc:chgData name="Owais Ahmed" userId="6abc7d4556b3b071" providerId="LiveId" clId="{583CDD36-DC75-4E50-898E-AECC56DCC01A}" dt="2023-03-03T04:47:45.101" v="1938" actId="20577"/>
        <pc:sldMkLst>
          <pc:docMk/>
          <pc:sldMk cId="502436521" sldId="2495"/>
        </pc:sldMkLst>
      </pc:sldChg>
      <pc:sldChg chg="addSp delSp modSp mod modAnim modNotesTx">
        <pc:chgData name="Owais Ahmed" userId="6abc7d4556b3b071" providerId="LiveId" clId="{583CDD36-DC75-4E50-898E-AECC56DCC01A}" dt="2023-03-03T04:33:09.205" v="1128" actId="20577"/>
        <pc:sldMkLst>
          <pc:docMk/>
          <pc:sldMk cId="3658375322" sldId="2496"/>
        </pc:sldMkLst>
      </pc:sldChg>
      <pc:sldChg chg="addSp modSp add mod modAnim">
        <pc:chgData name="Owais Ahmed" userId="6abc7d4556b3b071" providerId="LiveId" clId="{583CDD36-DC75-4E50-898E-AECC56DCC01A}" dt="2023-03-03T04:43:36.685" v="1807" actId="20577"/>
        <pc:sldMkLst>
          <pc:docMk/>
          <pc:sldMk cId="1001608454" sldId="2497"/>
        </pc:sldMkLst>
      </pc:sldChg>
      <pc:sldChg chg="addSp delSp modSp add del mod modAnim">
        <pc:chgData name="Owais Ahmed" userId="6abc7d4556b3b071" providerId="LiveId" clId="{583CDD36-DC75-4E50-898E-AECC56DCC01A}" dt="2023-03-03T06:09:14.525" v="3778" actId="27636"/>
        <pc:sldMkLst>
          <pc:docMk/>
          <pc:sldMk cId="1881289253" sldId="2498"/>
        </pc:sldMkLst>
      </pc:sldChg>
      <pc:sldChg chg="addSp delSp modSp add mod modAnim">
        <pc:chgData name="Owais Ahmed" userId="6abc7d4556b3b071" providerId="LiveId" clId="{583CDD36-DC75-4E50-898E-AECC56DCC01A}" dt="2023-03-03T06:00:29.500" v="2818" actId="1076"/>
        <pc:sldMkLst>
          <pc:docMk/>
          <pc:sldMk cId="3955736578" sldId="2499"/>
        </pc:sldMkLst>
      </pc:sldChg>
      <pc:sldChg chg="delSp modSp add mod modAnim">
        <pc:chgData name="Owais Ahmed" userId="6abc7d4556b3b071" providerId="LiveId" clId="{583CDD36-DC75-4E50-898E-AECC56DCC01A}" dt="2023-03-03T06:08:11.648" v="3770" actId="20577"/>
        <pc:sldMkLst>
          <pc:docMk/>
          <pc:sldMk cId="3647547761" sldId="2500"/>
        </pc:sldMkLst>
      </pc:sldChg>
      <pc:sldChg chg="del">
        <pc:chgData name="Owais Ahmed" userId="6abc7d4556b3b071" providerId="LiveId" clId="{583CDD36-DC75-4E50-898E-AECC56DCC01A}" dt="2023-03-03T06:09:16.822" v="3779" actId="47"/>
        <pc:sldMkLst>
          <pc:docMk/>
          <pc:sldMk cId="3343540598" sldId="2501"/>
        </pc:sldMkLst>
      </pc:sldChg>
      <pc:sldChg chg="modSp add mod modAnim modNotesTx">
        <pc:chgData name="Owais Ahmed" userId="6abc7d4556b3b071" providerId="LiveId" clId="{583CDD36-DC75-4E50-898E-AECC56DCC01A}" dt="2023-03-03T06:24:32.189" v="4559" actId="20577"/>
        <pc:sldMkLst>
          <pc:docMk/>
          <pc:sldMk cId="3769573511" sldId="2501"/>
        </pc:sldMkLst>
      </pc:sldChg>
      <pc:sldChg chg="add del">
        <pc:chgData name="Owais Ahmed" userId="6abc7d4556b3b071" providerId="LiveId" clId="{583CDD36-DC75-4E50-898E-AECC56DCC01A}" dt="2023-03-03T06:08:54.966" v="3773" actId="2890"/>
        <pc:sldMkLst>
          <pc:docMk/>
          <pc:sldMk cId="300343940" sldId="2502"/>
        </pc:sldMkLst>
      </pc:sldChg>
      <pc:sldChg chg="add del">
        <pc:chgData name="Owais Ahmed" userId="6abc7d4556b3b071" providerId="LiveId" clId="{583CDD36-DC75-4E50-898E-AECC56DCC01A}" dt="2023-03-03T06:09:06.883" v="3775"/>
        <pc:sldMkLst>
          <pc:docMk/>
          <pc:sldMk cId="675864047" sldId="2502"/>
        </pc:sldMkLst>
      </pc:sldChg>
      <pc:sldChg chg="modSp add mod modAnim modNotesTx">
        <pc:chgData name="Owais Ahmed" userId="6abc7d4556b3b071" providerId="LiveId" clId="{583CDD36-DC75-4E50-898E-AECC56DCC01A}" dt="2023-03-04T13:30:34.083" v="4560" actId="6549"/>
        <pc:sldMkLst>
          <pc:docMk/>
          <pc:sldMk cId="2150423912" sldId="2502"/>
        </pc:sldMkLst>
      </pc:sldChg>
    </pc:docChg>
  </pc:docChgLst>
  <pc:docChgLst>
    <pc:chgData name="Owais Ahmed" userId="6abc7d4556b3b071" providerId="LiveId" clId="{E547BE2E-86C1-4A1C-8FD1-DA978231C418}"/>
    <pc:docChg chg="undo custSel addSld delSld modSld sldOrd">
      <pc:chgData name="Owais Ahmed" userId="6abc7d4556b3b071" providerId="LiveId" clId="{E547BE2E-86C1-4A1C-8FD1-DA978231C418}" dt="2023-12-06T11:02:54.418" v="3452" actId="20577"/>
      <pc:docMkLst>
        <pc:docMk/>
      </pc:docMkLst>
      <pc:sldChg chg="modSp mod">
        <pc:chgData name="Owais Ahmed" userId="6abc7d4556b3b071" providerId="LiveId" clId="{E547BE2E-86C1-4A1C-8FD1-DA978231C418}" dt="2023-12-06T11:02:54.418" v="3452" actId="20577"/>
        <pc:sldMkLst>
          <pc:docMk/>
          <pc:sldMk cId="146856052" sldId="2503"/>
        </pc:sldMkLst>
      </pc:sldChg>
      <pc:sldChg chg="modSp">
        <pc:chgData name="Owais Ahmed" userId="6abc7d4556b3b071" providerId="LiveId" clId="{E547BE2E-86C1-4A1C-8FD1-DA978231C418}" dt="2023-09-24T16:40:39.532" v="2617" actId="20577"/>
        <pc:sldMkLst>
          <pc:docMk/>
          <pc:sldMk cId="535421403" sldId="2509"/>
        </pc:sldMkLst>
      </pc:sldChg>
      <pc:sldChg chg="modSp">
        <pc:chgData name="Owais Ahmed" userId="6abc7d4556b3b071" providerId="LiveId" clId="{E547BE2E-86C1-4A1C-8FD1-DA978231C418}" dt="2023-09-24T16:39:51.982" v="2605" actId="20577"/>
        <pc:sldMkLst>
          <pc:docMk/>
          <pc:sldMk cId="1223560295" sldId="2511"/>
        </pc:sldMkLst>
      </pc:sldChg>
      <pc:sldChg chg="modSp mod">
        <pc:chgData name="Owais Ahmed" userId="6abc7d4556b3b071" providerId="LiveId" clId="{E547BE2E-86C1-4A1C-8FD1-DA978231C418}" dt="2023-09-24T16:06:33.613" v="1111" actId="27636"/>
        <pc:sldMkLst>
          <pc:docMk/>
          <pc:sldMk cId="3233670327" sldId="2519"/>
        </pc:sldMkLst>
      </pc:sldChg>
      <pc:sldChg chg="modSp">
        <pc:chgData name="Owais Ahmed" userId="6abc7d4556b3b071" providerId="LiveId" clId="{E547BE2E-86C1-4A1C-8FD1-DA978231C418}" dt="2023-09-24T15:14:18.606" v="13" actId="114"/>
        <pc:sldMkLst>
          <pc:docMk/>
          <pc:sldMk cId="3422053575" sldId="2521"/>
        </pc:sldMkLst>
      </pc:sldChg>
      <pc:sldChg chg="modSp">
        <pc:chgData name="Owais Ahmed" userId="6abc7d4556b3b071" providerId="LiveId" clId="{E547BE2E-86C1-4A1C-8FD1-DA978231C418}" dt="2023-09-24T15:14:45.457" v="28" actId="20577"/>
        <pc:sldMkLst>
          <pc:docMk/>
          <pc:sldMk cId="2616068738" sldId="2522"/>
        </pc:sldMkLst>
      </pc:sldChg>
      <pc:sldChg chg="modSp mod modAnim">
        <pc:chgData name="Owais Ahmed" userId="6abc7d4556b3b071" providerId="LiveId" clId="{E547BE2E-86C1-4A1C-8FD1-DA978231C418}" dt="2023-09-26T04:35:45.723" v="2718" actId="20577"/>
        <pc:sldMkLst>
          <pc:docMk/>
          <pc:sldMk cId="428669156" sldId="2523"/>
        </pc:sldMkLst>
      </pc:sldChg>
      <pc:sldChg chg="modSp">
        <pc:chgData name="Owais Ahmed" userId="6abc7d4556b3b071" providerId="LiveId" clId="{E547BE2E-86C1-4A1C-8FD1-DA978231C418}" dt="2023-09-28T15:06:07.106" v="3433" actId="20577"/>
        <pc:sldMkLst>
          <pc:docMk/>
          <pc:sldMk cId="2521120589" sldId="2525"/>
        </pc:sldMkLst>
      </pc:sldChg>
      <pc:sldChg chg="addSp delSp modSp add mod modAnim">
        <pc:chgData name="Owais Ahmed" userId="6abc7d4556b3b071" providerId="LiveId" clId="{E547BE2E-86C1-4A1C-8FD1-DA978231C418}" dt="2023-09-24T16:02:50.498" v="650" actId="20577"/>
        <pc:sldMkLst>
          <pc:docMk/>
          <pc:sldMk cId="110326978" sldId="2526"/>
        </pc:sldMkLst>
      </pc:sldChg>
      <pc:sldChg chg="addSp delSp modSp add mod modAnim">
        <pc:chgData name="Owais Ahmed" userId="6abc7d4556b3b071" providerId="LiveId" clId="{E547BE2E-86C1-4A1C-8FD1-DA978231C418}" dt="2023-09-24T16:34:18.237" v="2237" actId="27636"/>
        <pc:sldMkLst>
          <pc:docMk/>
          <pc:sldMk cId="568047908" sldId="2527"/>
        </pc:sldMkLst>
      </pc:sldChg>
      <pc:sldChg chg="delSp modSp add mod ord delAnim">
        <pc:chgData name="Owais Ahmed" userId="6abc7d4556b3b071" providerId="LiveId" clId="{E547BE2E-86C1-4A1C-8FD1-DA978231C418}" dt="2023-09-24T16:34:14.673" v="2235"/>
        <pc:sldMkLst>
          <pc:docMk/>
          <pc:sldMk cId="3855651006" sldId="2528"/>
        </pc:sldMkLst>
      </pc:sldChg>
      <pc:sldChg chg="modSp add mod ord modAnim modNotesTx">
        <pc:chgData name="Owais Ahmed" userId="6abc7d4556b3b071" providerId="LiveId" clId="{E547BE2E-86C1-4A1C-8FD1-DA978231C418}" dt="2023-09-24T16:37:03.570" v="2599" actId="27636"/>
        <pc:sldMkLst>
          <pc:docMk/>
          <pc:sldMk cId="1646317805" sldId="2529"/>
        </pc:sldMkLst>
      </pc:sldChg>
      <pc:sldChg chg="modSp add mod modAnim">
        <pc:chgData name="Owais Ahmed" userId="6abc7d4556b3b071" providerId="LiveId" clId="{E547BE2E-86C1-4A1C-8FD1-DA978231C418}" dt="2023-09-24T16:34:26.379" v="2245" actId="20577"/>
        <pc:sldMkLst>
          <pc:docMk/>
          <pc:sldMk cId="1768471400" sldId="2530"/>
        </pc:sldMkLst>
      </pc:sldChg>
      <pc:sldChg chg="add del">
        <pc:chgData name="Owais Ahmed" userId="6abc7d4556b3b071" providerId="LiveId" clId="{E547BE2E-86C1-4A1C-8FD1-DA978231C418}" dt="2023-09-24T16:33:51.159" v="2229" actId="2890"/>
        <pc:sldMkLst>
          <pc:docMk/>
          <pc:sldMk cId="2476707819" sldId="2531"/>
        </pc:sldMkLst>
      </pc:sldChg>
      <pc:sldChg chg="addSp delSp modSp add mod">
        <pc:chgData name="Owais Ahmed" userId="6abc7d4556b3b071" providerId="LiveId" clId="{E547BE2E-86C1-4A1C-8FD1-DA978231C418}" dt="2023-09-24T16:34:47.409" v="2246" actId="14100"/>
        <pc:sldMkLst>
          <pc:docMk/>
          <pc:sldMk cId="2888631914" sldId="2531"/>
        </pc:sldMkLst>
      </pc:sldChg>
      <pc:sldChg chg="modSp add mod modAnim">
        <pc:chgData name="Owais Ahmed" userId="6abc7d4556b3b071" providerId="LiveId" clId="{E547BE2E-86C1-4A1C-8FD1-DA978231C418}" dt="2023-09-26T05:57:21.589" v="3389" actId="20577"/>
        <pc:sldMkLst>
          <pc:docMk/>
          <pc:sldMk cId="2547052265" sldId="2534"/>
        </pc:sldMkLst>
      </pc:sldChg>
    </pc:docChg>
  </pc:docChgLst>
  <pc:docChgLst>
    <pc:chgData name="Owais Ahmed" userId="6abc7d4556b3b071" providerId="LiveId" clId="{B62834B4-398E-4247-9E28-9DDFDA447796}"/>
    <pc:docChg chg="undo redo custSel addSld delSld modSld sldOrd">
      <pc:chgData name="Owais Ahmed" userId="6abc7d4556b3b071" providerId="LiveId" clId="{B62834B4-398E-4247-9E28-9DDFDA447796}" dt="2023-09-23T07:22:00.727" v="5823" actId="27636"/>
      <pc:docMkLst>
        <pc:docMk/>
      </pc:docMkLst>
      <pc:sldChg chg="modSp mod">
        <pc:chgData name="Owais Ahmed" userId="6abc7d4556b3b071" providerId="LiveId" clId="{B62834B4-398E-4247-9E28-9DDFDA447796}" dt="2023-09-23T06:00:33.817" v="3767" actId="20577"/>
        <pc:sldMkLst>
          <pc:docMk/>
          <pc:sldMk cId="1649098948" sldId="2462"/>
        </pc:sldMkLst>
      </pc:sldChg>
      <pc:sldChg chg="modSp mod modAnim modNotesTx">
        <pc:chgData name="Owais Ahmed" userId="6abc7d4556b3b071" providerId="LiveId" clId="{B62834B4-398E-4247-9E28-9DDFDA447796}" dt="2023-09-23T06:01:07.469" v="3792" actId="20577"/>
        <pc:sldMkLst>
          <pc:docMk/>
          <pc:sldMk cId="641030253" sldId="2479"/>
        </pc:sldMkLst>
      </pc:sldChg>
      <pc:sldChg chg="modSp mod">
        <pc:chgData name="Owais Ahmed" userId="6abc7d4556b3b071" providerId="LiveId" clId="{B62834B4-398E-4247-9E28-9DDFDA447796}" dt="2023-09-22T18:36:22.798" v="2" actId="20577"/>
        <pc:sldMkLst>
          <pc:docMk/>
          <pc:sldMk cId="146856052" sldId="2503"/>
        </pc:sldMkLst>
      </pc:sldChg>
      <pc:sldChg chg="addSp delSp modSp mod modAnim modNotesTx">
        <pc:chgData name="Owais Ahmed" userId="6abc7d4556b3b071" providerId="LiveId" clId="{B62834B4-398E-4247-9E28-9DDFDA447796}" dt="2023-09-23T05:25:42.329" v="2148" actId="113"/>
        <pc:sldMkLst>
          <pc:docMk/>
          <pc:sldMk cId="1742566059" sldId="2504"/>
        </pc:sldMkLst>
      </pc:sldChg>
      <pc:sldChg chg="del">
        <pc:chgData name="Owais Ahmed" userId="6abc7d4556b3b071" providerId="LiveId" clId="{B62834B4-398E-4247-9E28-9DDFDA447796}" dt="2023-09-23T05:16:37.746" v="1781" actId="47"/>
        <pc:sldMkLst>
          <pc:docMk/>
          <pc:sldMk cId="3840363020" sldId="2505"/>
        </pc:sldMkLst>
      </pc:sldChg>
      <pc:sldChg chg="modSp mod modAnim">
        <pc:chgData name="Owais Ahmed" userId="6abc7d4556b3b071" providerId="LiveId" clId="{B62834B4-398E-4247-9E28-9DDFDA447796}" dt="2023-09-23T06:04:41.685" v="4163" actId="20577"/>
        <pc:sldMkLst>
          <pc:docMk/>
          <pc:sldMk cId="4221376715" sldId="2506"/>
        </pc:sldMkLst>
      </pc:sldChg>
      <pc:sldChg chg="modSp mod modAnim">
        <pc:chgData name="Owais Ahmed" userId="6abc7d4556b3b071" providerId="LiveId" clId="{B62834B4-398E-4247-9E28-9DDFDA447796}" dt="2023-09-23T05:54:38.044" v="3733" actId="20577"/>
        <pc:sldMkLst>
          <pc:docMk/>
          <pc:sldMk cId="535421403" sldId="2509"/>
        </pc:sldMkLst>
      </pc:sldChg>
      <pc:sldChg chg="delSp modSp mod delAnim modAnim">
        <pc:chgData name="Owais Ahmed" userId="6abc7d4556b3b071" providerId="LiveId" clId="{B62834B4-398E-4247-9E28-9DDFDA447796}" dt="2023-09-23T06:06:45.860" v="4278" actId="20577"/>
        <pc:sldMkLst>
          <pc:docMk/>
          <pc:sldMk cId="828323908" sldId="2510"/>
        </pc:sldMkLst>
      </pc:sldChg>
      <pc:sldChg chg="addSp delSp modSp mod modAnim">
        <pc:chgData name="Owais Ahmed" userId="6abc7d4556b3b071" providerId="LiveId" clId="{B62834B4-398E-4247-9E28-9DDFDA447796}" dt="2023-09-23T05:44:00.667" v="3435" actId="403"/>
        <pc:sldMkLst>
          <pc:docMk/>
          <pc:sldMk cId="1223560295" sldId="2511"/>
        </pc:sldMkLst>
      </pc:sldChg>
      <pc:sldChg chg="del">
        <pc:chgData name="Owais Ahmed" userId="6abc7d4556b3b071" providerId="LiveId" clId="{B62834B4-398E-4247-9E28-9DDFDA447796}" dt="2023-09-23T05:16:38.288" v="1782" actId="47"/>
        <pc:sldMkLst>
          <pc:docMk/>
          <pc:sldMk cId="3544083855" sldId="2512"/>
        </pc:sldMkLst>
      </pc:sldChg>
      <pc:sldChg chg="del">
        <pc:chgData name="Owais Ahmed" userId="6abc7d4556b3b071" providerId="LiveId" clId="{B62834B4-398E-4247-9E28-9DDFDA447796}" dt="2023-09-23T05:16:41.597" v="1783" actId="47"/>
        <pc:sldMkLst>
          <pc:docMk/>
          <pc:sldMk cId="3886361074" sldId="2513"/>
        </pc:sldMkLst>
      </pc:sldChg>
      <pc:sldChg chg="modSp modAnim">
        <pc:chgData name="Owais Ahmed" userId="6abc7d4556b3b071" providerId="LiveId" clId="{B62834B4-398E-4247-9E28-9DDFDA447796}" dt="2023-09-23T07:21:52.389" v="5821" actId="20577"/>
        <pc:sldMkLst>
          <pc:docMk/>
          <pc:sldMk cId="768535535" sldId="2515"/>
        </pc:sldMkLst>
      </pc:sldChg>
      <pc:sldChg chg="del">
        <pc:chgData name="Owais Ahmed" userId="6abc7d4556b3b071" providerId="LiveId" clId="{B62834B4-398E-4247-9E28-9DDFDA447796}" dt="2023-09-23T05:51:09.556" v="3436" actId="47"/>
        <pc:sldMkLst>
          <pc:docMk/>
          <pc:sldMk cId="1026010710" sldId="2517"/>
        </pc:sldMkLst>
      </pc:sldChg>
      <pc:sldChg chg="modSp mod modAnim">
        <pc:chgData name="Owais Ahmed" userId="6abc7d4556b3b071" providerId="LiveId" clId="{B62834B4-398E-4247-9E28-9DDFDA447796}" dt="2023-09-23T07:22:00.727" v="5823" actId="27636"/>
        <pc:sldMkLst>
          <pc:docMk/>
          <pc:sldMk cId="2307700478" sldId="2518"/>
        </pc:sldMkLst>
      </pc:sldChg>
      <pc:sldChg chg="add">
        <pc:chgData name="Owais Ahmed" userId="6abc7d4556b3b071" providerId="LiveId" clId="{B62834B4-398E-4247-9E28-9DDFDA447796}" dt="2023-09-23T05:16:58.292" v="1785" actId="2890"/>
        <pc:sldMkLst>
          <pc:docMk/>
          <pc:sldMk cId="3233670327" sldId="2519"/>
        </pc:sldMkLst>
      </pc:sldChg>
      <pc:sldChg chg="del">
        <pc:chgData name="Owais Ahmed" userId="6abc7d4556b3b071" providerId="LiveId" clId="{B62834B4-398E-4247-9E28-9DDFDA447796}" dt="2023-09-23T05:16:43.875" v="1784" actId="47"/>
        <pc:sldMkLst>
          <pc:docMk/>
          <pc:sldMk cId="4143521781" sldId="2519"/>
        </pc:sldMkLst>
      </pc:sldChg>
      <pc:sldChg chg="modSp add mod modAnim">
        <pc:chgData name="Owais Ahmed" userId="6abc7d4556b3b071" providerId="LiveId" clId="{B62834B4-398E-4247-9E28-9DDFDA447796}" dt="2023-09-23T05:27:40.255" v="2236" actId="20577"/>
        <pc:sldMkLst>
          <pc:docMk/>
          <pc:sldMk cId="760180440" sldId="2520"/>
        </pc:sldMkLst>
      </pc:sldChg>
      <pc:sldChg chg="modSp add mod modAnim">
        <pc:chgData name="Owais Ahmed" userId="6abc7d4556b3b071" providerId="LiveId" clId="{B62834B4-398E-4247-9E28-9DDFDA447796}" dt="2023-09-23T05:30:38.437" v="2566" actId="20577"/>
        <pc:sldMkLst>
          <pc:docMk/>
          <pc:sldMk cId="3422053575" sldId="2521"/>
        </pc:sldMkLst>
      </pc:sldChg>
      <pc:sldChg chg="modSp add mod ord modAnim">
        <pc:chgData name="Owais Ahmed" userId="6abc7d4556b3b071" providerId="LiveId" clId="{B62834B4-398E-4247-9E28-9DDFDA447796}" dt="2023-09-23T05:32:54.442" v="2835" actId="20577"/>
        <pc:sldMkLst>
          <pc:docMk/>
          <pc:sldMk cId="2616068738" sldId="2522"/>
        </pc:sldMkLst>
      </pc:sldChg>
      <pc:sldChg chg="addSp modSp add mod modAnim">
        <pc:chgData name="Owais Ahmed" userId="6abc7d4556b3b071" providerId="LiveId" clId="{B62834B4-398E-4247-9E28-9DDFDA447796}" dt="2023-09-23T05:37:34.946" v="3180" actId="20577"/>
        <pc:sldMkLst>
          <pc:docMk/>
          <pc:sldMk cId="428669156" sldId="2523"/>
        </pc:sldMkLst>
      </pc:sldChg>
      <pc:sldChg chg="modSp add mod modAnim modNotesTx">
        <pc:chgData name="Owais Ahmed" userId="6abc7d4556b3b071" providerId="LiveId" clId="{B62834B4-398E-4247-9E28-9DDFDA447796}" dt="2023-09-23T06:09:34.807" v="4707" actId="20577"/>
        <pc:sldMkLst>
          <pc:docMk/>
          <pc:sldMk cId="3603363398" sldId="2524"/>
        </pc:sldMkLst>
      </pc:sldChg>
      <pc:sldChg chg="delSp modSp add del mod delAnim modAnim modNotesTx">
        <pc:chgData name="Owais Ahmed" userId="6abc7d4556b3b071" providerId="LiveId" clId="{B62834B4-398E-4247-9E28-9DDFDA447796}" dt="2023-09-23T06:12:39.063" v="4719" actId="47"/>
        <pc:sldMkLst>
          <pc:docMk/>
          <pc:sldMk cId="1786392670" sldId="2525"/>
        </pc:sldMkLst>
      </pc:sldChg>
      <pc:sldChg chg="modSp add mod modAnim">
        <pc:chgData name="Owais Ahmed" userId="6abc7d4556b3b071" providerId="LiveId" clId="{B62834B4-398E-4247-9E28-9DDFDA447796}" dt="2023-09-23T06:17:30.723" v="5233" actId="20577"/>
        <pc:sldMkLst>
          <pc:docMk/>
          <pc:sldMk cId="2521120589" sldId="2525"/>
        </pc:sldMkLst>
      </pc:sldChg>
    </pc:docChg>
  </pc:docChgLst>
  <pc:docChgLst>
    <pc:chgData name="Owais Ahmed" userId="6abc7d4556b3b071" providerId="LiveId" clId="{DB88F97C-3D81-4814-82FC-CD86E708BB16}"/>
    <pc:docChg chg="undo custSel addSld delSld modSld sldOrd">
      <pc:chgData name="Owais Ahmed" userId="6abc7d4556b3b071" providerId="LiveId" clId="{DB88F97C-3D81-4814-82FC-CD86E708BB16}" dt="2023-07-17T13:54:25.791" v="1700" actId="20577"/>
      <pc:docMkLst>
        <pc:docMk/>
      </pc:docMkLst>
      <pc:sldChg chg="modSp mod">
        <pc:chgData name="Owais Ahmed" userId="6abc7d4556b3b071" providerId="LiveId" clId="{DB88F97C-3D81-4814-82FC-CD86E708BB16}" dt="2023-07-17T06:28:30.740" v="1068" actId="20577"/>
        <pc:sldMkLst>
          <pc:docMk/>
          <pc:sldMk cId="146856052" sldId="2503"/>
        </pc:sldMkLst>
      </pc:sldChg>
      <pc:sldChg chg="modSp">
        <pc:chgData name="Owais Ahmed" userId="6abc7d4556b3b071" providerId="LiveId" clId="{DB88F97C-3D81-4814-82FC-CD86E708BB16}" dt="2023-07-17T05:14:32.459" v="330" actId="20577"/>
        <pc:sldMkLst>
          <pc:docMk/>
          <pc:sldMk cId="3840363020" sldId="2505"/>
        </pc:sldMkLst>
      </pc:sldChg>
      <pc:sldChg chg="delSp modSp mod delAnim modAnim">
        <pc:chgData name="Owais Ahmed" userId="6abc7d4556b3b071" providerId="LiveId" clId="{DB88F97C-3D81-4814-82FC-CD86E708BB16}" dt="2023-07-17T05:54:08.812" v="1062" actId="20577"/>
        <pc:sldMkLst>
          <pc:docMk/>
          <pc:sldMk cId="828323908" sldId="2510"/>
        </pc:sldMkLst>
      </pc:sldChg>
      <pc:sldChg chg="modSp mod modAnim">
        <pc:chgData name="Owais Ahmed" userId="6abc7d4556b3b071" providerId="LiveId" clId="{DB88F97C-3D81-4814-82FC-CD86E708BB16}" dt="2023-07-17T12:28:26.740" v="1154" actId="20577"/>
        <pc:sldMkLst>
          <pc:docMk/>
          <pc:sldMk cId="3544083855" sldId="2512"/>
        </pc:sldMkLst>
      </pc:sldChg>
      <pc:sldChg chg="modSp mod modAnim">
        <pc:chgData name="Owais Ahmed" userId="6abc7d4556b3b071" providerId="LiveId" clId="{DB88F97C-3D81-4814-82FC-CD86E708BB16}" dt="2023-07-17T05:45:01.743" v="568" actId="20577"/>
        <pc:sldMkLst>
          <pc:docMk/>
          <pc:sldMk cId="3886361074" sldId="2513"/>
        </pc:sldMkLst>
      </pc:sldChg>
      <pc:sldChg chg="modSp modAnim">
        <pc:chgData name="Owais Ahmed" userId="6abc7d4556b3b071" providerId="LiveId" clId="{DB88F97C-3D81-4814-82FC-CD86E708BB16}" dt="2023-07-17T05:45:37.860" v="579" actId="20577"/>
        <pc:sldMkLst>
          <pc:docMk/>
          <pc:sldMk cId="768535535" sldId="2515"/>
        </pc:sldMkLst>
      </pc:sldChg>
      <pc:sldChg chg="modSp add mod modAnim">
        <pc:chgData name="Owais Ahmed" userId="6abc7d4556b3b071" providerId="LiveId" clId="{DB88F97C-3D81-4814-82FC-CD86E708BB16}" dt="2023-07-17T05:13:44.275" v="304" actId="20577"/>
        <pc:sldMkLst>
          <pc:docMk/>
          <pc:sldMk cId="1026010710" sldId="2517"/>
        </pc:sldMkLst>
      </pc:sldChg>
      <pc:sldChg chg="add del">
        <pc:chgData name="Owais Ahmed" userId="6abc7d4556b3b071" providerId="LiveId" clId="{DB88F97C-3D81-4814-82FC-CD86E708BB16}" dt="2023-07-17T05:11:54.424" v="5" actId="2890"/>
        <pc:sldMkLst>
          <pc:docMk/>
          <pc:sldMk cId="2639481800" sldId="2517"/>
        </pc:sldMkLst>
      </pc:sldChg>
      <pc:sldChg chg="modSp add mod ord modAnim">
        <pc:chgData name="Owais Ahmed" userId="6abc7d4556b3b071" providerId="LiveId" clId="{DB88F97C-3D81-4814-82FC-CD86E708BB16}" dt="2023-07-17T05:49:17.325" v="984" actId="5793"/>
        <pc:sldMkLst>
          <pc:docMk/>
          <pc:sldMk cId="2307700478" sldId="2518"/>
        </pc:sldMkLst>
      </pc:sldChg>
      <pc:sldChg chg="addSp modSp add mod modAnim">
        <pc:chgData name="Owais Ahmed" userId="6abc7d4556b3b071" providerId="LiveId" clId="{DB88F97C-3D81-4814-82FC-CD86E708BB16}" dt="2023-07-17T13:54:25.791" v="1700" actId="20577"/>
        <pc:sldMkLst>
          <pc:docMk/>
          <pc:sldMk cId="4143521781" sldId="2519"/>
        </pc:sldMkLst>
      </pc:sldChg>
    </pc:docChg>
  </pc:docChgLst>
  <pc:docChgLst>
    <pc:chgData name="Owais Ahmed" userId="6abc7d4556b3b071" providerId="LiveId" clId="{FA4B79B8-39B8-48A6-B393-A63A4E455364}"/>
    <pc:docChg chg="custSel delSld modSld">
      <pc:chgData name="Owais Ahmed" userId="6abc7d4556b3b071" providerId="LiveId" clId="{FA4B79B8-39B8-48A6-B393-A63A4E455364}" dt="2023-09-28T08:59:14.750" v="342" actId="20577"/>
      <pc:docMkLst>
        <pc:docMk/>
      </pc:docMkLst>
      <pc:sldChg chg="modSp mod modAnim">
        <pc:chgData name="Owais Ahmed" userId="6abc7d4556b3b071" providerId="LiveId" clId="{FA4B79B8-39B8-48A6-B393-A63A4E455364}" dt="2023-09-28T03:49:54.690" v="1" actId="27636"/>
        <pc:sldMkLst>
          <pc:docMk/>
          <pc:sldMk cId="1742566059" sldId="2504"/>
        </pc:sldMkLst>
      </pc:sldChg>
      <pc:sldChg chg="modSp mod modAnim">
        <pc:chgData name="Owais Ahmed" userId="6abc7d4556b3b071" providerId="LiveId" clId="{FA4B79B8-39B8-48A6-B393-A63A4E455364}" dt="2023-09-28T08:51:57.087" v="241" actId="27636"/>
        <pc:sldMkLst>
          <pc:docMk/>
          <pc:sldMk cId="4221376715" sldId="2506"/>
        </pc:sldMkLst>
      </pc:sldChg>
      <pc:sldChg chg="modSp">
        <pc:chgData name="Owais Ahmed" userId="6abc7d4556b3b071" providerId="LiveId" clId="{FA4B79B8-39B8-48A6-B393-A63A4E455364}" dt="2023-09-28T04:06:08.256" v="221" actId="20577"/>
        <pc:sldMkLst>
          <pc:docMk/>
          <pc:sldMk cId="875357634" sldId="2507"/>
        </pc:sldMkLst>
      </pc:sldChg>
      <pc:sldChg chg="modSp modAnim">
        <pc:chgData name="Owais Ahmed" userId="6abc7d4556b3b071" providerId="LiveId" clId="{FA4B79B8-39B8-48A6-B393-A63A4E455364}" dt="2023-09-28T08:59:14.750" v="342" actId="20577"/>
        <pc:sldMkLst>
          <pc:docMk/>
          <pc:sldMk cId="1223560295" sldId="2511"/>
        </pc:sldMkLst>
      </pc:sldChg>
      <pc:sldChg chg="del">
        <pc:chgData name="Owais Ahmed" userId="6abc7d4556b3b071" providerId="LiveId" clId="{FA4B79B8-39B8-48A6-B393-A63A4E455364}" dt="2023-09-28T04:07:27.351" v="227" actId="47"/>
        <pc:sldMkLst>
          <pc:docMk/>
          <pc:sldMk cId="768535535" sldId="2515"/>
        </pc:sldMkLst>
      </pc:sldChg>
      <pc:sldChg chg="modAnim">
        <pc:chgData name="Owais Ahmed" userId="6abc7d4556b3b071" providerId="LiveId" clId="{FA4B79B8-39B8-48A6-B393-A63A4E455364}" dt="2023-09-28T03:59:21.932" v="195"/>
        <pc:sldMkLst>
          <pc:docMk/>
          <pc:sldMk cId="3233670327" sldId="2519"/>
        </pc:sldMkLst>
      </pc:sldChg>
      <pc:sldChg chg="modAnim">
        <pc:chgData name="Owais Ahmed" userId="6abc7d4556b3b071" providerId="LiveId" clId="{FA4B79B8-39B8-48A6-B393-A63A4E455364}" dt="2023-09-28T03:50:15.791" v="5"/>
        <pc:sldMkLst>
          <pc:docMk/>
          <pc:sldMk cId="760180440" sldId="2520"/>
        </pc:sldMkLst>
      </pc:sldChg>
      <pc:sldChg chg="modAnim">
        <pc:chgData name="Owais Ahmed" userId="6abc7d4556b3b071" providerId="LiveId" clId="{FA4B79B8-39B8-48A6-B393-A63A4E455364}" dt="2023-09-28T04:04:28.521" v="207"/>
        <pc:sldMkLst>
          <pc:docMk/>
          <pc:sldMk cId="428669156" sldId="2523"/>
        </pc:sldMkLst>
      </pc:sldChg>
      <pc:sldChg chg="modSp mod modAnim">
        <pc:chgData name="Owais Ahmed" userId="6abc7d4556b3b071" providerId="LiveId" clId="{FA4B79B8-39B8-48A6-B393-A63A4E455364}" dt="2023-09-28T04:07:31.138" v="239" actId="20577"/>
        <pc:sldMkLst>
          <pc:docMk/>
          <pc:sldMk cId="2521120589" sldId="2525"/>
        </pc:sldMkLst>
      </pc:sldChg>
      <pc:sldChg chg="modAnim">
        <pc:chgData name="Owais Ahmed" userId="6abc7d4556b3b071" providerId="LiveId" clId="{FA4B79B8-39B8-48A6-B393-A63A4E455364}" dt="2023-09-28T04:03:09.287" v="196"/>
        <pc:sldMkLst>
          <pc:docMk/>
          <pc:sldMk cId="110326978" sldId="2526"/>
        </pc:sldMkLst>
      </pc:sldChg>
      <pc:sldChg chg="modNotesTx">
        <pc:chgData name="Owais Ahmed" userId="6abc7d4556b3b071" providerId="LiveId" clId="{FA4B79B8-39B8-48A6-B393-A63A4E455364}" dt="2023-09-28T03:53:28.974" v="193" actId="20577"/>
        <pc:sldMkLst>
          <pc:docMk/>
          <pc:sldMk cId="568047908" sldId="2527"/>
        </pc:sldMkLst>
      </pc:sldChg>
      <pc:sldChg chg="modSp">
        <pc:chgData name="Owais Ahmed" userId="6abc7d4556b3b071" providerId="LiveId" clId="{FA4B79B8-39B8-48A6-B393-A63A4E455364}" dt="2023-09-28T08:52:20.357" v="243" actId="6549"/>
        <pc:sldMkLst>
          <pc:docMk/>
          <pc:sldMk cId="548703236" sldId="2532"/>
        </pc:sldMkLst>
      </pc:sldChg>
    </pc:docChg>
  </pc:docChgLst>
  <pc:docChgLst>
    <pc:chgData name="Owais Ahmed" userId="6abc7d4556b3b071" providerId="LiveId" clId="{D0A51F83-B713-4A4D-8105-C75936B8E1D2}"/>
    <pc:docChg chg="undo custSel addSld delSld modSld sldOrd">
      <pc:chgData name="Owais Ahmed" userId="6abc7d4556b3b071" providerId="LiveId" clId="{D0A51F83-B713-4A4D-8105-C75936B8E1D2}" dt="2025-10-04T08:51:11.290" v="8373"/>
      <pc:docMkLst>
        <pc:docMk/>
      </pc:docMkLst>
      <pc:sldChg chg="addSp modSp mod">
        <pc:chgData name="Owais Ahmed" userId="6abc7d4556b3b071" providerId="LiveId" clId="{D0A51F83-B713-4A4D-8105-C75936B8E1D2}" dt="2025-10-04T08:42:51.109" v="8036"/>
        <pc:sldMkLst>
          <pc:docMk/>
          <pc:sldMk cId="1649098948" sldId="2462"/>
        </pc:sldMkLst>
        <pc:spChg chg="add mod">
          <ac:chgData name="Owais Ahmed" userId="6abc7d4556b3b071" providerId="LiveId" clId="{D0A51F83-B713-4A4D-8105-C75936B8E1D2}" dt="2025-09-23T13:15:20.739" v="1222" actId="14826"/>
          <ac:spMkLst>
            <pc:docMk/>
            <pc:sldMk cId="1649098948" sldId="2462"/>
            <ac:spMk id="4" creationId="{D45FA580-2511-43FF-99FF-4AD8C9598CD1}"/>
          </ac:spMkLst>
        </pc:spChg>
        <pc:spChg chg="mod">
          <ac:chgData name="Owais Ahmed" userId="6abc7d4556b3b071" providerId="LiveId" clId="{D0A51F83-B713-4A4D-8105-C75936B8E1D2}" dt="2025-10-04T08:42:51.109" v="8036"/>
          <ac:spMkLst>
            <pc:docMk/>
            <pc:sldMk cId="1649098948" sldId="2462"/>
            <ac:spMk id="6" creationId="{F3C89A40-EEAA-43AB-9A3A-B2CFDE450F1B}"/>
          </ac:spMkLst>
        </pc:spChg>
        <pc:picChg chg="mod modCrop">
          <ac:chgData name="Owais Ahmed" userId="6abc7d4556b3b071" providerId="LiveId" clId="{D0A51F83-B713-4A4D-8105-C75936B8E1D2}" dt="2025-09-23T13:15:43.223" v="1223" actId="18131"/>
          <ac:picMkLst>
            <pc:docMk/>
            <pc:sldMk cId="1649098948" sldId="2462"/>
            <ac:picMk id="8" creationId="{BB76F5AB-0940-46E1-85F9-6A870D7D04C9}"/>
          </ac:picMkLst>
        </pc:picChg>
      </pc:sldChg>
      <pc:sldChg chg="modSp mod modAnim modNotesTx">
        <pc:chgData name="Owais Ahmed" userId="6abc7d4556b3b071" providerId="LiveId" clId="{D0A51F83-B713-4A4D-8105-C75936B8E1D2}" dt="2025-09-23T13:24:50.405" v="1686" actId="27636"/>
        <pc:sldMkLst>
          <pc:docMk/>
          <pc:sldMk cId="641030253" sldId="2479"/>
        </pc:sldMkLst>
      </pc:sldChg>
      <pc:sldChg chg="addSp delSp modSp mod setBg addAnim delAnim setClrOvrMap">
        <pc:chgData name="Owais Ahmed" userId="6abc7d4556b3b071" providerId="LiveId" clId="{D0A51F83-B713-4A4D-8105-C75936B8E1D2}" dt="2025-09-30T13:24:36.664" v="5585" actId="20577"/>
        <pc:sldMkLst>
          <pc:docMk/>
          <pc:sldMk cId="146856052" sldId="2503"/>
        </pc:sldMkLst>
        <pc:spChg chg="mod">
          <ac:chgData name="Owais Ahmed" userId="6abc7d4556b3b071" providerId="LiveId" clId="{D0A51F83-B713-4A4D-8105-C75936B8E1D2}" dt="2025-09-23T13:14:19.819" v="1217" actId="26606"/>
          <ac:spMkLst>
            <pc:docMk/>
            <pc:sldMk cId="146856052" sldId="2503"/>
            <ac:spMk id="3" creationId="{C0AE828D-1E63-455F-949D-0C5454A7FE88}"/>
          </ac:spMkLst>
        </pc:spChg>
        <pc:spChg chg="mod">
          <ac:chgData name="Owais Ahmed" userId="6abc7d4556b3b071" providerId="LiveId" clId="{D0A51F83-B713-4A4D-8105-C75936B8E1D2}" dt="2025-09-30T13:24:36.664" v="5585" actId="20577"/>
          <ac:spMkLst>
            <pc:docMk/>
            <pc:sldMk cId="146856052" sldId="2503"/>
            <ac:spMk id="9" creationId="{79DC1498-E692-42BA-B69F-6D37E6CFACA0}"/>
          </ac:spMkLst>
        </pc:spChg>
        <pc:picChg chg="mod ord">
          <ac:chgData name="Owais Ahmed" userId="6abc7d4556b3b071" providerId="LiveId" clId="{D0A51F83-B713-4A4D-8105-C75936B8E1D2}" dt="2025-09-23T13:14:20.562" v="1218" actId="14826"/>
          <ac:picMkLst>
            <pc:docMk/>
            <pc:sldMk cId="146856052" sldId="2503"/>
            <ac:picMk id="8" creationId="{9AB29DBC-55D3-49D9-BB44-4936739C4B57}"/>
          </ac:picMkLst>
        </pc:picChg>
      </pc:sldChg>
      <pc:sldChg chg="del">
        <pc:chgData name="Owais Ahmed" userId="6abc7d4556b3b071" providerId="LiveId" clId="{D0A51F83-B713-4A4D-8105-C75936B8E1D2}" dt="2025-09-23T13:26:43.827" v="1754" actId="47"/>
        <pc:sldMkLst>
          <pc:docMk/>
          <pc:sldMk cId="1742566059" sldId="2504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4221376715" sldId="2506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875357634" sldId="2507"/>
        </pc:sldMkLst>
      </pc:sldChg>
      <pc:sldChg chg="del">
        <pc:chgData name="Owais Ahmed" userId="6abc7d4556b3b071" providerId="LiveId" clId="{D0A51F83-B713-4A4D-8105-C75936B8E1D2}" dt="2025-09-23T13:27:00.031" v="1759" actId="47"/>
        <pc:sldMkLst>
          <pc:docMk/>
          <pc:sldMk cId="535421403" sldId="2509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828323908" sldId="2510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1223560295" sldId="2511"/>
        </pc:sldMkLst>
      </pc:sldChg>
      <pc:sldChg chg="modSp del mod modAnim modNotesTx">
        <pc:chgData name="Owais Ahmed" userId="6abc7d4556b3b071" providerId="LiveId" clId="{D0A51F83-B713-4A4D-8105-C75936B8E1D2}" dt="2025-09-27T08:06:38.050" v="5033" actId="47"/>
        <pc:sldMkLst>
          <pc:docMk/>
          <pc:sldMk cId="3210411380" sldId="2514"/>
        </pc:sldMkLst>
      </pc:sldChg>
      <pc:sldChg chg="del">
        <pc:chgData name="Owais Ahmed" userId="6abc7d4556b3b071" providerId="LiveId" clId="{D0A51F83-B713-4A4D-8105-C75936B8E1D2}" dt="2025-09-23T13:27:01.584" v="1760" actId="47"/>
        <pc:sldMkLst>
          <pc:docMk/>
          <pc:sldMk cId="538863515" sldId="2516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3233670327" sldId="2519"/>
        </pc:sldMkLst>
      </pc:sldChg>
      <pc:sldChg chg="del">
        <pc:chgData name="Owais Ahmed" userId="6abc7d4556b3b071" providerId="LiveId" clId="{D0A51F83-B713-4A4D-8105-C75936B8E1D2}" dt="2025-09-23T13:26:44.015" v="1755" actId="47"/>
        <pc:sldMkLst>
          <pc:docMk/>
          <pc:sldMk cId="760180440" sldId="2520"/>
        </pc:sldMkLst>
      </pc:sldChg>
      <pc:sldChg chg="del">
        <pc:chgData name="Owais Ahmed" userId="6abc7d4556b3b071" providerId="LiveId" clId="{D0A51F83-B713-4A4D-8105-C75936B8E1D2}" dt="2025-09-23T13:26:44.195" v="1756" actId="47"/>
        <pc:sldMkLst>
          <pc:docMk/>
          <pc:sldMk cId="3422053575" sldId="2521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2616068738" sldId="2522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428669156" sldId="2523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3603363398" sldId="2524"/>
        </pc:sldMkLst>
      </pc:sldChg>
      <pc:sldChg chg="addSp delSp modSp mod modAnim">
        <pc:chgData name="Owais Ahmed" userId="6abc7d4556b3b071" providerId="LiveId" clId="{D0A51F83-B713-4A4D-8105-C75936B8E1D2}" dt="2025-09-27T08:05:17.615" v="5010" actId="20577"/>
        <pc:sldMkLst>
          <pc:docMk/>
          <pc:sldMk cId="2521120589" sldId="2525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110326978" sldId="2526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568047908" sldId="2527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3855651006" sldId="2528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1646317805" sldId="2529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1768471400" sldId="2530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2888631914" sldId="2531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548703236" sldId="2532"/>
        </pc:sldMkLst>
      </pc:sldChg>
      <pc:sldChg chg="del">
        <pc:chgData name="Owais Ahmed" userId="6abc7d4556b3b071" providerId="LiveId" clId="{D0A51F83-B713-4A4D-8105-C75936B8E1D2}" dt="2025-09-23T13:26:53.155" v="1758" actId="47"/>
        <pc:sldMkLst>
          <pc:docMk/>
          <pc:sldMk cId="3485167277" sldId="2533"/>
        </pc:sldMkLst>
      </pc:sldChg>
      <pc:sldChg chg="del">
        <pc:chgData name="Owais Ahmed" userId="6abc7d4556b3b071" providerId="LiveId" clId="{D0A51F83-B713-4A4D-8105-C75936B8E1D2}" dt="2025-09-23T13:26:48.679" v="1757" actId="47"/>
        <pc:sldMkLst>
          <pc:docMk/>
          <pc:sldMk cId="2547052265" sldId="2534"/>
        </pc:sldMkLst>
      </pc:sldChg>
      <pc:sldChg chg="modSp add mod modAnim modNotesTx">
        <pc:chgData name="Owais Ahmed" userId="6abc7d4556b3b071" providerId="LiveId" clId="{D0A51F83-B713-4A4D-8105-C75936B8E1D2}" dt="2025-09-27T08:07:56.205" v="5277" actId="20577"/>
        <pc:sldMkLst>
          <pc:docMk/>
          <pc:sldMk cId="253856043" sldId="2535"/>
        </pc:sldMkLst>
      </pc:sldChg>
      <pc:sldChg chg="modSp add mod modAnim modNotesTx">
        <pc:chgData name="Owais Ahmed" userId="6abc7d4556b3b071" providerId="LiveId" clId="{D0A51F83-B713-4A4D-8105-C75936B8E1D2}" dt="2025-09-26T10:50:25.529" v="2807" actId="6549"/>
        <pc:sldMkLst>
          <pc:docMk/>
          <pc:sldMk cId="1489557677" sldId="2536"/>
        </pc:sldMkLst>
      </pc:sldChg>
      <pc:sldChg chg="modSp add mod modAnim modNotesTx">
        <pc:chgData name="Owais Ahmed" userId="6abc7d4556b3b071" providerId="LiveId" clId="{D0A51F83-B713-4A4D-8105-C75936B8E1D2}" dt="2025-09-23T19:10:06.246" v="2656" actId="27636"/>
        <pc:sldMkLst>
          <pc:docMk/>
          <pc:sldMk cId="1376377652" sldId="2537"/>
        </pc:sldMkLst>
      </pc:sldChg>
      <pc:sldChg chg="modSp add mod modAnim">
        <pc:chgData name="Owais Ahmed" userId="6abc7d4556b3b071" providerId="LiveId" clId="{D0A51F83-B713-4A4D-8105-C75936B8E1D2}" dt="2025-09-26T13:56:31.541" v="3035" actId="20577"/>
        <pc:sldMkLst>
          <pc:docMk/>
          <pc:sldMk cId="1894232466" sldId="2538"/>
        </pc:sldMkLst>
      </pc:sldChg>
      <pc:sldChg chg="modSp add mod modNotesTx">
        <pc:chgData name="Owais Ahmed" userId="6abc7d4556b3b071" providerId="LiveId" clId="{D0A51F83-B713-4A4D-8105-C75936B8E1D2}" dt="2025-09-27T07:58:06.476" v="4237" actId="6549"/>
        <pc:sldMkLst>
          <pc:docMk/>
          <pc:sldMk cId="2637554873" sldId="2539"/>
        </pc:sldMkLst>
      </pc:sldChg>
      <pc:sldChg chg="add del">
        <pc:chgData name="Owais Ahmed" userId="6abc7d4556b3b071" providerId="LiveId" clId="{D0A51F83-B713-4A4D-8105-C75936B8E1D2}" dt="2025-09-27T08:06:18.545" v="5022" actId="47"/>
        <pc:sldMkLst>
          <pc:docMk/>
          <pc:sldMk cId="2095536288" sldId="2540"/>
        </pc:sldMkLst>
      </pc:sldChg>
      <pc:sldChg chg="delSp modSp add del mod modAnim">
        <pc:chgData name="Owais Ahmed" userId="6abc7d4556b3b071" providerId="LiveId" clId="{D0A51F83-B713-4A4D-8105-C75936B8E1D2}" dt="2025-09-27T08:02:10.446" v="4650" actId="47"/>
        <pc:sldMkLst>
          <pc:docMk/>
          <pc:sldMk cId="3082795902" sldId="2540"/>
        </pc:sldMkLst>
      </pc:sldChg>
      <pc:sldChg chg="modSp add mod ord modAnim modNotesTx">
        <pc:chgData name="Owais Ahmed" userId="6abc7d4556b3b071" providerId="LiveId" clId="{D0A51F83-B713-4A4D-8105-C75936B8E1D2}" dt="2025-09-27T08:10:20.371" v="5381" actId="20577"/>
        <pc:sldMkLst>
          <pc:docMk/>
          <pc:sldMk cId="1335818010" sldId="2541"/>
        </pc:sldMkLst>
      </pc:sldChg>
      <pc:sldChg chg="modSp add mod modAnim">
        <pc:chgData name="Owais Ahmed" userId="6abc7d4556b3b071" providerId="LiveId" clId="{D0A51F83-B713-4A4D-8105-C75936B8E1D2}" dt="2025-09-27T08:12:42.444" v="5398" actId="114"/>
        <pc:sldMkLst>
          <pc:docMk/>
          <pc:sldMk cId="1254183550" sldId="2542"/>
        </pc:sldMkLst>
      </pc:sldChg>
      <pc:sldChg chg="modSp add mod modAnim modNotesTx">
        <pc:chgData name="Owais Ahmed" userId="6abc7d4556b3b071" providerId="LiveId" clId="{D0A51F83-B713-4A4D-8105-C75936B8E1D2}" dt="2025-09-27T08:16:44.087" v="5579" actId="6549"/>
        <pc:sldMkLst>
          <pc:docMk/>
          <pc:sldMk cId="3038275289" sldId="2543"/>
        </pc:sldMkLst>
        <pc:spChg chg="mod">
          <ac:chgData name="Owais Ahmed" userId="6abc7d4556b3b071" providerId="LiveId" clId="{D0A51F83-B713-4A4D-8105-C75936B8E1D2}" dt="2025-09-27T08:16:27.862" v="5521" actId="20577"/>
          <ac:spMkLst>
            <pc:docMk/>
            <pc:sldMk cId="3038275289" sldId="2543"/>
            <ac:spMk id="3" creationId="{E45DF170-673F-3CB5-353A-1E7EDA9CEBE7}"/>
          </ac:spMkLst>
        </pc:spChg>
      </pc:sldChg>
      <pc:sldChg chg="modSp add mod modAnim">
        <pc:chgData name="Owais Ahmed" userId="6abc7d4556b3b071" providerId="LiveId" clId="{D0A51F83-B713-4A4D-8105-C75936B8E1D2}" dt="2025-10-04T08:51:11.290" v="8373"/>
        <pc:sldMkLst>
          <pc:docMk/>
          <pc:sldMk cId="316125855" sldId="2547"/>
        </pc:sldMkLst>
        <pc:spChg chg="mod">
          <ac:chgData name="Owais Ahmed" userId="6abc7d4556b3b071" providerId="LiveId" clId="{D0A51F83-B713-4A4D-8105-C75936B8E1D2}" dt="2025-10-04T08:00:20.711" v="6280" actId="20577"/>
          <ac:spMkLst>
            <pc:docMk/>
            <pc:sldMk cId="316125855" sldId="2547"/>
            <ac:spMk id="3" creationId="{7825CA17-56AF-F13E-9AE1-84244D149602}"/>
          </ac:spMkLst>
        </pc:spChg>
        <pc:spChg chg="mod">
          <ac:chgData name="Owais Ahmed" userId="6abc7d4556b3b071" providerId="LiveId" clId="{D0A51F83-B713-4A4D-8105-C75936B8E1D2}" dt="2025-10-04T07:24:21.489" v="5596" actId="20577"/>
          <ac:spMkLst>
            <pc:docMk/>
            <pc:sldMk cId="316125855" sldId="2547"/>
            <ac:spMk id="215" creationId="{43F1EEE8-4CEC-8A63-D7CD-29EE2F56029F}"/>
          </ac:spMkLst>
        </pc:spChg>
      </pc:sldChg>
      <pc:sldChg chg="modSp add mod modAnim modNotesTx">
        <pc:chgData name="Owais Ahmed" userId="6abc7d4556b3b071" providerId="LiveId" clId="{D0A51F83-B713-4A4D-8105-C75936B8E1D2}" dt="2025-10-04T08:23:35.448" v="7208" actId="6549"/>
        <pc:sldMkLst>
          <pc:docMk/>
          <pc:sldMk cId="3912733665" sldId="2548"/>
        </pc:sldMkLst>
        <pc:spChg chg="mod">
          <ac:chgData name="Owais Ahmed" userId="6abc7d4556b3b071" providerId="LiveId" clId="{D0A51F83-B713-4A4D-8105-C75936B8E1D2}" dt="2025-10-04T08:07:28.058" v="6513" actId="20577"/>
          <ac:spMkLst>
            <pc:docMk/>
            <pc:sldMk cId="3912733665" sldId="2548"/>
            <ac:spMk id="3" creationId="{1F41349A-9E08-8494-B380-F0E148C97287}"/>
          </ac:spMkLst>
        </pc:spChg>
        <pc:spChg chg="mod">
          <ac:chgData name="Owais Ahmed" userId="6abc7d4556b3b071" providerId="LiveId" clId="{D0A51F83-B713-4A4D-8105-C75936B8E1D2}" dt="2025-10-04T08:23:35.448" v="7208" actId="6549"/>
          <ac:spMkLst>
            <pc:docMk/>
            <pc:sldMk cId="3912733665" sldId="2548"/>
            <ac:spMk id="215" creationId="{B0CC1984-AB27-50CD-646A-A078CA361EA4}"/>
          </ac:spMkLst>
        </pc:spChg>
      </pc:sldChg>
      <pc:sldChg chg="addSp modSp add mod modAnim modNotesTx">
        <pc:chgData name="Owais Ahmed" userId="6abc7d4556b3b071" providerId="LiveId" clId="{D0A51F83-B713-4A4D-8105-C75936B8E1D2}" dt="2025-10-04T08:23:32.768" v="7207" actId="6549"/>
        <pc:sldMkLst>
          <pc:docMk/>
          <pc:sldMk cId="26429914" sldId="2549"/>
        </pc:sldMkLst>
        <pc:spChg chg="mod">
          <ac:chgData name="Owais Ahmed" userId="6abc7d4556b3b071" providerId="LiveId" clId="{D0A51F83-B713-4A4D-8105-C75936B8E1D2}" dt="2025-10-04T08:08:00.678" v="6516" actId="27636"/>
          <ac:spMkLst>
            <pc:docMk/>
            <pc:sldMk cId="26429914" sldId="2549"/>
            <ac:spMk id="3" creationId="{5C2DDA21-99F1-CDBD-7266-79FE65FCBAD1}"/>
          </ac:spMkLst>
        </pc:spChg>
        <pc:spChg chg="mod">
          <ac:chgData name="Owais Ahmed" userId="6abc7d4556b3b071" providerId="LiveId" clId="{D0A51F83-B713-4A4D-8105-C75936B8E1D2}" dt="2025-10-04T08:23:32.768" v="7207" actId="6549"/>
          <ac:spMkLst>
            <pc:docMk/>
            <pc:sldMk cId="26429914" sldId="2549"/>
            <ac:spMk id="215" creationId="{660882D5-6915-07D4-BB75-7BA1A9C2C863}"/>
          </ac:spMkLst>
        </pc:spChg>
        <pc:picChg chg="add mod">
          <ac:chgData name="Owais Ahmed" userId="6abc7d4556b3b071" providerId="LiveId" clId="{D0A51F83-B713-4A4D-8105-C75936B8E1D2}" dt="2025-10-04T08:08:26.281" v="6523" actId="1076"/>
          <ac:picMkLst>
            <pc:docMk/>
            <pc:sldMk cId="26429914" sldId="2549"/>
            <ac:picMk id="4" creationId="{57C13CEF-29B3-CA3C-DF20-6B0DFC6900A3}"/>
          </ac:picMkLst>
        </pc:picChg>
      </pc:sldChg>
      <pc:sldChg chg="modSp add mod ord modAnim modNotesTx">
        <pc:chgData name="Owais Ahmed" userId="6abc7d4556b3b071" providerId="LiveId" clId="{D0A51F83-B713-4A4D-8105-C75936B8E1D2}" dt="2025-10-04T08:50:37.143" v="8370"/>
        <pc:sldMkLst>
          <pc:docMk/>
          <pc:sldMk cId="1848560232" sldId="2550"/>
        </pc:sldMkLst>
        <pc:spChg chg="mod">
          <ac:chgData name="Owais Ahmed" userId="6abc7d4556b3b071" providerId="LiveId" clId="{D0A51F83-B713-4A4D-8105-C75936B8E1D2}" dt="2025-10-04T08:42:02.697" v="8032" actId="20577"/>
          <ac:spMkLst>
            <pc:docMk/>
            <pc:sldMk cId="1848560232" sldId="2550"/>
            <ac:spMk id="3" creationId="{88280B59-793A-454F-F7D2-0192BA5F0909}"/>
          </ac:spMkLst>
        </pc:spChg>
        <pc:spChg chg="mod">
          <ac:chgData name="Owais Ahmed" userId="6abc7d4556b3b071" providerId="LiveId" clId="{D0A51F83-B713-4A4D-8105-C75936B8E1D2}" dt="2025-10-04T08:39:37.299" v="7941" actId="20577"/>
          <ac:spMkLst>
            <pc:docMk/>
            <pc:sldMk cId="1848560232" sldId="2550"/>
            <ac:spMk id="215" creationId="{45FD07A1-7CE7-892A-9ADE-B7C49CD639CB}"/>
          </ac:spMkLst>
        </pc:spChg>
      </pc:sldChg>
      <pc:sldChg chg="modSp add del mod">
        <pc:chgData name="Owais Ahmed" userId="6abc7d4556b3b071" providerId="LiveId" clId="{D0A51F83-B713-4A4D-8105-C75936B8E1D2}" dt="2025-10-04T08:09:33.895" v="6555" actId="47"/>
        <pc:sldMkLst>
          <pc:docMk/>
          <pc:sldMk cId="2350355969" sldId="2550"/>
        </pc:sldMkLst>
        <pc:spChg chg="mod">
          <ac:chgData name="Owais Ahmed" userId="6abc7d4556b3b071" providerId="LiveId" clId="{D0A51F83-B713-4A4D-8105-C75936B8E1D2}" dt="2025-10-04T08:09:32.132" v="6554" actId="20577"/>
          <ac:spMkLst>
            <pc:docMk/>
            <pc:sldMk cId="2350355969" sldId="2550"/>
            <ac:spMk id="215" creationId="{CBF0943F-8183-57AF-A1FD-3E6B875183DF}"/>
          </ac:spMkLst>
        </pc:spChg>
      </pc:sldChg>
      <pc:sldChg chg="modSp add mod modAnim">
        <pc:chgData name="Owais Ahmed" userId="6abc7d4556b3b071" providerId="LiveId" clId="{D0A51F83-B713-4A4D-8105-C75936B8E1D2}" dt="2025-10-04T08:23:26.169" v="7205" actId="6549"/>
        <pc:sldMkLst>
          <pc:docMk/>
          <pc:sldMk cId="1411352173" sldId="2551"/>
        </pc:sldMkLst>
        <pc:spChg chg="mod">
          <ac:chgData name="Owais Ahmed" userId="6abc7d4556b3b071" providerId="LiveId" clId="{D0A51F83-B713-4A4D-8105-C75936B8E1D2}" dt="2025-10-04T08:16:18.188" v="6733" actId="20577"/>
          <ac:spMkLst>
            <pc:docMk/>
            <pc:sldMk cId="1411352173" sldId="2551"/>
            <ac:spMk id="3" creationId="{3FFBC875-87C1-46C8-AFC1-10915610EF50}"/>
          </ac:spMkLst>
        </pc:spChg>
        <pc:spChg chg="mod">
          <ac:chgData name="Owais Ahmed" userId="6abc7d4556b3b071" providerId="LiveId" clId="{D0A51F83-B713-4A4D-8105-C75936B8E1D2}" dt="2025-10-04T08:23:26.169" v="7205" actId="6549"/>
          <ac:spMkLst>
            <pc:docMk/>
            <pc:sldMk cId="1411352173" sldId="2551"/>
            <ac:spMk id="215" creationId="{6024F404-D37A-24FE-A98D-696EB1D6AD08}"/>
          </ac:spMkLst>
        </pc:spChg>
      </pc:sldChg>
      <pc:sldChg chg="modSp add mod modAnim">
        <pc:chgData name="Owais Ahmed" userId="6abc7d4556b3b071" providerId="LiveId" clId="{D0A51F83-B713-4A4D-8105-C75936B8E1D2}" dt="2025-10-04T08:47:04.768" v="8160" actId="6549"/>
        <pc:sldMkLst>
          <pc:docMk/>
          <pc:sldMk cId="2500246174" sldId="2552"/>
        </pc:sldMkLst>
        <pc:spChg chg="mod">
          <ac:chgData name="Owais Ahmed" userId="6abc7d4556b3b071" providerId="LiveId" clId="{D0A51F83-B713-4A4D-8105-C75936B8E1D2}" dt="2025-10-04T08:44:22.799" v="8052" actId="20577"/>
          <ac:spMkLst>
            <pc:docMk/>
            <pc:sldMk cId="2500246174" sldId="2552"/>
            <ac:spMk id="3" creationId="{AE751B3B-0410-986A-B141-2AF2FB496D73}"/>
          </ac:spMkLst>
        </pc:spChg>
        <pc:spChg chg="mod">
          <ac:chgData name="Owais Ahmed" userId="6abc7d4556b3b071" providerId="LiveId" clId="{D0A51F83-B713-4A4D-8105-C75936B8E1D2}" dt="2025-10-04T08:47:04.768" v="8160" actId="6549"/>
          <ac:spMkLst>
            <pc:docMk/>
            <pc:sldMk cId="2500246174" sldId="2552"/>
            <ac:spMk id="215" creationId="{055E654D-F899-5633-284A-F07D26B405AA}"/>
          </ac:spMkLst>
        </pc:spChg>
      </pc:sldChg>
      <pc:sldChg chg="modSp add mod modAnim modNotesTx">
        <pc:chgData name="Owais Ahmed" userId="6abc7d4556b3b071" providerId="LiveId" clId="{D0A51F83-B713-4A4D-8105-C75936B8E1D2}" dt="2025-10-04T08:31:57.401" v="7520" actId="20577"/>
        <pc:sldMkLst>
          <pc:docMk/>
          <pc:sldMk cId="2546709020" sldId="2553"/>
        </pc:sldMkLst>
        <pc:spChg chg="mod">
          <ac:chgData name="Owais Ahmed" userId="6abc7d4556b3b071" providerId="LiveId" clId="{D0A51F83-B713-4A4D-8105-C75936B8E1D2}" dt="2025-10-04T08:31:57.401" v="7520" actId="20577"/>
          <ac:spMkLst>
            <pc:docMk/>
            <pc:sldMk cId="2546709020" sldId="2553"/>
            <ac:spMk id="3" creationId="{10D8FCB5-3092-1FED-B3EC-4BE3720F9AB9}"/>
          </ac:spMkLst>
        </pc:spChg>
        <pc:spChg chg="mod">
          <ac:chgData name="Owais Ahmed" userId="6abc7d4556b3b071" providerId="LiveId" clId="{D0A51F83-B713-4A4D-8105-C75936B8E1D2}" dt="2025-10-04T08:31:44.281" v="7513" actId="20577"/>
          <ac:spMkLst>
            <pc:docMk/>
            <pc:sldMk cId="2546709020" sldId="2553"/>
            <ac:spMk id="215" creationId="{9F2787B1-4CA8-A7F3-9A64-856BBBEAED41}"/>
          </ac:spMkLst>
        </pc:spChg>
      </pc:sldChg>
      <pc:sldChg chg="modSp add mod modAnim modNotesTx">
        <pc:chgData name="Owais Ahmed" userId="6abc7d4556b3b071" providerId="LiveId" clId="{D0A51F83-B713-4A4D-8105-C75936B8E1D2}" dt="2025-10-04T08:51:04.374" v="8372"/>
        <pc:sldMkLst>
          <pc:docMk/>
          <pc:sldMk cId="3536881250" sldId="2554"/>
        </pc:sldMkLst>
        <pc:spChg chg="mod">
          <ac:chgData name="Owais Ahmed" userId="6abc7d4556b3b071" providerId="LiveId" clId="{D0A51F83-B713-4A4D-8105-C75936B8E1D2}" dt="2025-10-04T08:44:27.940" v="8057"/>
          <ac:spMkLst>
            <pc:docMk/>
            <pc:sldMk cId="3536881250" sldId="2554"/>
            <ac:spMk id="3" creationId="{7A6D68E2-8BEE-C623-BE90-F1CF1404ACBB}"/>
          </ac:spMkLst>
        </pc:spChg>
        <pc:spChg chg="mod">
          <ac:chgData name="Owais Ahmed" userId="6abc7d4556b3b071" providerId="LiveId" clId="{D0A51F83-B713-4A4D-8105-C75936B8E1D2}" dt="2025-10-04T08:33:19.360" v="7530" actId="20577"/>
          <ac:spMkLst>
            <pc:docMk/>
            <pc:sldMk cId="3536881250" sldId="2554"/>
            <ac:spMk id="215" creationId="{CD4C5F1B-598C-20D4-4B11-97AA9FEE284F}"/>
          </ac:spMkLst>
        </pc:spChg>
      </pc:sldChg>
      <pc:sldChg chg="add">
        <pc:chgData name="Owais Ahmed" userId="6abc7d4556b3b071" providerId="LiveId" clId="{D0A51F83-B713-4A4D-8105-C75936B8E1D2}" dt="2025-10-04T08:39:33.453" v="7928" actId="2890"/>
        <pc:sldMkLst>
          <pc:docMk/>
          <pc:sldMk cId="2051797263" sldId="2555"/>
        </pc:sldMkLst>
      </pc:sldChg>
      <pc:sldChg chg="modSp add mod ord modAnim">
        <pc:chgData name="Owais Ahmed" userId="6abc7d4556b3b071" providerId="LiveId" clId="{D0A51F83-B713-4A4D-8105-C75936B8E1D2}" dt="2025-10-04T08:49:07.675" v="8368" actId="20577"/>
        <pc:sldMkLst>
          <pc:docMk/>
          <pc:sldMk cId="4085797187" sldId="2556"/>
        </pc:sldMkLst>
        <pc:spChg chg="mod">
          <ac:chgData name="Owais Ahmed" userId="6abc7d4556b3b071" providerId="LiveId" clId="{D0A51F83-B713-4A4D-8105-C75936B8E1D2}" dt="2025-10-04T08:49:07.675" v="8368" actId="20577"/>
          <ac:spMkLst>
            <pc:docMk/>
            <pc:sldMk cId="4085797187" sldId="2556"/>
            <ac:spMk id="3" creationId="{B49375FB-BB2F-8DD2-3328-B74522FD3E7A}"/>
          </ac:spMkLst>
        </pc:spChg>
        <pc:spChg chg="mod">
          <ac:chgData name="Owais Ahmed" userId="6abc7d4556b3b071" providerId="LiveId" clId="{D0A51F83-B713-4A4D-8105-C75936B8E1D2}" dt="2025-10-04T08:47:22.565" v="8172" actId="20577"/>
          <ac:spMkLst>
            <pc:docMk/>
            <pc:sldMk cId="4085797187" sldId="2556"/>
            <ac:spMk id="215" creationId="{BD06CAA1-629C-C8A0-527E-7D383CAD38CD}"/>
          </ac:spMkLst>
        </pc:spChg>
      </pc:sldChg>
    </pc:docChg>
  </pc:docChgLst>
  <pc:docChgLst>
    <pc:chgData name="Owais Ahmed" userId="6abc7d4556b3b071" providerId="LiveId" clId="{85A129D3-1BA4-4A63-924B-7772A7960428}"/>
    <pc:docChg chg="undo custSel delSld modSld">
      <pc:chgData name="Owais Ahmed" userId="6abc7d4556b3b071" providerId="LiveId" clId="{85A129D3-1BA4-4A63-924B-7772A7960428}" dt="2023-03-02T04:26:09.378" v="409" actId="47"/>
      <pc:docMkLst>
        <pc:docMk/>
      </pc:docMkLst>
      <pc:sldChg chg="modSp mod">
        <pc:chgData name="Owais Ahmed" userId="6abc7d4556b3b071" providerId="LiveId" clId="{85A129D3-1BA4-4A63-924B-7772A7960428}" dt="2023-03-02T04:05:28.784" v="22" actId="20577"/>
        <pc:sldMkLst>
          <pc:docMk/>
          <pc:sldMk cId="3927832306" sldId="2448"/>
        </pc:sldMkLst>
      </pc:sldChg>
      <pc:sldChg chg="modSp mod">
        <pc:chgData name="Owais Ahmed" userId="6abc7d4556b3b071" providerId="LiveId" clId="{85A129D3-1BA4-4A63-924B-7772A7960428}" dt="2023-03-02T04:05:48.052" v="25" actId="20577"/>
        <pc:sldMkLst>
          <pc:docMk/>
          <pc:sldMk cId="1649098948" sldId="2462"/>
        </pc:sldMkLst>
      </pc:sldChg>
      <pc:sldChg chg="modSp modNotesTx">
        <pc:chgData name="Owais Ahmed" userId="6abc7d4556b3b071" providerId="LiveId" clId="{85A129D3-1BA4-4A63-924B-7772A7960428}" dt="2023-03-02T04:09:29.587" v="112"/>
        <pc:sldMkLst>
          <pc:docMk/>
          <pc:sldMk cId="641030253" sldId="2479"/>
        </pc:sldMkLst>
      </pc:sldChg>
      <pc:sldChg chg="modSp mod modAnim">
        <pc:chgData name="Owais Ahmed" userId="6abc7d4556b3b071" providerId="LiveId" clId="{85A129D3-1BA4-4A63-924B-7772A7960428}" dt="2023-03-02T04:20:49.483" v="340" actId="255"/>
        <pc:sldMkLst>
          <pc:docMk/>
          <pc:sldMk cId="2426892836" sldId="2485"/>
        </pc:sldMkLst>
      </pc:sldChg>
      <pc:sldChg chg="modSp mod modAnim modNotesTx">
        <pc:chgData name="Owais Ahmed" userId="6abc7d4556b3b071" providerId="LiveId" clId="{85A129D3-1BA4-4A63-924B-7772A7960428}" dt="2023-03-02T04:09:44.680" v="114"/>
        <pc:sldMkLst>
          <pc:docMk/>
          <pc:sldMk cId="3132224988" sldId="2486"/>
        </pc:sldMkLst>
      </pc:sldChg>
      <pc:sldChg chg="del">
        <pc:chgData name="Owais Ahmed" userId="6abc7d4556b3b071" providerId="LiveId" clId="{85A129D3-1BA4-4A63-924B-7772A7960428}" dt="2023-03-02T04:13:21.793" v="126" actId="47"/>
        <pc:sldMkLst>
          <pc:docMk/>
          <pc:sldMk cId="2805003587" sldId="2487"/>
        </pc:sldMkLst>
      </pc:sldChg>
      <pc:sldChg chg="modSp modAnim modNotesTx">
        <pc:chgData name="Owais Ahmed" userId="6abc7d4556b3b071" providerId="LiveId" clId="{85A129D3-1BA4-4A63-924B-7772A7960428}" dt="2023-03-02T04:10:00.993" v="125" actId="20577"/>
        <pc:sldMkLst>
          <pc:docMk/>
          <pc:sldMk cId="918376006" sldId="2488"/>
        </pc:sldMkLst>
      </pc:sldChg>
      <pc:sldChg chg="modSp modAnim">
        <pc:chgData name="Owais Ahmed" userId="6abc7d4556b3b071" providerId="LiveId" clId="{85A129D3-1BA4-4A63-924B-7772A7960428}" dt="2023-03-02T04:24:07.947" v="358" actId="20577"/>
        <pc:sldMkLst>
          <pc:docMk/>
          <pc:sldMk cId="3454217637" sldId="2489"/>
        </pc:sldMkLst>
      </pc:sldChg>
      <pc:sldChg chg="modSp modAnim modNotesTx">
        <pc:chgData name="Owais Ahmed" userId="6abc7d4556b3b071" providerId="LiveId" clId="{85A129D3-1BA4-4A63-924B-7772A7960428}" dt="2023-03-02T04:25:33.968" v="395" actId="20577"/>
        <pc:sldMkLst>
          <pc:docMk/>
          <pc:sldMk cId="3828703945" sldId="2490"/>
        </pc:sldMkLst>
      </pc:sldChg>
      <pc:sldChg chg="modSp modAnim">
        <pc:chgData name="Owais Ahmed" userId="6abc7d4556b3b071" providerId="LiveId" clId="{85A129D3-1BA4-4A63-924B-7772A7960428}" dt="2023-03-02T04:26:05.613" v="408" actId="6549"/>
        <pc:sldMkLst>
          <pc:docMk/>
          <pc:sldMk cId="1696537967" sldId="2491"/>
        </pc:sldMkLst>
      </pc:sldChg>
      <pc:sldChg chg="del">
        <pc:chgData name="Owais Ahmed" userId="6abc7d4556b3b071" providerId="LiveId" clId="{85A129D3-1BA4-4A63-924B-7772A7960428}" dt="2023-03-02T04:26:09.378" v="409" actId="47"/>
        <pc:sldMkLst>
          <pc:docMk/>
          <pc:sldMk cId="2509892412" sldId="2492"/>
        </pc:sldMkLst>
      </pc:sldChg>
    </pc:docChg>
  </pc:docChgLst>
  <pc:docChgLst>
    <pc:chgData name="Owais Ahmed" userId="6abc7d4556b3b071" providerId="LiveId" clId="{41E0643A-A144-4690-8197-798831CA2B77}"/>
    <pc:docChg chg="custSel addSld modSld sldOrd">
      <pc:chgData name="Owais Ahmed" userId="6abc7d4556b3b071" providerId="LiveId" clId="{41E0643A-A144-4690-8197-798831CA2B77}" dt="2023-07-16T14:26:46.411" v="7807" actId="20577"/>
      <pc:docMkLst>
        <pc:docMk/>
      </pc:docMkLst>
      <pc:sldChg chg="modSp mod modAnim modNotesTx">
        <pc:chgData name="Owais Ahmed" userId="6abc7d4556b3b071" providerId="LiveId" clId="{41E0643A-A144-4690-8197-798831CA2B77}" dt="2023-07-16T12:09:09.519" v="5658" actId="20577"/>
        <pc:sldMkLst>
          <pc:docMk/>
          <pc:sldMk cId="641030253" sldId="2479"/>
        </pc:sldMkLst>
      </pc:sldChg>
      <pc:sldChg chg="modSp mod modAnim modNotesTx">
        <pc:chgData name="Owais Ahmed" userId="6abc7d4556b3b071" providerId="LiveId" clId="{41E0643A-A144-4690-8197-798831CA2B77}" dt="2023-07-16T12:09:19.492" v="5660" actId="27636"/>
        <pc:sldMkLst>
          <pc:docMk/>
          <pc:sldMk cId="1742566059" sldId="2504"/>
        </pc:sldMkLst>
      </pc:sldChg>
      <pc:sldChg chg="modSp mod modAnim">
        <pc:chgData name="Owais Ahmed" userId="6abc7d4556b3b071" providerId="LiveId" clId="{41E0643A-A144-4690-8197-798831CA2B77}" dt="2023-07-16T07:11:01.322" v="3151" actId="20577"/>
        <pc:sldMkLst>
          <pc:docMk/>
          <pc:sldMk cId="3840363020" sldId="2505"/>
        </pc:sldMkLst>
      </pc:sldChg>
      <pc:sldChg chg="modSp mod modAnim">
        <pc:chgData name="Owais Ahmed" userId="6abc7d4556b3b071" providerId="LiveId" clId="{41E0643A-A144-4690-8197-798831CA2B77}" dt="2023-07-16T06:51:09.503" v="544" actId="20577"/>
        <pc:sldMkLst>
          <pc:docMk/>
          <pc:sldMk cId="875357634" sldId="2507"/>
        </pc:sldMkLst>
      </pc:sldChg>
      <pc:sldChg chg="modSp mod modAnim">
        <pc:chgData name="Owais Ahmed" userId="6abc7d4556b3b071" providerId="LiveId" clId="{41E0643A-A144-4690-8197-798831CA2B77}" dt="2023-07-16T13:48:46.661" v="6503" actId="27636"/>
        <pc:sldMkLst>
          <pc:docMk/>
          <pc:sldMk cId="1319355793" sldId="2508"/>
        </pc:sldMkLst>
      </pc:sldChg>
      <pc:sldChg chg="modSp add mod modAnim">
        <pc:chgData name="Owais Ahmed" userId="6abc7d4556b3b071" providerId="LiveId" clId="{41E0643A-A144-4690-8197-798831CA2B77}" dt="2023-07-16T07:10:32.858" v="3130" actId="20577"/>
        <pc:sldMkLst>
          <pc:docMk/>
          <pc:sldMk cId="3544083855" sldId="2512"/>
        </pc:sldMkLst>
      </pc:sldChg>
      <pc:sldChg chg="modSp add mod modAnim">
        <pc:chgData name="Owais Ahmed" userId="6abc7d4556b3b071" providerId="LiveId" clId="{41E0643A-A144-4690-8197-798831CA2B77}" dt="2023-07-16T07:15:26.248" v="3799" actId="20577"/>
        <pc:sldMkLst>
          <pc:docMk/>
          <pc:sldMk cId="3886361074" sldId="2513"/>
        </pc:sldMkLst>
      </pc:sldChg>
      <pc:sldChg chg="modSp add mod ord modAnim">
        <pc:chgData name="Owais Ahmed" userId="6abc7d4556b3b071" providerId="LiveId" clId="{41E0643A-A144-4690-8197-798831CA2B77}" dt="2023-07-16T13:00:48.609" v="5661" actId="6549"/>
        <pc:sldMkLst>
          <pc:docMk/>
          <pc:sldMk cId="3210411380" sldId="2514"/>
        </pc:sldMkLst>
      </pc:sldChg>
      <pc:sldChg chg="modSp add mod modAnim">
        <pc:chgData name="Owais Ahmed" userId="6abc7d4556b3b071" providerId="LiveId" clId="{41E0643A-A144-4690-8197-798831CA2B77}" dt="2023-07-16T14:24:21.066" v="7786" actId="20577"/>
        <pc:sldMkLst>
          <pc:docMk/>
          <pc:sldMk cId="768535535" sldId="2515"/>
        </pc:sldMkLst>
      </pc:sldChg>
      <pc:sldChg chg="modSp add mod modAnim">
        <pc:chgData name="Owais Ahmed" userId="6abc7d4556b3b071" providerId="LiveId" clId="{41E0643A-A144-4690-8197-798831CA2B77}" dt="2023-07-16T14:26:46.411" v="7807" actId="20577"/>
        <pc:sldMkLst>
          <pc:docMk/>
          <pc:sldMk cId="538863515" sldId="2516"/>
        </pc:sldMkLst>
      </pc:sldChg>
    </pc:docChg>
  </pc:docChgLst>
  <pc:docChgLst>
    <pc:chgData name="Owais Ahmed" userId="6abc7d4556b3b071" providerId="LiveId" clId="{641304C9-537E-56B8-9D3B-F295291B91EB}"/>
    <pc:docChg chg="custSel addSld delSld modSld sldOrd">
      <pc:chgData name="Owais Ahmed" userId="6abc7d4556b3b071" providerId="LiveId" clId="{641304C9-537E-56B8-9D3B-F295291B91EB}" dt="2025-10-04T11:25:20.507" v="1088"/>
      <pc:docMkLst>
        <pc:docMk/>
      </pc:docMkLst>
      <pc:sldChg chg="modSp mod">
        <pc:chgData name="Owais Ahmed" userId="6abc7d4556b3b071" providerId="LiveId" clId="{641304C9-537E-56B8-9D3B-F295291B91EB}" dt="2025-10-03T06:51:35.092" v="867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5-10-03T06:51:35.092" v="86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641304C9-537E-56B8-9D3B-F295291B91EB}" dt="2025-10-03T05:55:58.407" v="18" actId="2696"/>
        <pc:sldMkLst>
          <pc:docMk/>
          <pc:sldMk cId="641030253" sldId="2479"/>
        </pc:sldMkLst>
      </pc:sldChg>
      <pc:sldChg chg="del">
        <pc:chgData name="Owais Ahmed" userId="6abc7d4556b3b071" providerId="LiveId" clId="{641304C9-537E-56B8-9D3B-F295291B91EB}" dt="2025-10-03T05:55:58.624" v="24" actId="2696"/>
        <pc:sldMkLst>
          <pc:docMk/>
          <pc:sldMk cId="2521120589" sldId="2525"/>
        </pc:sldMkLst>
      </pc:sldChg>
      <pc:sldChg chg="del">
        <pc:chgData name="Owais Ahmed" userId="6abc7d4556b3b071" providerId="LiveId" clId="{641304C9-537E-56B8-9D3B-F295291B91EB}" dt="2025-10-03T05:55:58.447" v="20" actId="2696"/>
        <pc:sldMkLst>
          <pc:docMk/>
          <pc:sldMk cId="253856043" sldId="2535"/>
        </pc:sldMkLst>
      </pc:sldChg>
      <pc:sldChg chg="del">
        <pc:chgData name="Owais Ahmed" userId="6abc7d4556b3b071" providerId="LiveId" clId="{641304C9-537E-56B8-9D3B-F295291B91EB}" dt="2025-10-03T05:55:58.428" v="19" actId="2696"/>
        <pc:sldMkLst>
          <pc:docMk/>
          <pc:sldMk cId="1489557677" sldId="2536"/>
        </pc:sldMkLst>
      </pc:sldChg>
      <pc:sldChg chg="del">
        <pc:chgData name="Owais Ahmed" userId="6abc7d4556b3b071" providerId="LiveId" clId="{641304C9-537E-56B8-9D3B-F295291B91EB}" dt="2025-10-03T05:55:58.465" v="21" actId="2696"/>
        <pc:sldMkLst>
          <pc:docMk/>
          <pc:sldMk cId="1376377652" sldId="2537"/>
        </pc:sldMkLst>
      </pc:sldChg>
      <pc:sldChg chg="del">
        <pc:chgData name="Owais Ahmed" userId="6abc7d4556b3b071" providerId="LiveId" clId="{641304C9-537E-56B8-9D3B-F295291B91EB}" dt="2025-10-03T05:55:58.524" v="22" actId="2696"/>
        <pc:sldMkLst>
          <pc:docMk/>
          <pc:sldMk cId="1894232466" sldId="2538"/>
        </pc:sldMkLst>
      </pc:sldChg>
      <pc:sldChg chg="del">
        <pc:chgData name="Owais Ahmed" userId="6abc7d4556b3b071" providerId="LiveId" clId="{641304C9-537E-56B8-9D3B-F295291B91EB}" dt="2025-10-03T05:55:58.595" v="23" actId="2696"/>
        <pc:sldMkLst>
          <pc:docMk/>
          <pc:sldMk cId="2637554873" sldId="2539"/>
        </pc:sldMkLst>
      </pc:sldChg>
      <pc:sldChg chg="del">
        <pc:chgData name="Owais Ahmed" userId="6abc7d4556b3b071" providerId="LiveId" clId="{641304C9-537E-56B8-9D3B-F295291B91EB}" dt="2025-10-03T05:56:20.809" v="25" actId="2696"/>
        <pc:sldMkLst>
          <pc:docMk/>
          <pc:sldMk cId="1335818010" sldId="2541"/>
        </pc:sldMkLst>
      </pc:sldChg>
      <pc:sldChg chg="del">
        <pc:chgData name="Owais Ahmed" userId="6abc7d4556b3b071" providerId="LiveId" clId="{641304C9-537E-56B8-9D3B-F295291B91EB}" dt="2025-10-03T05:56:20.828" v="26" actId="2696"/>
        <pc:sldMkLst>
          <pc:docMk/>
          <pc:sldMk cId="1254183550" sldId="2542"/>
        </pc:sldMkLst>
      </pc:sldChg>
      <pc:sldChg chg="modSp mod modAnim modNotesTx">
        <pc:chgData name="Owais Ahmed" userId="6abc7d4556b3b071" providerId="LiveId" clId="{641304C9-537E-56B8-9D3B-F295291B91EB}" dt="2025-10-03T06:03:23.824" v="692" actId="6549"/>
        <pc:sldMkLst>
          <pc:docMk/>
          <pc:sldMk cId="3038275289" sldId="2543"/>
        </pc:sldMkLst>
        <pc:spChg chg="mod">
          <ac:chgData name="Owais Ahmed" userId="6abc7d4556b3b071" providerId="LiveId" clId="{641304C9-537E-56B8-9D3B-F295291B91EB}" dt="2025-10-03T06:03:10.556" v="688" actId="20577"/>
          <ac:spMkLst>
            <pc:docMk/>
            <pc:sldMk cId="3038275289" sldId="2543"/>
            <ac:spMk id="3" creationId="{E45DF170-673F-3CB5-353A-1E7EDA9CEBE7}"/>
          </ac:spMkLst>
        </pc:spChg>
        <pc:spChg chg="mod">
          <ac:chgData name="Owais Ahmed" userId="6abc7d4556b3b071" providerId="LiveId" clId="{641304C9-537E-56B8-9D3B-F295291B91EB}" dt="2025-10-03T06:03:23.824" v="692" actId="6549"/>
          <ac:spMkLst>
            <pc:docMk/>
            <pc:sldMk cId="3038275289" sldId="2543"/>
            <ac:spMk id="215" creationId="{17F6B189-790E-B6AF-23F6-96EA51FEEE2B}"/>
          </ac:spMkLst>
        </pc:spChg>
      </pc:sldChg>
      <pc:sldChg chg="modSp add mod modAnim modNotesTx">
        <pc:chgData name="Owais Ahmed" userId="6abc7d4556b3b071" providerId="LiveId" clId="{641304C9-537E-56B8-9D3B-F295291B91EB}" dt="2025-10-03T06:46:28.841" v="703" actId="20577"/>
        <pc:sldMkLst>
          <pc:docMk/>
          <pc:sldMk cId="2868945497" sldId="2544"/>
        </pc:sldMkLst>
        <pc:spChg chg="mod">
          <ac:chgData name="Owais Ahmed" userId="6abc7d4556b3b071" providerId="LiveId" clId="{641304C9-537E-56B8-9D3B-F295291B91EB}" dt="2025-10-03T06:46:28.841" v="703" actId="20577"/>
          <ac:spMkLst>
            <pc:docMk/>
            <pc:sldMk cId="2868945497" sldId="2544"/>
            <ac:spMk id="3" creationId="{16C7085C-C25D-8BC2-061A-53D00FA4D3C7}"/>
          </ac:spMkLst>
        </pc:spChg>
        <pc:spChg chg="mod">
          <ac:chgData name="Owais Ahmed" userId="6abc7d4556b3b071" providerId="LiveId" clId="{641304C9-537E-56B8-9D3B-F295291B91EB}" dt="2025-10-03T05:59:38.012" v="211" actId="20577"/>
          <ac:spMkLst>
            <pc:docMk/>
            <pc:sldMk cId="2868945497" sldId="2544"/>
            <ac:spMk id="215" creationId="{A87E21A0-AD34-2E0E-5586-536CDA26258C}"/>
          </ac:spMkLst>
        </pc:spChg>
      </pc:sldChg>
      <pc:sldChg chg="addSp delSp modSp add mod ord modAnim">
        <pc:chgData name="Owais Ahmed" userId="6abc7d4556b3b071" providerId="LiveId" clId="{641304C9-537E-56B8-9D3B-F295291B91EB}" dt="2025-10-03T06:51:55.251" v="869" actId="20578"/>
        <pc:sldMkLst>
          <pc:docMk/>
          <pc:sldMk cId="3768550200" sldId="2545"/>
        </pc:sldMkLst>
        <pc:spChg chg="mod">
          <ac:chgData name="Owais Ahmed" userId="6abc7d4556b3b071" providerId="LiveId" clId="{641304C9-537E-56B8-9D3B-F295291B91EB}" dt="2025-10-03T06:51:09.391" v="853" actId="20577"/>
          <ac:spMkLst>
            <pc:docMk/>
            <pc:sldMk cId="3768550200" sldId="2545"/>
            <ac:spMk id="3" creationId="{7DB2A657-A684-1FAA-835B-E32F24EA6D30}"/>
          </ac:spMkLst>
        </pc:spChg>
        <pc:spChg chg="del">
          <ac:chgData name="Owais Ahmed" userId="6abc7d4556b3b071" providerId="LiveId" clId="{641304C9-537E-56B8-9D3B-F295291B91EB}" dt="2025-10-03T06:49:34.249" v="836" actId="478"/>
          <ac:spMkLst>
            <pc:docMk/>
            <pc:sldMk cId="3768550200" sldId="2545"/>
            <ac:spMk id="214" creationId="{9D2D536B-7A5C-F6B3-7219-DC5589182D78}"/>
          </ac:spMkLst>
        </pc:spChg>
        <pc:spChg chg="mod">
          <ac:chgData name="Owais Ahmed" userId="6abc7d4556b3b071" providerId="LiveId" clId="{641304C9-537E-56B8-9D3B-F295291B91EB}" dt="2025-10-03T06:46:43.467" v="713" actId="20577"/>
          <ac:spMkLst>
            <pc:docMk/>
            <pc:sldMk cId="3768550200" sldId="2545"/>
            <ac:spMk id="215" creationId="{F8C72208-2540-8B26-C918-1222F060A061}"/>
          </ac:spMkLst>
        </pc:spChg>
        <pc:picChg chg="add mod">
          <ac:chgData name="Owais Ahmed" userId="6abc7d4556b3b071" providerId="LiveId" clId="{641304C9-537E-56B8-9D3B-F295291B91EB}" dt="2025-10-03T06:49:31.219" v="835" actId="1076"/>
          <ac:picMkLst>
            <pc:docMk/>
            <pc:sldMk cId="3768550200" sldId="2545"/>
            <ac:picMk id="1026" creationId="{E4F4BF7F-F524-45B0-8EAC-6C172EAB8E07}"/>
          </ac:picMkLst>
        </pc:picChg>
      </pc:sldChg>
      <pc:sldChg chg="modSp add mod modAnim">
        <pc:chgData name="Owais Ahmed" userId="6abc7d4556b3b071" providerId="LiveId" clId="{641304C9-537E-56B8-9D3B-F295291B91EB}" dt="2025-10-03T06:55:53.548" v="1080" actId="20577"/>
        <pc:sldMkLst>
          <pc:docMk/>
          <pc:sldMk cId="775289889" sldId="2546"/>
        </pc:sldMkLst>
        <pc:spChg chg="mod">
          <ac:chgData name="Owais Ahmed" userId="6abc7d4556b3b071" providerId="LiveId" clId="{641304C9-537E-56B8-9D3B-F295291B91EB}" dt="2025-10-03T06:55:53.548" v="1080" actId="20577"/>
          <ac:spMkLst>
            <pc:docMk/>
            <pc:sldMk cId="775289889" sldId="2546"/>
            <ac:spMk id="3" creationId="{A29C0338-E132-A80E-A67F-6A2FF23F2BC6}"/>
          </ac:spMkLst>
        </pc:spChg>
        <pc:spChg chg="mod">
          <ac:chgData name="Owais Ahmed" userId="6abc7d4556b3b071" providerId="LiveId" clId="{641304C9-537E-56B8-9D3B-F295291B91EB}" dt="2025-10-03T06:52:00.565" v="873" actId="20577"/>
          <ac:spMkLst>
            <pc:docMk/>
            <pc:sldMk cId="775289889" sldId="2546"/>
            <ac:spMk id="215" creationId="{82EF04DD-9D5A-E5BB-E056-D7278B912896}"/>
          </ac:spMkLst>
        </pc:spChg>
      </pc:sldChg>
      <pc:sldChg chg="modSp">
        <pc:chgData name="Owais Ahmed" userId="6abc7d4556b3b071" providerId="LiveId" clId="{641304C9-537E-56B8-9D3B-F295291B91EB}" dt="2025-10-04T11:25:20.507" v="1088"/>
        <pc:sldMkLst>
          <pc:docMk/>
          <pc:sldMk cId="1411352173" sldId="2551"/>
        </pc:sldMkLst>
        <pc:spChg chg="mod">
          <ac:chgData name="Owais Ahmed" userId="6abc7d4556b3b071" providerId="LiveId" clId="{641304C9-537E-56B8-9D3B-F295291B91EB}" dt="2025-10-04T11:25:20.507" v="1088"/>
          <ac:spMkLst>
            <pc:docMk/>
            <pc:sldMk cId="1411352173" sldId="2551"/>
            <ac:spMk id="3" creationId="{3FFBC875-87C1-46C8-AFC1-10915610EF50}"/>
          </ac:spMkLst>
        </pc:spChg>
      </pc:sldChg>
      <pc:sldChg chg="modSp">
        <pc:chgData name="Owais Ahmed" userId="6abc7d4556b3b071" providerId="LiveId" clId="{641304C9-537E-56B8-9D3B-F295291B91EB}" dt="2025-10-04T10:53:13.375" v="1084" actId="20577"/>
        <pc:sldMkLst>
          <pc:docMk/>
          <pc:sldMk cId="4085797187" sldId="2556"/>
        </pc:sldMkLst>
        <pc:spChg chg="mod">
          <ac:chgData name="Owais Ahmed" userId="6abc7d4556b3b071" providerId="LiveId" clId="{641304C9-537E-56B8-9D3B-F295291B91EB}" dt="2025-10-04T10:53:13.375" v="1084" actId="20577"/>
          <ac:spMkLst>
            <pc:docMk/>
            <pc:sldMk cId="4085797187" sldId="2556"/>
            <ac:spMk id="3" creationId="{B49375FB-BB2F-8DD2-3328-B74522FD3E7A}"/>
          </ac:spMkLst>
        </pc:spChg>
      </pc:sldChg>
    </pc:docChg>
  </pc:docChgLst>
  <pc:docChgLst>
    <pc:chgData name="Owais Ahmed" userId="6abc7d4556b3b071" providerId="LiveId" clId="{5035FDB0-07D6-44A8-AB3F-F14A5006133A}"/>
    <pc:docChg chg="modSld">
      <pc:chgData name="Owais Ahmed" userId="6abc7d4556b3b071" providerId="LiveId" clId="{5035FDB0-07D6-44A8-AB3F-F14A5006133A}" dt="2023-06-14T19:03:06.273" v="0" actId="20577"/>
      <pc:docMkLst>
        <pc:docMk/>
      </pc:docMkLst>
      <pc:sldChg chg="modSp">
        <pc:chgData name="Owais Ahmed" userId="6abc7d4556b3b071" providerId="LiveId" clId="{5035FDB0-07D6-44A8-AB3F-F14A5006133A}" dt="2023-06-14T19:03:06.273" v="0" actId="20577"/>
        <pc:sldMkLst>
          <pc:docMk/>
          <pc:sldMk cId="641030253" sldId="24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10/4/25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10/4/25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4AD2-7063-DD6E-8CF6-9C0FC964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7DBA9-82FB-2D5C-F3E3-78A207919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1486B-FE2C-09DC-52E5-4C6C72295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D7C28-C6D2-DEE5-CD63-AC02A81F1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426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4B1B-E9D2-4117-21D5-51FB8650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8B951-074B-17A4-851D-927FF78D3A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28B97-829E-4D7C-8E5B-4D22AF9B7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BC7F3-CBE6-B9B5-2EAF-2E7748936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857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58A3-F610-6C78-C94B-E15291EB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EE912-8010-35D7-6868-B68E734D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465F8-1F76-4869-7FD6-4F5307FE5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E677E-7264-5A88-CB51-CD693C9B5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401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D6A2-09F7-179C-D981-C83E388A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07717-BFF9-9120-DA4B-FFE8C017C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375C2-1A3C-BB34-3618-C16891DD0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0A370-1E0E-E14E-7573-BB04C818E0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753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A0E3B-D5E2-D8A8-6488-A98E2779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D3F8C-FC8E-6488-E81C-1EF9F2F56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16EC8-C459-4A7A-5082-382EC11BC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A minimum of 0.00000001 (the smallest unit, also called Satoshi) and a maximum number of 21 million bitcoins can be mined. It is expected that by year 2140, the mining will be stopped.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2C6F7-B459-CFFF-1843-C37F432F9C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332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BED9B-79E7-5589-4510-29F06337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38501-59DB-C43F-E223-E27796436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FBF98-1C8B-CDAD-CB86-DBD2CB164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The unredeemable reward is omitted from transaction database, thus any attempt to spend it would be rejected by the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B915D-AEE8-CB3D-E557-1029DF73A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48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B5A9E-1650-7399-755B-ADD2548E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91341-282E-116B-0B0A-4951DF97C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384AE-9E84-8C44-6C21-56405ADD6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5C541-8088-8F61-83E7-A99E1934F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307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8778B-67E2-EA0D-8A30-049D5F28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6A074-E774-DE45-F0FE-7888ACCE0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58731-941E-85D0-143C-F2046D363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148AF-DE48-4912-DB08-B0F426426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221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2BE1-B077-3EDA-A376-30649A451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EE7A6-4420-2298-1949-00D8FDB7E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1D622-1DEC-B043-694A-45EA8C12B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EAE44-51A6-1844-8576-A2F84DE87C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7711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8D8A0-A964-0324-EDA4-BE9EFAFE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8D65EB-24C6-FCEA-F8B1-6154FDCB1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AE66A-278D-3ED1-CB3D-2C34CA560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253A8-A90C-B09E-3669-9AB1BEA25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77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DD2EE-2BEF-4E1A-A4C7-81019473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2E47C-6BAE-1F21-3D05-6296CDAA4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72838-E4D1-D770-B4C3-C67442587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P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Replace-by-fee flag is used by sender to replace with a higher-fee version. Earlier, transactions broadcasted were not editable. If you set fee too low, you had to wait (sometimes forever). RBF was introduced so you could rebroadcast with a bigger fee, so miners prioritize your transaction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13606-BE74-6876-D2E8-615DC91D9D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6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01417-0221-ED51-34E5-E79AD1D9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3A58F-D72A-AF1B-6117-C679243DB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C5CAA-3E50-0A53-A97A-28ABB3E18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P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Replace-by-fee flag is used by sender to replace with a higher-fee version. Earlier, transactions broadcasted were not editable. If you set fee too low, you had to wait (sometimes forever). RBF was introduced so you could rebroadcast with a bigger fee, so miners prioritize your transaction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PkScript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P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someone later tries to spend this UTXO, they must provide a </a:t>
            </a:r>
            <a:r>
              <a:rPr lang="en-P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scriptSig</a:t>
            </a:r>
            <a:r>
              <a:rPr lang="en-P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(unlocking script) that includes their public key and signature proving they know the private key. Bitcoin runs </a:t>
            </a:r>
            <a:r>
              <a:rPr lang="en-P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sigscript</a:t>
            </a:r>
            <a:r>
              <a:rPr lang="en-P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P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pkscript</a:t>
            </a:r>
            <a:r>
              <a:rPr lang="en-P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the script engine. If it evaluates to true, the spend is valid.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FB33D-8AC8-06C3-FF34-58016644DA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41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1E06A-08E8-61FF-9467-B45E911A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53DB0-9A39-E13A-EE61-B691DFE3E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169BE-1E6D-DE1A-4FDE-F19ACDAB8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79F784-55F7-4F2F-312B-1E5B8C82D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735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B2988-5BC9-AE80-57DB-7A19243E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17F09-22AF-1166-36D0-109079A35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1150E5-3236-A8C3-2D3A-F88C3E6E3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6897D-BFEB-8DC4-33FE-0236FF07C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343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ckchain.com/explorer/transactions/btc/22bb5dd2a88f9c5183df59aef20a44b8bce4a4056562b5d9cfff20a0ae2ffc1a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Bitcoin Blockchain</a:t>
            </a:r>
          </a:p>
          <a:p>
            <a:r>
              <a:rPr lang="en-US" dirty="0"/>
              <a:t>Who is “everyone”?</a:t>
            </a:r>
          </a:p>
          <a:p>
            <a:r>
              <a:rPr lang="en-US" dirty="0"/>
              <a:t>Structure</a:t>
            </a:r>
          </a:p>
          <a:p>
            <a:r>
              <a:rPr lang="en-US" dirty="0"/>
              <a:t>Coins</a:t>
            </a:r>
          </a:p>
          <a:p>
            <a:r>
              <a:rPr lang="en-US" dirty="0"/>
              <a:t>Proof of Work</a:t>
            </a:r>
          </a:p>
          <a:p>
            <a:r>
              <a:rPr lang="en-US" dirty="0"/>
              <a:t>Blocks</a:t>
            </a:r>
          </a:p>
          <a:p>
            <a:r>
              <a:rPr lang="en-US" dirty="0"/>
              <a:t>Transactions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DDF50-F025-CB09-C47C-B438BF43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6F4C015-7240-D47C-33CF-4F874E451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EA075A6-B431-4CB9-A545-E22776BDC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7F6B189-790E-B6AF-23F6-96EA51FEEE2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Bitcoin Blockchain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8E4F014-48A5-75A9-F3BC-6DD85F9C0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C9D323B-98C4-C7D2-E347-6EC335D12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F170-673F-3CB5-353A-1E7EDA9CEBE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bitcoin is a digital asset, like a $1 bill. It is simply a unique hash code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hash code is generated after solving a complex computational problem –called “Proof of work”.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Nearly impossible to generate randomly or reverse engineer.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public ledger is introduced, containing ALL transactions with their time stamps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Every payment terminal can immediately confirm who the owner of each coin is by look at the digital signature.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Once a transaction is made, everyone in the network agrees that the transaction is valid and is qualified to be added to the ledger.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Coupling the above with Open-source and free access welcomes </a:t>
            </a:r>
            <a:r>
              <a:rPr lang="en-GB" sz="3400" i="1" dirty="0"/>
              <a:t>everyone</a:t>
            </a:r>
            <a:r>
              <a:rPr lang="en-GB" sz="3400" dirty="0"/>
              <a:t> to be a part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303827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DF9C-5284-BF2A-8E0F-DE4C196E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DAE4D98-8591-C335-C6E3-B65F0398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82EC1E7-E035-C7FA-3380-2AF4E96BA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87E21A0-AD34-2E0E-5586-536CDA26258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Who is “everyone”?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0FBC631-876D-0404-1C3A-FC690E0E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83B013E-B3D1-7350-0BB5-0D5E302C6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085C-C25D-8BC2-061A-53D00FA4D3C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Blockchain itself is decentralized, i.e. not hosted on a single computer.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so-called computer Nodes are what make it decentralized.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Each node contains a complete copy of ledger.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Through a continuous verification and update method, every node is fully aware of the whole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To compromise the blockchain, one must control more than half of nodes globally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86894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2C62-17A1-F790-D555-B6F2EC2C3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A047709-2D76-165C-588F-3E743F77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A7400B8-2E53-ACDF-E297-CDB524D5A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8C72208-2540-8B26-C918-1222F060A06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63CE1AE-3289-D854-D6FA-5DE5A8863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2A657-A684-1FAA-835B-E32F24EA6D3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4819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foundation of Bitcoin blockchain consists of: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Coins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Blocks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Transactions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Proof of Work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UTXO</a:t>
            </a:r>
          </a:p>
        </p:txBody>
      </p:sp>
      <p:pic>
        <p:nvPicPr>
          <p:cNvPr id="1026" name="Picture 2" descr="The block structure of Bitcoin blockchain | Download Scientific Diagram">
            <a:extLst>
              <a:ext uri="{FF2B5EF4-FFF2-40B4-BE49-F238E27FC236}">
                <a16:creationId xmlns:a16="http://schemas.microsoft.com/office/drawing/2014/main" id="{E4F4BF7F-F524-45B0-8EAC-6C172EAB8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300" y="1371600"/>
            <a:ext cx="64897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55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E5A3-0EBC-545E-CE23-649646FD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FE4D1FC-E925-3766-2737-6D455C9D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CB819B5-AFEE-530B-7757-D24C2F247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2EF04DD-9D5A-E5BB-E056-D7278B91289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Coin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92EAF70-62D9-91B7-1736-60EE6520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E183B93-2FC7-5A5B-D840-6DA211280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C0338-E132-A80E-A67F-6A2FF23F2BC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coin is a chain of digital signatures.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Each owner transfers the coin to the next by digitally signing a hash of the previous transaction and the public key of the next owner and adding these to the end of the coin.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payee can verify the signatures to verify the chain of ownership.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To restrict double spending, each transfer of ownership is publicly announced to the Timestamped nodes.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Each new timestamp verifies the one before it, thus creating a chain of verification events.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sequence makes it impossible for one coin to have two owners at the </a:t>
            </a:r>
            <a:r>
              <a:rPr lang="en-GB" sz="3400"/>
              <a:t>same time.</a:t>
            </a: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77528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DE3F8-8DC9-7054-41F1-93A8DA5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86788A-744D-9F5A-13EE-A847A8BF6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52073B6-06D0-BAD5-256B-779CA0546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5FD07A1-7CE7-892A-9ADE-B7C49CD639C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Proof of Work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CD886A6-BF8F-C4FD-BD14-715DAA2C0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E93BCEF-E472-B8D9-0B64-02B4E6A08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0B59-793A-454F-F7D2-0192BA5F090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Each coin is a unique hash code discovered using a method called Proof of work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discovery is after a computationally intense challenge of finding hash values (SHA-256).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Not every hash that is valid is accepted by the Bitcoin network. The network imposes that the hash must start with certain number of 0’s.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one hash is not accepted, some arbitrary number (called nonce) is added to the Proof of work function, and another hash is calculated.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As the number of coins grow, it becomes – exponentially – difficult to mine new coins.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Proof of work is based on blind guesses, and to date, no reverse engineering technique or hack has proved effective against this mining mechanism.</a:t>
            </a:r>
          </a:p>
        </p:txBody>
      </p:sp>
    </p:spTree>
    <p:extLst>
      <p:ext uri="{BB962C8B-B14F-4D97-AF65-F5344CB8AC3E}">
        <p14:creationId xmlns:p14="http://schemas.microsoft.com/office/powerpoint/2010/main" val="184856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47F9-EADE-84F7-6FD4-7F8C9F59F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3BA8FA3-53F6-CB56-2FCC-1977EB6C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BF34CEE-3B87-688F-FFC8-876718C83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0CC1984-AB27-50CD-646A-A078CA361EA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Blocks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CC0D5E5-28C0-6D8C-8E04-7441BBEDE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68E7141-D74E-6608-9310-E4563A1E3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1349A-9E08-8494-B380-F0E148C9728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collection of transactions.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first block is referred to as Genesis block.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 January 2009, the Bitcoin network was created when Satoshi </a:t>
            </a:r>
            <a:r>
              <a:rPr lang="en-GB" sz="3400" dirty="0" err="1"/>
              <a:t>Nakamato</a:t>
            </a:r>
            <a:r>
              <a:rPr lang="en-GB" sz="3400" dirty="0"/>
              <a:t> mined the “Genesis” block.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0 BTC ($0.00) were sent in this block with the average transaction being 0 BTC ($0.00). Satoshi earned a total reward of 50.00 BTC $0.00.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Reward was paid as fees of 1 transaction which was included in the block. However, this reward is unredeemable.</a:t>
            </a:r>
          </a:p>
        </p:txBody>
      </p:sp>
    </p:spTree>
    <p:extLst>
      <p:ext uri="{BB962C8B-B14F-4D97-AF65-F5344CB8AC3E}">
        <p14:creationId xmlns:p14="http://schemas.microsoft.com/office/powerpoint/2010/main" val="391273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2FC9A-7894-4798-D48D-EBF48E6C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3A63C0B-08F6-D867-C02E-4A06C013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9B9B8F7-4C26-8BE7-3531-52DD54AF0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60882D5-6915-07D4-BB75-7BA1A9C2C86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Blocks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1C29ACC-D129-EE88-0022-5B5C459F3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5EB1E91-A7BE-ED77-B8F1-641BB89C8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DDA21-99F1-CDBD-7266-79FE65FCBAD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13CEF-29B3-CA3C-DF20-6B0DFC690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951" y="1504335"/>
            <a:ext cx="8768097" cy="49161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2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DAAD-B420-235C-F056-674F8835D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9A4330-F9A6-F38E-7DEB-E8E068DA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85B118C-D9BA-D4ED-6A03-C13B4A378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D06CAA1-629C-C8A0-527E-7D383CAD38C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Blocks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9DA7B28-DBAE-112C-35A1-982E1CDAD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04E356E-01B5-4CD5-3849-B4F28694B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375FB-BB2F-8DD2-3328-B74522FD3E7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First transaction of each new block has no input UTXO and one output UTXO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is called </a:t>
            </a:r>
            <a:r>
              <a:rPr lang="en-GB" sz="3400" i="1" dirty="0" err="1"/>
              <a:t>coinbase</a:t>
            </a:r>
            <a:r>
              <a:rPr lang="en-GB" sz="3400" dirty="0"/>
              <a:t> transaction.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Coinbase transaction containing the detail of rewards for the miner to add this block.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new block is created only when all transactions which will be included in it, have been confirmed.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rest of the transactions are Normal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4085797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13F5-90B4-CFF5-6148-BE447EC8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D256A1C-BB48-5E52-1C3E-A85E34F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8293326-D753-C422-A194-B7A8C3C29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C7C984-CF92-E759-4A0F-4A445A841E7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62DF19C-6ED5-887F-5577-FD9A3D817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6CFA9EE-F936-8B80-8B9E-C030732B9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C1829-D892-F7B4-26F0-942778ACF54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 Bitcoin, transactions are a collection of Unspent Transaction Output (UTXO).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UTXO defines the state of a Bitcoin in the blockchain, it has: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Unique identifier of the transaction that created the UTXO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Index or position of UTXO in the transaction’s output list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Amount (value)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Conditions under which the amount can be spent (Optional)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transaction contains a unique reference; references to one or more Input UTXOs; references to one or more output UTXOs; and total input and output amount.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05179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8511B-6573-8298-5B5E-212018A0E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BE2FD56-886A-47F9-9396-BDB6CC73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9BD9AAF-9651-DE3B-A90C-197B1B822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024F404-D37A-24FE-A98D-696EB1D6AD0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2A62FD3-7FC1-E09A-8465-D077339CE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28FBC76-B151-9828-A6CE-E1DC8189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BC875-87C1-46C8-AFC1-10915610EF5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Example: </a:t>
            </a:r>
            <a:r>
              <a:rPr lang="en-PK" sz="3600" u="sng" dirty="0">
                <a:solidFill>
                  <a:schemeClr val="accent5">
                    <a:lumMod val="90000"/>
                    <a:lumOff val="1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Transaction</a:t>
            </a:r>
            <a:r>
              <a:rPr lang="en-PK" sz="3600" u="sng">
                <a:solidFill>
                  <a:schemeClr val="accent5">
                    <a:lumMod val="90000"/>
                    <a:lumOff val="1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22bb5dd2a88f9c5183df59aef20a44b8bce4a4056562b5d9cfff20a0ae2ffc1a</a:t>
            </a:r>
            <a:r>
              <a:rPr lang="en-US" sz="3600" u="sng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 (</a:t>
            </a:r>
            <a:r>
              <a:rPr lang="en-US" sz="3600" u="sng" dirty="0" err="1">
                <a:solidFill>
                  <a:schemeClr val="accent5">
                    <a:lumMod val="90000"/>
                    <a:lumOff val="10000"/>
                  </a:schemeClr>
                </a:solidFill>
              </a:rPr>
              <a:t>t.ly</a:t>
            </a:r>
            <a:r>
              <a:rPr lang="en-US" sz="3600" u="sng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/</a:t>
            </a:r>
            <a:r>
              <a:rPr lang="en-US" sz="3600" u="sng" dirty="0" err="1">
                <a:solidFill>
                  <a:schemeClr val="accent5">
                    <a:lumMod val="90000"/>
                    <a:lumOff val="10000"/>
                  </a:schemeClr>
                </a:solidFill>
              </a:rPr>
              <a:t>CfXgA</a:t>
            </a:r>
            <a:r>
              <a:rPr lang="en-US" sz="3600" u="sng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)</a:t>
            </a:r>
            <a:endParaRPr lang="en-GB" sz="3600" u="sng" dirty="0">
              <a:solidFill>
                <a:schemeClr val="accent5">
                  <a:lumMod val="90000"/>
                  <a:lumOff val="10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is a consolidation + payment transaction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Spender combined three small UTXOs (0.007 BTC) to send 0.0044 BTC to two recipients. 0.0026 BTC were paid in fees (Ouch! congestion times).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There are 3 input OTXs and 2 output OTXs in this transaction.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14113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74369-ACB2-6CB6-9011-751538FC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BAEAE1D-BD4D-470B-3311-92DC4EDB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4E44731-3C4D-9462-AF6F-38B12FC36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55E654D-F899-5633-284A-F07D26B405A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0E8B1E0-BB1A-F816-6210-F93AD57CA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568504F-0D7A-3F0E-89FB-955E84986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51B3B-0410-986A-B141-2AF2FB496D7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You will see several variables in this Object: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Transaction: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 err="1"/>
              <a:t>txid</a:t>
            </a:r>
            <a:r>
              <a:rPr lang="en-GB" sz="3200" dirty="0"/>
              <a:t>: Unique SHA-256 hash, a.k.a. fingerprint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size: of transaction data in bytes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 err="1"/>
              <a:t>locktime</a:t>
            </a:r>
            <a:r>
              <a:rPr lang="en-GB" sz="3200" dirty="0"/>
              <a:t>: prevents transaction mining until a certain block number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fee: amount of Satoshi (smallest unit) paid to miners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time: approximate time of transaction as Unix timestamp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dirty="0" err="1"/>
              <a:t>rfb</a:t>
            </a:r>
            <a:r>
              <a:rPr lang="en-GB" sz="3200" dirty="0"/>
              <a:t>: Replace-by-fee flag used to increase fee</a:t>
            </a: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50024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8C6DD-3324-7753-3E29-2114DCC0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F7D09DC-A1C6-2E45-A3FA-4B12A737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AA0487D-8CCF-54D4-0252-60BF0ABCF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F2787B1-4CA8-A7F3-9A64-856BBBEAED4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 – Input UTXO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500B760-A8E0-FA8D-DAEF-DCF0EAC59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0B63988-FC54-FD7C-381D-97E485A6E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FCB5-3092-1FED-B3EC-4BE3720F9AB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txid</a:t>
            </a:r>
            <a:r>
              <a:rPr lang="en-GB" sz="3400" dirty="0"/>
              <a:t>: reference of transaction from which the amount is spent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output: Index of the output in the prior transaction (since there can be multiple outputs in a transaction)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value: amount in Satoshi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address: human-readable Bitcoin address to which this UTXO was paid.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pkscript</a:t>
            </a:r>
            <a:r>
              <a:rPr lang="en-GB" sz="3400" dirty="0"/>
              <a:t>: </a:t>
            </a:r>
            <a:r>
              <a:rPr lang="en-GB" sz="3400" dirty="0" err="1"/>
              <a:t>ScriptPubKey</a:t>
            </a:r>
            <a:r>
              <a:rPr lang="en-GB" sz="3400" dirty="0"/>
              <a:t>; defines the conditions under which that UTXO can later be spent.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sigscript</a:t>
            </a:r>
            <a:r>
              <a:rPr lang="en-GB" sz="3400" dirty="0"/>
              <a:t>: Digital signature + public key proving the spender can use this UTXO.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sequence: has multiple uses: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RBF signals: if 0xFFFFFFFF, then RBF is off, otherwise on.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Relative time locks: (example) sequence = 144 with </a:t>
            </a:r>
            <a:r>
              <a:rPr lang="en-GB" sz="3400" dirty="0" err="1"/>
              <a:t>nLockTime</a:t>
            </a:r>
            <a:r>
              <a:rPr lang="en-GB" sz="3400" dirty="0"/>
              <a:t> = 0 means “spendable after 144 blocks (~1 day).</a:t>
            </a:r>
          </a:p>
        </p:txBody>
      </p:sp>
    </p:spTree>
    <p:extLst>
      <p:ext uri="{BB962C8B-B14F-4D97-AF65-F5344CB8AC3E}">
        <p14:creationId xmlns:p14="http://schemas.microsoft.com/office/powerpoint/2010/main" val="254670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7E754-DE29-5520-8234-B4105293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B2BB6F6-0777-0EF0-875B-19A4BAB6C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F87052B-656A-6002-F3EF-142C37EC8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D4C5F1B-598C-20D4-4B11-97AA9FEE284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Transactions – Output UTXO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FA07CE2-F2DF-39BE-2AF5-620D6EBD2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4618E26-4BB4-CF5F-57BB-0E82A19FD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D68E2-8BEE-C623-BE90-F1CF1404ACB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Each output UTXO defines who can spend the amount next.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address: human-readable Bitcoin address which is now the owner of this coin.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pkscript</a:t>
            </a:r>
            <a:r>
              <a:rPr lang="en-GB" sz="3400" dirty="0"/>
              <a:t>: </a:t>
            </a:r>
            <a:r>
              <a:rPr lang="en-GB" sz="3400" dirty="0" err="1"/>
              <a:t>ScriptPubKey</a:t>
            </a:r>
            <a:r>
              <a:rPr lang="en-GB" sz="3400" dirty="0"/>
              <a:t> as in Input UTXO.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value: amount in Satoshi being sent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spent: flag indicating that this amount was spent by another spender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spender: if spent, this is </a:t>
            </a:r>
            <a:r>
              <a:rPr lang="en-GB" sz="3400" dirty="0" err="1"/>
              <a:t>txid</a:t>
            </a:r>
            <a:r>
              <a:rPr lang="en-GB" sz="3400" dirty="0"/>
              <a:t> and input index that spent the amount.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Simply put, an output UTXO says “here are ‘n’ </a:t>
            </a:r>
            <a:r>
              <a:rPr lang="en-GB" sz="3400" dirty="0" err="1"/>
              <a:t>Satoshis</a:t>
            </a:r>
            <a:r>
              <a:rPr lang="en-GB" sz="3400" dirty="0"/>
              <a:t> locked under this address/script.”</a:t>
            </a:r>
          </a:p>
        </p:txBody>
      </p:sp>
    </p:spTree>
    <p:extLst>
      <p:ext uri="{BB962C8B-B14F-4D97-AF65-F5344CB8AC3E}">
        <p14:creationId xmlns:p14="http://schemas.microsoft.com/office/powerpoint/2010/main" val="3536881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B897-23EE-2069-BBAA-1E195964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F6CE07D-1848-AB58-632B-F4B48F2D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9775A34-5347-0932-EF27-27BEBBBA6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3F1EEE8-4CEC-8A63-D7CD-29EE2F56029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1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0D28721-C761-B731-9A76-799CF69F3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81D666A-1AB9-B5BE-D44D-1D425B392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CA17-56AF-F13E-9AE1-84244D14960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dirty="0"/>
              <a:t>Objectives: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Visit BTCScan.org and explore block no. 917000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Write a program to calculate hash of block using: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arenR"/>
            </a:pPr>
            <a:r>
              <a:rPr lang="en-GB" sz="3200" dirty="0"/>
              <a:t>Version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arenR"/>
            </a:pPr>
            <a:r>
              <a:rPr lang="en-GB" sz="3200" dirty="0"/>
              <a:t>Hash of Previous Block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arenR"/>
            </a:pPr>
            <a:r>
              <a:rPr lang="en-GB" sz="3200" dirty="0"/>
              <a:t>Merkle Root Hash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arenR"/>
            </a:pPr>
            <a:r>
              <a:rPr lang="en-GB" sz="3200" dirty="0"/>
              <a:t>Timestamp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arenR"/>
            </a:pPr>
            <a:r>
              <a:rPr lang="en-GB" sz="3200" dirty="0"/>
              <a:t>Bits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arenR"/>
            </a:pPr>
            <a:r>
              <a:rPr lang="en-GB" sz="3200" dirty="0"/>
              <a:t>Nonce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You can use any language or platform, but the code should be in a single file.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Submit your code after thorough testing to LMS against Activity 1.</a:t>
            </a:r>
          </a:p>
        </p:txBody>
      </p:sp>
    </p:spTree>
    <p:extLst>
      <p:ext uri="{BB962C8B-B14F-4D97-AF65-F5344CB8AC3E}">
        <p14:creationId xmlns:p14="http://schemas.microsoft.com/office/powerpoint/2010/main" val="316125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3498</TotalTime>
  <Words>1457</Words>
  <Application>Microsoft Macintosh PowerPoint</Application>
  <PresentationFormat>Widescreen</PresentationFormat>
  <Paragraphs>151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Biome Light</vt:lpstr>
      <vt:lpstr>Calibri</vt:lpstr>
      <vt:lpstr>Calibri Light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169</cp:revision>
  <dcterms:created xsi:type="dcterms:W3CDTF">2022-11-22T20:08:03Z</dcterms:created>
  <dcterms:modified xsi:type="dcterms:W3CDTF">2025-10-04T11:25:22Z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