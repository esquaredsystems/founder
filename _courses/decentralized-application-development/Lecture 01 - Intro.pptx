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503" r:id="rId5"/>
    <p:sldId id="2462" r:id="rId6"/>
    <p:sldId id="2479" r:id="rId7"/>
    <p:sldId id="2536" r:id="rId8"/>
    <p:sldId id="2535" r:id="rId9"/>
    <p:sldId id="2537" r:id="rId10"/>
    <p:sldId id="2538" r:id="rId11"/>
    <p:sldId id="2539" r:id="rId12"/>
    <p:sldId id="2525" r:id="rId13"/>
    <p:sldId id="2541" r:id="rId14"/>
    <p:sldId id="2542" r:id="rId15"/>
    <p:sldId id="2543" r:id="rId16"/>
    <p:sldId id="243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EF58A0-1E07-47C5-86D5-CD29F20FCC69}" v="4219" dt="2025-09-27T08:16:29.6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048" autoAdjust="0"/>
    <p:restoredTop sz="90315" autoAdjust="0"/>
  </p:normalViewPr>
  <p:slideViewPr>
    <p:cSldViewPr snapToGrid="0">
      <p:cViewPr varScale="1">
        <p:scale>
          <a:sx n="92" d="100"/>
          <a:sy n="92" d="100"/>
        </p:scale>
        <p:origin x="906" y="306"/>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5035FDB0-07D6-44A8-AB3F-F14A5006133A}"/>
    <pc:docChg chg="modSld">
      <pc:chgData name="Owais Ahmed" userId="6abc7d4556b3b071" providerId="LiveId" clId="{5035FDB0-07D6-44A8-AB3F-F14A5006133A}" dt="2023-06-14T19:03:06.273" v="0" actId="20577"/>
      <pc:docMkLst>
        <pc:docMk/>
      </pc:docMkLst>
      <pc:sldChg chg="modSp">
        <pc:chgData name="Owais Ahmed" userId="6abc7d4556b3b071" providerId="LiveId" clId="{5035FDB0-07D6-44A8-AB3F-F14A5006133A}" dt="2023-06-14T19:03:06.273" v="0" actId="20577"/>
        <pc:sldMkLst>
          <pc:docMk/>
          <pc:sldMk cId="641030253" sldId="2479"/>
        </pc:sldMkLst>
      </pc:sldChg>
    </pc:docChg>
  </pc:docChgLst>
  <pc:docChgLst>
    <pc:chgData name="Owais Ahmed" userId="6abc7d4556b3b071" providerId="LiveId" clId="{E547BE2E-86C1-4A1C-8FD1-DA978231C418}"/>
    <pc:docChg chg="undo custSel addSld delSld modSld sldOrd">
      <pc:chgData name="Owais Ahmed" userId="6abc7d4556b3b071" providerId="LiveId" clId="{E547BE2E-86C1-4A1C-8FD1-DA978231C418}" dt="2023-12-06T11:02:54.418" v="3452" actId="20577"/>
      <pc:docMkLst>
        <pc:docMk/>
      </pc:docMkLst>
      <pc:sldChg chg="modSp mod">
        <pc:chgData name="Owais Ahmed" userId="6abc7d4556b3b071" providerId="LiveId" clId="{E547BE2E-86C1-4A1C-8FD1-DA978231C418}" dt="2023-12-06T11:02:54.418" v="3452" actId="20577"/>
        <pc:sldMkLst>
          <pc:docMk/>
          <pc:sldMk cId="146856052" sldId="2503"/>
        </pc:sldMkLst>
      </pc:sldChg>
      <pc:sldChg chg="modSp">
        <pc:chgData name="Owais Ahmed" userId="6abc7d4556b3b071" providerId="LiveId" clId="{E547BE2E-86C1-4A1C-8FD1-DA978231C418}" dt="2023-09-24T16:40:39.532" v="2617" actId="20577"/>
        <pc:sldMkLst>
          <pc:docMk/>
          <pc:sldMk cId="535421403" sldId="2509"/>
        </pc:sldMkLst>
      </pc:sldChg>
      <pc:sldChg chg="modSp">
        <pc:chgData name="Owais Ahmed" userId="6abc7d4556b3b071" providerId="LiveId" clId="{E547BE2E-86C1-4A1C-8FD1-DA978231C418}" dt="2023-09-24T16:39:51.982" v="2605" actId="20577"/>
        <pc:sldMkLst>
          <pc:docMk/>
          <pc:sldMk cId="1223560295" sldId="2511"/>
        </pc:sldMkLst>
      </pc:sldChg>
      <pc:sldChg chg="modSp mod">
        <pc:chgData name="Owais Ahmed" userId="6abc7d4556b3b071" providerId="LiveId" clId="{E547BE2E-86C1-4A1C-8FD1-DA978231C418}" dt="2023-09-24T16:06:33.613" v="1111" actId="27636"/>
        <pc:sldMkLst>
          <pc:docMk/>
          <pc:sldMk cId="3233670327" sldId="2519"/>
        </pc:sldMkLst>
      </pc:sldChg>
      <pc:sldChg chg="modSp">
        <pc:chgData name="Owais Ahmed" userId="6abc7d4556b3b071" providerId="LiveId" clId="{E547BE2E-86C1-4A1C-8FD1-DA978231C418}" dt="2023-09-24T15:14:18.606" v="13" actId="114"/>
        <pc:sldMkLst>
          <pc:docMk/>
          <pc:sldMk cId="3422053575" sldId="2521"/>
        </pc:sldMkLst>
      </pc:sldChg>
      <pc:sldChg chg="modSp">
        <pc:chgData name="Owais Ahmed" userId="6abc7d4556b3b071" providerId="LiveId" clId="{E547BE2E-86C1-4A1C-8FD1-DA978231C418}" dt="2023-09-24T15:14:45.457" v="28" actId="20577"/>
        <pc:sldMkLst>
          <pc:docMk/>
          <pc:sldMk cId="2616068738" sldId="2522"/>
        </pc:sldMkLst>
      </pc:sldChg>
      <pc:sldChg chg="modSp mod modAnim">
        <pc:chgData name="Owais Ahmed" userId="6abc7d4556b3b071" providerId="LiveId" clId="{E547BE2E-86C1-4A1C-8FD1-DA978231C418}" dt="2023-09-26T04:35:45.723" v="2718" actId="20577"/>
        <pc:sldMkLst>
          <pc:docMk/>
          <pc:sldMk cId="428669156" sldId="2523"/>
        </pc:sldMkLst>
      </pc:sldChg>
      <pc:sldChg chg="modSp">
        <pc:chgData name="Owais Ahmed" userId="6abc7d4556b3b071" providerId="LiveId" clId="{E547BE2E-86C1-4A1C-8FD1-DA978231C418}" dt="2023-09-28T15:06:07.106" v="3433" actId="20577"/>
        <pc:sldMkLst>
          <pc:docMk/>
          <pc:sldMk cId="2521120589" sldId="2525"/>
        </pc:sldMkLst>
      </pc:sldChg>
      <pc:sldChg chg="addSp delSp modSp add mod modAnim">
        <pc:chgData name="Owais Ahmed" userId="6abc7d4556b3b071" providerId="LiveId" clId="{E547BE2E-86C1-4A1C-8FD1-DA978231C418}" dt="2023-09-24T16:02:50.498" v="650" actId="20577"/>
        <pc:sldMkLst>
          <pc:docMk/>
          <pc:sldMk cId="110326978" sldId="2526"/>
        </pc:sldMkLst>
      </pc:sldChg>
      <pc:sldChg chg="addSp delSp modSp add mod modAnim">
        <pc:chgData name="Owais Ahmed" userId="6abc7d4556b3b071" providerId="LiveId" clId="{E547BE2E-86C1-4A1C-8FD1-DA978231C418}" dt="2023-09-24T16:34:18.237" v="2237" actId="27636"/>
        <pc:sldMkLst>
          <pc:docMk/>
          <pc:sldMk cId="568047908" sldId="2527"/>
        </pc:sldMkLst>
      </pc:sldChg>
      <pc:sldChg chg="delSp modSp add mod ord delAnim">
        <pc:chgData name="Owais Ahmed" userId="6abc7d4556b3b071" providerId="LiveId" clId="{E547BE2E-86C1-4A1C-8FD1-DA978231C418}" dt="2023-09-24T16:34:14.673" v="2235"/>
        <pc:sldMkLst>
          <pc:docMk/>
          <pc:sldMk cId="3855651006" sldId="2528"/>
        </pc:sldMkLst>
      </pc:sldChg>
      <pc:sldChg chg="modSp add mod ord modAnim modNotesTx">
        <pc:chgData name="Owais Ahmed" userId="6abc7d4556b3b071" providerId="LiveId" clId="{E547BE2E-86C1-4A1C-8FD1-DA978231C418}" dt="2023-09-24T16:37:03.570" v="2599" actId="27636"/>
        <pc:sldMkLst>
          <pc:docMk/>
          <pc:sldMk cId="1646317805" sldId="2529"/>
        </pc:sldMkLst>
      </pc:sldChg>
      <pc:sldChg chg="modSp add mod modAnim">
        <pc:chgData name="Owais Ahmed" userId="6abc7d4556b3b071" providerId="LiveId" clId="{E547BE2E-86C1-4A1C-8FD1-DA978231C418}" dt="2023-09-24T16:34:26.379" v="2245" actId="20577"/>
        <pc:sldMkLst>
          <pc:docMk/>
          <pc:sldMk cId="1768471400" sldId="2530"/>
        </pc:sldMkLst>
      </pc:sldChg>
      <pc:sldChg chg="add del">
        <pc:chgData name="Owais Ahmed" userId="6abc7d4556b3b071" providerId="LiveId" clId="{E547BE2E-86C1-4A1C-8FD1-DA978231C418}" dt="2023-09-24T16:33:51.159" v="2229" actId="2890"/>
        <pc:sldMkLst>
          <pc:docMk/>
          <pc:sldMk cId="2476707819" sldId="2531"/>
        </pc:sldMkLst>
      </pc:sldChg>
      <pc:sldChg chg="addSp delSp modSp add mod">
        <pc:chgData name="Owais Ahmed" userId="6abc7d4556b3b071" providerId="LiveId" clId="{E547BE2E-86C1-4A1C-8FD1-DA978231C418}" dt="2023-09-24T16:34:47.409" v="2246" actId="14100"/>
        <pc:sldMkLst>
          <pc:docMk/>
          <pc:sldMk cId="2888631914" sldId="2531"/>
        </pc:sldMkLst>
      </pc:sldChg>
      <pc:sldChg chg="modSp add mod modAnim">
        <pc:chgData name="Owais Ahmed" userId="6abc7d4556b3b071" providerId="LiveId" clId="{E547BE2E-86C1-4A1C-8FD1-DA978231C418}" dt="2023-09-26T05:57:21.589" v="3389" actId="20577"/>
        <pc:sldMkLst>
          <pc:docMk/>
          <pc:sldMk cId="2547052265" sldId="2534"/>
        </pc:sldMkLst>
      </pc:sldChg>
    </pc:docChg>
  </pc:docChgLst>
  <pc:docChgLst>
    <pc:chgData name="Owais Ahmed" userId="6abc7d4556b3b071" providerId="LiveId" clId="{B625B757-8EA5-47D7-8626-DA1020D487D0}"/>
    <pc:docChg chg="undo redo custSel addSld delSld modSld sldOrd addSection delSection modSection">
      <pc:chgData name="Owais Ahmed" userId="6abc7d4556b3b071" providerId="LiveId" clId="{B625B757-8EA5-47D7-8626-DA1020D487D0}" dt="2023-02-28T06:44:59.946" v="2629" actId="20577"/>
      <pc:docMkLst>
        <pc:docMk/>
      </pc:docMkLst>
      <pc:sldChg chg="del">
        <pc:chgData name="Owais Ahmed" userId="6abc7d4556b3b071" providerId="LiveId" clId="{B625B757-8EA5-47D7-8626-DA1020D487D0}" dt="2023-02-28T06:04:27.712" v="384" actId="47"/>
        <pc:sldMkLst>
          <pc:docMk/>
          <pc:sldMk cId="1459829511" sldId="278"/>
        </pc:sldMkLst>
      </pc:sldChg>
      <pc:sldChg chg="modSp">
        <pc:chgData name="Owais Ahmed" userId="6abc7d4556b3b071" providerId="LiveId" clId="{B625B757-8EA5-47D7-8626-DA1020D487D0}" dt="2023-02-28T05:39:27.204" v="51" actId="20577"/>
        <pc:sldMkLst>
          <pc:docMk/>
          <pc:sldMk cId="1287457047" sldId="522"/>
        </pc:sldMkLst>
      </pc:sldChg>
      <pc:sldChg chg="modSp add del mod ord">
        <pc:chgData name="Owais Ahmed" userId="6abc7d4556b3b071" providerId="LiveId" clId="{B625B757-8EA5-47D7-8626-DA1020D487D0}" dt="2023-02-28T06:04:32.575" v="388"/>
        <pc:sldMkLst>
          <pc:docMk/>
          <pc:sldMk cId="927727573" sldId="2436"/>
        </pc:sldMkLst>
      </pc:sldChg>
      <pc:sldChg chg="modSp mod">
        <pc:chgData name="Owais Ahmed" userId="6abc7d4556b3b071" providerId="LiveId" clId="{B625B757-8EA5-47D7-8626-DA1020D487D0}" dt="2023-02-28T05:39:19.635" v="49" actId="20577"/>
        <pc:sldMkLst>
          <pc:docMk/>
          <pc:sldMk cId="3927832306" sldId="2448"/>
        </pc:sldMkLst>
      </pc:sldChg>
      <pc:sldChg chg="modSp mod">
        <pc:chgData name="Owais Ahmed" userId="6abc7d4556b3b071" providerId="LiveId" clId="{B625B757-8EA5-47D7-8626-DA1020D487D0}" dt="2023-02-28T06:35:33.047" v="1909"/>
        <pc:sldMkLst>
          <pc:docMk/>
          <pc:sldMk cId="1649098948" sldId="2462"/>
        </pc:sldMkLst>
      </pc:sldChg>
      <pc:sldChg chg="modSp mod modAnim modNotesTx">
        <pc:chgData name="Owais Ahmed" userId="6abc7d4556b3b071" providerId="LiveId" clId="{B625B757-8EA5-47D7-8626-DA1020D487D0}" dt="2023-02-28T06:09:15.858" v="668"/>
        <pc:sldMkLst>
          <pc:docMk/>
          <pc:sldMk cId="641030253" sldId="2479"/>
        </pc:sldMkLst>
      </pc:sldChg>
      <pc:sldChg chg="del">
        <pc:chgData name="Owais Ahmed" userId="6abc7d4556b3b071" providerId="LiveId" clId="{B625B757-8EA5-47D7-8626-DA1020D487D0}" dt="2023-02-28T06:32:48.590" v="1580" actId="47"/>
        <pc:sldMkLst>
          <pc:docMk/>
          <pc:sldMk cId="1476319960" sldId="2480"/>
        </pc:sldMkLst>
      </pc:sldChg>
      <pc:sldChg chg="del">
        <pc:chgData name="Owais Ahmed" userId="6abc7d4556b3b071" providerId="LiveId" clId="{B625B757-8EA5-47D7-8626-DA1020D487D0}" dt="2023-02-28T06:32:49.489" v="1581" actId="47"/>
        <pc:sldMkLst>
          <pc:docMk/>
          <pc:sldMk cId="3336402349" sldId="2481"/>
        </pc:sldMkLst>
      </pc:sldChg>
      <pc:sldChg chg="del">
        <pc:chgData name="Owais Ahmed" userId="6abc7d4556b3b071" providerId="LiveId" clId="{B625B757-8EA5-47D7-8626-DA1020D487D0}" dt="2023-02-28T06:32:50.572" v="1582" actId="47"/>
        <pc:sldMkLst>
          <pc:docMk/>
          <pc:sldMk cId="1810203590" sldId="2482"/>
        </pc:sldMkLst>
      </pc:sldChg>
      <pc:sldChg chg="del">
        <pc:chgData name="Owais Ahmed" userId="6abc7d4556b3b071" providerId="LiveId" clId="{B625B757-8EA5-47D7-8626-DA1020D487D0}" dt="2023-02-28T06:32:52.990" v="1583" actId="47"/>
        <pc:sldMkLst>
          <pc:docMk/>
          <pc:sldMk cId="1304413050" sldId="2483"/>
        </pc:sldMkLst>
      </pc:sldChg>
      <pc:sldChg chg="modSp mod modAnim modNotesTx">
        <pc:chgData name="Owais Ahmed" userId="6abc7d4556b3b071" providerId="LiveId" clId="{B625B757-8EA5-47D7-8626-DA1020D487D0}" dt="2023-02-28T06:40:56.305" v="2388" actId="20577"/>
        <pc:sldMkLst>
          <pc:docMk/>
          <pc:sldMk cId="2426892836" sldId="2485"/>
        </pc:sldMkLst>
      </pc:sldChg>
      <pc:sldChg chg="addSp delSp modSp add mod modClrScheme modAnim chgLayout modNotesTx">
        <pc:chgData name="Owais Ahmed" userId="6abc7d4556b3b071" providerId="LiveId" clId="{B625B757-8EA5-47D7-8626-DA1020D487D0}" dt="2023-02-28T06:14:22.100" v="962" actId="20577"/>
        <pc:sldMkLst>
          <pc:docMk/>
          <pc:sldMk cId="3132224988" sldId="2486"/>
        </pc:sldMkLst>
      </pc:sldChg>
      <pc:sldChg chg="addSp delSp modSp add mod modAnim modNotesTx">
        <pc:chgData name="Owais Ahmed" userId="6abc7d4556b3b071" providerId="LiveId" clId="{B625B757-8EA5-47D7-8626-DA1020D487D0}" dt="2023-02-28T06:36:21.024" v="2026" actId="20577"/>
        <pc:sldMkLst>
          <pc:docMk/>
          <pc:sldMk cId="2805003587" sldId="2487"/>
        </pc:sldMkLst>
      </pc:sldChg>
      <pc:sldChg chg="add del">
        <pc:chgData name="Owais Ahmed" userId="6abc7d4556b3b071" providerId="LiveId" clId="{B625B757-8EA5-47D7-8626-DA1020D487D0}" dt="2023-02-28T06:36:36.836" v="2027" actId="47"/>
        <pc:sldMkLst>
          <pc:docMk/>
          <pc:sldMk cId="50712674" sldId="2488"/>
        </pc:sldMkLst>
      </pc:sldChg>
      <pc:sldChg chg="modSp add modAnim">
        <pc:chgData name="Owais Ahmed" userId="6abc7d4556b3b071" providerId="LiveId" clId="{B625B757-8EA5-47D7-8626-DA1020D487D0}" dt="2023-02-28T06:38:59.463" v="2284" actId="20577"/>
        <pc:sldMkLst>
          <pc:docMk/>
          <pc:sldMk cId="918376006" sldId="2488"/>
        </pc:sldMkLst>
      </pc:sldChg>
      <pc:sldChg chg="modSp add mod ord modAnim modNotesTx">
        <pc:chgData name="Owais Ahmed" userId="6abc7d4556b3b071" providerId="LiveId" clId="{B625B757-8EA5-47D7-8626-DA1020D487D0}" dt="2023-02-28T06:44:30.393" v="2606" actId="20577"/>
        <pc:sldMkLst>
          <pc:docMk/>
          <pc:sldMk cId="3454217637" sldId="2489"/>
        </pc:sldMkLst>
      </pc:sldChg>
      <pc:sldChg chg="modSp add mod">
        <pc:chgData name="Owais Ahmed" userId="6abc7d4556b3b071" providerId="LiveId" clId="{B625B757-8EA5-47D7-8626-DA1020D487D0}" dt="2023-02-28T06:44:59.946" v="2629" actId="20577"/>
        <pc:sldMkLst>
          <pc:docMk/>
          <pc:sldMk cId="3828703945" sldId="2490"/>
        </pc:sldMkLst>
      </pc:sldChg>
      <pc:sldMasterChg chg="delSldLayout">
        <pc:chgData name="Owais Ahmed" userId="6abc7d4556b3b071" providerId="LiveId" clId="{B625B757-8EA5-47D7-8626-DA1020D487D0}" dt="2023-02-28T06:04:27.712" v="384" actId="47"/>
        <pc:sldMasterMkLst>
          <pc:docMk/>
          <pc:sldMasterMk cId="692820" sldId="2147483648"/>
        </pc:sldMasterMkLst>
        <pc:sldLayoutChg chg="del">
          <pc:chgData name="Owais Ahmed" userId="6abc7d4556b3b071" providerId="LiveId" clId="{B625B757-8EA5-47D7-8626-DA1020D487D0}" dt="2023-02-28T06:04:27.712" v="384" actId="47"/>
          <pc:sldLayoutMkLst>
            <pc:docMk/>
            <pc:sldMasterMk cId="692820" sldId="2147483648"/>
            <pc:sldLayoutMk cId="1939976995" sldId="2147483682"/>
          </pc:sldLayoutMkLst>
        </pc:sldLayoutChg>
      </pc:sldMasterChg>
    </pc:docChg>
  </pc:docChgLst>
  <pc:docChgLst>
    <pc:chgData name="Owais Ahmed" userId="6abc7d4556b3b071" providerId="LiveId" clId="{DB88F97C-3D81-4814-82FC-CD86E708BB16}"/>
    <pc:docChg chg="undo custSel addSld delSld modSld sldOrd">
      <pc:chgData name="Owais Ahmed" userId="6abc7d4556b3b071" providerId="LiveId" clId="{DB88F97C-3D81-4814-82FC-CD86E708BB16}" dt="2023-07-17T13:54:25.791" v="1700" actId="20577"/>
      <pc:docMkLst>
        <pc:docMk/>
      </pc:docMkLst>
      <pc:sldChg chg="modSp mod">
        <pc:chgData name="Owais Ahmed" userId="6abc7d4556b3b071" providerId="LiveId" clId="{DB88F97C-3D81-4814-82FC-CD86E708BB16}" dt="2023-07-17T06:28:30.740" v="1068" actId="20577"/>
        <pc:sldMkLst>
          <pc:docMk/>
          <pc:sldMk cId="146856052" sldId="2503"/>
        </pc:sldMkLst>
      </pc:sldChg>
      <pc:sldChg chg="modSp">
        <pc:chgData name="Owais Ahmed" userId="6abc7d4556b3b071" providerId="LiveId" clId="{DB88F97C-3D81-4814-82FC-CD86E708BB16}" dt="2023-07-17T05:14:32.459" v="330" actId="20577"/>
        <pc:sldMkLst>
          <pc:docMk/>
          <pc:sldMk cId="3840363020" sldId="2505"/>
        </pc:sldMkLst>
      </pc:sldChg>
      <pc:sldChg chg="delSp modSp mod delAnim modAnim">
        <pc:chgData name="Owais Ahmed" userId="6abc7d4556b3b071" providerId="LiveId" clId="{DB88F97C-3D81-4814-82FC-CD86E708BB16}" dt="2023-07-17T05:54:08.812" v="1062" actId="20577"/>
        <pc:sldMkLst>
          <pc:docMk/>
          <pc:sldMk cId="828323908" sldId="2510"/>
        </pc:sldMkLst>
      </pc:sldChg>
      <pc:sldChg chg="modSp mod modAnim">
        <pc:chgData name="Owais Ahmed" userId="6abc7d4556b3b071" providerId="LiveId" clId="{DB88F97C-3D81-4814-82FC-CD86E708BB16}" dt="2023-07-17T12:28:26.740" v="1154" actId="20577"/>
        <pc:sldMkLst>
          <pc:docMk/>
          <pc:sldMk cId="3544083855" sldId="2512"/>
        </pc:sldMkLst>
      </pc:sldChg>
      <pc:sldChg chg="modSp mod modAnim">
        <pc:chgData name="Owais Ahmed" userId="6abc7d4556b3b071" providerId="LiveId" clId="{DB88F97C-3D81-4814-82FC-CD86E708BB16}" dt="2023-07-17T05:45:01.743" v="568" actId="20577"/>
        <pc:sldMkLst>
          <pc:docMk/>
          <pc:sldMk cId="3886361074" sldId="2513"/>
        </pc:sldMkLst>
      </pc:sldChg>
      <pc:sldChg chg="modSp modAnim">
        <pc:chgData name="Owais Ahmed" userId="6abc7d4556b3b071" providerId="LiveId" clId="{DB88F97C-3D81-4814-82FC-CD86E708BB16}" dt="2023-07-17T05:45:37.860" v="579" actId="20577"/>
        <pc:sldMkLst>
          <pc:docMk/>
          <pc:sldMk cId="768535535" sldId="2515"/>
        </pc:sldMkLst>
      </pc:sldChg>
      <pc:sldChg chg="modSp add mod modAnim">
        <pc:chgData name="Owais Ahmed" userId="6abc7d4556b3b071" providerId="LiveId" clId="{DB88F97C-3D81-4814-82FC-CD86E708BB16}" dt="2023-07-17T05:13:44.275" v="304" actId="20577"/>
        <pc:sldMkLst>
          <pc:docMk/>
          <pc:sldMk cId="1026010710" sldId="2517"/>
        </pc:sldMkLst>
      </pc:sldChg>
      <pc:sldChg chg="add del">
        <pc:chgData name="Owais Ahmed" userId="6abc7d4556b3b071" providerId="LiveId" clId="{DB88F97C-3D81-4814-82FC-CD86E708BB16}" dt="2023-07-17T05:11:54.424" v="5" actId="2890"/>
        <pc:sldMkLst>
          <pc:docMk/>
          <pc:sldMk cId="2639481800" sldId="2517"/>
        </pc:sldMkLst>
      </pc:sldChg>
      <pc:sldChg chg="modSp add mod ord modAnim">
        <pc:chgData name="Owais Ahmed" userId="6abc7d4556b3b071" providerId="LiveId" clId="{DB88F97C-3D81-4814-82FC-CD86E708BB16}" dt="2023-07-17T05:49:17.325" v="984" actId="5793"/>
        <pc:sldMkLst>
          <pc:docMk/>
          <pc:sldMk cId="2307700478" sldId="2518"/>
        </pc:sldMkLst>
      </pc:sldChg>
      <pc:sldChg chg="addSp modSp add mod modAnim">
        <pc:chgData name="Owais Ahmed" userId="6abc7d4556b3b071" providerId="LiveId" clId="{DB88F97C-3D81-4814-82FC-CD86E708BB16}" dt="2023-07-17T13:54:25.791" v="1700" actId="20577"/>
        <pc:sldMkLst>
          <pc:docMk/>
          <pc:sldMk cId="4143521781" sldId="2519"/>
        </pc:sldMkLst>
      </pc:sldChg>
    </pc:docChg>
  </pc:docChgLst>
  <pc:docChgLst>
    <pc:chgData name="Owais Ahmed" userId="6abc7d4556b3b071" providerId="LiveId" clId="{D0A51F83-B713-4A4D-8105-C75936B8E1D2}"/>
    <pc:docChg chg="undo custSel addSld delSld modSld sldOrd">
      <pc:chgData name="Owais Ahmed" userId="6abc7d4556b3b071" providerId="LiveId" clId="{D0A51F83-B713-4A4D-8105-C75936B8E1D2}" dt="2025-09-30T13:24:36.664" v="5585" actId="20577"/>
      <pc:docMkLst>
        <pc:docMk/>
      </pc:docMkLst>
      <pc:sldChg chg="addSp modSp mod">
        <pc:chgData name="Owais Ahmed" userId="6abc7d4556b3b071" providerId="LiveId" clId="{D0A51F83-B713-4A4D-8105-C75936B8E1D2}" dt="2025-09-27T08:06:07.471" v="5018" actId="20577"/>
        <pc:sldMkLst>
          <pc:docMk/>
          <pc:sldMk cId="1649098948" sldId="2462"/>
        </pc:sldMkLst>
        <pc:spChg chg="add mod">
          <ac:chgData name="Owais Ahmed" userId="6abc7d4556b3b071" providerId="LiveId" clId="{D0A51F83-B713-4A4D-8105-C75936B8E1D2}" dt="2025-09-23T13:15:20.739" v="1222" actId="14826"/>
          <ac:spMkLst>
            <pc:docMk/>
            <pc:sldMk cId="1649098948" sldId="2462"/>
            <ac:spMk id="4" creationId="{D45FA580-2511-43FF-99FF-4AD8C9598CD1}"/>
          </ac:spMkLst>
        </pc:spChg>
        <pc:spChg chg="mod">
          <ac:chgData name="Owais Ahmed" userId="6abc7d4556b3b071" providerId="LiveId" clId="{D0A51F83-B713-4A4D-8105-C75936B8E1D2}" dt="2025-09-27T08:06:07.471" v="5018" actId="20577"/>
          <ac:spMkLst>
            <pc:docMk/>
            <pc:sldMk cId="1649098948" sldId="2462"/>
            <ac:spMk id="6" creationId="{F3C89A40-EEAA-43AB-9A3A-B2CFDE450F1B}"/>
          </ac:spMkLst>
        </pc:spChg>
        <pc:picChg chg="mod modCrop">
          <ac:chgData name="Owais Ahmed" userId="6abc7d4556b3b071" providerId="LiveId" clId="{D0A51F83-B713-4A4D-8105-C75936B8E1D2}" dt="2025-09-23T13:15:43.223" v="1223" actId="18131"/>
          <ac:picMkLst>
            <pc:docMk/>
            <pc:sldMk cId="1649098948" sldId="2462"/>
            <ac:picMk id="8" creationId="{BB76F5AB-0940-46E1-85F9-6A870D7D04C9}"/>
          </ac:picMkLst>
        </pc:picChg>
      </pc:sldChg>
      <pc:sldChg chg="modSp mod modAnim modNotesTx">
        <pc:chgData name="Owais Ahmed" userId="6abc7d4556b3b071" providerId="LiveId" clId="{D0A51F83-B713-4A4D-8105-C75936B8E1D2}" dt="2025-09-23T13:24:50.405" v="1686" actId="27636"/>
        <pc:sldMkLst>
          <pc:docMk/>
          <pc:sldMk cId="641030253" sldId="2479"/>
        </pc:sldMkLst>
        <pc:spChg chg="mod">
          <ac:chgData name="Owais Ahmed" userId="6abc7d4556b3b071" providerId="LiveId" clId="{D0A51F83-B713-4A4D-8105-C75936B8E1D2}" dt="2025-09-23T13:24:50.405" v="1686" actId="27636"/>
          <ac:spMkLst>
            <pc:docMk/>
            <pc:sldMk cId="641030253" sldId="2479"/>
            <ac:spMk id="3" creationId="{4A1C0383-58FE-E486-295E-B33B8683B938}"/>
          </ac:spMkLst>
        </pc:spChg>
      </pc:sldChg>
      <pc:sldChg chg="addSp delSp modSp mod setBg addAnim delAnim setClrOvrMap">
        <pc:chgData name="Owais Ahmed" userId="6abc7d4556b3b071" providerId="LiveId" clId="{D0A51F83-B713-4A4D-8105-C75936B8E1D2}" dt="2025-09-30T13:24:36.664" v="5585" actId="20577"/>
        <pc:sldMkLst>
          <pc:docMk/>
          <pc:sldMk cId="146856052" sldId="2503"/>
        </pc:sldMkLst>
        <pc:spChg chg="mod">
          <ac:chgData name="Owais Ahmed" userId="6abc7d4556b3b071" providerId="LiveId" clId="{D0A51F83-B713-4A4D-8105-C75936B8E1D2}" dt="2025-09-23T13:14:19.819" v="1217" actId="26606"/>
          <ac:spMkLst>
            <pc:docMk/>
            <pc:sldMk cId="146856052" sldId="2503"/>
            <ac:spMk id="3" creationId="{C0AE828D-1E63-455F-949D-0C5454A7FE88}"/>
          </ac:spMkLst>
        </pc:spChg>
        <pc:spChg chg="mod">
          <ac:chgData name="Owais Ahmed" userId="6abc7d4556b3b071" providerId="LiveId" clId="{D0A51F83-B713-4A4D-8105-C75936B8E1D2}" dt="2025-09-30T13:24:36.664" v="5585" actId="20577"/>
          <ac:spMkLst>
            <pc:docMk/>
            <pc:sldMk cId="146856052" sldId="2503"/>
            <ac:spMk id="9" creationId="{79DC1498-E692-42BA-B69F-6D37E6CFACA0}"/>
          </ac:spMkLst>
        </pc:spChg>
        <pc:picChg chg="mod ord">
          <ac:chgData name="Owais Ahmed" userId="6abc7d4556b3b071" providerId="LiveId" clId="{D0A51F83-B713-4A4D-8105-C75936B8E1D2}" dt="2025-09-23T13:14:20.562" v="1218" actId="14826"/>
          <ac:picMkLst>
            <pc:docMk/>
            <pc:sldMk cId="146856052" sldId="2503"/>
            <ac:picMk id="8" creationId="{9AB29DBC-55D3-49D9-BB44-4936739C4B57}"/>
          </ac:picMkLst>
        </pc:picChg>
      </pc:sldChg>
      <pc:sldChg chg="del">
        <pc:chgData name="Owais Ahmed" userId="6abc7d4556b3b071" providerId="LiveId" clId="{D0A51F83-B713-4A4D-8105-C75936B8E1D2}" dt="2025-09-23T13:26:43.827" v="1754" actId="47"/>
        <pc:sldMkLst>
          <pc:docMk/>
          <pc:sldMk cId="1742566059" sldId="2504"/>
        </pc:sldMkLst>
      </pc:sldChg>
      <pc:sldChg chg="del">
        <pc:chgData name="Owais Ahmed" userId="6abc7d4556b3b071" providerId="LiveId" clId="{D0A51F83-B713-4A4D-8105-C75936B8E1D2}" dt="2025-09-23T13:26:48.679" v="1757" actId="47"/>
        <pc:sldMkLst>
          <pc:docMk/>
          <pc:sldMk cId="4221376715" sldId="2506"/>
        </pc:sldMkLst>
      </pc:sldChg>
      <pc:sldChg chg="del">
        <pc:chgData name="Owais Ahmed" userId="6abc7d4556b3b071" providerId="LiveId" clId="{D0A51F83-B713-4A4D-8105-C75936B8E1D2}" dt="2025-09-23T13:26:53.155" v="1758" actId="47"/>
        <pc:sldMkLst>
          <pc:docMk/>
          <pc:sldMk cId="875357634" sldId="2507"/>
        </pc:sldMkLst>
      </pc:sldChg>
      <pc:sldChg chg="del">
        <pc:chgData name="Owais Ahmed" userId="6abc7d4556b3b071" providerId="LiveId" clId="{D0A51F83-B713-4A4D-8105-C75936B8E1D2}" dt="2025-09-23T13:27:00.031" v="1759" actId="47"/>
        <pc:sldMkLst>
          <pc:docMk/>
          <pc:sldMk cId="535421403" sldId="2509"/>
        </pc:sldMkLst>
      </pc:sldChg>
      <pc:sldChg chg="del">
        <pc:chgData name="Owais Ahmed" userId="6abc7d4556b3b071" providerId="LiveId" clId="{D0A51F83-B713-4A4D-8105-C75936B8E1D2}" dt="2025-09-23T13:26:53.155" v="1758" actId="47"/>
        <pc:sldMkLst>
          <pc:docMk/>
          <pc:sldMk cId="828323908" sldId="2510"/>
        </pc:sldMkLst>
      </pc:sldChg>
      <pc:sldChg chg="del">
        <pc:chgData name="Owais Ahmed" userId="6abc7d4556b3b071" providerId="LiveId" clId="{D0A51F83-B713-4A4D-8105-C75936B8E1D2}" dt="2025-09-23T13:26:53.155" v="1758" actId="47"/>
        <pc:sldMkLst>
          <pc:docMk/>
          <pc:sldMk cId="1223560295" sldId="2511"/>
        </pc:sldMkLst>
      </pc:sldChg>
      <pc:sldChg chg="modSp del mod modAnim modNotesTx">
        <pc:chgData name="Owais Ahmed" userId="6abc7d4556b3b071" providerId="LiveId" clId="{D0A51F83-B713-4A4D-8105-C75936B8E1D2}" dt="2025-09-27T08:06:38.050" v="5033" actId="47"/>
        <pc:sldMkLst>
          <pc:docMk/>
          <pc:sldMk cId="3210411380" sldId="2514"/>
        </pc:sldMkLst>
      </pc:sldChg>
      <pc:sldChg chg="del">
        <pc:chgData name="Owais Ahmed" userId="6abc7d4556b3b071" providerId="LiveId" clId="{D0A51F83-B713-4A4D-8105-C75936B8E1D2}" dt="2025-09-23T13:27:01.584" v="1760" actId="47"/>
        <pc:sldMkLst>
          <pc:docMk/>
          <pc:sldMk cId="538863515" sldId="2516"/>
        </pc:sldMkLst>
      </pc:sldChg>
      <pc:sldChg chg="del">
        <pc:chgData name="Owais Ahmed" userId="6abc7d4556b3b071" providerId="LiveId" clId="{D0A51F83-B713-4A4D-8105-C75936B8E1D2}" dt="2025-09-23T13:26:48.679" v="1757" actId="47"/>
        <pc:sldMkLst>
          <pc:docMk/>
          <pc:sldMk cId="3233670327" sldId="2519"/>
        </pc:sldMkLst>
      </pc:sldChg>
      <pc:sldChg chg="del">
        <pc:chgData name="Owais Ahmed" userId="6abc7d4556b3b071" providerId="LiveId" clId="{D0A51F83-B713-4A4D-8105-C75936B8E1D2}" dt="2025-09-23T13:26:44.015" v="1755" actId="47"/>
        <pc:sldMkLst>
          <pc:docMk/>
          <pc:sldMk cId="760180440" sldId="2520"/>
        </pc:sldMkLst>
      </pc:sldChg>
      <pc:sldChg chg="del">
        <pc:chgData name="Owais Ahmed" userId="6abc7d4556b3b071" providerId="LiveId" clId="{D0A51F83-B713-4A4D-8105-C75936B8E1D2}" dt="2025-09-23T13:26:44.195" v="1756" actId="47"/>
        <pc:sldMkLst>
          <pc:docMk/>
          <pc:sldMk cId="3422053575" sldId="2521"/>
        </pc:sldMkLst>
      </pc:sldChg>
      <pc:sldChg chg="del">
        <pc:chgData name="Owais Ahmed" userId="6abc7d4556b3b071" providerId="LiveId" clId="{D0A51F83-B713-4A4D-8105-C75936B8E1D2}" dt="2025-09-23T13:26:48.679" v="1757" actId="47"/>
        <pc:sldMkLst>
          <pc:docMk/>
          <pc:sldMk cId="2616068738" sldId="2522"/>
        </pc:sldMkLst>
      </pc:sldChg>
      <pc:sldChg chg="del">
        <pc:chgData name="Owais Ahmed" userId="6abc7d4556b3b071" providerId="LiveId" clId="{D0A51F83-B713-4A4D-8105-C75936B8E1D2}" dt="2025-09-23T13:26:48.679" v="1757" actId="47"/>
        <pc:sldMkLst>
          <pc:docMk/>
          <pc:sldMk cId="428669156" sldId="2523"/>
        </pc:sldMkLst>
      </pc:sldChg>
      <pc:sldChg chg="del">
        <pc:chgData name="Owais Ahmed" userId="6abc7d4556b3b071" providerId="LiveId" clId="{D0A51F83-B713-4A4D-8105-C75936B8E1D2}" dt="2025-09-23T13:26:53.155" v="1758" actId="47"/>
        <pc:sldMkLst>
          <pc:docMk/>
          <pc:sldMk cId="3603363398" sldId="2524"/>
        </pc:sldMkLst>
      </pc:sldChg>
      <pc:sldChg chg="addSp delSp modSp mod modAnim">
        <pc:chgData name="Owais Ahmed" userId="6abc7d4556b3b071" providerId="LiveId" clId="{D0A51F83-B713-4A4D-8105-C75936B8E1D2}" dt="2025-09-27T08:05:17.615" v="5010" actId="20577"/>
        <pc:sldMkLst>
          <pc:docMk/>
          <pc:sldMk cId="2521120589" sldId="2525"/>
        </pc:sldMkLst>
        <pc:spChg chg="mod">
          <ac:chgData name="Owais Ahmed" userId="6abc7d4556b3b071" providerId="LiveId" clId="{D0A51F83-B713-4A4D-8105-C75936B8E1D2}" dt="2025-09-27T08:05:17.615" v="5010" actId="20577"/>
          <ac:spMkLst>
            <pc:docMk/>
            <pc:sldMk cId="2521120589" sldId="2525"/>
            <ac:spMk id="3" creationId="{4A1C0383-58FE-E486-295E-B33B8683B938}"/>
          </ac:spMkLst>
        </pc:spChg>
        <pc:spChg chg="mod">
          <ac:chgData name="Owais Ahmed" userId="6abc7d4556b3b071" providerId="LiveId" clId="{D0A51F83-B713-4A4D-8105-C75936B8E1D2}" dt="2025-09-27T08:02:17.717" v="4659" actId="20577"/>
          <ac:spMkLst>
            <pc:docMk/>
            <pc:sldMk cId="2521120589" sldId="2525"/>
            <ac:spMk id="215" creationId="{00000000-0000-0000-0000-000000000000}"/>
          </ac:spMkLst>
        </pc:spChg>
        <pc:graphicFrameChg chg="add mod modGraphic">
          <ac:chgData name="Owais Ahmed" userId="6abc7d4556b3b071" providerId="LiveId" clId="{D0A51F83-B713-4A4D-8105-C75936B8E1D2}" dt="2025-09-27T08:03:12.961" v="4725" actId="20577"/>
          <ac:graphicFrameMkLst>
            <pc:docMk/>
            <pc:sldMk cId="2521120589" sldId="2525"/>
            <ac:graphicFrameMk id="6" creationId="{F574E243-B5DE-84C2-0E16-136138998319}"/>
          </ac:graphicFrameMkLst>
        </pc:graphicFrameChg>
      </pc:sldChg>
      <pc:sldChg chg="del">
        <pc:chgData name="Owais Ahmed" userId="6abc7d4556b3b071" providerId="LiveId" clId="{D0A51F83-B713-4A4D-8105-C75936B8E1D2}" dt="2025-09-23T13:26:48.679" v="1757" actId="47"/>
        <pc:sldMkLst>
          <pc:docMk/>
          <pc:sldMk cId="110326978" sldId="2526"/>
        </pc:sldMkLst>
      </pc:sldChg>
      <pc:sldChg chg="del">
        <pc:chgData name="Owais Ahmed" userId="6abc7d4556b3b071" providerId="LiveId" clId="{D0A51F83-B713-4A4D-8105-C75936B8E1D2}" dt="2025-09-23T13:26:48.679" v="1757" actId="47"/>
        <pc:sldMkLst>
          <pc:docMk/>
          <pc:sldMk cId="568047908" sldId="2527"/>
        </pc:sldMkLst>
      </pc:sldChg>
      <pc:sldChg chg="del">
        <pc:chgData name="Owais Ahmed" userId="6abc7d4556b3b071" providerId="LiveId" clId="{D0A51F83-B713-4A4D-8105-C75936B8E1D2}" dt="2025-09-23T13:26:48.679" v="1757" actId="47"/>
        <pc:sldMkLst>
          <pc:docMk/>
          <pc:sldMk cId="3855651006" sldId="2528"/>
        </pc:sldMkLst>
      </pc:sldChg>
      <pc:sldChg chg="del">
        <pc:chgData name="Owais Ahmed" userId="6abc7d4556b3b071" providerId="LiveId" clId="{D0A51F83-B713-4A4D-8105-C75936B8E1D2}" dt="2025-09-23T13:26:48.679" v="1757" actId="47"/>
        <pc:sldMkLst>
          <pc:docMk/>
          <pc:sldMk cId="1646317805" sldId="2529"/>
        </pc:sldMkLst>
      </pc:sldChg>
      <pc:sldChg chg="del">
        <pc:chgData name="Owais Ahmed" userId="6abc7d4556b3b071" providerId="LiveId" clId="{D0A51F83-B713-4A4D-8105-C75936B8E1D2}" dt="2025-09-23T13:26:48.679" v="1757" actId="47"/>
        <pc:sldMkLst>
          <pc:docMk/>
          <pc:sldMk cId="1768471400" sldId="2530"/>
        </pc:sldMkLst>
      </pc:sldChg>
      <pc:sldChg chg="del">
        <pc:chgData name="Owais Ahmed" userId="6abc7d4556b3b071" providerId="LiveId" clId="{D0A51F83-B713-4A4D-8105-C75936B8E1D2}" dt="2025-09-23T13:26:48.679" v="1757" actId="47"/>
        <pc:sldMkLst>
          <pc:docMk/>
          <pc:sldMk cId="2888631914" sldId="2531"/>
        </pc:sldMkLst>
      </pc:sldChg>
      <pc:sldChg chg="del">
        <pc:chgData name="Owais Ahmed" userId="6abc7d4556b3b071" providerId="LiveId" clId="{D0A51F83-B713-4A4D-8105-C75936B8E1D2}" dt="2025-09-23T13:26:48.679" v="1757" actId="47"/>
        <pc:sldMkLst>
          <pc:docMk/>
          <pc:sldMk cId="548703236" sldId="2532"/>
        </pc:sldMkLst>
      </pc:sldChg>
      <pc:sldChg chg="del">
        <pc:chgData name="Owais Ahmed" userId="6abc7d4556b3b071" providerId="LiveId" clId="{D0A51F83-B713-4A4D-8105-C75936B8E1D2}" dt="2025-09-23T13:26:53.155" v="1758" actId="47"/>
        <pc:sldMkLst>
          <pc:docMk/>
          <pc:sldMk cId="3485167277" sldId="2533"/>
        </pc:sldMkLst>
      </pc:sldChg>
      <pc:sldChg chg="del">
        <pc:chgData name="Owais Ahmed" userId="6abc7d4556b3b071" providerId="LiveId" clId="{D0A51F83-B713-4A4D-8105-C75936B8E1D2}" dt="2025-09-23T13:26:48.679" v="1757" actId="47"/>
        <pc:sldMkLst>
          <pc:docMk/>
          <pc:sldMk cId="2547052265" sldId="2534"/>
        </pc:sldMkLst>
      </pc:sldChg>
      <pc:sldChg chg="modSp add mod modAnim modNotesTx">
        <pc:chgData name="Owais Ahmed" userId="6abc7d4556b3b071" providerId="LiveId" clId="{D0A51F83-B713-4A4D-8105-C75936B8E1D2}" dt="2025-09-27T08:07:56.205" v="5277" actId="20577"/>
        <pc:sldMkLst>
          <pc:docMk/>
          <pc:sldMk cId="253856043" sldId="2535"/>
        </pc:sldMkLst>
        <pc:spChg chg="mod">
          <ac:chgData name="Owais Ahmed" userId="6abc7d4556b3b071" providerId="LiveId" clId="{D0A51F83-B713-4A4D-8105-C75936B8E1D2}" dt="2025-09-27T08:07:01.925" v="5085" actId="20577"/>
          <ac:spMkLst>
            <pc:docMk/>
            <pc:sldMk cId="253856043" sldId="2535"/>
            <ac:spMk id="3" creationId="{D3150EB8-81C0-3D40-D8AE-6812BAB2CC90}"/>
          </ac:spMkLst>
        </pc:spChg>
        <pc:spChg chg="mod">
          <ac:chgData name="Owais Ahmed" userId="6abc7d4556b3b071" providerId="LiveId" clId="{D0A51F83-B713-4A4D-8105-C75936B8E1D2}" dt="2025-09-23T13:28:13.069" v="1794" actId="20577"/>
          <ac:spMkLst>
            <pc:docMk/>
            <pc:sldMk cId="253856043" sldId="2535"/>
            <ac:spMk id="215" creationId="{D7ECDFE4-8512-3ED7-818F-81F5058E26D3}"/>
          </ac:spMkLst>
        </pc:spChg>
      </pc:sldChg>
      <pc:sldChg chg="modSp add mod modAnim modNotesTx">
        <pc:chgData name="Owais Ahmed" userId="6abc7d4556b3b071" providerId="LiveId" clId="{D0A51F83-B713-4A4D-8105-C75936B8E1D2}" dt="2025-09-26T10:50:25.529" v="2807" actId="6549"/>
        <pc:sldMkLst>
          <pc:docMk/>
          <pc:sldMk cId="1489557677" sldId="2536"/>
        </pc:sldMkLst>
        <pc:spChg chg="mod">
          <ac:chgData name="Owais Ahmed" userId="6abc7d4556b3b071" providerId="LiveId" clId="{D0A51F83-B713-4A4D-8105-C75936B8E1D2}" dt="2025-09-23T13:25:58.623" v="1753" actId="20577"/>
          <ac:spMkLst>
            <pc:docMk/>
            <pc:sldMk cId="1489557677" sldId="2536"/>
            <ac:spMk id="3" creationId="{376CC965-0BC8-FC64-8304-9D1604334888}"/>
          </ac:spMkLst>
        </pc:spChg>
      </pc:sldChg>
      <pc:sldChg chg="modSp add mod modAnim modNotesTx">
        <pc:chgData name="Owais Ahmed" userId="6abc7d4556b3b071" providerId="LiveId" clId="{D0A51F83-B713-4A4D-8105-C75936B8E1D2}" dt="2025-09-23T19:10:06.246" v="2656" actId="27636"/>
        <pc:sldMkLst>
          <pc:docMk/>
          <pc:sldMk cId="1376377652" sldId="2537"/>
        </pc:sldMkLst>
        <pc:spChg chg="mod">
          <ac:chgData name="Owais Ahmed" userId="6abc7d4556b3b071" providerId="LiveId" clId="{D0A51F83-B713-4A4D-8105-C75936B8E1D2}" dt="2025-09-23T19:10:06.246" v="2656" actId="27636"/>
          <ac:spMkLst>
            <pc:docMk/>
            <pc:sldMk cId="1376377652" sldId="2537"/>
            <ac:spMk id="3" creationId="{13DE1684-FBDC-7B29-EAC0-3D86F40A0C6D}"/>
          </ac:spMkLst>
        </pc:spChg>
        <pc:spChg chg="mod">
          <ac:chgData name="Owais Ahmed" userId="6abc7d4556b3b071" providerId="LiveId" clId="{D0A51F83-B713-4A4D-8105-C75936B8E1D2}" dt="2025-09-23T13:33:28.570" v="2051" actId="20577"/>
          <ac:spMkLst>
            <pc:docMk/>
            <pc:sldMk cId="1376377652" sldId="2537"/>
            <ac:spMk id="215" creationId="{A72B7466-1CA6-08F9-AEF9-5E3E58BAE54E}"/>
          </ac:spMkLst>
        </pc:spChg>
      </pc:sldChg>
      <pc:sldChg chg="modSp add mod modAnim">
        <pc:chgData name="Owais Ahmed" userId="6abc7d4556b3b071" providerId="LiveId" clId="{D0A51F83-B713-4A4D-8105-C75936B8E1D2}" dt="2025-09-26T13:56:31.541" v="3035" actId="20577"/>
        <pc:sldMkLst>
          <pc:docMk/>
          <pc:sldMk cId="1894232466" sldId="2538"/>
        </pc:sldMkLst>
        <pc:spChg chg="mod">
          <ac:chgData name="Owais Ahmed" userId="6abc7d4556b3b071" providerId="LiveId" clId="{D0A51F83-B713-4A4D-8105-C75936B8E1D2}" dt="2025-09-26T13:56:31.541" v="3035" actId="20577"/>
          <ac:spMkLst>
            <pc:docMk/>
            <pc:sldMk cId="1894232466" sldId="2538"/>
            <ac:spMk id="3" creationId="{9AE84F00-1EBA-750C-D35C-7F7824929DE6}"/>
          </ac:spMkLst>
        </pc:spChg>
        <pc:spChg chg="mod">
          <ac:chgData name="Owais Ahmed" userId="6abc7d4556b3b071" providerId="LiveId" clId="{D0A51F83-B713-4A4D-8105-C75936B8E1D2}" dt="2025-09-23T14:04:26.386" v="2527" actId="20577"/>
          <ac:spMkLst>
            <pc:docMk/>
            <pc:sldMk cId="1894232466" sldId="2538"/>
            <ac:spMk id="215" creationId="{544C5625-FD69-0591-7D24-8F0A8165242D}"/>
          </ac:spMkLst>
        </pc:spChg>
      </pc:sldChg>
      <pc:sldChg chg="modSp add mod modNotesTx">
        <pc:chgData name="Owais Ahmed" userId="6abc7d4556b3b071" providerId="LiveId" clId="{D0A51F83-B713-4A4D-8105-C75936B8E1D2}" dt="2025-09-27T07:58:06.476" v="4237" actId="6549"/>
        <pc:sldMkLst>
          <pc:docMk/>
          <pc:sldMk cId="2637554873" sldId="2539"/>
        </pc:sldMkLst>
        <pc:spChg chg="mod">
          <ac:chgData name="Owais Ahmed" userId="6abc7d4556b3b071" providerId="LiveId" clId="{D0A51F83-B713-4A4D-8105-C75936B8E1D2}" dt="2025-09-27T07:56:46.373" v="4185" actId="6549"/>
          <ac:spMkLst>
            <pc:docMk/>
            <pc:sldMk cId="2637554873" sldId="2539"/>
            <ac:spMk id="3" creationId="{FA616EB9-02B3-5CB2-6CA9-92D4FAEC0580}"/>
          </ac:spMkLst>
        </pc:spChg>
      </pc:sldChg>
      <pc:sldChg chg="add del">
        <pc:chgData name="Owais Ahmed" userId="6abc7d4556b3b071" providerId="LiveId" clId="{D0A51F83-B713-4A4D-8105-C75936B8E1D2}" dt="2025-09-27T08:06:18.545" v="5022" actId="47"/>
        <pc:sldMkLst>
          <pc:docMk/>
          <pc:sldMk cId="2095536288" sldId="2540"/>
        </pc:sldMkLst>
      </pc:sldChg>
      <pc:sldChg chg="delSp modSp add del mod modAnim">
        <pc:chgData name="Owais Ahmed" userId="6abc7d4556b3b071" providerId="LiveId" clId="{D0A51F83-B713-4A4D-8105-C75936B8E1D2}" dt="2025-09-27T08:02:10.446" v="4650" actId="47"/>
        <pc:sldMkLst>
          <pc:docMk/>
          <pc:sldMk cId="3082795902" sldId="2540"/>
        </pc:sldMkLst>
      </pc:sldChg>
      <pc:sldChg chg="modSp add mod ord modAnim modNotesTx">
        <pc:chgData name="Owais Ahmed" userId="6abc7d4556b3b071" providerId="LiveId" clId="{D0A51F83-B713-4A4D-8105-C75936B8E1D2}" dt="2025-09-27T08:10:20.371" v="5381" actId="20577"/>
        <pc:sldMkLst>
          <pc:docMk/>
          <pc:sldMk cId="1335818010" sldId="2541"/>
        </pc:sldMkLst>
        <pc:spChg chg="mod">
          <ac:chgData name="Owais Ahmed" userId="6abc7d4556b3b071" providerId="LiveId" clId="{D0A51F83-B713-4A4D-8105-C75936B8E1D2}" dt="2025-09-27T08:10:20.371" v="5381" actId="20577"/>
          <ac:spMkLst>
            <pc:docMk/>
            <pc:sldMk cId="1335818010" sldId="2541"/>
            <ac:spMk id="3" creationId="{9665A5F9-AE19-0892-374B-7A02B58B3BDC}"/>
          </ac:spMkLst>
        </pc:spChg>
        <pc:spChg chg="mod">
          <ac:chgData name="Owais Ahmed" userId="6abc7d4556b3b071" providerId="LiveId" clId="{D0A51F83-B713-4A4D-8105-C75936B8E1D2}" dt="2025-09-27T08:06:21.910" v="5029" actId="20577"/>
          <ac:spMkLst>
            <pc:docMk/>
            <pc:sldMk cId="1335818010" sldId="2541"/>
            <ac:spMk id="215" creationId="{F89A2F39-C893-9D12-BC4E-F8C3B12B64D7}"/>
          </ac:spMkLst>
        </pc:spChg>
      </pc:sldChg>
      <pc:sldChg chg="modSp add mod modAnim">
        <pc:chgData name="Owais Ahmed" userId="6abc7d4556b3b071" providerId="LiveId" clId="{D0A51F83-B713-4A4D-8105-C75936B8E1D2}" dt="2025-09-27T08:12:42.444" v="5398" actId="114"/>
        <pc:sldMkLst>
          <pc:docMk/>
          <pc:sldMk cId="1254183550" sldId="2542"/>
        </pc:sldMkLst>
        <pc:spChg chg="mod">
          <ac:chgData name="Owais Ahmed" userId="6abc7d4556b3b071" providerId="LiveId" clId="{D0A51F83-B713-4A4D-8105-C75936B8E1D2}" dt="2025-09-27T08:12:42.444" v="5398" actId="114"/>
          <ac:spMkLst>
            <pc:docMk/>
            <pc:sldMk cId="1254183550" sldId="2542"/>
            <ac:spMk id="3" creationId="{C8D9CB6C-0CB5-0809-DAC5-FC8F70E7B12E}"/>
          </ac:spMkLst>
        </pc:spChg>
      </pc:sldChg>
      <pc:sldChg chg="modSp add mod modAnim modNotesTx">
        <pc:chgData name="Owais Ahmed" userId="6abc7d4556b3b071" providerId="LiveId" clId="{D0A51F83-B713-4A4D-8105-C75936B8E1D2}" dt="2025-09-27T08:16:44.087" v="5579" actId="6549"/>
        <pc:sldMkLst>
          <pc:docMk/>
          <pc:sldMk cId="3038275289" sldId="2543"/>
        </pc:sldMkLst>
        <pc:spChg chg="mod">
          <ac:chgData name="Owais Ahmed" userId="6abc7d4556b3b071" providerId="LiveId" clId="{D0A51F83-B713-4A4D-8105-C75936B8E1D2}" dt="2025-09-27T08:16:27.862" v="5521" actId="20577"/>
          <ac:spMkLst>
            <pc:docMk/>
            <pc:sldMk cId="3038275289" sldId="2543"/>
            <ac:spMk id="3" creationId="{E45DF170-673F-3CB5-353A-1E7EDA9CEBE7}"/>
          </ac:spMkLst>
        </pc:spChg>
      </pc:sldChg>
    </pc:docChg>
  </pc:docChgLst>
  <pc:docChgLst>
    <pc:chgData name="Owais Ahmed" userId="6abc7d4556b3b071" providerId="LiveId" clId="{85A129D3-1BA4-4A63-924B-7772A7960428}"/>
    <pc:docChg chg="undo custSel delSld modSld">
      <pc:chgData name="Owais Ahmed" userId="6abc7d4556b3b071" providerId="LiveId" clId="{85A129D3-1BA4-4A63-924B-7772A7960428}" dt="2023-03-02T04:26:09.378" v="409" actId="47"/>
      <pc:docMkLst>
        <pc:docMk/>
      </pc:docMkLst>
      <pc:sldChg chg="modSp mod">
        <pc:chgData name="Owais Ahmed" userId="6abc7d4556b3b071" providerId="LiveId" clId="{85A129D3-1BA4-4A63-924B-7772A7960428}" dt="2023-03-02T04:05:28.784" v="22" actId="20577"/>
        <pc:sldMkLst>
          <pc:docMk/>
          <pc:sldMk cId="3927832306" sldId="2448"/>
        </pc:sldMkLst>
      </pc:sldChg>
      <pc:sldChg chg="modSp mod">
        <pc:chgData name="Owais Ahmed" userId="6abc7d4556b3b071" providerId="LiveId" clId="{85A129D3-1BA4-4A63-924B-7772A7960428}" dt="2023-03-02T04:05:48.052" v="25" actId="20577"/>
        <pc:sldMkLst>
          <pc:docMk/>
          <pc:sldMk cId="1649098948" sldId="2462"/>
        </pc:sldMkLst>
      </pc:sldChg>
      <pc:sldChg chg="modSp modNotesTx">
        <pc:chgData name="Owais Ahmed" userId="6abc7d4556b3b071" providerId="LiveId" clId="{85A129D3-1BA4-4A63-924B-7772A7960428}" dt="2023-03-02T04:09:29.587" v="112"/>
        <pc:sldMkLst>
          <pc:docMk/>
          <pc:sldMk cId="641030253" sldId="2479"/>
        </pc:sldMkLst>
      </pc:sldChg>
      <pc:sldChg chg="modSp mod modAnim">
        <pc:chgData name="Owais Ahmed" userId="6abc7d4556b3b071" providerId="LiveId" clId="{85A129D3-1BA4-4A63-924B-7772A7960428}" dt="2023-03-02T04:20:49.483" v="340" actId="255"/>
        <pc:sldMkLst>
          <pc:docMk/>
          <pc:sldMk cId="2426892836" sldId="2485"/>
        </pc:sldMkLst>
      </pc:sldChg>
      <pc:sldChg chg="modSp mod modAnim modNotesTx">
        <pc:chgData name="Owais Ahmed" userId="6abc7d4556b3b071" providerId="LiveId" clId="{85A129D3-1BA4-4A63-924B-7772A7960428}" dt="2023-03-02T04:09:44.680" v="114"/>
        <pc:sldMkLst>
          <pc:docMk/>
          <pc:sldMk cId="3132224988" sldId="2486"/>
        </pc:sldMkLst>
      </pc:sldChg>
      <pc:sldChg chg="del">
        <pc:chgData name="Owais Ahmed" userId="6abc7d4556b3b071" providerId="LiveId" clId="{85A129D3-1BA4-4A63-924B-7772A7960428}" dt="2023-03-02T04:13:21.793" v="126" actId="47"/>
        <pc:sldMkLst>
          <pc:docMk/>
          <pc:sldMk cId="2805003587" sldId="2487"/>
        </pc:sldMkLst>
      </pc:sldChg>
      <pc:sldChg chg="modSp modAnim modNotesTx">
        <pc:chgData name="Owais Ahmed" userId="6abc7d4556b3b071" providerId="LiveId" clId="{85A129D3-1BA4-4A63-924B-7772A7960428}" dt="2023-03-02T04:10:00.993" v="125" actId="20577"/>
        <pc:sldMkLst>
          <pc:docMk/>
          <pc:sldMk cId="918376006" sldId="2488"/>
        </pc:sldMkLst>
      </pc:sldChg>
      <pc:sldChg chg="modSp modAnim">
        <pc:chgData name="Owais Ahmed" userId="6abc7d4556b3b071" providerId="LiveId" clId="{85A129D3-1BA4-4A63-924B-7772A7960428}" dt="2023-03-02T04:24:07.947" v="358" actId="20577"/>
        <pc:sldMkLst>
          <pc:docMk/>
          <pc:sldMk cId="3454217637" sldId="2489"/>
        </pc:sldMkLst>
      </pc:sldChg>
      <pc:sldChg chg="modSp modAnim modNotesTx">
        <pc:chgData name="Owais Ahmed" userId="6abc7d4556b3b071" providerId="LiveId" clId="{85A129D3-1BA4-4A63-924B-7772A7960428}" dt="2023-03-02T04:25:33.968" v="395" actId="20577"/>
        <pc:sldMkLst>
          <pc:docMk/>
          <pc:sldMk cId="3828703945" sldId="2490"/>
        </pc:sldMkLst>
      </pc:sldChg>
      <pc:sldChg chg="modSp modAnim">
        <pc:chgData name="Owais Ahmed" userId="6abc7d4556b3b071" providerId="LiveId" clId="{85A129D3-1BA4-4A63-924B-7772A7960428}" dt="2023-03-02T04:26:05.613" v="408" actId="6549"/>
        <pc:sldMkLst>
          <pc:docMk/>
          <pc:sldMk cId="1696537967" sldId="2491"/>
        </pc:sldMkLst>
      </pc:sldChg>
      <pc:sldChg chg="del">
        <pc:chgData name="Owais Ahmed" userId="6abc7d4556b3b071" providerId="LiveId" clId="{85A129D3-1BA4-4A63-924B-7772A7960428}" dt="2023-03-02T04:26:09.378" v="409" actId="47"/>
        <pc:sldMkLst>
          <pc:docMk/>
          <pc:sldMk cId="2509892412" sldId="2492"/>
        </pc:sldMkLst>
      </pc:sldChg>
    </pc:docChg>
  </pc:docChgLst>
  <pc:docChgLst>
    <pc:chgData name="Owais Ahmed" userId="6abc7d4556b3b071" providerId="LiveId" clId="{0FDD8DE3-F1AE-4516-94DB-A1902CE94C41}"/>
    <pc:docChg chg="undo custSel addSld delSld modSld sldOrd">
      <pc:chgData name="Owais Ahmed" userId="6abc7d4556b3b071" providerId="LiveId" clId="{0FDD8DE3-F1AE-4516-94DB-A1902CE94C41}" dt="2023-03-02T06:18:36.400" v="3919" actId="20577"/>
      <pc:docMkLst>
        <pc:docMk/>
      </pc:docMkLst>
      <pc:sldChg chg="del">
        <pc:chgData name="Owais Ahmed" userId="6abc7d4556b3b071" providerId="LiveId" clId="{0FDD8DE3-F1AE-4516-94DB-A1902CE94C41}" dt="2023-03-02T04:27:58.588" v="0" actId="47"/>
        <pc:sldMkLst>
          <pc:docMk/>
          <pc:sldMk cId="1287457047" sldId="522"/>
        </pc:sldMkLst>
      </pc:sldChg>
      <pc:sldChg chg="modSp mod">
        <pc:chgData name="Owais Ahmed" userId="6abc7d4556b3b071" providerId="LiveId" clId="{0FDD8DE3-F1AE-4516-94DB-A1902CE94C41}" dt="2023-03-02T04:34:37.750" v="253" actId="20577"/>
        <pc:sldMkLst>
          <pc:docMk/>
          <pc:sldMk cId="1649098948" sldId="2462"/>
        </pc:sldMkLst>
      </pc:sldChg>
      <pc:sldChg chg="modSp add del mod modAnim modNotesTx">
        <pc:chgData name="Owais Ahmed" userId="6abc7d4556b3b071" providerId="LiveId" clId="{0FDD8DE3-F1AE-4516-94DB-A1902CE94C41}" dt="2023-03-02T04:56:35.318" v="824" actId="20577"/>
        <pc:sldMkLst>
          <pc:docMk/>
          <pc:sldMk cId="641030253" sldId="2479"/>
        </pc:sldMkLst>
      </pc:sldChg>
      <pc:sldChg chg="addSp delSp modSp add mod addAnim delAnim modAnim">
        <pc:chgData name="Owais Ahmed" userId="6abc7d4556b3b071" providerId="LiveId" clId="{0FDD8DE3-F1AE-4516-94DB-A1902CE94C41}" dt="2023-03-02T05:02:47.390" v="1015" actId="20577"/>
        <pc:sldMkLst>
          <pc:docMk/>
          <pc:sldMk cId="33298473" sldId="2480"/>
        </pc:sldMkLst>
      </pc:sldChg>
      <pc:sldChg chg="addSp delSp modSp add mod">
        <pc:chgData name="Owais Ahmed" userId="6abc7d4556b3b071" providerId="LiveId" clId="{0FDD8DE3-F1AE-4516-94DB-A1902CE94C41}" dt="2023-03-02T05:04:45.391" v="1131" actId="20577"/>
        <pc:sldMkLst>
          <pc:docMk/>
          <pc:sldMk cId="2242574499" sldId="2481"/>
        </pc:sldMkLst>
      </pc:sldChg>
      <pc:sldChg chg="addSp delSp modSp add mod modAnim">
        <pc:chgData name="Owais Ahmed" userId="6abc7d4556b3b071" providerId="LiveId" clId="{0FDD8DE3-F1AE-4516-94DB-A1902CE94C41}" dt="2023-03-02T05:07:54.229" v="1274"/>
        <pc:sldMkLst>
          <pc:docMk/>
          <pc:sldMk cId="3554497857" sldId="2482"/>
        </pc:sldMkLst>
      </pc:sldChg>
      <pc:sldChg chg="addSp delSp modSp add mod modAnim">
        <pc:chgData name="Owais Ahmed" userId="6abc7d4556b3b071" providerId="LiveId" clId="{0FDD8DE3-F1AE-4516-94DB-A1902CE94C41}" dt="2023-03-02T05:12:04.645" v="1365" actId="20577"/>
        <pc:sldMkLst>
          <pc:docMk/>
          <pc:sldMk cId="677534828" sldId="2483"/>
        </pc:sldMkLst>
      </pc:sldChg>
      <pc:sldChg chg="addSp delSp modSp add mod">
        <pc:chgData name="Owais Ahmed" userId="6abc7d4556b3b071" providerId="LiveId" clId="{0FDD8DE3-F1AE-4516-94DB-A1902CE94C41}" dt="2023-03-02T05:19:22.243" v="1681" actId="20577"/>
        <pc:sldMkLst>
          <pc:docMk/>
          <pc:sldMk cId="278977406" sldId="2484"/>
        </pc:sldMkLst>
      </pc:sldChg>
      <pc:sldChg chg="add del">
        <pc:chgData name="Owais Ahmed" userId="6abc7d4556b3b071" providerId="LiveId" clId="{0FDD8DE3-F1AE-4516-94DB-A1902CE94C41}" dt="2023-03-02T04:35:20.256" v="256" actId="47"/>
        <pc:sldMkLst>
          <pc:docMk/>
          <pc:sldMk cId="2426892836" sldId="2485"/>
        </pc:sldMkLst>
      </pc:sldChg>
      <pc:sldChg chg="delSp modSp add mod modAnim">
        <pc:chgData name="Owais Ahmed" userId="6abc7d4556b3b071" providerId="LiveId" clId="{0FDD8DE3-F1AE-4516-94DB-A1902CE94C41}" dt="2023-03-02T05:33:14.169" v="1944" actId="20577"/>
        <pc:sldMkLst>
          <pc:docMk/>
          <pc:sldMk cId="2995985000" sldId="2485"/>
        </pc:sldMkLst>
      </pc:sldChg>
      <pc:sldChg chg="modSp add mod modAnim">
        <pc:chgData name="Owais Ahmed" userId="6abc7d4556b3b071" providerId="LiveId" clId="{0FDD8DE3-F1AE-4516-94DB-A1902CE94C41}" dt="2023-03-02T05:36:18.701" v="2006" actId="20577"/>
        <pc:sldMkLst>
          <pc:docMk/>
          <pc:sldMk cId="1088870247" sldId="2486"/>
        </pc:sldMkLst>
      </pc:sldChg>
      <pc:sldChg chg="del">
        <pc:chgData name="Owais Ahmed" userId="6abc7d4556b3b071" providerId="LiveId" clId="{0FDD8DE3-F1AE-4516-94DB-A1902CE94C41}" dt="2023-03-02T04:35:18.933" v="254" actId="47"/>
        <pc:sldMkLst>
          <pc:docMk/>
          <pc:sldMk cId="3132224988" sldId="2486"/>
        </pc:sldMkLst>
      </pc:sldChg>
      <pc:sldChg chg="addSp modSp add mod ord modAnim modNotesTx">
        <pc:chgData name="Owais Ahmed" userId="6abc7d4556b3b071" providerId="LiveId" clId="{0FDD8DE3-F1AE-4516-94DB-A1902CE94C41}" dt="2023-03-02T05:44:54.853" v="2642" actId="20577"/>
        <pc:sldMkLst>
          <pc:docMk/>
          <pc:sldMk cId="1653736541" sldId="2487"/>
        </pc:sldMkLst>
      </pc:sldChg>
      <pc:sldChg chg="add del">
        <pc:chgData name="Owais Ahmed" userId="6abc7d4556b3b071" providerId="LiveId" clId="{0FDD8DE3-F1AE-4516-94DB-A1902CE94C41}" dt="2023-03-02T05:39:42.723" v="2008" actId="2890"/>
        <pc:sldMkLst>
          <pc:docMk/>
          <pc:sldMk cId="1743220608" sldId="2487"/>
        </pc:sldMkLst>
      </pc:sldChg>
      <pc:sldChg chg="addSp modSp add mod ord modAnim">
        <pc:chgData name="Owais Ahmed" userId="6abc7d4556b3b071" providerId="LiveId" clId="{0FDD8DE3-F1AE-4516-94DB-A1902CE94C41}" dt="2023-03-02T05:49:25.027" v="2865"/>
        <pc:sldMkLst>
          <pc:docMk/>
          <pc:sldMk cId="633565940" sldId="2488"/>
        </pc:sldMkLst>
      </pc:sldChg>
      <pc:sldChg chg="add del">
        <pc:chgData name="Owais Ahmed" userId="6abc7d4556b3b071" providerId="LiveId" clId="{0FDD8DE3-F1AE-4516-94DB-A1902CE94C41}" dt="2023-03-02T04:35:19.865" v="255" actId="47"/>
        <pc:sldMkLst>
          <pc:docMk/>
          <pc:sldMk cId="918376006" sldId="2488"/>
        </pc:sldMkLst>
      </pc:sldChg>
      <pc:sldChg chg="add del">
        <pc:chgData name="Owais Ahmed" userId="6abc7d4556b3b071" providerId="LiveId" clId="{0FDD8DE3-F1AE-4516-94DB-A1902CE94C41}" dt="2023-03-02T05:49:58.669" v="2867" actId="2890"/>
        <pc:sldMkLst>
          <pc:docMk/>
          <pc:sldMk cId="1383689140" sldId="2489"/>
        </pc:sldMkLst>
      </pc:sldChg>
      <pc:sldChg chg="del">
        <pc:chgData name="Owais Ahmed" userId="6abc7d4556b3b071" providerId="LiveId" clId="{0FDD8DE3-F1AE-4516-94DB-A1902CE94C41}" dt="2023-03-02T04:35:21.399" v="257" actId="47"/>
        <pc:sldMkLst>
          <pc:docMk/>
          <pc:sldMk cId="3454217637" sldId="2489"/>
        </pc:sldMkLst>
      </pc:sldChg>
      <pc:sldChg chg="addSp delSp modSp add mod ord delAnim modAnim modNotesTx">
        <pc:chgData name="Owais Ahmed" userId="6abc7d4556b3b071" providerId="LiveId" clId="{0FDD8DE3-F1AE-4516-94DB-A1902CE94C41}" dt="2023-03-02T06:09:59.743" v="3278" actId="20577"/>
        <pc:sldMkLst>
          <pc:docMk/>
          <pc:sldMk cId="4108314565" sldId="2489"/>
        </pc:sldMkLst>
      </pc:sldChg>
      <pc:sldChg chg="addSp delSp modSp add mod modAnim modNotesTx">
        <pc:chgData name="Owais Ahmed" userId="6abc7d4556b3b071" providerId="LiveId" clId="{0FDD8DE3-F1AE-4516-94DB-A1902CE94C41}" dt="2023-03-02T06:15:51.487" v="3719" actId="20577"/>
        <pc:sldMkLst>
          <pc:docMk/>
          <pc:sldMk cId="768465522" sldId="2490"/>
        </pc:sldMkLst>
      </pc:sldChg>
      <pc:sldChg chg="del">
        <pc:chgData name="Owais Ahmed" userId="6abc7d4556b3b071" providerId="LiveId" clId="{0FDD8DE3-F1AE-4516-94DB-A1902CE94C41}" dt="2023-03-02T04:35:21.935" v="258" actId="47"/>
        <pc:sldMkLst>
          <pc:docMk/>
          <pc:sldMk cId="3828703945" sldId="2490"/>
        </pc:sldMkLst>
      </pc:sldChg>
      <pc:sldChg chg="del">
        <pc:chgData name="Owais Ahmed" userId="6abc7d4556b3b071" providerId="LiveId" clId="{0FDD8DE3-F1AE-4516-94DB-A1902CE94C41}" dt="2023-03-02T04:35:23.076" v="259" actId="47"/>
        <pc:sldMkLst>
          <pc:docMk/>
          <pc:sldMk cId="1696537967" sldId="2491"/>
        </pc:sldMkLst>
      </pc:sldChg>
      <pc:sldChg chg="modSp add modAnim">
        <pc:chgData name="Owais Ahmed" userId="6abc7d4556b3b071" providerId="LiveId" clId="{0FDD8DE3-F1AE-4516-94DB-A1902CE94C41}" dt="2023-03-02T06:18:36.400" v="3919" actId="20577"/>
        <pc:sldMkLst>
          <pc:docMk/>
          <pc:sldMk cId="3640078836" sldId="2491"/>
        </pc:sldMkLst>
      </pc:sldChg>
    </pc:docChg>
  </pc:docChgLst>
  <pc:docChgLst>
    <pc:chgData name="Owais Ahmed" userId="6abc7d4556b3b071" providerId="LiveId" clId="{B62834B4-398E-4247-9E28-9DDFDA447796}"/>
    <pc:docChg chg="undo redo custSel addSld delSld modSld sldOrd">
      <pc:chgData name="Owais Ahmed" userId="6abc7d4556b3b071" providerId="LiveId" clId="{B62834B4-398E-4247-9E28-9DDFDA447796}" dt="2023-09-23T07:22:00.727" v="5823" actId="27636"/>
      <pc:docMkLst>
        <pc:docMk/>
      </pc:docMkLst>
      <pc:sldChg chg="modSp mod">
        <pc:chgData name="Owais Ahmed" userId="6abc7d4556b3b071" providerId="LiveId" clId="{B62834B4-398E-4247-9E28-9DDFDA447796}" dt="2023-09-23T06:00:33.817" v="3767" actId="20577"/>
        <pc:sldMkLst>
          <pc:docMk/>
          <pc:sldMk cId="1649098948" sldId="2462"/>
        </pc:sldMkLst>
      </pc:sldChg>
      <pc:sldChg chg="modSp mod modAnim modNotesTx">
        <pc:chgData name="Owais Ahmed" userId="6abc7d4556b3b071" providerId="LiveId" clId="{B62834B4-398E-4247-9E28-9DDFDA447796}" dt="2023-09-23T06:01:07.469" v="3792" actId="20577"/>
        <pc:sldMkLst>
          <pc:docMk/>
          <pc:sldMk cId="641030253" sldId="2479"/>
        </pc:sldMkLst>
      </pc:sldChg>
      <pc:sldChg chg="modSp mod">
        <pc:chgData name="Owais Ahmed" userId="6abc7d4556b3b071" providerId="LiveId" clId="{B62834B4-398E-4247-9E28-9DDFDA447796}" dt="2023-09-22T18:36:22.798" v="2" actId="20577"/>
        <pc:sldMkLst>
          <pc:docMk/>
          <pc:sldMk cId="146856052" sldId="2503"/>
        </pc:sldMkLst>
      </pc:sldChg>
      <pc:sldChg chg="addSp delSp modSp mod modAnim modNotesTx">
        <pc:chgData name="Owais Ahmed" userId="6abc7d4556b3b071" providerId="LiveId" clId="{B62834B4-398E-4247-9E28-9DDFDA447796}" dt="2023-09-23T05:25:42.329" v="2148" actId="113"/>
        <pc:sldMkLst>
          <pc:docMk/>
          <pc:sldMk cId="1742566059" sldId="2504"/>
        </pc:sldMkLst>
      </pc:sldChg>
      <pc:sldChg chg="del">
        <pc:chgData name="Owais Ahmed" userId="6abc7d4556b3b071" providerId="LiveId" clId="{B62834B4-398E-4247-9E28-9DDFDA447796}" dt="2023-09-23T05:16:37.746" v="1781" actId="47"/>
        <pc:sldMkLst>
          <pc:docMk/>
          <pc:sldMk cId="3840363020" sldId="2505"/>
        </pc:sldMkLst>
      </pc:sldChg>
      <pc:sldChg chg="modSp mod modAnim">
        <pc:chgData name="Owais Ahmed" userId="6abc7d4556b3b071" providerId="LiveId" clId="{B62834B4-398E-4247-9E28-9DDFDA447796}" dt="2023-09-23T06:04:41.685" v="4163" actId="20577"/>
        <pc:sldMkLst>
          <pc:docMk/>
          <pc:sldMk cId="4221376715" sldId="2506"/>
        </pc:sldMkLst>
      </pc:sldChg>
      <pc:sldChg chg="modSp mod modAnim">
        <pc:chgData name="Owais Ahmed" userId="6abc7d4556b3b071" providerId="LiveId" clId="{B62834B4-398E-4247-9E28-9DDFDA447796}" dt="2023-09-23T05:54:38.044" v="3733" actId="20577"/>
        <pc:sldMkLst>
          <pc:docMk/>
          <pc:sldMk cId="535421403" sldId="2509"/>
        </pc:sldMkLst>
      </pc:sldChg>
      <pc:sldChg chg="delSp modSp mod delAnim modAnim">
        <pc:chgData name="Owais Ahmed" userId="6abc7d4556b3b071" providerId="LiveId" clId="{B62834B4-398E-4247-9E28-9DDFDA447796}" dt="2023-09-23T06:06:45.860" v="4278" actId="20577"/>
        <pc:sldMkLst>
          <pc:docMk/>
          <pc:sldMk cId="828323908" sldId="2510"/>
        </pc:sldMkLst>
      </pc:sldChg>
      <pc:sldChg chg="addSp delSp modSp mod modAnim">
        <pc:chgData name="Owais Ahmed" userId="6abc7d4556b3b071" providerId="LiveId" clId="{B62834B4-398E-4247-9E28-9DDFDA447796}" dt="2023-09-23T05:44:00.667" v="3435" actId="403"/>
        <pc:sldMkLst>
          <pc:docMk/>
          <pc:sldMk cId="1223560295" sldId="2511"/>
        </pc:sldMkLst>
      </pc:sldChg>
      <pc:sldChg chg="del">
        <pc:chgData name="Owais Ahmed" userId="6abc7d4556b3b071" providerId="LiveId" clId="{B62834B4-398E-4247-9E28-9DDFDA447796}" dt="2023-09-23T05:16:38.288" v="1782" actId="47"/>
        <pc:sldMkLst>
          <pc:docMk/>
          <pc:sldMk cId="3544083855" sldId="2512"/>
        </pc:sldMkLst>
      </pc:sldChg>
      <pc:sldChg chg="del">
        <pc:chgData name="Owais Ahmed" userId="6abc7d4556b3b071" providerId="LiveId" clId="{B62834B4-398E-4247-9E28-9DDFDA447796}" dt="2023-09-23T05:16:41.597" v="1783" actId="47"/>
        <pc:sldMkLst>
          <pc:docMk/>
          <pc:sldMk cId="3886361074" sldId="2513"/>
        </pc:sldMkLst>
      </pc:sldChg>
      <pc:sldChg chg="modSp modAnim">
        <pc:chgData name="Owais Ahmed" userId="6abc7d4556b3b071" providerId="LiveId" clId="{B62834B4-398E-4247-9E28-9DDFDA447796}" dt="2023-09-23T07:21:52.389" v="5821" actId="20577"/>
        <pc:sldMkLst>
          <pc:docMk/>
          <pc:sldMk cId="768535535" sldId="2515"/>
        </pc:sldMkLst>
      </pc:sldChg>
      <pc:sldChg chg="del">
        <pc:chgData name="Owais Ahmed" userId="6abc7d4556b3b071" providerId="LiveId" clId="{B62834B4-398E-4247-9E28-9DDFDA447796}" dt="2023-09-23T05:51:09.556" v="3436" actId="47"/>
        <pc:sldMkLst>
          <pc:docMk/>
          <pc:sldMk cId="1026010710" sldId="2517"/>
        </pc:sldMkLst>
      </pc:sldChg>
      <pc:sldChg chg="modSp mod modAnim">
        <pc:chgData name="Owais Ahmed" userId="6abc7d4556b3b071" providerId="LiveId" clId="{B62834B4-398E-4247-9E28-9DDFDA447796}" dt="2023-09-23T07:22:00.727" v="5823" actId="27636"/>
        <pc:sldMkLst>
          <pc:docMk/>
          <pc:sldMk cId="2307700478" sldId="2518"/>
        </pc:sldMkLst>
      </pc:sldChg>
      <pc:sldChg chg="add">
        <pc:chgData name="Owais Ahmed" userId="6abc7d4556b3b071" providerId="LiveId" clId="{B62834B4-398E-4247-9E28-9DDFDA447796}" dt="2023-09-23T05:16:58.292" v="1785" actId="2890"/>
        <pc:sldMkLst>
          <pc:docMk/>
          <pc:sldMk cId="3233670327" sldId="2519"/>
        </pc:sldMkLst>
      </pc:sldChg>
      <pc:sldChg chg="del">
        <pc:chgData name="Owais Ahmed" userId="6abc7d4556b3b071" providerId="LiveId" clId="{B62834B4-398E-4247-9E28-9DDFDA447796}" dt="2023-09-23T05:16:43.875" v="1784" actId="47"/>
        <pc:sldMkLst>
          <pc:docMk/>
          <pc:sldMk cId="4143521781" sldId="2519"/>
        </pc:sldMkLst>
      </pc:sldChg>
      <pc:sldChg chg="modSp add mod modAnim">
        <pc:chgData name="Owais Ahmed" userId="6abc7d4556b3b071" providerId="LiveId" clId="{B62834B4-398E-4247-9E28-9DDFDA447796}" dt="2023-09-23T05:27:40.255" v="2236" actId="20577"/>
        <pc:sldMkLst>
          <pc:docMk/>
          <pc:sldMk cId="760180440" sldId="2520"/>
        </pc:sldMkLst>
      </pc:sldChg>
      <pc:sldChg chg="modSp add mod modAnim">
        <pc:chgData name="Owais Ahmed" userId="6abc7d4556b3b071" providerId="LiveId" clId="{B62834B4-398E-4247-9E28-9DDFDA447796}" dt="2023-09-23T05:30:38.437" v="2566" actId="20577"/>
        <pc:sldMkLst>
          <pc:docMk/>
          <pc:sldMk cId="3422053575" sldId="2521"/>
        </pc:sldMkLst>
      </pc:sldChg>
      <pc:sldChg chg="modSp add mod ord modAnim">
        <pc:chgData name="Owais Ahmed" userId="6abc7d4556b3b071" providerId="LiveId" clId="{B62834B4-398E-4247-9E28-9DDFDA447796}" dt="2023-09-23T05:32:54.442" v="2835" actId="20577"/>
        <pc:sldMkLst>
          <pc:docMk/>
          <pc:sldMk cId="2616068738" sldId="2522"/>
        </pc:sldMkLst>
      </pc:sldChg>
      <pc:sldChg chg="addSp modSp add mod modAnim">
        <pc:chgData name="Owais Ahmed" userId="6abc7d4556b3b071" providerId="LiveId" clId="{B62834B4-398E-4247-9E28-9DDFDA447796}" dt="2023-09-23T05:37:34.946" v="3180" actId="20577"/>
        <pc:sldMkLst>
          <pc:docMk/>
          <pc:sldMk cId="428669156" sldId="2523"/>
        </pc:sldMkLst>
      </pc:sldChg>
      <pc:sldChg chg="modSp add mod modAnim modNotesTx">
        <pc:chgData name="Owais Ahmed" userId="6abc7d4556b3b071" providerId="LiveId" clId="{B62834B4-398E-4247-9E28-9DDFDA447796}" dt="2023-09-23T06:09:34.807" v="4707" actId="20577"/>
        <pc:sldMkLst>
          <pc:docMk/>
          <pc:sldMk cId="3603363398" sldId="2524"/>
        </pc:sldMkLst>
      </pc:sldChg>
      <pc:sldChg chg="delSp modSp add del mod delAnim modAnim modNotesTx">
        <pc:chgData name="Owais Ahmed" userId="6abc7d4556b3b071" providerId="LiveId" clId="{B62834B4-398E-4247-9E28-9DDFDA447796}" dt="2023-09-23T06:12:39.063" v="4719" actId="47"/>
        <pc:sldMkLst>
          <pc:docMk/>
          <pc:sldMk cId="1786392670" sldId="2525"/>
        </pc:sldMkLst>
      </pc:sldChg>
      <pc:sldChg chg="modSp add mod modAnim">
        <pc:chgData name="Owais Ahmed" userId="6abc7d4556b3b071" providerId="LiveId" clId="{B62834B4-398E-4247-9E28-9DDFDA447796}" dt="2023-09-23T06:17:30.723" v="5233" actId="20577"/>
        <pc:sldMkLst>
          <pc:docMk/>
          <pc:sldMk cId="2521120589" sldId="2525"/>
        </pc:sldMkLst>
      </pc:sldChg>
    </pc:docChg>
  </pc:docChgLst>
  <pc:docChgLst>
    <pc:chgData name="Owais Ahmed" userId="6abc7d4556b3b071" providerId="LiveId" clId="{FA4B79B8-39B8-48A6-B393-A63A4E455364}"/>
    <pc:docChg chg="custSel delSld modSld">
      <pc:chgData name="Owais Ahmed" userId="6abc7d4556b3b071" providerId="LiveId" clId="{FA4B79B8-39B8-48A6-B393-A63A4E455364}" dt="2023-09-28T08:59:14.750" v="342" actId="20577"/>
      <pc:docMkLst>
        <pc:docMk/>
      </pc:docMkLst>
      <pc:sldChg chg="modSp mod modAnim">
        <pc:chgData name="Owais Ahmed" userId="6abc7d4556b3b071" providerId="LiveId" clId="{FA4B79B8-39B8-48A6-B393-A63A4E455364}" dt="2023-09-28T03:49:54.690" v="1" actId="27636"/>
        <pc:sldMkLst>
          <pc:docMk/>
          <pc:sldMk cId="1742566059" sldId="2504"/>
        </pc:sldMkLst>
      </pc:sldChg>
      <pc:sldChg chg="modSp mod modAnim">
        <pc:chgData name="Owais Ahmed" userId="6abc7d4556b3b071" providerId="LiveId" clId="{FA4B79B8-39B8-48A6-B393-A63A4E455364}" dt="2023-09-28T08:51:57.087" v="241" actId="27636"/>
        <pc:sldMkLst>
          <pc:docMk/>
          <pc:sldMk cId="4221376715" sldId="2506"/>
        </pc:sldMkLst>
      </pc:sldChg>
      <pc:sldChg chg="modSp">
        <pc:chgData name="Owais Ahmed" userId="6abc7d4556b3b071" providerId="LiveId" clId="{FA4B79B8-39B8-48A6-B393-A63A4E455364}" dt="2023-09-28T04:06:08.256" v="221" actId="20577"/>
        <pc:sldMkLst>
          <pc:docMk/>
          <pc:sldMk cId="875357634" sldId="2507"/>
        </pc:sldMkLst>
      </pc:sldChg>
      <pc:sldChg chg="modSp modAnim">
        <pc:chgData name="Owais Ahmed" userId="6abc7d4556b3b071" providerId="LiveId" clId="{FA4B79B8-39B8-48A6-B393-A63A4E455364}" dt="2023-09-28T08:59:14.750" v="342" actId="20577"/>
        <pc:sldMkLst>
          <pc:docMk/>
          <pc:sldMk cId="1223560295" sldId="2511"/>
        </pc:sldMkLst>
      </pc:sldChg>
      <pc:sldChg chg="del">
        <pc:chgData name="Owais Ahmed" userId="6abc7d4556b3b071" providerId="LiveId" clId="{FA4B79B8-39B8-48A6-B393-A63A4E455364}" dt="2023-09-28T04:07:27.351" v="227" actId="47"/>
        <pc:sldMkLst>
          <pc:docMk/>
          <pc:sldMk cId="768535535" sldId="2515"/>
        </pc:sldMkLst>
      </pc:sldChg>
      <pc:sldChg chg="modAnim">
        <pc:chgData name="Owais Ahmed" userId="6abc7d4556b3b071" providerId="LiveId" clId="{FA4B79B8-39B8-48A6-B393-A63A4E455364}" dt="2023-09-28T03:59:21.932" v="195"/>
        <pc:sldMkLst>
          <pc:docMk/>
          <pc:sldMk cId="3233670327" sldId="2519"/>
        </pc:sldMkLst>
      </pc:sldChg>
      <pc:sldChg chg="modAnim">
        <pc:chgData name="Owais Ahmed" userId="6abc7d4556b3b071" providerId="LiveId" clId="{FA4B79B8-39B8-48A6-B393-A63A4E455364}" dt="2023-09-28T03:50:15.791" v="5"/>
        <pc:sldMkLst>
          <pc:docMk/>
          <pc:sldMk cId="760180440" sldId="2520"/>
        </pc:sldMkLst>
      </pc:sldChg>
      <pc:sldChg chg="modAnim">
        <pc:chgData name="Owais Ahmed" userId="6abc7d4556b3b071" providerId="LiveId" clId="{FA4B79B8-39B8-48A6-B393-A63A4E455364}" dt="2023-09-28T04:04:28.521" v="207"/>
        <pc:sldMkLst>
          <pc:docMk/>
          <pc:sldMk cId="428669156" sldId="2523"/>
        </pc:sldMkLst>
      </pc:sldChg>
      <pc:sldChg chg="modSp mod modAnim">
        <pc:chgData name="Owais Ahmed" userId="6abc7d4556b3b071" providerId="LiveId" clId="{FA4B79B8-39B8-48A6-B393-A63A4E455364}" dt="2023-09-28T04:07:31.138" v="239" actId="20577"/>
        <pc:sldMkLst>
          <pc:docMk/>
          <pc:sldMk cId="2521120589" sldId="2525"/>
        </pc:sldMkLst>
      </pc:sldChg>
      <pc:sldChg chg="modAnim">
        <pc:chgData name="Owais Ahmed" userId="6abc7d4556b3b071" providerId="LiveId" clId="{FA4B79B8-39B8-48A6-B393-A63A4E455364}" dt="2023-09-28T04:03:09.287" v="196"/>
        <pc:sldMkLst>
          <pc:docMk/>
          <pc:sldMk cId="110326978" sldId="2526"/>
        </pc:sldMkLst>
      </pc:sldChg>
      <pc:sldChg chg="modNotesTx">
        <pc:chgData name="Owais Ahmed" userId="6abc7d4556b3b071" providerId="LiveId" clId="{FA4B79B8-39B8-48A6-B393-A63A4E455364}" dt="2023-09-28T03:53:28.974" v="193" actId="20577"/>
        <pc:sldMkLst>
          <pc:docMk/>
          <pc:sldMk cId="568047908" sldId="2527"/>
        </pc:sldMkLst>
      </pc:sldChg>
      <pc:sldChg chg="modSp">
        <pc:chgData name="Owais Ahmed" userId="6abc7d4556b3b071" providerId="LiveId" clId="{FA4B79B8-39B8-48A6-B393-A63A4E455364}" dt="2023-09-28T08:52:20.357" v="243" actId="6549"/>
        <pc:sldMkLst>
          <pc:docMk/>
          <pc:sldMk cId="548703236" sldId="2532"/>
        </pc:sldMkLst>
      </pc:sldChg>
    </pc:docChg>
  </pc:docChgLst>
  <pc:docChgLst>
    <pc:chgData name="Owais Ahmed" userId="6abc7d4556b3b071" providerId="LiveId" clId="{41E0643A-A144-4690-8197-798831CA2B77}"/>
    <pc:docChg chg="custSel addSld modSld sldOrd">
      <pc:chgData name="Owais Ahmed" userId="6abc7d4556b3b071" providerId="LiveId" clId="{41E0643A-A144-4690-8197-798831CA2B77}" dt="2023-07-16T14:26:46.411" v="7807" actId="20577"/>
      <pc:docMkLst>
        <pc:docMk/>
      </pc:docMkLst>
      <pc:sldChg chg="modSp mod modAnim modNotesTx">
        <pc:chgData name="Owais Ahmed" userId="6abc7d4556b3b071" providerId="LiveId" clId="{41E0643A-A144-4690-8197-798831CA2B77}" dt="2023-07-16T12:09:09.519" v="5658" actId="20577"/>
        <pc:sldMkLst>
          <pc:docMk/>
          <pc:sldMk cId="641030253" sldId="2479"/>
        </pc:sldMkLst>
      </pc:sldChg>
      <pc:sldChg chg="modSp mod modAnim modNotesTx">
        <pc:chgData name="Owais Ahmed" userId="6abc7d4556b3b071" providerId="LiveId" clId="{41E0643A-A144-4690-8197-798831CA2B77}" dt="2023-07-16T12:09:19.492" v="5660" actId="27636"/>
        <pc:sldMkLst>
          <pc:docMk/>
          <pc:sldMk cId="1742566059" sldId="2504"/>
        </pc:sldMkLst>
      </pc:sldChg>
      <pc:sldChg chg="modSp mod modAnim">
        <pc:chgData name="Owais Ahmed" userId="6abc7d4556b3b071" providerId="LiveId" clId="{41E0643A-A144-4690-8197-798831CA2B77}" dt="2023-07-16T07:11:01.322" v="3151" actId="20577"/>
        <pc:sldMkLst>
          <pc:docMk/>
          <pc:sldMk cId="3840363020" sldId="2505"/>
        </pc:sldMkLst>
      </pc:sldChg>
      <pc:sldChg chg="modSp mod modAnim">
        <pc:chgData name="Owais Ahmed" userId="6abc7d4556b3b071" providerId="LiveId" clId="{41E0643A-A144-4690-8197-798831CA2B77}" dt="2023-07-16T06:51:09.503" v="544" actId="20577"/>
        <pc:sldMkLst>
          <pc:docMk/>
          <pc:sldMk cId="875357634" sldId="2507"/>
        </pc:sldMkLst>
      </pc:sldChg>
      <pc:sldChg chg="modSp mod modAnim">
        <pc:chgData name="Owais Ahmed" userId="6abc7d4556b3b071" providerId="LiveId" clId="{41E0643A-A144-4690-8197-798831CA2B77}" dt="2023-07-16T13:48:46.661" v="6503" actId="27636"/>
        <pc:sldMkLst>
          <pc:docMk/>
          <pc:sldMk cId="1319355793" sldId="2508"/>
        </pc:sldMkLst>
      </pc:sldChg>
      <pc:sldChg chg="modSp add mod modAnim">
        <pc:chgData name="Owais Ahmed" userId="6abc7d4556b3b071" providerId="LiveId" clId="{41E0643A-A144-4690-8197-798831CA2B77}" dt="2023-07-16T07:10:32.858" v="3130" actId="20577"/>
        <pc:sldMkLst>
          <pc:docMk/>
          <pc:sldMk cId="3544083855" sldId="2512"/>
        </pc:sldMkLst>
      </pc:sldChg>
      <pc:sldChg chg="modSp add mod modAnim">
        <pc:chgData name="Owais Ahmed" userId="6abc7d4556b3b071" providerId="LiveId" clId="{41E0643A-A144-4690-8197-798831CA2B77}" dt="2023-07-16T07:15:26.248" v="3799" actId="20577"/>
        <pc:sldMkLst>
          <pc:docMk/>
          <pc:sldMk cId="3886361074" sldId="2513"/>
        </pc:sldMkLst>
      </pc:sldChg>
      <pc:sldChg chg="modSp add mod ord modAnim">
        <pc:chgData name="Owais Ahmed" userId="6abc7d4556b3b071" providerId="LiveId" clId="{41E0643A-A144-4690-8197-798831CA2B77}" dt="2023-07-16T13:00:48.609" v="5661" actId="6549"/>
        <pc:sldMkLst>
          <pc:docMk/>
          <pc:sldMk cId="3210411380" sldId="2514"/>
        </pc:sldMkLst>
      </pc:sldChg>
      <pc:sldChg chg="modSp add mod modAnim">
        <pc:chgData name="Owais Ahmed" userId="6abc7d4556b3b071" providerId="LiveId" clId="{41E0643A-A144-4690-8197-798831CA2B77}" dt="2023-07-16T14:24:21.066" v="7786" actId="20577"/>
        <pc:sldMkLst>
          <pc:docMk/>
          <pc:sldMk cId="768535535" sldId="2515"/>
        </pc:sldMkLst>
      </pc:sldChg>
      <pc:sldChg chg="modSp add mod modAnim">
        <pc:chgData name="Owais Ahmed" userId="6abc7d4556b3b071" providerId="LiveId" clId="{41E0643A-A144-4690-8197-798831CA2B77}" dt="2023-07-16T14:26:46.411" v="7807" actId="20577"/>
        <pc:sldMkLst>
          <pc:docMk/>
          <pc:sldMk cId="538863515" sldId="2516"/>
        </pc:sldMkLst>
      </pc:sldChg>
    </pc:docChg>
  </pc:docChgLst>
  <pc:docChgLst>
    <pc:chgData name="Owais Ahmed" userId="6abc7d4556b3b071" providerId="LiveId" clId="{583CDD36-DC75-4E50-898E-AECC56DCC01A}"/>
    <pc:docChg chg="undo redo custSel addSld delSld modSld">
      <pc:chgData name="Owais Ahmed" userId="6abc7d4556b3b071" providerId="LiveId" clId="{583CDD36-DC75-4E50-898E-AECC56DCC01A}" dt="2023-03-04T13:30:34.083" v="4560" actId="6549"/>
      <pc:docMkLst>
        <pc:docMk/>
      </pc:docMkLst>
      <pc:sldChg chg="modSp mod">
        <pc:chgData name="Owais Ahmed" userId="6abc7d4556b3b071" providerId="LiveId" clId="{583CDD36-DC75-4E50-898E-AECC56DCC01A}" dt="2023-03-03T04:49:18.654" v="1951" actId="20577"/>
        <pc:sldMkLst>
          <pc:docMk/>
          <pc:sldMk cId="1649098948" sldId="2462"/>
        </pc:sldMkLst>
      </pc:sldChg>
      <pc:sldChg chg="modSp mod modAnim">
        <pc:chgData name="Owais Ahmed" userId="6abc7d4556b3b071" providerId="LiveId" clId="{583CDD36-DC75-4E50-898E-AECC56DCC01A}" dt="2023-03-03T04:47:45.101" v="1938" actId="20577"/>
        <pc:sldMkLst>
          <pc:docMk/>
          <pc:sldMk cId="502436521" sldId="2495"/>
        </pc:sldMkLst>
      </pc:sldChg>
      <pc:sldChg chg="addSp delSp modSp mod modAnim modNotesTx">
        <pc:chgData name="Owais Ahmed" userId="6abc7d4556b3b071" providerId="LiveId" clId="{583CDD36-DC75-4E50-898E-AECC56DCC01A}" dt="2023-03-03T04:33:09.205" v="1128" actId="20577"/>
        <pc:sldMkLst>
          <pc:docMk/>
          <pc:sldMk cId="3658375322" sldId="2496"/>
        </pc:sldMkLst>
      </pc:sldChg>
      <pc:sldChg chg="addSp modSp add mod modAnim">
        <pc:chgData name="Owais Ahmed" userId="6abc7d4556b3b071" providerId="LiveId" clId="{583CDD36-DC75-4E50-898E-AECC56DCC01A}" dt="2023-03-03T04:43:36.685" v="1807" actId="20577"/>
        <pc:sldMkLst>
          <pc:docMk/>
          <pc:sldMk cId="1001608454" sldId="2497"/>
        </pc:sldMkLst>
      </pc:sldChg>
      <pc:sldChg chg="addSp delSp modSp add del mod modAnim">
        <pc:chgData name="Owais Ahmed" userId="6abc7d4556b3b071" providerId="LiveId" clId="{583CDD36-DC75-4E50-898E-AECC56DCC01A}" dt="2023-03-03T06:09:14.525" v="3778" actId="27636"/>
        <pc:sldMkLst>
          <pc:docMk/>
          <pc:sldMk cId="1881289253" sldId="2498"/>
        </pc:sldMkLst>
      </pc:sldChg>
      <pc:sldChg chg="addSp delSp modSp add mod modAnim">
        <pc:chgData name="Owais Ahmed" userId="6abc7d4556b3b071" providerId="LiveId" clId="{583CDD36-DC75-4E50-898E-AECC56DCC01A}" dt="2023-03-03T06:00:29.500" v="2818" actId="1076"/>
        <pc:sldMkLst>
          <pc:docMk/>
          <pc:sldMk cId="3955736578" sldId="2499"/>
        </pc:sldMkLst>
      </pc:sldChg>
      <pc:sldChg chg="delSp modSp add mod modAnim">
        <pc:chgData name="Owais Ahmed" userId="6abc7d4556b3b071" providerId="LiveId" clId="{583CDD36-DC75-4E50-898E-AECC56DCC01A}" dt="2023-03-03T06:08:11.648" v="3770" actId="20577"/>
        <pc:sldMkLst>
          <pc:docMk/>
          <pc:sldMk cId="3647547761" sldId="2500"/>
        </pc:sldMkLst>
      </pc:sldChg>
      <pc:sldChg chg="del">
        <pc:chgData name="Owais Ahmed" userId="6abc7d4556b3b071" providerId="LiveId" clId="{583CDD36-DC75-4E50-898E-AECC56DCC01A}" dt="2023-03-03T06:09:16.822" v="3779" actId="47"/>
        <pc:sldMkLst>
          <pc:docMk/>
          <pc:sldMk cId="3343540598" sldId="2501"/>
        </pc:sldMkLst>
      </pc:sldChg>
      <pc:sldChg chg="modSp add mod modAnim modNotesTx">
        <pc:chgData name="Owais Ahmed" userId="6abc7d4556b3b071" providerId="LiveId" clId="{583CDD36-DC75-4E50-898E-AECC56DCC01A}" dt="2023-03-03T06:24:32.189" v="4559" actId="20577"/>
        <pc:sldMkLst>
          <pc:docMk/>
          <pc:sldMk cId="3769573511" sldId="2501"/>
        </pc:sldMkLst>
      </pc:sldChg>
      <pc:sldChg chg="add del">
        <pc:chgData name="Owais Ahmed" userId="6abc7d4556b3b071" providerId="LiveId" clId="{583CDD36-DC75-4E50-898E-AECC56DCC01A}" dt="2023-03-03T06:08:54.966" v="3773" actId="2890"/>
        <pc:sldMkLst>
          <pc:docMk/>
          <pc:sldMk cId="300343940" sldId="2502"/>
        </pc:sldMkLst>
      </pc:sldChg>
      <pc:sldChg chg="add del">
        <pc:chgData name="Owais Ahmed" userId="6abc7d4556b3b071" providerId="LiveId" clId="{583CDD36-DC75-4E50-898E-AECC56DCC01A}" dt="2023-03-03T06:09:06.883" v="3775"/>
        <pc:sldMkLst>
          <pc:docMk/>
          <pc:sldMk cId="675864047" sldId="2502"/>
        </pc:sldMkLst>
      </pc:sldChg>
      <pc:sldChg chg="modSp add mod modAnim modNotesTx">
        <pc:chgData name="Owais Ahmed" userId="6abc7d4556b3b071" providerId="LiveId" clId="{583CDD36-DC75-4E50-898E-AECC56DCC01A}" dt="2023-03-04T13:30:34.083" v="4560" actId="6549"/>
        <pc:sldMkLst>
          <pc:docMk/>
          <pc:sldMk cId="2150423912" sldId="2502"/>
        </pc:sldMkLst>
      </pc:sldChg>
    </pc:docChg>
  </pc:docChgLst>
  <pc:docChgLst>
    <pc:chgData name="Owais Ahmed" userId="6abc7d4556b3b071" providerId="LiveId" clId="{959CB1E4-7D39-42F6-A5DB-453F49955B70}"/>
    <pc:docChg chg="undo custSel addSld delSld modSld sldOrd">
      <pc:chgData name="Owais Ahmed" userId="6abc7d4556b3b071" providerId="LiveId" clId="{959CB1E4-7D39-42F6-A5DB-453F49955B70}" dt="2023-07-14T08:28:26.770" v="3534" actId="20577"/>
      <pc:docMkLst>
        <pc:docMk/>
      </pc:docMkLst>
      <pc:sldChg chg="del">
        <pc:chgData name="Owais Ahmed" userId="6abc7d4556b3b071" providerId="LiveId" clId="{959CB1E4-7D39-42F6-A5DB-453F49955B70}" dt="2023-07-13T10:27:49.217" v="1" actId="47"/>
        <pc:sldMkLst>
          <pc:docMk/>
          <pc:sldMk cId="3927832306" sldId="2448"/>
        </pc:sldMkLst>
      </pc:sldChg>
      <pc:sldChg chg="modSp mod">
        <pc:chgData name="Owais Ahmed" userId="6abc7d4556b3b071" providerId="LiveId" clId="{959CB1E4-7D39-42F6-A5DB-453F49955B70}" dt="2023-07-14T07:29:02.406" v="226" actId="20577"/>
        <pc:sldMkLst>
          <pc:docMk/>
          <pc:sldMk cId="1649098948" sldId="2462"/>
        </pc:sldMkLst>
      </pc:sldChg>
      <pc:sldChg chg="modSp mod modAnim">
        <pc:chgData name="Owais Ahmed" userId="6abc7d4556b3b071" providerId="LiveId" clId="{959CB1E4-7D39-42F6-A5DB-453F49955B70}" dt="2023-07-14T07:14:24.888" v="95" actId="20577"/>
        <pc:sldMkLst>
          <pc:docMk/>
          <pc:sldMk cId="641030253" sldId="2479"/>
        </pc:sldMkLst>
      </pc:sldChg>
      <pc:sldChg chg="del">
        <pc:chgData name="Owais Ahmed" userId="6abc7d4556b3b071" providerId="LiveId" clId="{959CB1E4-7D39-42F6-A5DB-453F49955B70}" dt="2023-07-14T04:07:12.824" v="2" actId="47"/>
        <pc:sldMkLst>
          <pc:docMk/>
          <pc:sldMk cId="33298473" sldId="2480"/>
        </pc:sldMkLst>
      </pc:sldChg>
      <pc:sldChg chg="del">
        <pc:chgData name="Owais Ahmed" userId="6abc7d4556b3b071" providerId="LiveId" clId="{959CB1E4-7D39-42F6-A5DB-453F49955B70}" dt="2023-07-14T04:07:13.027" v="3" actId="47"/>
        <pc:sldMkLst>
          <pc:docMk/>
          <pc:sldMk cId="2242574499" sldId="2481"/>
        </pc:sldMkLst>
      </pc:sldChg>
      <pc:sldChg chg="del">
        <pc:chgData name="Owais Ahmed" userId="6abc7d4556b3b071" providerId="LiveId" clId="{959CB1E4-7D39-42F6-A5DB-453F49955B70}" dt="2023-07-14T04:07:13.238" v="4" actId="47"/>
        <pc:sldMkLst>
          <pc:docMk/>
          <pc:sldMk cId="3554497857" sldId="2482"/>
        </pc:sldMkLst>
      </pc:sldChg>
      <pc:sldChg chg="del">
        <pc:chgData name="Owais Ahmed" userId="6abc7d4556b3b071" providerId="LiveId" clId="{959CB1E4-7D39-42F6-A5DB-453F49955B70}" dt="2023-07-14T04:07:13.487" v="5" actId="47"/>
        <pc:sldMkLst>
          <pc:docMk/>
          <pc:sldMk cId="677534828" sldId="2483"/>
        </pc:sldMkLst>
      </pc:sldChg>
      <pc:sldChg chg="del">
        <pc:chgData name="Owais Ahmed" userId="6abc7d4556b3b071" providerId="LiveId" clId="{959CB1E4-7D39-42F6-A5DB-453F49955B70}" dt="2023-07-14T04:07:13.760" v="6" actId="47"/>
        <pc:sldMkLst>
          <pc:docMk/>
          <pc:sldMk cId="278977406" sldId="2484"/>
        </pc:sldMkLst>
      </pc:sldChg>
      <pc:sldChg chg="del">
        <pc:chgData name="Owais Ahmed" userId="6abc7d4556b3b071" providerId="LiveId" clId="{959CB1E4-7D39-42F6-A5DB-453F49955B70}" dt="2023-07-14T04:07:13.958" v="7" actId="47"/>
        <pc:sldMkLst>
          <pc:docMk/>
          <pc:sldMk cId="2995985000" sldId="2485"/>
        </pc:sldMkLst>
      </pc:sldChg>
      <pc:sldChg chg="del">
        <pc:chgData name="Owais Ahmed" userId="6abc7d4556b3b071" providerId="LiveId" clId="{959CB1E4-7D39-42F6-A5DB-453F49955B70}" dt="2023-07-14T04:07:14.073" v="8" actId="47"/>
        <pc:sldMkLst>
          <pc:docMk/>
          <pc:sldMk cId="1088870247" sldId="2486"/>
        </pc:sldMkLst>
      </pc:sldChg>
      <pc:sldChg chg="del">
        <pc:chgData name="Owais Ahmed" userId="6abc7d4556b3b071" providerId="LiveId" clId="{959CB1E4-7D39-42F6-A5DB-453F49955B70}" dt="2023-07-14T04:07:14.304" v="9" actId="47"/>
        <pc:sldMkLst>
          <pc:docMk/>
          <pc:sldMk cId="1653736541" sldId="2487"/>
        </pc:sldMkLst>
      </pc:sldChg>
      <pc:sldChg chg="del">
        <pc:chgData name="Owais Ahmed" userId="6abc7d4556b3b071" providerId="LiveId" clId="{959CB1E4-7D39-42F6-A5DB-453F49955B70}" dt="2023-07-14T04:07:14.440" v="10" actId="47"/>
        <pc:sldMkLst>
          <pc:docMk/>
          <pc:sldMk cId="633565940" sldId="2488"/>
        </pc:sldMkLst>
      </pc:sldChg>
      <pc:sldChg chg="del">
        <pc:chgData name="Owais Ahmed" userId="6abc7d4556b3b071" providerId="LiveId" clId="{959CB1E4-7D39-42F6-A5DB-453F49955B70}" dt="2023-07-14T04:07:14.614" v="11" actId="47"/>
        <pc:sldMkLst>
          <pc:docMk/>
          <pc:sldMk cId="4108314565" sldId="2489"/>
        </pc:sldMkLst>
      </pc:sldChg>
      <pc:sldChg chg="del">
        <pc:chgData name="Owais Ahmed" userId="6abc7d4556b3b071" providerId="LiveId" clId="{959CB1E4-7D39-42F6-A5DB-453F49955B70}" dt="2023-07-14T04:07:14.811" v="12" actId="47"/>
        <pc:sldMkLst>
          <pc:docMk/>
          <pc:sldMk cId="768465522" sldId="2490"/>
        </pc:sldMkLst>
      </pc:sldChg>
      <pc:sldChg chg="del">
        <pc:chgData name="Owais Ahmed" userId="6abc7d4556b3b071" providerId="LiveId" clId="{959CB1E4-7D39-42F6-A5DB-453F49955B70}" dt="2023-07-14T04:07:15.049" v="13" actId="47"/>
        <pc:sldMkLst>
          <pc:docMk/>
          <pc:sldMk cId="3640078836" sldId="2491"/>
        </pc:sldMkLst>
      </pc:sldChg>
      <pc:sldChg chg="del">
        <pc:chgData name="Owais Ahmed" userId="6abc7d4556b3b071" providerId="LiveId" clId="{959CB1E4-7D39-42F6-A5DB-453F49955B70}" dt="2023-07-14T04:07:15.190" v="14" actId="47"/>
        <pc:sldMkLst>
          <pc:docMk/>
          <pc:sldMk cId="1206654014" sldId="2492"/>
        </pc:sldMkLst>
      </pc:sldChg>
      <pc:sldChg chg="del">
        <pc:chgData name="Owais Ahmed" userId="6abc7d4556b3b071" providerId="LiveId" clId="{959CB1E4-7D39-42F6-A5DB-453F49955B70}" dt="2023-07-14T04:07:15.396" v="15" actId="47"/>
        <pc:sldMkLst>
          <pc:docMk/>
          <pc:sldMk cId="2770422083" sldId="2493"/>
        </pc:sldMkLst>
      </pc:sldChg>
      <pc:sldChg chg="del">
        <pc:chgData name="Owais Ahmed" userId="6abc7d4556b3b071" providerId="LiveId" clId="{959CB1E4-7D39-42F6-A5DB-453F49955B70}" dt="2023-07-14T04:07:15.613" v="16" actId="47"/>
        <pc:sldMkLst>
          <pc:docMk/>
          <pc:sldMk cId="1769907705" sldId="2494"/>
        </pc:sldMkLst>
      </pc:sldChg>
      <pc:sldChg chg="del">
        <pc:chgData name="Owais Ahmed" userId="6abc7d4556b3b071" providerId="LiveId" clId="{959CB1E4-7D39-42F6-A5DB-453F49955B70}" dt="2023-07-14T04:07:17.597" v="19" actId="47"/>
        <pc:sldMkLst>
          <pc:docMk/>
          <pc:sldMk cId="502436521" sldId="2495"/>
        </pc:sldMkLst>
      </pc:sldChg>
      <pc:sldChg chg="del">
        <pc:chgData name="Owais Ahmed" userId="6abc7d4556b3b071" providerId="LiveId" clId="{959CB1E4-7D39-42F6-A5DB-453F49955B70}" dt="2023-07-14T04:07:16.431" v="17" actId="47"/>
        <pc:sldMkLst>
          <pc:docMk/>
          <pc:sldMk cId="3658375322" sldId="2496"/>
        </pc:sldMkLst>
      </pc:sldChg>
      <pc:sldChg chg="del">
        <pc:chgData name="Owais Ahmed" userId="6abc7d4556b3b071" providerId="LiveId" clId="{959CB1E4-7D39-42F6-A5DB-453F49955B70}" dt="2023-07-14T04:07:16.723" v="18" actId="47"/>
        <pc:sldMkLst>
          <pc:docMk/>
          <pc:sldMk cId="1001608454" sldId="2497"/>
        </pc:sldMkLst>
      </pc:sldChg>
      <pc:sldChg chg="del">
        <pc:chgData name="Owais Ahmed" userId="6abc7d4556b3b071" providerId="LiveId" clId="{959CB1E4-7D39-42F6-A5DB-453F49955B70}" dt="2023-07-14T04:07:17.889" v="20" actId="47"/>
        <pc:sldMkLst>
          <pc:docMk/>
          <pc:sldMk cId="1881289253" sldId="2498"/>
        </pc:sldMkLst>
      </pc:sldChg>
      <pc:sldChg chg="del">
        <pc:chgData name="Owais Ahmed" userId="6abc7d4556b3b071" providerId="LiveId" clId="{959CB1E4-7D39-42F6-A5DB-453F49955B70}" dt="2023-07-14T04:07:18.534" v="21" actId="47"/>
        <pc:sldMkLst>
          <pc:docMk/>
          <pc:sldMk cId="3955736578" sldId="2499"/>
        </pc:sldMkLst>
      </pc:sldChg>
      <pc:sldChg chg="del">
        <pc:chgData name="Owais Ahmed" userId="6abc7d4556b3b071" providerId="LiveId" clId="{959CB1E4-7D39-42F6-A5DB-453F49955B70}" dt="2023-07-14T04:07:19.255" v="22" actId="47"/>
        <pc:sldMkLst>
          <pc:docMk/>
          <pc:sldMk cId="3647547761" sldId="2500"/>
        </pc:sldMkLst>
      </pc:sldChg>
      <pc:sldChg chg="del">
        <pc:chgData name="Owais Ahmed" userId="6abc7d4556b3b071" providerId="LiveId" clId="{959CB1E4-7D39-42F6-A5DB-453F49955B70}" dt="2023-07-14T04:07:19.494" v="23" actId="47"/>
        <pc:sldMkLst>
          <pc:docMk/>
          <pc:sldMk cId="3769573511" sldId="2501"/>
        </pc:sldMkLst>
      </pc:sldChg>
      <pc:sldChg chg="del">
        <pc:chgData name="Owais Ahmed" userId="6abc7d4556b3b071" providerId="LiveId" clId="{959CB1E4-7D39-42F6-A5DB-453F49955B70}" dt="2023-07-14T04:11:06.255" v="24" actId="47"/>
        <pc:sldMkLst>
          <pc:docMk/>
          <pc:sldMk cId="2150423912" sldId="2502"/>
        </pc:sldMkLst>
      </pc:sldChg>
      <pc:sldChg chg="add setBg">
        <pc:chgData name="Owais Ahmed" userId="6abc7d4556b3b071" providerId="LiveId" clId="{959CB1E4-7D39-42F6-A5DB-453F49955B70}" dt="2023-07-13T10:27:47.831" v="0"/>
        <pc:sldMkLst>
          <pc:docMk/>
          <pc:sldMk cId="146856052" sldId="2503"/>
        </pc:sldMkLst>
      </pc:sldChg>
      <pc:sldChg chg="modSp add mod">
        <pc:chgData name="Owais Ahmed" userId="6abc7d4556b3b071" providerId="LiveId" clId="{959CB1E4-7D39-42F6-A5DB-453F49955B70}" dt="2023-07-14T07:28:02.811" v="117" actId="20577"/>
        <pc:sldMkLst>
          <pc:docMk/>
          <pc:sldMk cId="1742566059" sldId="2504"/>
        </pc:sldMkLst>
      </pc:sldChg>
      <pc:sldChg chg="modSp add mod">
        <pc:chgData name="Owais Ahmed" userId="6abc7d4556b3b071" providerId="LiveId" clId="{959CB1E4-7D39-42F6-A5DB-453F49955B70}" dt="2023-07-14T07:28:14.022" v="149" actId="20577"/>
        <pc:sldMkLst>
          <pc:docMk/>
          <pc:sldMk cId="3840363020" sldId="2505"/>
        </pc:sldMkLst>
      </pc:sldChg>
      <pc:sldChg chg="modSp add mod modAnim">
        <pc:chgData name="Owais Ahmed" userId="6abc7d4556b3b071" providerId="LiveId" clId="{959CB1E4-7D39-42F6-A5DB-453F49955B70}" dt="2023-07-14T08:10:40.673" v="2840" actId="27636"/>
        <pc:sldMkLst>
          <pc:docMk/>
          <pc:sldMk cId="4221376715" sldId="2506"/>
        </pc:sldMkLst>
      </pc:sldChg>
      <pc:sldChg chg="modSp add mod modAnim">
        <pc:chgData name="Owais Ahmed" userId="6abc7d4556b3b071" providerId="LiveId" clId="{959CB1E4-7D39-42F6-A5DB-453F49955B70}" dt="2023-07-14T08:14:00.890" v="3101" actId="20577"/>
        <pc:sldMkLst>
          <pc:docMk/>
          <pc:sldMk cId="875357634" sldId="2507"/>
        </pc:sldMkLst>
      </pc:sldChg>
      <pc:sldChg chg="modSp add mod modAnim">
        <pc:chgData name="Owais Ahmed" userId="6abc7d4556b3b071" providerId="LiveId" clId="{959CB1E4-7D39-42F6-A5DB-453F49955B70}" dt="2023-07-14T07:36:40.612" v="1180" actId="20577"/>
        <pc:sldMkLst>
          <pc:docMk/>
          <pc:sldMk cId="1319355793" sldId="2508"/>
        </pc:sldMkLst>
      </pc:sldChg>
      <pc:sldChg chg="modSp add mod modAnim">
        <pc:chgData name="Owais Ahmed" userId="6abc7d4556b3b071" providerId="LiveId" clId="{959CB1E4-7D39-42F6-A5DB-453F49955B70}" dt="2023-07-14T07:35:48.151" v="1173" actId="114"/>
        <pc:sldMkLst>
          <pc:docMk/>
          <pc:sldMk cId="535421403" sldId="2509"/>
        </pc:sldMkLst>
      </pc:sldChg>
      <pc:sldChg chg="addSp delSp modSp add mod modClrScheme delAnim modAnim chgLayout">
        <pc:chgData name="Owais Ahmed" userId="6abc7d4556b3b071" providerId="LiveId" clId="{959CB1E4-7D39-42F6-A5DB-453F49955B70}" dt="2023-07-14T08:25:02.360" v="3212" actId="404"/>
        <pc:sldMkLst>
          <pc:docMk/>
          <pc:sldMk cId="828323908" sldId="2510"/>
        </pc:sldMkLst>
      </pc:sldChg>
      <pc:sldChg chg="add del">
        <pc:chgData name="Owais Ahmed" userId="6abc7d4556b3b071" providerId="LiveId" clId="{959CB1E4-7D39-42F6-A5DB-453F49955B70}" dt="2023-07-14T08:25:24.177" v="3214" actId="2890"/>
        <pc:sldMkLst>
          <pc:docMk/>
          <pc:sldMk cId="326634930" sldId="2511"/>
        </pc:sldMkLst>
      </pc:sldChg>
      <pc:sldChg chg="addSp delSp modSp add del mod addAnim delAnim modAnim">
        <pc:chgData name="Owais Ahmed" userId="6abc7d4556b3b071" providerId="LiveId" clId="{959CB1E4-7D39-42F6-A5DB-453F49955B70}" dt="2023-07-14T08:22:44.496" v="3120" actId="47"/>
        <pc:sldMkLst>
          <pc:docMk/>
          <pc:sldMk cId="783591075" sldId="2511"/>
        </pc:sldMkLst>
      </pc:sldChg>
      <pc:sldChg chg="modSp add mod ord modAnim">
        <pc:chgData name="Owais Ahmed" userId="6abc7d4556b3b071" providerId="LiveId" clId="{959CB1E4-7D39-42F6-A5DB-453F49955B70}" dt="2023-07-14T08:28:26.770" v="3534" actId="20577"/>
        <pc:sldMkLst>
          <pc:docMk/>
          <pc:sldMk cId="1223560295" sldId="251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9/30/2025</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9/30/2025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228B34ED-4CDD-41C9-90F7-D768D5559A6F}" type="slidenum">
              <a:rPr lang="en-US" smtClean="0"/>
              <a:t>2</a:t>
            </a:fld>
            <a:endParaRPr lang="en-US" dirty="0"/>
          </a:p>
        </p:txBody>
      </p:sp>
    </p:spTree>
    <p:extLst>
      <p:ext uri="{BB962C8B-B14F-4D97-AF65-F5344CB8AC3E}">
        <p14:creationId xmlns:p14="http://schemas.microsoft.com/office/powerpoint/2010/main" val="10762040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err="1"/>
              <a:t>Mesopotemia</a:t>
            </a:r>
            <a:r>
              <a:rPr lang="en-GB" dirty="0"/>
              <a:t> (</a:t>
            </a:r>
            <a:r>
              <a:rPr lang="ur-PK" dirty="0"/>
              <a:t>بین </a:t>
            </a:r>
            <a:r>
              <a:rPr lang="ur-PK" dirty="0" err="1"/>
              <a:t>النہرین</a:t>
            </a:r>
            <a:r>
              <a:rPr lang="en-GB" dirty="0"/>
              <a:t>): Area between Euphrates and </a:t>
            </a:r>
            <a:r>
              <a:rPr lang="en-GB" dirty="0" err="1"/>
              <a:t>Tigirs</a:t>
            </a:r>
            <a:r>
              <a:rPr lang="en-GB" dirty="0"/>
              <a:t> (</a:t>
            </a:r>
            <a:r>
              <a:rPr lang="ur-PK" dirty="0"/>
              <a:t>فرات اور دجلہ</a:t>
            </a:r>
            <a:r>
              <a:rPr lang="en-GB" dirty="0"/>
              <a:t>)</a:t>
            </a:r>
          </a:p>
          <a:p>
            <a:pPr marL="171450" indent="-171450">
              <a:buFont typeface="Arial" panose="020B0604020202020204" pitchFamily="34" charset="0"/>
              <a:buChar char="•"/>
            </a:pPr>
            <a:r>
              <a:rPr lang="en-GB" dirty="0"/>
              <a:t>In Egypt, silver and grain were common units of account. In Africa, salt bricks were traded so consistently they were nicknamed “white gold.” Turkey struck the first metal coins around 600 BCE, using a natural gold-silver alloy.</a:t>
            </a:r>
          </a:p>
          <a:p>
            <a:pPr marL="171450" indent="-171450">
              <a:buFont typeface="Arial" panose="020B0604020202020204" pitchFamily="34" charset="0"/>
              <a:buChar char="•"/>
            </a:pPr>
            <a:r>
              <a:rPr lang="en-GB" dirty="0"/>
              <a:t>In medieval Europe, merchants used </a:t>
            </a:r>
            <a:r>
              <a:rPr lang="en-GB" b="0" dirty="0"/>
              <a:t>bills of exchange</a:t>
            </a:r>
            <a:r>
              <a:rPr lang="en-GB" dirty="0"/>
              <a:t>. A banker could issue a note in Venice payable in Paris, allowing long-distance trade without wagons of gold.</a:t>
            </a:r>
          </a:p>
          <a:p>
            <a:pPr marL="171450" indent="-171450">
              <a:buFont typeface="Arial" panose="020B0604020202020204" pitchFamily="34" charset="0"/>
              <a:buChar char="•"/>
            </a:pPr>
            <a:r>
              <a:rPr lang="en-GB" b="0" dirty="0"/>
              <a:t>By the 17th century, Bank of England and Amsterdam bank stabilized national currencies and provided credit systems.</a:t>
            </a:r>
          </a:p>
          <a:p>
            <a:pPr marL="171450" indent="-171450">
              <a:buFont typeface="Arial" panose="020B0604020202020204" pitchFamily="34" charset="0"/>
              <a:buChar char="•"/>
            </a:pPr>
            <a:endParaRPr lang="en-US" b="0"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1704382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2AA85-FA5D-507A-DB9F-A9D249DA8E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487F32-2283-2041-65CB-E1D89F2351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2EA61D-BC19-A1E1-60C9-19046DD7C69D}"/>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8AAB2541-D807-E6BB-6802-C5C389375844}"/>
              </a:ext>
            </a:extLst>
          </p:cNvPr>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9838183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D2B30-2568-16B7-0413-A73D229B66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B2FFE1-BC32-D5BC-E9C4-A09624F436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D8BE91-FE0F-8981-0F1E-0DDD8645278F}"/>
              </a:ext>
            </a:extLst>
          </p:cNvPr>
          <p:cNvSpPr>
            <a:spLocks noGrp="1"/>
          </p:cNvSpPr>
          <p:nvPr>
            <p:ph type="body" idx="1"/>
          </p:nvPr>
        </p:nvSpPr>
        <p:spPr/>
        <p:txBody>
          <a:bodyPr/>
          <a:lstStyle/>
          <a:p>
            <a:pPr marL="171450" indent="-171450">
              <a:buFont typeface="Arial" panose="020B0604020202020204" pitchFamily="34" charset="0"/>
              <a:buChar char="•"/>
            </a:pPr>
            <a:r>
              <a:rPr lang="en-US" sz="1200" dirty="0"/>
              <a:t>Fall of Lehman Brothers, 4</a:t>
            </a:r>
            <a:r>
              <a:rPr lang="en-US" sz="1200" baseline="30000" dirty="0"/>
              <a:t>th</a:t>
            </a:r>
            <a:r>
              <a:rPr lang="en-US" sz="1200" dirty="0"/>
              <a:t> largest investment bank in USA in mid 2008 was among the tipping points.</a:t>
            </a:r>
          </a:p>
          <a:p>
            <a:pPr marL="171450" indent="-171450">
              <a:buFont typeface="Arial" panose="020B0604020202020204" pitchFamily="34" charset="0"/>
              <a:buChar char="•"/>
            </a:pPr>
            <a:r>
              <a:rPr lang="en-US" sz="1200" b="0" dirty="0"/>
              <a:t>Double spending means using same asset at two different places simultaneously. It is less of a problem with e-banking now, but is still prune to attacks</a:t>
            </a:r>
            <a:endParaRPr lang="en-US" b="0" dirty="0"/>
          </a:p>
        </p:txBody>
      </p:sp>
      <p:sp>
        <p:nvSpPr>
          <p:cNvPr id="4" name="Slide Number Placeholder 3">
            <a:extLst>
              <a:ext uri="{FF2B5EF4-FFF2-40B4-BE49-F238E27FC236}">
                <a16:creationId xmlns:a16="http://schemas.microsoft.com/office/drawing/2014/main" id="{2D58BDB1-48ED-2DD4-8A38-6330FEA559C3}"/>
              </a:ext>
            </a:extLst>
          </p:cNvPr>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39309281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6659C-0CCB-DC21-12E2-4C2E643462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BA23FA-7706-E294-D721-E779186F2C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B2A77B-8628-B236-EF91-451E002CAC2D}"/>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3F8ADB1A-70CB-FEE7-0437-F6B1706641D9}"/>
              </a:ext>
            </a:extLst>
          </p:cNvPr>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587881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62EFC-429F-890B-22CF-AC834C56F1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272C26-2AD6-E739-1222-0EE9BA3204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5A252A-17B3-D0BA-EEB2-0B6D4909F81B}"/>
              </a:ext>
            </a:extLst>
          </p:cNvPr>
          <p:cNvSpPr>
            <a:spLocks noGrp="1"/>
          </p:cNvSpPr>
          <p:nvPr>
            <p:ph type="body" idx="1"/>
          </p:nvPr>
        </p:nvSpPr>
        <p:spPr/>
        <p:txBody>
          <a:bodyPr/>
          <a:lstStyle/>
          <a:p>
            <a:pPr marL="171450" indent="-171450">
              <a:buFont typeface="Arial" panose="020B0604020202020204" pitchFamily="34" charset="0"/>
              <a:buChar char="•"/>
            </a:pPr>
            <a:endParaRPr lang="en-US" b="0" dirty="0"/>
          </a:p>
        </p:txBody>
      </p:sp>
      <p:sp>
        <p:nvSpPr>
          <p:cNvPr id="4" name="Slide Number Placeholder 3">
            <a:extLst>
              <a:ext uri="{FF2B5EF4-FFF2-40B4-BE49-F238E27FC236}">
                <a16:creationId xmlns:a16="http://schemas.microsoft.com/office/drawing/2014/main" id="{647D29FB-7635-3814-F679-A9A6AFA701A9}"/>
              </a:ext>
            </a:extLst>
          </p:cNvPr>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40286008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47BB6-BCC9-0912-88A9-09DBCE7975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E77083-2550-7755-956C-B1E6116AFC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FFB772-7E67-23F4-94BE-7F515198B80C}"/>
              </a:ext>
            </a:extLst>
          </p:cNvPr>
          <p:cNvSpPr>
            <a:spLocks noGrp="1"/>
          </p:cNvSpPr>
          <p:nvPr>
            <p:ph type="body" idx="1"/>
          </p:nvPr>
        </p:nvSpPr>
        <p:spPr/>
        <p:txBody>
          <a:bodyPr/>
          <a:lstStyle/>
          <a:p>
            <a:pPr marL="228600" indent="-228600">
              <a:buAutoNum type="arabicPeriod"/>
            </a:pPr>
            <a:r>
              <a:rPr lang="en-US" dirty="0"/>
              <a:t>Hashing. It’s like making ABC juice. You can’t retrieve Apple, Beetroot and Carrot back.</a:t>
            </a:r>
          </a:p>
          <a:p>
            <a:pPr marL="228600" indent="-228600">
              <a:buAutoNum type="arabicPeriod"/>
            </a:pPr>
            <a:r>
              <a:rPr lang="en-US" dirty="0"/>
              <a:t>Simple hashing: when you add data in a specific manner to produce a hash. Merkle tree is when the values are at the bottom, and they are added in a tree structure to obtain the hash</a:t>
            </a:r>
          </a:p>
          <a:p>
            <a:pPr marL="228600" indent="-228600">
              <a:buAutoNum type="arabicPeriod"/>
            </a:pPr>
            <a:r>
              <a:rPr lang="en-US" dirty="0"/>
              <a:t>Watch: https://www.youtube.com/watch?v=DMtFhACPnTY </a:t>
            </a:r>
          </a:p>
          <a:p>
            <a:pPr marL="228600" indent="-228600">
              <a:buAutoNum type="arabicPeriod"/>
            </a:pPr>
            <a:r>
              <a:rPr lang="en-GB" dirty="0"/>
              <a:t>ECC is lightweight. 256-bit ECC ≈ 3072-bit RSA</a:t>
            </a:r>
            <a:endParaRPr lang="en-US" dirty="0"/>
          </a:p>
        </p:txBody>
      </p:sp>
      <p:sp>
        <p:nvSpPr>
          <p:cNvPr id="4" name="Slide Number Placeholder 3">
            <a:extLst>
              <a:ext uri="{FF2B5EF4-FFF2-40B4-BE49-F238E27FC236}">
                <a16:creationId xmlns:a16="http://schemas.microsoft.com/office/drawing/2014/main" id="{81D1D3F8-4B1A-C9A0-D514-998793F8BF80}"/>
              </a:ext>
            </a:extLst>
          </p:cNvPr>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14709779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29389531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B13A1-B1C3-3FB5-D67E-DFD73E367C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B0CDCA-99D0-285B-2955-C86FD09766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D3F348-D4DE-A740-6835-9D2DC9C267C8}"/>
              </a:ext>
            </a:extLst>
          </p:cNvPr>
          <p:cNvSpPr>
            <a:spLocks noGrp="1"/>
          </p:cNvSpPr>
          <p:nvPr>
            <p:ph type="body" idx="1"/>
          </p:nvPr>
        </p:nvSpPr>
        <p:spPr/>
        <p:txBody>
          <a:bodyPr/>
          <a:lstStyle/>
          <a:p>
            <a:pPr marL="228600" indent="-228600">
              <a:buAutoNum type="arabicPeriod"/>
            </a:pPr>
            <a:r>
              <a:rPr lang="en-GB" dirty="0"/>
              <a:t>In electronic payments, a 3rd party verification is involved. This results in trusting a Bank, revealing your assets to a 3rd person, extra cost associated, dependence on Bank infrastructure and several compliance overheads.</a:t>
            </a:r>
          </a:p>
          <a:p>
            <a:pPr marL="228600" indent="-228600">
              <a:buAutoNum type="arabicPeriod"/>
            </a:pPr>
            <a:r>
              <a:rPr lang="en-GB" dirty="0"/>
              <a:t>The biggest cost is your privacy. Today, it’s quite easy to impersonate someone, or exploit private information for scams and other types of frauds.</a:t>
            </a:r>
          </a:p>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245FFDE-82D3-8C52-6141-B002E538BBC8}"/>
              </a:ext>
            </a:extLst>
          </p:cNvPr>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6267462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7FB6C-148C-050D-E02E-53EEBB01E1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D525C9-19E4-DC30-E12A-5EE0812DAE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4BEF18-F523-4C18-08C3-708D13D4E3EB}"/>
              </a:ext>
            </a:extLst>
          </p:cNvPr>
          <p:cNvSpPr>
            <a:spLocks noGrp="1"/>
          </p:cNvSpPr>
          <p:nvPr>
            <p:ph type="body" idx="1"/>
          </p:nvPr>
        </p:nvSpPr>
        <p:spPr/>
        <p:txBody>
          <a:bodyPr/>
          <a:lstStyle/>
          <a:p>
            <a:pPr marL="228600" indent="-228600">
              <a:buAutoNum type="arabicPeriod"/>
            </a:pPr>
            <a:r>
              <a:rPr lang="en-GB" dirty="0"/>
              <a:t>In electronic payments, a 3rd party verification is involved. This results in trusting a Bank, revealing your assets to a 3rd person, extra cost associated, dependence on Bank infrastructure and several compliance overheads.</a:t>
            </a:r>
          </a:p>
          <a:p>
            <a:pPr marL="228600" indent="-228600">
              <a:buAutoNum type="arabicPeriod"/>
            </a:pPr>
            <a:r>
              <a:rPr lang="en-GB" dirty="0"/>
              <a:t>The biggest cost is your privacy. Today, it’s quite easy to impersonate someone, or exploit private information for scams and other types of frauds.</a:t>
            </a:r>
          </a:p>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B22A1FE7-D98B-0F80-2B37-2B53B9E3655F}"/>
              </a:ext>
            </a:extLst>
          </p:cNvPr>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23063375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54AD2-7063-DD6E-8CF6-9C0FC964A8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67DBA9-82FB-2D5C-F3E3-78A207919B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D1486B-FE2C-09DC-52E5-4C6C722959CE}"/>
              </a:ext>
            </a:extLst>
          </p:cNvPr>
          <p:cNvSpPr>
            <a:spLocks noGrp="1"/>
          </p:cNvSpPr>
          <p:nvPr>
            <p:ph type="body" idx="1"/>
          </p:nvPr>
        </p:nvSpPr>
        <p:spPr/>
        <p:txBody>
          <a:bodyPr/>
          <a:lstStyle/>
          <a:p>
            <a:pPr marL="228600" indent="-228600">
              <a:buAutoNum type="arabicPeriod"/>
            </a:pPr>
            <a:r>
              <a:rPr lang="en-GB" sz="1200" dirty="0"/>
              <a:t>The “everyone” in bitcoin network are computer nodes which contain copies of the ledger and ensure that everyone has identical copy of the ledger through continuous and rigorous verification. Thus, it makes it practically impossible to fabricate or corrupt the ledger because one must control the majority of nodes around the world at the same time to do so.</a:t>
            </a:r>
            <a:endParaRPr lang="en-US" dirty="0"/>
          </a:p>
        </p:txBody>
      </p:sp>
      <p:sp>
        <p:nvSpPr>
          <p:cNvPr id="4" name="Slide Number Placeholder 3">
            <a:extLst>
              <a:ext uri="{FF2B5EF4-FFF2-40B4-BE49-F238E27FC236}">
                <a16:creationId xmlns:a16="http://schemas.microsoft.com/office/drawing/2014/main" id="{1E2D7C28-C6D2-DEE5-CD63-AC02A81F1A88}"/>
              </a:ext>
            </a:extLst>
          </p:cNvPr>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1829426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creativecommons.org/licenses/by/3.0/" TargetMode="External"/><Relationship Id="rId4" Type="http://schemas.openxmlformats.org/officeDocument/2006/relationships/hyperlink" Target="https://www.solaresearch.org/2019/12/journal-of-learning-analytics-jla-volume-6-issue-3-now-available/"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image" Target="../media/image7.png"/><Relationship Id="rId3" Type="http://schemas.microsoft.com/office/2007/relationships/hdphoto" Target="../media/hdphoto1.wdp"/><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DECENTRALIZED APPLICATION DEVELOPMENT (119389)</a:t>
            </a:r>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a:t>Dr. Owais Hussain</a:t>
            </a:r>
            <a:endParaRPr lang="en-US" sz="2000" dirty="0"/>
          </a:p>
        </p:txBody>
      </p:sp>
    </p:spTree>
    <p:extLst>
      <p:ext uri="{BB962C8B-B14F-4D97-AF65-F5344CB8AC3E}">
        <p14:creationId xmlns:p14="http://schemas.microsoft.com/office/powerpoint/2010/main" val="14685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a:blip r:embed="rId3">
            <a:extLst>
              <a:ext uri="{837473B0-CC2E-450A-ABE3-18F120FF3D39}">
                <a1611:picAttrSrcUrl xmlns:a1611="http://schemas.microsoft.com/office/drawing/2016/11/main" r:id="rId4"/>
              </a:ext>
            </a:extLst>
          </a:blip>
          <a:srcRect l="7684" r="33028"/>
          <a:stretch>
            <a:fillRect/>
          </a:stretch>
        </p:blipFill>
        <p:spPr>
          <a:xfrm>
            <a:off x="0" y="0"/>
            <a:ext cx="6096000" cy="6858000"/>
          </a:xfrm>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19" y="2078874"/>
            <a:ext cx="4114800" cy="4136198"/>
          </a:xfrm>
        </p:spPr>
        <p:txBody>
          <a:bodyPr/>
          <a:lstStyle/>
          <a:p>
            <a:r>
              <a:rPr lang="en-US" dirty="0"/>
              <a:t>Introduction</a:t>
            </a:r>
          </a:p>
          <a:p>
            <a:r>
              <a:rPr lang="en-US" dirty="0"/>
              <a:t>The Problem!</a:t>
            </a:r>
          </a:p>
          <a:p>
            <a:r>
              <a:rPr lang="en-US" dirty="0"/>
              <a:t>The Answer</a:t>
            </a:r>
          </a:p>
          <a:p>
            <a:r>
              <a:rPr lang="en-US" dirty="0"/>
              <a:t>Blockchain Fundamentals</a:t>
            </a:r>
          </a:p>
          <a:p>
            <a:r>
              <a:rPr lang="en-US" dirty="0"/>
              <a:t>Bitcoin</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
        <p:nvSpPr>
          <p:cNvPr id="4" name="TextBox 3">
            <a:extLst>
              <a:ext uri="{FF2B5EF4-FFF2-40B4-BE49-F238E27FC236}">
                <a16:creationId xmlns:a16="http://schemas.microsoft.com/office/drawing/2014/main" id="{D45FA580-2511-43FF-99FF-4AD8C9598CD1}"/>
              </a:ext>
            </a:extLst>
          </p:cNvPr>
          <p:cNvSpPr txBox="1"/>
          <p:nvPr/>
        </p:nvSpPr>
        <p:spPr>
          <a:xfrm>
            <a:off x="0" y="6858000"/>
            <a:ext cx="6096000" cy="230832"/>
          </a:xfrm>
          <a:prstGeom prst="rect">
            <a:avLst/>
          </a:prstGeom>
          <a:noFill/>
        </p:spPr>
        <p:txBody>
          <a:bodyPr wrap="square" rtlCol="0">
            <a:spAutoFit/>
          </a:bodyPr>
          <a:lstStyle/>
          <a:p>
            <a:r>
              <a:rPr lang="en-PK" sz="900">
                <a:hlinkClick r:id="rId4" tooltip="https://www.solaresearch.org/2019/12/journal-of-learning-analytics-jla-volume-6-issue-3-now-available/"/>
              </a:rPr>
              <a:t>This Photo</a:t>
            </a:r>
            <a:r>
              <a:rPr lang="en-PK" sz="900"/>
              <a:t> by Unknown Author is licensed under </a:t>
            </a:r>
            <a:r>
              <a:rPr lang="en-PK" sz="900">
                <a:hlinkClick r:id="rId5" tooltip="https://creativecommons.org/licenses/by/3.0/"/>
              </a:rPr>
              <a:t>CC BY</a:t>
            </a:r>
            <a:endParaRPr lang="en-PK" sz="90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Introduction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Barter System (6000 BC): The First Transactions in Mesopotamia</a:t>
            </a:r>
          </a:p>
          <a:p>
            <a:pPr>
              <a:buFont typeface="Wingdings" panose="05000000000000000000" pitchFamily="2" charset="2"/>
              <a:buChar char="§"/>
            </a:pPr>
            <a:r>
              <a:rPr lang="en-US" sz="3400" dirty="0"/>
              <a:t>Commodity Money (1200 BC): Object as Currency in China’s Shang Dynasty</a:t>
            </a:r>
          </a:p>
          <a:p>
            <a:pPr>
              <a:buFont typeface="Wingdings" panose="05000000000000000000" pitchFamily="2" charset="2"/>
              <a:buChar char="§"/>
            </a:pPr>
            <a:r>
              <a:rPr lang="en-GB" sz="3400" dirty="0"/>
              <a:t>Paper Money (7</a:t>
            </a:r>
            <a:r>
              <a:rPr lang="en-GB" sz="3400" baseline="30000" dirty="0"/>
              <a:t>th</a:t>
            </a:r>
            <a:r>
              <a:rPr lang="en-GB" sz="3400" dirty="0"/>
              <a:t> AD): 3</a:t>
            </a:r>
            <a:r>
              <a:rPr lang="en-GB" sz="3400" baseline="30000" dirty="0"/>
              <a:t>rd</a:t>
            </a:r>
            <a:r>
              <a:rPr lang="en-GB" sz="3400" dirty="0"/>
              <a:t> party IOUs in Tang Dynasty to Govt. issued in Song Dynasty</a:t>
            </a:r>
          </a:p>
          <a:p>
            <a:pPr>
              <a:buFont typeface="Wingdings" panose="05000000000000000000" pitchFamily="2" charset="2"/>
              <a:buChar char="§"/>
            </a:pPr>
            <a:r>
              <a:rPr lang="en-US" sz="3400" dirty="0"/>
              <a:t>Banks (15</a:t>
            </a:r>
            <a:r>
              <a:rPr lang="en-US" sz="3400" baseline="30000" dirty="0"/>
              <a:t>th</a:t>
            </a:r>
            <a:r>
              <a:rPr lang="en-US" sz="3400" dirty="0"/>
              <a:t> AD): Modern banking in Italian Renaissance</a:t>
            </a:r>
          </a:p>
          <a:p>
            <a:pPr>
              <a:buFont typeface="Wingdings" panose="05000000000000000000" pitchFamily="2" charset="2"/>
              <a:buChar char="§"/>
            </a:pPr>
            <a:r>
              <a:rPr lang="en-US" sz="3400" dirty="0"/>
              <a:t>Central Banks (18</a:t>
            </a:r>
            <a:r>
              <a:rPr lang="en-US" sz="3400" baseline="30000" dirty="0"/>
              <a:t>th</a:t>
            </a:r>
            <a:r>
              <a:rPr lang="en-US" sz="3400" dirty="0"/>
              <a:t> AD): Gold and Silver backed USD</a:t>
            </a:r>
          </a:p>
          <a:p>
            <a:pPr>
              <a:buFont typeface="Wingdings" panose="05000000000000000000" pitchFamily="2" charset="2"/>
              <a:buChar char="§"/>
            </a:pPr>
            <a:r>
              <a:rPr lang="en-US" sz="3400" dirty="0">
                <a:solidFill>
                  <a:srgbClr val="FF0000"/>
                </a:solidFill>
              </a:rPr>
              <a:t>Fiat Currency (20</a:t>
            </a:r>
            <a:r>
              <a:rPr lang="en-US" sz="3400" baseline="30000" dirty="0">
                <a:solidFill>
                  <a:srgbClr val="FF0000"/>
                </a:solidFill>
              </a:rPr>
              <a:t>th</a:t>
            </a:r>
            <a:r>
              <a:rPr lang="en-US" sz="3400" dirty="0">
                <a:solidFill>
                  <a:srgbClr val="FF0000"/>
                </a:solidFill>
              </a:rPr>
              <a:t> AD): No physical reserves – trust the Govt.</a:t>
            </a:r>
          </a:p>
        </p:txBody>
      </p:sp>
    </p:spTree>
    <p:extLst>
      <p:ext uri="{BB962C8B-B14F-4D97-AF65-F5344CB8AC3E}">
        <p14:creationId xmlns:p14="http://schemas.microsoft.com/office/powerpoint/2010/main" val="641030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A47A6-0A67-AFCB-80D0-877C3D20D1C1}"/>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072C4BB7-73C0-3E28-484A-42EC5FD4383A}"/>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747DAC43-8287-785D-E5BC-9DC929442E53}"/>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A9DD1DF8-8028-42A5-8055-5B248A1F9240}"/>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Introduction</a:t>
            </a:r>
          </a:p>
        </p:txBody>
      </p:sp>
      <p:sp>
        <p:nvSpPr>
          <p:cNvPr id="216" name="Rectangle 215">
            <a:extLst>
              <a:ext uri="{FF2B5EF4-FFF2-40B4-BE49-F238E27FC236}">
                <a16:creationId xmlns:a16="http://schemas.microsoft.com/office/drawing/2014/main" id="{EDDDF37F-E8A4-26B9-55C7-5BF66CD7A99B}"/>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F3248312-5DC8-EC7E-80CE-EBEEE2A2919A}"/>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376CC965-0BC8-FC64-8304-9D160433488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Plastic Money (1950): Diners Club issues first credit cards</a:t>
            </a:r>
          </a:p>
          <a:p>
            <a:pPr>
              <a:buFont typeface="Wingdings" panose="05000000000000000000" pitchFamily="2" charset="2"/>
              <a:buChar char="§"/>
            </a:pPr>
            <a:r>
              <a:rPr lang="en-US" sz="3400" dirty="0"/>
              <a:t>Electronic Money (1995): Wells Fargo introduce online banking</a:t>
            </a:r>
          </a:p>
          <a:p>
            <a:pPr>
              <a:buFont typeface="Wingdings" panose="05000000000000000000" pitchFamily="2" charset="2"/>
              <a:buChar char="§"/>
            </a:pPr>
            <a:r>
              <a:rPr lang="en-US" sz="3400" dirty="0"/>
              <a:t>Borderless Money (Today): SWIFT, PayPal, Alipay, …</a:t>
            </a:r>
          </a:p>
          <a:p>
            <a:pPr>
              <a:buFont typeface="Wingdings" panose="05000000000000000000" pitchFamily="2" charset="2"/>
              <a:buChar char="§"/>
            </a:pPr>
            <a:endParaRPr lang="en-US" sz="3400" dirty="0"/>
          </a:p>
        </p:txBody>
      </p:sp>
    </p:spTree>
    <p:extLst>
      <p:ext uri="{BB962C8B-B14F-4D97-AF65-F5344CB8AC3E}">
        <p14:creationId xmlns:p14="http://schemas.microsoft.com/office/powerpoint/2010/main" val="1489557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A3ED5-5C75-E117-B75B-7265CBBD7267}"/>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C4805E4A-85C1-A448-F5CF-EF561FA493B7}"/>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1E7959B7-8188-D6B3-84E3-6C973C3B4A44}"/>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D7ECDFE4-8512-3ED7-818F-81F5058E26D3}"/>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The Problem!</a:t>
            </a:r>
          </a:p>
        </p:txBody>
      </p:sp>
      <p:sp>
        <p:nvSpPr>
          <p:cNvPr id="216" name="Rectangle 215">
            <a:extLst>
              <a:ext uri="{FF2B5EF4-FFF2-40B4-BE49-F238E27FC236}">
                <a16:creationId xmlns:a16="http://schemas.microsoft.com/office/drawing/2014/main" id="{05E2BD7A-D9F1-51ED-70BE-A3990CD95670}"/>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56C744DA-D9A5-32D5-3B9D-7BA1287B8F31}"/>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D3150EB8-81C0-3D40-D8AE-6812BAB2CC90}"/>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2008: The biggest bankruptcy</a:t>
            </a:r>
          </a:p>
          <a:p>
            <a:pPr>
              <a:buFont typeface="Wingdings" panose="05000000000000000000" pitchFamily="2" charset="2"/>
              <a:buChar char="§"/>
            </a:pPr>
            <a:r>
              <a:rPr lang="en-US" sz="3400" dirty="0"/>
              <a:t>The Problem?</a:t>
            </a:r>
          </a:p>
          <a:p>
            <a:pPr lvl="1">
              <a:buFont typeface="Wingdings" panose="05000000000000000000" pitchFamily="2" charset="2"/>
              <a:buChar char="§"/>
            </a:pPr>
            <a:r>
              <a:rPr lang="en-US" sz="3200" dirty="0"/>
              <a:t>Trust: No transparency. Different border, different law.</a:t>
            </a:r>
          </a:p>
          <a:p>
            <a:pPr lvl="1">
              <a:buFont typeface="Wingdings" panose="05000000000000000000" pitchFamily="2" charset="2"/>
              <a:buChar char="§"/>
            </a:pPr>
            <a:r>
              <a:rPr lang="en-US" sz="3200" dirty="0"/>
              <a:t>Impersonation: Identity thefts. Double spending.</a:t>
            </a:r>
          </a:p>
          <a:p>
            <a:pPr lvl="1">
              <a:buFont typeface="Wingdings" panose="05000000000000000000" pitchFamily="2" charset="2"/>
              <a:buChar char="§"/>
            </a:pPr>
            <a:r>
              <a:rPr lang="en-US" sz="3200" dirty="0"/>
              <a:t>Decentralization: Single point of failures</a:t>
            </a:r>
          </a:p>
          <a:p>
            <a:pPr>
              <a:buFont typeface="Wingdings" panose="05000000000000000000" pitchFamily="2" charset="2"/>
              <a:buChar char="§"/>
            </a:pPr>
            <a:r>
              <a:rPr lang="en-US" sz="3400" dirty="0"/>
              <a:t>Another problem: Dealing with double spending</a:t>
            </a:r>
          </a:p>
        </p:txBody>
      </p:sp>
    </p:spTree>
    <p:extLst>
      <p:ext uri="{BB962C8B-B14F-4D97-AF65-F5344CB8AC3E}">
        <p14:creationId xmlns:p14="http://schemas.microsoft.com/office/powerpoint/2010/main" val="253856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BFAF2-AAF5-339C-9328-5C72F29CAA9F}"/>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1E5047AF-4BB1-31F3-B824-4C05F4D2552C}"/>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A88D3DB8-87CB-2A86-5D81-50459910A13D}"/>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A72B7466-1CA6-08F9-AEF9-5E3E58BAE54E}"/>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The Answer</a:t>
            </a:r>
          </a:p>
        </p:txBody>
      </p:sp>
      <p:sp>
        <p:nvSpPr>
          <p:cNvPr id="216" name="Rectangle 215">
            <a:extLst>
              <a:ext uri="{FF2B5EF4-FFF2-40B4-BE49-F238E27FC236}">
                <a16:creationId xmlns:a16="http://schemas.microsoft.com/office/drawing/2014/main" id="{E50F3E01-AA99-A3BC-8FC5-73A2A21A133A}"/>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7E80757F-D603-5EB1-C88A-52798A7E8C01}"/>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13DE1684-FBDC-7B29-EAC0-3D86F40A0C6D}"/>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Wingdings" panose="05000000000000000000" pitchFamily="2" charset="2"/>
              <a:buChar char="§"/>
            </a:pPr>
            <a:r>
              <a:rPr lang="en-US" sz="3400" dirty="0"/>
              <a:t>Blockchain: a public ledger of transactions</a:t>
            </a:r>
          </a:p>
          <a:p>
            <a:pPr>
              <a:lnSpc>
                <a:spcPct val="110000"/>
              </a:lnSpc>
              <a:buFont typeface="Wingdings" panose="05000000000000000000" pitchFamily="2" charset="2"/>
              <a:buChar char="§"/>
            </a:pPr>
            <a:r>
              <a:rPr lang="en-US" sz="3400" dirty="0"/>
              <a:t>Example: Account book (</a:t>
            </a:r>
            <a:r>
              <a:rPr lang="ur-PK" sz="3400" dirty="0" err="1"/>
              <a:t>کھاتہ</a:t>
            </a:r>
            <a:r>
              <a:rPr lang="en-US" sz="3400" dirty="0"/>
              <a:t>)</a:t>
            </a:r>
          </a:p>
          <a:p>
            <a:pPr>
              <a:lnSpc>
                <a:spcPct val="110000"/>
              </a:lnSpc>
              <a:buFont typeface="Wingdings" panose="05000000000000000000" pitchFamily="2" charset="2"/>
              <a:buChar char="§"/>
            </a:pPr>
            <a:r>
              <a:rPr lang="en-US" sz="3400" dirty="0"/>
              <a:t>Simple format: Date, Name, Out, In, Balance, Comments</a:t>
            </a:r>
          </a:p>
          <a:p>
            <a:pPr>
              <a:lnSpc>
                <a:spcPct val="110000"/>
              </a:lnSpc>
              <a:buFont typeface="Wingdings" panose="05000000000000000000" pitchFamily="2" charset="2"/>
              <a:buChar char="§"/>
            </a:pPr>
            <a:r>
              <a:rPr lang="en-US" sz="3400" dirty="0"/>
              <a:t>First entry on new page is the closing balance from pervious</a:t>
            </a:r>
          </a:p>
          <a:p>
            <a:pPr>
              <a:lnSpc>
                <a:spcPct val="110000"/>
              </a:lnSpc>
              <a:buFont typeface="Wingdings" panose="05000000000000000000" pitchFamily="2" charset="2"/>
              <a:buChar char="§"/>
            </a:pPr>
            <a:r>
              <a:rPr lang="en-US" sz="3400" dirty="0"/>
              <a:t>Tempering anything in the past means you must adjust every page after</a:t>
            </a:r>
          </a:p>
        </p:txBody>
      </p:sp>
    </p:spTree>
    <p:extLst>
      <p:ext uri="{BB962C8B-B14F-4D97-AF65-F5344CB8AC3E}">
        <p14:creationId xmlns:p14="http://schemas.microsoft.com/office/powerpoint/2010/main" val="1376377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1E7E8-EC9B-27FA-9A63-8F9CACC67F74}"/>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A0408DD2-CB80-2A07-5BAA-2C7C72AD237E}"/>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CD5722CB-2E14-81F4-F486-11892865CFE2}"/>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544C5625-FD69-0591-7D24-8F0A8165242D}"/>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Blockchain Fundamentals</a:t>
            </a:r>
          </a:p>
        </p:txBody>
      </p:sp>
      <p:sp>
        <p:nvSpPr>
          <p:cNvPr id="216" name="Rectangle 215">
            <a:extLst>
              <a:ext uri="{FF2B5EF4-FFF2-40B4-BE49-F238E27FC236}">
                <a16:creationId xmlns:a16="http://schemas.microsoft.com/office/drawing/2014/main" id="{6F5F2075-FA2F-F3FA-A44D-FE6D09D5EADD}"/>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EDB12BE1-E6C7-56F6-F3D1-CDBF1DFAE289}"/>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9AE84F00-1EBA-750C-D35C-7F7824929DE6}"/>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400" dirty="0"/>
              <a:t>Blockchain: a public ledger of transactions</a:t>
            </a:r>
          </a:p>
          <a:p>
            <a:pPr>
              <a:lnSpc>
                <a:spcPct val="100000"/>
              </a:lnSpc>
              <a:buFont typeface="Wingdings" panose="05000000000000000000" pitchFamily="2" charset="2"/>
              <a:buChar char="§"/>
            </a:pPr>
            <a:r>
              <a:rPr lang="en-US" sz="3400" dirty="0"/>
              <a:t>Block: a collection of transactions; each block knows about the previous block (like a Linked List)</a:t>
            </a:r>
          </a:p>
          <a:p>
            <a:pPr>
              <a:lnSpc>
                <a:spcPct val="100000"/>
              </a:lnSpc>
              <a:buFont typeface="Wingdings" panose="05000000000000000000" pitchFamily="2" charset="2"/>
              <a:buChar char="§"/>
            </a:pPr>
            <a:r>
              <a:rPr lang="en-US" sz="3400" dirty="0"/>
              <a:t>Transaction: an event of transfer of assets of certain </a:t>
            </a:r>
            <a:r>
              <a:rPr lang="en-US" sz="3400" i="1" dirty="0"/>
              <a:t>value</a:t>
            </a:r>
            <a:r>
              <a:rPr lang="en-US" sz="3400" dirty="0"/>
              <a:t> from a </a:t>
            </a:r>
            <a:r>
              <a:rPr lang="en-US" sz="3400" i="1" dirty="0"/>
              <a:t>sender</a:t>
            </a:r>
            <a:r>
              <a:rPr lang="en-US" sz="3400" dirty="0"/>
              <a:t> to a </a:t>
            </a:r>
            <a:r>
              <a:rPr lang="en-US" sz="3400" i="1" dirty="0"/>
              <a:t>receiver</a:t>
            </a:r>
            <a:r>
              <a:rPr lang="en-US" sz="3400" dirty="0"/>
              <a:t> at a </a:t>
            </a:r>
            <a:r>
              <a:rPr lang="en-US" sz="3400" i="1" dirty="0"/>
              <a:t>timestamp</a:t>
            </a:r>
            <a:r>
              <a:rPr lang="en-US" sz="3400" dirty="0"/>
              <a:t>.</a:t>
            </a:r>
          </a:p>
          <a:p>
            <a:pPr>
              <a:lnSpc>
                <a:spcPct val="100000"/>
              </a:lnSpc>
              <a:buFont typeface="Wingdings" panose="05000000000000000000" pitchFamily="2" charset="2"/>
              <a:buChar char="§"/>
            </a:pPr>
            <a:r>
              <a:rPr lang="en-US" sz="3400" dirty="0"/>
              <a:t>Now, before we move forward …</a:t>
            </a:r>
          </a:p>
        </p:txBody>
      </p:sp>
    </p:spTree>
    <p:extLst>
      <p:ext uri="{BB962C8B-B14F-4D97-AF65-F5344CB8AC3E}">
        <p14:creationId xmlns:p14="http://schemas.microsoft.com/office/powerpoint/2010/main" val="1894232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3E7B5-1C7D-3546-FF6C-40CC87456C74}"/>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0B10B788-BBDF-12EF-674B-5F37E58D808A}"/>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1005221F-B3A1-1546-34F7-0C554CAFDC78}"/>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AF893AC2-7A3D-A061-A3E3-5084132E837B}"/>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Recap</a:t>
            </a:r>
          </a:p>
        </p:txBody>
      </p:sp>
      <p:sp>
        <p:nvSpPr>
          <p:cNvPr id="216" name="Rectangle 215">
            <a:extLst>
              <a:ext uri="{FF2B5EF4-FFF2-40B4-BE49-F238E27FC236}">
                <a16:creationId xmlns:a16="http://schemas.microsoft.com/office/drawing/2014/main" id="{F78C9EA4-5900-11E6-3D6C-A080F3A80069}"/>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A198D00E-EF28-7212-A096-99E686E24502}"/>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FA616EB9-02B3-5CB2-6CA9-92D4FAEC0580}"/>
              </a:ext>
            </a:extLst>
          </p:cNvPr>
          <p:cNvSpPr txBox="1">
            <a:spLocks/>
          </p:cNvSpPr>
          <p:nvPr/>
        </p:nvSpPr>
        <p:spPr>
          <a:xfrm>
            <a:off x="220384" y="1532587"/>
            <a:ext cx="117430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400" dirty="0"/>
              <a:t>Hashing</a:t>
            </a:r>
          </a:p>
          <a:p>
            <a:pPr lvl="1">
              <a:lnSpc>
                <a:spcPct val="100000"/>
              </a:lnSpc>
              <a:buFont typeface="Wingdings" panose="05000000000000000000" pitchFamily="2" charset="2"/>
              <a:buChar char="§"/>
            </a:pPr>
            <a:r>
              <a:rPr lang="en-US" sz="3200" dirty="0"/>
              <a:t>A one-way collision free function to convert data into a fixed-length code.</a:t>
            </a:r>
          </a:p>
          <a:p>
            <a:pPr lvl="1">
              <a:lnSpc>
                <a:spcPct val="100000"/>
              </a:lnSpc>
              <a:buFont typeface="Wingdings" panose="05000000000000000000" pitchFamily="2" charset="2"/>
              <a:buChar char="§"/>
            </a:pPr>
            <a:r>
              <a:rPr lang="en-US" sz="3200" dirty="0"/>
              <a:t>Simple vs Merkle Tree</a:t>
            </a:r>
          </a:p>
          <a:p>
            <a:pPr>
              <a:lnSpc>
                <a:spcPct val="100000"/>
              </a:lnSpc>
              <a:buFont typeface="Wingdings" panose="05000000000000000000" pitchFamily="2" charset="2"/>
              <a:buChar char="§"/>
            </a:pPr>
            <a:r>
              <a:rPr lang="en-US" sz="3400" dirty="0"/>
              <a:t>Encryption</a:t>
            </a:r>
          </a:p>
          <a:p>
            <a:pPr lvl="1">
              <a:lnSpc>
                <a:spcPct val="100000"/>
              </a:lnSpc>
              <a:buFont typeface="Wingdings" panose="05000000000000000000" pitchFamily="2" charset="2"/>
              <a:buChar char="§"/>
            </a:pPr>
            <a:r>
              <a:rPr lang="en-US" sz="3200" dirty="0"/>
              <a:t>Converting data into unreadable form which can be unlocked via a key only.</a:t>
            </a:r>
          </a:p>
          <a:p>
            <a:pPr>
              <a:lnSpc>
                <a:spcPct val="100000"/>
              </a:lnSpc>
              <a:buFont typeface="Wingdings" panose="05000000000000000000" pitchFamily="2" charset="2"/>
              <a:buChar char="§"/>
            </a:pPr>
            <a:r>
              <a:rPr lang="en-US" sz="3400" dirty="0"/>
              <a:t>Asymmetric Encryption</a:t>
            </a:r>
          </a:p>
          <a:p>
            <a:pPr lvl="1">
              <a:lnSpc>
                <a:spcPct val="100000"/>
              </a:lnSpc>
              <a:buFont typeface="Wingdings" panose="05000000000000000000" pitchFamily="2" charset="2"/>
              <a:buChar char="§"/>
            </a:pPr>
            <a:r>
              <a:rPr lang="en-US" sz="3200" dirty="0"/>
              <a:t>A private-public key encryption technique for secure transfer of data.</a:t>
            </a:r>
          </a:p>
          <a:p>
            <a:pPr lvl="1">
              <a:lnSpc>
                <a:spcPct val="100000"/>
              </a:lnSpc>
              <a:buFont typeface="Wingdings" panose="05000000000000000000" pitchFamily="2" charset="2"/>
              <a:buChar char="§"/>
            </a:pPr>
            <a:r>
              <a:rPr lang="en-US" sz="3200" dirty="0"/>
              <a:t>RSA (Rivest–Shamir–Adleman) vs ECC (Elliptic Curve Cryptography)</a:t>
            </a:r>
          </a:p>
          <a:p>
            <a:pPr>
              <a:lnSpc>
                <a:spcPct val="100000"/>
              </a:lnSpc>
              <a:buFont typeface="Wingdings" panose="05000000000000000000" pitchFamily="2" charset="2"/>
              <a:buChar char="§"/>
            </a:pPr>
            <a:r>
              <a:rPr lang="en-US" sz="3400" dirty="0"/>
              <a:t>Digital Signature</a:t>
            </a:r>
          </a:p>
          <a:p>
            <a:pPr lvl="1">
              <a:lnSpc>
                <a:spcPct val="100000"/>
              </a:lnSpc>
              <a:buFont typeface="Wingdings" panose="05000000000000000000" pitchFamily="2" charset="2"/>
              <a:buChar char="§"/>
            </a:pPr>
            <a:r>
              <a:rPr lang="en-US" sz="3200" dirty="0"/>
              <a:t>A guarantee to verify that a message was sent by actual sender.</a:t>
            </a:r>
          </a:p>
          <a:p>
            <a:pPr>
              <a:lnSpc>
                <a:spcPct val="100000"/>
              </a:lnSpc>
              <a:buFont typeface="Wingdings" panose="05000000000000000000" pitchFamily="2" charset="2"/>
              <a:buChar char="§"/>
            </a:pPr>
            <a:endParaRPr lang="en-US" sz="3400" dirty="0"/>
          </a:p>
        </p:txBody>
      </p:sp>
    </p:spTree>
    <p:extLst>
      <p:ext uri="{BB962C8B-B14F-4D97-AF65-F5344CB8AC3E}">
        <p14:creationId xmlns:p14="http://schemas.microsoft.com/office/powerpoint/2010/main" val="2637554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Assignment 1</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6"/>
            <a:ext cx="11743016" cy="1972614"/>
          </a:xfrm>
          <a:prstGeom prst="rect">
            <a:avLst/>
          </a:prstGeom>
        </p:spPr>
        <p:txBody>
          <a:bodyPr>
            <a:normAutofit fontScale="5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600" dirty="0"/>
              <a:t>If everyone starts with 500 AED, imagine Tx 5 (Ali → Omar, 15,000 PKR) gets “deleted.” Recompute balances. Who benefits? Who loses?</a:t>
            </a:r>
          </a:p>
          <a:p>
            <a:pPr>
              <a:lnSpc>
                <a:spcPct val="100000"/>
              </a:lnSpc>
              <a:buFont typeface="Wingdings" panose="05000000000000000000" pitchFamily="2" charset="2"/>
              <a:buChar char="§"/>
            </a:pPr>
            <a:r>
              <a:rPr lang="en-GB" sz="3600" dirty="0"/>
              <a:t>If each row had a “checksum” that depends on all previous rows, show how changing the date of Tx #3 breaks the sequence.</a:t>
            </a:r>
          </a:p>
          <a:p>
            <a:pPr>
              <a:lnSpc>
                <a:spcPct val="100000"/>
              </a:lnSpc>
              <a:buFont typeface="Wingdings" panose="05000000000000000000" pitchFamily="2" charset="2"/>
              <a:buChar char="§"/>
            </a:pPr>
            <a:r>
              <a:rPr lang="en-GB" sz="3600" dirty="0"/>
              <a:t>There is also a bug in this data, can you find out?</a:t>
            </a:r>
          </a:p>
          <a:p>
            <a:pPr marL="0" indent="0">
              <a:lnSpc>
                <a:spcPct val="100000"/>
              </a:lnSpc>
              <a:buNone/>
            </a:pPr>
            <a:r>
              <a:rPr lang="en-GB" sz="3600" dirty="0"/>
              <a:t>Note: Only pen and paper for this one. Using AI is allowed, but you’ll have a higher chance of incorrect answer.</a:t>
            </a:r>
            <a:endParaRPr lang="en-US" sz="3400" dirty="0"/>
          </a:p>
        </p:txBody>
      </p:sp>
      <p:graphicFrame>
        <p:nvGraphicFramePr>
          <p:cNvPr id="6" name="Table 5">
            <a:extLst>
              <a:ext uri="{FF2B5EF4-FFF2-40B4-BE49-F238E27FC236}">
                <a16:creationId xmlns:a16="http://schemas.microsoft.com/office/drawing/2014/main" id="{F574E243-B5DE-84C2-0E16-136138998319}"/>
              </a:ext>
            </a:extLst>
          </p:cNvPr>
          <p:cNvGraphicFramePr>
            <a:graphicFrameLocks noGrp="1"/>
          </p:cNvGraphicFramePr>
          <p:nvPr>
            <p:extLst>
              <p:ext uri="{D42A27DB-BD31-4B8C-83A1-F6EECF244321}">
                <p14:modId xmlns:p14="http://schemas.microsoft.com/office/powerpoint/2010/main" val="1475543577"/>
              </p:ext>
            </p:extLst>
          </p:nvPr>
        </p:nvGraphicFramePr>
        <p:xfrm>
          <a:off x="1256811" y="3505200"/>
          <a:ext cx="9665675" cy="3352800"/>
        </p:xfrm>
        <a:graphic>
          <a:graphicData uri="http://schemas.openxmlformats.org/drawingml/2006/table">
            <a:tbl>
              <a:tblPr>
                <a:tableStyleId>{793D81CF-94F2-401A-BA57-92F5A7B2D0C5}</a:tableStyleId>
              </a:tblPr>
              <a:tblGrid>
                <a:gridCol w="508445">
                  <a:extLst>
                    <a:ext uri="{9D8B030D-6E8A-4147-A177-3AD203B41FA5}">
                      <a16:colId xmlns:a16="http://schemas.microsoft.com/office/drawing/2014/main" val="3753273416"/>
                    </a:ext>
                  </a:extLst>
                </a:gridCol>
                <a:gridCol w="1831446">
                  <a:extLst>
                    <a:ext uri="{9D8B030D-6E8A-4147-A177-3AD203B41FA5}">
                      <a16:colId xmlns:a16="http://schemas.microsoft.com/office/drawing/2014/main" val="3248045384"/>
                    </a:ext>
                  </a:extLst>
                </a:gridCol>
                <a:gridCol w="1831446">
                  <a:extLst>
                    <a:ext uri="{9D8B030D-6E8A-4147-A177-3AD203B41FA5}">
                      <a16:colId xmlns:a16="http://schemas.microsoft.com/office/drawing/2014/main" val="3363186131"/>
                    </a:ext>
                  </a:extLst>
                </a:gridCol>
                <a:gridCol w="1831446">
                  <a:extLst>
                    <a:ext uri="{9D8B030D-6E8A-4147-A177-3AD203B41FA5}">
                      <a16:colId xmlns:a16="http://schemas.microsoft.com/office/drawing/2014/main" val="3605284908"/>
                    </a:ext>
                  </a:extLst>
                </a:gridCol>
                <a:gridCol w="1831446">
                  <a:extLst>
                    <a:ext uri="{9D8B030D-6E8A-4147-A177-3AD203B41FA5}">
                      <a16:colId xmlns:a16="http://schemas.microsoft.com/office/drawing/2014/main" val="2160797168"/>
                    </a:ext>
                  </a:extLst>
                </a:gridCol>
                <a:gridCol w="1831446">
                  <a:extLst>
                    <a:ext uri="{9D8B030D-6E8A-4147-A177-3AD203B41FA5}">
                      <a16:colId xmlns:a16="http://schemas.microsoft.com/office/drawing/2014/main" val="1555714617"/>
                    </a:ext>
                  </a:extLst>
                </a:gridCol>
              </a:tblGrid>
              <a:tr h="275750">
                <a:tc>
                  <a:txBody>
                    <a:bodyPr/>
                    <a:lstStyle/>
                    <a:p>
                      <a:pPr>
                        <a:buNone/>
                      </a:pPr>
                      <a:r>
                        <a:rPr lang="en-GB" sz="1400" b="1" dirty="0"/>
                        <a:t>Tx #</a:t>
                      </a:r>
                    </a:p>
                  </a:txBody>
                  <a:tcPr anchor="ctr"/>
                </a:tc>
                <a:tc>
                  <a:txBody>
                    <a:bodyPr/>
                    <a:lstStyle/>
                    <a:p>
                      <a:pPr>
                        <a:buNone/>
                      </a:pPr>
                      <a:r>
                        <a:rPr lang="en-GB" sz="1400" b="1"/>
                        <a:t>Date</a:t>
                      </a:r>
                    </a:p>
                  </a:txBody>
                  <a:tcPr anchor="ctr"/>
                </a:tc>
                <a:tc>
                  <a:txBody>
                    <a:bodyPr/>
                    <a:lstStyle/>
                    <a:p>
                      <a:pPr>
                        <a:buNone/>
                      </a:pPr>
                      <a:r>
                        <a:rPr lang="en-GB" sz="1400" b="1"/>
                        <a:t>From</a:t>
                      </a:r>
                    </a:p>
                  </a:txBody>
                  <a:tcPr anchor="ctr"/>
                </a:tc>
                <a:tc>
                  <a:txBody>
                    <a:bodyPr/>
                    <a:lstStyle/>
                    <a:p>
                      <a:pPr>
                        <a:buNone/>
                      </a:pPr>
                      <a:r>
                        <a:rPr lang="en-GB" sz="1400" b="1" dirty="0"/>
                        <a:t>To</a:t>
                      </a:r>
                    </a:p>
                  </a:txBody>
                  <a:tcPr anchor="ctr"/>
                </a:tc>
                <a:tc>
                  <a:txBody>
                    <a:bodyPr/>
                    <a:lstStyle/>
                    <a:p>
                      <a:pPr>
                        <a:buNone/>
                      </a:pPr>
                      <a:r>
                        <a:rPr lang="en-GB" sz="1400" b="1"/>
                        <a:t>Amount</a:t>
                      </a:r>
                    </a:p>
                  </a:txBody>
                  <a:tcPr anchor="ctr"/>
                </a:tc>
                <a:tc>
                  <a:txBody>
                    <a:bodyPr/>
                    <a:lstStyle/>
                    <a:p>
                      <a:pPr>
                        <a:buNone/>
                      </a:pPr>
                      <a:r>
                        <a:rPr lang="en-GB" sz="1400" b="1" dirty="0"/>
                        <a:t>Currency</a:t>
                      </a:r>
                    </a:p>
                  </a:txBody>
                  <a:tcPr anchor="ctr"/>
                </a:tc>
                <a:extLst>
                  <a:ext uri="{0D108BD9-81ED-4DB2-BD59-A6C34878D82A}">
                    <a16:rowId xmlns:a16="http://schemas.microsoft.com/office/drawing/2014/main" val="281507444"/>
                  </a:ext>
                </a:extLst>
              </a:tr>
              <a:tr h="275750">
                <a:tc>
                  <a:txBody>
                    <a:bodyPr/>
                    <a:lstStyle/>
                    <a:p>
                      <a:pPr>
                        <a:buNone/>
                      </a:pPr>
                      <a:r>
                        <a:rPr lang="en-PK" sz="1400"/>
                        <a:t>1</a:t>
                      </a:r>
                    </a:p>
                  </a:txBody>
                  <a:tcPr anchor="ctr"/>
                </a:tc>
                <a:tc>
                  <a:txBody>
                    <a:bodyPr/>
                    <a:lstStyle/>
                    <a:p>
                      <a:pPr>
                        <a:buNone/>
                      </a:pPr>
                      <a:r>
                        <a:rPr lang="en-PK" sz="1400" dirty="0"/>
                        <a:t>202</a:t>
                      </a:r>
                      <a:r>
                        <a:rPr lang="en-GB" sz="1400" dirty="0"/>
                        <a:t>5</a:t>
                      </a:r>
                      <a:r>
                        <a:rPr lang="en-PK" sz="1400" dirty="0"/>
                        <a:t>-01-05</a:t>
                      </a:r>
                    </a:p>
                  </a:txBody>
                  <a:tcPr anchor="ctr"/>
                </a:tc>
                <a:tc>
                  <a:txBody>
                    <a:bodyPr/>
                    <a:lstStyle/>
                    <a:p>
                      <a:pPr>
                        <a:buNone/>
                      </a:pPr>
                      <a:r>
                        <a:rPr lang="en-GB" sz="1400"/>
                        <a:t>Ali</a:t>
                      </a:r>
                    </a:p>
                  </a:txBody>
                  <a:tcPr anchor="ctr"/>
                </a:tc>
                <a:tc>
                  <a:txBody>
                    <a:bodyPr/>
                    <a:lstStyle/>
                    <a:p>
                      <a:pPr>
                        <a:buNone/>
                      </a:pPr>
                      <a:r>
                        <a:rPr lang="en-GB" sz="1400"/>
                        <a:t>Zara</a:t>
                      </a:r>
                    </a:p>
                  </a:txBody>
                  <a:tcPr anchor="ctr"/>
                </a:tc>
                <a:tc>
                  <a:txBody>
                    <a:bodyPr/>
                    <a:lstStyle/>
                    <a:p>
                      <a:pPr>
                        <a:buNone/>
                      </a:pPr>
                      <a:r>
                        <a:rPr lang="en-PK" sz="1400"/>
                        <a:t>50</a:t>
                      </a:r>
                    </a:p>
                  </a:txBody>
                  <a:tcPr anchor="ctr"/>
                </a:tc>
                <a:tc>
                  <a:txBody>
                    <a:bodyPr/>
                    <a:lstStyle/>
                    <a:p>
                      <a:pPr>
                        <a:buNone/>
                      </a:pPr>
                      <a:r>
                        <a:rPr lang="en-GB" sz="1400"/>
                        <a:t>USD</a:t>
                      </a:r>
                    </a:p>
                  </a:txBody>
                  <a:tcPr anchor="ctr"/>
                </a:tc>
                <a:extLst>
                  <a:ext uri="{0D108BD9-81ED-4DB2-BD59-A6C34878D82A}">
                    <a16:rowId xmlns:a16="http://schemas.microsoft.com/office/drawing/2014/main" val="3134192356"/>
                  </a:ext>
                </a:extLst>
              </a:tr>
              <a:tr h="275750">
                <a:tc>
                  <a:txBody>
                    <a:bodyPr/>
                    <a:lstStyle/>
                    <a:p>
                      <a:pPr>
                        <a:buNone/>
                      </a:pPr>
                      <a:r>
                        <a:rPr lang="en-PK" sz="1400"/>
                        <a:t>2</a:t>
                      </a:r>
                    </a:p>
                  </a:txBody>
                  <a:tcPr anchor="ctr"/>
                </a:tc>
                <a:tc>
                  <a:txBody>
                    <a:bodyPr/>
                    <a:lstStyle/>
                    <a:p>
                      <a:pPr>
                        <a:buNone/>
                      </a:pPr>
                      <a:r>
                        <a:rPr lang="en-PK" sz="1400" dirty="0"/>
                        <a:t>202</a:t>
                      </a:r>
                      <a:r>
                        <a:rPr lang="en-GB" sz="1400" dirty="0"/>
                        <a:t>5</a:t>
                      </a:r>
                      <a:r>
                        <a:rPr lang="en-PK" sz="1400" dirty="0"/>
                        <a:t>-01-12</a:t>
                      </a:r>
                    </a:p>
                  </a:txBody>
                  <a:tcPr anchor="ctr"/>
                </a:tc>
                <a:tc>
                  <a:txBody>
                    <a:bodyPr/>
                    <a:lstStyle/>
                    <a:p>
                      <a:pPr>
                        <a:buNone/>
                      </a:pPr>
                      <a:r>
                        <a:rPr lang="en-GB" sz="1400"/>
                        <a:t>Zara</a:t>
                      </a:r>
                    </a:p>
                  </a:txBody>
                  <a:tcPr anchor="ctr"/>
                </a:tc>
                <a:tc>
                  <a:txBody>
                    <a:bodyPr/>
                    <a:lstStyle/>
                    <a:p>
                      <a:pPr>
                        <a:buNone/>
                      </a:pPr>
                      <a:r>
                        <a:rPr lang="en-GB" sz="1400"/>
                        <a:t>Omar</a:t>
                      </a:r>
                    </a:p>
                  </a:txBody>
                  <a:tcPr anchor="ctr"/>
                </a:tc>
                <a:tc>
                  <a:txBody>
                    <a:bodyPr/>
                    <a:lstStyle/>
                    <a:p>
                      <a:pPr>
                        <a:buNone/>
                      </a:pPr>
                      <a:r>
                        <a:rPr lang="en-PK" sz="1400"/>
                        <a:t>8,000</a:t>
                      </a:r>
                    </a:p>
                  </a:txBody>
                  <a:tcPr anchor="ctr"/>
                </a:tc>
                <a:tc>
                  <a:txBody>
                    <a:bodyPr/>
                    <a:lstStyle/>
                    <a:p>
                      <a:pPr>
                        <a:buNone/>
                      </a:pPr>
                      <a:r>
                        <a:rPr lang="en-GB" sz="1400"/>
                        <a:t>PKR</a:t>
                      </a:r>
                    </a:p>
                  </a:txBody>
                  <a:tcPr anchor="ctr"/>
                </a:tc>
                <a:extLst>
                  <a:ext uri="{0D108BD9-81ED-4DB2-BD59-A6C34878D82A}">
                    <a16:rowId xmlns:a16="http://schemas.microsoft.com/office/drawing/2014/main" val="225764663"/>
                  </a:ext>
                </a:extLst>
              </a:tr>
              <a:tr h="275750">
                <a:tc>
                  <a:txBody>
                    <a:bodyPr/>
                    <a:lstStyle/>
                    <a:p>
                      <a:pPr>
                        <a:buNone/>
                      </a:pPr>
                      <a:r>
                        <a:rPr lang="en-PK" sz="1400"/>
                        <a:t>3</a:t>
                      </a:r>
                    </a:p>
                  </a:txBody>
                  <a:tcPr anchor="ctr"/>
                </a:tc>
                <a:tc>
                  <a:txBody>
                    <a:bodyPr/>
                    <a:lstStyle/>
                    <a:p>
                      <a:pPr>
                        <a:buNone/>
                      </a:pPr>
                      <a:r>
                        <a:rPr lang="en-PK" sz="1400" dirty="0"/>
                        <a:t>202</a:t>
                      </a:r>
                      <a:r>
                        <a:rPr lang="en-GB" sz="1400" dirty="0"/>
                        <a:t>5</a:t>
                      </a:r>
                      <a:r>
                        <a:rPr lang="en-PK" sz="1400" dirty="0"/>
                        <a:t>-01-18</a:t>
                      </a:r>
                    </a:p>
                  </a:txBody>
                  <a:tcPr anchor="ctr"/>
                </a:tc>
                <a:tc>
                  <a:txBody>
                    <a:bodyPr/>
                    <a:lstStyle/>
                    <a:p>
                      <a:pPr>
                        <a:buNone/>
                      </a:pPr>
                      <a:r>
                        <a:rPr lang="en-GB" sz="1400"/>
                        <a:t>Omar</a:t>
                      </a:r>
                    </a:p>
                  </a:txBody>
                  <a:tcPr anchor="ctr"/>
                </a:tc>
                <a:tc>
                  <a:txBody>
                    <a:bodyPr/>
                    <a:lstStyle/>
                    <a:p>
                      <a:pPr>
                        <a:buNone/>
                      </a:pPr>
                      <a:r>
                        <a:rPr lang="en-GB" sz="1400"/>
                        <a:t>Sara</a:t>
                      </a:r>
                    </a:p>
                  </a:txBody>
                  <a:tcPr anchor="ctr"/>
                </a:tc>
                <a:tc>
                  <a:txBody>
                    <a:bodyPr/>
                    <a:lstStyle/>
                    <a:p>
                      <a:pPr>
                        <a:buNone/>
                      </a:pPr>
                      <a:r>
                        <a:rPr lang="en-PK" sz="1400"/>
                        <a:t>100</a:t>
                      </a:r>
                    </a:p>
                  </a:txBody>
                  <a:tcPr anchor="ctr"/>
                </a:tc>
                <a:tc>
                  <a:txBody>
                    <a:bodyPr/>
                    <a:lstStyle/>
                    <a:p>
                      <a:pPr>
                        <a:buNone/>
                      </a:pPr>
                      <a:r>
                        <a:rPr lang="en-GB" sz="1400"/>
                        <a:t>AED</a:t>
                      </a:r>
                    </a:p>
                  </a:txBody>
                  <a:tcPr anchor="ctr"/>
                </a:tc>
                <a:extLst>
                  <a:ext uri="{0D108BD9-81ED-4DB2-BD59-A6C34878D82A}">
                    <a16:rowId xmlns:a16="http://schemas.microsoft.com/office/drawing/2014/main" val="1759063385"/>
                  </a:ext>
                </a:extLst>
              </a:tr>
              <a:tr h="275750">
                <a:tc>
                  <a:txBody>
                    <a:bodyPr/>
                    <a:lstStyle/>
                    <a:p>
                      <a:pPr>
                        <a:buNone/>
                      </a:pPr>
                      <a:r>
                        <a:rPr lang="en-PK" sz="1400"/>
                        <a:t>4</a:t>
                      </a:r>
                    </a:p>
                  </a:txBody>
                  <a:tcPr anchor="ctr"/>
                </a:tc>
                <a:tc>
                  <a:txBody>
                    <a:bodyPr/>
                    <a:lstStyle/>
                    <a:p>
                      <a:pPr>
                        <a:buNone/>
                      </a:pPr>
                      <a:r>
                        <a:rPr lang="en-PK" sz="1400" dirty="0"/>
                        <a:t>202</a:t>
                      </a:r>
                      <a:r>
                        <a:rPr lang="en-GB" sz="1400" dirty="0"/>
                        <a:t>5</a:t>
                      </a:r>
                      <a:r>
                        <a:rPr lang="en-PK" sz="1400" dirty="0"/>
                        <a:t>-02-02</a:t>
                      </a:r>
                    </a:p>
                  </a:txBody>
                  <a:tcPr anchor="ctr"/>
                </a:tc>
                <a:tc>
                  <a:txBody>
                    <a:bodyPr/>
                    <a:lstStyle/>
                    <a:p>
                      <a:pPr>
                        <a:buNone/>
                      </a:pPr>
                      <a:r>
                        <a:rPr lang="en-GB" sz="1400"/>
                        <a:t>Sara</a:t>
                      </a:r>
                    </a:p>
                  </a:txBody>
                  <a:tcPr anchor="ctr"/>
                </a:tc>
                <a:tc>
                  <a:txBody>
                    <a:bodyPr/>
                    <a:lstStyle/>
                    <a:p>
                      <a:pPr>
                        <a:buNone/>
                      </a:pPr>
                      <a:r>
                        <a:rPr lang="en-GB" sz="1400"/>
                        <a:t>Ali</a:t>
                      </a:r>
                    </a:p>
                  </a:txBody>
                  <a:tcPr anchor="ctr"/>
                </a:tc>
                <a:tc>
                  <a:txBody>
                    <a:bodyPr/>
                    <a:lstStyle/>
                    <a:p>
                      <a:pPr>
                        <a:buNone/>
                      </a:pPr>
                      <a:r>
                        <a:rPr lang="en-PK" sz="1400"/>
                        <a:t>25</a:t>
                      </a:r>
                    </a:p>
                  </a:txBody>
                  <a:tcPr anchor="ctr"/>
                </a:tc>
                <a:tc>
                  <a:txBody>
                    <a:bodyPr/>
                    <a:lstStyle/>
                    <a:p>
                      <a:pPr>
                        <a:buNone/>
                      </a:pPr>
                      <a:r>
                        <a:rPr lang="en-GB" sz="1400"/>
                        <a:t>USD</a:t>
                      </a:r>
                    </a:p>
                  </a:txBody>
                  <a:tcPr anchor="ctr"/>
                </a:tc>
                <a:extLst>
                  <a:ext uri="{0D108BD9-81ED-4DB2-BD59-A6C34878D82A}">
                    <a16:rowId xmlns:a16="http://schemas.microsoft.com/office/drawing/2014/main" val="2036039744"/>
                  </a:ext>
                </a:extLst>
              </a:tr>
              <a:tr h="275750">
                <a:tc>
                  <a:txBody>
                    <a:bodyPr/>
                    <a:lstStyle/>
                    <a:p>
                      <a:pPr>
                        <a:buNone/>
                      </a:pPr>
                      <a:r>
                        <a:rPr lang="en-PK" sz="1400"/>
                        <a:t>5</a:t>
                      </a:r>
                    </a:p>
                  </a:txBody>
                  <a:tcPr anchor="ctr"/>
                </a:tc>
                <a:tc>
                  <a:txBody>
                    <a:bodyPr/>
                    <a:lstStyle/>
                    <a:p>
                      <a:pPr>
                        <a:buNone/>
                      </a:pPr>
                      <a:r>
                        <a:rPr lang="en-PK" sz="1400" dirty="0"/>
                        <a:t>202</a:t>
                      </a:r>
                      <a:r>
                        <a:rPr lang="en-GB" sz="1400" dirty="0"/>
                        <a:t>5</a:t>
                      </a:r>
                      <a:r>
                        <a:rPr lang="en-PK" sz="1400" dirty="0"/>
                        <a:t>-02-10</a:t>
                      </a:r>
                    </a:p>
                  </a:txBody>
                  <a:tcPr anchor="ctr"/>
                </a:tc>
                <a:tc>
                  <a:txBody>
                    <a:bodyPr/>
                    <a:lstStyle/>
                    <a:p>
                      <a:pPr>
                        <a:buNone/>
                      </a:pPr>
                      <a:r>
                        <a:rPr lang="en-GB" sz="1400"/>
                        <a:t>Ali</a:t>
                      </a:r>
                    </a:p>
                  </a:txBody>
                  <a:tcPr anchor="ctr"/>
                </a:tc>
                <a:tc>
                  <a:txBody>
                    <a:bodyPr/>
                    <a:lstStyle/>
                    <a:p>
                      <a:pPr>
                        <a:buNone/>
                      </a:pPr>
                      <a:r>
                        <a:rPr lang="en-GB" sz="1400"/>
                        <a:t>Omar</a:t>
                      </a:r>
                    </a:p>
                  </a:txBody>
                  <a:tcPr anchor="ctr"/>
                </a:tc>
                <a:tc>
                  <a:txBody>
                    <a:bodyPr/>
                    <a:lstStyle/>
                    <a:p>
                      <a:pPr>
                        <a:buNone/>
                      </a:pPr>
                      <a:r>
                        <a:rPr lang="en-PK" sz="1400"/>
                        <a:t>15,000</a:t>
                      </a:r>
                    </a:p>
                  </a:txBody>
                  <a:tcPr anchor="ctr"/>
                </a:tc>
                <a:tc>
                  <a:txBody>
                    <a:bodyPr/>
                    <a:lstStyle/>
                    <a:p>
                      <a:pPr>
                        <a:buNone/>
                      </a:pPr>
                      <a:r>
                        <a:rPr lang="en-GB" sz="1400"/>
                        <a:t>PKR</a:t>
                      </a:r>
                    </a:p>
                  </a:txBody>
                  <a:tcPr anchor="ctr"/>
                </a:tc>
                <a:extLst>
                  <a:ext uri="{0D108BD9-81ED-4DB2-BD59-A6C34878D82A}">
                    <a16:rowId xmlns:a16="http://schemas.microsoft.com/office/drawing/2014/main" val="3668583355"/>
                  </a:ext>
                </a:extLst>
              </a:tr>
              <a:tr h="275750">
                <a:tc>
                  <a:txBody>
                    <a:bodyPr/>
                    <a:lstStyle/>
                    <a:p>
                      <a:pPr>
                        <a:buNone/>
                      </a:pPr>
                      <a:r>
                        <a:rPr lang="en-PK" sz="1400"/>
                        <a:t>6</a:t>
                      </a:r>
                    </a:p>
                  </a:txBody>
                  <a:tcPr anchor="ctr"/>
                </a:tc>
                <a:tc>
                  <a:txBody>
                    <a:bodyPr/>
                    <a:lstStyle/>
                    <a:p>
                      <a:pPr>
                        <a:buNone/>
                      </a:pPr>
                      <a:r>
                        <a:rPr lang="en-PK" sz="1400" dirty="0"/>
                        <a:t>202</a:t>
                      </a:r>
                      <a:r>
                        <a:rPr lang="en-GB" sz="1400" dirty="0"/>
                        <a:t>5-</a:t>
                      </a:r>
                      <a:r>
                        <a:rPr lang="en-PK" sz="1400" dirty="0"/>
                        <a:t>02-17</a:t>
                      </a:r>
                    </a:p>
                  </a:txBody>
                  <a:tcPr anchor="ctr"/>
                </a:tc>
                <a:tc>
                  <a:txBody>
                    <a:bodyPr/>
                    <a:lstStyle/>
                    <a:p>
                      <a:pPr>
                        <a:buNone/>
                      </a:pPr>
                      <a:r>
                        <a:rPr lang="en-GB" sz="1400"/>
                        <a:t>Zara</a:t>
                      </a:r>
                    </a:p>
                  </a:txBody>
                  <a:tcPr anchor="ctr"/>
                </a:tc>
                <a:tc>
                  <a:txBody>
                    <a:bodyPr/>
                    <a:lstStyle/>
                    <a:p>
                      <a:pPr>
                        <a:buNone/>
                      </a:pPr>
                      <a:r>
                        <a:rPr lang="en-GB" sz="1400"/>
                        <a:t>Sara</a:t>
                      </a:r>
                    </a:p>
                  </a:txBody>
                  <a:tcPr anchor="ctr"/>
                </a:tc>
                <a:tc>
                  <a:txBody>
                    <a:bodyPr/>
                    <a:lstStyle/>
                    <a:p>
                      <a:pPr>
                        <a:buNone/>
                      </a:pPr>
                      <a:r>
                        <a:rPr lang="en-PK" sz="1400"/>
                        <a:t>200</a:t>
                      </a:r>
                    </a:p>
                  </a:txBody>
                  <a:tcPr anchor="ctr"/>
                </a:tc>
                <a:tc>
                  <a:txBody>
                    <a:bodyPr/>
                    <a:lstStyle/>
                    <a:p>
                      <a:pPr>
                        <a:buNone/>
                      </a:pPr>
                      <a:r>
                        <a:rPr lang="en-GB" sz="1400"/>
                        <a:t>AED</a:t>
                      </a:r>
                    </a:p>
                  </a:txBody>
                  <a:tcPr anchor="ctr"/>
                </a:tc>
                <a:extLst>
                  <a:ext uri="{0D108BD9-81ED-4DB2-BD59-A6C34878D82A}">
                    <a16:rowId xmlns:a16="http://schemas.microsoft.com/office/drawing/2014/main" val="329241910"/>
                  </a:ext>
                </a:extLst>
              </a:tr>
              <a:tr h="275750">
                <a:tc>
                  <a:txBody>
                    <a:bodyPr/>
                    <a:lstStyle/>
                    <a:p>
                      <a:pPr>
                        <a:buNone/>
                      </a:pPr>
                      <a:r>
                        <a:rPr lang="en-PK" sz="1400"/>
                        <a:t>7</a:t>
                      </a:r>
                    </a:p>
                  </a:txBody>
                  <a:tcPr anchor="ctr"/>
                </a:tc>
                <a:tc>
                  <a:txBody>
                    <a:bodyPr/>
                    <a:lstStyle/>
                    <a:p>
                      <a:pPr>
                        <a:buNone/>
                      </a:pPr>
                      <a:r>
                        <a:rPr lang="en-PK" sz="1400" dirty="0"/>
                        <a:t>202</a:t>
                      </a:r>
                      <a:r>
                        <a:rPr lang="en-GB" sz="1400" dirty="0"/>
                        <a:t>5</a:t>
                      </a:r>
                      <a:r>
                        <a:rPr lang="en-PK" sz="1400" dirty="0"/>
                        <a:t>-03-01</a:t>
                      </a:r>
                    </a:p>
                  </a:txBody>
                  <a:tcPr anchor="ctr"/>
                </a:tc>
                <a:tc>
                  <a:txBody>
                    <a:bodyPr/>
                    <a:lstStyle/>
                    <a:p>
                      <a:pPr>
                        <a:buNone/>
                      </a:pPr>
                      <a:r>
                        <a:rPr lang="en-GB" sz="1400"/>
                        <a:t>Omar</a:t>
                      </a:r>
                    </a:p>
                  </a:txBody>
                  <a:tcPr anchor="ctr"/>
                </a:tc>
                <a:tc>
                  <a:txBody>
                    <a:bodyPr/>
                    <a:lstStyle/>
                    <a:p>
                      <a:pPr>
                        <a:buNone/>
                      </a:pPr>
                      <a:r>
                        <a:rPr lang="en-GB" sz="1400"/>
                        <a:t>Ali</a:t>
                      </a:r>
                    </a:p>
                  </a:txBody>
                  <a:tcPr anchor="ctr"/>
                </a:tc>
                <a:tc>
                  <a:txBody>
                    <a:bodyPr/>
                    <a:lstStyle/>
                    <a:p>
                      <a:pPr>
                        <a:buNone/>
                      </a:pPr>
                      <a:r>
                        <a:rPr lang="en-PK" sz="1400"/>
                        <a:t>30</a:t>
                      </a:r>
                    </a:p>
                  </a:txBody>
                  <a:tcPr anchor="ctr"/>
                </a:tc>
                <a:tc>
                  <a:txBody>
                    <a:bodyPr/>
                    <a:lstStyle/>
                    <a:p>
                      <a:pPr>
                        <a:buNone/>
                      </a:pPr>
                      <a:r>
                        <a:rPr lang="en-GB" sz="1400"/>
                        <a:t>USD</a:t>
                      </a:r>
                    </a:p>
                  </a:txBody>
                  <a:tcPr anchor="ctr"/>
                </a:tc>
                <a:extLst>
                  <a:ext uri="{0D108BD9-81ED-4DB2-BD59-A6C34878D82A}">
                    <a16:rowId xmlns:a16="http://schemas.microsoft.com/office/drawing/2014/main" val="304509070"/>
                  </a:ext>
                </a:extLst>
              </a:tr>
              <a:tr h="275750">
                <a:tc>
                  <a:txBody>
                    <a:bodyPr/>
                    <a:lstStyle/>
                    <a:p>
                      <a:pPr>
                        <a:buNone/>
                      </a:pPr>
                      <a:r>
                        <a:rPr lang="en-PK" sz="1400"/>
                        <a:t>8</a:t>
                      </a:r>
                    </a:p>
                  </a:txBody>
                  <a:tcPr anchor="ctr"/>
                </a:tc>
                <a:tc>
                  <a:txBody>
                    <a:bodyPr/>
                    <a:lstStyle/>
                    <a:p>
                      <a:pPr>
                        <a:buNone/>
                      </a:pPr>
                      <a:r>
                        <a:rPr lang="en-PK" sz="1400" dirty="0"/>
                        <a:t>202</a:t>
                      </a:r>
                      <a:r>
                        <a:rPr lang="en-GB" sz="1400" dirty="0"/>
                        <a:t>5</a:t>
                      </a:r>
                      <a:r>
                        <a:rPr lang="en-PK" sz="1400" dirty="0"/>
                        <a:t>-03-09</a:t>
                      </a:r>
                    </a:p>
                  </a:txBody>
                  <a:tcPr anchor="ctr"/>
                </a:tc>
                <a:tc>
                  <a:txBody>
                    <a:bodyPr/>
                    <a:lstStyle/>
                    <a:p>
                      <a:pPr>
                        <a:buNone/>
                      </a:pPr>
                      <a:r>
                        <a:rPr lang="en-GB" sz="1400"/>
                        <a:t>Sara</a:t>
                      </a:r>
                    </a:p>
                  </a:txBody>
                  <a:tcPr anchor="ctr"/>
                </a:tc>
                <a:tc>
                  <a:txBody>
                    <a:bodyPr/>
                    <a:lstStyle/>
                    <a:p>
                      <a:pPr>
                        <a:buNone/>
                      </a:pPr>
                      <a:r>
                        <a:rPr lang="en-GB" sz="1400"/>
                        <a:t>Zara</a:t>
                      </a:r>
                    </a:p>
                  </a:txBody>
                  <a:tcPr anchor="ctr"/>
                </a:tc>
                <a:tc>
                  <a:txBody>
                    <a:bodyPr/>
                    <a:lstStyle/>
                    <a:p>
                      <a:pPr>
                        <a:buNone/>
                      </a:pPr>
                      <a:r>
                        <a:rPr lang="en-PK" sz="1400"/>
                        <a:t>5,000</a:t>
                      </a:r>
                    </a:p>
                  </a:txBody>
                  <a:tcPr anchor="ctr"/>
                </a:tc>
                <a:tc>
                  <a:txBody>
                    <a:bodyPr/>
                    <a:lstStyle/>
                    <a:p>
                      <a:pPr>
                        <a:buNone/>
                      </a:pPr>
                      <a:r>
                        <a:rPr lang="en-GB" sz="1400"/>
                        <a:t>PKR</a:t>
                      </a:r>
                    </a:p>
                  </a:txBody>
                  <a:tcPr anchor="ctr"/>
                </a:tc>
                <a:extLst>
                  <a:ext uri="{0D108BD9-81ED-4DB2-BD59-A6C34878D82A}">
                    <a16:rowId xmlns:a16="http://schemas.microsoft.com/office/drawing/2014/main" val="2133401963"/>
                  </a:ext>
                </a:extLst>
              </a:tr>
              <a:tr h="275750">
                <a:tc>
                  <a:txBody>
                    <a:bodyPr/>
                    <a:lstStyle/>
                    <a:p>
                      <a:pPr>
                        <a:buNone/>
                      </a:pPr>
                      <a:r>
                        <a:rPr lang="en-PK" sz="1400"/>
                        <a:t>9</a:t>
                      </a:r>
                    </a:p>
                  </a:txBody>
                  <a:tcPr anchor="ctr"/>
                </a:tc>
                <a:tc>
                  <a:txBody>
                    <a:bodyPr/>
                    <a:lstStyle/>
                    <a:p>
                      <a:pPr>
                        <a:buNone/>
                      </a:pPr>
                      <a:r>
                        <a:rPr lang="en-PK" sz="1400" dirty="0"/>
                        <a:t>202</a:t>
                      </a:r>
                      <a:r>
                        <a:rPr lang="en-GB" sz="1400" dirty="0"/>
                        <a:t>5</a:t>
                      </a:r>
                      <a:r>
                        <a:rPr lang="en-PK" sz="1400" dirty="0"/>
                        <a:t>-03-15</a:t>
                      </a:r>
                    </a:p>
                  </a:txBody>
                  <a:tcPr anchor="ctr"/>
                </a:tc>
                <a:tc>
                  <a:txBody>
                    <a:bodyPr/>
                    <a:lstStyle/>
                    <a:p>
                      <a:pPr>
                        <a:buNone/>
                      </a:pPr>
                      <a:r>
                        <a:rPr lang="en-GB" sz="1400"/>
                        <a:t>Ali</a:t>
                      </a:r>
                    </a:p>
                  </a:txBody>
                  <a:tcPr anchor="ctr"/>
                </a:tc>
                <a:tc>
                  <a:txBody>
                    <a:bodyPr/>
                    <a:lstStyle/>
                    <a:p>
                      <a:pPr>
                        <a:buNone/>
                      </a:pPr>
                      <a:r>
                        <a:rPr lang="en-GB" sz="1400"/>
                        <a:t>Sara</a:t>
                      </a:r>
                    </a:p>
                  </a:txBody>
                  <a:tcPr anchor="ctr"/>
                </a:tc>
                <a:tc>
                  <a:txBody>
                    <a:bodyPr/>
                    <a:lstStyle/>
                    <a:p>
                      <a:pPr>
                        <a:buNone/>
                      </a:pPr>
                      <a:r>
                        <a:rPr lang="en-PK" sz="1400"/>
                        <a:t>300</a:t>
                      </a:r>
                    </a:p>
                  </a:txBody>
                  <a:tcPr anchor="ctr"/>
                </a:tc>
                <a:tc>
                  <a:txBody>
                    <a:bodyPr/>
                    <a:lstStyle/>
                    <a:p>
                      <a:pPr>
                        <a:buNone/>
                      </a:pPr>
                      <a:r>
                        <a:rPr lang="en-GB" sz="1400"/>
                        <a:t>AED</a:t>
                      </a:r>
                    </a:p>
                  </a:txBody>
                  <a:tcPr anchor="ctr"/>
                </a:tc>
                <a:extLst>
                  <a:ext uri="{0D108BD9-81ED-4DB2-BD59-A6C34878D82A}">
                    <a16:rowId xmlns:a16="http://schemas.microsoft.com/office/drawing/2014/main" val="3877266554"/>
                  </a:ext>
                </a:extLst>
              </a:tr>
              <a:tr h="275750">
                <a:tc>
                  <a:txBody>
                    <a:bodyPr/>
                    <a:lstStyle/>
                    <a:p>
                      <a:pPr>
                        <a:buNone/>
                      </a:pPr>
                      <a:r>
                        <a:rPr lang="en-PK" sz="1400"/>
                        <a:t>10</a:t>
                      </a:r>
                    </a:p>
                  </a:txBody>
                  <a:tcPr anchor="ctr"/>
                </a:tc>
                <a:tc>
                  <a:txBody>
                    <a:bodyPr/>
                    <a:lstStyle/>
                    <a:p>
                      <a:pPr>
                        <a:buNone/>
                      </a:pPr>
                      <a:r>
                        <a:rPr lang="en-PK" sz="1400" dirty="0"/>
                        <a:t>202</a:t>
                      </a:r>
                      <a:r>
                        <a:rPr lang="en-GB" sz="1400" dirty="0"/>
                        <a:t>5</a:t>
                      </a:r>
                      <a:r>
                        <a:rPr lang="en-PK" sz="1400" dirty="0"/>
                        <a:t>-03-20</a:t>
                      </a:r>
                    </a:p>
                  </a:txBody>
                  <a:tcPr anchor="ctr"/>
                </a:tc>
                <a:tc>
                  <a:txBody>
                    <a:bodyPr/>
                    <a:lstStyle/>
                    <a:p>
                      <a:pPr>
                        <a:buNone/>
                      </a:pPr>
                      <a:r>
                        <a:rPr lang="en-GB" sz="1400"/>
                        <a:t>Omar</a:t>
                      </a:r>
                    </a:p>
                  </a:txBody>
                  <a:tcPr anchor="ctr"/>
                </a:tc>
                <a:tc>
                  <a:txBody>
                    <a:bodyPr/>
                    <a:lstStyle/>
                    <a:p>
                      <a:pPr>
                        <a:buNone/>
                      </a:pPr>
                      <a:r>
                        <a:rPr lang="en-GB" sz="1400"/>
                        <a:t>Zara</a:t>
                      </a:r>
                    </a:p>
                  </a:txBody>
                  <a:tcPr anchor="ctr"/>
                </a:tc>
                <a:tc>
                  <a:txBody>
                    <a:bodyPr/>
                    <a:lstStyle/>
                    <a:p>
                      <a:pPr>
                        <a:buNone/>
                      </a:pPr>
                      <a:r>
                        <a:rPr lang="en-GB" sz="1400" dirty="0"/>
                        <a:t>25</a:t>
                      </a:r>
                      <a:r>
                        <a:rPr lang="en-PK" sz="1400" dirty="0"/>
                        <a:t>0</a:t>
                      </a:r>
                    </a:p>
                  </a:txBody>
                  <a:tcPr anchor="ctr"/>
                </a:tc>
                <a:tc>
                  <a:txBody>
                    <a:bodyPr/>
                    <a:lstStyle/>
                    <a:p>
                      <a:pPr>
                        <a:buNone/>
                      </a:pPr>
                      <a:r>
                        <a:rPr lang="en-GB" sz="1400" dirty="0"/>
                        <a:t>USD</a:t>
                      </a:r>
                    </a:p>
                  </a:txBody>
                  <a:tcPr anchor="ctr"/>
                </a:tc>
                <a:extLst>
                  <a:ext uri="{0D108BD9-81ED-4DB2-BD59-A6C34878D82A}">
                    <a16:rowId xmlns:a16="http://schemas.microsoft.com/office/drawing/2014/main" val="2271097321"/>
                  </a:ext>
                </a:extLst>
              </a:tr>
            </a:tbl>
          </a:graphicData>
        </a:graphic>
      </p:graphicFrame>
    </p:spTree>
    <p:extLst>
      <p:ext uri="{BB962C8B-B14F-4D97-AF65-F5344CB8AC3E}">
        <p14:creationId xmlns:p14="http://schemas.microsoft.com/office/powerpoint/2010/main" val="2521120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DAAA8-A2A8-E262-9568-8E8F9BFB92F6}"/>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8BC42817-A8EE-0279-7A9C-FCBB1DDACB71}"/>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FB59D6E8-818B-7CA0-EA85-ED4694FFACE3}"/>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F89A2F39-C893-9D12-BC4E-F8C3B12B64D7}"/>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Bitcoin</a:t>
            </a:r>
          </a:p>
        </p:txBody>
      </p:sp>
      <p:sp>
        <p:nvSpPr>
          <p:cNvPr id="216" name="Rectangle 215">
            <a:extLst>
              <a:ext uri="{FF2B5EF4-FFF2-40B4-BE49-F238E27FC236}">
                <a16:creationId xmlns:a16="http://schemas.microsoft.com/office/drawing/2014/main" id="{FDD49B51-B040-24BA-899A-0C6D9AB9A5CE}"/>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71943B5D-B62A-D5ED-1798-6DF9DAA53846}"/>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9665A5F9-AE19-0892-374B-7A02B58B3BDC}"/>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400" dirty="0"/>
              <a:t>In electronic payments, a 3rd party verification is required.</a:t>
            </a:r>
          </a:p>
          <a:p>
            <a:pPr lvl="1">
              <a:lnSpc>
                <a:spcPct val="100000"/>
              </a:lnSpc>
              <a:buFont typeface="Wingdings" panose="05000000000000000000" pitchFamily="2" charset="2"/>
              <a:buChar char="§"/>
            </a:pPr>
            <a:r>
              <a:rPr lang="en-GB" sz="3200" dirty="0"/>
              <a:t>You trust a Bank</a:t>
            </a:r>
          </a:p>
          <a:p>
            <a:pPr lvl="1">
              <a:lnSpc>
                <a:spcPct val="100000"/>
              </a:lnSpc>
              <a:buFont typeface="Wingdings" panose="05000000000000000000" pitchFamily="2" charset="2"/>
              <a:buChar char="§"/>
            </a:pPr>
            <a:r>
              <a:rPr lang="en-GB" sz="3200" dirty="0"/>
              <a:t>Reveal your assets to a 3rd person</a:t>
            </a:r>
          </a:p>
          <a:p>
            <a:pPr lvl="1">
              <a:lnSpc>
                <a:spcPct val="100000"/>
              </a:lnSpc>
              <a:buFont typeface="Wingdings" panose="05000000000000000000" pitchFamily="2" charset="2"/>
              <a:buChar char="§"/>
            </a:pPr>
            <a:r>
              <a:rPr lang="en-GB" sz="3200" dirty="0"/>
              <a:t>Pay extra cost</a:t>
            </a:r>
          </a:p>
          <a:p>
            <a:pPr lvl="1">
              <a:lnSpc>
                <a:spcPct val="100000"/>
              </a:lnSpc>
              <a:buFont typeface="Wingdings" panose="05000000000000000000" pitchFamily="2" charset="2"/>
              <a:buChar char="§"/>
            </a:pPr>
            <a:r>
              <a:rPr lang="en-GB" sz="3200" dirty="0"/>
              <a:t>Depend on Bank infrastructure and compliance overheads.</a:t>
            </a:r>
          </a:p>
          <a:p>
            <a:pPr>
              <a:lnSpc>
                <a:spcPct val="100000"/>
              </a:lnSpc>
              <a:buFont typeface="Wingdings" panose="05000000000000000000" pitchFamily="2" charset="2"/>
              <a:buChar char="§"/>
            </a:pPr>
            <a:r>
              <a:rPr lang="en-GB" sz="3400" dirty="0"/>
              <a:t>Privacy issue </a:t>
            </a:r>
          </a:p>
          <a:p>
            <a:pPr>
              <a:lnSpc>
                <a:spcPct val="100000"/>
              </a:lnSpc>
              <a:buFont typeface="Wingdings" panose="05000000000000000000" pitchFamily="2" charset="2"/>
              <a:buChar char="§"/>
            </a:pPr>
            <a:endParaRPr lang="en-US" sz="3400" dirty="0"/>
          </a:p>
        </p:txBody>
      </p:sp>
    </p:spTree>
    <p:extLst>
      <p:ext uri="{BB962C8B-B14F-4D97-AF65-F5344CB8AC3E}">
        <p14:creationId xmlns:p14="http://schemas.microsoft.com/office/powerpoint/2010/main" val="1335818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30E26-459B-EB37-C09C-5AA9D2112EB7}"/>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4C461F80-AB94-67F3-26AC-369079CFDD36}"/>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E5AD3622-5CD5-2A24-7A3C-3CB2FCF339EA}"/>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BDD5C769-4B9B-6FC5-903C-0001B2AFF7BE}"/>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Bitcoin</a:t>
            </a:r>
          </a:p>
        </p:txBody>
      </p:sp>
      <p:sp>
        <p:nvSpPr>
          <p:cNvPr id="216" name="Rectangle 215">
            <a:extLst>
              <a:ext uri="{FF2B5EF4-FFF2-40B4-BE49-F238E27FC236}">
                <a16:creationId xmlns:a16="http://schemas.microsoft.com/office/drawing/2014/main" id="{A9EFE7E5-8BC4-7E99-B63D-48DB7D1BE560}"/>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EC8745E4-B243-122D-3BD6-B6719CE5931F}"/>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C8D9CB6C-0CB5-0809-DAC5-FC8F70E7B12E}"/>
              </a:ext>
            </a:extLst>
          </p:cNvPr>
          <p:cNvSpPr txBox="1">
            <a:spLocks/>
          </p:cNvSpPr>
          <p:nvPr/>
        </p:nvSpPr>
        <p:spPr>
          <a:xfrm>
            <a:off x="220384" y="1532587"/>
            <a:ext cx="117430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400" dirty="0"/>
              <a:t>In electronic payments, a 3rd party verification is required.</a:t>
            </a:r>
          </a:p>
          <a:p>
            <a:pPr lvl="1">
              <a:lnSpc>
                <a:spcPct val="100000"/>
              </a:lnSpc>
              <a:buFont typeface="Wingdings" panose="05000000000000000000" pitchFamily="2" charset="2"/>
              <a:buChar char="§"/>
            </a:pPr>
            <a:r>
              <a:rPr lang="en-GB" sz="3200" dirty="0"/>
              <a:t>You trust a Bank</a:t>
            </a:r>
          </a:p>
          <a:p>
            <a:pPr lvl="1">
              <a:lnSpc>
                <a:spcPct val="100000"/>
              </a:lnSpc>
              <a:buFont typeface="Wingdings" panose="05000000000000000000" pitchFamily="2" charset="2"/>
              <a:buChar char="§"/>
            </a:pPr>
            <a:r>
              <a:rPr lang="en-GB" sz="3200" dirty="0"/>
              <a:t>Reveal your assets to a 3rd person</a:t>
            </a:r>
          </a:p>
          <a:p>
            <a:pPr lvl="1">
              <a:lnSpc>
                <a:spcPct val="100000"/>
              </a:lnSpc>
              <a:buFont typeface="Wingdings" panose="05000000000000000000" pitchFamily="2" charset="2"/>
              <a:buChar char="§"/>
            </a:pPr>
            <a:r>
              <a:rPr lang="en-GB" sz="3200" dirty="0"/>
              <a:t>Pay extra cost</a:t>
            </a:r>
          </a:p>
          <a:p>
            <a:pPr lvl="1">
              <a:lnSpc>
                <a:spcPct val="100000"/>
              </a:lnSpc>
              <a:buFont typeface="Wingdings" panose="05000000000000000000" pitchFamily="2" charset="2"/>
              <a:buChar char="§"/>
            </a:pPr>
            <a:r>
              <a:rPr lang="en-GB" sz="3200" dirty="0"/>
              <a:t>Depend on Bank infrastructure and compliance overheads.</a:t>
            </a:r>
          </a:p>
          <a:p>
            <a:pPr>
              <a:lnSpc>
                <a:spcPct val="100000"/>
              </a:lnSpc>
              <a:buFont typeface="Wingdings" panose="05000000000000000000" pitchFamily="2" charset="2"/>
              <a:buChar char="§"/>
            </a:pPr>
            <a:r>
              <a:rPr lang="en-GB" sz="3400" dirty="0"/>
              <a:t>Privacy issue</a:t>
            </a:r>
          </a:p>
          <a:p>
            <a:pPr>
              <a:lnSpc>
                <a:spcPct val="100000"/>
              </a:lnSpc>
              <a:buFont typeface="Wingdings" panose="05000000000000000000" pitchFamily="2" charset="2"/>
              <a:buChar char="§"/>
            </a:pPr>
            <a:r>
              <a:rPr lang="en-GB" sz="3400" dirty="0"/>
              <a:t>Solution?</a:t>
            </a:r>
          </a:p>
          <a:p>
            <a:pPr lvl="1">
              <a:lnSpc>
                <a:spcPct val="100000"/>
              </a:lnSpc>
              <a:buFont typeface="Wingdings" panose="05000000000000000000" pitchFamily="2" charset="2"/>
              <a:buChar char="§"/>
            </a:pPr>
            <a:r>
              <a:rPr lang="en-GB" sz="3200" i="1" dirty="0"/>
              <a:t>A trustless system based on cryptographic proof rather than personal identities.</a:t>
            </a:r>
          </a:p>
          <a:p>
            <a:pPr>
              <a:lnSpc>
                <a:spcPct val="100000"/>
              </a:lnSpc>
              <a:buFont typeface="Wingdings" panose="05000000000000000000" pitchFamily="2" charset="2"/>
              <a:buChar char="§"/>
            </a:pPr>
            <a:endParaRPr lang="en-US" sz="3400" dirty="0"/>
          </a:p>
        </p:txBody>
      </p:sp>
    </p:spTree>
    <p:extLst>
      <p:ext uri="{BB962C8B-B14F-4D97-AF65-F5344CB8AC3E}">
        <p14:creationId xmlns:p14="http://schemas.microsoft.com/office/powerpoint/2010/main" val="1254183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DDF50-F025-CB09-C47C-B438BF4340E3}"/>
            </a:ext>
          </a:extLst>
        </p:cNvPr>
        <p:cNvGrpSpPr/>
        <p:nvPr/>
      </p:nvGrpSpPr>
      <p:grpSpPr>
        <a:xfrm>
          <a:off x="0" y="0"/>
          <a:ext cx="0" cy="0"/>
          <a:chOff x="0" y="0"/>
          <a:chExt cx="0" cy="0"/>
        </a:xfrm>
      </p:grpSpPr>
      <p:sp>
        <p:nvSpPr>
          <p:cNvPr id="2" name="Title 1" hidden="1">
            <a:extLst>
              <a:ext uri="{FF2B5EF4-FFF2-40B4-BE49-F238E27FC236}">
                <a16:creationId xmlns:a16="http://schemas.microsoft.com/office/drawing/2014/main" id="{46F4C015-7240-D47C-33CF-4F874E4511EC}"/>
              </a:ext>
            </a:extLst>
          </p:cNvPr>
          <p:cNvSpPr>
            <a:spLocks noGrp="1"/>
          </p:cNvSpPr>
          <p:nvPr>
            <p:ph type="title"/>
          </p:nvPr>
        </p:nvSpPr>
        <p:spPr/>
        <p:txBody>
          <a:bodyPr/>
          <a:lstStyle/>
          <a:p>
            <a:r>
              <a:rPr lang="en-US" dirty="0"/>
              <a:t>Sample 2</a:t>
            </a:r>
          </a:p>
        </p:txBody>
      </p:sp>
      <p:sp>
        <p:nvSpPr>
          <p:cNvPr id="89" name="Rectangle 88">
            <a:extLst>
              <a:ext uri="{FF2B5EF4-FFF2-40B4-BE49-F238E27FC236}">
                <a16:creationId xmlns:a16="http://schemas.microsoft.com/office/drawing/2014/main" id="{4EA075A6-B431-4CB9-A545-E22776BDCC82}"/>
              </a:ex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a:extLst>
              <a:ext uri="{FF2B5EF4-FFF2-40B4-BE49-F238E27FC236}">
                <a16:creationId xmlns:a16="http://schemas.microsoft.com/office/drawing/2014/main" id="{17F6B189-790E-B6AF-23F6-96EA51FEEE2B}"/>
              </a:ext>
            </a:extLst>
          </p:cNvPr>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Bitcoin</a:t>
            </a:r>
          </a:p>
        </p:txBody>
      </p:sp>
      <p:sp>
        <p:nvSpPr>
          <p:cNvPr id="216" name="Rectangle 215">
            <a:extLst>
              <a:ext uri="{FF2B5EF4-FFF2-40B4-BE49-F238E27FC236}">
                <a16:creationId xmlns:a16="http://schemas.microsoft.com/office/drawing/2014/main" id="{E8E4F014-48A5-75A9-F3BC-6DD85F9C0DA9}"/>
              </a:ex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FF2B5EF4-FFF2-40B4-BE49-F238E27FC236}">
                <a16:creationId xmlns:a16="http://schemas.microsoft.com/office/drawing/2014/main" id="{DC9D323B-98C4-C7D2-E347-6EC335D12ED2}"/>
              </a:ex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E45DF170-673F-3CB5-353A-1E7EDA9CEBE7}"/>
              </a:ext>
            </a:extLst>
          </p:cNvPr>
          <p:cNvSpPr txBox="1">
            <a:spLocks/>
          </p:cNvSpPr>
          <p:nvPr/>
        </p:nvSpPr>
        <p:spPr>
          <a:xfrm>
            <a:off x="220384" y="1532587"/>
            <a:ext cx="11743016" cy="4887878"/>
          </a:xfrm>
          <a:prstGeom prst="rect">
            <a:avLst/>
          </a:prstGeom>
        </p:spPr>
        <p:txBody>
          <a:bodyPr>
            <a:normAutofit fontScale="77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GB" sz="3400" dirty="0"/>
              <a:t>A bitcoin is a digital asset, like a $1 bill. It is simply a unique hash code</a:t>
            </a:r>
          </a:p>
          <a:p>
            <a:pPr>
              <a:lnSpc>
                <a:spcPct val="100000"/>
              </a:lnSpc>
              <a:buFont typeface="Wingdings" panose="05000000000000000000" pitchFamily="2" charset="2"/>
              <a:buChar char="§"/>
            </a:pPr>
            <a:r>
              <a:rPr lang="en-GB" sz="3400" dirty="0"/>
              <a:t>The hash code is generated after solving a complex computational problem –called “Proof of work”.</a:t>
            </a:r>
          </a:p>
          <a:p>
            <a:pPr>
              <a:lnSpc>
                <a:spcPct val="100000"/>
              </a:lnSpc>
              <a:buFont typeface="Wingdings" panose="05000000000000000000" pitchFamily="2" charset="2"/>
              <a:buChar char="§"/>
            </a:pPr>
            <a:r>
              <a:rPr lang="en-GB" sz="3400" dirty="0"/>
              <a:t>Nearly impossible to generate randomly or reverse engineer.</a:t>
            </a:r>
          </a:p>
          <a:p>
            <a:pPr>
              <a:lnSpc>
                <a:spcPct val="100000"/>
              </a:lnSpc>
              <a:buFont typeface="Wingdings" panose="05000000000000000000" pitchFamily="2" charset="2"/>
              <a:buChar char="§"/>
            </a:pPr>
            <a:r>
              <a:rPr lang="en-GB" sz="3400" dirty="0"/>
              <a:t>A public ledger is introduced, containing ALL transactions with their time stamps</a:t>
            </a:r>
          </a:p>
          <a:p>
            <a:pPr>
              <a:lnSpc>
                <a:spcPct val="100000"/>
              </a:lnSpc>
              <a:buFont typeface="Wingdings" panose="05000000000000000000" pitchFamily="2" charset="2"/>
              <a:buChar char="§"/>
            </a:pPr>
            <a:r>
              <a:rPr lang="en-GB" sz="3400" dirty="0"/>
              <a:t>Every payment terminal can immediately confirm who the owner of each coin is by look at the digital signature.</a:t>
            </a:r>
          </a:p>
          <a:p>
            <a:pPr>
              <a:lnSpc>
                <a:spcPct val="100000"/>
              </a:lnSpc>
              <a:buFont typeface="Wingdings" panose="05000000000000000000" pitchFamily="2" charset="2"/>
              <a:buChar char="§"/>
            </a:pPr>
            <a:r>
              <a:rPr lang="en-GB" sz="3400" dirty="0"/>
              <a:t>Once a transaction is made, everyone in the network agrees that the transaction is valid and is qualified to be added to the ledger.</a:t>
            </a:r>
          </a:p>
          <a:p>
            <a:pPr>
              <a:lnSpc>
                <a:spcPct val="100000"/>
              </a:lnSpc>
              <a:buFont typeface="Wingdings" panose="05000000000000000000" pitchFamily="2" charset="2"/>
              <a:buChar char="§"/>
            </a:pPr>
            <a:r>
              <a:rPr lang="en-GB" sz="3400" dirty="0"/>
              <a:t>This “everyone” is what makes Bitcoin a decentralized</a:t>
            </a:r>
          </a:p>
          <a:p>
            <a:pPr>
              <a:lnSpc>
                <a:spcPct val="100000"/>
              </a:lnSpc>
              <a:buFont typeface="Wingdings" panose="05000000000000000000" pitchFamily="2" charset="2"/>
              <a:buChar char="§"/>
            </a:pPr>
            <a:r>
              <a:rPr lang="en-GB" sz="3400" dirty="0"/>
              <a:t>Coupling the above with Open-source and free access welcomes everyone to be a part of the network.</a:t>
            </a:r>
          </a:p>
          <a:p>
            <a:pPr>
              <a:lnSpc>
                <a:spcPct val="100000"/>
              </a:lnSpc>
              <a:buFont typeface="Wingdings" panose="05000000000000000000" pitchFamily="2" charset="2"/>
              <a:buChar char="§"/>
            </a:pPr>
            <a:endParaRPr lang="en-US" sz="3400" dirty="0"/>
          </a:p>
        </p:txBody>
      </p:sp>
    </p:spTree>
    <p:extLst>
      <p:ext uri="{BB962C8B-B14F-4D97-AF65-F5344CB8AC3E}">
        <p14:creationId xmlns:p14="http://schemas.microsoft.com/office/powerpoint/2010/main" val="3038275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B7E2D32-4FDD-4266-880C-17595B801432}">
  <ds:schemaRefs>
    <ds:schemaRef ds:uri="http://schemas.microsoft.com/sharepoint/v3/contenttype/forms"/>
  </ds:schemaRefs>
</ds:datastoreItem>
</file>

<file path=customXml/itemProps3.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Tech presentation</Template>
  <TotalTime>3246</TotalTime>
  <Words>1276</Words>
  <Application>Microsoft Office PowerPoint</Application>
  <PresentationFormat>Widescreen</PresentationFormat>
  <Paragraphs>187</Paragraphs>
  <Slides>13</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Biome Light</vt:lpstr>
      <vt:lpstr>Calibri</vt:lpstr>
      <vt:lpstr>Calibri Light</vt:lpstr>
      <vt:lpstr>Wingdings</vt:lpstr>
      <vt:lpstr>Office Theme</vt:lpstr>
      <vt:lpstr>DECENTRALIZED APPLICATION DEVELOPMENT (119389)</vt:lpstr>
      <vt:lpstr>Agenda</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169</cp:revision>
  <dcterms:created xsi:type="dcterms:W3CDTF">2022-11-22T20:08:03Z</dcterms:created>
  <dcterms:modified xsi:type="dcterms:W3CDTF">2025-09-30T13:24:44Z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