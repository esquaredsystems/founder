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03" r:id="rId5"/>
    <p:sldId id="2462" r:id="rId6"/>
    <p:sldId id="2579" r:id="rId7"/>
    <p:sldId id="2615" r:id="rId8"/>
    <p:sldId id="2616" r:id="rId9"/>
    <p:sldId id="2600" r:id="rId10"/>
    <p:sldId id="2602" r:id="rId11"/>
    <p:sldId id="2604" r:id="rId12"/>
    <p:sldId id="2605" r:id="rId13"/>
    <p:sldId id="2601" r:id="rId14"/>
    <p:sldId id="2603" r:id="rId15"/>
    <p:sldId id="2612" r:id="rId16"/>
    <p:sldId id="2613" r:id="rId17"/>
    <p:sldId id="2614" r:id="rId18"/>
    <p:sldId id="2618" r:id="rId19"/>
    <p:sldId id="24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4AF92-8B00-9D49-BA75-A18396484916}" v="1604" dt="2025-11-08T08:55:46.676"/>
    <p1510:client id="{738D3611-3B74-4A38-AE34-9B29FE6F0348}" v="1836" dt="2025-11-07T17:12:02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464" autoAdjust="0"/>
    <p:restoredTop sz="90802" autoAdjust="0"/>
  </p:normalViewPr>
  <p:slideViewPr>
    <p:cSldViewPr snapToGrid="0">
      <p:cViewPr varScale="1">
        <p:scale>
          <a:sx n="121" d="100"/>
          <a:sy n="121" d="100"/>
        </p:scale>
        <p:origin x="1144" y="472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">
      <pc:chgData name="Owais Ahmed" userId="6abc7d4556b3b071" providerId="LiveId" clId="{641304C9-537E-56B8-9D3B-F295291B91EB}" dt="2025-11-08T13:46:30.723" v="7417" actId="2696"/>
      <pc:docMkLst>
        <pc:docMk/>
      </pc:docMkLst>
      <pc:sldChg chg="modSp mod">
        <pc:chgData name="Owais Ahmed" userId="6abc7d4556b3b071" providerId="LiveId" clId="{641304C9-537E-56B8-9D3B-F295291B91EB}" dt="2025-11-01T07:20:48.307" v="3371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1-01T07:20:48.307" v="33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del mod modAnim">
        <pc:chgData name="Owais Ahmed" userId="6abc7d4556b3b071" providerId="LiveId" clId="{641304C9-537E-56B8-9D3B-F295291B91EB}" dt="2025-11-08T13:46:30.723" v="7417" actId="2696"/>
        <pc:sldMkLst>
          <pc:docMk/>
          <pc:sldMk cId="1581582830" sldId="2589"/>
        </pc:sldMkLst>
        <pc:spChg chg="mod">
          <ac:chgData name="Owais Ahmed" userId="6abc7d4556b3b071" providerId="LiveId" clId="{641304C9-537E-56B8-9D3B-F295291B91EB}" dt="2025-11-08T08:55:46.676" v="7412" actId="20577"/>
          <ac:spMkLst>
            <pc:docMk/>
            <pc:sldMk cId="1581582830" sldId="2589"/>
            <ac:spMk id="3" creationId="{81D92D59-559F-841E-6F2C-7A803969B811}"/>
          </ac:spMkLst>
        </pc:spChg>
        <pc:spChg chg="mod">
          <ac:chgData name="Owais Ahmed" userId="6abc7d4556b3b071" providerId="LiveId" clId="{641304C9-537E-56B8-9D3B-F295291B91EB}" dt="2025-11-08T08:55:13.501" v="7351" actId="20577"/>
          <ac:spMkLst>
            <pc:docMk/>
            <pc:sldMk cId="1581582830" sldId="2589"/>
            <ac:spMk id="215" creationId="{10FE282B-A8E5-9667-3952-11D8E2AEBDD3}"/>
          </ac:spMkLst>
        </pc:spChg>
      </pc:sldChg>
      <pc:sldChg chg="modSp mod modAnim modNotesTx">
        <pc:chgData name="Owais Ahmed" userId="6abc7d4556b3b071" providerId="LiveId" clId="{641304C9-537E-56B8-9D3B-F295291B91EB}" dt="2025-11-01T08:15:02.719" v="5133" actId="20577"/>
        <pc:sldMkLst>
          <pc:docMk/>
          <pc:sldMk cId="1850945002" sldId="2603"/>
        </pc:sldMkLst>
        <pc:spChg chg="mod">
          <ac:chgData name="Owais Ahmed" userId="6abc7d4556b3b071" providerId="LiveId" clId="{641304C9-537E-56B8-9D3B-F295291B91EB}" dt="2025-11-01T08:14:13.447" v="5015" actId="20577"/>
          <ac:spMkLst>
            <pc:docMk/>
            <pc:sldMk cId="1850945002" sldId="2603"/>
            <ac:spMk id="3" creationId="{AEED9665-ED6D-C818-7E53-8BB6B67B35F1}"/>
          </ac:spMkLst>
        </pc:spChg>
      </pc:sldChg>
      <pc:sldChg chg="modSp add mod modAnim">
        <pc:chgData name="Owais Ahmed" userId="6abc7d4556b3b071" providerId="LiveId" clId="{641304C9-537E-56B8-9D3B-F295291B91EB}" dt="2025-11-01T07:42:59.407" v="5003" actId="20577"/>
        <pc:sldMkLst>
          <pc:docMk/>
          <pc:sldMk cId="118236638" sldId="2613"/>
        </pc:sldMkLst>
        <pc:spChg chg="mod">
          <ac:chgData name="Owais Ahmed" userId="6abc7d4556b3b071" providerId="LiveId" clId="{641304C9-537E-56B8-9D3B-F295291B91EB}" dt="2025-11-01T07:42:59.407" v="5003" actId="20577"/>
          <ac:spMkLst>
            <pc:docMk/>
            <pc:sldMk cId="118236638" sldId="2613"/>
            <ac:spMk id="3" creationId="{73A78A3F-B777-A6A2-6BDA-A17AB55FCF89}"/>
          </ac:spMkLst>
        </pc:spChg>
        <pc:spChg chg="mod">
          <ac:chgData name="Owais Ahmed" userId="6abc7d4556b3b071" providerId="LiveId" clId="{641304C9-537E-56B8-9D3B-F295291B91EB}" dt="2025-11-01T07:21:04.060" v="3390" actId="20577"/>
          <ac:spMkLst>
            <pc:docMk/>
            <pc:sldMk cId="118236638" sldId="2613"/>
            <ac:spMk id="215" creationId="{C14D1267-25D6-88CD-4B86-80BE394B5AFE}"/>
          </ac:spMkLst>
        </pc:spChg>
      </pc:sldChg>
      <pc:sldChg chg="modSp add mod modAnim">
        <pc:chgData name="Owais Ahmed" userId="6abc7d4556b3b071" providerId="LiveId" clId="{641304C9-537E-56B8-9D3B-F295291B91EB}" dt="2025-11-01T07:34:34.292" v="4152" actId="5793"/>
        <pc:sldMkLst>
          <pc:docMk/>
          <pc:sldMk cId="1430397400" sldId="2614"/>
        </pc:sldMkLst>
        <pc:spChg chg="mod">
          <ac:chgData name="Owais Ahmed" userId="6abc7d4556b3b071" providerId="LiveId" clId="{641304C9-537E-56B8-9D3B-F295291B91EB}" dt="2025-11-01T07:34:34.292" v="4152" actId="5793"/>
          <ac:spMkLst>
            <pc:docMk/>
            <pc:sldMk cId="1430397400" sldId="2614"/>
            <ac:spMk id="3" creationId="{07335E64-F7CD-FD4F-DA2C-9A5625823442}"/>
          </ac:spMkLst>
        </pc:spChg>
      </pc:sldChg>
      <pc:sldChg chg="del">
        <pc:chgData name="Owais Ahmed" userId="6abc7d4556b3b071" providerId="LiveId" clId="{641304C9-537E-56B8-9D3B-F295291B91EB}" dt="2025-11-08T13:46:27.235" v="7416" actId="2696"/>
        <pc:sldMkLst>
          <pc:docMk/>
          <pc:sldMk cId="1687908581" sldId="2619"/>
        </pc:sldMkLst>
      </pc:sldChg>
      <pc:sldChg chg="del">
        <pc:chgData name="Owais Ahmed" userId="6abc7d4556b3b071" providerId="LiveId" clId="{641304C9-537E-56B8-9D3B-F295291B91EB}" dt="2025-11-08T13:46:23.766" v="7413" actId="2696"/>
        <pc:sldMkLst>
          <pc:docMk/>
          <pc:sldMk cId="1147043957" sldId="2620"/>
        </pc:sldMkLst>
      </pc:sldChg>
      <pc:sldChg chg="modSp add del mod ord modAnim">
        <pc:chgData name="Owais Ahmed" userId="6abc7d4556b3b071" providerId="LiveId" clId="{641304C9-537E-56B8-9D3B-F295291B91EB}" dt="2025-11-08T13:46:25.056" v="7414" actId="2696"/>
        <pc:sldMkLst>
          <pc:docMk/>
          <pc:sldMk cId="138850978" sldId="2621"/>
        </pc:sldMkLst>
        <pc:spChg chg="mod">
          <ac:chgData name="Owais Ahmed" userId="6abc7d4556b3b071" providerId="LiveId" clId="{641304C9-537E-56B8-9D3B-F295291B91EB}" dt="2025-11-08T08:54:16.888" v="7283" actId="313"/>
          <ac:spMkLst>
            <pc:docMk/>
            <pc:sldMk cId="138850978" sldId="2621"/>
            <ac:spMk id="3" creationId="{0CD47163-62A1-8837-0AD3-BB6FFCD74A02}"/>
          </ac:spMkLst>
        </pc:spChg>
      </pc:sldChg>
      <pc:sldChg chg="modSp del mod modAnim modNotesTx">
        <pc:chgData name="Owais Ahmed" userId="6abc7d4556b3b071" providerId="LiveId" clId="{641304C9-537E-56B8-9D3B-F295291B91EB}" dt="2025-11-08T07:49:05.909" v="5874" actId="2696"/>
        <pc:sldMkLst>
          <pc:docMk/>
          <pc:sldMk cId="2974461982" sldId="2621"/>
        </pc:sldMkLst>
        <pc:spChg chg="mod">
          <ac:chgData name="Owais Ahmed" userId="6abc7d4556b3b071" providerId="LiveId" clId="{641304C9-537E-56B8-9D3B-F295291B91EB}" dt="2025-11-08T07:49:01.105" v="5873" actId="20577"/>
          <ac:spMkLst>
            <pc:docMk/>
            <pc:sldMk cId="2974461982" sldId="2621"/>
            <ac:spMk id="3" creationId="{19BB6AFB-B955-7AB1-3A96-7D54F2DA1D75}"/>
          </ac:spMkLst>
        </pc:spChg>
      </pc:sldChg>
      <pc:sldChg chg="modSp add del mod modAnim">
        <pc:chgData name="Owais Ahmed" userId="6abc7d4556b3b071" providerId="LiveId" clId="{641304C9-537E-56B8-9D3B-F295291B91EB}" dt="2025-11-08T13:46:26.668" v="7415" actId="2696"/>
        <pc:sldMkLst>
          <pc:docMk/>
          <pc:sldMk cId="458577061" sldId="2622"/>
        </pc:sldMkLst>
        <pc:spChg chg="mod">
          <ac:chgData name="Owais Ahmed" userId="6abc7d4556b3b071" providerId="LiveId" clId="{641304C9-537E-56B8-9D3B-F295291B91EB}" dt="2025-11-08T08:54:51.106" v="7350" actId="20577"/>
          <ac:spMkLst>
            <pc:docMk/>
            <pc:sldMk cId="458577061" sldId="2622"/>
            <ac:spMk id="3" creationId="{D21C7DEB-7931-D154-DAF0-CA9D892B7C2C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5-11-07T17:12:07.050" v="40086" actId="2890"/>
      <pc:docMkLst>
        <pc:docMk/>
      </pc:docMkLst>
      <pc:sldChg chg="modSp mod">
        <pc:chgData name="Owais Ahmed" userId="6abc7d4556b3b071" providerId="LiveId" clId="{D0A51F83-B713-4A4D-8105-C75936B8E1D2}" dt="2025-11-07T13:53:35.365" v="37855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1-07T13:53:35.365" v="3785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D0A51F83-B713-4A4D-8105-C75936B8E1D2}" dt="2025-11-04T11:12:53.322" v="35030" actId="20577"/>
        <pc:sldMkLst>
          <pc:docMk/>
          <pc:sldMk cId="91717767" sldId="2579"/>
        </pc:sldMkLst>
        <pc:spChg chg="mod">
          <ac:chgData name="Owais Ahmed" userId="6abc7d4556b3b071" providerId="LiveId" clId="{D0A51F83-B713-4A4D-8105-C75936B8E1D2}" dt="2025-11-04T11:12:53.322" v="35030" actId="20577"/>
          <ac:spMkLst>
            <pc:docMk/>
            <pc:sldMk cId="91717767" sldId="2579"/>
            <ac:spMk id="3" creationId="{C1311566-FAF7-7771-B9BE-D3F74ED84CB1}"/>
          </ac:spMkLst>
        </pc:spChg>
        <pc:spChg chg="mod">
          <ac:chgData name="Owais Ahmed" userId="6abc7d4556b3b071" providerId="LiveId" clId="{D0A51F83-B713-4A4D-8105-C75936B8E1D2}" dt="2025-11-01T09:43:28.258" v="34493" actId="20577"/>
          <ac:spMkLst>
            <pc:docMk/>
            <pc:sldMk cId="91717767" sldId="2579"/>
            <ac:spMk id="215" creationId="{BA930FD2-E332-E760-FC3A-243FB5DD1124}"/>
          </ac:spMkLst>
        </pc:spChg>
      </pc:sldChg>
      <pc:sldChg chg="modSp add mod modAnim">
        <pc:chgData name="Owais Ahmed" userId="6abc7d4556b3b071" providerId="LiveId" clId="{D0A51F83-B713-4A4D-8105-C75936B8E1D2}" dt="2025-11-07T13:31:52.666" v="37354" actId="6549"/>
        <pc:sldMkLst>
          <pc:docMk/>
          <pc:sldMk cId="1581582830" sldId="2589"/>
        </pc:sldMkLst>
        <pc:spChg chg="mod">
          <ac:chgData name="Owais Ahmed" userId="6abc7d4556b3b071" providerId="LiveId" clId="{D0A51F83-B713-4A4D-8105-C75936B8E1D2}" dt="2025-11-07T13:31:52.666" v="37354" actId="6549"/>
          <ac:spMkLst>
            <pc:docMk/>
            <pc:sldMk cId="1581582830" sldId="2589"/>
            <ac:spMk id="3" creationId="{81D92D59-559F-841E-6F2C-7A803969B811}"/>
          </ac:spMkLst>
        </pc:spChg>
      </pc:sldChg>
      <pc:sldChg chg="modSp add mod modAnim modNotesTx">
        <pc:chgData name="Owais Ahmed" userId="6abc7d4556b3b071" providerId="LiveId" clId="{D0A51F83-B713-4A4D-8105-C75936B8E1D2}" dt="2025-10-30T13:12:38.284" v="29887" actId="27636"/>
        <pc:sldMkLst>
          <pc:docMk/>
          <pc:sldMk cId="4050993620" sldId="2600"/>
        </pc:sldMkLst>
        <pc:spChg chg="mod">
          <ac:chgData name="Owais Ahmed" userId="6abc7d4556b3b071" providerId="LiveId" clId="{D0A51F83-B713-4A4D-8105-C75936B8E1D2}" dt="2025-10-30T13:12:38.284" v="29887" actId="27636"/>
          <ac:spMkLst>
            <pc:docMk/>
            <pc:sldMk cId="4050993620" sldId="2600"/>
            <ac:spMk id="3" creationId="{6AC14122-E486-7AFB-C42F-6774F29A59FE}"/>
          </ac:spMkLst>
        </pc:spChg>
        <pc:spChg chg="mod">
          <ac:chgData name="Owais Ahmed" userId="6abc7d4556b3b071" providerId="LiveId" clId="{D0A51F83-B713-4A4D-8105-C75936B8E1D2}" dt="2025-10-30T13:01:43.973" v="29025" actId="20577"/>
          <ac:spMkLst>
            <pc:docMk/>
            <pc:sldMk cId="4050993620" sldId="2600"/>
            <ac:spMk id="215" creationId="{53ADDF1F-53BF-BF04-6755-3D4B0474A437}"/>
          </ac:spMkLst>
        </pc:spChg>
      </pc:sldChg>
      <pc:sldChg chg="addSp modSp add mod modAnim modNotesTx">
        <pc:chgData name="Owais Ahmed" userId="6abc7d4556b3b071" providerId="LiveId" clId="{D0A51F83-B713-4A4D-8105-C75936B8E1D2}" dt="2025-10-30T13:26:04.370" v="30712" actId="20577"/>
        <pc:sldMkLst>
          <pc:docMk/>
          <pc:sldMk cId="831053914" sldId="2601"/>
        </pc:sldMkLst>
        <pc:spChg chg="mod">
          <ac:chgData name="Owais Ahmed" userId="6abc7d4556b3b071" providerId="LiveId" clId="{D0A51F83-B713-4A4D-8105-C75936B8E1D2}" dt="2025-10-30T13:26:04.370" v="30712" actId="20577"/>
          <ac:spMkLst>
            <pc:docMk/>
            <pc:sldMk cId="831053914" sldId="2601"/>
            <ac:spMk id="3" creationId="{2B3DA3AB-6264-DDD4-82BF-07A896A3995B}"/>
          </ac:spMkLst>
        </pc:spChg>
        <pc:spChg chg="mod">
          <ac:chgData name="Owais Ahmed" userId="6abc7d4556b3b071" providerId="LiveId" clId="{D0A51F83-B713-4A4D-8105-C75936B8E1D2}" dt="2025-10-30T13:01:53.077" v="29046" actId="20577"/>
          <ac:spMkLst>
            <pc:docMk/>
            <pc:sldMk cId="831053914" sldId="2601"/>
            <ac:spMk id="215" creationId="{715EFDC8-4FEA-3A43-82D8-1D3C77B78C7F}"/>
          </ac:spMkLst>
        </pc:spChg>
        <pc:graphicFrameChg chg="add mod modGraphic">
          <ac:chgData name="Owais Ahmed" userId="6abc7d4556b3b071" providerId="LiveId" clId="{D0A51F83-B713-4A4D-8105-C75936B8E1D2}" dt="2025-10-30T13:24:16.595" v="30618" actId="1076"/>
          <ac:graphicFrameMkLst>
            <pc:docMk/>
            <pc:sldMk cId="831053914" sldId="2601"/>
            <ac:graphicFrameMk id="5" creationId="{1F344B3E-F162-B23A-61A4-5DB22C44137C}"/>
          </ac:graphicFrameMkLst>
        </pc:graphicFrameChg>
      </pc:sldChg>
      <pc:sldChg chg="modSp add mod modAnim modNotesTx">
        <pc:chgData name="Owais Ahmed" userId="6abc7d4556b3b071" providerId="LiveId" clId="{D0A51F83-B713-4A4D-8105-C75936B8E1D2}" dt="2025-10-30T13:18:37.816" v="30379" actId="113"/>
        <pc:sldMkLst>
          <pc:docMk/>
          <pc:sldMk cId="853354183" sldId="2602"/>
        </pc:sldMkLst>
        <pc:spChg chg="mod">
          <ac:chgData name="Owais Ahmed" userId="6abc7d4556b3b071" providerId="LiveId" clId="{D0A51F83-B713-4A4D-8105-C75936B8E1D2}" dt="2025-10-30T13:18:37.816" v="30379" actId="113"/>
          <ac:spMkLst>
            <pc:docMk/>
            <pc:sldMk cId="853354183" sldId="2602"/>
            <ac:spMk id="3" creationId="{F3F733A7-2F5B-5102-F60C-D95ECF880627}"/>
          </ac:spMkLst>
        </pc:spChg>
        <pc:spChg chg="mod">
          <ac:chgData name="Owais Ahmed" userId="6abc7d4556b3b071" providerId="LiveId" clId="{D0A51F83-B713-4A4D-8105-C75936B8E1D2}" dt="2025-10-30T13:12:51.092" v="29906" actId="20577"/>
          <ac:spMkLst>
            <pc:docMk/>
            <pc:sldMk cId="853354183" sldId="2602"/>
            <ac:spMk id="215" creationId="{8AD06915-6714-556F-99A6-7ECAD16D69E9}"/>
          </ac:spMkLst>
        </pc:spChg>
      </pc:sldChg>
      <pc:sldChg chg="addSp delSp modSp add mod modAnim modNotesTx">
        <pc:chgData name="Owais Ahmed" userId="6abc7d4556b3b071" providerId="LiveId" clId="{D0A51F83-B713-4A4D-8105-C75936B8E1D2}" dt="2025-11-01T05:33:19.994" v="34474" actId="20577"/>
        <pc:sldMkLst>
          <pc:docMk/>
          <pc:sldMk cId="1850945002" sldId="2603"/>
        </pc:sldMkLst>
        <pc:spChg chg="mod">
          <ac:chgData name="Owais Ahmed" userId="6abc7d4556b3b071" providerId="LiveId" clId="{D0A51F83-B713-4A4D-8105-C75936B8E1D2}" dt="2025-11-01T05:32:28.396" v="34280" actId="20577"/>
          <ac:spMkLst>
            <pc:docMk/>
            <pc:sldMk cId="1850945002" sldId="2603"/>
            <ac:spMk id="3" creationId="{AEED9665-ED6D-C818-7E53-8BB6B67B35F1}"/>
          </ac:spMkLst>
        </pc:spChg>
        <pc:spChg chg="mod">
          <ac:chgData name="Owais Ahmed" userId="6abc7d4556b3b071" providerId="LiveId" clId="{D0A51F83-B713-4A4D-8105-C75936B8E1D2}" dt="2025-10-30T13:19:34.855" v="30388" actId="20577"/>
          <ac:spMkLst>
            <pc:docMk/>
            <pc:sldMk cId="1850945002" sldId="2603"/>
            <ac:spMk id="215" creationId="{1940263C-AA82-F713-8772-84638955A383}"/>
          </ac:spMkLst>
        </pc:spChg>
        <pc:graphicFrameChg chg="add mod modGraphic">
          <ac:chgData name="Owais Ahmed" userId="6abc7d4556b3b071" providerId="LiveId" clId="{D0A51F83-B713-4A4D-8105-C75936B8E1D2}" dt="2025-10-30T13:23:18.005" v="30617" actId="948"/>
          <ac:graphicFrameMkLst>
            <pc:docMk/>
            <pc:sldMk cId="1850945002" sldId="2603"/>
            <ac:graphicFrameMk id="7" creationId="{3D827CC5-A5B3-72AB-FF55-1248BF51968F}"/>
          </ac:graphicFrameMkLst>
        </pc:graphicFrameChg>
      </pc:sldChg>
      <pc:sldChg chg="modSp add mod modAnim">
        <pc:chgData name="Owais Ahmed" userId="6abc7d4556b3b071" providerId="LiveId" clId="{D0A51F83-B713-4A4D-8105-C75936B8E1D2}" dt="2025-10-30T13:30:45.686" v="31021" actId="20577"/>
        <pc:sldMkLst>
          <pc:docMk/>
          <pc:sldMk cId="28471766" sldId="2604"/>
        </pc:sldMkLst>
        <pc:spChg chg="mod">
          <ac:chgData name="Owais Ahmed" userId="6abc7d4556b3b071" providerId="LiveId" clId="{D0A51F83-B713-4A4D-8105-C75936B8E1D2}" dt="2025-10-30T13:30:45.686" v="31021" actId="20577"/>
          <ac:spMkLst>
            <pc:docMk/>
            <pc:sldMk cId="28471766" sldId="2604"/>
            <ac:spMk id="3" creationId="{8FA09356-9B09-3E9C-887C-959CDEF6F2D8}"/>
          </ac:spMkLst>
        </pc:spChg>
        <pc:spChg chg="mod">
          <ac:chgData name="Owais Ahmed" userId="6abc7d4556b3b071" providerId="LiveId" clId="{D0A51F83-B713-4A4D-8105-C75936B8E1D2}" dt="2025-10-30T13:26:43.802" v="30722" actId="20577"/>
          <ac:spMkLst>
            <pc:docMk/>
            <pc:sldMk cId="28471766" sldId="2604"/>
            <ac:spMk id="215" creationId="{9BCD4E56-2725-9949-59AF-C9BAE2E26138}"/>
          </ac:spMkLst>
        </pc:spChg>
      </pc:sldChg>
      <pc:sldChg chg="addSp delSp modSp add mod delAnim modAnim">
        <pc:chgData name="Owais Ahmed" userId="6abc7d4556b3b071" providerId="LiveId" clId="{D0A51F83-B713-4A4D-8105-C75936B8E1D2}" dt="2025-10-30T13:38:21.906" v="31162" actId="5793"/>
        <pc:sldMkLst>
          <pc:docMk/>
          <pc:sldMk cId="2752083802" sldId="2605"/>
        </pc:sldMkLst>
        <pc:graphicFrameChg chg="add mod modGraphic">
          <ac:chgData name="Owais Ahmed" userId="6abc7d4556b3b071" providerId="LiveId" clId="{D0A51F83-B713-4A4D-8105-C75936B8E1D2}" dt="2025-10-30T13:38:21.906" v="31162" actId="5793"/>
          <ac:graphicFrameMkLst>
            <pc:docMk/>
            <pc:sldMk cId="2752083802" sldId="2605"/>
            <ac:graphicFrameMk id="6" creationId="{170EB199-7445-982A-75C1-6570D43E064E}"/>
          </ac:graphicFrameMkLst>
        </pc:graphicFrameChg>
      </pc:sldChg>
      <pc:sldChg chg="modSp add mod ord modAnim">
        <pc:chgData name="Owais Ahmed" userId="6abc7d4556b3b071" providerId="LiveId" clId="{D0A51F83-B713-4A4D-8105-C75936B8E1D2}" dt="2025-10-30T15:40:29.761" v="34231" actId="6549"/>
        <pc:sldMkLst>
          <pc:docMk/>
          <pc:sldMk cId="1333344043" sldId="2612"/>
        </pc:sldMkLst>
        <pc:spChg chg="mod">
          <ac:chgData name="Owais Ahmed" userId="6abc7d4556b3b071" providerId="LiveId" clId="{D0A51F83-B713-4A4D-8105-C75936B8E1D2}" dt="2025-10-30T15:40:29.761" v="34231" actId="6549"/>
          <ac:spMkLst>
            <pc:docMk/>
            <pc:sldMk cId="1333344043" sldId="2612"/>
            <ac:spMk id="3" creationId="{E6CCD418-4522-865F-6DC3-485293B0F0F3}"/>
          </ac:spMkLst>
        </pc:spChg>
        <pc:spChg chg="mod">
          <ac:chgData name="Owais Ahmed" userId="6abc7d4556b3b071" providerId="LiveId" clId="{D0A51F83-B713-4A4D-8105-C75936B8E1D2}" dt="2025-10-30T15:36:12.484" v="33606" actId="20577"/>
          <ac:spMkLst>
            <pc:docMk/>
            <pc:sldMk cId="1333344043" sldId="2612"/>
            <ac:spMk id="215" creationId="{77010A91-728C-DA13-AE04-0588ADCACBEA}"/>
          </ac:spMkLst>
        </pc:spChg>
      </pc:sldChg>
      <pc:sldChg chg="addSp modSp add mod modAnim">
        <pc:chgData name="Owais Ahmed" userId="6abc7d4556b3b071" providerId="LiveId" clId="{D0A51F83-B713-4A4D-8105-C75936B8E1D2}" dt="2025-11-04T11:24:16.882" v="35637" actId="27636"/>
        <pc:sldMkLst>
          <pc:docMk/>
          <pc:sldMk cId="3541822175" sldId="2615"/>
        </pc:sldMkLst>
        <pc:spChg chg="mod">
          <ac:chgData name="Owais Ahmed" userId="6abc7d4556b3b071" providerId="LiveId" clId="{D0A51F83-B713-4A4D-8105-C75936B8E1D2}" dt="2025-11-04T11:24:16.882" v="35637" actId="27636"/>
          <ac:spMkLst>
            <pc:docMk/>
            <pc:sldMk cId="3541822175" sldId="2615"/>
            <ac:spMk id="3" creationId="{B8A5F115-8C63-F92A-0F79-663AF698EFEF}"/>
          </ac:spMkLst>
        </pc:spChg>
        <pc:spChg chg="add mod">
          <ac:chgData name="Owais Ahmed" userId="6abc7d4556b3b071" providerId="LiveId" clId="{D0A51F83-B713-4A4D-8105-C75936B8E1D2}" dt="2025-11-04T11:24:11.869" v="35635" actId="2710"/>
          <ac:spMkLst>
            <pc:docMk/>
            <pc:sldMk cId="3541822175" sldId="2615"/>
            <ac:spMk id="4" creationId="{E7430465-3E82-8694-27B8-9A76F98C75D1}"/>
          </ac:spMkLst>
        </pc:spChg>
        <pc:spChg chg="mod">
          <ac:chgData name="Owais Ahmed" userId="6abc7d4556b3b071" providerId="LiveId" clId="{D0A51F83-B713-4A4D-8105-C75936B8E1D2}" dt="2025-11-04T11:20:12.946" v="35250"/>
          <ac:spMkLst>
            <pc:docMk/>
            <pc:sldMk cId="3541822175" sldId="2615"/>
            <ac:spMk id="215" creationId="{E82F919E-B4FE-7652-C4F9-EF5748976035}"/>
          </ac:spMkLst>
        </pc:spChg>
      </pc:sldChg>
      <pc:sldChg chg="modSp add mod modAnim">
        <pc:chgData name="Owais Ahmed" userId="6abc7d4556b3b071" providerId="LiveId" clId="{D0A51F83-B713-4A4D-8105-C75936B8E1D2}" dt="2025-11-04T14:26:13.020" v="36699" actId="20577"/>
        <pc:sldMkLst>
          <pc:docMk/>
          <pc:sldMk cId="3589353334" sldId="2616"/>
        </pc:sldMkLst>
        <pc:spChg chg="mod">
          <ac:chgData name="Owais Ahmed" userId="6abc7d4556b3b071" providerId="LiveId" clId="{D0A51F83-B713-4A4D-8105-C75936B8E1D2}" dt="2025-11-04T14:26:13.020" v="36699" actId="20577"/>
          <ac:spMkLst>
            <pc:docMk/>
            <pc:sldMk cId="3589353334" sldId="2616"/>
            <ac:spMk id="3" creationId="{9958FC8C-5780-4B97-47AD-E48AA07DEBAB}"/>
          </ac:spMkLst>
        </pc:spChg>
        <pc:spChg chg="mod">
          <ac:chgData name="Owais Ahmed" userId="6abc7d4556b3b071" providerId="LiveId" clId="{D0A51F83-B713-4A4D-8105-C75936B8E1D2}" dt="2025-11-04T11:27:37.991" v="35741" actId="20577"/>
          <ac:spMkLst>
            <pc:docMk/>
            <pc:sldMk cId="3589353334" sldId="2616"/>
            <ac:spMk id="4" creationId="{2B8F9CB2-F7C4-E418-3098-15AA39556B5E}"/>
          </ac:spMkLst>
        </pc:spChg>
      </pc:sldChg>
      <pc:sldChg chg="addSp delSp modSp add del mod ord modAnim modNotesTx">
        <pc:chgData name="Owais Ahmed" userId="6abc7d4556b3b071" providerId="LiveId" clId="{D0A51F83-B713-4A4D-8105-C75936B8E1D2}" dt="2025-11-07T13:53:30.086" v="37847" actId="47"/>
        <pc:sldMkLst>
          <pc:docMk/>
          <pc:sldMk cId="1329350317" sldId="2617"/>
        </pc:sldMkLst>
        <pc:spChg chg="mod">
          <ac:chgData name="Owais Ahmed" userId="6abc7d4556b3b071" providerId="LiveId" clId="{D0A51F83-B713-4A4D-8105-C75936B8E1D2}" dt="2025-11-07T13:33:53.736" v="37433" actId="20577"/>
          <ac:spMkLst>
            <pc:docMk/>
            <pc:sldMk cId="1329350317" sldId="2617"/>
            <ac:spMk id="215" creationId="{2CCBD35A-4C6A-B529-EBE4-5522E5E782AF}"/>
          </ac:spMkLst>
        </pc:spChg>
      </pc:sldChg>
      <pc:sldChg chg="modSp add mod modAnim">
        <pc:chgData name="Owais Ahmed" userId="6abc7d4556b3b071" providerId="LiveId" clId="{D0A51F83-B713-4A4D-8105-C75936B8E1D2}" dt="2025-11-07T16:40:34.288" v="38608" actId="6549"/>
        <pc:sldMkLst>
          <pc:docMk/>
          <pc:sldMk cId="40858890" sldId="2618"/>
        </pc:sldMkLst>
        <pc:spChg chg="mod">
          <ac:chgData name="Owais Ahmed" userId="6abc7d4556b3b071" providerId="LiveId" clId="{D0A51F83-B713-4A4D-8105-C75936B8E1D2}" dt="2025-11-07T16:40:34.288" v="38608" actId="6549"/>
          <ac:spMkLst>
            <pc:docMk/>
            <pc:sldMk cId="40858890" sldId="2618"/>
            <ac:spMk id="3" creationId="{E2ED7FAD-7304-CA63-7F40-8A5FCBDAE606}"/>
          </ac:spMkLst>
        </pc:spChg>
        <pc:spChg chg="mod">
          <ac:chgData name="Owais Ahmed" userId="6abc7d4556b3b071" providerId="LiveId" clId="{D0A51F83-B713-4A4D-8105-C75936B8E1D2}" dt="2025-11-07T16:31:03.294" v="38582" actId="20577"/>
          <ac:spMkLst>
            <pc:docMk/>
            <pc:sldMk cId="40858890" sldId="2618"/>
            <ac:spMk id="215" creationId="{AE19CB4A-6911-C796-53E2-9B77BE8FCA33}"/>
          </ac:spMkLst>
        </pc:spChg>
      </pc:sldChg>
      <pc:sldChg chg="modSp add mod modAnim modNotesTx">
        <pc:chgData name="Owais Ahmed" userId="6abc7d4556b3b071" providerId="LiveId" clId="{D0A51F83-B713-4A4D-8105-C75936B8E1D2}" dt="2025-11-07T17:12:02.889" v="40085" actId="20577"/>
        <pc:sldMkLst>
          <pc:docMk/>
          <pc:sldMk cId="1687908581" sldId="2619"/>
        </pc:sldMkLst>
        <pc:spChg chg="mod">
          <ac:chgData name="Owais Ahmed" userId="6abc7d4556b3b071" providerId="LiveId" clId="{D0A51F83-B713-4A4D-8105-C75936B8E1D2}" dt="2025-11-07T17:12:02.889" v="40085" actId="20577"/>
          <ac:spMkLst>
            <pc:docMk/>
            <pc:sldMk cId="1687908581" sldId="2619"/>
            <ac:spMk id="3" creationId="{B8CDA430-3951-7065-C021-D501D676FEAE}"/>
          </ac:spMkLst>
        </pc:spChg>
        <pc:spChg chg="mod">
          <ac:chgData name="Owais Ahmed" userId="6abc7d4556b3b071" providerId="LiveId" clId="{D0A51F83-B713-4A4D-8105-C75936B8E1D2}" dt="2025-11-07T16:31:15.103" v="38597" actId="20577"/>
          <ac:spMkLst>
            <pc:docMk/>
            <pc:sldMk cId="1687908581" sldId="2619"/>
            <ac:spMk id="215" creationId="{712D2C3A-9F75-94DD-4AE8-8CD898DDA370}"/>
          </ac:spMkLst>
        </pc:spChg>
      </pc:sldChg>
      <pc:sldChg chg="addSp delSp modSp add mod addAnim delAnim modAnim modNotesTx">
        <pc:chgData name="Owais Ahmed" userId="6abc7d4556b3b071" providerId="LiveId" clId="{D0A51F83-B713-4A4D-8105-C75936B8E1D2}" dt="2025-11-07T17:10:27.852" v="40046"/>
        <pc:sldMkLst>
          <pc:docMk/>
          <pc:sldMk cId="1147043957" sldId="2620"/>
        </pc:sldMkLst>
        <pc:spChg chg="del">
          <ac:chgData name="Owais Ahmed" userId="6abc7d4556b3b071" providerId="LiveId" clId="{D0A51F83-B713-4A4D-8105-C75936B8E1D2}" dt="2025-11-07T16:59:57.382" v="39624" actId="478"/>
          <ac:spMkLst>
            <pc:docMk/>
            <pc:sldMk cId="1147043957" sldId="2620"/>
            <ac:spMk id="3" creationId="{4B35D5D9-865D-672C-EE70-47D830FC1AEE}"/>
          </ac:spMkLst>
        </pc:spChg>
        <pc:spChg chg="add del mod">
          <ac:chgData name="Owais Ahmed" userId="6abc7d4556b3b071" providerId="LiveId" clId="{D0A51F83-B713-4A4D-8105-C75936B8E1D2}" dt="2025-11-07T17:01:50.688" v="39650" actId="478"/>
          <ac:spMkLst>
            <pc:docMk/>
            <pc:sldMk cId="1147043957" sldId="2620"/>
            <ac:spMk id="5" creationId="{58CE8581-7319-3956-3803-2B62B75B7FAF}"/>
          </ac:spMkLst>
        </pc:spChg>
        <pc:spChg chg="add mod ord">
          <ac:chgData name="Owais Ahmed" userId="6abc7d4556b3b071" providerId="LiveId" clId="{D0A51F83-B713-4A4D-8105-C75936B8E1D2}" dt="2025-11-07T17:07:17.399" v="39786" actId="1076"/>
          <ac:spMkLst>
            <pc:docMk/>
            <pc:sldMk cId="1147043957" sldId="2620"/>
            <ac:spMk id="7" creationId="{F09EFC35-0784-0D2E-1E3C-0C43A482EE2C}"/>
          </ac:spMkLst>
        </pc:spChg>
        <pc:spChg chg="add del mod">
          <ac:chgData name="Owais Ahmed" userId="6abc7d4556b3b071" providerId="LiveId" clId="{D0A51F83-B713-4A4D-8105-C75936B8E1D2}" dt="2025-11-07T17:08:51.205" v="40034" actId="478"/>
          <ac:spMkLst>
            <pc:docMk/>
            <pc:sldMk cId="1147043957" sldId="2620"/>
            <ac:spMk id="8" creationId="{174CA1B5-D9A1-72D9-DE91-2568D5BE6076}"/>
          </ac:spMkLst>
        </pc:spChg>
        <pc:spChg chg="add mod">
          <ac:chgData name="Owais Ahmed" userId="6abc7d4556b3b071" providerId="LiveId" clId="{D0A51F83-B713-4A4D-8105-C75936B8E1D2}" dt="2025-11-07T17:08:55.676" v="40035" actId="207"/>
          <ac:spMkLst>
            <pc:docMk/>
            <pc:sldMk cId="1147043957" sldId="2620"/>
            <ac:spMk id="9" creationId="{D945896E-B0D6-19DC-F3A8-B546BA25E7FE}"/>
          </ac:spMkLst>
        </pc:spChg>
        <pc:spChg chg="del">
          <ac:chgData name="Owais Ahmed" userId="6abc7d4556b3b071" providerId="LiveId" clId="{D0A51F83-B713-4A4D-8105-C75936B8E1D2}" dt="2025-11-07T17:01:41.032" v="39648" actId="478"/>
          <ac:spMkLst>
            <pc:docMk/>
            <pc:sldMk cId="1147043957" sldId="2620"/>
            <ac:spMk id="89" creationId="{F0E8AB8D-87E2-7A0E-3CC3-851B96CE1ABF}"/>
          </ac:spMkLst>
        </pc:spChg>
        <pc:spChg chg="del">
          <ac:chgData name="Owais Ahmed" userId="6abc7d4556b3b071" providerId="LiveId" clId="{D0A51F83-B713-4A4D-8105-C75936B8E1D2}" dt="2025-11-07T17:01:47.418" v="39649" actId="478"/>
          <ac:spMkLst>
            <pc:docMk/>
            <pc:sldMk cId="1147043957" sldId="2620"/>
            <ac:spMk id="214" creationId="{72296349-0720-B6C7-8EE2-C278E13240E1}"/>
          </ac:spMkLst>
        </pc:spChg>
        <pc:spChg chg="del">
          <ac:chgData name="Owais Ahmed" userId="6abc7d4556b3b071" providerId="LiveId" clId="{D0A51F83-B713-4A4D-8105-C75936B8E1D2}" dt="2025-11-07T17:01:39.985" v="39647" actId="478"/>
          <ac:spMkLst>
            <pc:docMk/>
            <pc:sldMk cId="1147043957" sldId="2620"/>
            <ac:spMk id="215" creationId="{E9641FBC-4C46-4E7C-D8AF-A39923F99868}"/>
          </ac:spMkLst>
        </pc:spChg>
        <pc:spChg chg="del">
          <ac:chgData name="Owais Ahmed" userId="6abc7d4556b3b071" providerId="LiveId" clId="{D0A51F83-B713-4A4D-8105-C75936B8E1D2}" dt="2025-11-07T17:01:35.569" v="39646" actId="478"/>
          <ac:spMkLst>
            <pc:docMk/>
            <pc:sldMk cId="1147043957" sldId="2620"/>
            <ac:spMk id="216" creationId="{563747FA-4EF5-49CB-26A0-F978C8B2CAFE}"/>
          </ac:spMkLst>
        </pc:spChg>
      </pc:sldChg>
      <pc:sldChg chg="add">
        <pc:chgData name="Owais Ahmed" userId="6abc7d4556b3b071" providerId="LiveId" clId="{D0A51F83-B713-4A4D-8105-C75936B8E1D2}" dt="2025-11-07T17:12:07.050" v="40086" actId="2890"/>
        <pc:sldMkLst>
          <pc:docMk/>
          <pc:sldMk cId="2974461982" sldId="262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754A-CD25-4CCD-9705-A1F44562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685F6-BF8C-B09C-D910-002123CB3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27792-11D8-8102-9E7C-2593ACD2F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16B81-F6EF-B498-733E-77C729E3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0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04C4B-D4F4-E1D6-ACF6-969D7461C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E22E2-04A6-FECF-4FC2-D928DF5877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97824-87DE-CDEE-1213-C8E5E2878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164D-A3A4-6EC6-7A08-EDDAB5EEA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63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2BCA0-2EF4-DA52-2F56-5C3CA536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CF8BB-01BC-814F-C72B-E68262A36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40B02-6F00-AE13-9424-627F22EF6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822FD-D5D0-080D-A907-5D87BCAA2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F96-CE9A-9B1D-6A04-0F9307FD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0E95-7439-0945-8E67-3C512DAE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8709D-F6E8-C71B-E7DE-C6354399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/>
              <a:t>An advantage of bytes over string is that because it’s fixed-length as opposed to variable length of string, it consumes less gas.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40E6-7441-6831-B8F6-5FA130162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52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7677-AD4B-0622-474A-8DC389E8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802F4-840B-5EAB-81A0-FCEB4CE76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35AC2-068C-F655-3BBB-8AEDCC733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4E8CC-8C49-C389-6D12-08EBDF38E6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6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E94FB-2854-C2D7-14C0-5A3CBE6E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0BBEC-C4C4-F60A-FA55-E4C438B2B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F7C22-2606-8DBE-A6D4-0D87DFA4B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27A82-F457-47E2-D3BF-6063566E81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134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55F6-3800-1783-832C-6FB9E669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B1819-DDF9-888B-767C-FD840AA34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A3EF1-A509-F78A-F84C-05B86F461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08655-67E0-B678-EC93-0F807A7C1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46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0A27C-5065-00CE-0ACA-09DFCB80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D3254-7D67-7FCE-20BE-0FD608F06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B1336-B037-90BA-E6FE-A52D73883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50BCD-9E01-22F6-A641-8DF50F081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83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65F7-05F5-AF4C-FEB0-B30EBBE8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AB4EFC-AA04-BCA8-F4B0-4EE6C79CD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A167B-E892-D4DF-C422-ED28B3ABF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/>
              <a:t>In fact, comments are important for any open-source project. They are arguably the best documentation for community of developers.</a:t>
            </a:r>
          </a:p>
          <a:p>
            <a:pPr marL="228600" indent="-228600">
              <a:buAutoNum type="arabicPeriod"/>
            </a:pPr>
            <a:r>
              <a:rPr lang="en-GB" sz="1200"/>
              <a:t>These defined with @ sign are </a:t>
            </a:r>
            <a:r>
              <a:rPr lang="en-GB" sz="1200" err="1"/>
              <a:t>NatSpec</a:t>
            </a:r>
            <a:r>
              <a:rPr lang="en-GB" sz="1200"/>
              <a:t> comments (Ethereum’s Natural Specification format)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D6D8-D9EE-A150-3243-0319F6257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17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B002-70ED-EC66-3CC6-D3EA7C47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A367D-8B15-EBBC-41C7-504F56B31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06D46-3B13-28F5-3649-FCEE4597C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7441B-849C-2AF3-326E-55EBA5766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53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10B9-74FC-3B3D-DC39-80292009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168C7-94C0-2CC5-F1D5-01C4A81EF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21BFC-E518-540E-27E5-9C39CE502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1A939-2C0B-4C11-7D98-7816EF388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78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6F24-7473-F0CC-BC3E-27C6CDDE7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04502-1734-7F8C-168D-CB6314B22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88D964-673A-1B58-41E4-6263AA52F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D220D-F58C-377E-5ABF-57D24B2E9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12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C6D1-4491-1BFD-BA3D-F3CF8793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26144-0B0E-04AA-19D1-C80B6D7B2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04E1F-3696-1C87-4B18-C62F2A432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E9E4F-38DB-A3A2-42B1-AC3DD1265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2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1.wdp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Solidity Basics</a:t>
            </a:r>
          </a:p>
          <a:p>
            <a:r>
              <a:rPr lang="en-US" dirty="0"/>
              <a:t>Types, Variables, Modifiers</a:t>
            </a:r>
          </a:p>
          <a:p>
            <a:r>
              <a:rPr lang="en-US" dirty="0"/>
              <a:t>Code Comments</a:t>
            </a:r>
          </a:p>
          <a:p>
            <a:r>
              <a:rPr lang="en-US" dirty="0"/>
              <a:t>Remix IDE</a:t>
            </a:r>
          </a:p>
          <a:p>
            <a:r>
              <a:rPr lang="en-US" dirty="0"/>
              <a:t>ABI and Bytecode</a:t>
            </a:r>
          </a:p>
          <a:p>
            <a:r>
              <a:rPr lang="en-US" dirty="0"/>
              <a:t>Examples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669E-2AC3-CD5E-920B-70F2B8AD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67AEB03-0017-1F94-56F6-348BB5D8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186CA8-FC01-05CA-9ADB-D86D6AF50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A930FD2-E332-E760-FC3A-243FB5DD112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6077D69-9EFF-8442-4573-D7C08A48F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95A5850-8CDA-5861-6C70-AFE710E87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1566-FAF7-7771-B9BE-D3F74ED84CB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have discussed Smart Contracts, their role in Ethereum blockchain and challenges.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discussed Solidity as a language to program smart contracts.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We wrote and deployed the first smart contract written in Solidity on local node.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Now we look at what’s underneath Solidity and use a modern IDE for Smart contract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9171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F44A-7049-9EB9-D424-61D1ED7D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628D93F-1164-CDAA-C6B1-1DF82E741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691930E-8E36-B2B4-39B6-8141CC424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82F919E-B4FE-7652-C4F9-EF574897603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Solidity Basics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42D31AD-3C12-7CB8-B694-8D1D1026F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363B4A8-0772-29B4-289F-1BCF212DC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F115-8C63-F92A-0F79-663AF698EFEF}"/>
              </a:ext>
            </a:extLst>
          </p:cNvPr>
          <p:cNvSpPr txBox="1">
            <a:spLocks/>
          </p:cNvSpPr>
          <p:nvPr/>
        </p:nvSpPr>
        <p:spPr>
          <a:xfrm>
            <a:off x="220384" y="2651394"/>
            <a:ext cx="11743016" cy="376907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 contract must start with the keyword “contract”, followed by its name.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To inherit another contract, we use “is </a:t>
            </a:r>
            <a:r>
              <a:rPr lang="en-GB" sz="3600" dirty="0" err="1"/>
              <a:t>BaseContract</a:t>
            </a:r>
            <a:r>
              <a:rPr lang="en-GB" sz="3600" dirty="0"/>
              <a:t>” syntax.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 contract’s body may contain static variables, functions, events and modifiers.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Like many high-level languages, Solidity defines body in parentheses and ends statements with terminators.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30465-3E82-8694-27B8-9A76F98C75D1}"/>
              </a:ext>
            </a:extLst>
          </p:cNvPr>
          <p:cNvSpPr txBox="1"/>
          <p:nvPr/>
        </p:nvSpPr>
        <p:spPr>
          <a:xfrm>
            <a:off x="220384" y="1676768"/>
            <a:ext cx="11743016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contract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GB" b="0" dirty="0" err="1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ContractName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is &lt;</a:t>
            </a:r>
            <a:r>
              <a:rPr lang="en-GB" dirty="0" err="1">
                <a:solidFill>
                  <a:srgbClr val="3B445E"/>
                </a:solidFill>
                <a:latin typeface="Consolas" panose="020B0609020204030204" pitchFamily="49" charset="0"/>
              </a:rPr>
              <a:t>ParentContract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&gt;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spcAft>
                <a:spcPts val="200"/>
              </a:spcAft>
              <a:buNone/>
            </a:pP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&lt;type&gt;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32BA89"/>
                </a:solidFill>
                <a:effectLst/>
                <a:latin typeface="Consolas" panose="020B0609020204030204" pitchFamily="49" charset="0"/>
              </a:rPr>
              <a:t>&lt;visibility&gt;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GB" b="0" dirty="0" err="1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variableName</a:t>
            </a:r>
            <a:r>
              <a:rPr lang="en-GB" b="0" dirty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spcAft>
                <a:spcPts val="200"/>
              </a:spcAft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82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DE88-9241-9525-DAA7-34458F076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DFFDEB4-8591-3255-BFFD-D72CB762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9B3C1F2-FD86-BB69-C5BE-6A27D7617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11734E9-93A1-909C-3BE4-0207EE7B720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Solidity Basics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7A035C0-3601-B375-4699-8A094F25C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0A3F5AE-D6DA-691C-B042-33CA05ED7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8FC8C-5780-4B97-47AD-E48AA07DEBAB}"/>
              </a:ext>
            </a:extLst>
          </p:cNvPr>
          <p:cNvSpPr txBox="1">
            <a:spLocks/>
          </p:cNvSpPr>
          <p:nvPr/>
        </p:nvSpPr>
        <p:spPr>
          <a:xfrm>
            <a:off x="220384" y="3256688"/>
            <a:ext cx="11743016" cy="3163777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Functions must begin with keyword “function”.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Apart from name and parameters, there are some optional declarations: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visibility: public, internal, external, private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mutability: pure, view, payable (non-payable by default)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modifiers: pre-condition wrapper functions (topic for future)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Function body contains local variables, conditions and statements to be executed.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dirty="0"/>
              <a:t>Keyword “returns” is used only when the function is expected to return a value. Like Python, Solidity also allows returning multiple values.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8F9CB2-F7C4-E418-3098-15AA39556B5E}"/>
              </a:ext>
            </a:extLst>
          </p:cNvPr>
          <p:cNvSpPr txBox="1"/>
          <p:nvPr/>
        </p:nvSpPr>
        <p:spPr>
          <a:xfrm>
            <a:off x="220384" y="1676768"/>
            <a:ext cx="11743016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buNone/>
            </a:pP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&lt;name&gt;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&lt;type&gt;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&lt;param&gt;, …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32BA89"/>
                </a:solidFill>
                <a:latin typeface="Consolas" panose="020B0609020204030204" pitchFamily="49" charset="0"/>
              </a:rPr>
              <a:t>&lt;visibility&gt; &lt;mutability&gt; &lt;modifier&gt; </a:t>
            </a:r>
            <a:r>
              <a:rPr lang="en-GB" dirty="0">
                <a:solidFill>
                  <a:srgbClr val="28A745"/>
                </a:solidFill>
                <a:latin typeface="Consolas" panose="020B0609020204030204" pitchFamily="49" charset="0"/>
              </a:rPr>
              <a:t>returns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/>
              <a:t>&lt;types&gt;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Aft>
                <a:spcPts val="200"/>
              </a:spcAft>
              <a:buNone/>
            </a:pP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   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&lt;type&gt;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v1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0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Aft>
                <a:spcPts val="200"/>
              </a:spcAft>
            </a:pP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   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&lt;type&gt;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v2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 false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Aft>
                <a:spcPts val="200"/>
              </a:spcAft>
            </a:pPr>
            <a:r>
              <a:rPr lang="en-GB" dirty="0">
                <a:solidFill>
                  <a:srgbClr val="28A745"/>
                </a:solidFill>
                <a:latin typeface="Consolas" panose="020B0609020204030204" pitchFamily="49" charset="0"/>
              </a:rPr>
              <a:t>    return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3B445E"/>
                </a:solidFill>
                <a:latin typeface="Consolas" panose="020B0609020204030204" pitchFamily="49" charset="0"/>
              </a:rPr>
              <a:t>v1, v2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GB" dirty="0">
              <a:solidFill>
                <a:srgbClr val="3B445E"/>
              </a:solidFill>
              <a:latin typeface="Consolas" panose="020B0609020204030204" pitchFamily="49" charset="0"/>
            </a:endParaRPr>
          </a:p>
          <a:p>
            <a:pPr>
              <a:spcAft>
                <a:spcPts val="2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dirty="0">
              <a:solidFill>
                <a:srgbClr val="3B445E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353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D714-8AA7-1031-916E-96C5F8C6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39F561-221C-4717-5A02-4B68CA6E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597EE9-8CA1-A2AC-BCE4-37EEEA2FD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ADDF1F-53BF-BF04-6755-3D4B0474A4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 – Data Types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D9EEC2-B0E5-971B-2F7B-F18A179C9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4937B0-3EF6-3D49-3904-B52382123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4122-E486-7AFB-C42F-6774F29A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Boolean: defined with </a:t>
            </a:r>
            <a:r>
              <a:rPr lang="en-GB" sz="3400" i="1"/>
              <a:t>bool</a:t>
            </a:r>
            <a:r>
              <a:rPr lang="en-GB" sz="3400"/>
              <a:t> keyword as in any language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Integers: </a:t>
            </a:r>
            <a:r>
              <a:rPr lang="en-GB" sz="3400" i="1"/>
              <a:t>int</a:t>
            </a:r>
            <a:r>
              <a:rPr lang="en-GB" sz="3400"/>
              <a:t> (signed) and </a:t>
            </a:r>
            <a:r>
              <a:rPr lang="en-GB" sz="3400" i="1" err="1"/>
              <a:t>uint</a:t>
            </a:r>
            <a:r>
              <a:rPr lang="en-GB" sz="3400"/>
              <a:t> (unsigned) integers can vary in sizes. Keywords uint8 to uint256 (in steps of 8) can be conveniently defined.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Raw/Binary: defined with </a:t>
            </a:r>
            <a:r>
              <a:rPr lang="en-GB" sz="3400" i="1"/>
              <a:t>bytes</a:t>
            </a:r>
            <a:r>
              <a:rPr lang="en-GB" sz="3400"/>
              <a:t> keyword from 1 to 32 (e.g. bytes1, bytes24, …).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Address: defined with </a:t>
            </a:r>
            <a:r>
              <a:rPr lang="en-GB" sz="3400" i="1"/>
              <a:t>address</a:t>
            </a:r>
            <a:r>
              <a:rPr lang="en-GB" sz="3400"/>
              <a:t> keyword. It is a 20-byte value (size of an Ethereum address). It supports explicit conversion between uint160 and bytes20.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Enumerations: defined with </a:t>
            </a:r>
            <a:r>
              <a:rPr lang="en-GB" sz="3400" i="1" err="1"/>
              <a:t>enum</a:t>
            </a:r>
            <a:r>
              <a:rPr lang="en-GB" sz="3400"/>
              <a:t> keyword. They are used to name an integral constant for better readability.</a:t>
            </a:r>
          </a:p>
        </p:txBody>
      </p:sp>
    </p:spTree>
    <p:extLst>
      <p:ext uri="{BB962C8B-B14F-4D97-AF65-F5344CB8AC3E}">
        <p14:creationId xmlns:p14="http://schemas.microsoft.com/office/powerpoint/2010/main" val="40509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CD1CC-BB60-ADD7-87D3-F2DB73D7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0A9D4A-C3F6-A3B5-710B-5D44010F8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18B66B2-D9B6-2157-8E95-ED2576FA5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8AD06915-6714-556F-99A6-7ECAD16D69E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 – Reference Data Types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E03F360-29C2-3088-22E8-A899A6FAB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DCBA8D3-075F-863B-F7B9-9D8FE1B6B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733A7-2F5B-5102-F60C-D95ECF88062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Arrays: a sequence of values of same datatype, defined like:</a:t>
            </a:r>
            <a:br>
              <a:rPr lang="en-GB" sz="3400"/>
            </a:br>
            <a:r>
              <a:rPr lang="en-GB" sz="3400" i="1" err="1"/>
              <a:t>uint</a:t>
            </a:r>
            <a:r>
              <a:rPr lang="en-GB" sz="3400" i="1"/>
              <a:t>[5] array = [1, 2, 3];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Strings:</a:t>
            </a:r>
            <a:r>
              <a:rPr lang="en-GB" sz="3400" i="1"/>
              <a:t> </a:t>
            </a:r>
            <a:r>
              <a:rPr lang="en-GB" sz="3400"/>
              <a:t>A dynamic arrays of characters defined with </a:t>
            </a:r>
            <a:r>
              <a:rPr lang="en-GB" sz="3400" i="1"/>
              <a:t>string</a:t>
            </a:r>
            <a:r>
              <a:rPr lang="en-GB" sz="3400"/>
              <a:t> keyword.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Structure: defined with </a:t>
            </a:r>
            <a:r>
              <a:rPr lang="en-GB" sz="3400" i="1"/>
              <a:t>struct</a:t>
            </a:r>
            <a:r>
              <a:rPr lang="en-GB" sz="3400"/>
              <a:t> keyword. Structure is a group of different types. It is a reference type variable that can contain both value type and reference type.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Mapping: arguably the most useful reference type. It stores the data in a key-value pair where a key can be any value type (like a </a:t>
            </a:r>
            <a:r>
              <a:rPr lang="en-GB" sz="3400" err="1"/>
              <a:t>Hashtable</a:t>
            </a:r>
            <a:r>
              <a:rPr lang="en-GB" sz="3400"/>
              <a:t>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b="1" i="1"/>
              <a:t>DIY: Review (https://docs.soliditylang.org/en/latest/types.html)</a:t>
            </a:r>
          </a:p>
        </p:txBody>
      </p:sp>
    </p:spTree>
    <p:extLst>
      <p:ext uri="{BB962C8B-B14F-4D97-AF65-F5344CB8AC3E}">
        <p14:creationId xmlns:p14="http://schemas.microsoft.com/office/powerpoint/2010/main" val="85335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74EEB-EBC1-94A7-6546-75AAB902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603153-7FCE-9128-4F50-7771B270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E9BA5EF-166A-9E6C-9EDB-4EAB14767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BCD4E56-2725-9949-59AF-C9BAE2E2613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 – Variables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F8869F5-2529-6334-E90E-049FA6CF9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0F9E0AE-BD7A-70C4-126F-5F95934A2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9356-9B09-3E9C-887C-959CDEF6F2D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State variables: like class variables that are defined in the contract’s scope. They are permanently stored in the contract storage.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Local variables: these variables are within function scope, and it cannot be accessed outside. They are NOT stored permanently on contract storage.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Global variables: these variables provide transaction and blockchain details and can be accessed globally.</a:t>
            </a:r>
          </a:p>
        </p:txBody>
      </p:sp>
    </p:spTree>
    <p:extLst>
      <p:ext uri="{BB962C8B-B14F-4D97-AF65-F5344CB8AC3E}">
        <p14:creationId xmlns:p14="http://schemas.microsoft.com/office/powerpoint/2010/main" val="2847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DD53-F074-B394-E7C3-99605B47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B7BA301-D403-A8B6-5729-96F2C5F11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D0B3451-5557-BAB4-90E7-5863D77A5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58034A4-25D0-994E-4B48-51821EE32D7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 – Variables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7583E70-C681-AEF4-7DF4-8B6555E82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EC45A82-32DA-6F45-2F68-1964C2392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0EB199-7445-982A-75C1-6570D43E0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295145"/>
              </p:ext>
            </p:extLst>
          </p:nvPr>
        </p:nvGraphicFramePr>
        <p:xfrm>
          <a:off x="220384" y="1566696"/>
          <a:ext cx="11743016" cy="494380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92465">
                  <a:extLst>
                    <a:ext uri="{9D8B030D-6E8A-4147-A177-3AD203B41FA5}">
                      <a16:colId xmlns:a16="http://schemas.microsoft.com/office/drawing/2014/main" val="3533262969"/>
                    </a:ext>
                  </a:extLst>
                </a:gridCol>
                <a:gridCol w="3746162">
                  <a:extLst>
                    <a:ext uri="{9D8B030D-6E8A-4147-A177-3AD203B41FA5}">
                      <a16:colId xmlns:a16="http://schemas.microsoft.com/office/drawing/2014/main" val="802452003"/>
                    </a:ext>
                  </a:extLst>
                </a:gridCol>
                <a:gridCol w="2065106">
                  <a:extLst>
                    <a:ext uri="{9D8B030D-6E8A-4147-A177-3AD203B41FA5}">
                      <a16:colId xmlns:a16="http://schemas.microsoft.com/office/drawing/2014/main" val="1317016812"/>
                    </a:ext>
                  </a:extLst>
                </a:gridCol>
                <a:gridCol w="3939283">
                  <a:extLst>
                    <a:ext uri="{9D8B030D-6E8A-4147-A177-3AD203B41FA5}">
                      <a16:colId xmlns:a16="http://schemas.microsoft.com/office/drawing/2014/main" val="1241399827"/>
                    </a:ext>
                  </a:extLst>
                </a:gridCol>
              </a:tblGrid>
              <a:tr h="1675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1" u="none" strike="noStrike">
                          <a:effectLst/>
                        </a:rPr>
                        <a:t>Global Variable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1" u="none" strike="noStrike">
                          <a:effectLst/>
                        </a:rPr>
                        <a:t>Return value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1" u="none" strike="noStrike">
                          <a:effectLst/>
                        </a:rPr>
                        <a:t>Global Variable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b="1" u="none" strike="noStrike">
                          <a:effectLst/>
                        </a:rPr>
                        <a:t>Return value</a:t>
                      </a:r>
                      <a:endParaRPr lang="en-GB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3155154281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Blockhash</a:t>
                      </a:r>
                      <a:r>
                        <a:rPr lang="en-GB" sz="2000" u="none" strike="noStrike">
                          <a:effectLst/>
                        </a:rPr>
                        <a:t> (</a:t>
                      </a:r>
                      <a:r>
                        <a:rPr lang="en-GB" sz="2000" u="none" strike="noStrike" err="1">
                          <a:effectLst/>
                        </a:rPr>
                        <a:t>uint</a:t>
                      </a:r>
                      <a:r>
                        <a:rPr lang="en-GB" sz="2000" u="none" strike="noStrike">
                          <a:effectLst/>
                        </a:rPr>
                        <a:t> </a:t>
                      </a:r>
                      <a:r>
                        <a:rPr lang="en-GB" sz="2000" u="none" strike="noStrike" err="1">
                          <a:effectLst/>
                        </a:rPr>
                        <a:t>blockNumber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Hash of a given block, works for only 256 most recent transactions excluding current blocks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msg.data</a:t>
                      </a:r>
                      <a:r>
                        <a:rPr lang="en-GB" sz="2000" u="none" strike="noStrike">
                          <a:effectLst/>
                        </a:rPr>
                        <a:t> (bytes </a:t>
                      </a:r>
                      <a:r>
                        <a:rPr lang="en-GB" sz="2000" u="none" strike="noStrike" err="1">
                          <a:effectLst/>
                        </a:rPr>
                        <a:t>calldata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Complete call data of block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3353431297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block.coinbase</a:t>
                      </a:r>
                      <a:r>
                        <a:rPr lang="en-GB" sz="2000" u="none" strike="noStrike">
                          <a:effectLst/>
                        </a:rPr>
                        <a:t> (address payable)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Address of current blocks miner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msg.sender</a:t>
                      </a:r>
                      <a:r>
                        <a:rPr lang="en-GB" sz="2000" u="none" strike="noStrike">
                          <a:effectLst/>
                        </a:rPr>
                        <a:t> (address payable)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The sender of message i.e. current caller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1868430091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block.difficulty</a:t>
                      </a:r>
                      <a:r>
                        <a:rPr lang="en-GB" sz="2000" u="none" strike="noStrike">
                          <a:effectLst/>
                        </a:rPr>
                        <a:t> (</a:t>
                      </a:r>
                      <a:r>
                        <a:rPr lang="en-GB" sz="2000" u="none" strike="noStrike" err="1">
                          <a:effectLst/>
                        </a:rPr>
                        <a:t>uint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The difficulty of the current block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msg.sig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First four bytes of call data i.e. function identifier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895382076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block.gaslimit</a:t>
                      </a:r>
                      <a:r>
                        <a:rPr lang="en-GB" sz="2000" u="none" strike="noStrike">
                          <a:effectLst/>
                        </a:rPr>
                        <a:t> (</a:t>
                      </a:r>
                      <a:r>
                        <a:rPr lang="en-GB" sz="2000" u="none" strike="noStrike" err="1">
                          <a:effectLst/>
                        </a:rPr>
                        <a:t>uint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Gaslimit of the current block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msg.value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Amount of Wei sent with a message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3066457869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block.number</a:t>
                      </a:r>
                      <a:r>
                        <a:rPr lang="en-GB" sz="2000" u="none" strike="noStrike">
                          <a:effectLst/>
                        </a:rPr>
                        <a:t> (</a:t>
                      </a:r>
                      <a:r>
                        <a:rPr lang="en-GB" sz="2000" u="none" strike="noStrike" err="1">
                          <a:effectLst/>
                        </a:rPr>
                        <a:t>uint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Block number of the current block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Now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The timestamp of the current block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898014186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block.timestamp</a:t>
                      </a:r>
                      <a:r>
                        <a:rPr lang="en-GB" sz="2000" u="none" strike="noStrike">
                          <a:effectLst/>
                        </a:rPr>
                        <a:t> (</a:t>
                      </a:r>
                      <a:r>
                        <a:rPr lang="en-GB" sz="2000" u="none" strike="noStrike" err="1">
                          <a:effectLst/>
                        </a:rPr>
                        <a:t>uint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The timestamp of the current block as seconds since Unix epoch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tx.gasprice</a:t>
                      </a:r>
                      <a:r>
                        <a:rPr lang="en-GB" sz="2000" u="none" strike="noStrike">
                          <a:effectLst/>
                        </a:rPr>
                        <a:t> (</a:t>
                      </a:r>
                      <a:r>
                        <a:rPr lang="en-GB" sz="2000" u="none" strike="noStrike" err="1">
                          <a:effectLst/>
                        </a:rPr>
                        <a:t>uint</a:t>
                      </a:r>
                      <a:r>
                        <a:rPr lang="en-GB" sz="2000" u="none" strike="noStrike">
                          <a:effectLst/>
                        </a:rPr>
                        <a:t>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Price of gas for the transaction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739503874"/>
                  </a:ext>
                </a:extLst>
              </a:tr>
              <a:tr h="16751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gasleft</a:t>
                      </a:r>
                      <a:r>
                        <a:rPr lang="en-GB" sz="2000" u="none" strike="noStrike">
                          <a:effectLst/>
                        </a:rPr>
                        <a:t>()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Amount of gas left in uint256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2000" u="none" strike="noStrike" err="1">
                          <a:effectLst/>
                        </a:rPr>
                        <a:t>tx.origin</a:t>
                      </a:r>
                      <a:r>
                        <a:rPr lang="en-GB" sz="2000" u="none" strike="noStrike">
                          <a:effectLst/>
                        </a:rPr>
                        <a:t> (address payable)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2000" u="none" strike="noStrike">
                          <a:effectLst/>
                        </a:rPr>
                        <a:t>Transaction sender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376" marR="8376" marT="8376" marB="0" anchor="b"/>
                </a:tc>
                <a:extLst>
                  <a:ext uri="{0D108BD9-81ED-4DB2-BD59-A6C34878D82A}">
                    <a16:rowId xmlns:a16="http://schemas.microsoft.com/office/drawing/2014/main" val="2170746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08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AF13-C4F5-9F67-CA1C-791F2C5C1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E52BF6-34C2-A82F-8157-21A70FBC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2AA4917-CBCD-F3FD-8EC2-184285B83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15EFDC8-4FEA-3A43-82D8-1D3C77B78C7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 – Access Modifiers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60F835C-699E-56C7-EB50-1CE02ED0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64ACEF6-BC50-4A91-AD2E-9BCC70FA6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3AB-6264-DDD4-82BF-07A896A3995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274126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Access modifiers d</a:t>
            </a:r>
            <a:r>
              <a:rPr lang="en-GB" sz="3200"/>
              <a:t>efine the scope within which the variable/function can be accessed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/>
              <a:t>Public: accessible within the contract and by external contracts as well.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/>
              <a:t>Private: only accessible within the contract they are defined in.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/>
              <a:t>Internal: accessible within the contract they are defined in and derived from contracts.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000"/>
              <a:t>External: only callable from external contracts.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344B3E-F162-B23A-61A4-5DB22C441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960216"/>
              </p:ext>
            </p:extLst>
          </p:nvPr>
        </p:nvGraphicFramePr>
        <p:xfrm>
          <a:off x="595313" y="4273853"/>
          <a:ext cx="10988675" cy="210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97735">
                  <a:extLst>
                    <a:ext uri="{9D8B030D-6E8A-4147-A177-3AD203B41FA5}">
                      <a16:colId xmlns:a16="http://schemas.microsoft.com/office/drawing/2014/main" val="1920986353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1530614611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1879694428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3580311049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18923038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Modifier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Callable by same 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Callable by derived contracts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Callable externally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Getter auto-created for variables?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8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public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6157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external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 (</a:t>
                      </a:r>
                      <a:r>
                        <a:rPr lang="en-GB"/>
                        <a:t>except via this)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 (</a:t>
                      </a:r>
                      <a:r>
                        <a:rPr lang="en-GB"/>
                        <a:t>except via this)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335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internal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617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private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54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05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9EC0-FF87-F8B7-6531-6F08202B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33C8B11-0CA7-0E71-A5ED-FED1837B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EFFD5AA-07D7-472B-4A92-E835B050A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940263C-AA82-F713-8772-84638955A38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 – Comments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2737E26-C4BB-1D5F-A777-2BF332B2C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A059348-7E77-1E6C-9166-3FABE427F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D9665-ED6D-C818-7E53-8BB6B67B35F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10273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Comments are highly important in Smart contract. They are used by various tools to learn about the contract’s metadata.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827CC5-A5B3-72AB-FF55-1248BF5196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128619"/>
              </p:ext>
            </p:extLst>
          </p:nvPr>
        </p:nvGraphicFramePr>
        <p:xfrm>
          <a:off x="591937" y="2635322"/>
          <a:ext cx="10988676" cy="37414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5492">
                  <a:extLst>
                    <a:ext uri="{9D8B030D-6E8A-4147-A177-3AD203B41FA5}">
                      <a16:colId xmlns:a16="http://schemas.microsoft.com/office/drawing/2014/main" val="434203548"/>
                    </a:ext>
                  </a:extLst>
                </a:gridCol>
                <a:gridCol w="6256962">
                  <a:extLst>
                    <a:ext uri="{9D8B030D-6E8A-4147-A177-3AD203B41FA5}">
                      <a16:colId xmlns:a16="http://schemas.microsoft.com/office/drawing/2014/main" val="4042683884"/>
                    </a:ext>
                  </a:extLst>
                </a:gridCol>
                <a:gridCol w="3546222">
                  <a:extLst>
                    <a:ext uri="{9D8B030D-6E8A-4147-A177-3AD203B41FA5}">
                      <a16:colId xmlns:a16="http://schemas.microsoft.com/office/drawing/2014/main" val="3289385032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GB" sz="2000" b="1">
                          <a:effectLst/>
                        </a:rPr>
                        <a:t>Tag</a:t>
                      </a: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sz="2000" b="1">
                          <a:effectLst/>
                        </a:rPr>
                        <a:t>Description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GB" sz="2000" b="1">
                          <a:effectLst/>
                        </a:rPr>
                        <a:t>Used before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1340731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>
                          <a:effectLst/>
                        </a:rPr>
                        <a:t>@dev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0">
                          <a:effectLst/>
                        </a:rPr>
                        <a:t>It is a developer's comment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>
                          <a:effectLst/>
                        </a:rPr>
                        <a:t>functions, contracts, and </a:t>
                      </a:r>
                      <a:r>
                        <a:rPr lang="en-GB" sz="1800" b="0" err="1">
                          <a:effectLst/>
                        </a:rPr>
                        <a:t>enums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4819366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>
                          <a:effectLst/>
                        </a:rPr>
                        <a:t>@notice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0">
                          <a:effectLst/>
                        </a:rPr>
                        <a:t>It is high-level information about a particular function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>
                          <a:effectLst/>
                        </a:rPr>
                        <a:t>functions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22218124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>
                          <a:effectLst/>
                        </a:rPr>
                        <a:t>@param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0">
                          <a:effectLst/>
                        </a:rPr>
                        <a:t>It is the description of a function parameter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>
                          <a:effectLst/>
                        </a:rPr>
                        <a:t>function parameters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53515186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>
                          <a:effectLst/>
                        </a:rPr>
                        <a:t>@return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0">
                          <a:effectLst/>
                        </a:rPr>
                        <a:t>It is the description of a function return value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>
                          <a:effectLst/>
                        </a:rPr>
                        <a:t>functions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880838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>
                          <a:effectLst/>
                        </a:rPr>
                        <a:t>@title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0">
                          <a:effectLst/>
                        </a:rPr>
                        <a:t>It is the title of a contract or library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>
                          <a:effectLst/>
                        </a:rPr>
                        <a:t>contract or library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5961901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1">
                          <a:effectLst/>
                        </a:rPr>
                        <a:t>@author</a:t>
                      </a:r>
                      <a:endParaRPr lang="en-GB" sz="1800" b="0">
                        <a:effectLst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800" b="0">
                          <a:effectLst/>
                        </a:rPr>
                        <a:t>It is the name/address of the account who wrote the contract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800" b="0">
                          <a:effectLst/>
                        </a:rPr>
                        <a:t>contracts</a:t>
                      </a: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490559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94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F987-BF1E-475D-B251-5A2A798D8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A652479-D94A-2EC7-B2ED-42614710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76BAE79-111F-6B2B-1D0B-B61203EB4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7010A91-728C-DA13-AE04-0588ADCACBE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Remix IDE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83B506A-2A0B-83C5-16E7-47E9D2619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CDD7DF5E-A11A-93EB-3C2A-1FF060B15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CD418-4522-865F-6DC3-485293B0F0F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 first contract was written, deployed and run in a bare-metal fashion.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It was essential to understand the underlying process of Solidity programs.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We now jump to a modern IDE, purpose-built for Solidity.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Remix is a web-based IDE that can also be run on your OS’s desktop.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Download/Launch the Remix IDE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GB" sz="3400" i="1"/>
              <a:t>Switch to IDE Demo</a:t>
            </a:r>
          </a:p>
        </p:txBody>
      </p:sp>
    </p:spTree>
    <p:extLst>
      <p:ext uri="{BB962C8B-B14F-4D97-AF65-F5344CB8AC3E}">
        <p14:creationId xmlns:p14="http://schemas.microsoft.com/office/powerpoint/2010/main" val="133334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5411-99BF-E3D4-93BE-C216171D3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4C94D4E-8740-D22F-469D-83A63453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5E98075-E371-C9B3-2DA1-5BFCB73E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14D1267-25D6-88CD-4B86-80BE394B5AF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ABI and Bytecode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6ADADB9-B957-9B4F-8D4E-3065AE6CC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3234E58-BEAF-5835-1485-C16B42B7D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78A3F-B777-A6A2-6BDA-A17AB55FCF8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When a Smart contract is compiled, the compiler produces: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Bytecode: machine code, similar to any high-level language bytecode.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ABI (Application Binary Interface): JSON object containing metadata of smart contract’s accessible variables and functions.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ABIs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Determine how to call functions in a smart contract and get the output.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Allow one smart contract to interact with another.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Programs like Remix, Dapps, Web3 library have no way of knowing how to call variables and functions without ABIs.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Bytecode is stored on-chain, while ABIs are stored off-chain.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Once Bytecode receives data, it will execute the right functions if the ABI matches the expected signatures and data types.</a:t>
            </a:r>
          </a:p>
        </p:txBody>
      </p:sp>
    </p:spTree>
    <p:extLst>
      <p:ext uri="{BB962C8B-B14F-4D97-AF65-F5344CB8AC3E}">
        <p14:creationId xmlns:p14="http://schemas.microsoft.com/office/powerpoint/2010/main" val="11823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B9A3-DDF0-A96F-AA66-115F1D89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0994548-5998-55BF-FCA8-27DFFD46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400C440-AFC4-284C-67A9-3500ABA77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6ABF0A6-EC46-B1C3-8FD9-18BF0B427A5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ABI and Bytecode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323DA7D-D153-0D6D-FD66-B16147F06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1A4C64D-39EB-88A3-0DFC-511E6E97D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35E64-F7CD-FD4F-DA2C-9A56258234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3400"/>
                  <a:t>Example: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function fun(uint32 </a:t>
                </a:r>
                <a:r>
                  <a:rPr lang="en-GB" sz="28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num</a:t>
                </a:r>
                <a:r>
                  <a:rPr lang="en-GB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, bool flag) returns (bool out) {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	return flag || </a:t>
                </a:r>
                <a:r>
                  <a:rPr lang="en-GB" sz="28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num</a:t>
                </a:r>
                <a:r>
                  <a:rPr lang="en-GB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 % 2;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sz="280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When the above function is called with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𝑛𝑢𝑚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GB" sz="3400"/>
                  <a:t> and </a:t>
                </a: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𝑓𝑙𝑎𝑔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r>
                  <a:rPr lang="en-GB" sz="3400"/>
                  <a:t>, we pass 68 bytes of data: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/>
                  <a:t>Function selector: first 4 bytes of Keccak-256 hash of function signature fun(uint32, bool)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/>
                  <a:t>First parameter uint32 – 32 bytes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/>
                  <a:t>Second parameter bool – 32 bytes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These 68 bytes are specified in the “data” field of transaction.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GB" sz="32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35E64-F7CD-FD4F-DA2C-9A5625823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90" t="-2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039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7777-3833-0AFE-8A59-400EFBB5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0C62A18-AD20-8C20-1466-20718CBB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5367F48-0B7F-19FE-37F5-8491A1ED8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E19CB4A-6911-C796-53E2-9B77BE8FCA3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Examples – Simple Voter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6808A6E-2BDE-B422-30A4-AE3C9D863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1BF6613-7580-F2CD-2BE9-A76CB967D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7FAD-7304-CA63-7F40-8A5FCBDAE60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Write a Solidity smart contract that allows students to vote to provide Lecture feedback from 3 fixed options: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0 = Unsatisfactory; 1 = No opinion; 2 = Satisfactory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Each address can only vote once.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Students should be able to view the current vote count and cast their vote by specifying the option.</a:t>
            </a:r>
          </a:p>
        </p:txBody>
      </p:sp>
    </p:spTree>
    <p:extLst>
      <p:ext uri="{BB962C8B-B14F-4D97-AF65-F5344CB8AC3E}">
        <p14:creationId xmlns:p14="http://schemas.microsoft.com/office/powerpoint/2010/main" val="4085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802</TotalTime>
  <Words>1507</Words>
  <Application>Microsoft Macintosh PowerPoint</Application>
  <PresentationFormat>Widescreen</PresentationFormat>
  <Paragraphs>209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 Narrow</vt:lpstr>
      <vt:lpstr>Arial</vt:lpstr>
      <vt:lpstr>Biome Light</vt:lpstr>
      <vt:lpstr>Calibri</vt:lpstr>
      <vt:lpstr>Calibri Light</vt:lpstr>
      <vt:lpstr>Cambria Math</vt:lpstr>
      <vt:lpstr>Consolas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2025-11-08T13:46:32Z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