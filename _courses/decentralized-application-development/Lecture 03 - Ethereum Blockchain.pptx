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03" r:id="rId5"/>
    <p:sldId id="2462" r:id="rId6"/>
    <p:sldId id="2543" r:id="rId7"/>
    <p:sldId id="2562" r:id="rId8"/>
    <p:sldId id="2547" r:id="rId9"/>
    <p:sldId id="2549" r:id="rId10"/>
    <p:sldId id="2550" r:id="rId11"/>
    <p:sldId id="2551" r:id="rId12"/>
    <p:sldId id="2552" r:id="rId13"/>
    <p:sldId id="2554" r:id="rId14"/>
    <p:sldId id="2553" r:id="rId15"/>
    <p:sldId id="2559" r:id="rId16"/>
    <p:sldId id="2560" r:id="rId17"/>
    <p:sldId id="2548" r:id="rId18"/>
    <p:sldId id="243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D5CE40-CDAF-4261-B9E5-24D0F9F11812}" v="15" dt="2025-10-30T07:26:29.1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2" autoAdjust="0"/>
    <p:restoredTop sz="91568" autoAdjust="0"/>
  </p:normalViewPr>
  <p:slideViewPr>
    <p:cSldViewPr snapToGrid="0">
      <p:cViewPr varScale="1">
        <p:scale>
          <a:sx n="93" d="100"/>
          <a:sy n="93" d="100"/>
        </p:scale>
        <p:origin x="1380" y="306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0FDD8DE3-F1AE-4516-94DB-A1902CE94C41}"/>
    <pc:docChg chg="undo custSel addSld delSld modSld sldOrd">
      <pc:chgData name="Owais Ahmed" userId="6abc7d4556b3b071" providerId="LiveId" clId="{0FDD8DE3-F1AE-4516-94DB-A1902CE94C41}" dt="2023-03-02T06:18:36.400" v="3919" actId="20577"/>
      <pc:docMkLst>
        <pc:docMk/>
      </pc:docMkLst>
      <pc:sldChg chg="del">
        <pc:chgData name="Owais Ahmed" userId="6abc7d4556b3b071" providerId="LiveId" clId="{0FDD8DE3-F1AE-4516-94DB-A1902CE94C41}" dt="2023-03-02T04:27:58.588" v="0" actId="47"/>
        <pc:sldMkLst>
          <pc:docMk/>
          <pc:sldMk cId="1287457047" sldId="522"/>
        </pc:sldMkLst>
      </pc:sldChg>
      <pc:sldChg chg="modSp mod">
        <pc:chgData name="Owais Ahmed" userId="6abc7d4556b3b071" providerId="LiveId" clId="{0FDD8DE3-F1AE-4516-94DB-A1902CE94C41}" dt="2023-03-02T04:34:37.750" v="253" actId="20577"/>
        <pc:sldMkLst>
          <pc:docMk/>
          <pc:sldMk cId="1649098948" sldId="2462"/>
        </pc:sldMkLst>
      </pc:sldChg>
      <pc:sldChg chg="modSp add del mod modAnim modNotesTx">
        <pc:chgData name="Owais Ahmed" userId="6abc7d4556b3b071" providerId="LiveId" clId="{0FDD8DE3-F1AE-4516-94DB-A1902CE94C41}" dt="2023-03-02T04:56:35.318" v="824" actId="20577"/>
        <pc:sldMkLst>
          <pc:docMk/>
          <pc:sldMk cId="641030253" sldId="2479"/>
        </pc:sldMkLst>
      </pc:sldChg>
      <pc:sldChg chg="addSp delSp modSp add mod addAnim delAnim modAnim">
        <pc:chgData name="Owais Ahmed" userId="6abc7d4556b3b071" providerId="LiveId" clId="{0FDD8DE3-F1AE-4516-94DB-A1902CE94C41}" dt="2023-03-02T05:02:47.390" v="1015" actId="20577"/>
        <pc:sldMkLst>
          <pc:docMk/>
          <pc:sldMk cId="33298473" sldId="2480"/>
        </pc:sldMkLst>
      </pc:sldChg>
      <pc:sldChg chg="addSp delSp modSp add mod">
        <pc:chgData name="Owais Ahmed" userId="6abc7d4556b3b071" providerId="LiveId" clId="{0FDD8DE3-F1AE-4516-94DB-A1902CE94C41}" dt="2023-03-02T05:04:45.391" v="1131" actId="20577"/>
        <pc:sldMkLst>
          <pc:docMk/>
          <pc:sldMk cId="2242574499" sldId="2481"/>
        </pc:sldMkLst>
      </pc:sldChg>
      <pc:sldChg chg="addSp delSp modSp add mod modAnim">
        <pc:chgData name="Owais Ahmed" userId="6abc7d4556b3b071" providerId="LiveId" clId="{0FDD8DE3-F1AE-4516-94DB-A1902CE94C41}" dt="2023-03-02T05:07:54.229" v="1274"/>
        <pc:sldMkLst>
          <pc:docMk/>
          <pc:sldMk cId="3554497857" sldId="2482"/>
        </pc:sldMkLst>
      </pc:sldChg>
      <pc:sldChg chg="addSp delSp modSp add mod modAnim">
        <pc:chgData name="Owais Ahmed" userId="6abc7d4556b3b071" providerId="LiveId" clId="{0FDD8DE3-F1AE-4516-94DB-A1902CE94C41}" dt="2023-03-02T05:12:04.645" v="1365" actId="20577"/>
        <pc:sldMkLst>
          <pc:docMk/>
          <pc:sldMk cId="677534828" sldId="2483"/>
        </pc:sldMkLst>
      </pc:sldChg>
      <pc:sldChg chg="addSp delSp modSp add mod">
        <pc:chgData name="Owais Ahmed" userId="6abc7d4556b3b071" providerId="LiveId" clId="{0FDD8DE3-F1AE-4516-94DB-A1902CE94C41}" dt="2023-03-02T05:19:22.243" v="1681" actId="20577"/>
        <pc:sldMkLst>
          <pc:docMk/>
          <pc:sldMk cId="278977406" sldId="2484"/>
        </pc:sldMkLst>
      </pc:sldChg>
      <pc:sldChg chg="add del">
        <pc:chgData name="Owais Ahmed" userId="6abc7d4556b3b071" providerId="LiveId" clId="{0FDD8DE3-F1AE-4516-94DB-A1902CE94C41}" dt="2023-03-02T04:35:20.256" v="256" actId="47"/>
        <pc:sldMkLst>
          <pc:docMk/>
          <pc:sldMk cId="2426892836" sldId="2485"/>
        </pc:sldMkLst>
      </pc:sldChg>
      <pc:sldChg chg="delSp modSp add mod modAnim">
        <pc:chgData name="Owais Ahmed" userId="6abc7d4556b3b071" providerId="LiveId" clId="{0FDD8DE3-F1AE-4516-94DB-A1902CE94C41}" dt="2023-03-02T05:33:14.169" v="1944" actId="20577"/>
        <pc:sldMkLst>
          <pc:docMk/>
          <pc:sldMk cId="2995985000" sldId="2485"/>
        </pc:sldMkLst>
      </pc:sldChg>
      <pc:sldChg chg="modSp add mod modAnim">
        <pc:chgData name="Owais Ahmed" userId="6abc7d4556b3b071" providerId="LiveId" clId="{0FDD8DE3-F1AE-4516-94DB-A1902CE94C41}" dt="2023-03-02T05:36:18.701" v="2006" actId="20577"/>
        <pc:sldMkLst>
          <pc:docMk/>
          <pc:sldMk cId="1088870247" sldId="2486"/>
        </pc:sldMkLst>
      </pc:sldChg>
      <pc:sldChg chg="del">
        <pc:chgData name="Owais Ahmed" userId="6abc7d4556b3b071" providerId="LiveId" clId="{0FDD8DE3-F1AE-4516-94DB-A1902CE94C41}" dt="2023-03-02T04:35:18.933" v="254" actId="47"/>
        <pc:sldMkLst>
          <pc:docMk/>
          <pc:sldMk cId="3132224988" sldId="2486"/>
        </pc:sldMkLst>
      </pc:sldChg>
      <pc:sldChg chg="addSp modSp add mod ord modAnim modNotesTx">
        <pc:chgData name="Owais Ahmed" userId="6abc7d4556b3b071" providerId="LiveId" clId="{0FDD8DE3-F1AE-4516-94DB-A1902CE94C41}" dt="2023-03-02T05:44:54.853" v="2642" actId="20577"/>
        <pc:sldMkLst>
          <pc:docMk/>
          <pc:sldMk cId="1653736541" sldId="2487"/>
        </pc:sldMkLst>
      </pc:sldChg>
      <pc:sldChg chg="add del">
        <pc:chgData name="Owais Ahmed" userId="6abc7d4556b3b071" providerId="LiveId" clId="{0FDD8DE3-F1AE-4516-94DB-A1902CE94C41}" dt="2023-03-02T05:39:42.723" v="2008" actId="2890"/>
        <pc:sldMkLst>
          <pc:docMk/>
          <pc:sldMk cId="1743220608" sldId="2487"/>
        </pc:sldMkLst>
      </pc:sldChg>
      <pc:sldChg chg="addSp modSp add mod ord modAnim">
        <pc:chgData name="Owais Ahmed" userId="6abc7d4556b3b071" providerId="LiveId" clId="{0FDD8DE3-F1AE-4516-94DB-A1902CE94C41}" dt="2023-03-02T05:49:25.027" v="2865"/>
        <pc:sldMkLst>
          <pc:docMk/>
          <pc:sldMk cId="633565940" sldId="2488"/>
        </pc:sldMkLst>
      </pc:sldChg>
      <pc:sldChg chg="add del">
        <pc:chgData name="Owais Ahmed" userId="6abc7d4556b3b071" providerId="LiveId" clId="{0FDD8DE3-F1AE-4516-94DB-A1902CE94C41}" dt="2023-03-02T04:35:19.865" v="255" actId="47"/>
        <pc:sldMkLst>
          <pc:docMk/>
          <pc:sldMk cId="918376006" sldId="2488"/>
        </pc:sldMkLst>
      </pc:sldChg>
      <pc:sldChg chg="add del">
        <pc:chgData name="Owais Ahmed" userId="6abc7d4556b3b071" providerId="LiveId" clId="{0FDD8DE3-F1AE-4516-94DB-A1902CE94C41}" dt="2023-03-02T05:49:58.669" v="2867" actId="2890"/>
        <pc:sldMkLst>
          <pc:docMk/>
          <pc:sldMk cId="1383689140" sldId="2489"/>
        </pc:sldMkLst>
      </pc:sldChg>
      <pc:sldChg chg="del">
        <pc:chgData name="Owais Ahmed" userId="6abc7d4556b3b071" providerId="LiveId" clId="{0FDD8DE3-F1AE-4516-94DB-A1902CE94C41}" dt="2023-03-02T04:35:21.399" v="257" actId="47"/>
        <pc:sldMkLst>
          <pc:docMk/>
          <pc:sldMk cId="3454217637" sldId="2489"/>
        </pc:sldMkLst>
      </pc:sldChg>
      <pc:sldChg chg="addSp delSp modSp add mod ord delAnim modAnim modNotesTx">
        <pc:chgData name="Owais Ahmed" userId="6abc7d4556b3b071" providerId="LiveId" clId="{0FDD8DE3-F1AE-4516-94DB-A1902CE94C41}" dt="2023-03-02T06:09:59.743" v="3278" actId="20577"/>
        <pc:sldMkLst>
          <pc:docMk/>
          <pc:sldMk cId="4108314565" sldId="2489"/>
        </pc:sldMkLst>
      </pc:sldChg>
      <pc:sldChg chg="addSp delSp modSp add mod modAnim modNotesTx">
        <pc:chgData name="Owais Ahmed" userId="6abc7d4556b3b071" providerId="LiveId" clId="{0FDD8DE3-F1AE-4516-94DB-A1902CE94C41}" dt="2023-03-02T06:15:51.487" v="3719" actId="20577"/>
        <pc:sldMkLst>
          <pc:docMk/>
          <pc:sldMk cId="768465522" sldId="2490"/>
        </pc:sldMkLst>
      </pc:sldChg>
      <pc:sldChg chg="del">
        <pc:chgData name="Owais Ahmed" userId="6abc7d4556b3b071" providerId="LiveId" clId="{0FDD8DE3-F1AE-4516-94DB-A1902CE94C41}" dt="2023-03-02T04:35:21.935" v="258" actId="47"/>
        <pc:sldMkLst>
          <pc:docMk/>
          <pc:sldMk cId="3828703945" sldId="2490"/>
        </pc:sldMkLst>
      </pc:sldChg>
      <pc:sldChg chg="del">
        <pc:chgData name="Owais Ahmed" userId="6abc7d4556b3b071" providerId="LiveId" clId="{0FDD8DE3-F1AE-4516-94DB-A1902CE94C41}" dt="2023-03-02T04:35:23.076" v="259" actId="47"/>
        <pc:sldMkLst>
          <pc:docMk/>
          <pc:sldMk cId="1696537967" sldId="2491"/>
        </pc:sldMkLst>
      </pc:sldChg>
      <pc:sldChg chg="modSp add modAnim">
        <pc:chgData name="Owais Ahmed" userId="6abc7d4556b3b071" providerId="LiveId" clId="{0FDD8DE3-F1AE-4516-94DB-A1902CE94C41}" dt="2023-03-02T06:18:36.400" v="3919" actId="20577"/>
        <pc:sldMkLst>
          <pc:docMk/>
          <pc:sldMk cId="3640078836" sldId="2491"/>
        </pc:sldMkLst>
      </pc:sldChg>
    </pc:docChg>
  </pc:docChgLst>
  <pc:docChgLst>
    <pc:chgData name="Owais Ahmed" userId="6abc7d4556b3b071" providerId="LiveId" clId="{959CB1E4-7D39-42F6-A5DB-453F49955B70}"/>
    <pc:docChg chg="undo custSel addSld delSld modSld sldOrd">
      <pc:chgData name="Owais Ahmed" userId="6abc7d4556b3b071" providerId="LiveId" clId="{959CB1E4-7D39-42F6-A5DB-453F49955B70}" dt="2023-07-14T08:28:26.770" v="3534" actId="20577"/>
      <pc:docMkLst>
        <pc:docMk/>
      </pc:docMkLst>
      <pc:sldChg chg="del">
        <pc:chgData name="Owais Ahmed" userId="6abc7d4556b3b071" providerId="LiveId" clId="{959CB1E4-7D39-42F6-A5DB-453F49955B70}" dt="2023-07-13T10:27:49.217" v="1" actId="47"/>
        <pc:sldMkLst>
          <pc:docMk/>
          <pc:sldMk cId="3927832306" sldId="2448"/>
        </pc:sldMkLst>
      </pc:sldChg>
      <pc:sldChg chg="modSp mod">
        <pc:chgData name="Owais Ahmed" userId="6abc7d4556b3b071" providerId="LiveId" clId="{959CB1E4-7D39-42F6-A5DB-453F49955B70}" dt="2023-07-14T07:29:02.406" v="226" actId="20577"/>
        <pc:sldMkLst>
          <pc:docMk/>
          <pc:sldMk cId="1649098948" sldId="2462"/>
        </pc:sldMkLst>
      </pc:sldChg>
      <pc:sldChg chg="modSp mod modAnim">
        <pc:chgData name="Owais Ahmed" userId="6abc7d4556b3b071" providerId="LiveId" clId="{959CB1E4-7D39-42F6-A5DB-453F49955B70}" dt="2023-07-14T07:14:24.888" v="95" actId="20577"/>
        <pc:sldMkLst>
          <pc:docMk/>
          <pc:sldMk cId="641030253" sldId="2479"/>
        </pc:sldMkLst>
      </pc:sldChg>
      <pc:sldChg chg="del">
        <pc:chgData name="Owais Ahmed" userId="6abc7d4556b3b071" providerId="LiveId" clId="{959CB1E4-7D39-42F6-A5DB-453F49955B70}" dt="2023-07-14T04:07:12.824" v="2" actId="47"/>
        <pc:sldMkLst>
          <pc:docMk/>
          <pc:sldMk cId="33298473" sldId="2480"/>
        </pc:sldMkLst>
      </pc:sldChg>
      <pc:sldChg chg="del">
        <pc:chgData name="Owais Ahmed" userId="6abc7d4556b3b071" providerId="LiveId" clId="{959CB1E4-7D39-42F6-A5DB-453F49955B70}" dt="2023-07-14T04:07:13.027" v="3" actId="47"/>
        <pc:sldMkLst>
          <pc:docMk/>
          <pc:sldMk cId="2242574499" sldId="2481"/>
        </pc:sldMkLst>
      </pc:sldChg>
      <pc:sldChg chg="del">
        <pc:chgData name="Owais Ahmed" userId="6abc7d4556b3b071" providerId="LiveId" clId="{959CB1E4-7D39-42F6-A5DB-453F49955B70}" dt="2023-07-14T04:07:13.238" v="4" actId="47"/>
        <pc:sldMkLst>
          <pc:docMk/>
          <pc:sldMk cId="3554497857" sldId="2482"/>
        </pc:sldMkLst>
      </pc:sldChg>
      <pc:sldChg chg="del">
        <pc:chgData name="Owais Ahmed" userId="6abc7d4556b3b071" providerId="LiveId" clId="{959CB1E4-7D39-42F6-A5DB-453F49955B70}" dt="2023-07-14T04:07:13.487" v="5" actId="47"/>
        <pc:sldMkLst>
          <pc:docMk/>
          <pc:sldMk cId="677534828" sldId="2483"/>
        </pc:sldMkLst>
      </pc:sldChg>
      <pc:sldChg chg="del">
        <pc:chgData name="Owais Ahmed" userId="6abc7d4556b3b071" providerId="LiveId" clId="{959CB1E4-7D39-42F6-A5DB-453F49955B70}" dt="2023-07-14T04:07:13.760" v="6" actId="47"/>
        <pc:sldMkLst>
          <pc:docMk/>
          <pc:sldMk cId="278977406" sldId="2484"/>
        </pc:sldMkLst>
      </pc:sldChg>
      <pc:sldChg chg="del">
        <pc:chgData name="Owais Ahmed" userId="6abc7d4556b3b071" providerId="LiveId" clId="{959CB1E4-7D39-42F6-A5DB-453F49955B70}" dt="2023-07-14T04:07:13.958" v="7" actId="47"/>
        <pc:sldMkLst>
          <pc:docMk/>
          <pc:sldMk cId="2995985000" sldId="2485"/>
        </pc:sldMkLst>
      </pc:sldChg>
      <pc:sldChg chg="del">
        <pc:chgData name="Owais Ahmed" userId="6abc7d4556b3b071" providerId="LiveId" clId="{959CB1E4-7D39-42F6-A5DB-453F49955B70}" dt="2023-07-14T04:07:14.073" v="8" actId="47"/>
        <pc:sldMkLst>
          <pc:docMk/>
          <pc:sldMk cId="1088870247" sldId="2486"/>
        </pc:sldMkLst>
      </pc:sldChg>
      <pc:sldChg chg="del">
        <pc:chgData name="Owais Ahmed" userId="6abc7d4556b3b071" providerId="LiveId" clId="{959CB1E4-7D39-42F6-A5DB-453F49955B70}" dt="2023-07-14T04:07:14.304" v="9" actId="47"/>
        <pc:sldMkLst>
          <pc:docMk/>
          <pc:sldMk cId="1653736541" sldId="2487"/>
        </pc:sldMkLst>
      </pc:sldChg>
      <pc:sldChg chg="del">
        <pc:chgData name="Owais Ahmed" userId="6abc7d4556b3b071" providerId="LiveId" clId="{959CB1E4-7D39-42F6-A5DB-453F49955B70}" dt="2023-07-14T04:07:14.440" v="10" actId="47"/>
        <pc:sldMkLst>
          <pc:docMk/>
          <pc:sldMk cId="633565940" sldId="2488"/>
        </pc:sldMkLst>
      </pc:sldChg>
      <pc:sldChg chg="del">
        <pc:chgData name="Owais Ahmed" userId="6abc7d4556b3b071" providerId="LiveId" clId="{959CB1E4-7D39-42F6-A5DB-453F49955B70}" dt="2023-07-14T04:07:14.614" v="11" actId="47"/>
        <pc:sldMkLst>
          <pc:docMk/>
          <pc:sldMk cId="4108314565" sldId="2489"/>
        </pc:sldMkLst>
      </pc:sldChg>
      <pc:sldChg chg="del">
        <pc:chgData name="Owais Ahmed" userId="6abc7d4556b3b071" providerId="LiveId" clId="{959CB1E4-7D39-42F6-A5DB-453F49955B70}" dt="2023-07-14T04:07:14.811" v="12" actId="47"/>
        <pc:sldMkLst>
          <pc:docMk/>
          <pc:sldMk cId="768465522" sldId="2490"/>
        </pc:sldMkLst>
      </pc:sldChg>
      <pc:sldChg chg="del">
        <pc:chgData name="Owais Ahmed" userId="6abc7d4556b3b071" providerId="LiveId" clId="{959CB1E4-7D39-42F6-A5DB-453F49955B70}" dt="2023-07-14T04:07:15.049" v="13" actId="47"/>
        <pc:sldMkLst>
          <pc:docMk/>
          <pc:sldMk cId="3640078836" sldId="2491"/>
        </pc:sldMkLst>
      </pc:sldChg>
      <pc:sldChg chg="del">
        <pc:chgData name="Owais Ahmed" userId="6abc7d4556b3b071" providerId="LiveId" clId="{959CB1E4-7D39-42F6-A5DB-453F49955B70}" dt="2023-07-14T04:07:15.190" v="14" actId="47"/>
        <pc:sldMkLst>
          <pc:docMk/>
          <pc:sldMk cId="1206654014" sldId="2492"/>
        </pc:sldMkLst>
      </pc:sldChg>
      <pc:sldChg chg="del">
        <pc:chgData name="Owais Ahmed" userId="6abc7d4556b3b071" providerId="LiveId" clId="{959CB1E4-7D39-42F6-A5DB-453F49955B70}" dt="2023-07-14T04:07:15.396" v="15" actId="47"/>
        <pc:sldMkLst>
          <pc:docMk/>
          <pc:sldMk cId="2770422083" sldId="2493"/>
        </pc:sldMkLst>
      </pc:sldChg>
      <pc:sldChg chg="del">
        <pc:chgData name="Owais Ahmed" userId="6abc7d4556b3b071" providerId="LiveId" clId="{959CB1E4-7D39-42F6-A5DB-453F49955B70}" dt="2023-07-14T04:07:15.613" v="16" actId="47"/>
        <pc:sldMkLst>
          <pc:docMk/>
          <pc:sldMk cId="1769907705" sldId="2494"/>
        </pc:sldMkLst>
      </pc:sldChg>
      <pc:sldChg chg="del">
        <pc:chgData name="Owais Ahmed" userId="6abc7d4556b3b071" providerId="LiveId" clId="{959CB1E4-7D39-42F6-A5DB-453F49955B70}" dt="2023-07-14T04:07:17.597" v="19" actId="47"/>
        <pc:sldMkLst>
          <pc:docMk/>
          <pc:sldMk cId="502436521" sldId="2495"/>
        </pc:sldMkLst>
      </pc:sldChg>
      <pc:sldChg chg="del">
        <pc:chgData name="Owais Ahmed" userId="6abc7d4556b3b071" providerId="LiveId" clId="{959CB1E4-7D39-42F6-A5DB-453F49955B70}" dt="2023-07-14T04:07:16.431" v="17" actId="47"/>
        <pc:sldMkLst>
          <pc:docMk/>
          <pc:sldMk cId="3658375322" sldId="2496"/>
        </pc:sldMkLst>
      </pc:sldChg>
      <pc:sldChg chg="del">
        <pc:chgData name="Owais Ahmed" userId="6abc7d4556b3b071" providerId="LiveId" clId="{959CB1E4-7D39-42F6-A5DB-453F49955B70}" dt="2023-07-14T04:07:16.723" v="18" actId="47"/>
        <pc:sldMkLst>
          <pc:docMk/>
          <pc:sldMk cId="1001608454" sldId="2497"/>
        </pc:sldMkLst>
      </pc:sldChg>
      <pc:sldChg chg="del">
        <pc:chgData name="Owais Ahmed" userId="6abc7d4556b3b071" providerId="LiveId" clId="{959CB1E4-7D39-42F6-A5DB-453F49955B70}" dt="2023-07-14T04:07:17.889" v="20" actId="47"/>
        <pc:sldMkLst>
          <pc:docMk/>
          <pc:sldMk cId="1881289253" sldId="2498"/>
        </pc:sldMkLst>
      </pc:sldChg>
      <pc:sldChg chg="del">
        <pc:chgData name="Owais Ahmed" userId="6abc7d4556b3b071" providerId="LiveId" clId="{959CB1E4-7D39-42F6-A5DB-453F49955B70}" dt="2023-07-14T04:07:18.534" v="21" actId="47"/>
        <pc:sldMkLst>
          <pc:docMk/>
          <pc:sldMk cId="3955736578" sldId="2499"/>
        </pc:sldMkLst>
      </pc:sldChg>
      <pc:sldChg chg="del">
        <pc:chgData name="Owais Ahmed" userId="6abc7d4556b3b071" providerId="LiveId" clId="{959CB1E4-7D39-42F6-A5DB-453F49955B70}" dt="2023-07-14T04:07:19.255" v="22" actId="47"/>
        <pc:sldMkLst>
          <pc:docMk/>
          <pc:sldMk cId="3647547761" sldId="2500"/>
        </pc:sldMkLst>
      </pc:sldChg>
      <pc:sldChg chg="del">
        <pc:chgData name="Owais Ahmed" userId="6abc7d4556b3b071" providerId="LiveId" clId="{959CB1E4-7D39-42F6-A5DB-453F49955B70}" dt="2023-07-14T04:07:19.494" v="23" actId="47"/>
        <pc:sldMkLst>
          <pc:docMk/>
          <pc:sldMk cId="3769573511" sldId="2501"/>
        </pc:sldMkLst>
      </pc:sldChg>
      <pc:sldChg chg="del">
        <pc:chgData name="Owais Ahmed" userId="6abc7d4556b3b071" providerId="LiveId" clId="{959CB1E4-7D39-42F6-A5DB-453F49955B70}" dt="2023-07-14T04:11:06.255" v="24" actId="47"/>
        <pc:sldMkLst>
          <pc:docMk/>
          <pc:sldMk cId="2150423912" sldId="2502"/>
        </pc:sldMkLst>
      </pc:sldChg>
      <pc:sldChg chg="add setBg">
        <pc:chgData name="Owais Ahmed" userId="6abc7d4556b3b071" providerId="LiveId" clId="{959CB1E4-7D39-42F6-A5DB-453F49955B70}" dt="2023-07-13T10:27:47.831" v="0"/>
        <pc:sldMkLst>
          <pc:docMk/>
          <pc:sldMk cId="146856052" sldId="2503"/>
        </pc:sldMkLst>
      </pc:sldChg>
      <pc:sldChg chg="modSp add mod">
        <pc:chgData name="Owais Ahmed" userId="6abc7d4556b3b071" providerId="LiveId" clId="{959CB1E4-7D39-42F6-A5DB-453F49955B70}" dt="2023-07-14T07:28:02.811" v="117" actId="20577"/>
        <pc:sldMkLst>
          <pc:docMk/>
          <pc:sldMk cId="1742566059" sldId="2504"/>
        </pc:sldMkLst>
      </pc:sldChg>
      <pc:sldChg chg="modSp add mod">
        <pc:chgData name="Owais Ahmed" userId="6abc7d4556b3b071" providerId="LiveId" clId="{959CB1E4-7D39-42F6-A5DB-453F49955B70}" dt="2023-07-14T07:28:14.022" v="149" actId="20577"/>
        <pc:sldMkLst>
          <pc:docMk/>
          <pc:sldMk cId="3840363020" sldId="2505"/>
        </pc:sldMkLst>
      </pc:sldChg>
      <pc:sldChg chg="modSp add mod modAnim">
        <pc:chgData name="Owais Ahmed" userId="6abc7d4556b3b071" providerId="LiveId" clId="{959CB1E4-7D39-42F6-A5DB-453F49955B70}" dt="2023-07-14T08:10:40.673" v="2840" actId="27636"/>
        <pc:sldMkLst>
          <pc:docMk/>
          <pc:sldMk cId="4221376715" sldId="2506"/>
        </pc:sldMkLst>
      </pc:sldChg>
      <pc:sldChg chg="modSp add mod modAnim">
        <pc:chgData name="Owais Ahmed" userId="6abc7d4556b3b071" providerId="LiveId" clId="{959CB1E4-7D39-42F6-A5DB-453F49955B70}" dt="2023-07-14T08:14:00.890" v="3101" actId="20577"/>
        <pc:sldMkLst>
          <pc:docMk/>
          <pc:sldMk cId="875357634" sldId="2507"/>
        </pc:sldMkLst>
      </pc:sldChg>
      <pc:sldChg chg="modSp add mod modAnim">
        <pc:chgData name="Owais Ahmed" userId="6abc7d4556b3b071" providerId="LiveId" clId="{959CB1E4-7D39-42F6-A5DB-453F49955B70}" dt="2023-07-14T07:36:40.612" v="1180" actId="20577"/>
        <pc:sldMkLst>
          <pc:docMk/>
          <pc:sldMk cId="1319355793" sldId="2508"/>
        </pc:sldMkLst>
      </pc:sldChg>
      <pc:sldChg chg="modSp add mod modAnim">
        <pc:chgData name="Owais Ahmed" userId="6abc7d4556b3b071" providerId="LiveId" clId="{959CB1E4-7D39-42F6-A5DB-453F49955B70}" dt="2023-07-14T07:35:48.151" v="1173" actId="114"/>
        <pc:sldMkLst>
          <pc:docMk/>
          <pc:sldMk cId="535421403" sldId="2509"/>
        </pc:sldMkLst>
      </pc:sldChg>
      <pc:sldChg chg="addSp delSp modSp add mod modClrScheme delAnim modAnim chgLayout">
        <pc:chgData name="Owais Ahmed" userId="6abc7d4556b3b071" providerId="LiveId" clId="{959CB1E4-7D39-42F6-A5DB-453F49955B70}" dt="2023-07-14T08:25:02.360" v="3212" actId="404"/>
        <pc:sldMkLst>
          <pc:docMk/>
          <pc:sldMk cId="828323908" sldId="2510"/>
        </pc:sldMkLst>
      </pc:sldChg>
      <pc:sldChg chg="add del">
        <pc:chgData name="Owais Ahmed" userId="6abc7d4556b3b071" providerId="LiveId" clId="{959CB1E4-7D39-42F6-A5DB-453F49955B70}" dt="2023-07-14T08:25:24.177" v="3214" actId="2890"/>
        <pc:sldMkLst>
          <pc:docMk/>
          <pc:sldMk cId="326634930" sldId="2511"/>
        </pc:sldMkLst>
      </pc:sldChg>
      <pc:sldChg chg="addSp delSp modSp add del mod addAnim delAnim modAnim">
        <pc:chgData name="Owais Ahmed" userId="6abc7d4556b3b071" providerId="LiveId" clId="{959CB1E4-7D39-42F6-A5DB-453F49955B70}" dt="2023-07-14T08:22:44.496" v="3120" actId="47"/>
        <pc:sldMkLst>
          <pc:docMk/>
          <pc:sldMk cId="783591075" sldId="2511"/>
        </pc:sldMkLst>
      </pc:sldChg>
      <pc:sldChg chg="modSp add mod ord modAnim">
        <pc:chgData name="Owais Ahmed" userId="6abc7d4556b3b071" providerId="LiveId" clId="{959CB1E4-7D39-42F6-A5DB-453F49955B70}" dt="2023-07-14T08:28:26.770" v="3534" actId="20577"/>
        <pc:sldMkLst>
          <pc:docMk/>
          <pc:sldMk cId="1223560295" sldId="2511"/>
        </pc:sldMkLst>
      </pc:sldChg>
    </pc:docChg>
  </pc:docChgLst>
  <pc:docChgLst>
    <pc:chgData name="Owais Ahmed" userId="6abc7d4556b3b071" providerId="LiveId" clId="{583CDD36-DC75-4E50-898E-AECC56DCC01A}"/>
    <pc:docChg chg="undo redo custSel addSld delSld modSld">
      <pc:chgData name="Owais Ahmed" userId="6abc7d4556b3b071" providerId="LiveId" clId="{583CDD36-DC75-4E50-898E-AECC56DCC01A}" dt="2023-03-04T13:30:34.083" v="4560" actId="6549"/>
      <pc:docMkLst>
        <pc:docMk/>
      </pc:docMkLst>
      <pc:sldChg chg="modSp mod">
        <pc:chgData name="Owais Ahmed" userId="6abc7d4556b3b071" providerId="LiveId" clId="{583CDD36-DC75-4E50-898E-AECC56DCC01A}" dt="2023-03-03T04:49:18.654" v="1951" actId="20577"/>
        <pc:sldMkLst>
          <pc:docMk/>
          <pc:sldMk cId="1649098948" sldId="2462"/>
        </pc:sldMkLst>
      </pc:sldChg>
      <pc:sldChg chg="modSp mod modAnim">
        <pc:chgData name="Owais Ahmed" userId="6abc7d4556b3b071" providerId="LiveId" clId="{583CDD36-DC75-4E50-898E-AECC56DCC01A}" dt="2023-03-03T04:47:45.101" v="1938" actId="20577"/>
        <pc:sldMkLst>
          <pc:docMk/>
          <pc:sldMk cId="502436521" sldId="2495"/>
        </pc:sldMkLst>
      </pc:sldChg>
      <pc:sldChg chg="addSp delSp modSp mod modAnim modNotesTx">
        <pc:chgData name="Owais Ahmed" userId="6abc7d4556b3b071" providerId="LiveId" clId="{583CDD36-DC75-4E50-898E-AECC56DCC01A}" dt="2023-03-03T04:33:09.205" v="1128" actId="20577"/>
        <pc:sldMkLst>
          <pc:docMk/>
          <pc:sldMk cId="3658375322" sldId="2496"/>
        </pc:sldMkLst>
      </pc:sldChg>
      <pc:sldChg chg="addSp modSp add mod modAnim">
        <pc:chgData name="Owais Ahmed" userId="6abc7d4556b3b071" providerId="LiveId" clId="{583CDD36-DC75-4E50-898E-AECC56DCC01A}" dt="2023-03-03T04:43:36.685" v="1807" actId="20577"/>
        <pc:sldMkLst>
          <pc:docMk/>
          <pc:sldMk cId="1001608454" sldId="2497"/>
        </pc:sldMkLst>
      </pc:sldChg>
      <pc:sldChg chg="addSp delSp modSp add del mod modAnim">
        <pc:chgData name="Owais Ahmed" userId="6abc7d4556b3b071" providerId="LiveId" clId="{583CDD36-DC75-4E50-898E-AECC56DCC01A}" dt="2023-03-03T06:09:14.525" v="3778" actId="27636"/>
        <pc:sldMkLst>
          <pc:docMk/>
          <pc:sldMk cId="1881289253" sldId="2498"/>
        </pc:sldMkLst>
      </pc:sldChg>
      <pc:sldChg chg="addSp delSp modSp add mod modAnim">
        <pc:chgData name="Owais Ahmed" userId="6abc7d4556b3b071" providerId="LiveId" clId="{583CDD36-DC75-4E50-898E-AECC56DCC01A}" dt="2023-03-03T06:00:29.500" v="2818" actId="1076"/>
        <pc:sldMkLst>
          <pc:docMk/>
          <pc:sldMk cId="3955736578" sldId="2499"/>
        </pc:sldMkLst>
      </pc:sldChg>
      <pc:sldChg chg="delSp modSp add mod modAnim">
        <pc:chgData name="Owais Ahmed" userId="6abc7d4556b3b071" providerId="LiveId" clId="{583CDD36-DC75-4E50-898E-AECC56DCC01A}" dt="2023-03-03T06:08:11.648" v="3770" actId="20577"/>
        <pc:sldMkLst>
          <pc:docMk/>
          <pc:sldMk cId="3647547761" sldId="2500"/>
        </pc:sldMkLst>
      </pc:sldChg>
      <pc:sldChg chg="del">
        <pc:chgData name="Owais Ahmed" userId="6abc7d4556b3b071" providerId="LiveId" clId="{583CDD36-DC75-4E50-898E-AECC56DCC01A}" dt="2023-03-03T06:09:16.822" v="3779" actId="47"/>
        <pc:sldMkLst>
          <pc:docMk/>
          <pc:sldMk cId="3343540598" sldId="2501"/>
        </pc:sldMkLst>
      </pc:sldChg>
      <pc:sldChg chg="modSp add mod modAnim modNotesTx">
        <pc:chgData name="Owais Ahmed" userId="6abc7d4556b3b071" providerId="LiveId" clId="{583CDD36-DC75-4E50-898E-AECC56DCC01A}" dt="2023-03-03T06:24:32.189" v="4559" actId="20577"/>
        <pc:sldMkLst>
          <pc:docMk/>
          <pc:sldMk cId="3769573511" sldId="2501"/>
        </pc:sldMkLst>
      </pc:sldChg>
      <pc:sldChg chg="add del">
        <pc:chgData name="Owais Ahmed" userId="6abc7d4556b3b071" providerId="LiveId" clId="{583CDD36-DC75-4E50-898E-AECC56DCC01A}" dt="2023-03-03T06:08:54.966" v="3773" actId="2890"/>
        <pc:sldMkLst>
          <pc:docMk/>
          <pc:sldMk cId="300343940" sldId="2502"/>
        </pc:sldMkLst>
      </pc:sldChg>
      <pc:sldChg chg="add del">
        <pc:chgData name="Owais Ahmed" userId="6abc7d4556b3b071" providerId="LiveId" clId="{583CDD36-DC75-4E50-898E-AECC56DCC01A}" dt="2023-03-03T06:09:06.883" v="3775"/>
        <pc:sldMkLst>
          <pc:docMk/>
          <pc:sldMk cId="675864047" sldId="2502"/>
        </pc:sldMkLst>
      </pc:sldChg>
      <pc:sldChg chg="modSp add mod modAnim modNotesTx">
        <pc:chgData name="Owais Ahmed" userId="6abc7d4556b3b071" providerId="LiveId" clId="{583CDD36-DC75-4E50-898E-AECC56DCC01A}" dt="2023-03-04T13:30:34.083" v="4560" actId="6549"/>
        <pc:sldMkLst>
          <pc:docMk/>
          <pc:sldMk cId="2150423912" sldId="2502"/>
        </pc:sldMkLst>
      </pc:sldChg>
    </pc:docChg>
  </pc:docChgLst>
  <pc:docChgLst>
    <pc:chgData name="Owais Ahmed" userId="6abc7d4556b3b071" providerId="LiveId" clId="{E547BE2E-86C1-4A1C-8FD1-DA978231C418}"/>
    <pc:docChg chg="undo custSel addSld delSld modSld sldOrd">
      <pc:chgData name="Owais Ahmed" userId="6abc7d4556b3b071" providerId="LiveId" clId="{E547BE2E-86C1-4A1C-8FD1-DA978231C418}" dt="2023-12-06T11:02:54.418" v="3452" actId="20577"/>
      <pc:docMkLst>
        <pc:docMk/>
      </pc:docMkLst>
      <pc:sldChg chg="modSp mod">
        <pc:chgData name="Owais Ahmed" userId="6abc7d4556b3b071" providerId="LiveId" clId="{E547BE2E-86C1-4A1C-8FD1-DA978231C418}" dt="2023-12-06T11:02:54.418" v="3452" actId="20577"/>
        <pc:sldMkLst>
          <pc:docMk/>
          <pc:sldMk cId="146856052" sldId="2503"/>
        </pc:sldMkLst>
      </pc:sldChg>
      <pc:sldChg chg="modSp">
        <pc:chgData name="Owais Ahmed" userId="6abc7d4556b3b071" providerId="LiveId" clId="{E547BE2E-86C1-4A1C-8FD1-DA978231C418}" dt="2023-09-24T16:40:39.532" v="2617" actId="20577"/>
        <pc:sldMkLst>
          <pc:docMk/>
          <pc:sldMk cId="535421403" sldId="2509"/>
        </pc:sldMkLst>
      </pc:sldChg>
      <pc:sldChg chg="modSp">
        <pc:chgData name="Owais Ahmed" userId="6abc7d4556b3b071" providerId="LiveId" clId="{E547BE2E-86C1-4A1C-8FD1-DA978231C418}" dt="2023-09-24T16:39:51.982" v="2605" actId="20577"/>
        <pc:sldMkLst>
          <pc:docMk/>
          <pc:sldMk cId="1223560295" sldId="2511"/>
        </pc:sldMkLst>
      </pc:sldChg>
      <pc:sldChg chg="modSp mod">
        <pc:chgData name="Owais Ahmed" userId="6abc7d4556b3b071" providerId="LiveId" clId="{E547BE2E-86C1-4A1C-8FD1-DA978231C418}" dt="2023-09-24T16:06:33.613" v="1111" actId="27636"/>
        <pc:sldMkLst>
          <pc:docMk/>
          <pc:sldMk cId="3233670327" sldId="2519"/>
        </pc:sldMkLst>
      </pc:sldChg>
      <pc:sldChg chg="modSp">
        <pc:chgData name="Owais Ahmed" userId="6abc7d4556b3b071" providerId="LiveId" clId="{E547BE2E-86C1-4A1C-8FD1-DA978231C418}" dt="2023-09-24T15:14:18.606" v="13" actId="114"/>
        <pc:sldMkLst>
          <pc:docMk/>
          <pc:sldMk cId="3422053575" sldId="2521"/>
        </pc:sldMkLst>
      </pc:sldChg>
      <pc:sldChg chg="modSp">
        <pc:chgData name="Owais Ahmed" userId="6abc7d4556b3b071" providerId="LiveId" clId="{E547BE2E-86C1-4A1C-8FD1-DA978231C418}" dt="2023-09-24T15:14:45.457" v="28" actId="20577"/>
        <pc:sldMkLst>
          <pc:docMk/>
          <pc:sldMk cId="2616068738" sldId="2522"/>
        </pc:sldMkLst>
      </pc:sldChg>
      <pc:sldChg chg="modSp mod modAnim">
        <pc:chgData name="Owais Ahmed" userId="6abc7d4556b3b071" providerId="LiveId" clId="{E547BE2E-86C1-4A1C-8FD1-DA978231C418}" dt="2023-09-26T04:35:45.723" v="2718" actId="20577"/>
        <pc:sldMkLst>
          <pc:docMk/>
          <pc:sldMk cId="428669156" sldId="2523"/>
        </pc:sldMkLst>
      </pc:sldChg>
      <pc:sldChg chg="modSp">
        <pc:chgData name="Owais Ahmed" userId="6abc7d4556b3b071" providerId="LiveId" clId="{E547BE2E-86C1-4A1C-8FD1-DA978231C418}" dt="2023-09-28T15:06:07.106" v="3433" actId="20577"/>
        <pc:sldMkLst>
          <pc:docMk/>
          <pc:sldMk cId="2521120589" sldId="2525"/>
        </pc:sldMkLst>
      </pc:sldChg>
      <pc:sldChg chg="addSp delSp modSp add mod modAnim">
        <pc:chgData name="Owais Ahmed" userId="6abc7d4556b3b071" providerId="LiveId" clId="{E547BE2E-86C1-4A1C-8FD1-DA978231C418}" dt="2023-09-24T16:02:50.498" v="650" actId="20577"/>
        <pc:sldMkLst>
          <pc:docMk/>
          <pc:sldMk cId="110326978" sldId="2526"/>
        </pc:sldMkLst>
      </pc:sldChg>
      <pc:sldChg chg="addSp delSp modSp add mod modAnim">
        <pc:chgData name="Owais Ahmed" userId="6abc7d4556b3b071" providerId="LiveId" clId="{E547BE2E-86C1-4A1C-8FD1-DA978231C418}" dt="2023-09-24T16:34:18.237" v="2237" actId="27636"/>
        <pc:sldMkLst>
          <pc:docMk/>
          <pc:sldMk cId="568047908" sldId="2527"/>
        </pc:sldMkLst>
      </pc:sldChg>
      <pc:sldChg chg="delSp modSp add mod ord delAnim">
        <pc:chgData name="Owais Ahmed" userId="6abc7d4556b3b071" providerId="LiveId" clId="{E547BE2E-86C1-4A1C-8FD1-DA978231C418}" dt="2023-09-24T16:34:14.673" v="2235"/>
        <pc:sldMkLst>
          <pc:docMk/>
          <pc:sldMk cId="3855651006" sldId="2528"/>
        </pc:sldMkLst>
      </pc:sldChg>
      <pc:sldChg chg="modSp add mod ord modAnim modNotesTx">
        <pc:chgData name="Owais Ahmed" userId="6abc7d4556b3b071" providerId="LiveId" clId="{E547BE2E-86C1-4A1C-8FD1-DA978231C418}" dt="2023-09-24T16:37:03.570" v="2599" actId="27636"/>
        <pc:sldMkLst>
          <pc:docMk/>
          <pc:sldMk cId="1646317805" sldId="2529"/>
        </pc:sldMkLst>
      </pc:sldChg>
      <pc:sldChg chg="modSp add mod modAnim">
        <pc:chgData name="Owais Ahmed" userId="6abc7d4556b3b071" providerId="LiveId" clId="{E547BE2E-86C1-4A1C-8FD1-DA978231C418}" dt="2023-09-24T16:34:26.379" v="2245" actId="20577"/>
        <pc:sldMkLst>
          <pc:docMk/>
          <pc:sldMk cId="1768471400" sldId="2530"/>
        </pc:sldMkLst>
      </pc:sldChg>
      <pc:sldChg chg="add del">
        <pc:chgData name="Owais Ahmed" userId="6abc7d4556b3b071" providerId="LiveId" clId="{E547BE2E-86C1-4A1C-8FD1-DA978231C418}" dt="2023-09-24T16:33:51.159" v="2229" actId="2890"/>
        <pc:sldMkLst>
          <pc:docMk/>
          <pc:sldMk cId="2476707819" sldId="2531"/>
        </pc:sldMkLst>
      </pc:sldChg>
      <pc:sldChg chg="addSp delSp modSp add mod">
        <pc:chgData name="Owais Ahmed" userId="6abc7d4556b3b071" providerId="LiveId" clId="{E547BE2E-86C1-4A1C-8FD1-DA978231C418}" dt="2023-09-24T16:34:47.409" v="2246" actId="14100"/>
        <pc:sldMkLst>
          <pc:docMk/>
          <pc:sldMk cId="2888631914" sldId="2531"/>
        </pc:sldMkLst>
      </pc:sldChg>
      <pc:sldChg chg="modSp add mod modAnim">
        <pc:chgData name="Owais Ahmed" userId="6abc7d4556b3b071" providerId="LiveId" clId="{E547BE2E-86C1-4A1C-8FD1-DA978231C418}" dt="2023-09-26T05:57:21.589" v="3389" actId="20577"/>
        <pc:sldMkLst>
          <pc:docMk/>
          <pc:sldMk cId="2547052265" sldId="2534"/>
        </pc:sldMkLst>
      </pc:sldChg>
    </pc:docChg>
  </pc:docChgLst>
  <pc:docChgLst>
    <pc:chgData name="Owais Ahmed" userId="6abc7d4556b3b071" providerId="LiveId" clId="{B62834B4-398E-4247-9E28-9DDFDA447796}"/>
    <pc:docChg chg="undo redo custSel addSld delSld modSld sldOrd">
      <pc:chgData name="Owais Ahmed" userId="6abc7d4556b3b071" providerId="LiveId" clId="{B62834B4-398E-4247-9E28-9DDFDA447796}" dt="2023-09-23T07:22:00.727" v="5823" actId="27636"/>
      <pc:docMkLst>
        <pc:docMk/>
      </pc:docMkLst>
      <pc:sldChg chg="modSp mod">
        <pc:chgData name="Owais Ahmed" userId="6abc7d4556b3b071" providerId="LiveId" clId="{B62834B4-398E-4247-9E28-9DDFDA447796}" dt="2023-09-23T06:00:33.817" v="3767" actId="20577"/>
        <pc:sldMkLst>
          <pc:docMk/>
          <pc:sldMk cId="1649098948" sldId="2462"/>
        </pc:sldMkLst>
      </pc:sldChg>
      <pc:sldChg chg="modSp mod modAnim modNotesTx">
        <pc:chgData name="Owais Ahmed" userId="6abc7d4556b3b071" providerId="LiveId" clId="{B62834B4-398E-4247-9E28-9DDFDA447796}" dt="2023-09-23T06:01:07.469" v="3792" actId="20577"/>
        <pc:sldMkLst>
          <pc:docMk/>
          <pc:sldMk cId="641030253" sldId="2479"/>
        </pc:sldMkLst>
      </pc:sldChg>
      <pc:sldChg chg="modSp mod">
        <pc:chgData name="Owais Ahmed" userId="6abc7d4556b3b071" providerId="LiveId" clId="{B62834B4-398E-4247-9E28-9DDFDA447796}" dt="2023-09-22T18:36:22.798" v="2" actId="20577"/>
        <pc:sldMkLst>
          <pc:docMk/>
          <pc:sldMk cId="146856052" sldId="2503"/>
        </pc:sldMkLst>
      </pc:sldChg>
      <pc:sldChg chg="addSp delSp modSp mod modAnim modNotesTx">
        <pc:chgData name="Owais Ahmed" userId="6abc7d4556b3b071" providerId="LiveId" clId="{B62834B4-398E-4247-9E28-9DDFDA447796}" dt="2023-09-23T05:25:42.329" v="2148" actId="113"/>
        <pc:sldMkLst>
          <pc:docMk/>
          <pc:sldMk cId="1742566059" sldId="2504"/>
        </pc:sldMkLst>
      </pc:sldChg>
      <pc:sldChg chg="del">
        <pc:chgData name="Owais Ahmed" userId="6abc7d4556b3b071" providerId="LiveId" clId="{B62834B4-398E-4247-9E28-9DDFDA447796}" dt="2023-09-23T05:16:37.746" v="1781" actId="47"/>
        <pc:sldMkLst>
          <pc:docMk/>
          <pc:sldMk cId="3840363020" sldId="2505"/>
        </pc:sldMkLst>
      </pc:sldChg>
      <pc:sldChg chg="modSp mod modAnim">
        <pc:chgData name="Owais Ahmed" userId="6abc7d4556b3b071" providerId="LiveId" clId="{B62834B4-398E-4247-9E28-9DDFDA447796}" dt="2023-09-23T06:04:41.685" v="4163" actId="20577"/>
        <pc:sldMkLst>
          <pc:docMk/>
          <pc:sldMk cId="4221376715" sldId="2506"/>
        </pc:sldMkLst>
      </pc:sldChg>
      <pc:sldChg chg="modSp mod modAnim">
        <pc:chgData name="Owais Ahmed" userId="6abc7d4556b3b071" providerId="LiveId" clId="{B62834B4-398E-4247-9E28-9DDFDA447796}" dt="2023-09-23T05:54:38.044" v="3733" actId="20577"/>
        <pc:sldMkLst>
          <pc:docMk/>
          <pc:sldMk cId="535421403" sldId="2509"/>
        </pc:sldMkLst>
      </pc:sldChg>
      <pc:sldChg chg="delSp modSp mod delAnim modAnim">
        <pc:chgData name="Owais Ahmed" userId="6abc7d4556b3b071" providerId="LiveId" clId="{B62834B4-398E-4247-9E28-9DDFDA447796}" dt="2023-09-23T06:06:45.860" v="4278" actId="20577"/>
        <pc:sldMkLst>
          <pc:docMk/>
          <pc:sldMk cId="828323908" sldId="2510"/>
        </pc:sldMkLst>
      </pc:sldChg>
      <pc:sldChg chg="addSp delSp modSp mod modAnim">
        <pc:chgData name="Owais Ahmed" userId="6abc7d4556b3b071" providerId="LiveId" clId="{B62834B4-398E-4247-9E28-9DDFDA447796}" dt="2023-09-23T05:44:00.667" v="3435" actId="403"/>
        <pc:sldMkLst>
          <pc:docMk/>
          <pc:sldMk cId="1223560295" sldId="2511"/>
        </pc:sldMkLst>
      </pc:sldChg>
      <pc:sldChg chg="del">
        <pc:chgData name="Owais Ahmed" userId="6abc7d4556b3b071" providerId="LiveId" clId="{B62834B4-398E-4247-9E28-9DDFDA447796}" dt="2023-09-23T05:16:38.288" v="1782" actId="47"/>
        <pc:sldMkLst>
          <pc:docMk/>
          <pc:sldMk cId="3544083855" sldId="2512"/>
        </pc:sldMkLst>
      </pc:sldChg>
      <pc:sldChg chg="del">
        <pc:chgData name="Owais Ahmed" userId="6abc7d4556b3b071" providerId="LiveId" clId="{B62834B4-398E-4247-9E28-9DDFDA447796}" dt="2023-09-23T05:16:41.597" v="1783" actId="47"/>
        <pc:sldMkLst>
          <pc:docMk/>
          <pc:sldMk cId="3886361074" sldId="2513"/>
        </pc:sldMkLst>
      </pc:sldChg>
      <pc:sldChg chg="modSp modAnim">
        <pc:chgData name="Owais Ahmed" userId="6abc7d4556b3b071" providerId="LiveId" clId="{B62834B4-398E-4247-9E28-9DDFDA447796}" dt="2023-09-23T07:21:52.389" v="5821" actId="20577"/>
        <pc:sldMkLst>
          <pc:docMk/>
          <pc:sldMk cId="768535535" sldId="2515"/>
        </pc:sldMkLst>
      </pc:sldChg>
      <pc:sldChg chg="del">
        <pc:chgData name="Owais Ahmed" userId="6abc7d4556b3b071" providerId="LiveId" clId="{B62834B4-398E-4247-9E28-9DDFDA447796}" dt="2023-09-23T05:51:09.556" v="3436" actId="47"/>
        <pc:sldMkLst>
          <pc:docMk/>
          <pc:sldMk cId="1026010710" sldId="2517"/>
        </pc:sldMkLst>
      </pc:sldChg>
      <pc:sldChg chg="modSp mod modAnim">
        <pc:chgData name="Owais Ahmed" userId="6abc7d4556b3b071" providerId="LiveId" clId="{B62834B4-398E-4247-9E28-9DDFDA447796}" dt="2023-09-23T07:22:00.727" v="5823" actId="27636"/>
        <pc:sldMkLst>
          <pc:docMk/>
          <pc:sldMk cId="2307700478" sldId="2518"/>
        </pc:sldMkLst>
      </pc:sldChg>
      <pc:sldChg chg="add">
        <pc:chgData name="Owais Ahmed" userId="6abc7d4556b3b071" providerId="LiveId" clId="{B62834B4-398E-4247-9E28-9DDFDA447796}" dt="2023-09-23T05:16:58.292" v="1785" actId="2890"/>
        <pc:sldMkLst>
          <pc:docMk/>
          <pc:sldMk cId="3233670327" sldId="2519"/>
        </pc:sldMkLst>
      </pc:sldChg>
      <pc:sldChg chg="del">
        <pc:chgData name="Owais Ahmed" userId="6abc7d4556b3b071" providerId="LiveId" clId="{B62834B4-398E-4247-9E28-9DDFDA447796}" dt="2023-09-23T05:16:43.875" v="1784" actId="47"/>
        <pc:sldMkLst>
          <pc:docMk/>
          <pc:sldMk cId="4143521781" sldId="2519"/>
        </pc:sldMkLst>
      </pc:sldChg>
      <pc:sldChg chg="modSp add mod modAnim">
        <pc:chgData name="Owais Ahmed" userId="6abc7d4556b3b071" providerId="LiveId" clId="{B62834B4-398E-4247-9E28-9DDFDA447796}" dt="2023-09-23T05:27:40.255" v="2236" actId="20577"/>
        <pc:sldMkLst>
          <pc:docMk/>
          <pc:sldMk cId="760180440" sldId="2520"/>
        </pc:sldMkLst>
      </pc:sldChg>
      <pc:sldChg chg="modSp add mod modAnim">
        <pc:chgData name="Owais Ahmed" userId="6abc7d4556b3b071" providerId="LiveId" clId="{B62834B4-398E-4247-9E28-9DDFDA447796}" dt="2023-09-23T05:30:38.437" v="2566" actId="20577"/>
        <pc:sldMkLst>
          <pc:docMk/>
          <pc:sldMk cId="3422053575" sldId="2521"/>
        </pc:sldMkLst>
      </pc:sldChg>
      <pc:sldChg chg="modSp add mod ord modAnim">
        <pc:chgData name="Owais Ahmed" userId="6abc7d4556b3b071" providerId="LiveId" clId="{B62834B4-398E-4247-9E28-9DDFDA447796}" dt="2023-09-23T05:32:54.442" v="2835" actId="20577"/>
        <pc:sldMkLst>
          <pc:docMk/>
          <pc:sldMk cId="2616068738" sldId="2522"/>
        </pc:sldMkLst>
      </pc:sldChg>
      <pc:sldChg chg="addSp modSp add mod modAnim">
        <pc:chgData name="Owais Ahmed" userId="6abc7d4556b3b071" providerId="LiveId" clId="{B62834B4-398E-4247-9E28-9DDFDA447796}" dt="2023-09-23T05:37:34.946" v="3180" actId="20577"/>
        <pc:sldMkLst>
          <pc:docMk/>
          <pc:sldMk cId="428669156" sldId="2523"/>
        </pc:sldMkLst>
      </pc:sldChg>
      <pc:sldChg chg="modSp add mod modAnim modNotesTx">
        <pc:chgData name="Owais Ahmed" userId="6abc7d4556b3b071" providerId="LiveId" clId="{B62834B4-398E-4247-9E28-9DDFDA447796}" dt="2023-09-23T06:09:34.807" v="4707" actId="20577"/>
        <pc:sldMkLst>
          <pc:docMk/>
          <pc:sldMk cId="3603363398" sldId="2524"/>
        </pc:sldMkLst>
      </pc:sldChg>
      <pc:sldChg chg="delSp modSp add del mod delAnim modAnim modNotesTx">
        <pc:chgData name="Owais Ahmed" userId="6abc7d4556b3b071" providerId="LiveId" clId="{B62834B4-398E-4247-9E28-9DDFDA447796}" dt="2023-09-23T06:12:39.063" v="4719" actId="47"/>
        <pc:sldMkLst>
          <pc:docMk/>
          <pc:sldMk cId="1786392670" sldId="2525"/>
        </pc:sldMkLst>
      </pc:sldChg>
      <pc:sldChg chg="modSp add mod modAnim">
        <pc:chgData name="Owais Ahmed" userId="6abc7d4556b3b071" providerId="LiveId" clId="{B62834B4-398E-4247-9E28-9DDFDA447796}" dt="2023-09-23T06:17:30.723" v="5233" actId="20577"/>
        <pc:sldMkLst>
          <pc:docMk/>
          <pc:sldMk cId="2521120589" sldId="2525"/>
        </pc:sldMkLst>
      </pc:sldChg>
    </pc:docChg>
  </pc:docChgLst>
  <pc:docChgLst>
    <pc:chgData name="Owais Ahmed" userId="6abc7d4556b3b071" providerId="LiveId" clId="{DB88F97C-3D81-4814-82FC-CD86E708BB16}"/>
    <pc:docChg chg="undo custSel addSld delSld modSld sldOrd">
      <pc:chgData name="Owais Ahmed" userId="6abc7d4556b3b071" providerId="LiveId" clId="{DB88F97C-3D81-4814-82FC-CD86E708BB16}" dt="2023-07-17T13:54:25.791" v="1700" actId="20577"/>
      <pc:docMkLst>
        <pc:docMk/>
      </pc:docMkLst>
      <pc:sldChg chg="modSp mod">
        <pc:chgData name="Owais Ahmed" userId="6abc7d4556b3b071" providerId="LiveId" clId="{DB88F97C-3D81-4814-82FC-CD86E708BB16}" dt="2023-07-17T06:28:30.740" v="1068" actId="20577"/>
        <pc:sldMkLst>
          <pc:docMk/>
          <pc:sldMk cId="146856052" sldId="2503"/>
        </pc:sldMkLst>
      </pc:sldChg>
      <pc:sldChg chg="modSp">
        <pc:chgData name="Owais Ahmed" userId="6abc7d4556b3b071" providerId="LiveId" clId="{DB88F97C-3D81-4814-82FC-CD86E708BB16}" dt="2023-07-17T05:14:32.459" v="330" actId="20577"/>
        <pc:sldMkLst>
          <pc:docMk/>
          <pc:sldMk cId="3840363020" sldId="2505"/>
        </pc:sldMkLst>
      </pc:sldChg>
      <pc:sldChg chg="delSp modSp mod delAnim modAnim">
        <pc:chgData name="Owais Ahmed" userId="6abc7d4556b3b071" providerId="LiveId" clId="{DB88F97C-3D81-4814-82FC-CD86E708BB16}" dt="2023-07-17T05:54:08.812" v="1062" actId="20577"/>
        <pc:sldMkLst>
          <pc:docMk/>
          <pc:sldMk cId="828323908" sldId="2510"/>
        </pc:sldMkLst>
      </pc:sldChg>
      <pc:sldChg chg="modSp mod modAnim">
        <pc:chgData name="Owais Ahmed" userId="6abc7d4556b3b071" providerId="LiveId" clId="{DB88F97C-3D81-4814-82FC-CD86E708BB16}" dt="2023-07-17T12:28:26.740" v="1154" actId="20577"/>
        <pc:sldMkLst>
          <pc:docMk/>
          <pc:sldMk cId="3544083855" sldId="2512"/>
        </pc:sldMkLst>
      </pc:sldChg>
      <pc:sldChg chg="modSp mod modAnim">
        <pc:chgData name="Owais Ahmed" userId="6abc7d4556b3b071" providerId="LiveId" clId="{DB88F97C-3D81-4814-82FC-CD86E708BB16}" dt="2023-07-17T05:45:01.743" v="568" actId="20577"/>
        <pc:sldMkLst>
          <pc:docMk/>
          <pc:sldMk cId="3886361074" sldId="2513"/>
        </pc:sldMkLst>
      </pc:sldChg>
      <pc:sldChg chg="modSp modAnim">
        <pc:chgData name="Owais Ahmed" userId="6abc7d4556b3b071" providerId="LiveId" clId="{DB88F97C-3D81-4814-82FC-CD86E708BB16}" dt="2023-07-17T05:45:37.860" v="579" actId="20577"/>
        <pc:sldMkLst>
          <pc:docMk/>
          <pc:sldMk cId="768535535" sldId="2515"/>
        </pc:sldMkLst>
      </pc:sldChg>
      <pc:sldChg chg="modSp add mod modAnim">
        <pc:chgData name="Owais Ahmed" userId="6abc7d4556b3b071" providerId="LiveId" clId="{DB88F97C-3D81-4814-82FC-CD86E708BB16}" dt="2023-07-17T05:13:44.275" v="304" actId="20577"/>
        <pc:sldMkLst>
          <pc:docMk/>
          <pc:sldMk cId="1026010710" sldId="2517"/>
        </pc:sldMkLst>
      </pc:sldChg>
      <pc:sldChg chg="add del">
        <pc:chgData name="Owais Ahmed" userId="6abc7d4556b3b071" providerId="LiveId" clId="{DB88F97C-3D81-4814-82FC-CD86E708BB16}" dt="2023-07-17T05:11:54.424" v="5" actId="2890"/>
        <pc:sldMkLst>
          <pc:docMk/>
          <pc:sldMk cId="2639481800" sldId="2517"/>
        </pc:sldMkLst>
      </pc:sldChg>
      <pc:sldChg chg="modSp add mod ord modAnim">
        <pc:chgData name="Owais Ahmed" userId="6abc7d4556b3b071" providerId="LiveId" clId="{DB88F97C-3D81-4814-82FC-CD86E708BB16}" dt="2023-07-17T05:49:17.325" v="984" actId="5793"/>
        <pc:sldMkLst>
          <pc:docMk/>
          <pc:sldMk cId="2307700478" sldId="2518"/>
        </pc:sldMkLst>
      </pc:sldChg>
      <pc:sldChg chg="addSp modSp add mod modAnim">
        <pc:chgData name="Owais Ahmed" userId="6abc7d4556b3b071" providerId="LiveId" clId="{DB88F97C-3D81-4814-82FC-CD86E708BB16}" dt="2023-07-17T13:54:25.791" v="1700" actId="20577"/>
        <pc:sldMkLst>
          <pc:docMk/>
          <pc:sldMk cId="4143521781" sldId="2519"/>
        </pc:sldMkLst>
      </pc:sldChg>
    </pc:docChg>
  </pc:docChgLst>
  <pc:docChgLst>
    <pc:chgData name="Owais Ahmed" userId="6abc7d4556b3b071" providerId="LiveId" clId="{FA4B79B8-39B8-48A6-B393-A63A4E455364}"/>
    <pc:docChg chg="custSel delSld modSld">
      <pc:chgData name="Owais Ahmed" userId="6abc7d4556b3b071" providerId="LiveId" clId="{FA4B79B8-39B8-48A6-B393-A63A4E455364}" dt="2023-09-28T08:59:14.750" v="342" actId="20577"/>
      <pc:docMkLst>
        <pc:docMk/>
      </pc:docMkLst>
      <pc:sldChg chg="modSp mod modAnim">
        <pc:chgData name="Owais Ahmed" userId="6abc7d4556b3b071" providerId="LiveId" clId="{FA4B79B8-39B8-48A6-B393-A63A4E455364}" dt="2023-09-28T03:49:54.690" v="1" actId="27636"/>
        <pc:sldMkLst>
          <pc:docMk/>
          <pc:sldMk cId="1742566059" sldId="2504"/>
        </pc:sldMkLst>
      </pc:sldChg>
      <pc:sldChg chg="modSp mod modAnim">
        <pc:chgData name="Owais Ahmed" userId="6abc7d4556b3b071" providerId="LiveId" clId="{FA4B79B8-39B8-48A6-B393-A63A4E455364}" dt="2023-09-28T08:51:57.087" v="241" actId="27636"/>
        <pc:sldMkLst>
          <pc:docMk/>
          <pc:sldMk cId="4221376715" sldId="2506"/>
        </pc:sldMkLst>
      </pc:sldChg>
      <pc:sldChg chg="modSp">
        <pc:chgData name="Owais Ahmed" userId="6abc7d4556b3b071" providerId="LiveId" clId="{FA4B79B8-39B8-48A6-B393-A63A4E455364}" dt="2023-09-28T04:06:08.256" v="221" actId="20577"/>
        <pc:sldMkLst>
          <pc:docMk/>
          <pc:sldMk cId="875357634" sldId="2507"/>
        </pc:sldMkLst>
      </pc:sldChg>
      <pc:sldChg chg="modSp modAnim">
        <pc:chgData name="Owais Ahmed" userId="6abc7d4556b3b071" providerId="LiveId" clId="{FA4B79B8-39B8-48A6-B393-A63A4E455364}" dt="2023-09-28T08:59:14.750" v="342" actId="20577"/>
        <pc:sldMkLst>
          <pc:docMk/>
          <pc:sldMk cId="1223560295" sldId="2511"/>
        </pc:sldMkLst>
      </pc:sldChg>
      <pc:sldChg chg="del">
        <pc:chgData name="Owais Ahmed" userId="6abc7d4556b3b071" providerId="LiveId" clId="{FA4B79B8-39B8-48A6-B393-A63A4E455364}" dt="2023-09-28T04:07:27.351" v="227" actId="47"/>
        <pc:sldMkLst>
          <pc:docMk/>
          <pc:sldMk cId="768535535" sldId="2515"/>
        </pc:sldMkLst>
      </pc:sldChg>
      <pc:sldChg chg="modAnim">
        <pc:chgData name="Owais Ahmed" userId="6abc7d4556b3b071" providerId="LiveId" clId="{FA4B79B8-39B8-48A6-B393-A63A4E455364}" dt="2023-09-28T03:59:21.932" v="195"/>
        <pc:sldMkLst>
          <pc:docMk/>
          <pc:sldMk cId="3233670327" sldId="2519"/>
        </pc:sldMkLst>
      </pc:sldChg>
      <pc:sldChg chg="modAnim">
        <pc:chgData name="Owais Ahmed" userId="6abc7d4556b3b071" providerId="LiveId" clId="{FA4B79B8-39B8-48A6-B393-A63A4E455364}" dt="2023-09-28T03:50:15.791" v="5"/>
        <pc:sldMkLst>
          <pc:docMk/>
          <pc:sldMk cId="760180440" sldId="2520"/>
        </pc:sldMkLst>
      </pc:sldChg>
      <pc:sldChg chg="modAnim">
        <pc:chgData name="Owais Ahmed" userId="6abc7d4556b3b071" providerId="LiveId" clId="{FA4B79B8-39B8-48A6-B393-A63A4E455364}" dt="2023-09-28T04:04:28.521" v="207"/>
        <pc:sldMkLst>
          <pc:docMk/>
          <pc:sldMk cId="428669156" sldId="2523"/>
        </pc:sldMkLst>
      </pc:sldChg>
      <pc:sldChg chg="modSp mod modAnim">
        <pc:chgData name="Owais Ahmed" userId="6abc7d4556b3b071" providerId="LiveId" clId="{FA4B79B8-39B8-48A6-B393-A63A4E455364}" dt="2023-09-28T04:07:31.138" v="239" actId="20577"/>
        <pc:sldMkLst>
          <pc:docMk/>
          <pc:sldMk cId="2521120589" sldId="2525"/>
        </pc:sldMkLst>
      </pc:sldChg>
      <pc:sldChg chg="modAnim">
        <pc:chgData name="Owais Ahmed" userId="6abc7d4556b3b071" providerId="LiveId" clId="{FA4B79B8-39B8-48A6-B393-A63A4E455364}" dt="2023-09-28T04:03:09.287" v="196"/>
        <pc:sldMkLst>
          <pc:docMk/>
          <pc:sldMk cId="110326978" sldId="2526"/>
        </pc:sldMkLst>
      </pc:sldChg>
      <pc:sldChg chg="modNotesTx">
        <pc:chgData name="Owais Ahmed" userId="6abc7d4556b3b071" providerId="LiveId" clId="{FA4B79B8-39B8-48A6-B393-A63A4E455364}" dt="2023-09-28T03:53:28.974" v="193" actId="20577"/>
        <pc:sldMkLst>
          <pc:docMk/>
          <pc:sldMk cId="568047908" sldId="2527"/>
        </pc:sldMkLst>
      </pc:sldChg>
      <pc:sldChg chg="modSp">
        <pc:chgData name="Owais Ahmed" userId="6abc7d4556b3b071" providerId="LiveId" clId="{FA4B79B8-39B8-48A6-B393-A63A4E455364}" dt="2023-09-28T08:52:20.357" v="243" actId="6549"/>
        <pc:sldMkLst>
          <pc:docMk/>
          <pc:sldMk cId="548703236" sldId="2532"/>
        </pc:sldMkLst>
      </pc:sldChg>
    </pc:docChg>
  </pc:docChgLst>
  <pc:docChgLst>
    <pc:chgData name="Owais Ahmed" userId="6abc7d4556b3b071" providerId="LiveId" clId="{D0A51F83-B713-4A4D-8105-C75936B8E1D2}"/>
    <pc:docChg chg="undo custSel addSld delSld modSld sldOrd">
      <pc:chgData name="Owais Ahmed" userId="6abc7d4556b3b071" providerId="LiveId" clId="{D0A51F83-B713-4A4D-8105-C75936B8E1D2}" dt="2025-10-30T07:26:29.147" v="12278" actId="20577"/>
      <pc:docMkLst>
        <pc:docMk/>
      </pc:docMkLst>
      <pc:sldChg chg="addSp modSp mod">
        <pc:chgData name="Owais Ahmed" userId="6abc7d4556b3b071" providerId="LiveId" clId="{D0A51F83-B713-4A4D-8105-C75936B8E1D2}" dt="2025-10-10T13:49:12.626" v="8438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5-10-10T13:49:12.626" v="8438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D0A51F83-B713-4A4D-8105-C75936B8E1D2}" dt="2025-09-23T13:24:50.405" v="1686" actId="27636"/>
        <pc:sldMkLst>
          <pc:docMk/>
          <pc:sldMk cId="641030253" sldId="2479"/>
        </pc:sldMkLst>
      </pc:sldChg>
      <pc:sldChg chg="addSp delSp modSp mod setBg addAnim delAnim setClrOvrMap">
        <pc:chgData name="Owais Ahmed" userId="6abc7d4556b3b071" providerId="LiveId" clId="{D0A51F83-B713-4A4D-8105-C75936B8E1D2}" dt="2025-09-30T13:24:36.664" v="5585" actId="20577"/>
        <pc:sldMkLst>
          <pc:docMk/>
          <pc:sldMk cId="146856052" sldId="2503"/>
        </pc:sldMkLst>
        <pc:spChg chg="mod">
          <ac:chgData name="Owais Ahmed" userId="6abc7d4556b3b071" providerId="LiveId" clId="{D0A51F83-B713-4A4D-8105-C75936B8E1D2}" dt="2025-09-30T13:24:36.664" v="5585" actId="20577"/>
          <ac:spMkLst>
            <pc:docMk/>
            <pc:sldMk cId="146856052" sldId="2503"/>
            <ac:spMk id="9" creationId="{79DC1498-E692-42BA-B69F-6D37E6CFACA0}"/>
          </ac:spMkLst>
        </pc:spChg>
      </pc:sldChg>
      <pc:sldChg chg="del">
        <pc:chgData name="Owais Ahmed" userId="6abc7d4556b3b071" providerId="LiveId" clId="{D0A51F83-B713-4A4D-8105-C75936B8E1D2}" dt="2025-09-23T13:26:43.827" v="1754" actId="47"/>
        <pc:sldMkLst>
          <pc:docMk/>
          <pc:sldMk cId="1742566059" sldId="2504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4221376715" sldId="2506"/>
        </pc:sldMkLst>
      </pc:sldChg>
      <pc:sldChg chg="del">
        <pc:chgData name="Owais Ahmed" userId="6abc7d4556b3b071" providerId="LiveId" clId="{D0A51F83-B713-4A4D-8105-C75936B8E1D2}" dt="2025-09-23T13:26:53.155" v="1758" actId="47"/>
        <pc:sldMkLst>
          <pc:docMk/>
          <pc:sldMk cId="875357634" sldId="2507"/>
        </pc:sldMkLst>
      </pc:sldChg>
      <pc:sldChg chg="del">
        <pc:chgData name="Owais Ahmed" userId="6abc7d4556b3b071" providerId="LiveId" clId="{D0A51F83-B713-4A4D-8105-C75936B8E1D2}" dt="2025-09-23T13:27:00.031" v="1759" actId="47"/>
        <pc:sldMkLst>
          <pc:docMk/>
          <pc:sldMk cId="535421403" sldId="2509"/>
        </pc:sldMkLst>
      </pc:sldChg>
      <pc:sldChg chg="del">
        <pc:chgData name="Owais Ahmed" userId="6abc7d4556b3b071" providerId="LiveId" clId="{D0A51F83-B713-4A4D-8105-C75936B8E1D2}" dt="2025-09-23T13:26:53.155" v="1758" actId="47"/>
        <pc:sldMkLst>
          <pc:docMk/>
          <pc:sldMk cId="828323908" sldId="2510"/>
        </pc:sldMkLst>
      </pc:sldChg>
      <pc:sldChg chg="del">
        <pc:chgData name="Owais Ahmed" userId="6abc7d4556b3b071" providerId="LiveId" clId="{D0A51F83-B713-4A4D-8105-C75936B8E1D2}" dt="2025-09-23T13:26:53.155" v="1758" actId="47"/>
        <pc:sldMkLst>
          <pc:docMk/>
          <pc:sldMk cId="1223560295" sldId="2511"/>
        </pc:sldMkLst>
      </pc:sldChg>
      <pc:sldChg chg="modSp del mod modAnim modNotesTx">
        <pc:chgData name="Owais Ahmed" userId="6abc7d4556b3b071" providerId="LiveId" clId="{D0A51F83-B713-4A4D-8105-C75936B8E1D2}" dt="2025-09-27T08:06:38.050" v="5033" actId="47"/>
        <pc:sldMkLst>
          <pc:docMk/>
          <pc:sldMk cId="3210411380" sldId="2514"/>
        </pc:sldMkLst>
      </pc:sldChg>
      <pc:sldChg chg="del">
        <pc:chgData name="Owais Ahmed" userId="6abc7d4556b3b071" providerId="LiveId" clId="{D0A51F83-B713-4A4D-8105-C75936B8E1D2}" dt="2025-09-23T13:27:01.584" v="1760" actId="47"/>
        <pc:sldMkLst>
          <pc:docMk/>
          <pc:sldMk cId="538863515" sldId="2516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3233670327" sldId="2519"/>
        </pc:sldMkLst>
      </pc:sldChg>
      <pc:sldChg chg="del">
        <pc:chgData name="Owais Ahmed" userId="6abc7d4556b3b071" providerId="LiveId" clId="{D0A51F83-B713-4A4D-8105-C75936B8E1D2}" dt="2025-09-23T13:26:44.015" v="1755" actId="47"/>
        <pc:sldMkLst>
          <pc:docMk/>
          <pc:sldMk cId="760180440" sldId="2520"/>
        </pc:sldMkLst>
      </pc:sldChg>
      <pc:sldChg chg="del">
        <pc:chgData name="Owais Ahmed" userId="6abc7d4556b3b071" providerId="LiveId" clId="{D0A51F83-B713-4A4D-8105-C75936B8E1D2}" dt="2025-09-23T13:26:44.195" v="1756" actId="47"/>
        <pc:sldMkLst>
          <pc:docMk/>
          <pc:sldMk cId="3422053575" sldId="2521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2616068738" sldId="2522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428669156" sldId="2523"/>
        </pc:sldMkLst>
      </pc:sldChg>
      <pc:sldChg chg="del">
        <pc:chgData name="Owais Ahmed" userId="6abc7d4556b3b071" providerId="LiveId" clId="{D0A51F83-B713-4A4D-8105-C75936B8E1D2}" dt="2025-09-23T13:26:53.155" v="1758" actId="47"/>
        <pc:sldMkLst>
          <pc:docMk/>
          <pc:sldMk cId="3603363398" sldId="2524"/>
        </pc:sldMkLst>
      </pc:sldChg>
      <pc:sldChg chg="addSp delSp modSp mod modAnim">
        <pc:chgData name="Owais Ahmed" userId="6abc7d4556b3b071" providerId="LiveId" clId="{D0A51F83-B713-4A4D-8105-C75936B8E1D2}" dt="2025-09-27T08:05:17.615" v="5010" actId="20577"/>
        <pc:sldMkLst>
          <pc:docMk/>
          <pc:sldMk cId="2521120589" sldId="2525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110326978" sldId="2526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568047908" sldId="2527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3855651006" sldId="2528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1646317805" sldId="2529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1768471400" sldId="2530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2888631914" sldId="2531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548703236" sldId="2532"/>
        </pc:sldMkLst>
      </pc:sldChg>
      <pc:sldChg chg="del">
        <pc:chgData name="Owais Ahmed" userId="6abc7d4556b3b071" providerId="LiveId" clId="{D0A51F83-B713-4A4D-8105-C75936B8E1D2}" dt="2025-09-23T13:26:53.155" v="1758" actId="47"/>
        <pc:sldMkLst>
          <pc:docMk/>
          <pc:sldMk cId="3485167277" sldId="2533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2547052265" sldId="2534"/>
        </pc:sldMkLst>
      </pc:sldChg>
      <pc:sldChg chg="modSp add mod modAnim modNotesTx">
        <pc:chgData name="Owais Ahmed" userId="6abc7d4556b3b071" providerId="LiveId" clId="{D0A51F83-B713-4A4D-8105-C75936B8E1D2}" dt="2025-09-27T08:07:56.205" v="5277" actId="20577"/>
        <pc:sldMkLst>
          <pc:docMk/>
          <pc:sldMk cId="253856043" sldId="2535"/>
        </pc:sldMkLst>
      </pc:sldChg>
      <pc:sldChg chg="modSp add mod modAnim modNotesTx">
        <pc:chgData name="Owais Ahmed" userId="6abc7d4556b3b071" providerId="LiveId" clId="{D0A51F83-B713-4A4D-8105-C75936B8E1D2}" dt="2025-09-26T10:50:25.529" v="2807" actId="6549"/>
        <pc:sldMkLst>
          <pc:docMk/>
          <pc:sldMk cId="1489557677" sldId="2536"/>
        </pc:sldMkLst>
      </pc:sldChg>
      <pc:sldChg chg="modSp add mod modAnim modNotesTx">
        <pc:chgData name="Owais Ahmed" userId="6abc7d4556b3b071" providerId="LiveId" clId="{D0A51F83-B713-4A4D-8105-C75936B8E1D2}" dt="2025-09-23T19:10:06.246" v="2656" actId="27636"/>
        <pc:sldMkLst>
          <pc:docMk/>
          <pc:sldMk cId="1376377652" sldId="2537"/>
        </pc:sldMkLst>
      </pc:sldChg>
      <pc:sldChg chg="modSp add mod modAnim">
        <pc:chgData name="Owais Ahmed" userId="6abc7d4556b3b071" providerId="LiveId" clId="{D0A51F83-B713-4A4D-8105-C75936B8E1D2}" dt="2025-09-26T13:56:31.541" v="3035" actId="20577"/>
        <pc:sldMkLst>
          <pc:docMk/>
          <pc:sldMk cId="1894232466" sldId="2538"/>
        </pc:sldMkLst>
      </pc:sldChg>
      <pc:sldChg chg="modSp add mod modNotesTx">
        <pc:chgData name="Owais Ahmed" userId="6abc7d4556b3b071" providerId="LiveId" clId="{D0A51F83-B713-4A4D-8105-C75936B8E1D2}" dt="2025-09-27T07:58:06.476" v="4237" actId="6549"/>
        <pc:sldMkLst>
          <pc:docMk/>
          <pc:sldMk cId="2637554873" sldId="2539"/>
        </pc:sldMkLst>
      </pc:sldChg>
      <pc:sldChg chg="add del">
        <pc:chgData name="Owais Ahmed" userId="6abc7d4556b3b071" providerId="LiveId" clId="{D0A51F83-B713-4A4D-8105-C75936B8E1D2}" dt="2025-09-27T08:06:18.545" v="5022" actId="47"/>
        <pc:sldMkLst>
          <pc:docMk/>
          <pc:sldMk cId="2095536288" sldId="2540"/>
        </pc:sldMkLst>
      </pc:sldChg>
      <pc:sldChg chg="delSp modSp add del mod modAnim">
        <pc:chgData name="Owais Ahmed" userId="6abc7d4556b3b071" providerId="LiveId" clId="{D0A51F83-B713-4A4D-8105-C75936B8E1D2}" dt="2025-09-27T08:02:10.446" v="4650" actId="47"/>
        <pc:sldMkLst>
          <pc:docMk/>
          <pc:sldMk cId="3082795902" sldId="2540"/>
        </pc:sldMkLst>
      </pc:sldChg>
      <pc:sldChg chg="modSp add mod ord modAnim modNotesTx">
        <pc:chgData name="Owais Ahmed" userId="6abc7d4556b3b071" providerId="LiveId" clId="{D0A51F83-B713-4A4D-8105-C75936B8E1D2}" dt="2025-09-27T08:10:20.371" v="5381" actId="20577"/>
        <pc:sldMkLst>
          <pc:docMk/>
          <pc:sldMk cId="1335818010" sldId="2541"/>
        </pc:sldMkLst>
      </pc:sldChg>
      <pc:sldChg chg="modSp add mod modAnim">
        <pc:chgData name="Owais Ahmed" userId="6abc7d4556b3b071" providerId="LiveId" clId="{D0A51F83-B713-4A4D-8105-C75936B8E1D2}" dt="2025-09-27T08:12:42.444" v="5398" actId="114"/>
        <pc:sldMkLst>
          <pc:docMk/>
          <pc:sldMk cId="1254183550" sldId="2542"/>
        </pc:sldMkLst>
      </pc:sldChg>
      <pc:sldChg chg="addSp modSp add mod modAnim modNotesTx">
        <pc:chgData name="Owais Ahmed" userId="6abc7d4556b3b071" providerId="LiveId" clId="{D0A51F83-B713-4A4D-8105-C75936B8E1D2}" dt="2025-10-10T15:14:46.896" v="11230" actId="20577"/>
        <pc:sldMkLst>
          <pc:docMk/>
          <pc:sldMk cId="3038275289" sldId="2543"/>
        </pc:sldMkLst>
        <pc:spChg chg="mod">
          <ac:chgData name="Owais Ahmed" userId="6abc7d4556b3b071" providerId="LiveId" clId="{D0A51F83-B713-4A4D-8105-C75936B8E1D2}" dt="2025-10-10T15:14:46.896" v="11230" actId="20577"/>
          <ac:spMkLst>
            <pc:docMk/>
            <pc:sldMk cId="3038275289" sldId="2543"/>
            <ac:spMk id="3" creationId="{E45DF170-673F-3CB5-353A-1E7EDA9CEBE7}"/>
          </ac:spMkLst>
        </pc:spChg>
        <pc:spChg chg="add mod">
          <ac:chgData name="Owais Ahmed" userId="6abc7d4556b3b071" providerId="LiveId" clId="{D0A51F83-B713-4A4D-8105-C75936B8E1D2}" dt="2025-10-10T14:00:44.167" v="8514" actId="14100"/>
          <ac:spMkLst>
            <pc:docMk/>
            <pc:sldMk cId="3038275289" sldId="2543"/>
            <ac:spMk id="4" creationId="{51D12818-73AA-19BE-8F2B-1D6F1F2A6BB9}"/>
          </ac:spMkLst>
        </pc:spChg>
        <pc:spChg chg="mod">
          <ac:chgData name="Owais Ahmed" userId="6abc7d4556b3b071" providerId="LiveId" clId="{D0A51F83-B713-4A4D-8105-C75936B8E1D2}" dt="2025-10-10T13:50:47.833" v="8447" actId="20577"/>
          <ac:spMkLst>
            <pc:docMk/>
            <pc:sldMk cId="3038275289" sldId="2543"/>
            <ac:spMk id="215" creationId="{17F6B189-790E-B6AF-23F6-96EA51FEEE2B}"/>
          </ac:spMkLst>
        </pc:spChg>
        <pc:picChg chg="add mod">
          <ac:chgData name="Owais Ahmed" userId="6abc7d4556b3b071" providerId="LiveId" clId="{D0A51F83-B713-4A4D-8105-C75936B8E1D2}" dt="2025-10-10T13:54:47.263" v="8479" actId="1076"/>
          <ac:picMkLst>
            <pc:docMk/>
            <pc:sldMk cId="3038275289" sldId="2543"/>
            <ac:picMk id="1026" creationId="{88E62BBC-AB38-AF1B-7301-054800A4E0DE}"/>
          </ac:picMkLst>
        </pc:picChg>
      </pc:sldChg>
      <pc:sldChg chg="modSp del modAnim">
        <pc:chgData name="Owais Ahmed" userId="6abc7d4556b3b071" providerId="LiveId" clId="{D0A51F83-B713-4A4D-8105-C75936B8E1D2}" dt="2025-10-10T13:51:09.355" v="8452" actId="47"/>
        <pc:sldMkLst>
          <pc:docMk/>
          <pc:sldMk cId="2868945497" sldId="2544"/>
        </pc:sldMkLst>
      </pc:sldChg>
      <pc:sldChg chg="del">
        <pc:chgData name="Owais Ahmed" userId="6abc7d4556b3b071" providerId="LiveId" clId="{D0A51F83-B713-4A4D-8105-C75936B8E1D2}" dt="2025-10-10T13:51:10.348" v="8453" actId="47"/>
        <pc:sldMkLst>
          <pc:docMk/>
          <pc:sldMk cId="3768550200" sldId="2545"/>
        </pc:sldMkLst>
      </pc:sldChg>
      <pc:sldChg chg="del">
        <pc:chgData name="Owais Ahmed" userId="6abc7d4556b3b071" providerId="LiveId" clId="{D0A51F83-B713-4A4D-8105-C75936B8E1D2}" dt="2025-10-10T13:51:11.300" v="8454" actId="47"/>
        <pc:sldMkLst>
          <pc:docMk/>
          <pc:sldMk cId="775289889" sldId="2546"/>
        </pc:sldMkLst>
      </pc:sldChg>
      <pc:sldChg chg="modSp add mod modAnim modNotesTx">
        <pc:chgData name="Owais Ahmed" userId="6abc7d4556b3b071" providerId="LiveId" clId="{D0A51F83-B713-4A4D-8105-C75936B8E1D2}" dt="2025-10-10T14:37:24.509" v="10210" actId="20577"/>
        <pc:sldMkLst>
          <pc:docMk/>
          <pc:sldMk cId="316125855" sldId="2547"/>
        </pc:sldMkLst>
        <pc:spChg chg="mod">
          <ac:chgData name="Owais Ahmed" userId="6abc7d4556b3b071" providerId="LiveId" clId="{D0A51F83-B713-4A4D-8105-C75936B8E1D2}" dt="2025-10-10T14:29:21.914" v="9643" actId="20577"/>
          <ac:spMkLst>
            <pc:docMk/>
            <pc:sldMk cId="316125855" sldId="2547"/>
            <ac:spMk id="3" creationId="{7825CA17-56AF-F13E-9AE1-84244D149602}"/>
          </ac:spMkLst>
        </pc:spChg>
        <pc:spChg chg="mod">
          <ac:chgData name="Owais Ahmed" userId="6abc7d4556b3b071" providerId="LiveId" clId="{D0A51F83-B713-4A4D-8105-C75936B8E1D2}" dt="2025-10-10T14:29:12.361" v="9641" actId="20577"/>
          <ac:spMkLst>
            <pc:docMk/>
            <pc:sldMk cId="316125855" sldId="2547"/>
            <ac:spMk id="215" creationId="{43F1EEE8-4CEC-8A63-D7CD-29EE2F56029F}"/>
          </ac:spMkLst>
        </pc:spChg>
      </pc:sldChg>
      <pc:sldChg chg="modSp add mod">
        <pc:chgData name="Owais Ahmed" userId="6abc7d4556b3b071" providerId="LiveId" clId="{D0A51F83-B713-4A4D-8105-C75936B8E1D2}" dt="2025-10-10T17:05:28.419" v="12240" actId="20577"/>
        <pc:sldMkLst>
          <pc:docMk/>
          <pc:sldMk cId="381843838" sldId="2548"/>
        </pc:sldMkLst>
        <pc:spChg chg="mod">
          <ac:chgData name="Owais Ahmed" userId="6abc7d4556b3b071" providerId="LiveId" clId="{D0A51F83-B713-4A4D-8105-C75936B8E1D2}" dt="2025-10-10T17:05:28.419" v="12240" actId="20577"/>
          <ac:spMkLst>
            <pc:docMk/>
            <pc:sldMk cId="381843838" sldId="2548"/>
            <ac:spMk id="3" creationId="{EEBC5A6E-8161-2391-84AA-23EFE01FDC55}"/>
          </ac:spMkLst>
        </pc:spChg>
      </pc:sldChg>
      <pc:sldChg chg="modSp add del mod modAnim modNotesTx">
        <pc:chgData name="Owais Ahmed" userId="6abc7d4556b3b071" providerId="LiveId" clId="{D0A51F83-B713-4A4D-8105-C75936B8E1D2}" dt="2025-10-10T13:51:12.402" v="8456" actId="47"/>
        <pc:sldMkLst>
          <pc:docMk/>
          <pc:sldMk cId="3912733665" sldId="2548"/>
        </pc:sldMkLst>
      </pc:sldChg>
      <pc:sldChg chg="addSp modSp add del mod modAnim modNotesTx">
        <pc:chgData name="Owais Ahmed" userId="6abc7d4556b3b071" providerId="LiveId" clId="{D0A51F83-B713-4A4D-8105-C75936B8E1D2}" dt="2025-10-10T13:51:13.050" v="8457" actId="47"/>
        <pc:sldMkLst>
          <pc:docMk/>
          <pc:sldMk cId="26429914" sldId="2549"/>
        </pc:sldMkLst>
      </pc:sldChg>
      <pc:sldChg chg="modSp add mod modNotesTx">
        <pc:chgData name="Owais Ahmed" userId="6abc7d4556b3b071" providerId="LiveId" clId="{D0A51F83-B713-4A4D-8105-C75936B8E1D2}" dt="2025-10-10T15:09:17.745" v="11219" actId="20577"/>
        <pc:sldMkLst>
          <pc:docMk/>
          <pc:sldMk cId="941331436" sldId="2549"/>
        </pc:sldMkLst>
        <pc:spChg chg="mod">
          <ac:chgData name="Owais Ahmed" userId="6abc7d4556b3b071" providerId="LiveId" clId="{D0A51F83-B713-4A4D-8105-C75936B8E1D2}" dt="2025-10-10T15:09:17.745" v="11219" actId="20577"/>
          <ac:spMkLst>
            <pc:docMk/>
            <pc:sldMk cId="941331436" sldId="2549"/>
            <ac:spMk id="3" creationId="{97EEDC36-4995-B7D3-6B91-7C6DFE68AE0C}"/>
          </ac:spMkLst>
        </pc:spChg>
        <pc:spChg chg="mod">
          <ac:chgData name="Owais Ahmed" userId="6abc7d4556b3b071" providerId="LiveId" clId="{D0A51F83-B713-4A4D-8105-C75936B8E1D2}" dt="2025-10-10T14:31:18.664" v="9814" actId="20577"/>
          <ac:spMkLst>
            <pc:docMk/>
            <pc:sldMk cId="941331436" sldId="2549"/>
            <ac:spMk id="215" creationId="{332368F8-DB4E-94B0-ACB0-25570B41B4BA}"/>
          </ac:spMkLst>
        </pc:spChg>
      </pc:sldChg>
      <pc:sldChg chg="modSp add del mod ord modAnim modNotesTx">
        <pc:chgData name="Owais Ahmed" userId="6abc7d4556b3b071" providerId="LiveId" clId="{D0A51F83-B713-4A4D-8105-C75936B8E1D2}" dt="2025-10-10T13:51:11.883" v="8455" actId="47"/>
        <pc:sldMkLst>
          <pc:docMk/>
          <pc:sldMk cId="1848560232" sldId="2550"/>
        </pc:sldMkLst>
      </pc:sldChg>
      <pc:sldChg chg="modSp add mod modNotesTx">
        <pc:chgData name="Owais Ahmed" userId="6abc7d4556b3b071" providerId="LiveId" clId="{D0A51F83-B713-4A4D-8105-C75936B8E1D2}" dt="2025-10-10T17:04:53.787" v="12186" actId="20577"/>
        <pc:sldMkLst>
          <pc:docMk/>
          <pc:sldMk cId="2036185115" sldId="2550"/>
        </pc:sldMkLst>
        <pc:spChg chg="mod">
          <ac:chgData name="Owais Ahmed" userId="6abc7d4556b3b071" providerId="LiveId" clId="{D0A51F83-B713-4A4D-8105-C75936B8E1D2}" dt="2025-10-10T17:04:53.787" v="12186" actId="20577"/>
          <ac:spMkLst>
            <pc:docMk/>
            <pc:sldMk cId="2036185115" sldId="2550"/>
            <ac:spMk id="3" creationId="{EA2008C0-9862-27EC-EA96-9AA25716EB02}"/>
          </ac:spMkLst>
        </pc:spChg>
        <pc:spChg chg="mod">
          <ac:chgData name="Owais Ahmed" userId="6abc7d4556b3b071" providerId="LiveId" clId="{D0A51F83-B713-4A4D-8105-C75936B8E1D2}" dt="2025-10-10T15:13:48.463" v="11229" actId="20577"/>
          <ac:spMkLst>
            <pc:docMk/>
            <pc:sldMk cId="2036185115" sldId="2550"/>
            <ac:spMk id="215" creationId="{FAA48466-A2BC-53DC-34F3-2F3B31FAC07B}"/>
          </ac:spMkLst>
        </pc:spChg>
      </pc:sldChg>
      <pc:sldChg chg="modSp add del mod">
        <pc:chgData name="Owais Ahmed" userId="6abc7d4556b3b071" providerId="LiveId" clId="{D0A51F83-B713-4A4D-8105-C75936B8E1D2}" dt="2025-10-04T08:09:33.895" v="6555" actId="47"/>
        <pc:sldMkLst>
          <pc:docMk/>
          <pc:sldMk cId="2350355969" sldId="2550"/>
        </pc:sldMkLst>
      </pc:sldChg>
      <pc:sldChg chg="modSp add mod">
        <pc:chgData name="Owais Ahmed" userId="6abc7d4556b3b071" providerId="LiveId" clId="{D0A51F83-B713-4A4D-8105-C75936B8E1D2}" dt="2025-10-10T17:06:13.289" v="12257" actId="20577"/>
        <pc:sldMkLst>
          <pc:docMk/>
          <pc:sldMk cId="1268291997" sldId="2551"/>
        </pc:sldMkLst>
        <pc:spChg chg="mod">
          <ac:chgData name="Owais Ahmed" userId="6abc7d4556b3b071" providerId="LiveId" clId="{D0A51F83-B713-4A4D-8105-C75936B8E1D2}" dt="2025-10-10T17:06:13.289" v="12257" actId="20577"/>
          <ac:spMkLst>
            <pc:docMk/>
            <pc:sldMk cId="1268291997" sldId="2551"/>
            <ac:spMk id="215" creationId="{50C95D3C-AF4A-9011-4542-A0AB7A0A55FB}"/>
          </ac:spMkLst>
        </pc:spChg>
      </pc:sldChg>
      <pc:sldChg chg="modSp add del mod modAnim">
        <pc:chgData name="Owais Ahmed" userId="6abc7d4556b3b071" providerId="LiveId" clId="{D0A51F83-B713-4A4D-8105-C75936B8E1D2}" dt="2025-10-10T13:51:14.548" v="8460" actId="47"/>
        <pc:sldMkLst>
          <pc:docMk/>
          <pc:sldMk cId="1411352173" sldId="2551"/>
        </pc:sldMkLst>
      </pc:sldChg>
      <pc:sldChg chg="modSp add del mod modAnim">
        <pc:chgData name="Owais Ahmed" userId="6abc7d4556b3b071" providerId="LiveId" clId="{D0A51F83-B713-4A4D-8105-C75936B8E1D2}" dt="2025-10-10T13:51:15.062" v="8461" actId="47"/>
        <pc:sldMkLst>
          <pc:docMk/>
          <pc:sldMk cId="2500246174" sldId="2552"/>
        </pc:sldMkLst>
      </pc:sldChg>
      <pc:sldChg chg="modSp add del mod modAnim modNotesTx">
        <pc:chgData name="Owais Ahmed" userId="6abc7d4556b3b071" providerId="LiveId" clId="{D0A51F83-B713-4A4D-8105-C75936B8E1D2}" dt="2025-10-10T13:51:15.971" v="8462" actId="47"/>
        <pc:sldMkLst>
          <pc:docMk/>
          <pc:sldMk cId="2546709020" sldId="2553"/>
        </pc:sldMkLst>
      </pc:sldChg>
      <pc:sldChg chg="modSp add del mod modAnim modNotesTx">
        <pc:chgData name="Owais Ahmed" userId="6abc7d4556b3b071" providerId="LiveId" clId="{D0A51F83-B713-4A4D-8105-C75936B8E1D2}" dt="2025-10-10T13:51:16.731" v="8463" actId="47"/>
        <pc:sldMkLst>
          <pc:docMk/>
          <pc:sldMk cId="3536881250" sldId="2554"/>
        </pc:sldMkLst>
      </pc:sldChg>
      <pc:sldChg chg="add del">
        <pc:chgData name="Owais Ahmed" userId="6abc7d4556b3b071" providerId="LiveId" clId="{D0A51F83-B713-4A4D-8105-C75936B8E1D2}" dt="2025-10-10T13:51:14.147" v="8459" actId="47"/>
        <pc:sldMkLst>
          <pc:docMk/>
          <pc:sldMk cId="2051797263" sldId="2555"/>
        </pc:sldMkLst>
      </pc:sldChg>
      <pc:sldChg chg="modSp add del mod ord modAnim">
        <pc:chgData name="Owais Ahmed" userId="6abc7d4556b3b071" providerId="LiveId" clId="{D0A51F83-B713-4A4D-8105-C75936B8E1D2}" dt="2025-10-10T13:51:13.715" v="8458" actId="47"/>
        <pc:sldMkLst>
          <pc:docMk/>
          <pc:sldMk cId="4085797187" sldId="2556"/>
        </pc:sldMkLst>
      </pc:sldChg>
      <pc:sldChg chg="modSp">
        <pc:chgData name="Owais Ahmed" userId="6abc7d4556b3b071" providerId="LiveId" clId="{D0A51F83-B713-4A4D-8105-C75936B8E1D2}" dt="2025-10-14T08:05:18.650" v="12263" actId="20577"/>
        <pc:sldMkLst>
          <pc:docMk/>
          <pc:sldMk cId="1158519626" sldId="2559"/>
        </pc:sldMkLst>
        <pc:spChg chg="mod">
          <ac:chgData name="Owais Ahmed" userId="6abc7d4556b3b071" providerId="LiveId" clId="{D0A51F83-B713-4A4D-8105-C75936B8E1D2}" dt="2025-10-14T08:05:18.650" v="12263" actId="20577"/>
          <ac:spMkLst>
            <pc:docMk/>
            <pc:sldMk cId="1158519626" sldId="2559"/>
            <ac:spMk id="3" creationId="{1AF8C885-0451-9384-DD34-738748FBA312}"/>
          </ac:spMkLst>
        </pc:spChg>
      </pc:sldChg>
      <pc:sldChg chg="modSp modAnim">
        <pc:chgData name="Owais Ahmed" userId="6abc7d4556b3b071" providerId="LiveId" clId="{D0A51F83-B713-4A4D-8105-C75936B8E1D2}" dt="2025-10-30T07:26:29.147" v="12278" actId="20577"/>
        <pc:sldMkLst>
          <pc:docMk/>
          <pc:sldMk cId="2277746758" sldId="2560"/>
        </pc:sldMkLst>
        <pc:spChg chg="mod">
          <ac:chgData name="Owais Ahmed" userId="6abc7d4556b3b071" providerId="LiveId" clId="{D0A51F83-B713-4A4D-8105-C75936B8E1D2}" dt="2025-10-30T07:26:29.147" v="12278" actId="20577"/>
          <ac:spMkLst>
            <pc:docMk/>
            <pc:sldMk cId="2277746758" sldId="2560"/>
            <ac:spMk id="3" creationId="{1BE7E5ED-96E0-1482-0CB4-C2E9937AB686}"/>
          </ac:spMkLst>
        </pc:spChg>
      </pc:sldChg>
    </pc:docChg>
  </pc:docChgLst>
  <pc:docChgLst>
    <pc:chgData name="Owais Ahmed" userId="6abc7d4556b3b071" providerId="LiveId" clId="{85A129D3-1BA4-4A63-924B-7772A7960428}"/>
    <pc:docChg chg="undo custSel delSld modSld">
      <pc:chgData name="Owais Ahmed" userId="6abc7d4556b3b071" providerId="LiveId" clId="{85A129D3-1BA4-4A63-924B-7772A7960428}" dt="2023-03-02T04:26:09.378" v="409" actId="47"/>
      <pc:docMkLst>
        <pc:docMk/>
      </pc:docMkLst>
      <pc:sldChg chg="modSp mod">
        <pc:chgData name="Owais Ahmed" userId="6abc7d4556b3b071" providerId="LiveId" clId="{85A129D3-1BA4-4A63-924B-7772A7960428}" dt="2023-03-02T04:05:28.784" v="22" actId="20577"/>
        <pc:sldMkLst>
          <pc:docMk/>
          <pc:sldMk cId="3927832306" sldId="2448"/>
        </pc:sldMkLst>
      </pc:sldChg>
      <pc:sldChg chg="modSp mod">
        <pc:chgData name="Owais Ahmed" userId="6abc7d4556b3b071" providerId="LiveId" clId="{85A129D3-1BA4-4A63-924B-7772A7960428}" dt="2023-03-02T04:05:48.052" v="25" actId="20577"/>
        <pc:sldMkLst>
          <pc:docMk/>
          <pc:sldMk cId="1649098948" sldId="2462"/>
        </pc:sldMkLst>
      </pc:sldChg>
      <pc:sldChg chg="modSp modNotesTx">
        <pc:chgData name="Owais Ahmed" userId="6abc7d4556b3b071" providerId="LiveId" clId="{85A129D3-1BA4-4A63-924B-7772A7960428}" dt="2023-03-02T04:09:29.587" v="112"/>
        <pc:sldMkLst>
          <pc:docMk/>
          <pc:sldMk cId="641030253" sldId="2479"/>
        </pc:sldMkLst>
      </pc:sldChg>
      <pc:sldChg chg="modSp mod modAnim">
        <pc:chgData name="Owais Ahmed" userId="6abc7d4556b3b071" providerId="LiveId" clId="{85A129D3-1BA4-4A63-924B-7772A7960428}" dt="2023-03-02T04:20:49.483" v="340" actId="255"/>
        <pc:sldMkLst>
          <pc:docMk/>
          <pc:sldMk cId="2426892836" sldId="2485"/>
        </pc:sldMkLst>
      </pc:sldChg>
      <pc:sldChg chg="modSp mod modAnim modNotesTx">
        <pc:chgData name="Owais Ahmed" userId="6abc7d4556b3b071" providerId="LiveId" clId="{85A129D3-1BA4-4A63-924B-7772A7960428}" dt="2023-03-02T04:09:44.680" v="114"/>
        <pc:sldMkLst>
          <pc:docMk/>
          <pc:sldMk cId="3132224988" sldId="2486"/>
        </pc:sldMkLst>
      </pc:sldChg>
      <pc:sldChg chg="del">
        <pc:chgData name="Owais Ahmed" userId="6abc7d4556b3b071" providerId="LiveId" clId="{85A129D3-1BA4-4A63-924B-7772A7960428}" dt="2023-03-02T04:13:21.793" v="126" actId="47"/>
        <pc:sldMkLst>
          <pc:docMk/>
          <pc:sldMk cId="2805003587" sldId="2487"/>
        </pc:sldMkLst>
      </pc:sldChg>
      <pc:sldChg chg="modSp modAnim modNotesTx">
        <pc:chgData name="Owais Ahmed" userId="6abc7d4556b3b071" providerId="LiveId" clId="{85A129D3-1BA4-4A63-924B-7772A7960428}" dt="2023-03-02T04:10:00.993" v="125" actId="20577"/>
        <pc:sldMkLst>
          <pc:docMk/>
          <pc:sldMk cId="918376006" sldId="2488"/>
        </pc:sldMkLst>
      </pc:sldChg>
      <pc:sldChg chg="modSp modAnim">
        <pc:chgData name="Owais Ahmed" userId="6abc7d4556b3b071" providerId="LiveId" clId="{85A129D3-1BA4-4A63-924B-7772A7960428}" dt="2023-03-02T04:24:07.947" v="358" actId="20577"/>
        <pc:sldMkLst>
          <pc:docMk/>
          <pc:sldMk cId="3454217637" sldId="2489"/>
        </pc:sldMkLst>
      </pc:sldChg>
      <pc:sldChg chg="modSp modAnim modNotesTx">
        <pc:chgData name="Owais Ahmed" userId="6abc7d4556b3b071" providerId="LiveId" clId="{85A129D3-1BA4-4A63-924B-7772A7960428}" dt="2023-03-02T04:25:33.968" v="395" actId="20577"/>
        <pc:sldMkLst>
          <pc:docMk/>
          <pc:sldMk cId="3828703945" sldId="2490"/>
        </pc:sldMkLst>
      </pc:sldChg>
      <pc:sldChg chg="modSp modAnim">
        <pc:chgData name="Owais Ahmed" userId="6abc7d4556b3b071" providerId="LiveId" clId="{85A129D3-1BA4-4A63-924B-7772A7960428}" dt="2023-03-02T04:26:05.613" v="408" actId="6549"/>
        <pc:sldMkLst>
          <pc:docMk/>
          <pc:sldMk cId="1696537967" sldId="2491"/>
        </pc:sldMkLst>
      </pc:sldChg>
      <pc:sldChg chg="del">
        <pc:chgData name="Owais Ahmed" userId="6abc7d4556b3b071" providerId="LiveId" clId="{85A129D3-1BA4-4A63-924B-7772A7960428}" dt="2023-03-02T04:26:09.378" v="409" actId="47"/>
        <pc:sldMkLst>
          <pc:docMk/>
          <pc:sldMk cId="2509892412" sldId="2492"/>
        </pc:sldMkLst>
      </pc:sldChg>
    </pc:docChg>
  </pc:docChgLst>
  <pc:docChgLst>
    <pc:chgData name="Owais Ahmed" userId="6abc7d4556b3b071" providerId="LiveId" clId="{41E0643A-A144-4690-8197-798831CA2B77}"/>
    <pc:docChg chg="custSel addSld modSld sldOrd">
      <pc:chgData name="Owais Ahmed" userId="6abc7d4556b3b071" providerId="LiveId" clId="{41E0643A-A144-4690-8197-798831CA2B77}" dt="2023-07-16T14:26:46.411" v="7807" actId="20577"/>
      <pc:docMkLst>
        <pc:docMk/>
      </pc:docMkLst>
      <pc:sldChg chg="modSp mod modAnim modNotesTx">
        <pc:chgData name="Owais Ahmed" userId="6abc7d4556b3b071" providerId="LiveId" clId="{41E0643A-A144-4690-8197-798831CA2B77}" dt="2023-07-16T12:09:09.519" v="5658" actId="20577"/>
        <pc:sldMkLst>
          <pc:docMk/>
          <pc:sldMk cId="641030253" sldId="2479"/>
        </pc:sldMkLst>
      </pc:sldChg>
      <pc:sldChg chg="modSp mod modAnim modNotesTx">
        <pc:chgData name="Owais Ahmed" userId="6abc7d4556b3b071" providerId="LiveId" clId="{41E0643A-A144-4690-8197-798831CA2B77}" dt="2023-07-16T12:09:19.492" v="5660" actId="27636"/>
        <pc:sldMkLst>
          <pc:docMk/>
          <pc:sldMk cId="1742566059" sldId="2504"/>
        </pc:sldMkLst>
      </pc:sldChg>
      <pc:sldChg chg="modSp mod modAnim">
        <pc:chgData name="Owais Ahmed" userId="6abc7d4556b3b071" providerId="LiveId" clId="{41E0643A-A144-4690-8197-798831CA2B77}" dt="2023-07-16T07:11:01.322" v="3151" actId="20577"/>
        <pc:sldMkLst>
          <pc:docMk/>
          <pc:sldMk cId="3840363020" sldId="2505"/>
        </pc:sldMkLst>
      </pc:sldChg>
      <pc:sldChg chg="modSp mod modAnim">
        <pc:chgData name="Owais Ahmed" userId="6abc7d4556b3b071" providerId="LiveId" clId="{41E0643A-A144-4690-8197-798831CA2B77}" dt="2023-07-16T06:51:09.503" v="544" actId="20577"/>
        <pc:sldMkLst>
          <pc:docMk/>
          <pc:sldMk cId="875357634" sldId="2507"/>
        </pc:sldMkLst>
      </pc:sldChg>
      <pc:sldChg chg="modSp mod modAnim">
        <pc:chgData name="Owais Ahmed" userId="6abc7d4556b3b071" providerId="LiveId" clId="{41E0643A-A144-4690-8197-798831CA2B77}" dt="2023-07-16T13:48:46.661" v="6503" actId="27636"/>
        <pc:sldMkLst>
          <pc:docMk/>
          <pc:sldMk cId="1319355793" sldId="2508"/>
        </pc:sldMkLst>
      </pc:sldChg>
      <pc:sldChg chg="modSp add mod modAnim">
        <pc:chgData name="Owais Ahmed" userId="6abc7d4556b3b071" providerId="LiveId" clId="{41E0643A-A144-4690-8197-798831CA2B77}" dt="2023-07-16T07:10:32.858" v="3130" actId="20577"/>
        <pc:sldMkLst>
          <pc:docMk/>
          <pc:sldMk cId="3544083855" sldId="2512"/>
        </pc:sldMkLst>
      </pc:sldChg>
      <pc:sldChg chg="modSp add mod modAnim">
        <pc:chgData name="Owais Ahmed" userId="6abc7d4556b3b071" providerId="LiveId" clId="{41E0643A-A144-4690-8197-798831CA2B77}" dt="2023-07-16T07:15:26.248" v="3799" actId="20577"/>
        <pc:sldMkLst>
          <pc:docMk/>
          <pc:sldMk cId="3886361074" sldId="2513"/>
        </pc:sldMkLst>
      </pc:sldChg>
      <pc:sldChg chg="modSp add mod ord modAnim">
        <pc:chgData name="Owais Ahmed" userId="6abc7d4556b3b071" providerId="LiveId" clId="{41E0643A-A144-4690-8197-798831CA2B77}" dt="2023-07-16T13:00:48.609" v="5661" actId="6549"/>
        <pc:sldMkLst>
          <pc:docMk/>
          <pc:sldMk cId="3210411380" sldId="2514"/>
        </pc:sldMkLst>
      </pc:sldChg>
      <pc:sldChg chg="modSp add mod modAnim">
        <pc:chgData name="Owais Ahmed" userId="6abc7d4556b3b071" providerId="LiveId" clId="{41E0643A-A144-4690-8197-798831CA2B77}" dt="2023-07-16T14:24:21.066" v="7786" actId="20577"/>
        <pc:sldMkLst>
          <pc:docMk/>
          <pc:sldMk cId="768535535" sldId="2515"/>
        </pc:sldMkLst>
      </pc:sldChg>
      <pc:sldChg chg="modSp add mod modAnim">
        <pc:chgData name="Owais Ahmed" userId="6abc7d4556b3b071" providerId="LiveId" clId="{41E0643A-A144-4690-8197-798831CA2B77}" dt="2023-07-16T14:26:46.411" v="7807" actId="20577"/>
        <pc:sldMkLst>
          <pc:docMk/>
          <pc:sldMk cId="538863515" sldId="2516"/>
        </pc:sldMkLst>
      </pc:sldChg>
    </pc:docChg>
  </pc:docChgLst>
  <pc:docChgLst>
    <pc:chgData name="Owais Ahmed" userId="6abc7d4556b3b071" providerId="LiveId" clId="{641304C9-537E-56B8-9D3B-F295291B91EB}"/>
    <pc:docChg chg="custSel addSld delSld modSld sldOrd">
      <pc:chgData name="Owais Ahmed" userId="6abc7d4556b3b071" providerId="LiveId" clId="{641304C9-537E-56B8-9D3B-F295291B91EB}" dt="2025-10-11T14:09:39.665" v="1904" actId="2696"/>
      <pc:docMkLst>
        <pc:docMk/>
      </pc:docMkLst>
      <pc:sldChg chg="modSp mod">
        <pc:chgData name="Owais Ahmed" userId="6abc7d4556b3b071" providerId="LiveId" clId="{641304C9-537E-56B8-9D3B-F295291B91EB}" dt="2025-10-11T09:18:05.198" v="1095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5-10-11T09:18:05.198" v="109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41304C9-537E-56B8-9D3B-F295291B91EB}" dt="2025-10-03T05:55:58.407" v="18" actId="2696"/>
        <pc:sldMkLst>
          <pc:docMk/>
          <pc:sldMk cId="641030253" sldId="2479"/>
        </pc:sldMkLst>
      </pc:sldChg>
      <pc:sldChg chg="del">
        <pc:chgData name="Owais Ahmed" userId="6abc7d4556b3b071" providerId="LiveId" clId="{641304C9-537E-56B8-9D3B-F295291B91EB}" dt="2025-10-03T05:55:58.624" v="24" actId="2696"/>
        <pc:sldMkLst>
          <pc:docMk/>
          <pc:sldMk cId="2521120589" sldId="2525"/>
        </pc:sldMkLst>
      </pc:sldChg>
      <pc:sldChg chg="del">
        <pc:chgData name="Owais Ahmed" userId="6abc7d4556b3b071" providerId="LiveId" clId="{641304C9-537E-56B8-9D3B-F295291B91EB}" dt="2025-10-03T05:55:58.447" v="20" actId="2696"/>
        <pc:sldMkLst>
          <pc:docMk/>
          <pc:sldMk cId="253856043" sldId="2535"/>
        </pc:sldMkLst>
      </pc:sldChg>
      <pc:sldChg chg="del">
        <pc:chgData name="Owais Ahmed" userId="6abc7d4556b3b071" providerId="LiveId" clId="{641304C9-537E-56B8-9D3B-F295291B91EB}" dt="2025-10-03T05:55:58.428" v="19" actId="2696"/>
        <pc:sldMkLst>
          <pc:docMk/>
          <pc:sldMk cId="1489557677" sldId="2536"/>
        </pc:sldMkLst>
      </pc:sldChg>
      <pc:sldChg chg="del">
        <pc:chgData name="Owais Ahmed" userId="6abc7d4556b3b071" providerId="LiveId" clId="{641304C9-537E-56B8-9D3B-F295291B91EB}" dt="2025-10-03T05:55:58.465" v="21" actId="2696"/>
        <pc:sldMkLst>
          <pc:docMk/>
          <pc:sldMk cId="1376377652" sldId="2537"/>
        </pc:sldMkLst>
      </pc:sldChg>
      <pc:sldChg chg="del">
        <pc:chgData name="Owais Ahmed" userId="6abc7d4556b3b071" providerId="LiveId" clId="{641304C9-537E-56B8-9D3B-F295291B91EB}" dt="2025-10-03T05:55:58.524" v="22" actId="2696"/>
        <pc:sldMkLst>
          <pc:docMk/>
          <pc:sldMk cId="1894232466" sldId="2538"/>
        </pc:sldMkLst>
      </pc:sldChg>
      <pc:sldChg chg="del">
        <pc:chgData name="Owais Ahmed" userId="6abc7d4556b3b071" providerId="LiveId" clId="{641304C9-537E-56B8-9D3B-F295291B91EB}" dt="2025-10-03T05:55:58.595" v="23" actId="2696"/>
        <pc:sldMkLst>
          <pc:docMk/>
          <pc:sldMk cId="2637554873" sldId="2539"/>
        </pc:sldMkLst>
      </pc:sldChg>
      <pc:sldChg chg="del">
        <pc:chgData name="Owais Ahmed" userId="6abc7d4556b3b071" providerId="LiveId" clId="{641304C9-537E-56B8-9D3B-F295291B91EB}" dt="2025-10-03T05:56:20.809" v="25" actId="2696"/>
        <pc:sldMkLst>
          <pc:docMk/>
          <pc:sldMk cId="1335818010" sldId="2541"/>
        </pc:sldMkLst>
      </pc:sldChg>
      <pc:sldChg chg="del">
        <pc:chgData name="Owais Ahmed" userId="6abc7d4556b3b071" providerId="LiveId" clId="{641304C9-537E-56B8-9D3B-F295291B91EB}" dt="2025-10-03T05:56:20.828" v="26" actId="2696"/>
        <pc:sldMkLst>
          <pc:docMk/>
          <pc:sldMk cId="1254183550" sldId="2542"/>
        </pc:sldMkLst>
      </pc:sldChg>
      <pc:sldChg chg="modSp mod modAnim modNotesTx">
        <pc:chgData name="Owais Ahmed" userId="6abc7d4556b3b071" providerId="LiveId" clId="{641304C9-537E-56B8-9D3B-F295291B91EB}" dt="2025-10-03T06:03:23.824" v="692" actId="6549"/>
        <pc:sldMkLst>
          <pc:docMk/>
          <pc:sldMk cId="3038275289" sldId="2543"/>
        </pc:sldMkLst>
        <pc:spChg chg="mod">
          <ac:chgData name="Owais Ahmed" userId="6abc7d4556b3b071" providerId="LiveId" clId="{641304C9-537E-56B8-9D3B-F295291B91EB}" dt="2025-10-03T06:03:10.556" v="688" actId="20577"/>
          <ac:spMkLst>
            <pc:docMk/>
            <pc:sldMk cId="3038275289" sldId="2543"/>
            <ac:spMk id="3" creationId="{E45DF170-673F-3CB5-353A-1E7EDA9CEBE7}"/>
          </ac:spMkLst>
        </pc:spChg>
        <pc:spChg chg="mod">
          <ac:chgData name="Owais Ahmed" userId="6abc7d4556b3b071" providerId="LiveId" clId="{641304C9-537E-56B8-9D3B-F295291B91EB}" dt="2025-10-03T06:03:23.824" v="692" actId="6549"/>
          <ac:spMkLst>
            <pc:docMk/>
            <pc:sldMk cId="3038275289" sldId="2543"/>
            <ac:spMk id="215" creationId="{17F6B189-790E-B6AF-23F6-96EA51FEEE2B}"/>
          </ac:spMkLst>
        </pc:spChg>
      </pc:sldChg>
      <pc:sldChg chg="modSp add mod modAnim modNotesTx">
        <pc:chgData name="Owais Ahmed" userId="6abc7d4556b3b071" providerId="LiveId" clId="{641304C9-537E-56B8-9D3B-F295291B91EB}" dt="2025-10-03T06:46:28.841" v="703" actId="20577"/>
        <pc:sldMkLst>
          <pc:docMk/>
          <pc:sldMk cId="2868945497" sldId="2544"/>
        </pc:sldMkLst>
      </pc:sldChg>
      <pc:sldChg chg="addSp delSp modSp add mod ord modAnim">
        <pc:chgData name="Owais Ahmed" userId="6abc7d4556b3b071" providerId="LiveId" clId="{641304C9-537E-56B8-9D3B-F295291B91EB}" dt="2025-10-03T06:51:55.251" v="869" actId="20578"/>
        <pc:sldMkLst>
          <pc:docMk/>
          <pc:sldMk cId="3768550200" sldId="2545"/>
        </pc:sldMkLst>
      </pc:sldChg>
      <pc:sldChg chg="modSp add mod modAnim">
        <pc:chgData name="Owais Ahmed" userId="6abc7d4556b3b071" providerId="LiveId" clId="{641304C9-537E-56B8-9D3B-F295291B91EB}" dt="2025-10-03T06:55:53.548" v="1080" actId="20577"/>
        <pc:sldMkLst>
          <pc:docMk/>
          <pc:sldMk cId="775289889" sldId="2546"/>
        </pc:sldMkLst>
      </pc:sldChg>
      <pc:sldChg chg="modSp">
        <pc:chgData name="Owais Ahmed" userId="6abc7d4556b3b071" providerId="LiveId" clId="{641304C9-537E-56B8-9D3B-F295291B91EB}" dt="2025-10-04T11:25:20.507" v="1088"/>
        <pc:sldMkLst>
          <pc:docMk/>
          <pc:sldMk cId="1411352173" sldId="2551"/>
        </pc:sldMkLst>
      </pc:sldChg>
      <pc:sldChg chg="del">
        <pc:chgData name="Owais Ahmed" userId="6abc7d4556b3b071" providerId="LiveId" clId="{641304C9-537E-56B8-9D3B-F295291B91EB}" dt="2025-10-11T14:09:39.599" v="1900" actId="2696"/>
        <pc:sldMkLst>
          <pc:docMk/>
          <pc:sldMk cId="4280932034" sldId="2555"/>
        </pc:sldMkLst>
      </pc:sldChg>
      <pc:sldChg chg="del">
        <pc:chgData name="Owais Ahmed" userId="6abc7d4556b3b071" providerId="LiveId" clId="{641304C9-537E-56B8-9D3B-F295291B91EB}" dt="2025-10-11T14:09:39.618" v="1901" actId="2696"/>
        <pc:sldMkLst>
          <pc:docMk/>
          <pc:sldMk cId="2091801113" sldId="2556"/>
        </pc:sldMkLst>
      </pc:sldChg>
      <pc:sldChg chg="modSp">
        <pc:chgData name="Owais Ahmed" userId="6abc7d4556b3b071" providerId="LiveId" clId="{641304C9-537E-56B8-9D3B-F295291B91EB}" dt="2025-10-04T10:53:13.375" v="1084" actId="20577"/>
        <pc:sldMkLst>
          <pc:docMk/>
          <pc:sldMk cId="4085797187" sldId="2556"/>
        </pc:sldMkLst>
      </pc:sldChg>
      <pc:sldChg chg="del">
        <pc:chgData name="Owais Ahmed" userId="6abc7d4556b3b071" providerId="LiveId" clId="{641304C9-537E-56B8-9D3B-F295291B91EB}" dt="2025-10-11T14:09:39.637" v="1902" actId="2696"/>
        <pc:sldMkLst>
          <pc:docMk/>
          <pc:sldMk cId="2716015203" sldId="2557"/>
        </pc:sldMkLst>
      </pc:sldChg>
      <pc:sldChg chg="del">
        <pc:chgData name="Owais Ahmed" userId="6abc7d4556b3b071" providerId="LiveId" clId="{641304C9-537E-56B8-9D3B-F295291B91EB}" dt="2025-10-11T14:09:39.653" v="1903" actId="2696"/>
        <pc:sldMkLst>
          <pc:docMk/>
          <pc:sldMk cId="570513610" sldId="2558"/>
        </pc:sldMkLst>
      </pc:sldChg>
      <pc:sldChg chg="modSp mod modAnim">
        <pc:chgData name="Owais Ahmed" userId="6abc7d4556b3b071" providerId="LiveId" clId="{641304C9-537E-56B8-9D3B-F295291B91EB}" dt="2025-10-11T09:24:57.133" v="1602" actId="20577"/>
        <pc:sldMkLst>
          <pc:docMk/>
          <pc:sldMk cId="1158519626" sldId="2559"/>
        </pc:sldMkLst>
        <pc:spChg chg="mod">
          <ac:chgData name="Owais Ahmed" userId="6abc7d4556b3b071" providerId="LiveId" clId="{641304C9-537E-56B8-9D3B-F295291B91EB}" dt="2025-10-11T09:24:57.133" v="1602" actId="20577"/>
          <ac:spMkLst>
            <pc:docMk/>
            <pc:sldMk cId="1158519626" sldId="2559"/>
            <ac:spMk id="3" creationId="{1AF8C885-0451-9384-DD34-738748FBA312}"/>
          </ac:spMkLst>
        </pc:spChg>
      </pc:sldChg>
      <pc:sldChg chg="del">
        <pc:chgData name="Owais Ahmed" userId="6abc7d4556b3b071" providerId="LiveId" clId="{641304C9-537E-56B8-9D3B-F295291B91EB}" dt="2025-10-11T14:09:39.665" v="1904" actId="2696"/>
        <pc:sldMkLst>
          <pc:docMk/>
          <pc:sldMk cId="653486439" sldId="2561"/>
        </pc:sldMkLst>
      </pc:sldChg>
      <pc:sldChg chg="delSp modSp add mod delAnim modAnim modNotesTx">
        <pc:chgData name="Owais Ahmed" userId="6abc7d4556b3b071" providerId="LiveId" clId="{641304C9-537E-56B8-9D3B-F295291B91EB}" dt="2025-10-11T09:27:57.680" v="1899"/>
        <pc:sldMkLst>
          <pc:docMk/>
          <pc:sldMk cId="1633475097" sldId="2562"/>
        </pc:sldMkLst>
        <pc:spChg chg="mod">
          <ac:chgData name="Owais Ahmed" userId="6abc7d4556b3b071" providerId="LiveId" clId="{641304C9-537E-56B8-9D3B-F295291B91EB}" dt="2025-10-11T09:27:44.860" v="1897" actId="20577"/>
          <ac:spMkLst>
            <pc:docMk/>
            <pc:sldMk cId="1633475097" sldId="2562"/>
            <ac:spMk id="3" creationId="{09CA65CF-9F6C-0054-A276-5CB8274514B4}"/>
          </ac:spMkLst>
        </pc:spChg>
      </pc:sldChg>
    </pc:docChg>
  </pc:docChgLst>
  <pc:docChgLst>
    <pc:chgData name="Owais Ahmed" userId="6abc7d4556b3b071" providerId="LiveId" clId="{5035FDB0-07D6-44A8-AB3F-F14A5006133A}"/>
    <pc:docChg chg="modSld">
      <pc:chgData name="Owais Ahmed" userId="6abc7d4556b3b071" providerId="LiveId" clId="{5035FDB0-07D6-44A8-AB3F-F14A5006133A}" dt="2023-06-14T19:03:06.273" v="0" actId="20577"/>
      <pc:docMkLst>
        <pc:docMk/>
      </pc:docMkLst>
      <pc:sldChg chg="modSp">
        <pc:chgData name="Owais Ahmed" userId="6abc7d4556b3b071" providerId="LiveId" clId="{5035FDB0-07D6-44A8-AB3F-F14A5006133A}" dt="2023-06-14T19:03:06.273" v="0" actId="20577"/>
        <pc:sldMkLst>
          <pc:docMk/>
          <pc:sldMk cId="641030253" sldId="247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indesk.com/learn/understanding-the-dao-attack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54AD2-7063-DD6E-8CF6-9C0FC964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7DBA9-82FB-2D5C-F3E3-78A207919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1486B-FE2C-09DC-52E5-4C6C72295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dirty="0"/>
              <a:t>Nietzsche spoke of chaos birthing stars; Vitalik Buterin proved it — from the uncertainty of what Bitcoin could not do, he created what the blockchain could become.</a:t>
            </a:r>
          </a:p>
          <a:p>
            <a:pPr marL="228600" indent="-228600">
              <a:buAutoNum type="arabicPeriod"/>
            </a:pPr>
            <a:r>
              <a:rPr lang="en-GB" dirty="0"/>
              <a:t>Vitalik questioned Bitcoin’s limits and imagined a system where </a:t>
            </a:r>
            <a:r>
              <a:rPr lang="en-GB" i="0" dirty="0"/>
              <a:t>the blockchain itself could think</a:t>
            </a: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D7C28-C6D2-DEE5-CD63-AC02A81F1A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426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2F6C8-6479-C7DF-7AEE-3BAC6CE1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849D8-40A9-DF48-841D-E986909B9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9C14A-BBD5-B3B8-A10D-74EACF78B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8869D-6785-6A56-FDDF-93B5BC911F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612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B2988-5BC9-AE80-57DB-7A19243E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17F09-22AF-1166-36D0-109079A35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150E5-3236-A8C3-2D3A-F88C3E6E3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Proof of work requires immense computation for no good reason other than just solving a puzzle. Also, after 21M BTC, mining reward will be zeroed and only Tx fee rewards will remain, which will definitely be much higher then.</a:t>
            </a:r>
          </a:p>
          <a:p>
            <a:pPr marL="228600" indent="-228600">
              <a:buAutoNum type="arabicPeriod"/>
            </a:pPr>
            <a:r>
              <a:rPr lang="en-US" dirty="0" err="1"/>
              <a:t>Namecoin</a:t>
            </a:r>
            <a:r>
              <a:rPr lang="en-US" dirty="0"/>
              <a:t>, in 2010 started a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decentralized name registration database which allows named identifiers and not only pseudo-random hash codes as addresses.</a:t>
            </a:r>
          </a:p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Bitcoin scripts are more of a function with fixed parameters, not like a class that can have its own custom data and functions.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6897D-BFEB-8DC4-33FE-0236FF07CE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343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34B84-AB4F-E310-684F-E608F5DC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C670C-D6C9-FEFB-EFFF-651FEA984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9E8D4-A4B2-C3FF-E882-F3B8D1AEA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dirty="0" err="1"/>
              <a:t>PoS</a:t>
            </a:r>
            <a:r>
              <a:rPr lang="en-GB" dirty="0"/>
              <a:t> came after The MERGE in 2022: validators lock up 32 ETH to create blocks. </a:t>
            </a:r>
            <a:r>
              <a:rPr lang="en-GB" i="0" dirty="0"/>
              <a:t>It uses far less energy, achieves faster finality, and supports higher scalability via sharding. BTC is 7TPS (Tx per second), ETH is 20-30TPS.</a:t>
            </a:r>
          </a:p>
          <a:p>
            <a:pPr marL="228600" indent="-228600">
              <a:buAutoNum type="arabicPeriod"/>
            </a:pPr>
            <a:r>
              <a:rPr lang="en-GB" i="0" dirty="0"/>
              <a:t>With new blocks, new Ethers are created and when transactions occur, these Ethers are burnt as Gas.</a:t>
            </a:r>
          </a:p>
          <a:p>
            <a:pPr marL="228600" indent="-228600">
              <a:buAutoNum type="arabicPeriod"/>
            </a:pPr>
            <a:r>
              <a:rPr lang="en-US" i="0" dirty="0"/>
              <a:t>While BTC manages state of coins in transactions, ETH maintains accounts and balances inside.</a:t>
            </a:r>
          </a:p>
          <a:p>
            <a:pPr marL="228600" indent="-228600">
              <a:buAutoNum type="arabicPeriod"/>
            </a:pPr>
            <a:r>
              <a:rPr lang="en-US" i="0" dirty="0"/>
              <a:t>Layer-2 can have custom tokens which can be currencies, DAOs, NFTs, DeFi, Identity systems, gaming economics, etc.</a:t>
            </a:r>
          </a:p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7EFC5-4839-595B-56BD-7B4526ABA4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331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072A6-CCAF-10B0-1CF3-B50F5CDEC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A68987-ABDC-717B-3BDB-E219E47E0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BEFAF-9AAE-5E10-F967-CB4104A25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i="0" dirty="0"/>
              <a:t>Frontier was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live implementation of Ethereum intended for technical users, specifically developers. It followed the successful testing phase.</a:t>
            </a:r>
          </a:p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DAO fork was in response to the 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2016 DAO attack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where an insecure contract was drained of over 3.6 million ETH in a hack. Some miners refused to fork and went on to form Ethereum Classic.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CFC37-BB33-6E26-7B9A-2D4100BAA4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241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0BA2A-BF7B-65A6-2A9E-E1A87568D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C63BE-8811-6826-812B-F4AF60E8A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056E3-3801-DB35-E14C-CA3709966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C7882-A43F-59C7-B5F1-408B9EB2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1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389F4-514A-0549-B6A7-1901E3444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A65A9-FB4F-A1F2-0147-91ACBCD22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4F967-F0F6-858C-FC47-FEF30EBEC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14052-6BD9-7B07-20F7-DBBE87470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811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C9B84-FC51-F60C-57F0-8054ED957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D451A-8682-5EDE-4DB5-3A6266B93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D9AE0-C713-591B-8976-4FCE45CC3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8CA92-661D-1BFD-1A51-EC8896D2F6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117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DB265-6D02-9FFA-C61E-AFDAEFCCF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FE1C2E-66EC-D949-FD2E-EDDBFBC91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4B9A4-F3EE-5DC3-075D-A5C9C11BB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4543F-B146-EEE9-B513-6E900260DE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939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55530-72EE-8C5A-D37B-D566DD219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D104E3-A9D8-4A6E-07F3-22631EF7A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876BC-15C2-960D-9E98-1AF3F1FC3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 node requires about 1.5TB of storage and can independently verify any transaction in the blockchain.</a:t>
            </a:r>
          </a:p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Snapshots can be stored in 200 to 300 GB and are much faster as they only keep complete states up to a few hundred blocks.</a:t>
            </a:r>
          </a:p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Archive nodes can exceed 15TB in size, but they do not prune anything from genesis block. They are like a data warehouse.</a:t>
            </a:r>
          </a:p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3BD59-4AFA-A96C-D33C-1078191F2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504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EFC90-0B54-765C-451A-084FE20AF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0BFFB-D832-4123-B6DF-0B9AAA3D8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F979F-05BA-AB97-9988-98BE00F08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Geth is written in Go language. Nethermind (C#), Besu (Java) are some of its alternatives</a:t>
            </a:r>
          </a:p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Prysm’s alternatives are Lighthouse (rust) and Teku (Java)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786B0-1C94-120C-C69E-FF66EDBA8C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947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171BD-9F13-3940-916D-B4154D424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4D0D3-706F-8031-464D-9F7EEE5C2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65007-5549-BE71-8207-AFA024F87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3ED50-EB4C-7D3B-46AE-90AA31A499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49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DECENTRALIZED APPLICATION DEVELOPMENT (119389)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114800" cy="4136198"/>
          </a:xfrm>
        </p:spPr>
        <p:txBody>
          <a:bodyPr/>
          <a:lstStyle/>
          <a:p>
            <a:r>
              <a:rPr lang="en-US" dirty="0"/>
              <a:t>Emergence</a:t>
            </a:r>
          </a:p>
          <a:p>
            <a:r>
              <a:rPr lang="en-US" dirty="0"/>
              <a:t>Evolution</a:t>
            </a:r>
          </a:p>
          <a:p>
            <a:r>
              <a:rPr lang="en-US" dirty="0"/>
              <a:t>Proof of Stake</a:t>
            </a:r>
          </a:p>
          <a:p>
            <a:r>
              <a:rPr lang="en-US" dirty="0"/>
              <a:t>Ethereum Nodes</a:t>
            </a:r>
          </a:p>
          <a:p>
            <a:r>
              <a:rPr lang="en-US" dirty="0"/>
              <a:t>Blocks</a:t>
            </a:r>
          </a:p>
          <a:p>
            <a:r>
              <a:rPr lang="en-US" dirty="0"/>
              <a:t>Transactions</a:t>
            </a:r>
          </a:p>
          <a:p>
            <a:r>
              <a:rPr lang="en-US" dirty="0"/>
              <a:t>Logs and Events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DDF50-F025-CB09-C47C-B438BF43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6F4C015-7240-D47C-33CF-4F874E45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EA075A6-B431-4CB9-A545-E22776BDC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7F6B189-790E-B6AF-23F6-96EA51FEEE2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Emergence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8E4F014-48A5-75A9-F3BC-6DD85F9C0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C9D323B-98C4-C7D2-E347-6EC335D12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DF170-673F-3CB5-353A-1E7EDA9CEBE7}"/>
              </a:ext>
            </a:extLst>
          </p:cNvPr>
          <p:cNvSpPr txBox="1">
            <a:spLocks/>
          </p:cNvSpPr>
          <p:nvPr/>
        </p:nvSpPr>
        <p:spPr>
          <a:xfrm>
            <a:off x="220384" y="2562225"/>
            <a:ext cx="4873903" cy="385824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 2013, Vitalik published a groundbreaking whitepaper introducing Ethereum.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Bitcoin solves one giant problem – decentralization of money.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Ethereum harnessed the full potential of blockchains.</a:t>
            </a:r>
          </a:p>
        </p:txBody>
      </p:sp>
      <p:pic>
        <p:nvPicPr>
          <p:cNvPr id="1026" name="Picture 2" descr="Vitalik Buterin: How to Optimize Cryptography Revealed">
            <a:extLst>
              <a:ext uri="{FF2B5EF4-FFF2-40B4-BE49-F238E27FC236}">
                <a16:creationId xmlns:a16="http://schemas.microsoft.com/office/drawing/2014/main" id="{88E62BBC-AB38-AF1B-7301-054800A4E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7" y="2562225"/>
            <a:ext cx="7096125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D12818-73AA-19BE-8F2B-1D6F1F2A6BB9}"/>
              </a:ext>
            </a:extLst>
          </p:cNvPr>
          <p:cNvSpPr txBox="1">
            <a:spLocks/>
          </p:cNvSpPr>
          <p:nvPr/>
        </p:nvSpPr>
        <p:spPr>
          <a:xfrm>
            <a:off x="220383" y="1504336"/>
            <a:ext cx="11743017" cy="105789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3600" dirty="0">
                <a:latin typeface="Dreaming Outloud Pro" panose="020F0502020204030204" pitchFamily="66" charset="0"/>
                <a:ea typeface="ADLaM Display" panose="020F0502020204030204" pitchFamily="2" charset="0"/>
                <a:cs typeface="Dreaming Outloud Pro" panose="020F0502020204030204" pitchFamily="66" charset="0"/>
              </a:rPr>
              <a:t>One must still have chaos in oneself to be able to give birth to a dancing star [Friedrich Nietzsche]</a:t>
            </a:r>
            <a:endParaRPr lang="en-GB" sz="3400" dirty="0">
              <a:latin typeface="Dreaming Outloud Pro" panose="020F0502020204030204" pitchFamily="66" charset="0"/>
              <a:ea typeface="ADLaM Display" panose="020F0502020204030204" pitchFamily="2" charset="0"/>
              <a:cs typeface="Dreaming Outloud Pro" panose="020F050202020403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27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AF907-4C02-70CC-4DD3-7927ED3F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CC0F002-E25F-228F-DDA4-3F1DC6F90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6CF9240-1150-C195-AB70-3D98FA4C3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3D133B3-A63B-955F-F9F4-75716024785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Emergence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93A332D-B2C4-2C5E-589B-5D50D15F3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91BBBE8-A2D6-3193-896D-66DE2B304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A65CF-9F6C-0054-A276-5CB8274514B4}"/>
              </a:ext>
            </a:extLst>
          </p:cNvPr>
          <p:cNvSpPr txBox="1">
            <a:spLocks/>
          </p:cNvSpPr>
          <p:nvPr/>
        </p:nvSpPr>
        <p:spPr>
          <a:xfrm>
            <a:off x="220384" y="1587609"/>
            <a:ext cx="11743016" cy="4832856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Ethereum is a blockchain created by Vitalik Buterin in 2015, who worked earlier with Bitcoin developers.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Its native currency is ETH (Ether) and its smallest unit is Wei (1/10</a:t>
            </a:r>
            <a:r>
              <a:rPr lang="en-GB" sz="3400" baseline="30000" dirty="0"/>
              <a:t>18</a:t>
            </a:r>
            <a:r>
              <a:rPr lang="en-GB" sz="3400" dirty="0"/>
              <a:t>ETH)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Runs on Smart contracts, which are programs that automatically execute based on certain conditions.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Constantly evolving with EIP (Ethereum Improvement Proposals)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Main hub if Web 3. Most of the decentralized internet, i.e. wallets, tokens, governance systems are built around Ethereum.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Movement towards true </a:t>
            </a:r>
            <a:r>
              <a:rPr lang="en-GB" sz="3400" dirty="0" err="1"/>
              <a:t>Trustless</a:t>
            </a:r>
            <a:r>
              <a:rPr lang="en-GB" sz="3400" dirty="0"/>
              <a:t>, self-sustained, autonomous blockchain with the potential to fully replace conventional financial system.</a:t>
            </a:r>
          </a:p>
        </p:txBody>
      </p:sp>
    </p:spTree>
    <p:extLst>
      <p:ext uri="{BB962C8B-B14F-4D97-AF65-F5344CB8AC3E}">
        <p14:creationId xmlns:p14="http://schemas.microsoft.com/office/powerpoint/2010/main" val="163347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B897-23EE-2069-BBAA-1E195964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F6CE07D-1848-AB58-632B-F4B48F2D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9775A34-5347-0932-EF27-27BEBBBA6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3F1EEE8-4CEC-8A63-D7CD-29EE2F56029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Emergence – The limitations of Bitcoin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0D28721-C761-B731-9A76-799CF69F3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81D666A-1AB9-B5BE-D44D-1D425B392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5CA17-56AF-F13E-9AE1-84244D14960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Proof of work is a good approach, until it isn’t.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Bitcoin maintains “state” of coins, not accounts. There isn’t even an option to introduce a human-friendly identifier.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BTC is the only currency, hence the blockchain can only be a shop, not a marketplace.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Scripts in Bitcoin can define rules about the funds, but that’s it.</a:t>
            </a:r>
          </a:p>
        </p:txBody>
      </p:sp>
    </p:spTree>
    <p:extLst>
      <p:ext uri="{BB962C8B-B14F-4D97-AF65-F5344CB8AC3E}">
        <p14:creationId xmlns:p14="http://schemas.microsoft.com/office/powerpoint/2010/main" val="31612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AB31-F04D-00E4-A714-C105F99B8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29C180D-14A9-951D-3757-D6EF9F230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8BF591D-DA74-8A10-BBED-69F1EAB95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32368F8-DB4E-94B0-ACB0-25570B41B4B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Emergence –Ethereum’s contributions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32CD8BD-8EF3-FD34-DE03-37F9917FF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AB4F1B-D175-927C-514C-561E992F4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EDC36-4995-B7D3-6B91-7C6DFE68AE0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Proof of stake (since 2022) as consensus mechanism.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Ethers have no hard cap; they are continuously created and burned. (Gold vs Oil).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Account-centric. But the accounts can also contain data and even code.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Ethereum is common currency; then there’s Layer-2.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Smart Contracts … on a Turing-complete language.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94133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ABC0D-E8C2-BA2E-C798-D1EA0E1F2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0E98325-4DF5-A307-280E-9AF6EBC0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2C5C505-B197-F662-528A-9B7992074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AA48466-A2BC-53DC-34F3-2F3B31FAC07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Evolution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BDF4E45-B8B3-C0CA-6ACB-BD569894A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2F234F5-5DA9-1D00-7983-72ACFC3E2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008C0-9862-27EC-EA96-9AA25716EB0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2013: Whitepaper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2014: ETH on sale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2015 ($1.24): Frontier launch for developers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2016 ($12.5): DAO fork </a:t>
            </a:r>
            <a:r>
              <a:rPr lang="en-GB" sz="3600" dirty="0"/>
              <a:t>response to the 2016 DAO attack.</a:t>
            </a:r>
            <a:endParaRPr lang="en-GB" sz="3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2017 ($334): Byzantium fork </a:t>
            </a:r>
            <a:r>
              <a:rPr lang="en-GB" sz="3600" dirty="0"/>
              <a:t>reduced mining rewards to 3ETH and added the ability to cross-communicate between contracts.</a:t>
            </a:r>
            <a:endParaRPr lang="en-GB" sz="3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2019 ($151): Istanbul fork </a:t>
            </a:r>
            <a:r>
              <a:rPr lang="en-US" sz="3600" dirty="0"/>
              <a:t>optimized gas, improved DoS attack resilience and significantly enhanced L2 scaling.</a:t>
            </a:r>
            <a:endParaRPr lang="en-GB" sz="3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2020 ($586): Beacon chain genesis – a milestone towards Ethereum vision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2021 ($2621): London upgrade reformed the transaction fee market and gas refunds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2022 ($1472): Paris – The Merge switched off PoW and migrated to </a:t>
            </a:r>
            <a:r>
              <a:rPr lang="en-GB" sz="3400" dirty="0" err="1"/>
              <a:t>PoS</a:t>
            </a:r>
            <a:endParaRPr lang="en-GB" sz="3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2023 ($1917): </a:t>
            </a:r>
            <a:r>
              <a:rPr lang="en-GB" sz="3400" dirty="0" err="1"/>
              <a:t>Shangai</a:t>
            </a:r>
            <a:r>
              <a:rPr lang="en-GB" sz="3400" dirty="0"/>
              <a:t>-Capella brought withdrawal of staked Ethers to execution layer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2025 ($2222): </a:t>
            </a:r>
            <a:r>
              <a:rPr lang="en-GB" sz="3400" dirty="0" err="1"/>
              <a:t>Prage</a:t>
            </a:r>
            <a:r>
              <a:rPr lang="en-GB" sz="3400" dirty="0"/>
              <a:t>-Electra enabled EOA accounts to execute code as well; Payment in L2 tokens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203618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F1589-DD59-4E83-5AFE-5923D5C4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C5DC0F8-D566-EDA5-3E59-786F92A4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EF695F9-01C1-9B1B-F182-C33142B66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0C95D3C-AF4A-9011-4542-A0AB7A0A55F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Proof 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of Staking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A41951A-59FF-B03F-37E4-3CE424C5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6814BF64-1C21-6692-CC3C-984571EC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82D67-7BAF-8998-D944-6F93DE8A10E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Proof of Work: a consensus mechanism.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PoW: solve a complex mathematical puzzle to compute a hash that also fits the criteria enforced by Blockchain.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Proof of Stake: another consensus mechanism used by Ethereum.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 err="1"/>
              <a:t>PoS</a:t>
            </a:r>
            <a:r>
              <a:rPr lang="en-GB" sz="3400" dirty="0"/>
              <a:t>: still compute hashes to create blocks, but difficulty does not increase.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Staking: a node stakes 32ETH to become a validator.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Validator: an Eth node which validates transactions and creates new blocks.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If a validator cheats, their staked coins are slashed.</a:t>
            </a:r>
          </a:p>
        </p:txBody>
      </p:sp>
    </p:spTree>
    <p:extLst>
      <p:ext uri="{BB962C8B-B14F-4D97-AF65-F5344CB8AC3E}">
        <p14:creationId xmlns:p14="http://schemas.microsoft.com/office/powerpoint/2010/main" val="126829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258D6-6559-6E8C-7A7E-75FD26D2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0EDB144-805E-73E5-CA00-97F975EF0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AD66CA8-BCFE-9073-89C3-8C745E427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A65D59E-C269-0FC4-EC16-2CC5B0C90FF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Proof of Staking – Workflow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E0B2102-4C24-7127-8D73-052B863E9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ABAF198-71F8-ADB1-C845-F789A75DA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7EBF4-45AA-A4F2-F948-962EE2B71A4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Thousands of nodes have submitted 32ETH or higher to become validators.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Once a node becomes validator, it is entrusted to: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Stay online and reachable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Do the actual hash calculation to create new blocks.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network picks validators randomly to write new blocks (lottery).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validator checks transactions, verifies them, computes hashes and broadcast to the network.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Other validators verify as well. If a consensus is reached, the new block is added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If other validators find signs of forgery, the network slashes the staked ETH.</a:t>
            </a:r>
          </a:p>
        </p:txBody>
      </p:sp>
    </p:spTree>
    <p:extLst>
      <p:ext uri="{BB962C8B-B14F-4D97-AF65-F5344CB8AC3E}">
        <p14:creationId xmlns:p14="http://schemas.microsoft.com/office/powerpoint/2010/main" val="133068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8624E-BC90-4B0A-32C8-FE1C3361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A82554-8534-0F0E-22F0-F9E4D4F2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5AB5DF7-4D4D-0F12-701E-166349734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2920642-ABE1-3783-EDF6-DD04DC6D001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Proof of Staking – Workflow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18F1D6C-34EF-2331-9275-DCE391B1E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8D27AA9-D568-7EB9-FB7D-071966A8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737C9-8C1B-D35E-82A3-462B17F17FB7}"/>
              </a:ext>
            </a:extLst>
          </p:cNvPr>
          <p:cNvSpPr txBox="1">
            <a:spLocks/>
          </p:cNvSpPr>
          <p:nvPr/>
        </p:nvSpPr>
        <p:spPr>
          <a:xfrm>
            <a:off x="220383" y="1532587"/>
            <a:ext cx="6870289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Imagine a network with 3 validator nodes.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At a certain time, Ali is randomly selected to form a new block.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Ali adds 3 transactions, calculates block hash and broadcasts to Omar and Fatima.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validators are rewarded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From the reward system, it appears as if Ali is at a loss, but as more validators are added, their individual share is reduced.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EE2A5D-75D4-3413-0567-8E3C9A89E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003829"/>
              </p:ext>
            </p:extLst>
          </p:nvPr>
        </p:nvGraphicFramePr>
        <p:xfrm>
          <a:off x="7090673" y="1520580"/>
          <a:ext cx="4880943" cy="16019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6981">
                  <a:extLst>
                    <a:ext uri="{9D8B030D-6E8A-4147-A177-3AD203B41FA5}">
                      <a16:colId xmlns:a16="http://schemas.microsoft.com/office/drawing/2014/main" val="4250390888"/>
                    </a:ext>
                  </a:extLst>
                </a:gridCol>
                <a:gridCol w="1794995">
                  <a:extLst>
                    <a:ext uri="{9D8B030D-6E8A-4147-A177-3AD203B41FA5}">
                      <a16:colId xmlns:a16="http://schemas.microsoft.com/office/drawing/2014/main" val="2365922355"/>
                    </a:ext>
                  </a:extLst>
                </a:gridCol>
                <a:gridCol w="1458967">
                  <a:extLst>
                    <a:ext uri="{9D8B030D-6E8A-4147-A177-3AD203B41FA5}">
                      <a16:colId xmlns:a16="http://schemas.microsoft.com/office/drawing/2014/main" val="4104149458"/>
                    </a:ext>
                  </a:extLst>
                </a:gridCol>
              </a:tblGrid>
              <a:tr h="4004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1" u="none" strike="noStrike" dirty="0">
                          <a:effectLst/>
                        </a:rPr>
                        <a:t>Validator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1" u="none" strike="noStrike" dirty="0">
                          <a:effectLst/>
                        </a:rPr>
                        <a:t>Coins Staked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1" u="none" strike="noStrike" dirty="0">
                          <a:effectLst/>
                        </a:rPr>
                        <a:t>Share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extLst>
                  <a:ext uri="{0D108BD9-81ED-4DB2-BD59-A6C34878D82A}">
                    <a16:rowId xmlns:a16="http://schemas.microsoft.com/office/drawing/2014/main" val="2771881982"/>
                  </a:ext>
                </a:extLst>
              </a:tr>
              <a:tr h="4004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Ali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500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50%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extLst>
                  <a:ext uri="{0D108BD9-81ED-4DB2-BD59-A6C34878D82A}">
                    <a16:rowId xmlns:a16="http://schemas.microsoft.com/office/drawing/2014/main" val="3977006899"/>
                  </a:ext>
                </a:extLst>
              </a:tr>
              <a:tr h="4004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Omar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300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30%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extLst>
                  <a:ext uri="{0D108BD9-81ED-4DB2-BD59-A6C34878D82A}">
                    <a16:rowId xmlns:a16="http://schemas.microsoft.com/office/drawing/2014/main" val="1221264968"/>
                  </a:ext>
                </a:extLst>
              </a:tr>
              <a:tr h="4004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Fatima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200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20%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extLst>
                  <a:ext uri="{0D108BD9-81ED-4DB2-BD59-A6C34878D82A}">
                    <a16:rowId xmlns:a16="http://schemas.microsoft.com/office/drawing/2014/main" val="37792394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DB6832-125F-36F1-AF1A-1C425D6B4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899965"/>
              </p:ext>
            </p:extLst>
          </p:nvPr>
        </p:nvGraphicFramePr>
        <p:xfrm>
          <a:off x="7090673" y="3271512"/>
          <a:ext cx="4880942" cy="16019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52573">
                  <a:extLst>
                    <a:ext uri="{9D8B030D-6E8A-4147-A177-3AD203B41FA5}">
                      <a16:colId xmlns:a16="http://schemas.microsoft.com/office/drawing/2014/main" val="4250390888"/>
                    </a:ext>
                  </a:extLst>
                </a:gridCol>
                <a:gridCol w="1381923">
                  <a:extLst>
                    <a:ext uri="{9D8B030D-6E8A-4147-A177-3AD203B41FA5}">
                      <a16:colId xmlns:a16="http://schemas.microsoft.com/office/drawing/2014/main" val="2365922355"/>
                    </a:ext>
                  </a:extLst>
                </a:gridCol>
                <a:gridCol w="1123223">
                  <a:extLst>
                    <a:ext uri="{9D8B030D-6E8A-4147-A177-3AD203B41FA5}">
                      <a16:colId xmlns:a16="http://schemas.microsoft.com/office/drawing/2014/main" val="4104149458"/>
                    </a:ext>
                  </a:extLst>
                </a:gridCol>
                <a:gridCol w="1123223">
                  <a:extLst>
                    <a:ext uri="{9D8B030D-6E8A-4147-A177-3AD203B41FA5}">
                      <a16:colId xmlns:a16="http://schemas.microsoft.com/office/drawing/2014/main" val="973852793"/>
                    </a:ext>
                  </a:extLst>
                </a:gridCol>
              </a:tblGrid>
              <a:tr h="4004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1" u="none" strike="noStrike" dirty="0">
                          <a:effectLst/>
                        </a:rPr>
                        <a:t>From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1" u="none" strike="noStrike" dirty="0">
                          <a:effectLst/>
                        </a:rPr>
                        <a:t>To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1" u="none" strike="noStrike" dirty="0">
                          <a:effectLst/>
                        </a:rPr>
                        <a:t>Amount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Gas fee</a:t>
                      </a:r>
                    </a:p>
                  </a:txBody>
                  <a:tcPr marL="18773" marR="18773" marT="18773" marB="0" anchor="b"/>
                </a:tc>
                <a:extLst>
                  <a:ext uri="{0D108BD9-81ED-4DB2-BD59-A6C34878D82A}">
                    <a16:rowId xmlns:a16="http://schemas.microsoft.com/office/drawing/2014/main" val="2771881982"/>
                  </a:ext>
                </a:extLst>
              </a:tr>
              <a:tr h="4004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Fizza</a:t>
                      </a: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Ahmed</a:t>
                      </a: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0.023</a:t>
                      </a: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</a:t>
                      </a:r>
                    </a:p>
                  </a:txBody>
                  <a:tcPr marL="18773" marR="18773" marT="18773" marB="0" anchor="b"/>
                </a:tc>
                <a:extLst>
                  <a:ext uri="{0D108BD9-81ED-4DB2-BD59-A6C34878D82A}">
                    <a16:rowId xmlns:a16="http://schemas.microsoft.com/office/drawing/2014/main" val="3977006899"/>
                  </a:ext>
                </a:extLst>
              </a:tr>
              <a:tr h="4004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Imran</a:t>
                      </a: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Huzaifa</a:t>
                      </a: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</a:t>
                      </a: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</a:t>
                      </a:r>
                    </a:p>
                  </a:txBody>
                  <a:tcPr marL="18773" marR="18773" marT="18773" marB="0" anchor="b"/>
                </a:tc>
                <a:extLst>
                  <a:ext uri="{0D108BD9-81ED-4DB2-BD59-A6C34878D82A}">
                    <a16:rowId xmlns:a16="http://schemas.microsoft.com/office/drawing/2014/main" val="1221264968"/>
                  </a:ext>
                </a:extLst>
              </a:tr>
              <a:tr h="4004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Saad</a:t>
                      </a: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Ayesha</a:t>
                      </a: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1.55</a:t>
                      </a: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18773" marR="18773" marT="18773" marB="0" anchor="b"/>
                </a:tc>
                <a:extLst>
                  <a:ext uri="{0D108BD9-81ED-4DB2-BD59-A6C34878D82A}">
                    <a16:rowId xmlns:a16="http://schemas.microsoft.com/office/drawing/2014/main" val="377923942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0D9AA5-DE38-50E5-F02D-D6714BD5D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052035"/>
              </p:ext>
            </p:extLst>
          </p:nvPr>
        </p:nvGraphicFramePr>
        <p:xfrm>
          <a:off x="7082458" y="5063191"/>
          <a:ext cx="4880942" cy="12014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20647">
                  <a:extLst>
                    <a:ext uri="{9D8B030D-6E8A-4147-A177-3AD203B41FA5}">
                      <a16:colId xmlns:a16="http://schemas.microsoft.com/office/drawing/2014/main" val="4250390888"/>
                    </a:ext>
                  </a:extLst>
                </a:gridCol>
                <a:gridCol w="2560295">
                  <a:extLst>
                    <a:ext uri="{9D8B030D-6E8A-4147-A177-3AD203B41FA5}">
                      <a16:colId xmlns:a16="http://schemas.microsoft.com/office/drawing/2014/main" val="2365922355"/>
                    </a:ext>
                  </a:extLst>
                </a:gridCol>
              </a:tblGrid>
              <a:tr h="4004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1" u="none" strike="noStrike" dirty="0">
                          <a:effectLst/>
                        </a:rPr>
                        <a:t>Validator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1" u="none" strike="noStrike" dirty="0">
                          <a:effectLst/>
                        </a:rPr>
                        <a:t>Reward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773" marR="18773" marT="18773" marB="0" anchor="b"/>
                </a:tc>
                <a:extLst>
                  <a:ext uri="{0D108BD9-81ED-4DB2-BD59-A6C34878D82A}">
                    <a16:rowId xmlns:a16="http://schemas.microsoft.com/office/drawing/2014/main" val="2771881982"/>
                  </a:ext>
                </a:extLst>
              </a:tr>
              <a:tr h="4004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Ali</a:t>
                      </a: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20% of 0.02 = 0.004</a:t>
                      </a:r>
                    </a:p>
                  </a:txBody>
                  <a:tcPr marL="18773" marR="18773" marT="18773" marB="0" anchor="b"/>
                </a:tc>
                <a:extLst>
                  <a:ext uri="{0D108BD9-81ED-4DB2-BD59-A6C34878D82A}">
                    <a16:rowId xmlns:a16="http://schemas.microsoft.com/office/drawing/2014/main" val="3977006899"/>
                  </a:ext>
                </a:extLst>
              </a:tr>
              <a:tr h="4004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Omar, Fatima</a:t>
                      </a:r>
                    </a:p>
                  </a:txBody>
                  <a:tcPr marL="18773" marR="18773" marT="18773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0.008 each</a:t>
                      </a:r>
                    </a:p>
                  </a:txBody>
                  <a:tcPr marL="18773" marR="18773" marT="18773" marB="0" anchor="b"/>
                </a:tc>
                <a:extLst>
                  <a:ext uri="{0D108BD9-81ED-4DB2-BD59-A6C34878D82A}">
                    <a16:rowId xmlns:a16="http://schemas.microsoft.com/office/drawing/2014/main" val="377923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39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EC0D-7852-3E2E-B70F-3D4B897DE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36FD9F8-9DB5-E0BA-E8A7-B770807BB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C34BD9A-0E71-D87B-1799-A09A73899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3CDB067-0964-D9BD-0E9F-E07EBCD4397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Proof of Staking – Why it wins?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BFBAC16-941C-D4DB-55F7-6C92AE1DA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805E0AE-687B-D447-C4CB-0D9D4EB39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E1C48-2615-91A9-D3A7-49E4828C4B1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 err="1"/>
              <a:t>PoS</a:t>
            </a:r>
            <a:r>
              <a:rPr lang="en-GB" sz="3400" dirty="0"/>
              <a:t> does not demand useless computation.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 </a:t>
            </a:r>
            <a:r>
              <a:rPr lang="en-GB" sz="3400" dirty="0" err="1"/>
              <a:t>PoS</a:t>
            </a:r>
            <a:r>
              <a:rPr lang="en-GB" sz="3400" dirty="0"/>
              <a:t> consensus, nodes do not race with each other. The computation power does not increase chances to win.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Environmental cost is significantly lower.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wealth itself is at stake, not computation power.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It is in the interest of Stakeholders to ensure fair play.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Small accounts can pool their ETH to create one validator.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 some protocols, validators can lend coins to each other to make up for unavoidable mistakes like network latency and hardware failure.</a:t>
            </a:r>
          </a:p>
        </p:txBody>
      </p:sp>
    </p:spTree>
    <p:extLst>
      <p:ext uri="{BB962C8B-B14F-4D97-AF65-F5344CB8AC3E}">
        <p14:creationId xmlns:p14="http://schemas.microsoft.com/office/powerpoint/2010/main" val="256064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E438-14FB-0FE6-F0F5-E8A8DEA23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FD8A7DC-B3E8-60FB-0F36-9F10C0FE6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048E301-E84B-085D-8F31-1C991A29B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97A263F-068E-8C9B-DE7B-93742576779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Ethereum Nodes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0A6F5F4-0E13-EFB0-284C-482DEEB73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6737142D-F63F-AD45-C887-83C8C9C70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8C885-0451-9384-DD34-738748FBA31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In the Ethereum network, the nodes can be of 3 major types: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200" dirty="0"/>
              <a:t>Full Node: </a:t>
            </a:r>
            <a:r>
              <a:rPr lang="en-US" sz="3200" dirty="0"/>
              <a:t>stores entire blockchain from the genesis block but prunes old, unnecessary state data.</a:t>
            </a:r>
            <a:endParaRPr lang="en-GB" sz="32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Snapshot: </a:t>
            </a:r>
            <a:r>
              <a:rPr lang="en-US" sz="3600" dirty="0"/>
              <a:t>optimization of full nodes that uses periodic </a:t>
            </a:r>
            <a:r>
              <a:rPr lang="en-US" sz="3600" i="1" dirty="0"/>
              <a:t>snapshots</a:t>
            </a:r>
            <a:r>
              <a:rPr lang="en-US" sz="3600" dirty="0"/>
              <a:t> of the blockchain state for faster syncing.</a:t>
            </a:r>
            <a:endParaRPr lang="en-GB" sz="34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Archive: k</a:t>
            </a:r>
            <a:r>
              <a:rPr lang="en-US" sz="3600" dirty="0" err="1"/>
              <a:t>eeps</a:t>
            </a:r>
            <a:r>
              <a:rPr lang="en-US" sz="3600" dirty="0"/>
              <a:t> every block, every transaction, and every intermediate state since genesis block.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600" dirty="0"/>
              <a:t>Ethereum Virtual Machine is a VM inside the Ethereum node where the native bytecode executes.</a:t>
            </a: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1158519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8C39E-2FE4-8B43-B039-F272E2C52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25E053D-7179-18C9-E1C5-BDA1B8562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B18F3FB-FC05-FBAF-AB0E-2D88B87F1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5949B9C-17F5-45C4-C167-5F10B94DF6E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Ethereum Nodes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7306036-102C-3140-5BAB-17A6AFFCA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353A9CF-C443-FF83-9B0C-9A4EDE795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7E5ED-96E0-1482-0CB4-C2E9937AB68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GB" sz="3200" dirty="0"/>
              <a:t>Hosting your own Ethereum node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3400" dirty="0"/>
              <a:t>Tools like </a:t>
            </a:r>
            <a:r>
              <a:rPr lang="en-US" sz="3400" dirty="0" err="1"/>
              <a:t>Stereum</a:t>
            </a:r>
            <a:r>
              <a:rPr lang="en-US" sz="3400" dirty="0"/>
              <a:t> make it very easy to setup a Node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3400" dirty="0"/>
              <a:t>Go-Ethereum (Geth): an Ethereum execution client that downloads, maintains, synchronizes Ethereum blockchain and provides RPC calls and REST API to interact with it.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GB" sz="3400" dirty="0"/>
              <a:t>Prysm: a consensus client </a:t>
            </a:r>
            <a:r>
              <a:rPr lang="en-US" sz="3400"/>
              <a:t>is responsible </a:t>
            </a:r>
            <a:r>
              <a:rPr lang="en-US" sz="3600"/>
              <a:t>for </a:t>
            </a:r>
            <a:r>
              <a:rPr lang="en-US" sz="3600" dirty="0" err="1"/>
              <a:t>PoS.</a:t>
            </a:r>
            <a:r>
              <a:rPr lang="en-US" sz="3600" dirty="0"/>
              <a:t> It runs validators, propose blocks and attest them.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GB" sz="3400" dirty="0"/>
              <a:t>An execution client does the computation, consensus client handles governance.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227774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804F-4F05-D9A3-D4D1-908A52AB9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D759452-DCCF-0CD2-CEDE-733D378F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53FDB04-439B-51E3-1793-2D173C841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E674FBA-A768-01D9-7EA9-8DCCF5A730A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BONUS ACTIVITY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7322851-3567-2D44-9329-CE72A7D39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B89CD82-1B37-7D1B-4917-87D280E46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C5A6E-8161-2391-84AA-23EFE01FDC5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Objectives: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Setup a screen recorder.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Setup an Ethereum Snapshot node on your computer, or a remote computer (use any means you want).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After a few minutes of start of synchronization, you can pause the video.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Resume the video when Sync is complete.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Demonstrate that the execution and consensus clients are fully setup and functional via remote calls or by displaying logs.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Upload this video on Google Drive and share the link.</a:t>
            </a:r>
          </a:p>
        </p:txBody>
      </p:sp>
    </p:spTree>
    <p:extLst>
      <p:ext uri="{BB962C8B-B14F-4D97-AF65-F5344CB8AC3E}">
        <p14:creationId xmlns:p14="http://schemas.microsoft.com/office/powerpoint/2010/main" val="381843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3825</TotalTime>
  <Words>1601</Words>
  <Application>Microsoft Office PowerPoint</Application>
  <PresentationFormat>Widescreen</PresentationFormat>
  <Paragraphs>178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 Narrow</vt:lpstr>
      <vt:lpstr>Arial</vt:lpstr>
      <vt:lpstr>Biome Light</vt:lpstr>
      <vt:lpstr>Calibri</vt:lpstr>
      <vt:lpstr>Calibri Light</vt:lpstr>
      <vt:lpstr>Dreaming Outloud Pro</vt:lpstr>
      <vt:lpstr>Wingdings</vt:lpstr>
      <vt:lpstr>Office Theme</vt:lpstr>
      <vt:lpstr>DECENTRALIZED APPLICATION DEVELOPMENT (119389)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198</cp:revision>
  <dcterms:created xsi:type="dcterms:W3CDTF">2022-11-22T20:08:03Z</dcterms:created>
  <dcterms:modified xsi:type="dcterms:W3CDTF">2025-10-30T07:26:29Z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