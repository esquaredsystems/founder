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503" r:id="rId5"/>
    <p:sldId id="2462" r:id="rId6"/>
    <p:sldId id="2600" r:id="rId7"/>
    <p:sldId id="2491" r:id="rId8"/>
    <p:sldId id="2493" r:id="rId9"/>
    <p:sldId id="2494" r:id="rId10"/>
    <p:sldId id="2632" r:id="rId11"/>
    <p:sldId id="2495" r:id="rId12"/>
    <p:sldId id="2633" r:id="rId13"/>
    <p:sldId id="2497" r:id="rId14"/>
    <p:sldId id="2498" r:id="rId15"/>
    <p:sldId id="2629" r:id="rId16"/>
    <p:sldId id="2499" r:id="rId17"/>
    <p:sldId id="2500" r:id="rId18"/>
    <p:sldId id="2501" r:id="rId19"/>
    <p:sldId id="2502" r:id="rId20"/>
    <p:sldId id="2505" r:id="rId21"/>
    <p:sldId id="2509" r:id="rId22"/>
    <p:sldId id="2510" r:id="rId23"/>
    <p:sldId id="2511" r:id="rId24"/>
    <p:sldId id="2512" r:id="rId25"/>
    <p:sldId id="2513" r:id="rId26"/>
    <p:sldId id="2514" r:id="rId27"/>
    <p:sldId id="2519" r:id="rId28"/>
    <p:sldId id="2516" r:id="rId29"/>
    <p:sldId id="2517" r:id="rId30"/>
    <p:sldId id="2523" r:id="rId31"/>
    <p:sldId id="2527" r:id="rId32"/>
    <p:sldId id="2524" r:id="rId33"/>
    <p:sldId id="2525" r:id="rId34"/>
    <p:sldId id="2508" r:id="rId35"/>
    <p:sldId id="2522" r:id="rId36"/>
    <p:sldId id="2506" r:id="rId37"/>
    <p:sldId id="2528" r:id="rId38"/>
    <p:sldId id="2630" r:id="rId39"/>
    <p:sldId id="2631" r:id="rId40"/>
    <p:sldId id="2589" r:id="rId41"/>
    <p:sldId id="243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ACB32-BA15-481D-8F0D-2217422AEF08}" v="3023" dt="2025-12-12T08:29:12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85" autoAdjust="0"/>
    <p:restoredTop sz="91053" autoAdjust="0"/>
  </p:normalViewPr>
  <p:slideViewPr>
    <p:cSldViewPr snapToGrid="0">
      <p:cViewPr varScale="1">
        <p:scale>
          <a:sx n="93" d="100"/>
          <a:sy n="93" d="100"/>
        </p:scale>
        <p:origin x="894" y="30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">
      <pc:chgData name="Owais Ahmed" userId="6abc7d4556b3b071" providerId="LiveId" clId="{641304C9-537E-56B8-9D3B-F295291B91EB}" dt="2025-11-22T09:01:09.400" v="8309" actId="20577"/>
      <pc:docMkLst>
        <pc:docMk/>
      </pc:docMkLst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5-12-18T15:02:34.087" v="50506" actId="47"/>
      <pc:docMkLst>
        <pc:docMk/>
      </pc:docMkLst>
      <pc:sldChg chg="modSp mod">
        <pc:chgData name="Owais Ahmed" userId="6abc7d4556b3b071" providerId="LiveId" clId="{D0A51F83-B713-4A4D-8105-C75936B8E1D2}" dt="2025-12-05T19:08:01.963" v="49031" actId="654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2-05T19:08:01.963" v="49031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modAnim">
        <pc:chgData name="Owais Ahmed" userId="6abc7d4556b3b071" providerId="LiveId" clId="{D0A51F83-B713-4A4D-8105-C75936B8E1D2}" dt="2025-12-05T18:01:11.422" v="47006" actId="27636"/>
        <pc:sldMkLst>
          <pc:docMk/>
          <pc:sldMk cId="2775633034" sldId="2491"/>
        </pc:sldMkLst>
        <pc:spChg chg="mod">
          <ac:chgData name="Owais Ahmed" userId="6abc7d4556b3b071" providerId="LiveId" clId="{D0A51F83-B713-4A4D-8105-C75936B8E1D2}" dt="2025-12-05T18:01:11.422" v="47006" actId="27636"/>
          <ac:spMkLst>
            <pc:docMk/>
            <pc:sldMk cId="2775633034" sldId="2491"/>
            <ac:spMk id="3" creationId="{4A1C0383-58FE-E486-295E-B33B8683B938}"/>
          </ac:spMkLst>
        </pc:spChg>
        <pc:spChg chg="mod">
          <ac:chgData name="Owais Ahmed" userId="6abc7d4556b3b071" providerId="LiveId" clId="{D0A51F83-B713-4A4D-8105-C75936B8E1D2}" dt="2025-12-05T18:01:00.480" v="47003"/>
          <ac:spMkLst>
            <pc:docMk/>
            <pc:sldMk cId="2775633034" sldId="2491"/>
            <ac:spMk id="215" creationId="{00000000-0000-0000-0000-000000000000}"/>
          </ac:spMkLst>
        </pc:spChg>
      </pc:sldChg>
      <pc:sldChg chg="modSp add">
        <pc:chgData name="Owais Ahmed" userId="6abc7d4556b3b071" providerId="LiveId" clId="{D0A51F83-B713-4A4D-8105-C75936B8E1D2}" dt="2025-12-05T18:01:41.390" v="47008"/>
        <pc:sldMkLst>
          <pc:docMk/>
          <pc:sldMk cId="3034132303" sldId="2493"/>
        </pc:sldMkLst>
        <pc:spChg chg="mod">
          <ac:chgData name="Owais Ahmed" userId="6abc7d4556b3b071" providerId="LiveId" clId="{D0A51F83-B713-4A4D-8105-C75936B8E1D2}" dt="2025-12-05T18:01:41.390" v="47008"/>
          <ac:spMkLst>
            <pc:docMk/>
            <pc:sldMk cId="3034132303" sldId="2493"/>
            <ac:spMk id="215" creationId="{00000000-0000-0000-0000-000000000000}"/>
          </ac:spMkLst>
        </pc:spChg>
      </pc:sldChg>
      <pc:sldChg chg="add">
        <pc:chgData name="Owais Ahmed" userId="6abc7d4556b3b071" providerId="LiveId" clId="{D0A51F83-B713-4A4D-8105-C75936B8E1D2}" dt="2025-12-05T18:01:51.650" v="47009"/>
        <pc:sldMkLst>
          <pc:docMk/>
          <pc:sldMk cId="1677681637" sldId="2494"/>
        </pc:sldMkLst>
      </pc:sldChg>
      <pc:sldChg chg="modSp add mod modNotesTx">
        <pc:chgData name="Owais Ahmed" userId="6abc7d4556b3b071" providerId="LiveId" clId="{D0A51F83-B713-4A4D-8105-C75936B8E1D2}" dt="2025-12-12T08:17:40.067" v="49607" actId="20577"/>
        <pc:sldMkLst>
          <pc:docMk/>
          <pc:sldMk cId="1186741925" sldId="2495"/>
        </pc:sldMkLst>
        <pc:spChg chg="mod">
          <ac:chgData name="Owais Ahmed" userId="6abc7d4556b3b071" providerId="LiveId" clId="{D0A51F83-B713-4A4D-8105-C75936B8E1D2}" dt="2025-12-05T18:04:16.256" v="47040" actId="20577"/>
          <ac:spMkLst>
            <pc:docMk/>
            <pc:sldMk cId="1186741925" sldId="2495"/>
            <ac:spMk id="3" creationId="{4A1C0383-58FE-E486-295E-B33B8683B938}"/>
          </ac:spMkLst>
        </pc:spChg>
      </pc:sldChg>
      <pc:sldChg chg="add">
        <pc:chgData name="Owais Ahmed" userId="6abc7d4556b3b071" providerId="LiveId" clId="{D0A51F83-B713-4A4D-8105-C75936B8E1D2}" dt="2025-12-05T18:02:18.937" v="47011"/>
        <pc:sldMkLst>
          <pc:docMk/>
          <pc:sldMk cId="3291936064" sldId="2497"/>
        </pc:sldMkLst>
      </pc:sldChg>
      <pc:sldChg chg="add">
        <pc:chgData name="Owais Ahmed" userId="6abc7d4556b3b071" providerId="LiveId" clId="{D0A51F83-B713-4A4D-8105-C75936B8E1D2}" dt="2025-12-05T18:02:22.105" v="47012"/>
        <pc:sldMkLst>
          <pc:docMk/>
          <pc:sldMk cId="1756921486" sldId="2498"/>
        </pc:sldMkLst>
      </pc:sldChg>
      <pc:sldChg chg="modSp add mod modAnim">
        <pc:chgData name="Owais Ahmed" userId="6abc7d4556b3b071" providerId="LiveId" clId="{D0A51F83-B713-4A4D-8105-C75936B8E1D2}" dt="2025-12-12T08:29:12.824" v="50464" actId="20577"/>
        <pc:sldMkLst>
          <pc:docMk/>
          <pc:sldMk cId="372248622" sldId="2499"/>
        </pc:sldMkLst>
        <pc:spChg chg="mod">
          <ac:chgData name="Owais Ahmed" userId="6abc7d4556b3b071" providerId="LiveId" clId="{D0A51F83-B713-4A4D-8105-C75936B8E1D2}" dt="2025-12-12T08:29:12.824" v="50464" actId="20577"/>
          <ac:spMkLst>
            <pc:docMk/>
            <pc:sldMk cId="372248622" sldId="2499"/>
            <ac:spMk id="3" creationId="{4A1C0383-58FE-E486-295E-B33B8683B938}"/>
          </ac:spMkLst>
        </pc:spChg>
      </pc:sldChg>
      <pc:sldChg chg="modSp add">
        <pc:chgData name="Owais Ahmed" userId="6abc7d4556b3b071" providerId="LiveId" clId="{D0A51F83-B713-4A4D-8105-C75936B8E1D2}" dt="2025-12-05T18:06:10.270" v="47068" actId="20577"/>
        <pc:sldMkLst>
          <pc:docMk/>
          <pc:sldMk cId="1825141485" sldId="2500"/>
        </pc:sldMkLst>
        <pc:spChg chg="mod">
          <ac:chgData name="Owais Ahmed" userId="6abc7d4556b3b071" providerId="LiveId" clId="{D0A51F83-B713-4A4D-8105-C75936B8E1D2}" dt="2025-12-05T18:06:10.270" v="47068" actId="20577"/>
          <ac:spMkLst>
            <pc:docMk/>
            <pc:sldMk cId="1825141485" sldId="2500"/>
            <ac:spMk id="3" creationId="{4A1C0383-58FE-E486-295E-B33B8683B938}"/>
          </ac:spMkLst>
        </pc:spChg>
      </pc:sldChg>
      <pc:sldChg chg="add">
        <pc:chgData name="Owais Ahmed" userId="6abc7d4556b3b071" providerId="LiveId" clId="{D0A51F83-B713-4A4D-8105-C75936B8E1D2}" dt="2025-12-05T18:02:40.914" v="47016"/>
        <pc:sldMkLst>
          <pc:docMk/>
          <pc:sldMk cId="4172166837" sldId="2501"/>
        </pc:sldMkLst>
      </pc:sldChg>
      <pc:sldChg chg="add">
        <pc:chgData name="Owais Ahmed" userId="6abc7d4556b3b071" providerId="LiveId" clId="{D0A51F83-B713-4A4D-8105-C75936B8E1D2}" dt="2025-12-05T18:02:44.477" v="47017"/>
        <pc:sldMkLst>
          <pc:docMk/>
          <pc:sldMk cId="418703909" sldId="2502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3713406757" sldId="2505"/>
        </pc:sldMkLst>
      </pc:sldChg>
      <pc:sldChg chg="modSp add mod modAnim">
        <pc:chgData name="Owais Ahmed" userId="6abc7d4556b3b071" providerId="LiveId" clId="{D0A51F83-B713-4A4D-8105-C75936B8E1D2}" dt="2025-12-05T19:01:36.224" v="48490" actId="20577"/>
        <pc:sldMkLst>
          <pc:docMk/>
          <pc:sldMk cId="441795695" sldId="2506"/>
        </pc:sldMkLst>
        <pc:spChg chg="mod">
          <ac:chgData name="Owais Ahmed" userId="6abc7d4556b3b071" providerId="LiveId" clId="{D0A51F83-B713-4A4D-8105-C75936B8E1D2}" dt="2025-12-05T19:01:36.224" v="48490" actId="20577"/>
          <ac:spMkLst>
            <pc:docMk/>
            <pc:sldMk cId="441795695" sldId="2506"/>
            <ac:spMk id="3" creationId="{4A1C0383-58FE-E486-295E-B33B8683B938}"/>
          </ac:spMkLst>
        </pc:spChg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1002837735" sldId="2508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4215123896" sldId="2509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3077276576" sldId="2510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2740714296" sldId="2511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3676992272" sldId="2512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2716243796" sldId="2513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1408468701" sldId="2514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2866347295" sldId="2516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1892557797" sldId="2517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4234645012" sldId="2519"/>
        </pc:sldMkLst>
      </pc:sldChg>
      <pc:sldChg chg="addSp delSp modSp add modAnim">
        <pc:chgData name="Owais Ahmed" userId="6abc7d4556b3b071" providerId="LiveId" clId="{D0A51F83-B713-4A4D-8105-C75936B8E1D2}" dt="2025-12-05T18:19:42.349" v="47122" actId="478"/>
        <pc:sldMkLst>
          <pc:docMk/>
          <pc:sldMk cId="3876370788" sldId="2522"/>
        </pc:sldMkLst>
        <pc:picChg chg="add del">
          <ac:chgData name="Owais Ahmed" userId="6abc7d4556b3b071" providerId="LiveId" clId="{D0A51F83-B713-4A4D-8105-C75936B8E1D2}" dt="2025-12-05T18:19:42.349" v="47122" actId="478"/>
          <ac:picMkLst>
            <pc:docMk/>
            <pc:sldMk cId="3876370788" sldId="2522"/>
            <ac:picMk id="2050" creationId="{9797058B-0391-D500-5100-07514B57A90A}"/>
          </ac:picMkLst>
        </pc:picChg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440389690" sldId="2523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2015937632" sldId="2524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668053221" sldId="2525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1874986722" sldId="2527"/>
        </pc:sldMkLst>
      </pc:sldChg>
      <pc:sldChg chg="add">
        <pc:chgData name="Owais Ahmed" userId="6abc7d4556b3b071" providerId="LiveId" clId="{D0A51F83-B713-4A4D-8105-C75936B8E1D2}" dt="2025-12-05T18:08:24.725" v="47105"/>
        <pc:sldMkLst>
          <pc:docMk/>
          <pc:sldMk cId="3210216802" sldId="2528"/>
        </pc:sldMkLst>
      </pc:sldChg>
      <pc:sldChg chg="modSp add del mod modAnim modNotesTx">
        <pc:chgData name="Owais Ahmed" userId="6abc7d4556b3b071" providerId="LiveId" clId="{D0A51F83-B713-4A4D-8105-C75936B8E1D2}" dt="2025-12-18T15:02:34.087" v="50506" actId="47"/>
        <pc:sldMkLst>
          <pc:docMk/>
          <pc:sldMk cId="1581582830" sldId="2589"/>
        </pc:sldMkLst>
      </pc:sldChg>
      <pc:sldChg chg="modSp add mod modAnim modNotesTx">
        <pc:chgData name="Owais Ahmed" userId="6abc7d4556b3b071" providerId="LiveId" clId="{D0A51F83-B713-4A4D-8105-C75936B8E1D2}" dt="2025-12-05T18:00:20.907" v="46974" actId="20577"/>
        <pc:sldMkLst>
          <pc:docMk/>
          <pc:sldMk cId="4050993620" sldId="2600"/>
        </pc:sldMkLst>
        <pc:spChg chg="mod">
          <ac:chgData name="Owais Ahmed" userId="6abc7d4556b3b071" providerId="LiveId" clId="{D0A51F83-B713-4A4D-8105-C75936B8E1D2}" dt="2025-12-05T18:00:20.907" v="46974" actId="20577"/>
          <ac:spMkLst>
            <pc:docMk/>
            <pc:sldMk cId="4050993620" sldId="2600"/>
            <ac:spMk id="3" creationId="{6AC14122-E486-7AFB-C42F-6774F29A59FE}"/>
          </ac:spMkLst>
        </pc:spChg>
      </pc:sldChg>
      <pc:sldChg chg="modSp add">
        <pc:chgData name="Owais Ahmed" userId="6abc7d4556b3b071" providerId="LiveId" clId="{D0A51F83-B713-4A4D-8105-C75936B8E1D2}" dt="2025-12-05T18:05:14.590" v="47047" actId="20577"/>
        <pc:sldMkLst>
          <pc:docMk/>
          <pc:sldMk cId="2090914717" sldId="2629"/>
        </pc:sldMkLst>
        <pc:spChg chg="mod">
          <ac:chgData name="Owais Ahmed" userId="6abc7d4556b3b071" providerId="LiveId" clId="{D0A51F83-B713-4A4D-8105-C75936B8E1D2}" dt="2025-12-05T18:05:14.590" v="47047" actId="20577"/>
          <ac:spMkLst>
            <pc:docMk/>
            <pc:sldMk cId="2090914717" sldId="2629"/>
            <ac:spMk id="3" creationId="{4A1C0383-58FE-E486-295E-B33B8683B938}"/>
          </ac:spMkLst>
        </pc:spChg>
      </pc:sldChg>
      <pc:sldChg chg="addSp delSp modSp add mod modAnim chgLayout modNotesTx">
        <pc:chgData name="Owais Ahmed" userId="6abc7d4556b3b071" providerId="LiveId" clId="{D0A51F83-B713-4A4D-8105-C75936B8E1D2}" dt="2025-12-05T19:03:36.606" v="48520" actId="20577"/>
        <pc:sldMkLst>
          <pc:docMk/>
          <pc:sldMk cId="1835135804" sldId="2630"/>
        </pc:sldMkLst>
        <pc:spChg chg="mod ord">
          <ac:chgData name="Owais Ahmed" userId="6abc7d4556b3b071" providerId="LiveId" clId="{D0A51F83-B713-4A4D-8105-C75936B8E1D2}" dt="2025-12-05T19:02:29.666" v="48497" actId="6264"/>
          <ac:spMkLst>
            <pc:docMk/>
            <pc:sldMk cId="1835135804" sldId="2630"/>
            <ac:spMk id="2" creationId="{8DC7818E-00B5-2C90-6092-34FA823C03B5}"/>
          </ac:spMkLst>
        </pc:spChg>
        <pc:spChg chg="mod">
          <ac:chgData name="Owais Ahmed" userId="6abc7d4556b3b071" providerId="LiveId" clId="{D0A51F83-B713-4A4D-8105-C75936B8E1D2}" dt="2025-12-05T19:03:36.606" v="48520" actId="20577"/>
          <ac:spMkLst>
            <pc:docMk/>
            <pc:sldMk cId="1835135804" sldId="2630"/>
            <ac:spMk id="3" creationId="{9E1A9A81-5714-8307-C58B-6E0793F64175}"/>
          </ac:spMkLst>
        </pc:spChg>
        <pc:spChg chg="mod">
          <ac:chgData name="Owais Ahmed" userId="6abc7d4556b3b071" providerId="LiveId" clId="{D0A51F83-B713-4A4D-8105-C75936B8E1D2}" dt="2025-12-05T18:22:54.368" v="47176" actId="20577"/>
          <ac:spMkLst>
            <pc:docMk/>
            <pc:sldMk cId="1835135804" sldId="2630"/>
            <ac:spMk id="215" creationId="{EEE31FB0-7426-4087-796D-E04A4833AE0C}"/>
          </ac:spMkLst>
        </pc:spChg>
      </pc:sldChg>
      <pc:sldChg chg="addSp modSp add mod modAnim">
        <pc:chgData name="Owais Ahmed" userId="6abc7d4556b3b071" providerId="LiveId" clId="{D0A51F83-B713-4A4D-8105-C75936B8E1D2}" dt="2025-12-05T19:00:18.652" v="48476"/>
        <pc:sldMkLst>
          <pc:docMk/>
          <pc:sldMk cId="3827634835" sldId="2631"/>
        </pc:sldMkLst>
        <pc:spChg chg="mod">
          <ac:chgData name="Owais Ahmed" userId="6abc7d4556b3b071" providerId="LiveId" clId="{D0A51F83-B713-4A4D-8105-C75936B8E1D2}" dt="2025-12-05T18:53:14.958" v="48426" actId="14100"/>
          <ac:spMkLst>
            <pc:docMk/>
            <pc:sldMk cId="3827634835" sldId="2631"/>
            <ac:spMk id="3" creationId="{041BF42C-9C7D-AAFA-E554-16DB3559FFC7}"/>
          </ac:spMkLst>
        </pc:spChg>
        <pc:picChg chg="mod">
          <ac:chgData name="Owais Ahmed" userId="6abc7d4556b3b071" providerId="LiveId" clId="{D0A51F83-B713-4A4D-8105-C75936B8E1D2}" dt="2025-12-05T18:58:37.105" v="48430" actId="1076"/>
          <ac:picMkLst>
            <pc:docMk/>
            <pc:sldMk cId="3827634835" sldId="2631"/>
            <ac:picMk id="5" creationId="{0147861D-F76A-4078-8AC2-91A8AE9BD999}"/>
          </ac:picMkLst>
        </pc:picChg>
      </pc:sldChg>
      <pc:sldChg chg="modSp add mod ord modAnim">
        <pc:chgData name="Owais Ahmed" userId="6abc7d4556b3b071" providerId="LiveId" clId="{D0A51F83-B713-4A4D-8105-C75936B8E1D2}" dt="2025-12-12T08:12:11.878" v="49603" actId="20577"/>
        <pc:sldMkLst>
          <pc:docMk/>
          <pc:sldMk cId="3255803349" sldId="2632"/>
        </pc:sldMkLst>
        <pc:spChg chg="mod">
          <ac:chgData name="Owais Ahmed" userId="6abc7d4556b3b071" providerId="LiveId" clId="{D0A51F83-B713-4A4D-8105-C75936B8E1D2}" dt="2025-12-12T08:12:11.878" v="49603" actId="20577"/>
          <ac:spMkLst>
            <pc:docMk/>
            <pc:sldMk cId="3255803349" sldId="2632"/>
            <ac:spMk id="3" creationId="{E27D9BDE-775F-05C5-D11C-0533841DD876}"/>
          </ac:spMkLst>
        </pc:spChg>
        <pc:spChg chg="mod">
          <ac:chgData name="Owais Ahmed" userId="6abc7d4556b3b071" providerId="LiveId" clId="{D0A51F83-B713-4A4D-8105-C75936B8E1D2}" dt="2025-12-12T08:08:37.977" v="49046" actId="20577"/>
          <ac:spMkLst>
            <pc:docMk/>
            <pc:sldMk cId="3255803349" sldId="2632"/>
            <ac:spMk id="215" creationId="{1BC671E2-4B9D-1E86-8EC5-F347DB1DE13D}"/>
          </ac:spMkLst>
        </pc:spChg>
      </pc:sldChg>
      <pc:sldChg chg="modSp add mod ord modAnim">
        <pc:chgData name="Owais Ahmed" userId="6abc7d4556b3b071" providerId="LiveId" clId="{D0A51F83-B713-4A4D-8105-C75936B8E1D2}" dt="2025-12-12T08:22:29.592" v="50116" actId="313"/>
        <pc:sldMkLst>
          <pc:docMk/>
          <pc:sldMk cId="869386458" sldId="2633"/>
        </pc:sldMkLst>
        <pc:spChg chg="mod">
          <ac:chgData name="Owais Ahmed" userId="6abc7d4556b3b071" providerId="LiveId" clId="{D0A51F83-B713-4A4D-8105-C75936B8E1D2}" dt="2025-12-12T08:22:29.592" v="50116" actId="313"/>
          <ac:spMkLst>
            <pc:docMk/>
            <pc:sldMk cId="869386458" sldId="2633"/>
            <ac:spMk id="3" creationId="{AE137DDC-5E65-5B3F-DAE2-C78D2DFD2DA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A54B0-B6CA-42AB-9F68-AE25B485F9C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FEFB673-03F7-4EE9-8720-4569026087A5}">
      <dgm:prSet custT="1"/>
      <dgm:spPr/>
      <dgm:t>
        <a:bodyPr/>
        <a:lstStyle/>
        <a:p>
          <a:r>
            <a:rPr lang="en-US" sz="1600"/>
            <a:t>Client asks a feature on email</a:t>
          </a:r>
        </a:p>
      </dgm:t>
    </dgm:pt>
    <dgm:pt modelId="{11B752B9-2C8E-48DF-9834-833EB40C4F51}" type="parTrans" cxnId="{D91BBA7B-9152-4E22-8924-BF73BA23D0EE}">
      <dgm:prSet/>
      <dgm:spPr/>
      <dgm:t>
        <a:bodyPr/>
        <a:lstStyle/>
        <a:p>
          <a:endParaRPr lang="en-US" sz="2000"/>
        </a:p>
      </dgm:t>
    </dgm:pt>
    <dgm:pt modelId="{50F441E1-6A7A-4693-A171-6B98761E91E7}" type="sibTrans" cxnId="{D91BBA7B-9152-4E22-8924-BF73BA23D0EE}">
      <dgm:prSet custT="1"/>
      <dgm:spPr/>
      <dgm:t>
        <a:bodyPr/>
        <a:lstStyle/>
        <a:p>
          <a:endParaRPr lang="en-US" sz="600"/>
        </a:p>
      </dgm:t>
    </dgm:pt>
    <dgm:pt modelId="{30CB2A05-9EC7-417B-9D70-CA95C99F4678}">
      <dgm:prSet custT="1"/>
      <dgm:spPr/>
      <dgm:t>
        <a:bodyPr/>
        <a:lstStyle/>
        <a:p>
          <a:r>
            <a:rPr lang="en-US" sz="1600" dirty="0"/>
            <a:t>Business analyst </a:t>
          </a:r>
          <a:r>
            <a:rPr lang="en-US" sz="1600"/>
            <a:t>performs analysis, </a:t>
          </a:r>
          <a:r>
            <a:rPr lang="en-US" sz="1600" dirty="0"/>
            <a:t>and the feature is approved</a:t>
          </a:r>
        </a:p>
      </dgm:t>
    </dgm:pt>
    <dgm:pt modelId="{4C2B37F4-D98E-4660-B87C-A890E7751B9E}" type="parTrans" cxnId="{1B7FA9A5-3ED5-4B74-960B-49921FCBE0F9}">
      <dgm:prSet/>
      <dgm:spPr/>
      <dgm:t>
        <a:bodyPr/>
        <a:lstStyle/>
        <a:p>
          <a:endParaRPr lang="en-US" sz="2000"/>
        </a:p>
      </dgm:t>
    </dgm:pt>
    <dgm:pt modelId="{156636E1-702B-4536-8208-9693298689C3}" type="sibTrans" cxnId="{1B7FA9A5-3ED5-4B74-960B-49921FCBE0F9}">
      <dgm:prSet custT="1"/>
      <dgm:spPr/>
      <dgm:t>
        <a:bodyPr/>
        <a:lstStyle/>
        <a:p>
          <a:endParaRPr lang="en-US" sz="600"/>
        </a:p>
      </dgm:t>
    </dgm:pt>
    <dgm:pt modelId="{1B1E6600-DF77-4F50-A868-ED3DC6D3C846}">
      <dgm:prSet custT="1"/>
      <dgm:spPr/>
      <dgm:t>
        <a:bodyPr/>
        <a:lstStyle/>
        <a:p>
          <a:r>
            <a:rPr lang="en-US" sz="1600" dirty="0"/>
            <a:t>Client creates a ticket on Jira</a:t>
          </a:r>
        </a:p>
      </dgm:t>
    </dgm:pt>
    <dgm:pt modelId="{D19334CD-EB0A-4087-BFA9-21F031E3B711}" type="parTrans" cxnId="{DBC36954-D604-4DC4-864C-8BAD0922312F}">
      <dgm:prSet/>
      <dgm:spPr/>
      <dgm:t>
        <a:bodyPr/>
        <a:lstStyle/>
        <a:p>
          <a:endParaRPr lang="en-US" sz="2000"/>
        </a:p>
      </dgm:t>
    </dgm:pt>
    <dgm:pt modelId="{35668303-1D74-4636-9B28-400C72E87F5A}" type="sibTrans" cxnId="{DBC36954-D604-4DC4-864C-8BAD0922312F}">
      <dgm:prSet custT="1"/>
      <dgm:spPr/>
      <dgm:t>
        <a:bodyPr/>
        <a:lstStyle/>
        <a:p>
          <a:endParaRPr lang="en-US" sz="600"/>
        </a:p>
      </dgm:t>
    </dgm:pt>
    <dgm:pt modelId="{1A82B93A-FD80-44D7-AFFE-8FCED957A878}">
      <dgm:prSet custT="1"/>
      <dgm:spPr/>
      <dgm:t>
        <a:bodyPr/>
        <a:lstStyle/>
        <a:p>
          <a:r>
            <a:rPr lang="en-US" sz="1600" dirty="0"/>
            <a:t>Scrum master picks the ticket and converts into a user story</a:t>
          </a:r>
        </a:p>
      </dgm:t>
    </dgm:pt>
    <dgm:pt modelId="{CDD0247B-E6DF-4F93-BEB9-86630CBF9ED5}" type="parTrans" cxnId="{D8FD48C2-1C14-4FD8-92D3-F6E74C64A7EB}">
      <dgm:prSet/>
      <dgm:spPr/>
      <dgm:t>
        <a:bodyPr/>
        <a:lstStyle/>
        <a:p>
          <a:endParaRPr lang="en-US" sz="2000"/>
        </a:p>
      </dgm:t>
    </dgm:pt>
    <dgm:pt modelId="{423A457F-C1D8-4F1C-B8C1-2C92C639EE6C}" type="sibTrans" cxnId="{D8FD48C2-1C14-4FD8-92D3-F6E74C64A7EB}">
      <dgm:prSet custT="1"/>
      <dgm:spPr/>
      <dgm:t>
        <a:bodyPr/>
        <a:lstStyle/>
        <a:p>
          <a:endParaRPr lang="en-US" sz="600"/>
        </a:p>
      </dgm:t>
    </dgm:pt>
    <dgm:pt modelId="{F2F374A2-61E2-4650-B1EB-9B7C0A043FB9}">
      <dgm:prSet custT="1"/>
      <dgm:spPr/>
      <dgm:t>
        <a:bodyPr/>
        <a:lstStyle/>
        <a:p>
          <a:r>
            <a:rPr lang="en-US" sz="1600" dirty="0"/>
            <a:t>User story is converted into tasks and put on backlog on scrum board</a:t>
          </a:r>
        </a:p>
      </dgm:t>
    </dgm:pt>
    <dgm:pt modelId="{99F25A98-FF67-4860-9BEE-5416D92EE44B}" type="parTrans" cxnId="{34875EDC-5E1B-4190-9C8D-2EF9DAA31CE4}">
      <dgm:prSet/>
      <dgm:spPr/>
      <dgm:t>
        <a:bodyPr/>
        <a:lstStyle/>
        <a:p>
          <a:endParaRPr lang="en-US" sz="2000"/>
        </a:p>
      </dgm:t>
    </dgm:pt>
    <dgm:pt modelId="{0F4C59AC-A3ED-4D3E-BA3D-E247A7CF44DC}" type="sibTrans" cxnId="{34875EDC-5E1B-4190-9C8D-2EF9DAA31CE4}">
      <dgm:prSet custT="1"/>
      <dgm:spPr/>
      <dgm:t>
        <a:bodyPr/>
        <a:lstStyle/>
        <a:p>
          <a:endParaRPr lang="en-US" sz="600"/>
        </a:p>
      </dgm:t>
    </dgm:pt>
    <dgm:pt modelId="{9912EB30-71F5-4BEA-9134-1AD8B4DFBF20}">
      <dgm:prSet custT="1"/>
      <dgm:spPr/>
      <dgm:t>
        <a:bodyPr/>
        <a:lstStyle/>
        <a:p>
          <a:r>
            <a:rPr lang="en-US" sz="1600" dirty="0"/>
            <a:t>Tasks are picked in sprint planning meeting</a:t>
          </a:r>
        </a:p>
      </dgm:t>
    </dgm:pt>
    <dgm:pt modelId="{69672C2C-F1B1-41EC-9B0B-67C6D2096B43}" type="parTrans" cxnId="{0ECDC4FD-2043-446F-881B-4BA8B2C4EA5E}">
      <dgm:prSet/>
      <dgm:spPr/>
      <dgm:t>
        <a:bodyPr/>
        <a:lstStyle/>
        <a:p>
          <a:endParaRPr lang="en-US" sz="2000"/>
        </a:p>
      </dgm:t>
    </dgm:pt>
    <dgm:pt modelId="{3DEE546A-A8B7-49BF-871B-4337654B9E9E}" type="sibTrans" cxnId="{0ECDC4FD-2043-446F-881B-4BA8B2C4EA5E}">
      <dgm:prSet custT="1"/>
      <dgm:spPr/>
      <dgm:t>
        <a:bodyPr/>
        <a:lstStyle/>
        <a:p>
          <a:endParaRPr lang="en-US" sz="600"/>
        </a:p>
      </dgm:t>
    </dgm:pt>
    <dgm:pt modelId="{CB7181D6-08E8-4023-B230-8B13731F34D8}">
      <dgm:prSet custT="1"/>
      <dgm:spPr/>
      <dgm:t>
        <a:bodyPr/>
        <a:lstStyle/>
        <a:p>
          <a:r>
            <a:rPr lang="en-US" sz="1600" dirty="0"/>
            <a:t>Designer provides mockup/wireframe</a:t>
          </a:r>
        </a:p>
      </dgm:t>
    </dgm:pt>
    <dgm:pt modelId="{556359C9-DBE1-406D-BD09-E6C1ED492367}" type="parTrans" cxnId="{18F7E5A3-8705-4CE5-A267-FA79790D1D12}">
      <dgm:prSet/>
      <dgm:spPr/>
      <dgm:t>
        <a:bodyPr/>
        <a:lstStyle/>
        <a:p>
          <a:endParaRPr lang="en-US" sz="2000"/>
        </a:p>
      </dgm:t>
    </dgm:pt>
    <dgm:pt modelId="{F8145B50-FD72-40A0-855D-E5721794443A}" type="sibTrans" cxnId="{18F7E5A3-8705-4CE5-A267-FA79790D1D12}">
      <dgm:prSet custT="1"/>
      <dgm:spPr/>
      <dgm:t>
        <a:bodyPr/>
        <a:lstStyle/>
        <a:p>
          <a:endParaRPr lang="en-US" sz="600"/>
        </a:p>
      </dgm:t>
    </dgm:pt>
    <dgm:pt modelId="{85A7299A-7162-43E5-A548-D1062B89178B}">
      <dgm:prSet custT="1"/>
      <dgm:spPr/>
      <dgm:t>
        <a:bodyPr/>
        <a:lstStyle/>
        <a:p>
          <a:r>
            <a:rPr lang="en-US" sz="1600" dirty="0"/>
            <a:t>Developers write code, perform unit testing and </a:t>
          </a:r>
          <a:r>
            <a:rPr lang="en-US" sz="1600" dirty="0" err="1"/>
            <a:t>linting</a:t>
          </a:r>
          <a:r>
            <a:rPr lang="en-US" sz="1600" dirty="0"/>
            <a:t>, and commit on local branch</a:t>
          </a:r>
        </a:p>
      </dgm:t>
    </dgm:pt>
    <dgm:pt modelId="{9781234D-9C24-45B3-A406-DA2C9F6A2418}" type="parTrans" cxnId="{5070A99D-3FBA-4F32-A82C-3D375230F6DE}">
      <dgm:prSet/>
      <dgm:spPr/>
      <dgm:t>
        <a:bodyPr/>
        <a:lstStyle/>
        <a:p>
          <a:endParaRPr lang="en-US" sz="2000"/>
        </a:p>
      </dgm:t>
    </dgm:pt>
    <dgm:pt modelId="{1D4703FC-D663-4EF9-A80E-92F6C0363B07}" type="sibTrans" cxnId="{5070A99D-3FBA-4F32-A82C-3D375230F6DE}">
      <dgm:prSet custT="1"/>
      <dgm:spPr/>
      <dgm:t>
        <a:bodyPr/>
        <a:lstStyle/>
        <a:p>
          <a:endParaRPr lang="en-US" sz="600"/>
        </a:p>
      </dgm:t>
    </dgm:pt>
    <dgm:pt modelId="{9540D2DF-4729-4DFB-BB18-0F70BB875AC9}">
      <dgm:prSet custT="1"/>
      <dgm:spPr/>
      <dgm:t>
        <a:bodyPr/>
        <a:lstStyle/>
        <a:p>
          <a:r>
            <a:rPr lang="en-US" sz="1600" dirty="0"/>
            <a:t>Lead programmer reviews code and merges into master branch</a:t>
          </a:r>
        </a:p>
      </dgm:t>
    </dgm:pt>
    <dgm:pt modelId="{9A824389-13F7-4B91-BF9B-F78FF11133E3}" type="parTrans" cxnId="{41B4BC55-D3EE-45C1-9920-1907064790BD}">
      <dgm:prSet/>
      <dgm:spPr/>
      <dgm:t>
        <a:bodyPr/>
        <a:lstStyle/>
        <a:p>
          <a:endParaRPr lang="en-US" sz="2000"/>
        </a:p>
      </dgm:t>
    </dgm:pt>
    <dgm:pt modelId="{78A8714A-812E-4D3B-A547-B15740EBA905}" type="sibTrans" cxnId="{41B4BC55-D3EE-45C1-9920-1907064790BD}">
      <dgm:prSet custT="1"/>
      <dgm:spPr/>
      <dgm:t>
        <a:bodyPr/>
        <a:lstStyle/>
        <a:p>
          <a:endParaRPr lang="en-US" sz="600"/>
        </a:p>
      </dgm:t>
    </dgm:pt>
    <dgm:pt modelId="{33E05AEE-98D0-4D07-B4DA-BB8CD8C65BB2}">
      <dgm:prSet custT="1"/>
      <dgm:spPr/>
      <dgm:t>
        <a:bodyPr/>
        <a:lstStyle/>
        <a:p>
          <a:r>
            <a:rPr lang="en-US" sz="1600" dirty="0"/>
            <a:t>The code is built and artifacts are created</a:t>
          </a:r>
        </a:p>
      </dgm:t>
    </dgm:pt>
    <dgm:pt modelId="{BE51C4D3-7E82-434E-A9A2-630B24F8D7E1}" type="parTrans" cxnId="{26C7392F-538F-44A4-95AA-E380B18626D5}">
      <dgm:prSet/>
      <dgm:spPr/>
      <dgm:t>
        <a:bodyPr/>
        <a:lstStyle/>
        <a:p>
          <a:endParaRPr lang="en-US" sz="2000"/>
        </a:p>
      </dgm:t>
    </dgm:pt>
    <dgm:pt modelId="{A55EB037-EA51-40D5-8D2F-BA70B13E4B64}" type="sibTrans" cxnId="{26C7392F-538F-44A4-95AA-E380B18626D5}">
      <dgm:prSet custT="1"/>
      <dgm:spPr/>
      <dgm:t>
        <a:bodyPr/>
        <a:lstStyle/>
        <a:p>
          <a:endParaRPr lang="en-US" sz="600"/>
        </a:p>
      </dgm:t>
    </dgm:pt>
    <dgm:pt modelId="{D347A68E-9D05-4157-BFCC-57CC93AD0C7D}">
      <dgm:prSet custT="1"/>
      <dgm:spPr/>
      <dgm:t>
        <a:bodyPr/>
        <a:lstStyle/>
        <a:p>
          <a:r>
            <a:rPr lang="en-US" sz="1600" dirty="0"/>
            <a:t>Artifacts are deployed automatically on test environment</a:t>
          </a:r>
        </a:p>
      </dgm:t>
    </dgm:pt>
    <dgm:pt modelId="{565F1D94-52EB-4375-9047-635B5F092720}" type="parTrans" cxnId="{C2A05949-2384-4D67-9E12-E630A56A9D2A}">
      <dgm:prSet/>
      <dgm:spPr/>
      <dgm:t>
        <a:bodyPr/>
        <a:lstStyle/>
        <a:p>
          <a:endParaRPr lang="en-US" sz="2000"/>
        </a:p>
      </dgm:t>
    </dgm:pt>
    <dgm:pt modelId="{41D45126-54A8-4332-8CED-B4BB65691B62}" type="sibTrans" cxnId="{C2A05949-2384-4D67-9E12-E630A56A9D2A}">
      <dgm:prSet custT="1"/>
      <dgm:spPr/>
      <dgm:t>
        <a:bodyPr/>
        <a:lstStyle/>
        <a:p>
          <a:endParaRPr lang="en-US" sz="600"/>
        </a:p>
      </dgm:t>
    </dgm:pt>
    <dgm:pt modelId="{3597CB7B-5F63-49C3-818B-158E263FC684}">
      <dgm:prSet custT="1"/>
      <dgm:spPr/>
      <dgm:t>
        <a:bodyPr/>
        <a:lstStyle/>
        <a:p>
          <a:r>
            <a:rPr lang="en-US" sz="1600" dirty="0"/>
            <a:t>Quality Assurance team performs testing and approves the build</a:t>
          </a:r>
        </a:p>
      </dgm:t>
    </dgm:pt>
    <dgm:pt modelId="{891300FD-0753-4A01-B831-4150432B596C}" type="parTrans" cxnId="{B8DF16C4-1192-4352-B22B-4A6FB2895B2E}">
      <dgm:prSet/>
      <dgm:spPr/>
      <dgm:t>
        <a:bodyPr/>
        <a:lstStyle/>
        <a:p>
          <a:endParaRPr lang="en-US" sz="2000"/>
        </a:p>
      </dgm:t>
    </dgm:pt>
    <dgm:pt modelId="{FF7226FF-C348-471E-B063-9688D948A655}" type="sibTrans" cxnId="{B8DF16C4-1192-4352-B22B-4A6FB2895B2E}">
      <dgm:prSet custT="1"/>
      <dgm:spPr/>
      <dgm:t>
        <a:bodyPr/>
        <a:lstStyle/>
        <a:p>
          <a:endParaRPr lang="en-US" sz="600"/>
        </a:p>
      </dgm:t>
    </dgm:pt>
    <dgm:pt modelId="{F8764C3F-9703-4CC7-BA41-8E873EF213A1}">
      <dgm:prSet custT="1"/>
      <dgm:spPr/>
      <dgm:t>
        <a:bodyPr/>
        <a:lstStyle/>
        <a:p>
          <a:r>
            <a:rPr lang="en-US" sz="1600" dirty="0"/>
            <a:t>Build is deployed and validated to production environment a day before end of sprint</a:t>
          </a:r>
        </a:p>
      </dgm:t>
    </dgm:pt>
    <dgm:pt modelId="{ABCB00E9-3447-40F2-A37E-4CAC0E7C662A}" type="parTrans" cxnId="{28D2DD3F-012D-406A-8655-1428241E9E5D}">
      <dgm:prSet/>
      <dgm:spPr/>
      <dgm:t>
        <a:bodyPr/>
        <a:lstStyle/>
        <a:p>
          <a:endParaRPr lang="en-US" sz="2000"/>
        </a:p>
      </dgm:t>
    </dgm:pt>
    <dgm:pt modelId="{5FA73EB9-CCC3-4C5E-AAB2-AF5AA96CEFF5}" type="sibTrans" cxnId="{28D2DD3F-012D-406A-8655-1428241E9E5D}">
      <dgm:prSet custT="1"/>
      <dgm:spPr/>
      <dgm:t>
        <a:bodyPr/>
        <a:lstStyle/>
        <a:p>
          <a:endParaRPr lang="en-US" sz="600"/>
        </a:p>
      </dgm:t>
    </dgm:pt>
    <dgm:pt modelId="{8EA382E9-5087-474E-B1E4-F58A35443ABE}">
      <dgm:prSet custT="1"/>
      <dgm:spPr/>
      <dgm:t>
        <a:bodyPr/>
        <a:lstStyle/>
        <a:p>
          <a:r>
            <a:rPr lang="en-US" sz="1600" dirty="0"/>
            <a:t>Release notes are prepared, and respective tasks are closed</a:t>
          </a:r>
        </a:p>
      </dgm:t>
    </dgm:pt>
    <dgm:pt modelId="{99E064F3-081C-474C-A1BB-865253565ADD}" type="parTrans" cxnId="{9B195FF7-98BD-4C36-95C5-8C01AE57313F}">
      <dgm:prSet/>
      <dgm:spPr/>
      <dgm:t>
        <a:bodyPr/>
        <a:lstStyle/>
        <a:p>
          <a:endParaRPr lang="en-US" sz="2000"/>
        </a:p>
      </dgm:t>
    </dgm:pt>
    <dgm:pt modelId="{580B44D5-34FE-4304-B52E-6A6EFEC16798}" type="sibTrans" cxnId="{9B195FF7-98BD-4C36-95C5-8C01AE57313F}">
      <dgm:prSet/>
      <dgm:spPr/>
      <dgm:t>
        <a:bodyPr/>
        <a:lstStyle/>
        <a:p>
          <a:endParaRPr lang="en-US" sz="2000"/>
        </a:p>
      </dgm:t>
    </dgm:pt>
    <dgm:pt modelId="{D1F883A5-BC0E-46EE-B4E3-33DE98DC0362}" type="pres">
      <dgm:prSet presAssocID="{0CDA54B0-B6CA-42AB-9F68-AE25B485F9C3}" presName="Name0" presStyleCnt="0">
        <dgm:presLayoutVars>
          <dgm:dir/>
          <dgm:resizeHandles val="exact"/>
        </dgm:presLayoutVars>
      </dgm:prSet>
      <dgm:spPr/>
    </dgm:pt>
    <dgm:pt modelId="{D5F92EE1-652D-493D-88AC-6C1AE738B148}" type="pres">
      <dgm:prSet presAssocID="{AFEFB673-03F7-4EE9-8720-4569026087A5}" presName="node" presStyleLbl="node1" presStyleIdx="0" presStyleCnt="14">
        <dgm:presLayoutVars>
          <dgm:bulletEnabled val="1"/>
        </dgm:presLayoutVars>
      </dgm:prSet>
      <dgm:spPr/>
    </dgm:pt>
    <dgm:pt modelId="{A4E69DC7-7AF9-4494-BE93-41E1C80869D0}" type="pres">
      <dgm:prSet presAssocID="{50F441E1-6A7A-4693-A171-6B98761E91E7}" presName="sibTrans" presStyleLbl="sibTrans1D1" presStyleIdx="0" presStyleCnt="13"/>
      <dgm:spPr/>
    </dgm:pt>
    <dgm:pt modelId="{AA0A2E21-AC8C-41A0-AE49-F61ABEB8914E}" type="pres">
      <dgm:prSet presAssocID="{50F441E1-6A7A-4693-A171-6B98761E91E7}" presName="connectorText" presStyleLbl="sibTrans1D1" presStyleIdx="0" presStyleCnt="13"/>
      <dgm:spPr/>
    </dgm:pt>
    <dgm:pt modelId="{8F0DBE2E-9AC1-4584-9D28-BFE40EFDB791}" type="pres">
      <dgm:prSet presAssocID="{30CB2A05-9EC7-417B-9D70-CA95C99F4678}" presName="node" presStyleLbl="node1" presStyleIdx="1" presStyleCnt="14">
        <dgm:presLayoutVars>
          <dgm:bulletEnabled val="1"/>
        </dgm:presLayoutVars>
      </dgm:prSet>
      <dgm:spPr/>
    </dgm:pt>
    <dgm:pt modelId="{D3E269A7-D47E-4E4E-ADC1-ECD07051653D}" type="pres">
      <dgm:prSet presAssocID="{156636E1-702B-4536-8208-9693298689C3}" presName="sibTrans" presStyleLbl="sibTrans1D1" presStyleIdx="1" presStyleCnt="13"/>
      <dgm:spPr/>
    </dgm:pt>
    <dgm:pt modelId="{0D129B61-781E-41A6-A31D-1CE017D8D744}" type="pres">
      <dgm:prSet presAssocID="{156636E1-702B-4536-8208-9693298689C3}" presName="connectorText" presStyleLbl="sibTrans1D1" presStyleIdx="1" presStyleCnt="13"/>
      <dgm:spPr/>
    </dgm:pt>
    <dgm:pt modelId="{64E00C60-7DB9-42FF-BFDF-C5A578377E43}" type="pres">
      <dgm:prSet presAssocID="{1B1E6600-DF77-4F50-A868-ED3DC6D3C846}" presName="node" presStyleLbl="node1" presStyleIdx="2" presStyleCnt="14">
        <dgm:presLayoutVars>
          <dgm:bulletEnabled val="1"/>
        </dgm:presLayoutVars>
      </dgm:prSet>
      <dgm:spPr/>
    </dgm:pt>
    <dgm:pt modelId="{AA1B4FBF-A22F-4675-B62B-9D4594E7A083}" type="pres">
      <dgm:prSet presAssocID="{35668303-1D74-4636-9B28-400C72E87F5A}" presName="sibTrans" presStyleLbl="sibTrans1D1" presStyleIdx="2" presStyleCnt="13"/>
      <dgm:spPr/>
    </dgm:pt>
    <dgm:pt modelId="{1D95217F-1F1C-41F6-A23C-02C8883FB502}" type="pres">
      <dgm:prSet presAssocID="{35668303-1D74-4636-9B28-400C72E87F5A}" presName="connectorText" presStyleLbl="sibTrans1D1" presStyleIdx="2" presStyleCnt="13"/>
      <dgm:spPr/>
    </dgm:pt>
    <dgm:pt modelId="{9206D8A4-ACF8-4170-94D4-75CF90046FCF}" type="pres">
      <dgm:prSet presAssocID="{1A82B93A-FD80-44D7-AFFE-8FCED957A878}" presName="node" presStyleLbl="node1" presStyleIdx="3" presStyleCnt="14">
        <dgm:presLayoutVars>
          <dgm:bulletEnabled val="1"/>
        </dgm:presLayoutVars>
      </dgm:prSet>
      <dgm:spPr/>
    </dgm:pt>
    <dgm:pt modelId="{F0A0905D-A567-4B5B-9907-5A8F03329B28}" type="pres">
      <dgm:prSet presAssocID="{423A457F-C1D8-4F1C-B8C1-2C92C639EE6C}" presName="sibTrans" presStyleLbl="sibTrans1D1" presStyleIdx="3" presStyleCnt="13"/>
      <dgm:spPr/>
    </dgm:pt>
    <dgm:pt modelId="{C1CEB439-F343-41B9-BE26-701F25431824}" type="pres">
      <dgm:prSet presAssocID="{423A457F-C1D8-4F1C-B8C1-2C92C639EE6C}" presName="connectorText" presStyleLbl="sibTrans1D1" presStyleIdx="3" presStyleCnt="13"/>
      <dgm:spPr/>
    </dgm:pt>
    <dgm:pt modelId="{AF68EF1C-7D9D-407D-A0C1-DD04FA5C02D4}" type="pres">
      <dgm:prSet presAssocID="{F2F374A2-61E2-4650-B1EB-9B7C0A043FB9}" presName="node" presStyleLbl="node1" presStyleIdx="4" presStyleCnt="14">
        <dgm:presLayoutVars>
          <dgm:bulletEnabled val="1"/>
        </dgm:presLayoutVars>
      </dgm:prSet>
      <dgm:spPr/>
    </dgm:pt>
    <dgm:pt modelId="{07BC1013-AB3E-4AD1-A80D-316EB4E43AD0}" type="pres">
      <dgm:prSet presAssocID="{0F4C59AC-A3ED-4D3E-BA3D-E247A7CF44DC}" presName="sibTrans" presStyleLbl="sibTrans1D1" presStyleIdx="4" presStyleCnt="13"/>
      <dgm:spPr/>
    </dgm:pt>
    <dgm:pt modelId="{36EA9B78-EED0-4B8D-A5C6-D29CFD04744B}" type="pres">
      <dgm:prSet presAssocID="{0F4C59AC-A3ED-4D3E-BA3D-E247A7CF44DC}" presName="connectorText" presStyleLbl="sibTrans1D1" presStyleIdx="4" presStyleCnt="13"/>
      <dgm:spPr/>
    </dgm:pt>
    <dgm:pt modelId="{DC60F794-8DAF-42CA-A2D8-39736FB5665A}" type="pres">
      <dgm:prSet presAssocID="{9912EB30-71F5-4BEA-9134-1AD8B4DFBF20}" presName="node" presStyleLbl="node1" presStyleIdx="5" presStyleCnt="14">
        <dgm:presLayoutVars>
          <dgm:bulletEnabled val="1"/>
        </dgm:presLayoutVars>
      </dgm:prSet>
      <dgm:spPr/>
    </dgm:pt>
    <dgm:pt modelId="{C94DB49F-87F9-4772-A707-27B49E999878}" type="pres">
      <dgm:prSet presAssocID="{3DEE546A-A8B7-49BF-871B-4337654B9E9E}" presName="sibTrans" presStyleLbl="sibTrans1D1" presStyleIdx="5" presStyleCnt="13"/>
      <dgm:spPr/>
    </dgm:pt>
    <dgm:pt modelId="{70D19D99-A24B-4DA0-8064-BBD99EC15E34}" type="pres">
      <dgm:prSet presAssocID="{3DEE546A-A8B7-49BF-871B-4337654B9E9E}" presName="connectorText" presStyleLbl="sibTrans1D1" presStyleIdx="5" presStyleCnt="13"/>
      <dgm:spPr/>
    </dgm:pt>
    <dgm:pt modelId="{F25528D6-0920-4595-BD6D-E9AC5A2DC099}" type="pres">
      <dgm:prSet presAssocID="{CB7181D6-08E8-4023-B230-8B13731F34D8}" presName="node" presStyleLbl="node1" presStyleIdx="6" presStyleCnt="14">
        <dgm:presLayoutVars>
          <dgm:bulletEnabled val="1"/>
        </dgm:presLayoutVars>
      </dgm:prSet>
      <dgm:spPr/>
    </dgm:pt>
    <dgm:pt modelId="{ED9D485B-FB23-40F2-A2FE-FF774916C21C}" type="pres">
      <dgm:prSet presAssocID="{F8145B50-FD72-40A0-855D-E5721794443A}" presName="sibTrans" presStyleLbl="sibTrans1D1" presStyleIdx="6" presStyleCnt="13"/>
      <dgm:spPr/>
    </dgm:pt>
    <dgm:pt modelId="{512400C1-AD3D-42B5-B3F1-630BB5291CB2}" type="pres">
      <dgm:prSet presAssocID="{F8145B50-FD72-40A0-855D-E5721794443A}" presName="connectorText" presStyleLbl="sibTrans1D1" presStyleIdx="6" presStyleCnt="13"/>
      <dgm:spPr/>
    </dgm:pt>
    <dgm:pt modelId="{435A8694-BFD8-4FA3-A7FA-7B7B7B47A3E3}" type="pres">
      <dgm:prSet presAssocID="{85A7299A-7162-43E5-A548-D1062B89178B}" presName="node" presStyleLbl="node1" presStyleIdx="7" presStyleCnt="14">
        <dgm:presLayoutVars>
          <dgm:bulletEnabled val="1"/>
        </dgm:presLayoutVars>
      </dgm:prSet>
      <dgm:spPr/>
    </dgm:pt>
    <dgm:pt modelId="{21208BD1-07A3-4CCE-934B-61E9928E8C4B}" type="pres">
      <dgm:prSet presAssocID="{1D4703FC-D663-4EF9-A80E-92F6C0363B07}" presName="sibTrans" presStyleLbl="sibTrans1D1" presStyleIdx="7" presStyleCnt="13"/>
      <dgm:spPr/>
    </dgm:pt>
    <dgm:pt modelId="{158EA73A-5C12-4B18-A282-871750081088}" type="pres">
      <dgm:prSet presAssocID="{1D4703FC-D663-4EF9-A80E-92F6C0363B07}" presName="connectorText" presStyleLbl="sibTrans1D1" presStyleIdx="7" presStyleCnt="13"/>
      <dgm:spPr/>
    </dgm:pt>
    <dgm:pt modelId="{D0CC47D2-0E00-4380-BC2F-8A2889E0CE4B}" type="pres">
      <dgm:prSet presAssocID="{9540D2DF-4729-4DFB-BB18-0F70BB875AC9}" presName="node" presStyleLbl="node1" presStyleIdx="8" presStyleCnt="14">
        <dgm:presLayoutVars>
          <dgm:bulletEnabled val="1"/>
        </dgm:presLayoutVars>
      </dgm:prSet>
      <dgm:spPr/>
    </dgm:pt>
    <dgm:pt modelId="{0487AA60-2E42-46E1-AFBF-C8B54CC4D81C}" type="pres">
      <dgm:prSet presAssocID="{78A8714A-812E-4D3B-A547-B15740EBA905}" presName="sibTrans" presStyleLbl="sibTrans1D1" presStyleIdx="8" presStyleCnt="13"/>
      <dgm:spPr/>
    </dgm:pt>
    <dgm:pt modelId="{1B6D35D0-719B-42AD-ADD6-3EC17185899F}" type="pres">
      <dgm:prSet presAssocID="{78A8714A-812E-4D3B-A547-B15740EBA905}" presName="connectorText" presStyleLbl="sibTrans1D1" presStyleIdx="8" presStyleCnt="13"/>
      <dgm:spPr/>
    </dgm:pt>
    <dgm:pt modelId="{1CAAFB77-6FF8-4825-8C32-86839468DD96}" type="pres">
      <dgm:prSet presAssocID="{33E05AEE-98D0-4D07-B4DA-BB8CD8C65BB2}" presName="node" presStyleLbl="node1" presStyleIdx="9" presStyleCnt="14">
        <dgm:presLayoutVars>
          <dgm:bulletEnabled val="1"/>
        </dgm:presLayoutVars>
      </dgm:prSet>
      <dgm:spPr/>
    </dgm:pt>
    <dgm:pt modelId="{A5195798-CBCA-4E1A-A11D-F569C3710E5B}" type="pres">
      <dgm:prSet presAssocID="{A55EB037-EA51-40D5-8D2F-BA70B13E4B64}" presName="sibTrans" presStyleLbl="sibTrans1D1" presStyleIdx="9" presStyleCnt="13"/>
      <dgm:spPr/>
    </dgm:pt>
    <dgm:pt modelId="{E208B8EB-DAF1-4656-B8FB-5434B909755B}" type="pres">
      <dgm:prSet presAssocID="{A55EB037-EA51-40D5-8D2F-BA70B13E4B64}" presName="connectorText" presStyleLbl="sibTrans1D1" presStyleIdx="9" presStyleCnt="13"/>
      <dgm:spPr/>
    </dgm:pt>
    <dgm:pt modelId="{EB4832D4-5C46-4B19-B6DC-54951A353F3A}" type="pres">
      <dgm:prSet presAssocID="{D347A68E-9D05-4157-BFCC-57CC93AD0C7D}" presName="node" presStyleLbl="node1" presStyleIdx="10" presStyleCnt="14">
        <dgm:presLayoutVars>
          <dgm:bulletEnabled val="1"/>
        </dgm:presLayoutVars>
      </dgm:prSet>
      <dgm:spPr/>
    </dgm:pt>
    <dgm:pt modelId="{46F920CC-3D23-46E8-A7E3-F5F3564C46CE}" type="pres">
      <dgm:prSet presAssocID="{41D45126-54A8-4332-8CED-B4BB65691B62}" presName="sibTrans" presStyleLbl="sibTrans1D1" presStyleIdx="10" presStyleCnt="13"/>
      <dgm:spPr/>
    </dgm:pt>
    <dgm:pt modelId="{0C2B3F5C-9B2E-481C-A306-7EF8566C5C98}" type="pres">
      <dgm:prSet presAssocID="{41D45126-54A8-4332-8CED-B4BB65691B62}" presName="connectorText" presStyleLbl="sibTrans1D1" presStyleIdx="10" presStyleCnt="13"/>
      <dgm:spPr/>
    </dgm:pt>
    <dgm:pt modelId="{51EEF444-3744-4C0D-BBD6-ACDEB68E144B}" type="pres">
      <dgm:prSet presAssocID="{3597CB7B-5F63-49C3-818B-158E263FC684}" presName="node" presStyleLbl="node1" presStyleIdx="11" presStyleCnt="14">
        <dgm:presLayoutVars>
          <dgm:bulletEnabled val="1"/>
        </dgm:presLayoutVars>
      </dgm:prSet>
      <dgm:spPr/>
    </dgm:pt>
    <dgm:pt modelId="{D5BAAE3E-52FD-4549-B4F3-FAF7D83C42C0}" type="pres">
      <dgm:prSet presAssocID="{FF7226FF-C348-471E-B063-9688D948A655}" presName="sibTrans" presStyleLbl="sibTrans1D1" presStyleIdx="11" presStyleCnt="13"/>
      <dgm:spPr/>
    </dgm:pt>
    <dgm:pt modelId="{59970550-F1DD-4205-81DD-DDC9C9523AA7}" type="pres">
      <dgm:prSet presAssocID="{FF7226FF-C348-471E-B063-9688D948A655}" presName="connectorText" presStyleLbl="sibTrans1D1" presStyleIdx="11" presStyleCnt="13"/>
      <dgm:spPr/>
    </dgm:pt>
    <dgm:pt modelId="{46848791-84B2-47DE-8C23-4883151726B2}" type="pres">
      <dgm:prSet presAssocID="{F8764C3F-9703-4CC7-BA41-8E873EF213A1}" presName="node" presStyleLbl="node1" presStyleIdx="12" presStyleCnt="14">
        <dgm:presLayoutVars>
          <dgm:bulletEnabled val="1"/>
        </dgm:presLayoutVars>
      </dgm:prSet>
      <dgm:spPr/>
    </dgm:pt>
    <dgm:pt modelId="{64C56316-4D0A-483D-8E68-E6DD1ED84117}" type="pres">
      <dgm:prSet presAssocID="{5FA73EB9-CCC3-4C5E-AAB2-AF5AA96CEFF5}" presName="sibTrans" presStyleLbl="sibTrans1D1" presStyleIdx="12" presStyleCnt="13"/>
      <dgm:spPr/>
    </dgm:pt>
    <dgm:pt modelId="{D8ABCA48-37ED-451A-AE74-3F72069B7FD2}" type="pres">
      <dgm:prSet presAssocID="{5FA73EB9-CCC3-4C5E-AAB2-AF5AA96CEFF5}" presName="connectorText" presStyleLbl="sibTrans1D1" presStyleIdx="12" presStyleCnt="13"/>
      <dgm:spPr/>
    </dgm:pt>
    <dgm:pt modelId="{76BF1406-0D34-47DA-A106-37CAFB3DD125}" type="pres">
      <dgm:prSet presAssocID="{8EA382E9-5087-474E-B1E4-F58A35443ABE}" presName="node" presStyleLbl="node1" presStyleIdx="13" presStyleCnt="14">
        <dgm:presLayoutVars>
          <dgm:bulletEnabled val="1"/>
        </dgm:presLayoutVars>
      </dgm:prSet>
      <dgm:spPr/>
    </dgm:pt>
  </dgm:ptLst>
  <dgm:cxnLst>
    <dgm:cxn modelId="{404AC80E-F0E5-4F00-9CFD-2FDCCEA5B62A}" type="presOf" srcId="{78A8714A-812E-4D3B-A547-B15740EBA905}" destId="{1B6D35D0-719B-42AD-ADD6-3EC17185899F}" srcOrd="1" destOrd="0" presId="urn:microsoft.com/office/officeart/2016/7/layout/RepeatingBendingProcessNew"/>
    <dgm:cxn modelId="{29EB1320-401F-4251-B6BE-42A29BD5A5BE}" type="presOf" srcId="{35668303-1D74-4636-9B28-400C72E87F5A}" destId="{1D95217F-1F1C-41F6-A23C-02C8883FB502}" srcOrd="1" destOrd="0" presId="urn:microsoft.com/office/officeart/2016/7/layout/RepeatingBendingProcessNew"/>
    <dgm:cxn modelId="{9DA4B522-AE97-447C-AD12-02FF50416F85}" type="presOf" srcId="{9540D2DF-4729-4DFB-BB18-0F70BB875AC9}" destId="{D0CC47D2-0E00-4380-BC2F-8A2889E0CE4B}" srcOrd="0" destOrd="0" presId="urn:microsoft.com/office/officeart/2016/7/layout/RepeatingBendingProcessNew"/>
    <dgm:cxn modelId="{5ADFBF2B-0FF4-4E65-AE6E-B4F1927B8733}" type="presOf" srcId="{78A8714A-812E-4D3B-A547-B15740EBA905}" destId="{0487AA60-2E42-46E1-AFBF-C8B54CC4D81C}" srcOrd="0" destOrd="0" presId="urn:microsoft.com/office/officeart/2016/7/layout/RepeatingBendingProcessNew"/>
    <dgm:cxn modelId="{26C7392F-538F-44A4-95AA-E380B18626D5}" srcId="{0CDA54B0-B6CA-42AB-9F68-AE25B485F9C3}" destId="{33E05AEE-98D0-4D07-B4DA-BB8CD8C65BB2}" srcOrd="9" destOrd="0" parTransId="{BE51C4D3-7E82-434E-A9A2-630B24F8D7E1}" sibTransId="{A55EB037-EA51-40D5-8D2F-BA70B13E4B64}"/>
    <dgm:cxn modelId="{A3A53F38-E32A-4DB0-B5EA-FEC85F9B0AC6}" type="presOf" srcId="{85A7299A-7162-43E5-A548-D1062B89178B}" destId="{435A8694-BFD8-4FA3-A7FA-7B7B7B47A3E3}" srcOrd="0" destOrd="0" presId="urn:microsoft.com/office/officeart/2016/7/layout/RepeatingBendingProcessNew"/>
    <dgm:cxn modelId="{93A02E3E-A4AA-4CE0-B317-C1D8E6EA8610}" type="presOf" srcId="{D347A68E-9D05-4157-BFCC-57CC93AD0C7D}" destId="{EB4832D4-5C46-4B19-B6DC-54951A353F3A}" srcOrd="0" destOrd="0" presId="urn:microsoft.com/office/officeart/2016/7/layout/RepeatingBendingProcessNew"/>
    <dgm:cxn modelId="{955E9D3E-BB83-4852-A956-050305B66F6E}" type="presOf" srcId="{F2F374A2-61E2-4650-B1EB-9B7C0A043FB9}" destId="{AF68EF1C-7D9D-407D-A0C1-DD04FA5C02D4}" srcOrd="0" destOrd="0" presId="urn:microsoft.com/office/officeart/2016/7/layout/RepeatingBendingProcessNew"/>
    <dgm:cxn modelId="{28D2DD3F-012D-406A-8655-1428241E9E5D}" srcId="{0CDA54B0-B6CA-42AB-9F68-AE25B485F9C3}" destId="{F8764C3F-9703-4CC7-BA41-8E873EF213A1}" srcOrd="12" destOrd="0" parTransId="{ABCB00E9-3447-40F2-A37E-4CAC0E7C662A}" sibTransId="{5FA73EB9-CCC3-4C5E-AAB2-AF5AA96CEFF5}"/>
    <dgm:cxn modelId="{FA3C0A41-06A3-4CE7-9D23-8EFE72DD90AB}" type="presOf" srcId="{9912EB30-71F5-4BEA-9134-1AD8B4DFBF20}" destId="{DC60F794-8DAF-42CA-A2D8-39736FB5665A}" srcOrd="0" destOrd="0" presId="urn:microsoft.com/office/officeart/2016/7/layout/RepeatingBendingProcessNew"/>
    <dgm:cxn modelId="{8C006A41-D148-46BA-B9F0-EB90AD3A9A4E}" type="presOf" srcId="{423A457F-C1D8-4F1C-B8C1-2C92C639EE6C}" destId="{C1CEB439-F343-41B9-BE26-701F25431824}" srcOrd="1" destOrd="0" presId="urn:microsoft.com/office/officeart/2016/7/layout/RepeatingBendingProcessNew"/>
    <dgm:cxn modelId="{105E2B42-0EF4-4067-9332-AA36BA799763}" type="presOf" srcId="{3DEE546A-A8B7-49BF-871B-4337654B9E9E}" destId="{C94DB49F-87F9-4772-A707-27B49E999878}" srcOrd="0" destOrd="0" presId="urn:microsoft.com/office/officeart/2016/7/layout/RepeatingBendingProcessNew"/>
    <dgm:cxn modelId="{8AE12063-3E7A-4BA7-B233-0E7AEC64F948}" type="presOf" srcId="{30CB2A05-9EC7-417B-9D70-CA95C99F4678}" destId="{8F0DBE2E-9AC1-4584-9D28-BFE40EFDB791}" srcOrd="0" destOrd="0" presId="urn:microsoft.com/office/officeart/2016/7/layout/RepeatingBendingProcessNew"/>
    <dgm:cxn modelId="{C04A7D65-92BB-4EB9-B26D-95FB58D1846D}" type="presOf" srcId="{5FA73EB9-CCC3-4C5E-AAB2-AF5AA96CEFF5}" destId="{D8ABCA48-37ED-451A-AE74-3F72069B7FD2}" srcOrd="1" destOrd="0" presId="urn:microsoft.com/office/officeart/2016/7/layout/RepeatingBendingProcessNew"/>
    <dgm:cxn modelId="{C2A05949-2384-4D67-9E12-E630A56A9D2A}" srcId="{0CDA54B0-B6CA-42AB-9F68-AE25B485F9C3}" destId="{D347A68E-9D05-4157-BFCC-57CC93AD0C7D}" srcOrd="10" destOrd="0" parTransId="{565F1D94-52EB-4375-9047-635B5F092720}" sibTransId="{41D45126-54A8-4332-8CED-B4BB65691B62}"/>
    <dgm:cxn modelId="{A0FCED6B-E642-4C02-8DB8-C5413F9FD9D1}" type="presOf" srcId="{3597CB7B-5F63-49C3-818B-158E263FC684}" destId="{51EEF444-3744-4C0D-BBD6-ACDEB68E144B}" srcOrd="0" destOrd="0" presId="urn:microsoft.com/office/officeart/2016/7/layout/RepeatingBendingProcessNew"/>
    <dgm:cxn modelId="{0932E86C-347E-4AF5-AAC6-8A67EFF9E446}" type="presOf" srcId="{8EA382E9-5087-474E-B1E4-F58A35443ABE}" destId="{76BF1406-0D34-47DA-A106-37CAFB3DD125}" srcOrd="0" destOrd="0" presId="urn:microsoft.com/office/officeart/2016/7/layout/RepeatingBendingProcessNew"/>
    <dgm:cxn modelId="{D74BC750-8EC7-46E1-9811-F5DBFE5B4EDB}" type="presOf" srcId="{CB7181D6-08E8-4023-B230-8B13731F34D8}" destId="{F25528D6-0920-4595-BD6D-E9AC5A2DC099}" srcOrd="0" destOrd="0" presId="urn:microsoft.com/office/officeart/2016/7/layout/RepeatingBendingProcessNew"/>
    <dgm:cxn modelId="{BA436352-DF76-4459-907F-3A8BD211A1A6}" type="presOf" srcId="{F8145B50-FD72-40A0-855D-E5721794443A}" destId="{512400C1-AD3D-42B5-B3F1-630BB5291CB2}" srcOrd="1" destOrd="0" presId="urn:microsoft.com/office/officeart/2016/7/layout/RepeatingBendingProcessNew"/>
    <dgm:cxn modelId="{8BF4A052-7BC3-4FD2-BA60-ED26F4566EC7}" type="presOf" srcId="{41D45126-54A8-4332-8CED-B4BB65691B62}" destId="{0C2B3F5C-9B2E-481C-A306-7EF8566C5C98}" srcOrd="1" destOrd="0" presId="urn:microsoft.com/office/officeart/2016/7/layout/RepeatingBendingProcessNew"/>
    <dgm:cxn modelId="{796DE452-4D5D-4DE8-8B42-C21A2D97214A}" type="presOf" srcId="{0CDA54B0-B6CA-42AB-9F68-AE25B485F9C3}" destId="{D1F883A5-BC0E-46EE-B4E3-33DE98DC0362}" srcOrd="0" destOrd="0" presId="urn:microsoft.com/office/officeart/2016/7/layout/RepeatingBendingProcessNew"/>
    <dgm:cxn modelId="{DBC36954-D604-4DC4-864C-8BAD0922312F}" srcId="{0CDA54B0-B6CA-42AB-9F68-AE25B485F9C3}" destId="{1B1E6600-DF77-4F50-A868-ED3DC6D3C846}" srcOrd="2" destOrd="0" parTransId="{D19334CD-EB0A-4087-BFA9-21F031E3B711}" sibTransId="{35668303-1D74-4636-9B28-400C72E87F5A}"/>
    <dgm:cxn modelId="{41B4BC55-D3EE-45C1-9920-1907064790BD}" srcId="{0CDA54B0-B6CA-42AB-9F68-AE25B485F9C3}" destId="{9540D2DF-4729-4DFB-BB18-0F70BB875AC9}" srcOrd="8" destOrd="0" parTransId="{9A824389-13F7-4B91-BF9B-F78FF11133E3}" sibTransId="{78A8714A-812E-4D3B-A547-B15740EBA905}"/>
    <dgm:cxn modelId="{D6745857-57BB-47AF-8DE3-3856264B625E}" type="presOf" srcId="{41D45126-54A8-4332-8CED-B4BB65691B62}" destId="{46F920CC-3D23-46E8-A7E3-F5F3564C46CE}" srcOrd="0" destOrd="0" presId="urn:microsoft.com/office/officeart/2016/7/layout/RepeatingBendingProcessNew"/>
    <dgm:cxn modelId="{4B5E657A-B67F-4872-8645-77078D855464}" type="presOf" srcId="{FF7226FF-C348-471E-B063-9688D948A655}" destId="{D5BAAE3E-52FD-4549-B4F3-FAF7D83C42C0}" srcOrd="0" destOrd="0" presId="urn:microsoft.com/office/officeart/2016/7/layout/RepeatingBendingProcessNew"/>
    <dgm:cxn modelId="{AFE2DF7A-0441-4F8C-A47E-D6572C819FC3}" type="presOf" srcId="{1B1E6600-DF77-4F50-A868-ED3DC6D3C846}" destId="{64E00C60-7DB9-42FF-BFDF-C5A578377E43}" srcOrd="0" destOrd="0" presId="urn:microsoft.com/office/officeart/2016/7/layout/RepeatingBendingProcessNew"/>
    <dgm:cxn modelId="{D91BBA7B-9152-4E22-8924-BF73BA23D0EE}" srcId="{0CDA54B0-B6CA-42AB-9F68-AE25B485F9C3}" destId="{AFEFB673-03F7-4EE9-8720-4569026087A5}" srcOrd="0" destOrd="0" parTransId="{11B752B9-2C8E-48DF-9834-833EB40C4F51}" sibTransId="{50F441E1-6A7A-4693-A171-6B98761E91E7}"/>
    <dgm:cxn modelId="{F3E64F81-2214-4165-A485-317E42F7D054}" type="presOf" srcId="{156636E1-702B-4536-8208-9693298689C3}" destId="{D3E269A7-D47E-4E4E-ADC1-ECD07051653D}" srcOrd="0" destOrd="0" presId="urn:microsoft.com/office/officeart/2016/7/layout/RepeatingBendingProcessNew"/>
    <dgm:cxn modelId="{47C1D386-A513-4A0B-BFDC-571DE7A87982}" type="presOf" srcId="{0F4C59AC-A3ED-4D3E-BA3D-E247A7CF44DC}" destId="{07BC1013-AB3E-4AD1-A80D-316EB4E43AD0}" srcOrd="0" destOrd="0" presId="urn:microsoft.com/office/officeart/2016/7/layout/RepeatingBendingProcessNew"/>
    <dgm:cxn modelId="{1139518F-2BE3-4CE7-AFBC-8111E435E50E}" type="presOf" srcId="{33E05AEE-98D0-4D07-B4DA-BB8CD8C65BB2}" destId="{1CAAFB77-6FF8-4825-8C32-86839468DD96}" srcOrd="0" destOrd="0" presId="urn:microsoft.com/office/officeart/2016/7/layout/RepeatingBendingProcessNew"/>
    <dgm:cxn modelId="{04B60293-7228-4A1A-ABF8-57FE47DB21D2}" type="presOf" srcId="{1D4703FC-D663-4EF9-A80E-92F6C0363B07}" destId="{21208BD1-07A3-4CCE-934B-61E9928E8C4B}" srcOrd="0" destOrd="0" presId="urn:microsoft.com/office/officeart/2016/7/layout/RepeatingBendingProcessNew"/>
    <dgm:cxn modelId="{5070A99D-3FBA-4F32-A82C-3D375230F6DE}" srcId="{0CDA54B0-B6CA-42AB-9F68-AE25B485F9C3}" destId="{85A7299A-7162-43E5-A548-D1062B89178B}" srcOrd="7" destOrd="0" parTransId="{9781234D-9C24-45B3-A406-DA2C9F6A2418}" sibTransId="{1D4703FC-D663-4EF9-A80E-92F6C0363B07}"/>
    <dgm:cxn modelId="{18F7E5A3-8705-4CE5-A267-FA79790D1D12}" srcId="{0CDA54B0-B6CA-42AB-9F68-AE25B485F9C3}" destId="{CB7181D6-08E8-4023-B230-8B13731F34D8}" srcOrd="6" destOrd="0" parTransId="{556359C9-DBE1-406D-BD09-E6C1ED492367}" sibTransId="{F8145B50-FD72-40A0-855D-E5721794443A}"/>
    <dgm:cxn modelId="{1B7FA9A5-3ED5-4B74-960B-49921FCBE0F9}" srcId="{0CDA54B0-B6CA-42AB-9F68-AE25B485F9C3}" destId="{30CB2A05-9EC7-417B-9D70-CA95C99F4678}" srcOrd="1" destOrd="0" parTransId="{4C2B37F4-D98E-4660-B87C-A890E7751B9E}" sibTransId="{156636E1-702B-4536-8208-9693298689C3}"/>
    <dgm:cxn modelId="{D00E6AB2-726B-4920-A344-6A1BBC8C3F18}" type="presOf" srcId="{FF7226FF-C348-471E-B063-9688D948A655}" destId="{59970550-F1DD-4205-81DD-DDC9C9523AA7}" srcOrd="1" destOrd="0" presId="urn:microsoft.com/office/officeart/2016/7/layout/RepeatingBendingProcessNew"/>
    <dgm:cxn modelId="{EA6C39B5-2660-454E-A759-23010DA5C657}" type="presOf" srcId="{0F4C59AC-A3ED-4D3E-BA3D-E247A7CF44DC}" destId="{36EA9B78-EED0-4B8D-A5C6-D29CFD04744B}" srcOrd="1" destOrd="0" presId="urn:microsoft.com/office/officeart/2016/7/layout/RepeatingBendingProcessNew"/>
    <dgm:cxn modelId="{9B8E3EBB-9F41-4E67-B7E6-2645B572D867}" type="presOf" srcId="{5FA73EB9-CCC3-4C5E-AAB2-AF5AA96CEFF5}" destId="{64C56316-4D0A-483D-8E68-E6DD1ED84117}" srcOrd="0" destOrd="0" presId="urn:microsoft.com/office/officeart/2016/7/layout/RepeatingBendingProcessNew"/>
    <dgm:cxn modelId="{D8FD48C2-1C14-4FD8-92D3-F6E74C64A7EB}" srcId="{0CDA54B0-B6CA-42AB-9F68-AE25B485F9C3}" destId="{1A82B93A-FD80-44D7-AFFE-8FCED957A878}" srcOrd="3" destOrd="0" parTransId="{CDD0247B-E6DF-4F93-BEB9-86630CBF9ED5}" sibTransId="{423A457F-C1D8-4F1C-B8C1-2C92C639EE6C}"/>
    <dgm:cxn modelId="{B8DF16C4-1192-4352-B22B-4A6FB2895B2E}" srcId="{0CDA54B0-B6CA-42AB-9F68-AE25B485F9C3}" destId="{3597CB7B-5F63-49C3-818B-158E263FC684}" srcOrd="11" destOrd="0" parTransId="{891300FD-0753-4A01-B831-4150432B596C}" sibTransId="{FF7226FF-C348-471E-B063-9688D948A655}"/>
    <dgm:cxn modelId="{8590D3CC-E95C-4521-B467-16B5DFE41233}" type="presOf" srcId="{3DEE546A-A8B7-49BF-871B-4337654B9E9E}" destId="{70D19D99-A24B-4DA0-8064-BBD99EC15E34}" srcOrd="1" destOrd="0" presId="urn:microsoft.com/office/officeart/2016/7/layout/RepeatingBendingProcessNew"/>
    <dgm:cxn modelId="{97AD33CD-401C-4BC7-A818-E4EEAE236164}" type="presOf" srcId="{AFEFB673-03F7-4EE9-8720-4569026087A5}" destId="{D5F92EE1-652D-493D-88AC-6C1AE738B148}" srcOrd="0" destOrd="0" presId="urn:microsoft.com/office/officeart/2016/7/layout/RepeatingBendingProcessNew"/>
    <dgm:cxn modelId="{335468CE-0B51-4518-A42D-48CD3DE76E58}" type="presOf" srcId="{A55EB037-EA51-40D5-8D2F-BA70B13E4B64}" destId="{E208B8EB-DAF1-4656-B8FB-5434B909755B}" srcOrd="1" destOrd="0" presId="urn:microsoft.com/office/officeart/2016/7/layout/RepeatingBendingProcessNew"/>
    <dgm:cxn modelId="{6545D5CE-85A1-497F-9D82-CF57197F411A}" type="presOf" srcId="{423A457F-C1D8-4F1C-B8C1-2C92C639EE6C}" destId="{F0A0905D-A567-4B5B-9907-5A8F03329B28}" srcOrd="0" destOrd="0" presId="urn:microsoft.com/office/officeart/2016/7/layout/RepeatingBendingProcessNew"/>
    <dgm:cxn modelId="{430E5FD9-7D4C-473C-A5DE-DCC29CE6E632}" type="presOf" srcId="{50F441E1-6A7A-4693-A171-6B98761E91E7}" destId="{A4E69DC7-7AF9-4494-BE93-41E1C80869D0}" srcOrd="0" destOrd="0" presId="urn:microsoft.com/office/officeart/2016/7/layout/RepeatingBendingProcessNew"/>
    <dgm:cxn modelId="{34875EDC-5E1B-4190-9C8D-2EF9DAA31CE4}" srcId="{0CDA54B0-B6CA-42AB-9F68-AE25B485F9C3}" destId="{F2F374A2-61E2-4650-B1EB-9B7C0A043FB9}" srcOrd="4" destOrd="0" parTransId="{99F25A98-FF67-4860-9BEE-5416D92EE44B}" sibTransId="{0F4C59AC-A3ED-4D3E-BA3D-E247A7CF44DC}"/>
    <dgm:cxn modelId="{16DBA7DF-F413-4A78-806F-3132DD1982D9}" type="presOf" srcId="{A55EB037-EA51-40D5-8D2F-BA70B13E4B64}" destId="{A5195798-CBCA-4E1A-A11D-F569C3710E5B}" srcOrd="0" destOrd="0" presId="urn:microsoft.com/office/officeart/2016/7/layout/RepeatingBendingProcessNew"/>
    <dgm:cxn modelId="{9460F6E8-7C09-4589-9057-69ADE1485EA3}" type="presOf" srcId="{156636E1-702B-4536-8208-9693298689C3}" destId="{0D129B61-781E-41A6-A31D-1CE017D8D744}" srcOrd="1" destOrd="0" presId="urn:microsoft.com/office/officeart/2016/7/layout/RepeatingBendingProcessNew"/>
    <dgm:cxn modelId="{E39A23E9-0B29-460B-8000-93ACCF1941FD}" type="presOf" srcId="{1A82B93A-FD80-44D7-AFFE-8FCED957A878}" destId="{9206D8A4-ACF8-4170-94D4-75CF90046FCF}" srcOrd="0" destOrd="0" presId="urn:microsoft.com/office/officeart/2016/7/layout/RepeatingBendingProcessNew"/>
    <dgm:cxn modelId="{94A9BBEC-6571-4BFA-8416-D350C263A128}" type="presOf" srcId="{F8764C3F-9703-4CC7-BA41-8E873EF213A1}" destId="{46848791-84B2-47DE-8C23-4883151726B2}" srcOrd="0" destOrd="0" presId="urn:microsoft.com/office/officeart/2016/7/layout/RepeatingBendingProcessNew"/>
    <dgm:cxn modelId="{B5D9A8EE-F6C5-4B90-9F4F-DE0621F9EF16}" type="presOf" srcId="{1D4703FC-D663-4EF9-A80E-92F6C0363B07}" destId="{158EA73A-5C12-4B18-A282-871750081088}" srcOrd="1" destOrd="0" presId="urn:microsoft.com/office/officeart/2016/7/layout/RepeatingBendingProcessNew"/>
    <dgm:cxn modelId="{05A92CF4-7303-4693-AB06-CBE044C708E1}" type="presOf" srcId="{35668303-1D74-4636-9B28-400C72E87F5A}" destId="{AA1B4FBF-A22F-4675-B62B-9D4594E7A083}" srcOrd="0" destOrd="0" presId="urn:microsoft.com/office/officeart/2016/7/layout/RepeatingBendingProcessNew"/>
    <dgm:cxn modelId="{9B195FF7-98BD-4C36-95C5-8C01AE57313F}" srcId="{0CDA54B0-B6CA-42AB-9F68-AE25B485F9C3}" destId="{8EA382E9-5087-474E-B1E4-F58A35443ABE}" srcOrd="13" destOrd="0" parTransId="{99E064F3-081C-474C-A1BB-865253565ADD}" sibTransId="{580B44D5-34FE-4304-B52E-6A6EFEC16798}"/>
    <dgm:cxn modelId="{985FDBF7-63A3-4C71-9291-A84E218A3D3A}" type="presOf" srcId="{F8145B50-FD72-40A0-855D-E5721794443A}" destId="{ED9D485B-FB23-40F2-A2FE-FF774916C21C}" srcOrd="0" destOrd="0" presId="urn:microsoft.com/office/officeart/2016/7/layout/RepeatingBendingProcessNew"/>
    <dgm:cxn modelId="{EBC82CF8-7B31-4698-B176-C8345FCC986B}" type="presOf" srcId="{50F441E1-6A7A-4693-A171-6B98761E91E7}" destId="{AA0A2E21-AC8C-41A0-AE49-F61ABEB8914E}" srcOrd="1" destOrd="0" presId="urn:microsoft.com/office/officeart/2016/7/layout/RepeatingBendingProcessNew"/>
    <dgm:cxn modelId="{0ECDC4FD-2043-446F-881B-4BA8B2C4EA5E}" srcId="{0CDA54B0-B6CA-42AB-9F68-AE25B485F9C3}" destId="{9912EB30-71F5-4BEA-9134-1AD8B4DFBF20}" srcOrd="5" destOrd="0" parTransId="{69672C2C-F1B1-41EC-9B0B-67C6D2096B43}" sibTransId="{3DEE546A-A8B7-49BF-871B-4337654B9E9E}"/>
    <dgm:cxn modelId="{A05EBD58-6D53-4269-9082-DFFBE0EEC9BE}" type="presParOf" srcId="{D1F883A5-BC0E-46EE-B4E3-33DE98DC0362}" destId="{D5F92EE1-652D-493D-88AC-6C1AE738B148}" srcOrd="0" destOrd="0" presId="urn:microsoft.com/office/officeart/2016/7/layout/RepeatingBendingProcessNew"/>
    <dgm:cxn modelId="{45057B7F-EA15-440D-A288-4E83F1BD5F76}" type="presParOf" srcId="{D1F883A5-BC0E-46EE-B4E3-33DE98DC0362}" destId="{A4E69DC7-7AF9-4494-BE93-41E1C80869D0}" srcOrd="1" destOrd="0" presId="urn:microsoft.com/office/officeart/2016/7/layout/RepeatingBendingProcessNew"/>
    <dgm:cxn modelId="{9CF0D2FC-6348-42A7-A11F-9BFA966A3072}" type="presParOf" srcId="{A4E69DC7-7AF9-4494-BE93-41E1C80869D0}" destId="{AA0A2E21-AC8C-41A0-AE49-F61ABEB8914E}" srcOrd="0" destOrd="0" presId="urn:microsoft.com/office/officeart/2016/7/layout/RepeatingBendingProcessNew"/>
    <dgm:cxn modelId="{99142C33-260E-4387-9B06-48D7A27BEE9C}" type="presParOf" srcId="{D1F883A5-BC0E-46EE-B4E3-33DE98DC0362}" destId="{8F0DBE2E-9AC1-4584-9D28-BFE40EFDB791}" srcOrd="2" destOrd="0" presId="urn:microsoft.com/office/officeart/2016/7/layout/RepeatingBendingProcessNew"/>
    <dgm:cxn modelId="{AADC0E97-22DF-4ED7-AED5-D63D6FE4354F}" type="presParOf" srcId="{D1F883A5-BC0E-46EE-B4E3-33DE98DC0362}" destId="{D3E269A7-D47E-4E4E-ADC1-ECD07051653D}" srcOrd="3" destOrd="0" presId="urn:microsoft.com/office/officeart/2016/7/layout/RepeatingBendingProcessNew"/>
    <dgm:cxn modelId="{FFC98C72-28E7-4525-916A-6DE7CDAB52AB}" type="presParOf" srcId="{D3E269A7-D47E-4E4E-ADC1-ECD07051653D}" destId="{0D129B61-781E-41A6-A31D-1CE017D8D744}" srcOrd="0" destOrd="0" presId="urn:microsoft.com/office/officeart/2016/7/layout/RepeatingBendingProcessNew"/>
    <dgm:cxn modelId="{17F70E01-C72E-420B-98E2-30D7FA10D09D}" type="presParOf" srcId="{D1F883A5-BC0E-46EE-B4E3-33DE98DC0362}" destId="{64E00C60-7DB9-42FF-BFDF-C5A578377E43}" srcOrd="4" destOrd="0" presId="urn:microsoft.com/office/officeart/2016/7/layout/RepeatingBendingProcessNew"/>
    <dgm:cxn modelId="{9A37C744-D873-443A-B978-627102E850DE}" type="presParOf" srcId="{D1F883A5-BC0E-46EE-B4E3-33DE98DC0362}" destId="{AA1B4FBF-A22F-4675-B62B-9D4594E7A083}" srcOrd="5" destOrd="0" presId="urn:microsoft.com/office/officeart/2016/7/layout/RepeatingBendingProcessNew"/>
    <dgm:cxn modelId="{EFB9A0A6-C7BF-435E-898D-585CE94C40AF}" type="presParOf" srcId="{AA1B4FBF-A22F-4675-B62B-9D4594E7A083}" destId="{1D95217F-1F1C-41F6-A23C-02C8883FB502}" srcOrd="0" destOrd="0" presId="urn:microsoft.com/office/officeart/2016/7/layout/RepeatingBendingProcessNew"/>
    <dgm:cxn modelId="{4C990035-5F72-41FF-ACF2-61156E21981B}" type="presParOf" srcId="{D1F883A5-BC0E-46EE-B4E3-33DE98DC0362}" destId="{9206D8A4-ACF8-4170-94D4-75CF90046FCF}" srcOrd="6" destOrd="0" presId="urn:microsoft.com/office/officeart/2016/7/layout/RepeatingBendingProcessNew"/>
    <dgm:cxn modelId="{670492F6-EC04-492D-8F11-52CA68C4C180}" type="presParOf" srcId="{D1F883A5-BC0E-46EE-B4E3-33DE98DC0362}" destId="{F0A0905D-A567-4B5B-9907-5A8F03329B28}" srcOrd="7" destOrd="0" presId="urn:microsoft.com/office/officeart/2016/7/layout/RepeatingBendingProcessNew"/>
    <dgm:cxn modelId="{F1263E70-3F22-43B8-9D4F-B35A333789F4}" type="presParOf" srcId="{F0A0905D-A567-4B5B-9907-5A8F03329B28}" destId="{C1CEB439-F343-41B9-BE26-701F25431824}" srcOrd="0" destOrd="0" presId="urn:microsoft.com/office/officeart/2016/7/layout/RepeatingBendingProcessNew"/>
    <dgm:cxn modelId="{E0EB7815-E8B6-42D9-A886-7D4098F15A29}" type="presParOf" srcId="{D1F883A5-BC0E-46EE-B4E3-33DE98DC0362}" destId="{AF68EF1C-7D9D-407D-A0C1-DD04FA5C02D4}" srcOrd="8" destOrd="0" presId="urn:microsoft.com/office/officeart/2016/7/layout/RepeatingBendingProcessNew"/>
    <dgm:cxn modelId="{F740C3FB-6250-4598-B561-F164CB545E53}" type="presParOf" srcId="{D1F883A5-BC0E-46EE-B4E3-33DE98DC0362}" destId="{07BC1013-AB3E-4AD1-A80D-316EB4E43AD0}" srcOrd="9" destOrd="0" presId="urn:microsoft.com/office/officeart/2016/7/layout/RepeatingBendingProcessNew"/>
    <dgm:cxn modelId="{C23C2481-19AC-47BF-92D6-68CEBE150B9E}" type="presParOf" srcId="{07BC1013-AB3E-4AD1-A80D-316EB4E43AD0}" destId="{36EA9B78-EED0-4B8D-A5C6-D29CFD04744B}" srcOrd="0" destOrd="0" presId="urn:microsoft.com/office/officeart/2016/7/layout/RepeatingBendingProcessNew"/>
    <dgm:cxn modelId="{D8F0508B-CB2B-485A-8D6D-4945465AE3F8}" type="presParOf" srcId="{D1F883A5-BC0E-46EE-B4E3-33DE98DC0362}" destId="{DC60F794-8DAF-42CA-A2D8-39736FB5665A}" srcOrd="10" destOrd="0" presId="urn:microsoft.com/office/officeart/2016/7/layout/RepeatingBendingProcessNew"/>
    <dgm:cxn modelId="{BF2C510B-2F34-4B5E-90B0-714DECAB2A23}" type="presParOf" srcId="{D1F883A5-BC0E-46EE-B4E3-33DE98DC0362}" destId="{C94DB49F-87F9-4772-A707-27B49E999878}" srcOrd="11" destOrd="0" presId="urn:microsoft.com/office/officeart/2016/7/layout/RepeatingBendingProcessNew"/>
    <dgm:cxn modelId="{E02FABC5-D15F-4061-806E-1D7539063FE6}" type="presParOf" srcId="{C94DB49F-87F9-4772-A707-27B49E999878}" destId="{70D19D99-A24B-4DA0-8064-BBD99EC15E34}" srcOrd="0" destOrd="0" presId="urn:microsoft.com/office/officeart/2016/7/layout/RepeatingBendingProcessNew"/>
    <dgm:cxn modelId="{2D8A20E5-7C92-4E35-B65A-856974277A50}" type="presParOf" srcId="{D1F883A5-BC0E-46EE-B4E3-33DE98DC0362}" destId="{F25528D6-0920-4595-BD6D-E9AC5A2DC099}" srcOrd="12" destOrd="0" presId="urn:microsoft.com/office/officeart/2016/7/layout/RepeatingBendingProcessNew"/>
    <dgm:cxn modelId="{94D51B04-EA25-49BA-B5A6-7CD1D707FB46}" type="presParOf" srcId="{D1F883A5-BC0E-46EE-B4E3-33DE98DC0362}" destId="{ED9D485B-FB23-40F2-A2FE-FF774916C21C}" srcOrd="13" destOrd="0" presId="urn:microsoft.com/office/officeart/2016/7/layout/RepeatingBendingProcessNew"/>
    <dgm:cxn modelId="{209E12E9-2B4B-4223-9423-3EA222CD5676}" type="presParOf" srcId="{ED9D485B-FB23-40F2-A2FE-FF774916C21C}" destId="{512400C1-AD3D-42B5-B3F1-630BB5291CB2}" srcOrd="0" destOrd="0" presId="urn:microsoft.com/office/officeart/2016/7/layout/RepeatingBendingProcessNew"/>
    <dgm:cxn modelId="{728C4256-99F8-4B7C-949A-0885C8E9A5EB}" type="presParOf" srcId="{D1F883A5-BC0E-46EE-B4E3-33DE98DC0362}" destId="{435A8694-BFD8-4FA3-A7FA-7B7B7B47A3E3}" srcOrd="14" destOrd="0" presId="urn:microsoft.com/office/officeart/2016/7/layout/RepeatingBendingProcessNew"/>
    <dgm:cxn modelId="{25BE9CA3-D3DC-4784-BA54-579F92DA1EDD}" type="presParOf" srcId="{D1F883A5-BC0E-46EE-B4E3-33DE98DC0362}" destId="{21208BD1-07A3-4CCE-934B-61E9928E8C4B}" srcOrd="15" destOrd="0" presId="urn:microsoft.com/office/officeart/2016/7/layout/RepeatingBendingProcessNew"/>
    <dgm:cxn modelId="{060A57C1-B5E9-48E0-AAD1-BC6EE09744ED}" type="presParOf" srcId="{21208BD1-07A3-4CCE-934B-61E9928E8C4B}" destId="{158EA73A-5C12-4B18-A282-871750081088}" srcOrd="0" destOrd="0" presId="urn:microsoft.com/office/officeart/2016/7/layout/RepeatingBendingProcessNew"/>
    <dgm:cxn modelId="{6AAB3451-84B0-4A0B-B414-FFCD44E57D5B}" type="presParOf" srcId="{D1F883A5-BC0E-46EE-B4E3-33DE98DC0362}" destId="{D0CC47D2-0E00-4380-BC2F-8A2889E0CE4B}" srcOrd="16" destOrd="0" presId="urn:microsoft.com/office/officeart/2016/7/layout/RepeatingBendingProcessNew"/>
    <dgm:cxn modelId="{3D496A05-9EDD-4729-A30E-DE1FD03EEB79}" type="presParOf" srcId="{D1F883A5-BC0E-46EE-B4E3-33DE98DC0362}" destId="{0487AA60-2E42-46E1-AFBF-C8B54CC4D81C}" srcOrd="17" destOrd="0" presId="urn:microsoft.com/office/officeart/2016/7/layout/RepeatingBendingProcessNew"/>
    <dgm:cxn modelId="{D7F5FF94-15FF-4A33-AA4B-36B52DF1B54C}" type="presParOf" srcId="{0487AA60-2E42-46E1-AFBF-C8B54CC4D81C}" destId="{1B6D35D0-719B-42AD-ADD6-3EC17185899F}" srcOrd="0" destOrd="0" presId="urn:microsoft.com/office/officeart/2016/7/layout/RepeatingBendingProcessNew"/>
    <dgm:cxn modelId="{925CD907-C0D9-4C71-A6CF-503BC22B4608}" type="presParOf" srcId="{D1F883A5-BC0E-46EE-B4E3-33DE98DC0362}" destId="{1CAAFB77-6FF8-4825-8C32-86839468DD96}" srcOrd="18" destOrd="0" presId="urn:microsoft.com/office/officeart/2016/7/layout/RepeatingBendingProcessNew"/>
    <dgm:cxn modelId="{57D5503B-6F29-4499-A612-43547124014F}" type="presParOf" srcId="{D1F883A5-BC0E-46EE-B4E3-33DE98DC0362}" destId="{A5195798-CBCA-4E1A-A11D-F569C3710E5B}" srcOrd="19" destOrd="0" presId="urn:microsoft.com/office/officeart/2016/7/layout/RepeatingBendingProcessNew"/>
    <dgm:cxn modelId="{76F36F2B-FDD7-41B7-B833-18B72BFD226A}" type="presParOf" srcId="{A5195798-CBCA-4E1A-A11D-F569C3710E5B}" destId="{E208B8EB-DAF1-4656-B8FB-5434B909755B}" srcOrd="0" destOrd="0" presId="urn:microsoft.com/office/officeart/2016/7/layout/RepeatingBendingProcessNew"/>
    <dgm:cxn modelId="{AD51D96A-6EDB-4E52-8182-D102FE9D6548}" type="presParOf" srcId="{D1F883A5-BC0E-46EE-B4E3-33DE98DC0362}" destId="{EB4832D4-5C46-4B19-B6DC-54951A353F3A}" srcOrd="20" destOrd="0" presId="urn:microsoft.com/office/officeart/2016/7/layout/RepeatingBendingProcessNew"/>
    <dgm:cxn modelId="{4B6EA3AB-520C-417A-B377-8EBEA7E55014}" type="presParOf" srcId="{D1F883A5-BC0E-46EE-B4E3-33DE98DC0362}" destId="{46F920CC-3D23-46E8-A7E3-F5F3564C46CE}" srcOrd="21" destOrd="0" presId="urn:microsoft.com/office/officeart/2016/7/layout/RepeatingBendingProcessNew"/>
    <dgm:cxn modelId="{DC2552B5-AF40-4145-8C5C-DFB39593E969}" type="presParOf" srcId="{46F920CC-3D23-46E8-A7E3-F5F3564C46CE}" destId="{0C2B3F5C-9B2E-481C-A306-7EF8566C5C98}" srcOrd="0" destOrd="0" presId="urn:microsoft.com/office/officeart/2016/7/layout/RepeatingBendingProcessNew"/>
    <dgm:cxn modelId="{30B269A4-E01D-4342-9705-362CAD55C97A}" type="presParOf" srcId="{D1F883A5-BC0E-46EE-B4E3-33DE98DC0362}" destId="{51EEF444-3744-4C0D-BBD6-ACDEB68E144B}" srcOrd="22" destOrd="0" presId="urn:microsoft.com/office/officeart/2016/7/layout/RepeatingBendingProcessNew"/>
    <dgm:cxn modelId="{069D035D-6D88-4DEB-BF17-CA8D54B3CB25}" type="presParOf" srcId="{D1F883A5-BC0E-46EE-B4E3-33DE98DC0362}" destId="{D5BAAE3E-52FD-4549-B4F3-FAF7D83C42C0}" srcOrd="23" destOrd="0" presId="urn:microsoft.com/office/officeart/2016/7/layout/RepeatingBendingProcessNew"/>
    <dgm:cxn modelId="{7CB514A1-E31D-4398-A5F7-92AA821BD52E}" type="presParOf" srcId="{D5BAAE3E-52FD-4549-B4F3-FAF7D83C42C0}" destId="{59970550-F1DD-4205-81DD-DDC9C9523AA7}" srcOrd="0" destOrd="0" presId="urn:microsoft.com/office/officeart/2016/7/layout/RepeatingBendingProcessNew"/>
    <dgm:cxn modelId="{2DDDB7DC-AEA7-4894-B787-7579F16307A5}" type="presParOf" srcId="{D1F883A5-BC0E-46EE-B4E3-33DE98DC0362}" destId="{46848791-84B2-47DE-8C23-4883151726B2}" srcOrd="24" destOrd="0" presId="urn:microsoft.com/office/officeart/2016/7/layout/RepeatingBendingProcessNew"/>
    <dgm:cxn modelId="{3500083D-E3DE-4D7E-8C91-83C4E6C09CE5}" type="presParOf" srcId="{D1F883A5-BC0E-46EE-B4E3-33DE98DC0362}" destId="{64C56316-4D0A-483D-8E68-E6DD1ED84117}" srcOrd="25" destOrd="0" presId="urn:microsoft.com/office/officeart/2016/7/layout/RepeatingBendingProcessNew"/>
    <dgm:cxn modelId="{618D464F-1ECF-4F54-935A-3630F6821036}" type="presParOf" srcId="{64C56316-4D0A-483D-8E68-E6DD1ED84117}" destId="{D8ABCA48-37ED-451A-AE74-3F72069B7FD2}" srcOrd="0" destOrd="0" presId="urn:microsoft.com/office/officeart/2016/7/layout/RepeatingBendingProcessNew"/>
    <dgm:cxn modelId="{A52AF6CA-7244-4770-962D-1B5D9FBFD773}" type="presParOf" srcId="{D1F883A5-BC0E-46EE-B4E3-33DE98DC0362}" destId="{76BF1406-0D34-47DA-A106-37CAFB3DD125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69DC7-7AF9-4494-BE93-41E1C80869D0}">
      <dsp:nvSpPr>
        <dsp:cNvPr id="0" name=""/>
        <dsp:cNvSpPr/>
      </dsp:nvSpPr>
      <dsp:spPr>
        <a:xfrm>
          <a:off x="1990621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982740"/>
        <a:ext cx="22759" cy="4556"/>
      </dsp:txXfrm>
    </dsp:sp>
    <dsp:sp modelId="{D5F92EE1-652D-493D-88AC-6C1AE738B148}">
      <dsp:nvSpPr>
        <dsp:cNvPr id="0" name=""/>
        <dsp:cNvSpPr/>
      </dsp:nvSpPr>
      <dsp:spPr>
        <a:xfrm>
          <a:off x="13295" y="391281"/>
          <a:ext cx="1979125" cy="11874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Client asks a feature on email</a:t>
          </a:r>
        </a:p>
      </dsp:txBody>
      <dsp:txXfrm>
        <a:off x="13295" y="391281"/>
        <a:ext cx="1979125" cy="1187475"/>
      </dsp:txXfrm>
    </dsp:sp>
    <dsp:sp modelId="{D3E269A7-D47E-4E4E-ADC1-ECD07051653D}">
      <dsp:nvSpPr>
        <dsp:cNvPr id="0" name=""/>
        <dsp:cNvSpPr/>
      </dsp:nvSpPr>
      <dsp:spPr>
        <a:xfrm>
          <a:off x="4424946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194719"/>
              <a:satOff val="-8059"/>
              <a:lumOff val="31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982740"/>
        <a:ext cx="22759" cy="4556"/>
      </dsp:txXfrm>
    </dsp:sp>
    <dsp:sp modelId="{8F0DBE2E-9AC1-4584-9D28-BFE40EFDB791}">
      <dsp:nvSpPr>
        <dsp:cNvPr id="0" name=""/>
        <dsp:cNvSpPr/>
      </dsp:nvSpPr>
      <dsp:spPr>
        <a:xfrm>
          <a:off x="2447620" y="391281"/>
          <a:ext cx="1979125" cy="1187475"/>
        </a:xfrm>
        <a:prstGeom prst="rect">
          <a:avLst/>
        </a:prstGeom>
        <a:solidFill>
          <a:schemeClr val="accent5">
            <a:hueOff val="-1102817"/>
            <a:satOff val="-7439"/>
            <a:lumOff val="29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Business analyst </a:t>
          </a:r>
          <a:r>
            <a:rPr lang="en-US" sz="1600" kern="1200"/>
            <a:t>performs analysis, </a:t>
          </a:r>
          <a:r>
            <a:rPr lang="en-US" sz="1600" kern="1200" dirty="0"/>
            <a:t>and the feature is approved</a:t>
          </a:r>
        </a:p>
      </dsp:txBody>
      <dsp:txXfrm>
        <a:off x="2447620" y="391281"/>
        <a:ext cx="1979125" cy="1187475"/>
      </dsp:txXfrm>
    </dsp:sp>
    <dsp:sp modelId="{AA1B4FBF-A22F-4675-B62B-9D4594E7A083}">
      <dsp:nvSpPr>
        <dsp:cNvPr id="0" name=""/>
        <dsp:cNvSpPr/>
      </dsp:nvSpPr>
      <dsp:spPr>
        <a:xfrm>
          <a:off x="6859270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2389438"/>
              <a:satOff val="-16118"/>
              <a:lumOff val="634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982740"/>
        <a:ext cx="22759" cy="4556"/>
      </dsp:txXfrm>
    </dsp:sp>
    <dsp:sp modelId="{64E00C60-7DB9-42FF-BFDF-C5A578377E43}">
      <dsp:nvSpPr>
        <dsp:cNvPr id="0" name=""/>
        <dsp:cNvSpPr/>
      </dsp:nvSpPr>
      <dsp:spPr>
        <a:xfrm>
          <a:off x="4881945" y="391281"/>
          <a:ext cx="1979125" cy="1187475"/>
        </a:xfrm>
        <a:prstGeom prst="rect">
          <a:avLst/>
        </a:prstGeom>
        <a:solidFill>
          <a:schemeClr val="accent5">
            <a:hueOff val="-2205635"/>
            <a:satOff val="-14878"/>
            <a:lumOff val="5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Client creates a ticket on Jira</a:t>
          </a:r>
        </a:p>
      </dsp:txBody>
      <dsp:txXfrm>
        <a:off x="4881945" y="391281"/>
        <a:ext cx="1979125" cy="1187475"/>
      </dsp:txXfrm>
    </dsp:sp>
    <dsp:sp modelId="{F0A0905D-A567-4B5B-9907-5A8F03329B28}">
      <dsp:nvSpPr>
        <dsp:cNvPr id="0" name=""/>
        <dsp:cNvSpPr/>
      </dsp:nvSpPr>
      <dsp:spPr>
        <a:xfrm>
          <a:off x="9293595" y="93929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3584156"/>
              <a:satOff val="-24176"/>
              <a:lumOff val="95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494515" y="982740"/>
        <a:ext cx="22759" cy="4556"/>
      </dsp:txXfrm>
    </dsp:sp>
    <dsp:sp modelId="{9206D8A4-ACF8-4170-94D4-75CF90046FCF}">
      <dsp:nvSpPr>
        <dsp:cNvPr id="0" name=""/>
        <dsp:cNvSpPr/>
      </dsp:nvSpPr>
      <dsp:spPr>
        <a:xfrm>
          <a:off x="7316269" y="391281"/>
          <a:ext cx="1979125" cy="1187475"/>
        </a:xfrm>
        <a:prstGeom prst="rect">
          <a:avLst/>
        </a:prstGeom>
        <a:solidFill>
          <a:schemeClr val="accent5">
            <a:hueOff val="-3308452"/>
            <a:satOff val="-22317"/>
            <a:lumOff val="87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Scrum master picks the ticket and converts into a user story</a:t>
          </a:r>
        </a:p>
      </dsp:txBody>
      <dsp:txXfrm>
        <a:off x="7316269" y="391281"/>
        <a:ext cx="1979125" cy="1187475"/>
      </dsp:txXfrm>
    </dsp:sp>
    <dsp:sp modelId="{07BC1013-AB3E-4AD1-A80D-316EB4E43AD0}">
      <dsp:nvSpPr>
        <dsp:cNvPr id="0" name=""/>
        <dsp:cNvSpPr/>
      </dsp:nvSpPr>
      <dsp:spPr>
        <a:xfrm>
          <a:off x="1002858" y="1576956"/>
          <a:ext cx="9737299" cy="424598"/>
        </a:xfrm>
        <a:custGeom>
          <a:avLst/>
          <a:gdLst/>
          <a:ahLst/>
          <a:cxnLst/>
          <a:rect l="0" t="0" r="0" b="0"/>
          <a:pathLst>
            <a:path>
              <a:moveTo>
                <a:pt x="9737299" y="0"/>
              </a:moveTo>
              <a:lnTo>
                <a:pt x="9737299" y="229399"/>
              </a:lnTo>
              <a:lnTo>
                <a:pt x="0" y="229399"/>
              </a:lnTo>
              <a:lnTo>
                <a:pt x="0" y="424598"/>
              </a:lnTo>
            </a:path>
          </a:pathLst>
        </a:custGeom>
        <a:noFill/>
        <a:ln w="6350" cap="flat" cmpd="sng" algn="ctr">
          <a:solidFill>
            <a:schemeClr val="accent5">
              <a:hueOff val="-4778875"/>
              <a:satOff val="-32235"/>
              <a:lumOff val="1268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627809" y="1786978"/>
        <a:ext cx="487396" cy="4556"/>
      </dsp:txXfrm>
    </dsp:sp>
    <dsp:sp modelId="{AF68EF1C-7D9D-407D-A0C1-DD04FA5C02D4}">
      <dsp:nvSpPr>
        <dsp:cNvPr id="0" name=""/>
        <dsp:cNvSpPr/>
      </dsp:nvSpPr>
      <dsp:spPr>
        <a:xfrm>
          <a:off x="9750594" y="391281"/>
          <a:ext cx="1979125" cy="1187475"/>
        </a:xfrm>
        <a:prstGeom prst="rect">
          <a:avLst/>
        </a:prstGeom>
        <a:solidFill>
          <a:schemeClr val="accent5">
            <a:hueOff val="-4411269"/>
            <a:satOff val="-29755"/>
            <a:lumOff val="11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User story is converted into tasks and put on backlog on scrum board</a:t>
          </a:r>
        </a:p>
      </dsp:txBody>
      <dsp:txXfrm>
        <a:off x="9750594" y="391281"/>
        <a:ext cx="1979125" cy="1187475"/>
      </dsp:txXfrm>
    </dsp:sp>
    <dsp:sp modelId="{C94DB49F-87F9-4772-A707-27B49E999878}">
      <dsp:nvSpPr>
        <dsp:cNvPr id="0" name=""/>
        <dsp:cNvSpPr/>
      </dsp:nvSpPr>
      <dsp:spPr>
        <a:xfrm>
          <a:off x="1990621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5973593"/>
              <a:satOff val="-40294"/>
              <a:lumOff val="158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2625415"/>
        <a:ext cx="22759" cy="4556"/>
      </dsp:txXfrm>
    </dsp:sp>
    <dsp:sp modelId="{DC60F794-8DAF-42CA-A2D8-39736FB5665A}">
      <dsp:nvSpPr>
        <dsp:cNvPr id="0" name=""/>
        <dsp:cNvSpPr/>
      </dsp:nvSpPr>
      <dsp:spPr>
        <a:xfrm>
          <a:off x="13295" y="2033955"/>
          <a:ext cx="1979125" cy="1187475"/>
        </a:xfrm>
        <a:prstGeom prst="rect">
          <a:avLst/>
        </a:prstGeom>
        <a:solidFill>
          <a:schemeClr val="accent5">
            <a:hueOff val="-5514087"/>
            <a:satOff val="-37194"/>
            <a:lumOff val="146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Tasks are picked in sprint planning meeting</a:t>
          </a:r>
        </a:p>
      </dsp:txBody>
      <dsp:txXfrm>
        <a:off x="13295" y="2033955"/>
        <a:ext cx="1979125" cy="1187475"/>
      </dsp:txXfrm>
    </dsp:sp>
    <dsp:sp modelId="{ED9D485B-FB23-40F2-A2FE-FF774916C21C}">
      <dsp:nvSpPr>
        <dsp:cNvPr id="0" name=""/>
        <dsp:cNvSpPr/>
      </dsp:nvSpPr>
      <dsp:spPr>
        <a:xfrm>
          <a:off x="4424946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7168312"/>
              <a:satOff val="-48353"/>
              <a:lumOff val="1902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2625415"/>
        <a:ext cx="22759" cy="4556"/>
      </dsp:txXfrm>
    </dsp:sp>
    <dsp:sp modelId="{F25528D6-0920-4595-BD6D-E9AC5A2DC099}">
      <dsp:nvSpPr>
        <dsp:cNvPr id="0" name=""/>
        <dsp:cNvSpPr/>
      </dsp:nvSpPr>
      <dsp:spPr>
        <a:xfrm>
          <a:off x="2447620" y="2033955"/>
          <a:ext cx="1979125" cy="1187475"/>
        </a:xfrm>
        <a:prstGeom prst="rect">
          <a:avLst/>
        </a:prstGeom>
        <a:solidFill>
          <a:schemeClr val="accent5">
            <a:hueOff val="-6616904"/>
            <a:satOff val="-44633"/>
            <a:lumOff val="175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Designer provides mockup/wireframe</a:t>
          </a:r>
        </a:p>
      </dsp:txBody>
      <dsp:txXfrm>
        <a:off x="2447620" y="2033955"/>
        <a:ext cx="1979125" cy="1187475"/>
      </dsp:txXfrm>
    </dsp:sp>
    <dsp:sp modelId="{21208BD1-07A3-4CCE-934B-61E9928E8C4B}">
      <dsp:nvSpPr>
        <dsp:cNvPr id="0" name=""/>
        <dsp:cNvSpPr/>
      </dsp:nvSpPr>
      <dsp:spPr>
        <a:xfrm>
          <a:off x="6859270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8363031"/>
              <a:satOff val="-56411"/>
              <a:lumOff val="2219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2625415"/>
        <a:ext cx="22759" cy="4556"/>
      </dsp:txXfrm>
    </dsp:sp>
    <dsp:sp modelId="{435A8694-BFD8-4FA3-A7FA-7B7B7B47A3E3}">
      <dsp:nvSpPr>
        <dsp:cNvPr id="0" name=""/>
        <dsp:cNvSpPr/>
      </dsp:nvSpPr>
      <dsp:spPr>
        <a:xfrm>
          <a:off x="4881945" y="2033955"/>
          <a:ext cx="1979125" cy="1187475"/>
        </a:xfrm>
        <a:prstGeom prst="rect">
          <a:avLst/>
        </a:prstGeom>
        <a:solidFill>
          <a:schemeClr val="accent5">
            <a:hueOff val="-7719721"/>
            <a:satOff val="-52072"/>
            <a:lumOff val="204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Developers write code, perform unit testing and </a:t>
          </a:r>
          <a:r>
            <a:rPr lang="en-US" sz="1600" kern="1200" dirty="0" err="1"/>
            <a:t>linting</a:t>
          </a:r>
          <a:r>
            <a:rPr lang="en-US" sz="1600" kern="1200" dirty="0"/>
            <a:t>, and commit on local branch</a:t>
          </a:r>
        </a:p>
      </dsp:txBody>
      <dsp:txXfrm>
        <a:off x="4881945" y="2033955"/>
        <a:ext cx="1979125" cy="1187475"/>
      </dsp:txXfrm>
    </dsp:sp>
    <dsp:sp modelId="{0487AA60-2E42-46E1-AFBF-C8B54CC4D81C}">
      <dsp:nvSpPr>
        <dsp:cNvPr id="0" name=""/>
        <dsp:cNvSpPr/>
      </dsp:nvSpPr>
      <dsp:spPr>
        <a:xfrm>
          <a:off x="9293595" y="2581973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9557750"/>
              <a:satOff val="-64470"/>
              <a:lumOff val="253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9494515" y="2625415"/>
        <a:ext cx="22759" cy="4556"/>
      </dsp:txXfrm>
    </dsp:sp>
    <dsp:sp modelId="{D0CC47D2-0E00-4380-BC2F-8A2889E0CE4B}">
      <dsp:nvSpPr>
        <dsp:cNvPr id="0" name=""/>
        <dsp:cNvSpPr/>
      </dsp:nvSpPr>
      <dsp:spPr>
        <a:xfrm>
          <a:off x="7316269" y="2033955"/>
          <a:ext cx="1979125" cy="1187475"/>
        </a:xfrm>
        <a:prstGeom prst="rect">
          <a:avLst/>
        </a:prstGeom>
        <a:solidFill>
          <a:schemeClr val="accent5">
            <a:hueOff val="-8822539"/>
            <a:satOff val="-59511"/>
            <a:lumOff val="234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Lead programmer reviews code and merges into master branch</a:t>
          </a:r>
        </a:p>
      </dsp:txBody>
      <dsp:txXfrm>
        <a:off x="7316269" y="2033955"/>
        <a:ext cx="1979125" cy="1187475"/>
      </dsp:txXfrm>
    </dsp:sp>
    <dsp:sp modelId="{A5195798-CBCA-4E1A-A11D-F569C3710E5B}">
      <dsp:nvSpPr>
        <dsp:cNvPr id="0" name=""/>
        <dsp:cNvSpPr/>
      </dsp:nvSpPr>
      <dsp:spPr>
        <a:xfrm>
          <a:off x="1002858" y="3219631"/>
          <a:ext cx="9737299" cy="424598"/>
        </a:xfrm>
        <a:custGeom>
          <a:avLst/>
          <a:gdLst/>
          <a:ahLst/>
          <a:cxnLst/>
          <a:rect l="0" t="0" r="0" b="0"/>
          <a:pathLst>
            <a:path>
              <a:moveTo>
                <a:pt x="9737299" y="0"/>
              </a:moveTo>
              <a:lnTo>
                <a:pt x="9737299" y="229399"/>
              </a:lnTo>
              <a:lnTo>
                <a:pt x="0" y="229399"/>
              </a:lnTo>
              <a:lnTo>
                <a:pt x="0" y="424598"/>
              </a:lnTo>
            </a:path>
          </a:pathLst>
        </a:custGeom>
        <a:noFill/>
        <a:ln w="6350" cap="flat" cmpd="sng" algn="ctr">
          <a:solidFill>
            <a:schemeClr val="accent5">
              <a:hueOff val="-10752469"/>
              <a:satOff val="-72529"/>
              <a:lumOff val="2853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627809" y="3429652"/>
        <a:ext cx="487396" cy="4556"/>
      </dsp:txXfrm>
    </dsp:sp>
    <dsp:sp modelId="{1CAAFB77-6FF8-4825-8C32-86839468DD96}">
      <dsp:nvSpPr>
        <dsp:cNvPr id="0" name=""/>
        <dsp:cNvSpPr/>
      </dsp:nvSpPr>
      <dsp:spPr>
        <a:xfrm>
          <a:off x="9750594" y="2033955"/>
          <a:ext cx="1979125" cy="1187475"/>
        </a:xfrm>
        <a:prstGeom prst="rect">
          <a:avLst/>
        </a:prstGeom>
        <a:solidFill>
          <a:schemeClr val="accent5">
            <a:hueOff val="-9925356"/>
            <a:satOff val="-66950"/>
            <a:lumOff val="263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code is built and artifacts are created</a:t>
          </a:r>
        </a:p>
      </dsp:txBody>
      <dsp:txXfrm>
        <a:off x="9750594" y="2033955"/>
        <a:ext cx="1979125" cy="1187475"/>
      </dsp:txXfrm>
    </dsp:sp>
    <dsp:sp modelId="{46F920CC-3D23-46E8-A7E3-F5F3564C46CE}">
      <dsp:nvSpPr>
        <dsp:cNvPr id="0" name=""/>
        <dsp:cNvSpPr/>
      </dsp:nvSpPr>
      <dsp:spPr>
        <a:xfrm>
          <a:off x="1990621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1947187"/>
              <a:satOff val="-80588"/>
              <a:lumOff val="3170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91540" y="4268089"/>
        <a:ext cx="22759" cy="4556"/>
      </dsp:txXfrm>
    </dsp:sp>
    <dsp:sp modelId="{EB4832D4-5C46-4B19-B6DC-54951A353F3A}">
      <dsp:nvSpPr>
        <dsp:cNvPr id="0" name=""/>
        <dsp:cNvSpPr/>
      </dsp:nvSpPr>
      <dsp:spPr>
        <a:xfrm>
          <a:off x="13295" y="3676630"/>
          <a:ext cx="1979125" cy="1187475"/>
        </a:xfrm>
        <a:prstGeom prst="rect">
          <a:avLst/>
        </a:prstGeom>
        <a:solidFill>
          <a:schemeClr val="accent5">
            <a:hueOff val="-11028173"/>
            <a:satOff val="-74388"/>
            <a:lumOff val="292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Artifacts are deployed automatically on test environment</a:t>
          </a:r>
        </a:p>
      </dsp:txBody>
      <dsp:txXfrm>
        <a:off x="13295" y="3676630"/>
        <a:ext cx="1979125" cy="1187475"/>
      </dsp:txXfrm>
    </dsp:sp>
    <dsp:sp modelId="{D5BAAE3E-52FD-4549-B4F3-FAF7D83C42C0}">
      <dsp:nvSpPr>
        <dsp:cNvPr id="0" name=""/>
        <dsp:cNvSpPr/>
      </dsp:nvSpPr>
      <dsp:spPr>
        <a:xfrm>
          <a:off x="4424946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3141906"/>
              <a:satOff val="-88646"/>
              <a:lumOff val="348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625865" y="4268089"/>
        <a:ext cx="22759" cy="4556"/>
      </dsp:txXfrm>
    </dsp:sp>
    <dsp:sp modelId="{51EEF444-3744-4C0D-BBD6-ACDEB68E144B}">
      <dsp:nvSpPr>
        <dsp:cNvPr id="0" name=""/>
        <dsp:cNvSpPr/>
      </dsp:nvSpPr>
      <dsp:spPr>
        <a:xfrm>
          <a:off x="2447620" y="3676630"/>
          <a:ext cx="1979125" cy="1187475"/>
        </a:xfrm>
        <a:prstGeom prst="rect">
          <a:avLst/>
        </a:prstGeom>
        <a:solidFill>
          <a:schemeClr val="accent5">
            <a:hueOff val="-12130990"/>
            <a:satOff val="-81827"/>
            <a:lumOff val="321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Quality Assurance team performs testing and approves the build</a:t>
          </a:r>
        </a:p>
      </dsp:txBody>
      <dsp:txXfrm>
        <a:off x="2447620" y="3676630"/>
        <a:ext cx="1979125" cy="1187475"/>
      </dsp:txXfrm>
    </dsp:sp>
    <dsp:sp modelId="{64C56316-4D0A-483D-8E68-E6DD1ED84117}">
      <dsp:nvSpPr>
        <dsp:cNvPr id="0" name=""/>
        <dsp:cNvSpPr/>
      </dsp:nvSpPr>
      <dsp:spPr>
        <a:xfrm>
          <a:off x="6859270" y="4224648"/>
          <a:ext cx="4245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598" y="45720"/>
              </a:lnTo>
            </a:path>
          </a:pathLst>
        </a:custGeom>
        <a:noFill/>
        <a:ln w="6350" cap="flat" cmpd="sng" algn="ctr">
          <a:solidFill>
            <a:schemeClr val="accent5">
              <a:hueOff val="-14336624"/>
              <a:satOff val="-96705"/>
              <a:lumOff val="380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60190" y="4268089"/>
        <a:ext cx="22759" cy="4556"/>
      </dsp:txXfrm>
    </dsp:sp>
    <dsp:sp modelId="{46848791-84B2-47DE-8C23-4883151726B2}">
      <dsp:nvSpPr>
        <dsp:cNvPr id="0" name=""/>
        <dsp:cNvSpPr/>
      </dsp:nvSpPr>
      <dsp:spPr>
        <a:xfrm>
          <a:off x="4881945" y="3676630"/>
          <a:ext cx="1979125" cy="1187475"/>
        </a:xfrm>
        <a:prstGeom prst="rect">
          <a:avLst/>
        </a:prstGeom>
        <a:solidFill>
          <a:schemeClr val="accent5">
            <a:hueOff val="-13233808"/>
            <a:satOff val="-89266"/>
            <a:lumOff val="351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Build is deployed and validated to production environment a day before end of sprint</a:t>
          </a:r>
        </a:p>
      </dsp:txBody>
      <dsp:txXfrm>
        <a:off x="4881945" y="3676630"/>
        <a:ext cx="1979125" cy="1187475"/>
      </dsp:txXfrm>
    </dsp:sp>
    <dsp:sp modelId="{76BF1406-0D34-47DA-A106-37CAFB3DD125}">
      <dsp:nvSpPr>
        <dsp:cNvPr id="0" name=""/>
        <dsp:cNvSpPr/>
      </dsp:nvSpPr>
      <dsp:spPr>
        <a:xfrm>
          <a:off x="7316269" y="3676630"/>
          <a:ext cx="1979125" cy="1187475"/>
        </a:xfrm>
        <a:prstGeom prst="rect">
          <a:avLst/>
        </a:prstGeom>
        <a:solidFill>
          <a:schemeClr val="accent5">
            <a:hueOff val="-14336624"/>
            <a:satOff val="-96705"/>
            <a:lumOff val="380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979" tIns="101796" rIns="96979" bIns="10179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Release notes are prepared, and respective tasks are closed</a:t>
          </a:r>
        </a:p>
      </dsp:txBody>
      <dsp:txXfrm>
        <a:off x="7316269" y="3676630"/>
        <a:ext cx="1979125" cy="1187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F96-CE9A-9B1D-6A04-0F9307FD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0E95-7439-0945-8E67-3C512DAE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8709D-F6E8-C71B-E7DE-C6354399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40E6-7441-6831-B8F6-5FA130162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5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Spiral, Prototype, Extreme Programming, Rapid Application Development, Rational Unified Process, and what not. They all are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021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13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Continuous planning is needed because: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 dirty="0"/>
              <a:t>What works for me may not work for you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 dirty="0"/>
              <a:t>What works for me may not work for me in another project</a:t>
            </a:r>
          </a:p>
          <a:p>
            <a:pPr marL="806958" lvl="1" indent="-514350">
              <a:buFont typeface="Wingdings" panose="05000000000000000000" pitchFamily="2" charset="2"/>
              <a:buChar char="§"/>
            </a:pPr>
            <a:r>
              <a:rPr lang="en-US" sz="1200" dirty="0"/>
              <a:t>What works for me today may not work for me tomorrow in the same project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79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B4E8-8C91-97BF-3ADB-343CB57B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5605F-F064-0A2F-DA5B-C04D6B8A7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32A35-805D-5A25-07C5-DA82A69F8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CB09F-CD91-F291-DFE7-F7834CA3F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en-US" dirty="0"/>
              <a:t> isn’t flash drive. It isn’t supposed to back up stuff; repos shouldn’t be made and deleted life selfies.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9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7770-7BEF-0478-CF79-F9F772E1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D963F-94A1-8FA5-D3E5-7F59BF159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5B733-368C-3B91-EB14-AC92DB567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D0058-2B0D-BE5E-07C0-6E1B0FD94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584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53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769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48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Ensures that each feature is manually tested only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47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318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3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50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71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24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381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51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32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9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262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2304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59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279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224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358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4701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774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423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05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25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F1FA-C740-AE63-0B5E-39C6470D8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9BD8B-B8C9-435D-F935-44D630CC7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651B5-0428-2B7D-FCBD-8A25B4690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dirty="0"/>
              <a:t>Opinion 1 is </a:t>
            </a:r>
            <a:r>
              <a:rPr lang="en-GB" sz="1200" b="0" dirty="0"/>
              <a:t>what most HR departments silently assume.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Many strong engineers subscribe to second opinion.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Opinion 3 is the latest, broadest interpretation and tends to come from tech influencers, founders and big companies.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0" dirty="0"/>
              <a:t>Opinion 3 is impractical. Learning API, UI, database, Containerization, Orchestration, CDN, load balancing, logging, metrics, secrets management and environment design takes 7+ years of experience. (Disclaimer! This is my personal view)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DDDD0-5198-13BE-CE36-15B8A833D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914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78DD-D6F0-96E3-0602-9335D9E7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5B828-0E4B-D13C-4FE9-2904E9ED0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AD877-B9C0-3099-25D4-8EB5F54F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dirty="0"/>
              <a:t>Opinion 1 is </a:t>
            </a:r>
            <a:r>
              <a:rPr lang="en-GB" sz="1200" b="0" dirty="0"/>
              <a:t>what most HR departments silently assume.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Many strong engineers subscribe to second opinion.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Opinion 3 is the latest, broadest interpretation and tends to come from tech influencers, founders and big companies.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0" dirty="0"/>
              <a:t>Opinion 3 is impractical. Learning API, UI, database, Containerization, Orchestration, CDN, load balancing, logging, metrics, secrets management and environment design takes 7+ years of experience. (Disclaimer! This is my personal view)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A1081-A946-F8AD-F780-229CD9902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8671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8AA2-6004-3DF6-C8DD-59E9CEE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081E-736D-473B-5B92-1A9C46CF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C7FC-428E-08B2-36BD-652F0698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AFFE-6365-08E9-87F1-F3B96111C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owais.Hussain@kiet.edu.p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olors.co/color-picker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Topics in Agile Development</a:t>
            </a:r>
          </a:p>
          <a:p>
            <a:r>
              <a:rPr lang="en-US" dirty="0"/>
              <a:t>Principles of Material Design</a:t>
            </a:r>
          </a:p>
          <a:p>
            <a:r>
              <a:rPr lang="en-US" dirty="0"/>
              <a:t>What is Full-Stack?</a:t>
            </a:r>
          </a:p>
          <a:p>
            <a:r>
              <a:rPr lang="en-US" dirty="0"/>
              <a:t>A Full-Stack DApp Example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D714-8AA7-1031-916E-96C5F8C6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39F561-221C-4717-5A02-4B68CA6E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597EE9-8CA1-A2AC-BCE4-37EEEA2FD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ADDF1F-53BF-BF04-6755-3D4B0474A4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D9EEC2-B0E5-971B-2F7B-F18A179C9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4937B0-3EF6-3D49-3904-B52382123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4122-E486-7AFB-C42F-6774F29A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Solidity programming to design smart contracts for Ethereum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designed a complete smart contract – Voter example.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improved the example using complex business logic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Today, we turn our attention towards development of Decentralized Applications which will use the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 an add-on, we will also cover some topics in Agile development to accelerate the process.</a:t>
            </a:r>
          </a:p>
        </p:txBody>
      </p:sp>
    </p:spTree>
    <p:extLst>
      <p:ext uri="{BB962C8B-B14F-4D97-AF65-F5344CB8AC3E}">
        <p14:creationId xmlns:p14="http://schemas.microsoft.com/office/powerpoint/2010/main" val="40509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Topics in Agile Development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Waterfall model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Bottlenecks and the fall of Waterfall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 perfect Software development methodology – </a:t>
            </a:r>
          </a:p>
          <a:p>
            <a:pPr marL="0" indent="0" algn="r">
              <a:lnSpc>
                <a:spcPct val="120000"/>
              </a:lnSpc>
              <a:buNone/>
            </a:pPr>
            <a:r>
              <a:rPr lang="en-US" sz="3800" dirty="0"/>
              <a:t>…and other fairy tales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 philosophy behind Agile methodology</a:t>
            </a:r>
          </a:p>
        </p:txBody>
      </p:sp>
    </p:spTree>
    <p:extLst>
      <p:ext uri="{BB962C8B-B14F-4D97-AF65-F5344CB8AC3E}">
        <p14:creationId xmlns:p14="http://schemas.microsoft.com/office/powerpoint/2010/main" val="277563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Topics in Agile Development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Scrum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Discrete timelines (2-4 weeks)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team has a structure and predefined roles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Software delivered at the end of each scrum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Used mostly by established Software companies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Kanban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Continuous development; software updated after each feature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Roles and processes may change frequently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Too many on-the-fly requests/changes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One board, everyone onboard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Used mostly by students/hobbyists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Lean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Used to develop MVP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Build nothing but what’s absolutely necessary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Automate and continuously improve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Used by Start-ups</a:t>
            </a:r>
          </a:p>
        </p:txBody>
      </p:sp>
    </p:spTree>
    <p:extLst>
      <p:ext uri="{BB962C8B-B14F-4D97-AF65-F5344CB8AC3E}">
        <p14:creationId xmlns:p14="http://schemas.microsoft.com/office/powerpoint/2010/main" val="303413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Planning and Communication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379044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Planning is good. Plans are bad.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Jira, Trello, Asana, Hardboard.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Formal 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Email, Hard documents, Review meetings, Wiki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Informal communication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Stand-ups, Slack/MS Team, Huddles, Coffee breaks</a:t>
            </a:r>
          </a:p>
        </p:txBody>
      </p:sp>
      <p:pic>
        <p:nvPicPr>
          <p:cNvPr id="4" name="Picture 6" descr="Image result for scrum board">
            <a:extLst>
              <a:ext uri="{FF2B5EF4-FFF2-40B4-BE49-F238E27FC236}">
                <a16:creationId xmlns:a16="http://schemas.microsoft.com/office/drawing/2014/main" id="{2BE1DE89-05E3-2E9D-5C29-22679EE06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428" y="1676863"/>
            <a:ext cx="4372188" cy="437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6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292A-0B72-64BB-8D9C-910820E1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884C52-5C35-EE96-66F7-1CA42023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EA992DF-9A19-D25C-EE9E-7ADA2CC00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BC671E2-4B9D-1E86-8EC5-F347DB1DE13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Group Exercise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DC5C9E3-B1CF-A5EC-2EB6-8CF1FC40E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6ACE4F1-241C-384F-FE54-A84789582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D9BDE-775F-05C5-D11C-0533841DD87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Sign-up on any tool of your choice (Trello recommended).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Create a team using your group name and add members.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Invite me: </a:t>
            </a:r>
            <a:r>
              <a:rPr lang="en-US" sz="3800" dirty="0">
                <a:hlinkClick r:id="rId3"/>
              </a:rPr>
              <a:t>owais.hussain@kiet.edu.pk</a:t>
            </a:r>
            <a:endParaRPr lang="en-US" sz="3800" dirty="0"/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Create a board based on the Agile template of your choosing.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Create one task in the backlog called “Inception meeting”. This is where you will discuss your project and create further tasks based on your project idea.</a:t>
            </a:r>
          </a:p>
        </p:txBody>
      </p:sp>
    </p:spTree>
    <p:extLst>
      <p:ext uri="{BB962C8B-B14F-4D97-AF65-F5344CB8AC3E}">
        <p14:creationId xmlns:p14="http://schemas.microsoft.com/office/powerpoint/2010/main" val="325580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Version Control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8169832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Version control systems allow us to manage changes to code and preserve all the revisions.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Git vs others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 err="1"/>
              <a:t>Github</a:t>
            </a:r>
            <a:r>
              <a:rPr lang="en-US" sz="3800" dirty="0"/>
              <a:t>: what it is, and what it isn’t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Single repository per app (app, not product)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 err="1"/>
              <a:t>Github</a:t>
            </a:r>
            <a:r>
              <a:rPr lang="en-US" sz="3800" dirty="0"/>
              <a:t> flow: feature branches and protected branches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Code reviews and mergers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Handling conflicts</a:t>
            </a:r>
          </a:p>
        </p:txBody>
      </p:sp>
      <p:pic>
        <p:nvPicPr>
          <p:cNvPr id="4" name="Picture 4" descr="Image result for merge conflict meme">
            <a:extLst>
              <a:ext uri="{FF2B5EF4-FFF2-40B4-BE49-F238E27FC236}">
                <a16:creationId xmlns:a16="http://schemas.microsoft.com/office/drawing/2014/main" id="{EAAB2509-3D83-B25E-F7D7-837CF8627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216" y="2357062"/>
            <a:ext cx="3581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74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C4498-18BB-B349-1ADC-CC535463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48EB1F-86EB-B774-447D-B1935D49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7BBAD8-AFF6-EB72-8297-0F1F8C6E5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972533-A572-F23B-60F1-58AD55C83F1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Group Exercise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6D92A62-3FB8-544D-778F-C77F05140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B44DAEC-19CB-6148-5C50-D6837EDB2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7DDC-5E65-5B3F-DAE2-C78D2DFD2DA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On </a:t>
            </a:r>
            <a:r>
              <a:rPr lang="en-US" sz="3800" dirty="0" err="1"/>
              <a:t>Github</a:t>
            </a:r>
            <a:r>
              <a:rPr lang="en-US" sz="3800" dirty="0"/>
              <a:t>, create two separate projects.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lphaLcParenR"/>
            </a:pPr>
            <a:r>
              <a:rPr lang="en-US" sz="3600" dirty="0"/>
              <a:t>For smart contract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lphaLcParenR"/>
            </a:pPr>
            <a:r>
              <a:rPr lang="en-US" sz="3600" dirty="0"/>
              <a:t>For the Decentralized Application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Your group name must be part of the repo, e.g. “voting-</a:t>
            </a:r>
            <a:r>
              <a:rPr lang="en-US" sz="3800" dirty="0" err="1"/>
              <a:t>dapp</a:t>
            </a:r>
            <a:r>
              <a:rPr lang="en-US" sz="3800" dirty="0"/>
              <a:t>-catalyst”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Initialize both and create the following: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lphaLcParenR"/>
            </a:pPr>
            <a:r>
              <a:rPr lang="en-US" sz="3600" dirty="0"/>
              <a:t>README.md markdown file explaining “how” to use the project.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lphaLcParenR"/>
            </a:pPr>
            <a:r>
              <a:rPr lang="en-US" sz="3600" dirty="0"/>
              <a:t>.</a:t>
            </a:r>
            <a:r>
              <a:rPr lang="en-US" sz="3600" dirty="0" err="1"/>
              <a:t>gitignore</a:t>
            </a:r>
            <a:r>
              <a:rPr lang="en-US" sz="3600" dirty="0"/>
              <a:t> file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lphaLcParenR"/>
            </a:pPr>
            <a:r>
              <a:rPr lang="en-US" sz="3600" dirty="0"/>
              <a:t>License file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sz="3800" dirty="0"/>
              <a:t>Add your group members and invite “seekme94”</a:t>
            </a:r>
          </a:p>
        </p:txBody>
      </p:sp>
    </p:spTree>
    <p:extLst>
      <p:ext uri="{BB962C8B-B14F-4D97-AF65-F5344CB8AC3E}">
        <p14:creationId xmlns:p14="http://schemas.microsoft.com/office/powerpoint/2010/main" val="86938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Issue Tracking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Issue can be a bug, a feature request or change request.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Common Protocol: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Discussion &gt; Email &gt; Update documents &gt; Jira &gt; Sprint planning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Impact analysis, priority, activity type, estimates and progress update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 target sprint &gt; Design &gt; Build &gt; Test &gt; Deliver &gt; Verify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Do not always come from clients.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Feedback collection – a preemptive step to avoid defects.</a:t>
            </a:r>
          </a:p>
        </p:txBody>
      </p:sp>
    </p:spTree>
    <p:extLst>
      <p:ext uri="{BB962C8B-B14F-4D97-AF65-F5344CB8AC3E}">
        <p14:creationId xmlns:p14="http://schemas.microsoft.com/office/powerpoint/2010/main" val="329193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Semantic Versioning (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Versioning is assigning unique names/numbers to software builds.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Each app has separate versioning.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Major: Architecture-level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Minor: Backwards incompatible change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Micro/Maintenance: Backwards compatible change</a:t>
            </a:r>
          </a:p>
        </p:txBody>
      </p:sp>
    </p:spTree>
    <p:extLst>
      <p:ext uri="{BB962C8B-B14F-4D97-AF65-F5344CB8AC3E}">
        <p14:creationId xmlns:p14="http://schemas.microsoft.com/office/powerpoint/2010/main" val="17569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Semantic Versioning (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SemVer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Releases: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Pre-alpha Release: not exactly released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Alpha Release: in-house testing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Beta Release: external testing (clients)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Production Release: no known bugs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 err="1"/>
              <a:t>Github</a:t>
            </a:r>
            <a:r>
              <a:rPr lang="en-US" sz="3800" dirty="0"/>
              <a:t> Tags</a:t>
            </a:r>
          </a:p>
        </p:txBody>
      </p:sp>
    </p:spTree>
    <p:extLst>
      <p:ext uri="{BB962C8B-B14F-4D97-AF65-F5344CB8AC3E}">
        <p14:creationId xmlns:p14="http://schemas.microsoft.com/office/powerpoint/2010/main" val="209091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Automated Testing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Unit Testing: </a:t>
            </a:r>
            <a:r>
              <a:rPr lang="en-US" sz="3600" dirty="0"/>
              <a:t>Junit, </a:t>
            </a:r>
            <a:r>
              <a:rPr lang="en-US" sz="3600" dirty="0" err="1"/>
              <a:t>PyTest</a:t>
            </a:r>
            <a:r>
              <a:rPr lang="en-US" sz="3600" dirty="0"/>
              <a:t>, etc.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API Testing: </a:t>
            </a:r>
            <a:r>
              <a:rPr lang="en-US" sz="3600" dirty="0"/>
              <a:t>Postman, Insomnia.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Performance Testing: </a:t>
            </a:r>
            <a:r>
              <a:rPr lang="en-US" sz="3600" dirty="0"/>
              <a:t>Apache JMeter, Selenium.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UI Testing: </a:t>
            </a:r>
            <a:r>
              <a:rPr lang="en-US" sz="3600" dirty="0"/>
              <a:t>Browser </a:t>
            </a:r>
            <a:r>
              <a:rPr lang="en-US" sz="3600" dirty="0" err="1"/>
              <a:t>DevTools</a:t>
            </a:r>
            <a:r>
              <a:rPr lang="en-US" sz="36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End-to-end Web App Testing: </a:t>
            </a:r>
            <a:r>
              <a:rPr lang="en-US" sz="3600" dirty="0"/>
              <a:t>Playwright.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Always test manually first, before automating.</a:t>
            </a:r>
          </a:p>
        </p:txBody>
      </p:sp>
    </p:spTree>
    <p:extLst>
      <p:ext uri="{BB962C8B-B14F-4D97-AF65-F5344CB8AC3E}">
        <p14:creationId xmlns:p14="http://schemas.microsoft.com/office/powerpoint/2010/main" val="37224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Rules: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Zero documentation is recipe for failure.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Documenting everything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Write-only documentation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Static documentation is waste of time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Shakespearean language is waste of 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Levels: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For everyone: Wiki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For internal team: Jira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For Engineers: in-code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For clients: MS Office/Google drive/Website</a:t>
            </a:r>
          </a:p>
        </p:txBody>
      </p:sp>
    </p:spTree>
    <p:extLst>
      <p:ext uri="{BB962C8B-B14F-4D97-AF65-F5344CB8AC3E}">
        <p14:creationId xmlns:p14="http://schemas.microsoft.com/office/powerpoint/2010/main" val="182514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Code Quality control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Code Quality check: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Eliminates bad practices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Increases readability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Prevents security holes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Increases runtime performance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Why? Because of w</a:t>
            </a:r>
            <a:r>
              <a:rPr lang="en-US" sz="3600" dirty="0"/>
              <a:t>eak understanding of: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Design patterns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OOP concepts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Data structures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Querying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Test-driven development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Code Reviews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Linting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Dedicated tools (e.g., SonarQube)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7216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a nut-shell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C4AA52B-4DB5-EF96-7836-257F9B8815DE}"/>
              </a:ext>
            </a:extLst>
          </p:cNvPr>
          <p:cNvGraphicFramePr>
            <a:graphicFrameLocks/>
          </p:cNvGraphicFramePr>
          <p:nvPr/>
        </p:nvGraphicFramePr>
        <p:xfrm>
          <a:off x="220384" y="1293816"/>
          <a:ext cx="11743016" cy="5255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70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Principles of Material UI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845492" cy="502061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Material</a:t>
            </a:r>
            <a:r>
              <a:rPr lang="en-US" sz="3600" dirty="0"/>
              <a:t>: design should be inspired by the physical world. Like, using realistic motion and tactile surfaces.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Meaningfulness</a:t>
            </a:r>
            <a:r>
              <a:rPr lang="en-US" sz="3600" dirty="0"/>
              <a:t>: each visual element should be associated with the context to facilitate user in a glance.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Motion</a:t>
            </a:r>
            <a:r>
              <a:rPr lang="en-US" sz="3600" dirty="0"/>
              <a:t>: motion should be an essential part of design. Transitions between states should be smooth and aligned with spatial aspects.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User action focused</a:t>
            </a:r>
            <a:r>
              <a:rPr lang="en-US" sz="3600" dirty="0"/>
              <a:t>: design should follow user’s actions. For example, most frequently used actions should be readily available.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Consistency/Responsiveness</a:t>
            </a:r>
            <a:r>
              <a:rPr lang="en-US" sz="3600" dirty="0"/>
              <a:t>: user should get a consistent experience across different devices and screen sizes.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Accessibility</a:t>
            </a:r>
            <a:r>
              <a:rPr lang="en-US" sz="3600" dirty="0"/>
              <a:t>: design should emphasize accessibility, ensuring that users with diverse abilities can also use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713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Colours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4899210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Implement a Colour theme.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Pick Primary, Secondary and Background </a:t>
            </a:r>
            <a:r>
              <a:rPr lang="en-US" sz="3600" dirty="0" err="1"/>
              <a:t>colours</a:t>
            </a:r>
            <a:r>
              <a:rPr lang="en-US" sz="3600" dirty="0"/>
              <a:t> before choosing variants.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F69D9-AA36-4B87-870F-81296550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594" y="1511409"/>
            <a:ext cx="70085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2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Shapes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956228" cy="486662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Pick one shape. Solid, Rounded or Cut.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Be consistent with your design decision.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When using Dark and Light theme combination, see the design on both.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A47C2-09E5-F7EC-923E-15E43382A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612" y="1671924"/>
            <a:ext cx="6904762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Icons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0566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Icons should first be meaningful, then aesthetic.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Icons can be outlined, filled and two-toned. Depending on use case.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When an icon is disabled, reduce its transparency or blur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30327-6B0C-CD12-01B5-BA2A47539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62" y="3589284"/>
            <a:ext cx="9838095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1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Buttons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87645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Buttons are very frequently used controls. A button should have: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Short, self-explanatory text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Container with centered contents and equal padding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Optional icon for accessibility</a:t>
            </a:r>
            <a:endParaRPr lang="en-US" sz="36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Ideally, a Button should have different colour/tone for each state: Out of focus, on hover, pressed, disabled, toggled.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E93CD5-DE2A-066E-65E9-7D72B5F94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13" y="4409043"/>
            <a:ext cx="6476174" cy="206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9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- Typography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04370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Prefer defining text scale with categories (e.g., H1, H3) numbers. If using an uncommon font, put it in assets to load on app launch.</a:t>
            </a:r>
            <a:endParaRPr lang="en-US" sz="3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D8C34-198A-6A53-C0FD-50FF8E39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22" y="2576289"/>
            <a:ext cx="7858505" cy="389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4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Cross-compatibility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5368545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Cross-platform compatibility. Assess the two screens given.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 left is Android OS and on right is iOS.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designer ensured that the user gets the same experience on either of the platforms.</a:t>
            </a:r>
            <a:endParaRPr lang="en-US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0FDD4-9CEC-B405-7AE3-1DD0E5A37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929" y="1309144"/>
            <a:ext cx="6603071" cy="52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6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Data tables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3043901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Header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Rows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Pagination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Row checkbox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Sort options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Table Container</a:t>
            </a:r>
            <a:endParaRPr lang="en-US" sz="3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726B4C-540B-6CA0-1FD0-16AAE736A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86" y="1675428"/>
            <a:ext cx="8926126" cy="437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4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picture is worth thousand words.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Informative: convey the message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Delightful: look pleasing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Intentional: connect with the story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C6E7105-EE6C-383C-09AB-4259B0521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447" y="1374160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83F6903-0A45-6529-DFAB-8814EBCA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701" y="1877339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499AD5A-CA44-6C3D-A35F-BF1F4281A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780" y="2356597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34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7"/>
            <a:ext cx="11743015" cy="10856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Each image should have a focal point, which should not get lost on changing aspect ratio.</a:t>
            </a:r>
            <a:endParaRPr lang="en-US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17B7B0-8423-D5CD-7F2F-68B0D637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14" y="2618273"/>
            <a:ext cx="8628571" cy="3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5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Colour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6" y="1532586"/>
            <a:ext cx="5875614" cy="5120522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Psychology: </a:t>
            </a:r>
            <a:r>
              <a:rPr lang="en-US" sz="3400" dirty="0" err="1"/>
              <a:t>colours</a:t>
            </a:r>
            <a:r>
              <a:rPr lang="en-US" sz="3400" dirty="0"/>
              <a:t> have their impression. Look for the right impression, not positive only.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General perception: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RED: energy, danger, love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50"/>
                </a:solidFill>
              </a:rPr>
              <a:t>GREEN: nature, finance, growth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70C0"/>
                </a:solidFill>
              </a:rPr>
              <a:t>BLUE: peace, confidence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E99757"/>
                </a:solidFill>
              </a:rPr>
              <a:t>ORANGE: creativity, happiness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7030A0"/>
                </a:solidFill>
              </a:rPr>
              <a:t>PURPLE: style, luxury, spirituality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GRAY FAMILY: power, maturity, security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highlight>
                  <a:srgbClr val="01023B"/>
                </a:highlight>
              </a:rPr>
              <a:t>WHITE: purity, simplicity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Cultural sensitivity: Green and Sophron</a:t>
            </a:r>
          </a:p>
        </p:txBody>
      </p:sp>
      <p:pic>
        <p:nvPicPr>
          <p:cNvPr id="1028" name="Picture 4" descr="Herramientas de psicología del color">
            <a:extLst>
              <a:ext uri="{FF2B5EF4-FFF2-40B4-BE49-F238E27FC236}">
                <a16:creationId xmlns:a16="http://schemas.microsoft.com/office/drawing/2014/main" id="{8B23CBA8-CD79-BB48-9BD0-749DEC3D3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93816"/>
            <a:ext cx="6096000" cy="556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38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pic>
        <p:nvPicPr>
          <p:cNvPr id="3074" name="Picture 2" descr="branding - Having 4 colors in logo (like Google, Microsoft and eBay ...">
            <a:extLst>
              <a:ext uri="{FF2B5EF4-FFF2-40B4-BE49-F238E27FC236}">
                <a16:creationId xmlns:a16="http://schemas.microsoft.com/office/drawing/2014/main" id="{412390E4-471A-9984-EFEA-8661E2FAB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3813"/>
            <a:ext cx="10239375" cy="6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9B421-9952-5286-06E2-4CEC72822240}"/>
              </a:ext>
            </a:extLst>
          </p:cNvPr>
          <p:cNvSpPr txBox="1"/>
          <p:nvPr/>
        </p:nvSpPr>
        <p:spPr>
          <a:xfrm>
            <a:off x="0" y="204891"/>
            <a:ext cx="2031325" cy="662929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  <a:latin typeface="Arial"/>
                <a:cs typeface="Arial"/>
              </a:rPr>
              <a:t>HOW BRANDS COMMUNICATE THROUGH THEIR LOGO</a:t>
            </a:r>
          </a:p>
        </p:txBody>
      </p:sp>
    </p:spTree>
    <p:extLst>
      <p:ext uri="{BB962C8B-B14F-4D97-AF65-F5344CB8AC3E}">
        <p14:creationId xmlns:p14="http://schemas.microsoft.com/office/powerpoint/2010/main" val="187498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Colour Theory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512052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Colour Wheel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Primary colours form all other colours in nature.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Secondary colours fall in the mid of two primary colours.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Tertiary colours provide variety.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 a colour wheel to make a theme.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>
                <a:hlinkClick r:id="rId3"/>
              </a:rPr>
              <a:t>https://coolors.co/color-picker</a:t>
            </a:r>
            <a:r>
              <a:rPr lang="en-GB" sz="3400" dirty="0"/>
              <a:t> is an excellent source to pick suitable colours for your design.</a:t>
            </a:r>
          </a:p>
        </p:txBody>
      </p:sp>
      <p:pic>
        <p:nvPicPr>
          <p:cNvPr id="1026" name="Picture 2" descr="Oasis Writing Link™: Color Wheel: Spinning Wheels Must Go Round">
            <a:extLst>
              <a:ext uri="{FF2B5EF4-FFF2-40B4-BE49-F238E27FC236}">
                <a16:creationId xmlns:a16="http://schemas.microsoft.com/office/drawing/2014/main" id="{53EE35A2-35DD-7CBF-4273-B66E775BD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6" b="2988"/>
          <a:stretch/>
        </p:blipFill>
        <p:spPr bwMode="auto">
          <a:xfrm>
            <a:off x="6270093" y="1371600"/>
            <a:ext cx="5921907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93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Colour Theory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11743015" cy="494283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Analogous</a:t>
            </a:r>
            <a:r>
              <a:rPr lang="en-US" sz="3400" dirty="0"/>
              <a:t>: </a:t>
            </a:r>
            <a:r>
              <a:rPr lang="en-US" sz="3400" dirty="0" err="1"/>
              <a:t>colours</a:t>
            </a:r>
            <a:r>
              <a:rPr lang="en-US" sz="3400" dirty="0"/>
              <a:t> next to each other on the color wheel creates comfortable design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Complementary</a:t>
            </a:r>
            <a:r>
              <a:rPr lang="en-US" sz="3400" dirty="0"/>
              <a:t>: colors opposite to each other. Highly energetic, and vibrant, but should not be overused.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Triadic</a:t>
            </a:r>
            <a:r>
              <a:rPr lang="en-US" sz="3400" dirty="0"/>
              <a:t>: three colors evenly spaced around the color wheel. Provide richness and high contrast. (I personally recommend this)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Tetradic colors (Double-Complementary)</a:t>
            </a:r>
            <a:r>
              <a:rPr lang="en-US" sz="3400" dirty="0"/>
              <a:t>: 4 colors together, in the form of two complementary color pairs. Offers rich color combinations.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White space:</a:t>
            </a:r>
            <a:r>
              <a:rPr lang="en-US" sz="3400" dirty="0"/>
              <a:t> reduces visual clutter. Maximizing the use of white space does NOT mean maximum white space.</a:t>
            </a:r>
          </a:p>
        </p:txBody>
      </p:sp>
    </p:spTree>
    <p:extLst>
      <p:ext uri="{BB962C8B-B14F-4D97-AF65-F5344CB8AC3E}">
        <p14:creationId xmlns:p14="http://schemas.microsoft.com/office/powerpoint/2010/main" val="66805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UX design process: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Research: based on widely accepted practices while keeping uniqueness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Design: based on </a:t>
            </a:r>
            <a:r>
              <a:rPr lang="en-US" sz="3200" dirty="0"/>
              <a:t>target audience and their needs</a:t>
            </a:r>
            <a:endParaRPr lang="en-US" sz="3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Prototype: as close to the target version as possible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Test: compulsory UAT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Principle-oriented design: visual hierarchy, typography, color schemes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Mobile-specific UI considerations: Responsiveness, Touch and Gesture based interactions, Animations.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Intuitive navigation systems: tab bars, side menus, bottom navigation.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Usability first, Performance second, Gimmicks last.</a:t>
            </a:r>
          </a:p>
        </p:txBody>
      </p:sp>
    </p:spTree>
    <p:extLst>
      <p:ext uri="{BB962C8B-B14F-4D97-AF65-F5344CB8AC3E}">
        <p14:creationId xmlns:p14="http://schemas.microsoft.com/office/powerpoint/2010/main" val="100283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Examples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052775" cy="48682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Because something is norm doesn’t make it right. Have a look at the abundance of information in this TV screen.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If user’s focus is required, show one type of info only, preferably following Golden mean ratio.</a:t>
            </a:r>
          </a:p>
        </p:txBody>
      </p:sp>
      <p:pic>
        <p:nvPicPr>
          <p:cNvPr id="2050" name="Picture 2" descr="GEO NEWS LIVE STREAMING - YouTube">
            <a:extLst>
              <a:ext uri="{FF2B5EF4-FFF2-40B4-BE49-F238E27FC236}">
                <a16:creationId xmlns:a16="http://schemas.microsoft.com/office/drawing/2014/main" id="{9797058B-0391-D500-5100-07514B57A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" t="12376" r="8931" b="11685"/>
          <a:stretch/>
        </p:blipFill>
        <p:spPr bwMode="auto">
          <a:xfrm>
            <a:off x="7383166" y="2438751"/>
            <a:ext cx="4588450" cy="305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37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Examples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Instagram (intuitive interface, seamless photo sharing)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Spotify (user feedback shaping personalized music recommendations).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Google Maps (clear and intuitive UI), Duolingo (engaging and gamified interface).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X (simple and efficient navigation).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Snapchat (engaging augmented reality filters).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Microsoft Office (accessible UI and features).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WhatsApp (fast and reliable messaging).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TikTok (short-form video content).</a:t>
            </a:r>
          </a:p>
        </p:txBody>
      </p:sp>
    </p:spTree>
    <p:extLst>
      <p:ext uri="{BB962C8B-B14F-4D97-AF65-F5344CB8AC3E}">
        <p14:creationId xmlns:p14="http://schemas.microsoft.com/office/powerpoint/2010/main" val="44179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Common Errors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Onboarding complexity: user has little clue on how to start.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Too much content: learn from Yahoo, who hasn’t learnt its lesson yet.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Maze-like navigation: let users return home conveniently.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Inconsistent design: opposite of material UI design.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Ignoring end user: the end-user is the most knowledgeable person.</a:t>
            </a:r>
          </a:p>
        </p:txBody>
      </p:sp>
    </p:spTree>
    <p:extLst>
      <p:ext uri="{BB962C8B-B14F-4D97-AF65-F5344CB8AC3E}">
        <p14:creationId xmlns:p14="http://schemas.microsoft.com/office/powerpoint/2010/main" val="321021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95B8-8952-4170-5969-3A955F9B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C7818E-00B5-2C90-6092-34FA823C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7695FF-9A3F-7506-C2BD-78AA9B5F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EE31FB0-7426-4087-796D-E04A4833AE0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Full-Stack?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C7C665A-9870-BE5E-9356-BD2AB78D9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D14A996-D0AE-1C26-2CAF-70B178336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A9A81-5714-8307-C58B-6E0793F64175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502061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Wrong Opinion!</a:t>
            </a:r>
            <a:r>
              <a:rPr lang="en-GB" sz="3600" dirty="0"/>
              <a:t> Full-stack means same language for front-end and back-end.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Opinion 1</a:t>
            </a:r>
            <a:r>
              <a:rPr lang="en-GB" sz="3600" dirty="0"/>
              <a:t>: Someone who can competently build both sides of a web application, i.e. back-end that manages logic and data and front-end that provides user interface. Mastery not needed here.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Opinion 2</a:t>
            </a:r>
            <a:r>
              <a:rPr lang="en-GB" sz="3600" dirty="0"/>
              <a:t>: Someone who can implement an entire “slice” of a feature across all tiers and take it to production. E.g. A Vote button shows errors correctly, hits a server endpoint, writes into a database, pushes an event into a queue, updates a dashboard and gets deployed. The emphasis is on following data flow end to end. Thus full-stack is viewed as “ownership of the whole lifecycle”.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GB" sz="3600" b="1" dirty="0"/>
              <a:t>Opinion 3</a:t>
            </a:r>
            <a:r>
              <a:rPr lang="en-GB" sz="3600" dirty="0"/>
              <a:t>: The stack is more than frontend and backend. Cloud infrastructure, CI CD, containers, reverse proxies, caching layers, distributed systems, observability and even mobile or desktop clients are part of it.</a:t>
            </a:r>
          </a:p>
        </p:txBody>
      </p:sp>
    </p:spTree>
    <p:extLst>
      <p:ext uri="{BB962C8B-B14F-4D97-AF65-F5344CB8AC3E}">
        <p14:creationId xmlns:p14="http://schemas.microsoft.com/office/powerpoint/2010/main" val="183513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BBDE-F84F-F410-2EE5-CD73E50A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58DB5B-A28E-85B2-6AF1-4A407F32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5EB7CBC-AB1C-9EEB-9D6A-F2D2B1444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0673599-3387-114B-41AF-C2576076F89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 is Full-Stack?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84D55D4-3367-5F5D-D555-A0A062AB6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5F08841-86FC-A9DB-4D08-FBCC059CE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F42C-9C7D-AAFA-E554-16DB3559FFC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03001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GB" sz="3600" b="1" dirty="0"/>
              <a:t>As a DApp Developer </a:t>
            </a:r>
            <a:r>
              <a:rPr lang="en-GB" sz="3600" dirty="0"/>
              <a:t>your definition of Full-stack covers: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Smart contract development and/or integration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Blockchain security, gas optimization, storage layout, modifiers, events and errors.</a:t>
            </a:r>
            <a:endParaRPr lang="en-GB" sz="3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Web UI development using React or Next.js.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Integrate wallets using web3/ethers and common providers.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Web socket programming to talk to RPC provider like </a:t>
            </a:r>
            <a:r>
              <a:rPr lang="en-GB" sz="3600" dirty="0" err="1"/>
              <a:t>Infura</a:t>
            </a:r>
            <a:r>
              <a:rPr lang="en-GB" sz="3600" dirty="0"/>
              <a:t>, Alchemy, or Local node.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Set up basic CI for containerized deployment and tests (GitHub Actions is enough)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(Often Optional) Set up basic CI for tests (GitHub Actions is enough)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7861D-F76A-4078-8AC2-91A8AE9BD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359" y="5557631"/>
            <a:ext cx="6321282" cy="98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3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DE-01C4-31C9-6840-D06B6D55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0EFBA7-025F-740A-625E-703D57E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971249-3503-E348-73E4-428615A5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FE282B-A8E5-9667-3952-11D8E2AEBDD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A2329B-8D3A-D601-AD55-88A265A99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84EB53B-CEE2-3122-2186-D0E4E6C76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D59-559F-841E-6F2C-7A803969B8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Design a front-end application for simple version of Voting smart contract.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The Login should be provided by any Wallet extension like Metamask.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JavaScript is Recommended, but not compulsory.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Deploy the contract locally using Ganache-CLI or any other test node.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b="1" dirty="0"/>
              <a:t>Note! This code base will be used in future activities. Keep it in maintainable form.</a:t>
            </a:r>
          </a:p>
        </p:txBody>
      </p:sp>
    </p:spTree>
    <p:extLst>
      <p:ext uri="{BB962C8B-B14F-4D97-AF65-F5344CB8AC3E}">
        <p14:creationId xmlns:p14="http://schemas.microsoft.com/office/powerpoint/2010/main" val="15815828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1557</TotalTime>
  <Words>2650</Words>
  <Application>Microsoft Office PowerPoint</Application>
  <PresentationFormat>Widescreen</PresentationFormat>
  <Paragraphs>358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Biome Light</vt:lpstr>
      <vt:lpstr>Calibri</vt:lpstr>
      <vt:lpstr>Calibri Light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</cp:revision>
  <dcterms:created xsi:type="dcterms:W3CDTF">2022-11-22T20:08:03Z</dcterms:created>
  <dcterms:modified xsi:type="dcterms:W3CDTF">2025-12-18T15:02:35Z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