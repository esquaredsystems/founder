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03" r:id="rId5"/>
    <p:sldId id="2462" r:id="rId6"/>
    <p:sldId id="2555" r:id="rId7"/>
    <p:sldId id="2559" r:id="rId8"/>
    <p:sldId id="2560" r:id="rId9"/>
    <p:sldId id="2561" r:id="rId10"/>
    <p:sldId id="2569" r:id="rId11"/>
    <p:sldId id="2565" r:id="rId12"/>
    <p:sldId id="2570" r:id="rId13"/>
    <p:sldId id="2571" r:id="rId14"/>
    <p:sldId id="2573" r:id="rId15"/>
    <p:sldId id="2575" r:id="rId16"/>
    <p:sldId id="2574" r:id="rId17"/>
    <p:sldId id="2576" r:id="rId18"/>
    <p:sldId id="2577" r:id="rId19"/>
    <p:sldId id="2578" r:id="rId20"/>
    <p:sldId id="2579" r:id="rId21"/>
    <p:sldId id="2583" r:id="rId22"/>
    <p:sldId id="243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757"/>
    <a:srgbClr val="01023B"/>
    <a:srgbClr val="898989"/>
    <a:srgbClr val="2F3342"/>
    <a:srgbClr val="A53F52"/>
    <a:srgbClr val="2C2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EE954F-C488-984A-9149-10DFD10E80CF}" v="2026" dt="2025-10-18T13:08:12.236"/>
    <p1510:client id="{9791CA61-CBD0-4B6A-AB26-591B5A9D5BCE}" v="10600" dt="2025-10-18T06:32:58.8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91" autoAdjust="0"/>
    <p:restoredTop sz="91509" autoAdjust="0"/>
  </p:normalViewPr>
  <p:slideViewPr>
    <p:cSldViewPr snapToGrid="0">
      <p:cViewPr varScale="1">
        <p:scale>
          <a:sx n="122" d="100"/>
          <a:sy n="122" d="100"/>
        </p:scale>
        <p:origin x="1656" y="496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redo custSel addSld delSld modSld">
      <pc:chgData name="Owais Ahmed" userId="6abc7d4556b3b071" providerId="LiveId" clId="{641304C9-537E-56B8-9D3B-F295291B91EB}" dt="2025-10-18T13:08:12.236" v="3320" actId="20577"/>
      <pc:docMkLst>
        <pc:docMk/>
      </pc:docMkLst>
      <pc:sldChg chg="modSp mod">
        <pc:chgData name="Owais Ahmed" userId="6abc7d4556b3b071" providerId="LiveId" clId="{641304C9-537E-56B8-9D3B-F295291B91EB}" dt="2025-10-18T13:07:44.344" v="3310" actId="20577"/>
        <pc:sldMkLst>
          <pc:docMk/>
          <pc:sldMk cId="1649098948" sldId="2462"/>
        </pc:sldMkLst>
        <pc:spChg chg="mod">
          <ac:chgData name="Owais Ahmed" userId="6abc7d4556b3b071" providerId="LiveId" clId="{641304C9-537E-56B8-9D3B-F295291B91EB}" dt="2025-10-18T13:07:44.344" v="331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41304C9-537E-56B8-9D3B-F295291B91EB}" dt="2025-10-18T13:07:56.508" v="3312" actId="2696"/>
        <pc:sldMkLst>
          <pc:docMk/>
          <pc:sldMk cId="570513610" sldId="2558"/>
        </pc:sldMkLst>
      </pc:sldChg>
      <pc:sldChg chg="modSp mod modAnim modNotesTx">
        <pc:chgData name="Owais Ahmed" userId="6abc7d4556b3b071" providerId="LiveId" clId="{641304C9-537E-56B8-9D3B-F295291B91EB}" dt="2025-10-18T08:15:41.302" v="3220" actId="20577"/>
        <pc:sldMkLst>
          <pc:docMk/>
          <pc:sldMk cId="3339380055" sldId="2560"/>
        </pc:sldMkLst>
        <pc:spChg chg="mod">
          <ac:chgData name="Owais Ahmed" userId="6abc7d4556b3b071" providerId="LiveId" clId="{641304C9-537E-56B8-9D3B-F295291B91EB}" dt="2025-10-18T08:15:39.388" v="3219" actId="20577"/>
          <ac:spMkLst>
            <pc:docMk/>
            <pc:sldMk cId="3339380055" sldId="2560"/>
            <ac:spMk id="3" creationId="{58EEC188-8495-8823-E4ED-26AA54F0D2F6}"/>
          </ac:spMkLst>
        </pc:spChg>
      </pc:sldChg>
      <pc:sldChg chg="modSp mod modNotesTx">
        <pc:chgData name="Owais Ahmed" userId="6abc7d4556b3b071" providerId="LiveId" clId="{641304C9-537E-56B8-9D3B-F295291B91EB}" dt="2025-10-18T08:17:19.475" v="3261" actId="20577"/>
        <pc:sldMkLst>
          <pc:docMk/>
          <pc:sldMk cId="397233163" sldId="2561"/>
        </pc:sldMkLst>
        <pc:spChg chg="mod">
          <ac:chgData name="Owais Ahmed" userId="6abc7d4556b3b071" providerId="LiveId" clId="{641304C9-537E-56B8-9D3B-F295291B91EB}" dt="2025-10-18T08:17:09.913" v="3248" actId="20577"/>
          <ac:spMkLst>
            <pc:docMk/>
            <pc:sldMk cId="397233163" sldId="2561"/>
            <ac:spMk id="3" creationId="{AB97F10F-0934-673B-43C4-6132CE8C1A00}"/>
          </ac:spMkLst>
        </pc:spChg>
      </pc:sldChg>
      <pc:sldChg chg="del">
        <pc:chgData name="Owais Ahmed" userId="6abc7d4556b3b071" providerId="LiveId" clId="{641304C9-537E-56B8-9D3B-F295291B91EB}" dt="2025-10-18T13:07:56.471" v="3311" actId="2696"/>
        <pc:sldMkLst>
          <pc:docMk/>
          <pc:sldMk cId="110886726" sldId="2563"/>
        </pc:sldMkLst>
      </pc:sldChg>
      <pc:sldChg chg="modSp modNotesTx">
        <pc:chgData name="Owais Ahmed" userId="6abc7d4556b3b071" providerId="LiveId" clId="{641304C9-537E-56B8-9D3B-F295291B91EB}" dt="2025-10-18T08:18:06.177" v="3268" actId="20577"/>
        <pc:sldMkLst>
          <pc:docMk/>
          <pc:sldMk cId="1629340988" sldId="2565"/>
        </pc:sldMkLst>
        <pc:spChg chg="mod">
          <ac:chgData name="Owais Ahmed" userId="6abc7d4556b3b071" providerId="LiveId" clId="{641304C9-537E-56B8-9D3B-F295291B91EB}" dt="2025-10-18T08:18:06.177" v="3268" actId="20577"/>
          <ac:spMkLst>
            <pc:docMk/>
            <pc:sldMk cId="1629340988" sldId="2565"/>
            <ac:spMk id="3" creationId="{1717E313-F6F3-35E1-D87A-8A203966BAD8}"/>
          </ac:spMkLst>
        </pc:spChg>
      </pc:sldChg>
      <pc:sldChg chg="del">
        <pc:chgData name="Owais Ahmed" userId="6abc7d4556b3b071" providerId="LiveId" clId="{641304C9-537E-56B8-9D3B-F295291B91EB}" dt="2025-10-18T13:07:56.541" v="3313" actId="2696"/>
        <pc:sldMkLst>
          <pc:docMk/>
          <pc:sldMk cId="575463818" sldId="2566"/>
        </pc:sldMkLst>
      </pc:sldChg>
      <pc:sldChg chg="del">
        <pc:chgData name="Owais Ahmed" userId="6abc7d4556b3b071" providerId="LiveId" clId="{641304C9-537E-56B8-9D3B-F295291B91EB}" dt="2025-10-18T13:07:56.558" v="3314" actId="2696"/>
        <pc:sldMkLst>
          <pc:docMk/>
          <pc:sldMk cId="3057657170" sldId="2567"/>
        </pc:sldMkLst>
      </pc:sldChg>
      <pc:sldChg chg="del">
        <pc:chgData name="Owais Ahmed" userId="6abc7d4556b3b071" providerId="LiveId" clId="{641304C9-537E-56B8-9D3B-F295291B91EB}" dt="2025-10-18T13:07:59.479" v="3315" actId="2696"/>
        <pc:sldMkLst>
          <pc:docMk/>
          <pc:sldMk cId="1863537211" sldId="2568"/>
        </pc:sldMkLst>
      </pc:sldChg>
      <pc:sldChg chg="modSp modAnim">
        <pc:chgData name="Owais Ahmed" userId="6abc7d4556b3b071" providerId="LiveId" clId="{641304C9-537E-56B8-9D3B-F295291B91EB}" dt="2025-10-18T11:16:47.969" v="3309" actId="113"/>
        <pc:sldMkLst>
          <pc:docMk/>
          <pc:sldMk cId="1325007274" sldId="2571"/>
        </pc:sldMkLst>
        <pc:spChg chg="mod">
          <ac:chgData name="Owais Ahmed" userId="6abc7d4556b3b071" providerId="LiveId" clId="{641304C9-537E-56B8-9D3B-F295291B91EB}" dt="2025-10-18T11:16:47.969" v="3309" actId="113"/>
          <ac:spMkLst>
            <pc:docMk/>
            <pc:sldMk cId="1325007274" sldId="2571"/>
            <ac:spMk id="3" creationId="{246DE8AF-2508-1AC9-3944-B52CCDC31821}"/>
          </ac:spMkLst>
        </pc:spChg>
      </pc:sldChg>
      <pc:sldChg chg="del">
        <pc:chgData name="Owais Ahmed" userId="6abc7d4556b3b071" providerId="LiveId" clId="{641304C9-537E-56B8-9D3B-F295291B91EB}" dt="2025-10-18T13:07:59.526" v="3316" actId="2696"/>
        <pc:sldMkLst>
          <pc:docMk/>
          <pc:sldMk cId="2844765398" sldId="2572"/>
        </pc:sldMkLst>
      </pc:sldChg>
      <pc:sldChg chg="modSp">
        <pc:chgData name="Owais Ahmed" userId="6abc7d4556b3b071" providerId="LiveId" clId="{641304C9-537E-56B8-9D3B-F295291B91EB}" dt="2025-10-18T08:19:43.811" v="3274" actId="2711"/>
        <pc:sldMkLst>
          <pc:docMk/>
          <pc:sldMk cId="3260202347" sldId="2576"/>
        </pc:sldMkLst>
        <pc:spChg chg="mod">
          <ac:chgData name="Owais Ahmed" userId="6abc7d4556b3b071" providerId="LiveId" clId="{641304C9-537E-56B8-9D3B-F295291B91EB}" dt="2025-10-18T08:19:43.811" v="3274" actId="2711"/>
          <ac:spMkLst>
            <pc:docMk/>
            <pc:sldMk cId="3260202347" sldId="2576"/>
            <ac:spMk id="3" creationId="{9A42B746-04E9-7C88-061B-754611D4E560}"/>
          </ac:spMkLst>
        </pc:spChg>
      </pc:sldChg>
      <pc:sldChg chg="modSp mod">
        <pc:chgData name="Owais Ahmed" userId="6abc7d4556b3b071" providerId="LiveId" clId="{641304C9-537E-56B8-9D3B-F295291B91EB}" dt="2025-10-18T08:20:04.864" v="3276" actId="27636"/>
        <pc:sldMkLst>
          <pc:docMk/>
          <pc:sldMk cId="897423084" sldId="2578"/>
        </pc:sldMkLst>
        <pc:spChg chg="mod">
          <ac:chgData name="Owais Ahmed" userId="6abc7d4556b3b071" providerId="LiveId" clId="{641304C9-537E-56B8-9D3B-F295291B91EB}" dt="2025-10-18T08:20:04.864" v="3276" actId="27636"/>
          <ac:spMkLst>
            <pc:docMk/>
            <pc:sldMk cId="897423084" sldId="2578"/>
            <ac:spMk id="3" creationId="{BD16758A-4556-3C78-2642-43B978FDB361}"/>
          </ac:spMkLst>
        </pc:spChg>
      </pc:sldChg>
      <pc:sldChg chg="del">
        <pc:chgData name="Owais Ahmed" userId="6abc7d4556b3b071" providerId="LiveId" clId="{641304C9-537E-56B8-9D3B-F295291B91EB}" dt="2025-10-18T13:08:02.349" v="3319" actId="2696"/>
        <pc:sldMkLst>
          <pc:docMk/>
          <pc:sldMk cId="604510805" sldId="2580"/>
        </pc:sldMkLst>
      </pc:sldChg>
      <pc:sldChg chg="modSp del mod modAnim modNotesTx">
        <pc:chgData name="Owais Ahmed" userId="6abc7d4556b3b071" providerId="LiveId" clId="{641304C9-537E-56B8-9D3B-F295291B91EB}" dt="2025-10-18T13:08:02.259" v="3318" actId="2696"/>
        <pc:sldMkLst>
          <pc:docMk/>
          <pc:sldMk cId="2482457971" sldId="2581"/>
        </pc:sldMkLst>
        <pc:spChg chg="mod">
          <ac:chgData name="Owais Ahmed" userId="6abc7d4556b3b071" providerId="LiveId" clId="{641304C9-537E-56B8-9D3B-F295291B91EB}" dt="2025-10-18T07:28:01.069" v="1004" actId="20577"/>
          <ac:spMkLst>
            <pc:docMk/>
            <pc:sldMk cId="2482457971" sldId="2581"/>
            <ac:spMk id="3" creationId="{60E169F3-EE5A-8AB5-7101-AD9541B5B95B}"/>
          </ac:spMkLst>
        </pc:spChg>
      </pc:sldChg>
      <pc:sldChg chg="addSp delSp modSp add del mod addAnim delAnim modAnim modNotesTx">
        <pc:chgData name="Owais Ahmed" userId="6abc7d4556b3b071" providerId="LiveId" clId="{641304C9-537E-56B8-9D3B-F295291B91EB}" dt="2025-10-18T13:07:59.544" v="3317" actId="2696"/>
        <pc:sldMkLst>
          <pc:docMk/>
          <pc:sldMk cId="371062660" sldId="2582"/>
        </pc:sldMkLst>
        <pc:spChg chg="del mod">
          <ac:chgData name="Owais Ahmed" userId="6abc7d4556b3b071" providerId="LiveId" clId="{641304C9-537E-56B8-9D3B-F295291B91EB}" dt="2025-10-18T07:36:04.968" v="1121" actId="478"/>
          <ac:spMkLst>
            <pc:docMk/>
            <pc:sldMk cId="371062660" sldId="2582"/>
            <ac:spMk id="3" creationId="{3A042A43-D639-24D3-F663-06A64066EDA8}"/>
          </ac:spMkLst>
        </pc:spChg>
        <pc:spChg chg="del mod topLvl">
          <ac:chgData name="Owais Ahmed" userId="6abc7d4556b3b071" providerId="LiveId" clId="{641304C9-537E-56B8-9D3B-F295291B91EB}" dt="2025-10-18T07:36:11.139" v="1123" actId="478"/>
          <ac:spMkLst>
            <pc:docMk/>
            <pc:sldMk cId="371062660" sldId="2582"/>
            <ac:spMk id="5" creationId="{9CAE0264-C469-FBA9-AA73-811B8E390A19}"/>
          </ac:spMkLst>
        </pc:spChg>
        <pc:spChg chg="del mod topLvl">
          <ac:chgData name="Owais Ahmed" userId="6abc7d4556b3b071" providerId="LiveId" clId="{641304C9-537E-56B8-9D3B-F295291B91EB}" dt="2025-10-18T07:32:02.003" v="1076" actId="478"/>
          <ac:spMkLst>
            <pc:docMk/>
            <pc:sldMk cId="371062660" sldId="2582"/>
            <ac:spMk id="6" creationId="{4E295B58-C8DB-8537-6508-BA8B75037297}"/>
          </ac:spMkLst>
        </pc:spChg>
        <pc:spChg chg="del mod topLvl">
          <ac:chgData name="Owais Ahmed" userId="6abc7d4556b3b071" providerId="LiveId" clId="{641304C9-537E-56B8-9D3B-F295291B91EB}" dt="2025-10-18T07:32:00.771" v="1075" actId="478"/>
          <ac:spMkLst>
            <pc:docMk/>
            <pc:sldMk cId="371062660" sldId="2582"/>
            <ac:spMk id="7" creationId="{CE526D7E-22DE-A9F4-5A3F-214A33FC7916}"/>
          </ac:spMkLst>
        </pc:spChg>
        <pc:spChg chg="del mod topLvl">
          <ac:chgData name="Owais Ahmed" userId="6abc7d4556b3b071" providerId="LiveId" clId="{641304C9-537E-56B8-9D3B-F295291B91EB}" dt="2025-10-18T07:31:58.351" v="1074" actId="478"/>
          <ac:spMkLst>
            <pc:docMk/>
            <pc:sldMk cId="371062660" sldId="2582"/>
            <ac:spMk id="8" creationId="{C895263C-1B6B-A46E-B7A5-657D84A85E94}"/>
          </ac:spMkLst>
        </pc:spChg>
        <pc:spChg chg="del mod">
          <ac:chgData name="Owais Ahmed" userId="6abc7d4556b3b071" providerId="LiveId" clId="{641304C9-537E-56B8-9D3B-F295291B91EB}" dt="2025-10-18T07:29:37.292" v="1041" actId="478"/>
          <ac:spMkLst>
            <pc:docMk/>
            <pc:sldMk cId="371062660" sldId="2582"/>
            <ac:spMk id="9" creationId="{43D4428E-F91A-6F35-9750-E1BFDBF33F08}"/>
          </ac:spMkLst>
        </pc:spChg>
        <pc:spChg chg="del mod">
          <ac:chgData name="Owais Ahmed" userId="6abc7d4556b3b071" providerId="LiveId" clId="{641304C9-537E-56B8-9D3B-F295291B91EB}" dt="2025-10-18T07:29:45.594" v="1044" actId="478"/>
          <ac:spMkLst>
            <pc:docMk/>
            <pc:sldMk cId="371062660" sldId="2582"/>
            <ac:spMk id="10" creationId="{F2661121-EE81-1CFB-E5E4-C377632E7DAE}"/>
          </ac:spMkLst>
        </pc:spChg>
        <pc:spChg chg="del mod">
          <ac:chgData name="Owais Ahmed" userId="6abc7d4556b3b071" providerId="LiveId" clId="{641304C9-537E-56B8-9D3B-F295291B91EB}" dt="2025-10-18T07:29:47.965" v="1045" actId="478"/>
          <ac:spMkLst>
            <pc:docMk/>
            <pc:sldMk cId="371062660" sldId="2582"/>
            <ac:spMk id="11" creationId="{EA66ACC0-F874-751B-2ACF-858249C25478}"/>
          </ac:spMkLst>
        </pc:spChg>
        <pc:spChg chg="del mod">
          <ac:chgData name="Owais Ahmed" userId="6abc7d4556b3b071" providerId="LiveId" clId="{641304C9-537E-56B8-9D3B-F295291B91EB}" dt="2025-10-18T07:29:49.929" v="1046" actId="478"/>
          <ac:spMkLst>
            <pc:docMk/>
            <pc:sldMk cId="371062660" sldId="2582"/>
            <ac:spMk id="12" creationId="{671F2592-8ED1-F6CE-EE32-8139DE596D6C}"/>
          </ac:spMkLst>
        </pc:spChg>
        <pc:spChg chg="mod topLvl">
          <ac:chgData name="Owais Ahmed" userId="6abc7d4556b3b071" providerId="LiveId" clId="{641304C9-537E-56B8-9D3B-F295291B91EB}" dt="2025-10-18T07:31:09.301" v="1062" actId="165"/>
          <ac:spMkLst>
            <pc:docMk/>
            <pc:sldMk cId="371062660" sldId="2582"/>
            <ac:spMk id="14" creationId="{61100CCE-2584-9FD4-C66B-AE572F7199EC}"/>
          </ac:spMkLst>
        </pc:spChg>
        <pc:spChg chg="mod topLvl">
          <ac:chgData name="Owais Ahmed" userId="6abc7d4556b3b071" providerId="LiveId" clId="{641304C9-537E-56B8-9D3B-F295291B91EB}" dt="2025-10-18T07:31:09.301" v="1062" actId="165"/>
          <ac:spMkLst>
            <pc:docMk/>
            <pc:sldMk cId="371062660" sldId="2582"/>
            <ac:spMk id="15" creationId="{4C4D09B0-E37C-54D7-5339-73D6B3B8CAEF}"/>
          </ac:spMkLst>
        </pc:spChg>
        <pc:spChg chg="mod topLvl">
          <ac:chgData name="Owais Ahmed" userId="6abc7d4556b3b071" providerId="LiveId" clId="{641304C9-537E-56B8-9D3B-F295291B91EB}" dt="2025-10-18T07:31:09.301" v="1062" actId="165"/>
          <ac:spMkLst>
            <pc:docMk/>
            <pc:sldMk cId="371062660" sldId="2582"/>
            <ac:spMk id="16" creationId="{E5474240-845D-FD85-7D1D-AB2C55396C79}"/>
          </ac:spMkLst>
        </pc:spChg>
        <pc:spChg chg="add del mod topLvl">
          <ac:chgData name="Owais Ahmed" userId="6abc7d4556b3b071" providerId="LiveId" clId="{641304C9-537E-56B8-9D3B-F295291B91EB}" dt="2025-10-18T07:31:09.301" v="1062" actId="165"/>
          <ac:spMkLst>
            <pc:docMk/>
            <pc:sldMk cId="371062660" sldId="2582"/>
            <ac:spMk id="17" creationId="{4ED20C49-9014-2B12-7DE1-E759636F8886}"/>
          </ac:spMkLst>
        </pc:spChg>
        <pc:spChg chg="add del mod topLvl">
          <ac:chgData name="Owais Ahmed" userId="6abc7d4556b3b071" providerId="LiveId" clId="{641304C9-537E-56B8-9D3B-F295291B91EB}" dt="2025-10-18T07:31:09.301" v="1062" actId="165"/>
          <ac:spMkLst>
            <pc:docMk/>
            <pc:sldMk cId="371062660" sldId="2582"/>
            <ac:spMk id="18" creationId="{39276D6B-473C-4A9F-1A66-B4FE2CBFCA65}"/>
          </ac:spMkLst>
        </pc:spChg>
        <pc:spChg chg="add del mod topLvl">
          <ac:chgData name="Owais Ahmed" userId="6abc7d4556b3b071" providerId="LiveId" clId="{641304C9-537E-56B8-9D3B-F295291B91EB}" dt="2025-10-18T07:31:09.301" v="1062" actId="165"/>
          <ac:spMkLst>
            <pc:docMk/>
            <pc:sldMk cId="371062660" sldId="2582"/>
            <ac:spMk id="19" creationId="{F0481772-854E-7297-37A1-4721C4793CB7}"/>
          </ac:spMkLst>
        </pc:spChg>
        <pc:spChg chg="add del mod topLvl">
          <ac:chgData name="Owais Ahmed" userId="6abc7d4556b3b071" providerId="LiveId" clId="{641304C9-537E-56B8-9D3B-F295291B91EB}" dt="2025-10-18T07:31:09.301" v="1062" actId="165"/>
          <ac:spMkLst>
            <pc:docMk/>
            <pc:sldMk cId="371062660" sldId="2582"/>
            <ac:spMk id="20" creationId="{99B5E9EC-A1DB-0F9D-A620-EC3E6195B660}"/>
          </ac:spMkLst>
        </pc:spChg>
        <pc:spChg chg="add del mod topLvl">
          <ac:chgData name="Owais Ahmed" userId="6abc7d4556b3b071" providerId="LiveId" clId="{641304C9-537E-56B8-9D3B-F295291B91EB}" dt="2025-10-18T07:31:14.055" v="1063" actId="20577"/>
          <ac:spMkLst>
            <pc:docMk/>
            <pc:sldMk cId="371062660" sldId="2582"/>
            <ac:spMk id="21" creationId="{3BC391C0-4433-91BF-A6A1-238D5C2E84EC}"/>
          </ac:spMkLst>
        </pc:spChg>
        <pc:spChg chg="add del mod">
          <ac:chgData name="Owais Ahmed" userId="6abc7d4556b3b071" providerId="LiveId" clId="{641304C9-537E-56B8-9D3B-F295291B91EB}" dt="2025-10-18T07:33:59.859" v="1089" actId="478"/>
          <ac:spMkLst>
            <pc:docMk/>
            <pc:sldMk cId="371062660" sldId="2582"/>
            <ac:spMk id="27" creationId="{E12E8417-0588-9EB1-EEDB-A861EC24BA1F}"/>
          </ac:spMkLst>
        </pc:spChg>
        <pc:spChg chg="add mod">
          <ac:chgData name="Owais Ahmed" userId="6abc7d4556b3b071" providerId="LiveId" clId="{641304C9-537E-56B8-9D3B-F295291B91EB}" dt="2025-10-18T07:36:22.708" v="1126" actId="13822"/>
          <ac:spMkLst>
            <pc:docMk/>
            <pc:sldMk cId="371062660" sldId="2582"/>
            <ac:spMk id="33" creationId="{DF1BF505-D453-B1F4-F2DA-0076E3D3E600}"/>
          </ac:spMkLst>
        </pc:spChg>
        <pc:spChg chg="add mod">
          <ac:chgData name="Owais Ahmed" userId="6abc7d4556b3b071" providerId="LiveId" clId="{641304C9-537E-56B8-9D3B-F295291B91EB}" dt="2025-10-18T07:37:38.628" v="1148" actId="20577"/>
          <ac:spMkLst>
            <pc:docMk/>
            <pc:sldMk cId="371062660" sldId="2582"/>
            <ac:spMk id="39" creationId="{7ECBF04C-E48B-A176-4321-B2068F811D33}"/>
          </ac:spMkLst>
        </pc:spChg>
        <pc:spChg chg="add mod">
          <ac:chgData name="Owais Ahmed" userId="6abc7d4556b3b071" providerId="LiveId" clId="{641304C9-537E-56B8-9D3B-F295291B91EB}" dt="2025-10-18T07:37:26.172" v="1142" actId="1076"/>
          <ac:spMkLst>
            <pc:docMk/>
            <pc:sldMk cId="371062660" sldId="2582"/>
            <ac:spMk id="49" creationId="{92265F1C-F389-CAF6-2EA2-D7E5A69EAC09}"/>
          </ac:spMkLst>
        </pc:spChg>
        <pc:spChg chg="add mod">
          <ac:chgData name="Owais Ahmed" userId="6abc7d4556b3b071" providerId="LiveId" clId="{641304C9-537E-56B8-9D3B-F295291B91EB}" dt="2025-10-18T07:41:36.335" v="1198" actId="255"/>
          <ac:spMkLst>
            <pc:docMk/>
            <pc:sldMk cId="371062660" sldId="2582"/>
            <ac:spMk id="51" creationId="{507A1414-7B90-5271-7332-24287AD2E34D}"/>
          </ac:spMkLst>
        </pc:spChg>
        <pc:spChg chg="add mod">
          <ac:chgData name="Owais Ahmed" userId="6abc7d4556b3b071" providerId="LiveId" clId="{641304C9-537E-56B8-9D3B-F295291B91EB}" dt="2025-10-18T07:38:33.409" v="1158" actId="20577"/>
          <ac:spMkLst>
            <pc:docMk/>
            <pc:sldMk cId="371062660" sldId="2582"/>
            <ac:spMk id="52" creationId="{97550C38-6731-6105-70D1-91FAA8F63E2E}"/>
          </ac:spMkLst>
        </pc:spChg>
        <pc:spChg chg="add mod">
          <ac:chgData name="Owais Ahmed" userId="6abc7d4556b3b071" providerId="LiveId" clId="{641304C9-537E-56B8-9D3B-F295291B91EB}" dt="2025-10-18T07:37:56.491" v="1152" actId="1076"/>
          <ac:spMkLst>
            <pc:docMk/>
            <pc:sldMk cId="371062660" sldId="2582"/>
            <ac:spMk id="53" creationId="{4258E130-33F0-C884-8284-5FD3F949B0DD}"/>
          </ac:spMkLst>
        </pc:spChg>
        <pc:spChg chg="add mod">
          <ac:chgData name="Owais Ahmed" userId="6abc7d4556b3b071" providerId="LiveId" clId="{641304C9-537E-56B8-9D3B-F295291B91EB}" dt="2025-10-18T07:37:56.491" v="1152" actId="1076"/>
          <ac:spMkLst>
            <pc:docMk/>
            <pc:sldMk cId="371062660" sldId="2582"/>
            <ac:spMk id="54" creationId="{37273193-03EE-4193-3554-9977B6BD50C5}"/>
          </ac:spMkLst>
        </pc:spChg>
        <pc:spChg chg="add mod">
          <ac:chgData name="Owais Ahmed" userId="6abc7d4556b3b071" providerId="LiveId" clId="{641304C9-537E-56B8-9D3B-F295291B91EB}" dt="2025-10-18T07:41:36.335" v="1198" actId="255"/>
          <ac:spMkLst>
            <pc:docMk/>
            <pc:sldMk cId="371062660" sldId="2582"/>
            <ac:spMk id="55" creationId="{871D74B5-3C6E-D978-0E52-BD2BA23A7DEA}"/>
          </ac:spMkLst>
        </pc:spChg>
        <pc:spChg chg="add mod">
          <ac:chgData name="Owais Ahmed" userId="6abc7d4556b3b071" providerId="LiveId" clId="{641304C9-537E-56B8-9D3B-F295291B91EB}" dt="2025-10-18T07:41:36.335" v="1198" actId="255"/>
          <ac:spMkLst>
            <pc:docMk/>
            <pc:sldMk cId="371062660" sldId="2582"/>
            <ac:spMk id="56" creationId="{0DDDF6DE-D303-8A0A-746A-9A806BE0630D}"/>
          </ac:spMkLst>
        </pc:spChg>
        <pc:spChg chg="add mod">
          <ac:chgData name="Owais Ahmed" userId="6abc7d4556b3b071" providerId="LiveId" clId="{641304C9-537E-56B8-9D3B-F295291B91EB}" dt="2025-10-18T07:38:09.492" v="1154" actId="1076"/>
          <ac:spMkLst>
            <pc:docMk/>
            <pc:sldMk cId="371062660" sldId="2582"/>
            <ac:spMk id="57" creationId="{AF6B50D7-97EC-2D21-2FD1-4DAB9022AF59}"/>
          </ac:spMkLst>
        </pc:spChg>
        <pc:spChg chg="add mod">
          <ac:chgData name="Owais Ahmed" userId="6abc7d4556b3b071" providerId="LiveId" clId="{641304C9-537E-56B8-9D3B-F295291B91EB}" dt="2025-10-18T07:38:37.845" v="1159" actId="20577"/>
          <ac:spMkLst>
            <pc:docMk/>
            <pc:sldMk cId="371062660" sldId="2582"/>
            <ac:spMk id="58" creationId="{DF379579-B9F1-D73B-D3E0-E088DD972BF8}"/>
          </ac:spMkLst>
        </pc:spChg>
        <pc:spChg chg="add mod">
          <ac:chgData name="Owais Ahmed" userId="6abc7d4556b3b071" providerId="LiveId" clId="{641304C9-537E-56B8-9D3B-F295291B91EB}" dt="2025-10-18T07:38:09.492" v="1154" actId="1076"/>
          <ac:spMkLst>
            <pc:docMk/>
            <pc:sldMk cId="371062660" sldId="2582"/>
            <ac:spMk id="59" creationId="{872CF744-6089-0CE8-1E26-08C3DB90099B}"/>
          </ac:spMkLst>
        </pc:spChg>
        <pc:spChg chg="add mod">
          <ac:chgData name="Owais Ahmed" userId="6abc7d4556b3b071" providerId="LiveId" clId="{641304C9-537E-56B8-9D3B-F295291B91EB}" dt="2025-10-18T07:38:40.557" v="1160" actId="20577"/>
          <ac:spMkLst>
            <pc:docMk/>
            <pc:sldMk cId="371062660" sldId="2582"/>
            <ac:spMk id="60" creationId="{DC3D1852-43FF-C5C4-9673-04E9CC7D3A87}"/>
          </ac:spMkLst>
        </pc:spChg>
        <pc:spChg chg="add mod">
          <ac:chgData name="Owais Ahmed" userId="6abc7d4556b3b071" providerId="LiveId" clId="{641304C9-537E-56B8-9D3B-F295291B91EB}" dt="2025-10-18T07:38:43.084" v="1164" actId="5793"/>
          <ac:spMkLst>
            <pc:docMk/>
            <pc:sldMk cId="371062660" sldId="2582"/>
            <ac:spMk id="61" creationId="{B17F550F-CC28-84F6-D70E-CC02263A5B44}"/>
          </ac:spMkLst>
        </pc:spChg>
        <pc:spChg chg="mod">
          <ac:chgData name="Owais Ahmed" userId="6abc7d4556b3b071" providerId="LiveId" clId="{641304C9-537E-56B8-9D3B-F295291B91EB}" dt="2025-10-18T07:39:19.038" v="1172"/>
          <ac:spMkLst>
            <pc:docMk/>
            <pc:sldMk cId="371062660" sldId="2582"/>
            <ac:spMk id="71" creationId="{0C03DACF-3E4F-EB54-4410-8EE8AAF581BC}"/>
          </ac:spMkLst>
        </pc:spChg>
        <pc:spChg chg="mod">
          <ac:chgData name="Owais Ahmed" userId="6abc7d4556b3b071" providerId="LiveId" clId="{641304C9-537E-56B8-9D3B-F295291B91EB}" dt="2025-10-18T07:39:19.038" v="1172"/>
          <ac:spMkLst>
            <pc:docMk/>
            <pc:sldMk cId="371062660" sldId="2582"/>
            <ac:spMk id="72" creationId="{780124D6-C7C5-5AA0-24D3-42027E67598B}"/>
          </ac:spMkLst>
        </pc:spChg>
        <pc:spChg chg="mod">
          <ac:chgData name="Owais Ahmed" userId="6abc7d4556b3b071" providerId="LiveId" clId="{641304C9-537E-56B8-9D3B-F295291B91EB}" dt="2025-10-18T07:39:19.038" v="1172"/>
          <ac:spMkLst>
            <pc:docMk/>
            <pc:sldMk cId="371062660" sldId="2582"/>
            <ac:spMk id="75" creationId="{ED57D3DD-1AB1-E7EB-D207-BA4A9C6F92D3}"/>
          </ac:spMkLst>
        </pc:spChg>
        <pc:spChg chg="mod">
          <ac:chgData name="Owais Ahmed" userId="6abc7d4556b3b071" providerId="LiveId" clId="{641304C9-537E-56B8-9D3B-F295291B91EB}" dt="2025-10-18T07:39:19.038" v="1172"/>
          <ac:spMkLst>
            <pc:docMk/>
            <pc:sldMk cId="371062660" sldId="2582"/>
            <ac:spMk id="76" creationId="{B666C92F-7EC0-5961-4DCF-07CC4C05BA7E}"/>
          </ac:spMkLst>
        </pc:spChg>
        <pc:spChg chg="mod">
          <ac:chgData name="Owais Ahmed" userId="6abc7d4556b3b071" providerId="LiveId" clId="{641304C9-537E-56B8-9D3B-F295291B91EB}" dt="2025-10-18T07:39:19.038" v="1172"/>
          <ac:spMkLst>
            <pc:docMk/>
            <pc:sldMk cId="371062660" sldId="2582"/>
            <ac:spMk id="77" creationId="{6F00B06C-DE06-935D-332C-B42A6FD9B870}"/>
          </ac:spMkLst>
        </pc:spChg>
        <pc:spChg chg="mod">
          <ac:chgData name="Owais Ahmed" userId="6abc7d4556b3b071" providerId="LiveId" clId="{641304C9-537E-56B8-9D3B-F295291B91EB}" dt="2025-10-18T07:39:19.038" v="1172"/>
          <ac:spMkLst>
            <pc:docMk/>
            <pc:sldMk cId="371062660" sldId="2582"/>
            <ac:spMk id="78" creationId="{23CC83E0-1D0F-351B-971E-EFE20C79CEB6}"/>
          </ac:spMkLst>
        </pc:spChg>
        <pc:spChg chg="mod">
          <ac:chgData name="Owais Ahmed" userId="6abc7d4556b3b071" providerId="LiveId" clId="{641304C9-537E-56B8-9D3B-F295291B91EB}" dt="2025-10-18T07:39:19.038" v="1172"/>
          <ac:spMkLst>
            <pc:docMk/>
            <pc:sldMk cId="371062660" sldId="2582"/>
            <ac:spMk id="79" creationId="{D42C34FD-A7DC-330C-5B25-EC6EDAEE83F4}"/>
          </ac:spMkLst>
        </pc:spChg>
        <pc:spChg chg="mod">
          <ac:chgData name="Owais Ahmed" userId="6abc7d4556b3b071" providerId="LiveId" clId="{641304C9-537E-56B8-9D3B-F295291B91EB}" dt="2025-10-18T07:39:19.038" v="1172"/>
          <ac:spMkLst>
            <pc:docMk/>
            <pc:sldMk cId="371062660" sldId="2582"/>
            <ac:spMk id="80" creationId="{E7D99A85-2756-67C8-0673-A9B79D5B4725}"/>
          </ac:spMkLst>
        </pc:spChg>
        <pc:spChg chg="mod">
          <ac:chgData name="Owais Ahmed" userId="6abc7d4556b3b071" providerId="LiveId" clId="{641304C9-537E-56B8-9D3B-F295291B91EB}" dt="2025-10-18T07:39:19.038" v="1172"/>
          <ac:spMkLst>
            <pc:docMk/>
            <pc:sldMk cId="371062660" sldId="2582"/>
            <ac:spMk id="81" creationId="{15A3B959-FE8E-D964-DA83-836B37B8504B}"/>
          </ac:spMkLst>
        </pc:spChg>
        <pc:spChg chg="mod">
          <ac:chgData name="Owais Ahmed" userId="6abc7d4556b3b071" providerId="LiveId" clId="{641304C9-537E-56B8-9D3B-F295291B91EB}" dt="2025-10-18T07:39:19.038" v="1172"/>
          <ac:spMkLst>
            <pc:docMk/>
            <pc:sldMk cId="371062660" sldId="2582"/>
            <ac:spMk id="82" creationId="{68A4825B-A24D-5DD8-91AD-58D7C3A1F870}"/>
          </ac:spMkLst>
        </pc:spChg>
        <pc:spChg chg="add mod">
          <ac:chgData name="Owais Ahmed" userId="6abc7d4556b3b071" providerId="LiveId" clId="{641304C9-537E-56B8-9D3B-F295291B91EB}" dt="2025-10-18T07:39:37.363" v="1178" actId="1076"/>
          <ac:spMkLst>
            <pc:docMk/>
            <pc:sldMk cId="371062660" sldId="2582"/>
            <ac:spMk id="83" creationId="{2BA47846-77EF-93AD-3C7F-D4A9242B9A86}"/>
          </ac:spMkLst>
        </pc:spChg>
        <pc:spChg chg="mod">
          <ac:chgData name="Owais Ahmed" userId="6abc7d4556b3b071" providerId="LiveId" clId="{641304C9-537E-56B8-9D3B-F295291B91EB}" dt="2025-10-18T07:41:36.335" v="1198" actId="255"/>
          <ac:spMkLst>
            <pc:docMk/>
            <pc:sldMk cId="371062660" sldId="2582"/>
            <ac:spMk id="84" creationId="{8DBF2355-D3B6-4FF6-607C-33FF37E17AA7}"/>
          </ac:spMkLst>
        </pc:spChg>
        <pc:spChg chg="mod">
          <ac:chgData name="Owais Ahmed" userId="6abc7d4556b3b071" providerId="LiveId" clId="{641304C9-537E-56B8-9D3B-F295291B91EB}" dt="2025-10-18T07:41:36.335" v="1198" actId="255"/>
          <ac:spMkLst>
            <pc:docMk/>
            <pc:sldMk cId="371062660" sldId="2582"/>
            <ac:spMk id="87" creationId="{C7179A28-545C-44E1-F540-37E2BD2018F1}"/>
          </ac:spMkLst>
        </pc:spChg>
        <pc:spChg chg="mod">
          <ac:chgData name="Owais Ahmed" userId="6abc7d4556b3b071" providerId="LiveId" clId="{641304C9-537E-56B8-9D3B-F295291B91EB}" dt="2025-10-18T07:40:14.545" v="1193" actId="20577"/>
          <ac:spMkLst>
            <pc:docMk/>
            <pc:sldMk cId="371062660" sldId="2582"/>
            <ac:spMk id="88" creationId="{62F67591-229A-DAAB-709D-D3DCD6FFD731}"/>
          </ac:spMkLst>
        </pc:spChg>
        <pc:spChg chg="mod">
          <ac:chgData name="Owais Ahmed" userId="6abc7d4556b3b071" providerId="LiveId" clId="{641304C9-537E-56B8-9D3B-F295291B91EB}" dt="2025-10-18T07:41:36.335" v="1198" actId="255"/>
          <ac:spMkLst>
            <pc:docMk/>
            <pc:sldMk cId="371062660" sldId="2582"/>
            <ac:spMk id="90" creationId="{3ABBFE93-E4DF-D719-2CB9-876B98C4998C}"/>
          </ac:spMkLst>
        </pc:spChg>
        <pc:spChg chg="mod">
          <ac:chgData name="Owais Ahmed" userId="6abc7d4556b3b071" providerId="LiveId" clId="{641304C9-537E-56B8-9D3B-F295291B91EB}" dt="2025-10-18T07:41:36.335" v="1198" actId="255"/>
          <ac:spMkLst>
            <pc:docMk/>
            <pc:sldMk cId="371062660" sldId="2582"/>
            <ac:spMk id="92" creationId="{192A5804-478E-BE4C-8B09-B4943DF18436}"/>
          </ac:spMkLst>
        </pc:spChg>
        <pc:spChg chg="mod">
          <ac:chgData name="Owais Ahmed" userId="6abc7d4556b3b071" providerId="LiveId" clId="{641304C9-537E-56B8-9D3B-F295291B91EB}" dt="2025-10-18T07:41:36.335" v="1198" actId="255"/>
          <ac:spMkLst>
            <pc:docMk/>
            <pc:sldMk cId="371062660" sldId="2582"/>
            <ac:spMk id="93" creationId="{F1A58BA8-3D95-6618-FAE2-EDCB656C5682}"/>
          </ac:spMkLst>
        </pc:spChg>
        <pc:spChg chg="mod">
          <ac:chgData name="Owais Ahmed" userId="6abc7d4556b3b071" providerId="LiveId" clId="{641304C9-537E-56B8-9D3B-F295291B91EB}" dt="2025-10-18T07:39:45.617" v="1180"/>
          <ac:spMkLst>
            <pc:docMk/>
            <pc:sldMk cId="371062660" sldId="2582"/>
            <ac:spMk id="94" creationId="{F28F9F4B-D2C2-E2F4-E76F-E178EC1BBF08}"/>
          </ac:spMkLst>
        </pc:spChg>
        <pc:spChg chg="mod">
          <ac:chgData name="Owais Ahmed" userId="6abc7d4556b3b071" providerId="LiveId" clId="{641304C9-537E-56B8-9D3B-F295291B91EB}" dt="2025-10-18T07:41:36.335" v="1198" actId="255"/>
          <ac:spMkLst>
            <pc:docMk/>
            <pc:sldMk cId="371062660" sldId="2582"/>
            <ac:spMk id="95" creationId="{EFA10CD8-9337-F294-8ACE-8F7DE0CE0AC3}"/>
          </ac:spMkLst>
        </pc:spChg>
        <pc:spChg chg="mod">
          <ac:chgData name="Owais Ahmed" userId="6abc7d4556b3b071" providerId="LiveId" clId="{641304C9-537E-56B8-9D3B-F295291B91EB}" dt="2025-10-18T07:39:45.617" v="1180"/>
          <ac:spMkLst>
            <pc:docMk/>
            <pc:sldMk cId="371062660" sldId="2582"/>
            <ac:spMk id="96" creationId="{05989E3E-4936-C876-6147-B12A4C4ABD7C}"/>
          </ac:spMkLst>
        </pc:spChg>
        <pc:spChg chg="mod">
          <ac:chgData name="Owais Ahmed" userId="6abc7d4556b3b071" providerId="LiveId" clId="{641304C9-537E-56B8-9D3B-F295291B91EB}" dt="2025-10-18T07:39:45.617" v="1180"/>
          <ac:spMkLst>
            <pc:docMk/>
            <pc:sldMk cId="371062660" sldId="2582"/>
            <ac:spMk id="97" creationId="{F35963C5-8D6A-131D-AC25-159ACCE31E14}"/>
          </ac:spMkLst>
        </pc:spChg>
        <pc:spChg chg="mod">
          <ac:chgData name="Owais Ahmed" userId="6abc7d4556b3b071" providerId="LiveId" clId="{641304C9-537E-56B8-9D3B-F295291B91EB}" dt="2025-10-18T07:39:45.617" v="1180"/>
          <ac:spMkLst>
            <pc:docMk/>
            <pc:sldMk cId="371062660" sldId="2582"/>
            <ac:spMk id="98" creationId="{5A4D9ECF-A6DC-EF40-DC79-9526B8628B2C}"/>
          </ac:spMkLst>
        </pc:spChg>
        <pc:spChg chg="mod">
          <ac:chgData name="Owais Ahmed" userId="6abc7d4556b3b071" providerId="LiveId" clId="{641304C9-537E-56B8-9D3B-F295291B91EB}" dt="2025-10-18T07:41:36.335" v="1198" actId="255"/>
          <ac:spMkLst>
            <pc:docMk/>
            <pc:sldMk cId="371062660" sldId="2582"/>
            <ac:spMk id="99" creationId="{3F6E9D3A-F4A8-F0CA-48F9-C526E10B0F36}"/>
          </ac:spMkLst>
        </pc:spChg>
        <pc:spChg chg="mod">
          <ac:chgData name="Owais Ahmed" userId="6abc7d4556b3b071" providerId="LiveId" clId="{641304C9-537E-56B8-9D3B-F295291B91EB}" dt="2025-10-18T07:39:45.617" v="1180"/>
          <ac:spMkLst>
            <pc:docMk/>
            <pc:sldMk cId="371062660" sldId="2582"/>
            <ac:spMk id="100" creationId="{105BF4CB-2C48-FBEB-3A06-85CA56D81C82}"/>
          </ac:spMkLst>
        </pc:spChg>
        <pc:spChg chg="add mod">
          <ac:chgData name="Owais Ahmed" userId="6abc7d4556b3b071" providerId="LiveId" clId="{641304C9-537E-56B8-9D3B-F295291B91EB}" dt="2025-10-18T07:43:07.924" v="1210" actId="13822"/>
          <ac:spMkLst>
            <pc:docMk/>
            <pc:sldMk cId="371062660" sldId="2582"/>
            <ac:spMk id="106" creationId="{A80E418D-FC3B-D945-DFCF-FC7A728FB2B6}"/>
          </ac:spMkLst>
        </pc:spChg>
        <pc:spChg chg="mod">
          <ac:chgData name="Owais Ahmed" userId="6abc7d4556b3b071" providerId="LiveId" clId="{641304C9-537E-56B8-9D3B-F295291B91EB}" dt="2025-10-18T07:45:25.067" v="1238" actId="20577"/>
          <ac:spMkLst>
            <pc:docMk/>
            <pc:sldMk cId="371062660" sldId="2582"/>
            <ac:spMk id="109" creationId="{A8BE5043-B285-554B-6CD6-173748E1AE5D}"/>
          </ac:spMkLst>
        </pc:spChg>
        <pc:spChg chg="mod">
          <ac:chgData name="Owais Ahmed" userId="6abc7d4556b3b071" providerId="LiveId" clId="{641304C9-537E-56B8-9D3B-F295291B91EB}" dt="2025-10-18T07:45:29.110" v="1239" actId="20577"/>
          <ac:spMkLst>
            <pc:docMk/>
            <pc:sldMk cId="371062660" sldId="2582"/>
            <ac:spMk id="110" creationId="{98187F44-AA0E-FDF5-C6D4-59ED54E6426B}"/>
          </ac:spMkLst>
        </pc:spChg>
        <pc:spChg chg="mod">
          <ac:chgData name="Owais Ahmed" userId="6abc7d4556b3b071" providerId="LiveId" clId="{641304C9-537E-56B8-9D3B-F295291B91EB}" dt="2025-10-18T07:42:09.107" v="1202"/>
          <ac:spMkLst>
            <pc:docMk/>
            <pc:sldMk cId="371062660" sldId="2582"/>
            <ac:spMk id="111" creationId="{157643D4-00A9-0355-E5A7-3780E6C63840}"/>
          </ac:spMkLst>
        </pc:spChg>
        <pc:spChg chg="mod">
          <ac:chgData name="Owais Ahmed" userId="6abc7d4556b3b071" providerId="LiveId" clId="{641304C9-537E-56B8-9D3B-F295291B91EB}" dt="2025-10-18T07:42:09.107" v="1202"/>
          <ac:spMkLst>
            <pc:docMk/>
            <pc:sldMk cId="371062660" sldId="2582"/>
            <ac:spMk id="112" creationId="{541DD7AE-D5BA-1EA9-20B2-51A41427619F}"/>
          </ac:spMkLst>
        </pc:spChg>
        <pc:spChg chg="mod">
          <ac:chgData name="Owais Ahmed" userId="6abc7d4556b3b071" providerId="LiveId" clId="{641304C9-537E-56B8-9D3B-F295291B91EB}" dt="2025-10-18T07:45:36.305" v="1240" actId="20577"/>
          <ac:spMkLst>
            <pc:docMk/>
            <pc:sldMk cId="371062660" sldId="2582"/>
            <ac:spMk id="113" creationId="{C43D74D5-0FA1-3169-C95B-859C8C38C334}"/>
          </ac:spMkLst>
        </pc:spChg>
        <pc:spChg chg="mod">
          <ac:chgData name="Owais Ahmed" userId="6abc7d4556b3b071" providerId="LiveId" clId="{641304C9-537E-56B8-9D3B-F295291B91EB}" dt="2025-10-18T07:42:09.107" v="1202"/>
          <ac:spMkLst>
            <pc:docMk/>
            <pc:sldMk cId="371062660" sldId="2582"/>
            <ac:spMk id="114" creationId="{16831401-122D-3541-B031-8628DBEC2705}"/>
          </ac:spMkLst>
        </pc:spChg>
        <pc:spChg chg="mod">
          <ac:chgData name="Owais Ahmed" userId="6abc7d4556b3b071" providerId="LiveId" clId="{641304C9-537E-56B8-9D3B-F295291B91EB}" dt="2025-10-18T07:45:40.790" v="1241" actId="20577"/>
          <ac:spMkLst>
            <pc:docMk/>
            <pc:sldMk cId="371062660" sldId="2582"/>
            <ac:spMk id="116" creationId="{77A49F36-DEE4-5C8E-4990-D029C7E7A703}"/>
          </ac:spMkLst>
        </pc:spChg>
        <pc:spChg chg="mod">
          <ac:chgData name="Owais Ahmed" userId="6abc7d4556b3b071" providerId="LiveId" clId="{641304C9-537E-56B8-9D3B-F295291B91EB}" dt="2025-10-18T07:42:09.107" v="1202"/>
          <ac:spMkLst>
            <pc:docMk/>
            <pc:sldMk cId="371062660" sldId="2582"/>
            <ac:spMk id="117" creationId="{80D2A63F-F61B-0F58-762C-85DAD1BC2D9A}"/>
          </ac:spMkLst>
        </pc:spChg>
        <pc:spChg chg="mod">
          <ac:chgData name="Owais Ahmed" userId="6abc7d4556b3b071" providerId="LiveId" clId="{641304C9-537E-56B8-9D3B-F295291B91EB}" dt="2025-10-18T07:42:09.107" v="1202"/>
          <ac:spMkLst>
            <pc:docMk/>
            <pc:sldMk cId="371062660" sldId="2582"/>
            <ac:spMk id="118" creationId="{D2E28178-2403-E14E-D6BA-78981C2D971E}"/>
          </ac:spMkLst>
        </pc:spChg>
        <pc:spChg chg="mod">
          <ac:chgData name="Owais Ahmed" userId="6abc7d4556b3b071" providerId="LiveId" clId="{641304C9-537E-56B8-9D3B-F295291B91EB}" dt="2025-10-18T07:45:43.772" v="1242" actId="20577"/>
          <ac:spMkLst>
            <pc:docMk/>
            <pc:sldMk cId="371062660" sldId="2582"/>
            <ac:spMk id="120" creationId="{3DA418C5-DD2B-80B6-C64E-004E18CB9733}"/>
          </ac:spMkLst>
        </pc:spChg>
        <pc:spChg chg="add del mod topLvl">
          <ac:chgData name="Owais Ahmed" userId="6abc7d4556b3b071" providerId="LiveId" clId="{641304C9-537E-56B8-9D3B-F295291B91EB}" dt="2025-10-18T07:47:13.987" v="1259" actId="20577"/>
          <ac:spMkLst>
            <pc:docMk/>
            <pc:sldMk cId="371062660" sldId="2582"/>
            <ac:spMk id="193" creationId="{C6FF00E5-1B48-4E8D-8B73-1B0C6B812BD0}"/>
          </ac:spMkLst>
        </pc:spChg>
        <pc:spChg chg="mod">
          <ac:chgData name="Owais Ahmed" userId="6abc7d4556b3b071" providerId="LiveId" clId="{641304C9-537E-56B8-9D3B-F295291B91EB}" dt="2025-10-18T07:45:47.348" v="1243" actId="20577"/>
          <ac:spMkLst>
            <pc:docMk/>
            <pc:sldMk cId="371062660" sldId="2582"/>
            <ac:spMk id="198" creationId="{132C6AC6-04C8-25DD-BCB7-82B686C33F74}"/>
          </ac:spMkLst>
        </pc:spChg>
        <pc:spChg chg="mod">
          <ac:chgData name="Owais Ahmed" userId="6abc7d4556b3b071" providerId="LiveId" clId="{641304C9-537E-56B8-9D3B-F295291B91EB}" dt="2025-10-18T07:45:49.648" v="1244" actId="20577"/>
          <ac:spMkLst>
            <pc:docMk/>
            <pc:sldMk cId="371062660" sldId="2582"/>
            <ac:spMk id="199" creationId="{26759B14-CA61-7D13-4A5D-2F121E61BD1E}"/>
          </ac:spMkLst>
        </pc:spChg>
        <pc:spChg chg="mod">
          <ac:chgData name="Owais Ahmed" userId="6abc7d4556b3b071" providerId="LiveId" clId="{641304C9-537E-56B8-9D3B-F295291B91EB}" dt="2025-10-18T07:44:02.423" v="1215"/>
          <ac:spMkLst>
            <pc:docMk/>
            <pc:sldMk cId="371062660" sldId="2582"/>
            <ac:spMk id="202" creationId="{BCFA0D75-AF49-A972-1CDA-1BEEFB439DDC}"/>
          </ac:spMkLst>
        </pc:spChg>
        <pc:spChg chg="mod">
          <ac:chgData name="Owais Ahmed" userId="6abc7d4556b3b071" providerId="LiveId" clId="{641304C9-537E-56B8-9D3B-F295291B91EB}" dt="2025-10-18T07:45:54.694" v="1245" actId="20577"/>
          <ac:spMkLst>
            <pc:docMk/>
            <pc:sldMk cId="371062660" sldId="2582"/>
            <ac:spMk id="203" creationId="{80E3DE71-ED7E-0B45-CA2D-A32C88E5CBC9}"/>
          </ac:spMkLst>
        </pc:spChg>
        <pc:spChg chg="mod">
          <ac:chgData name="Owais Ahmed" userId="6abc7d4556b3b071" providerId="LiveId" clId="{641304C9-537E-56B8-9D3B-F295291B91EB}" dt="2025-10-18T07:44:02.423" v="1215"/>
          <ac:spMkLst>
            <pc:docMk/>
            <pc:sldMk cId="371062660" sldId="2582"/>
            <ac:spMk id="204" creationId="{15B0F6CC-9A2E-83EF-968A-2C1120800F18}"/>
          </ac:spMkLst>
        </pc:spChg>
        <pc:spChg chg="mod">
          <ac:chgData name="Owais Ahmed" userId="6abc7d4556b3b071" providerId="LiveId" clId="{641304C9-537E-56B8-9D3B-F295291B91EB}" dt="2025-10-18T07:44:02.423" v="1215"/>
          <ac:spMkLst>
            <pc:docMk/>
            <pc:sldMk cId="371062660" sldId="2582"/>
            <ac:spMk id="205" creationId="{879DAF49-01F8-1180-8D19-9EBAC653A87C}"/>
          </ac:spMkLst>
        </pc:spChg>
        <pc:spChg chg="mod">
          <ac:chgData name="Owais Ahmed" userId="6abc7d4556b3b071" providerId="LiveId" clId="{641304C9-537E-56B8-9D3B-F295291B91EB}" dt="2025-10-18T07:44:02.423" v="1215"/>
          <ac:spMkLst>
            <pc:docMk/>
            <pc:sldMk cId="371062660" sldId="2582"/>
            <ac:spMk id="206" creationId="{CB8E8630-8F51-3435-00EB-C22271F24D06}"/>
          </ac:spMkLst>
        </pc:spChg>
        <pc:spChg chg="mod">
          <ac:chgData name="Owais Ahmed" userId="6abc7d4556b3b071" providerId="LiveId" clId="{641304C9-537E-56B8-9D3B-F295291B91EB}" dt="2025-10-18T07:44:02.423" v="1215"/>
          <ac:spMkLst>
            <pc:docMk/>
            <pc:sldMk cId="371062660" sldId="2582"/>
            <ac:spMk id="207" creationId="{E0BA5FE6-8895-D366-6E9E-76293B542937}"/>
          </ac:spMkLst>
        </pc:spChg>
        <pc:spChg chg="mod">
          <ac:chgData name="Owais Ahmed" userId="6abc7d4556b3b071" providerId="LiveId" clId="{641304C9-537E-56B8-9D3B-F295291B91EB}" dt="2025-10-18T07:44:02.423" v="1215"/>
          <ac:spMkLst>
            <pc:docMk/>
            <pc:sldMk cId="371062660" sldId="2582"/>
            <ac:spMk id="208" creationId="{789E6FA7-65BF-775E-54BB-D0D4B4F8CB82}"/>
          </ac:spMkLst>
        </pc:spChg>
        <pc:spChg chg="mod">
          <ac:chgData name="Owais Ahmed" userId="6abc7d4556b3b071" providerId="LiveId" clId="{641304C9-537E-56B8-9D3B-F295291B91EB}" dt="2025-10-18T07:45:59.825" v="1246" actId="20577"/>
          <ac:spMkLst>
            <pc:docMk/>
            <pc:sldMk cId="371062660" sldId="2582"/>
            <ac:spMk id="209" creationId="{86879047-CC8F-BFAD-1141-6A941EB125D4}"/>
          </ac:spMkLst>
        </pc:spChg>
        <pc:grpChg chg="add del mod">
          <ac:chgData name="Owais Ahmed" userId="6abc7d4556b3b071" providerId="LiveId" clId="{641304C9-537E-56B8-9D3B-F295291B91EB}" dt="2025-10-18T07:30:01.597" v="1049" actId="165"/>
          <ac:grpSpMkLst>
            <pc:docMk/>
            <pc:sldMk cId="371062660" sldId="2582"/>
            <ac:grpSpMk id="4" creationId="{95F6CECF-2B2A-273A-E363-22D8CFE0CCA9}"/>
          </ac:grpSpMkLst>
        </pc:grpChg>
        <pc:grpChg chg="add del mod topLvl">
          <ac:chgData name="Owais Ahmed" userId="6abc7d4556b3b071" providerId="LiveId" clId="{641304C9-537E-56B8-9D3B-F295291B91EB}" dt="2025-10-18T07:36:09.141" v="1122" actId="478"/>
          <ac:grpSpMkLst>
            <pc:docMk/>
            <pc:sldMk cId="371062660" sldId="2582"/>
            <ac:grpSpMk id="13" creationId="{69D41FC9-D4AC-DE5E-6507-4A470557CBF0}"/>
          </ac:grpSpMkLst>
        </pc:grpChg>
        <pc:grpChg chg="add del">
          <ac:chgData name="Owais Ahmed" userId="6abc7d4556b3b071" providerId="LiveId" clId="{641304C9-537E-56B8-9D3B-F295291B91EB}" dt="2025-10-18T07:34:12.233" v="1090" actId="165"/>
          <ac:grpSpMkLst>
            <pc:docMk/>
            <pc:sldMk cId="371062660" sldId="2582"/>
            <ac:grpSpMk id="22" creationId="{599E9A62-A759-67F1-330A-003D7D4EED9A}"/>
          </ac:grpSpMkLst>
        </pc:grpChg>
        <pc:grpChg chg="add mod">
          <ac:chgData name="Owais Ahmed" userId="6abc7d4556b3b071" providerId="LiveId" clId="{641304C9-537E-56B8-9D3B-F295291B91EB}" dt="2025-10-18T07:41:42.127" v="1199" actId="1076"/>
          <ac:grpSpMkLst>
            <pc:docMk/>
            <pc:sldMk cId="371062660" sldId="2582"/>
            <ac:grpSpMk id="62" creationId="{4E17CC79-C729-7492-A65F-21B4A9B2CCCA}"/>
          </ac:grpSpMkLst>
        </pc:grpChg>
        <pc:grpChg chg="mod">
          <ac:chgData name="Owais Ahmed" userId="6abc7d4556b3b071" providerId="LiveId" clId="{641304C9-537E-56B8-9D3B-F295291B91EB}" dt="2025-10-18T07:39:38.722" v="1179" actId="1076"/>
          <ac:grpSpMkLst>
            <pc:docMk/>
            <pc:sldMk cId="371062660" sldId="2582"/>
            <ac:grpSpMk id="69" creationId="{F09D8E59-A90A-54D5-224A-913CD117FAAC}"/>
          </ac:grpSpMkLst>
        </pc:grpChg>
        <pc:grpChg chg="mod">
          <ac:chgData name="Owais Ahmed" userId="6abc7d4556b3b071" providerId="LiveId" clId="{641304C9-537E-56B8-9D3B-F295291B91EB}" dt="2025-10-18T07:41:47.622" v="1200" actId="1076"/>
          <ac:grpSpMkLst>
            <pc:docMk/>
            <pc:sldMk cId="371062660" sldId="2582"/>
            <ac:grpSpMk id="86" creationId="{0CF10A70-31AF-0515-BF84-9993E333CE9D}"/>
          </ac:grpSpMkLst>
        </pc:grpChg>
        <pc:grpChg chg="add mod">
          <ac:chgData name="Owais Ahmed" userId="6abc7d4556b3b071" providerId="LiveId" clId="{641304C9-537E-56B8-9D3B-F295291B91EB}" dt="2025-10-18T07:43:58.128" v="1214" actId="1076"/>
          <ac:grpSpMkLst>
            <pc:docMk/>
            <pc:sldMk cId="371062660" sldId="2582"/>
            <ac:grpSpMk id="105" creationId="{C0CF2B62-4E7A-D659-1E0D-140113D397BA}"/>
          </ac:grpSpMkLst>
        </pc:grpChg>
        <pc:grpChg chg="mod">
          <ac:chgData name="Owais Ahmed" userId="6abc7d4556b3b071" providerId="LiveId" clId="{641304C9-537E-56B8-9D3B-F295291B91EB}" dt="2025-10-18T07:42:34.683" v="1204" actId="1076"/>
          <ac:grpSpMkLst>
            <pc:docMk/>
            <pc:sldMk cId="371062660" sldId="2582"/>
            <ac:grpSpMk id="108" creationId="{D1AC6FE4-DFF3-ED90-47D1-6AFD04992780}"/>
          </ac:grpSpMkLst>
        </pc:grpChg>
        <pc:grpChg chg="add mod">
          <ac:chgData name="Owais Ahmed" userId="6abc7d4556b3b071" providerId="LiveId" clId="{641304C9-537E-56B8-9D3B-F295291B91EB}" dt="2025-10-18T07:43:58.128" v="1214" actId="1076"/>
          <ac:grpSpMkLst>
            <pc:docMk/>
            <pc:sldMk cId="371062660" sldId="2582"/>
            <ac:grpSpMk id="124" creationId="{D7DCF470-9860-D9F8-2322-915965E7A9E4}"/>
          </ac:grpSpMkLst>
        </pc:grpChg>
        <pc:grpChg chg="add mod">
          <ac:chgData name="Owais Ahmed" userId="6abc7d4556b3b071" providerId="LiveId" clId="{641304C9-537E-56B8-9D3B-F295291B91EB}" dt="2025-10-18T07:43:58.128" v="1214" actId="1076"/>
          <ac:grpSpMkLst>
            <pc:docMk/>
            <pc:sldMk cId="371062660" sldId="2582"/>
            <ac:grpSpMk id="127" creationId="{4DC65233-773C-68E5-63F0-AB0F4BC708AD}"/>
          </ac:grpSpMkLst>
        </pc:grpChg>
        <pc:grpChg chg="del mod">
          <ac:chgData name="Owais Ahmed" userId="6abc7d4556b3b071" providerId="LiveId" clId="{641304C9-537E-56B8-9D3B-F295291B91EB}" dt="2025-10-18T07:44:39.263" v="1219" actId="165"/>
          <ac:grpSpMkLst>
            <pc:docMk/>
            <pc:sldMk cId="371062660" sldId="2582"/>
            <ac:grpSpMk id="192" creationId="{061FEABC-B7B8-37E8-6998-204049625CD8}"/>
          </ac:grpSpMkLst>
        </pc:grpChg>
        <pc:grpChg chg="add del mod topLvl">
          <ac:chgData name="Owais Ahmed" userId="6abc7d4556b3b071" providerId="LiveId" clId="{641304C9-537E-56B8-9D3B-F295291B91EB}" dt="2025-10-18T07:44:58.787" v="1226" actId="1076"/>
          <ac:grpSpMkLst>
            <pc:docMk/>
            <pc:sldMk cId="371062660" sldId="2582"/>
            <ac:grpSpMk id="195" creationId="{CDDADC2C-84C3-CA6C-8658-FA5DF6F3C102}"/>
          </ac:grpSpMkLst>
        </pc:grpChg>
        <pc:grpChg chg="add">
          <ac:chgData name="Owais Ahmed" userId="6abc7d4556b3b071" providerId="LiveId" clId="{641304C9-537E-56B8-9D3B-F295291B91EB}" dt="2025-10-18T07:47:22.114" v="1260" actId="164"/>
          <ac:grpSpMkLst>
            <pc:docMk/>
            <pc:sldMk cId="371062660" sldId="2582"/>
            <ac:grpSpMk id="213" creationId="{A67D8881-B15E-8650-E225-7E28CFC90FE3}"/>
          </ac:grpSpMkLst>
        </pc:grpChg>
        <pc:cxnChg chg="add del mod">
          <ac:chgData name="Owais Ahmed" userId="6abc7d4556b3b071" providerId="LiveId" clId="{641304C9-537E-56B8-9D3B-F295291B91EB}" dt="2025-10-18T07:32:39.637" v="1081" actId="11529"/>
          <ac:cxnSpMkLst>
            <pc:docMk/>
            <pc:sldMk cId="371062660" sldId="2582"/>
            <ac:cxnSpMk id="24" creationId="{9A075A57-D181-E4A5-3D09-9D3C2BD5E5B5}"/>
          </ac:cxnSpMkLst>
        </pc:cxnChg>
        <pc:cxnChg chg="add del mod">
          <ac:chgData name="Owais Ahmed" userId="6abc7d4556b3b071" providerId="LiveId" clId="{641304C9-537E-56B8-9D3B-F295291B91EB}" dt="2025-10-18T07:33:04.289" v="1083" actId="11529"/>
          <ac:cxnSpMkLst>
            <pc:docMk/>
            <pc:sldMk cId="371062660" sldId="2582"/>
            <ac:cxnSpMk id="26" creationId="{5368D499-73B4-33E4-D543-7930454894E8}"/>
          </ac:cxnSpMkLst>
        </pc:cxnChg>
        <pc:cxnChg chg="add del mod">
          <ac:chgData name="Owais Ahmed" userId="6abc7d4556b3b071" providerId="LiveId" clId="{641304C9-537E-56B8-9D3B-F295291B91EB}" dt="2025-10-18T07:34:35.507" v="1093" actId="11529"/>
          <ac:cxnSpMkLst>
            <pc:docMk/>
            <pc:sldMk cId="371062660" sldId="2582"/>
            <ac:cxnSpMk id="29" creationId="{4008D171-D858-128F-C56D-DAB707F0CAB0}"/>
          </ac:cxnSpMkLst>
        </pc:cxnChg>
        <pc:cxnChg chg="add del mod">
          <ac:chgData name="Owais Ahmed" userId="6abc7d4556b3b071" providerId="LiveId" clId="{641304C9-537E-56B8-9D3B-F295291B91EB}" dt="2025-10-18T07:35:08.020" v="1100" actId="478"/>
          <ac:cxnSpMkLst>
            <pc:docMk/>
            <pc:sldMk cId="371062660" sldId="2582"/>
            <ac:cxnSpMk id="31" creationId="{8E6081D9-2D47-E5E8-A439-D161DD46E852}"/>
          </ac:cxnSpMkLst>
        </pc:cxnChg>
        <pc:cxnChg chg="add del mod">
          <ac:chgData name="Owais Ahmed" userId="6abc7d4556b3b071" providerId="LiveId" clId="{641304C9-537E-56B8-9D3B-F295291B91EB}" dt="2025-10-18T07:35:58.283" v="1118" actId="478"/>
          <ac:cxnSpMkLst>
            <pc:docMk/>
            <pc:sldMk cId="371062660" sldId="2582"/>
            <ac:cxnSpMk id="35" creationId="{4D31AD3E-75D6-9057-777E-C0A47CAB0CF5}"/>
          </ac:cxnSpMkLst>
        </pc:cxnChg>
        <pc:cxnChg chg="add del mod">
          <ac:chgData name="Owais Ahmed" userId="6abc7d4556b3b071" providerId="LiveId" clId="{641304C9-537E-56B8-9D3B-F295291B91EB}" dt="2025-10-18T07:36:52.772" v="1133" actId="478"/>
          <ac:cxnSpMkLst>
            <pc:docMk/>
            <pc:sldMk cId="371062660" sldId="2582"/>
            <ac:cxnSpMk id="41" creationId="{C6B6846C-E22A-7BB0-3396-7383EFA2D7D4}"/>
          </ac:cxnSpMkLst>
        </pc:cxnChg>
        <pc:cxnChg chg="add mod">
          <ac:chgData name="Owais Ahmed" userId="6abc7d4556b3b071" providerId="LiveId" clId="{641304C9-537E-56B8-9D3B-F295291B91EB}" dt="2025-10-18T07:41:42.127" v="1199" actId="1076"/>
          <ac:cxnSpMkLst>
            <pc:docMk/>
            <pc:sldMk cId="371062660" sldId="2582"/>
            <ac:cxnSpMk id="44" creationId="{78D8FA36-697F-0BED-1396-DC24CACF06D7}"/>
          </ac:cxnSpMkLst>
        </pc:cxnChg>
        <pc:cxnChg chg="add mod">
          <ac:chgData name="Owais Ahmed" userId="6abc7d4556b3b071" providerId="LiveId" clId="{641304C9-537E-56B8-9D3B-F295291B91EB}" dt="2025-10-18T07:41:42.127" v="1199" actId="1076"/>
          <ac:cxnSpMkLst>
            <pc:docMk/>
            <pc:sldMk cId="371062660" sldId="2582"/>
            <ac:cxnSpMk id="63" creationId="{E3DFBBEC-0789-4F67-FF6E-63B1A11BF7B6}"/>
          </ac:cxnSpMkLst>
        </pc:cxnChg>
        <pc:cxnChg chg="add mod">
          <ac:chgData name="Owais Ahmed" userId="6abc7d4556b3b071" providerId="LiveId" clId="{641304C9-537E-56B8-9D3B-F295291B91EB}" dt="2025-10-18T07:41:42.127" v="1199" actId="1076"/>
          <ac:cxnSpMkLst>
            <pc:docMk/>
            <pc:sldMk cId="371062660" sldId="2582"/>
            <ac:cxnSpMk id="66" creationId="{9551FA7F-C0AC-6B38-358A-A5150A4654DC}"/>
          </ac:cxnSpMkLst>
        </pc:cxnChg>
        <pc:cxnChg chg="mod">
          <ac:chgData name="Owais Ahmed" userId="6abc7d4556b3b071" providerId="LiveId" clId="{641304C9-537E-56B8-9D3B-F295291B91EB}" dt="2025-10-18T07:41:47.622" v="1200" actId="1076"/>
          <ac:cxnSpMkLst>
            <pc:docMk/>
            <pc:sldMk cId="371062660" sldId="2582"/>
            <ac:cxnSpMk id="85" creationId="{AE13C9D7-BE6B-AB8F-2CAD-69C17222572A}"/>
          </ac:cxnSpMkLst>
        </pc:cxnChg>
        <pc:cxnChg chg="mod">
          <ac:chgData name="Owais Ahmed" userId="6abc7d4556b3b071" providerId="LiveId" clId="{641304C9-537E-56B8-9D3B-F295291B91EB}" dt="2025-10-18T07:41:47.622" v="1200" actId="1076"/>
          <ac:cxnSpMkLst>
            <pc:docMk/>
            <pc:sldMk cId="371062660" sldId="2582"/>
            <ac:cxnSpMk id="101" creationId="{947A53A3-89D3-E28D-53BB-8E05F15E2730}"/>
          </ac:cxnSpMkLst>
        </pc:cxnChg>
        <pc:cxnChg chg="mod">
          <ac:chgData name="Owais Ahmed" userId="6abc7d4556b3b071" providerId="LiveId" clId="{641304C9-537E-56B8-9D3B-F295291B91EB}" dt="2025-10-18T07:41:47.622" v="1200" actId="1076"/>
          <ac:cxnSpMkLst>
            <pc:docMk/>
            <pc:sldMk cId="371062660" sldId="2582"/>
            <ac:cxnSpMk id="102" creationId="{F492A845-3B6E-10E5-E9F0-650390BBEF51}"/>
          </ac:cxnSpMkLst>
        </pc:cxnChg>
        <pc:cxnChg chg="mod">
          <ac:chgData name="Owais Ahmed" userId="6abc7d4556b3b071" providerId="LiveId" clId="{641304C9-537E-56B8-9D3B-F295291B91EB}" dt="2025-10-18T07:42:55.659" v="1209" actId="20577"/>
          <ac:cxnSpMkLst>
            <pc:docMk/>
            <pc:sldMk cId="371062660" sldId="2582"/>
            <ac:cxnSpMk id="107" creationId="{8087DFBB-59FE-85E4-838D-B5E1ADD86C17}"/>
          </ac:cxnSpMkLst>
        </pc:cxnChg>
        <pc:cxnChg chg="mod">
          <ac:chgData name="Owais Ahmed" userId="6abc7d4556b3b071" providerId="LiveId" clId="{641304C9-537E-56B8-9D3B-F295291B91EB}" dt="2025-10-18T07:43:17.950" v="1211" actId="14100"/>
          <ac:cxnSpMkLst>
            <pc:docMk/>
            <pc:sldMk cId="371062660" sldId="2582"/>
            <ac:cxnSpMk id="122" creationId="{F44257F7-FE8A-84FC-F71C-AC2948B5BD4A}"/>
          </ac:cxnSpMkLst>
        </pc:cxnChg>
        <pc:cxnChg chg="mod">
          <ac:chgData name="Owais Ahmed" userId="6abc7d4556b3b071" providerId="LiveId" clId="{641304C9-537E-56B8-9D3B-F295291B91EB}" dt="2025-10-18T07:43:27.708" v="1212" actId="14100"/>
          <ac:cxnSpMkLst>
            <pc:docMk/>
            <pc:sldMk cId="371062660" sldId="2582"/>
            <ac:cxnSpMk id="123" creationId="{26967DD5-E9A7-9614-0DD4-3D68F449E30E}"/>
          </ac:cxnSpMkLst>
        </pc:cxnChg>
        <pc:cxnChg chg="add del mod topLvl">
          <ac:chgData name="Owais Ahmed" userId="6abc7d4556b3b071" providerId="LiveId" clId="{641304C9-537E-56B8-9D3B-F295291B91EB}" dt="2025-10-18T07:44:49.655" v="1224" actId="478"/>
          <ac:cxnSpMkLst>
            <pc:docMk/>
            <pc:sldMk cId="371062660" sldId="2582"/>
            <ac:cxnSpMk id="194" creationId="{F313B25D-C2F3-7E3E-3BD8-555A7981DA13}"/>
          </ac:cxnSpMkLst>
        </pc:cxnChg>
        <pc:cxnChg chg="add del mod topLvl">
          <ac:chgData name="Owais Ahmed" userId="6abc7d4556b3b071" providerId="LiveId" clId="{641304C9-537E-56B8-9D3B-F295291B91EB}" dt="2025-10-18T07:44:49.010" v="1223" actId="478"/>
          <ac:cxnSpMkLst>
            <pc:docMk/>
            <pc:sldMk cId="371062660" sldId="2582"/>
            <ac:cxnSpMk id="196" creationId="{A91ACCAC-EDEA-4005-2185-454B17E6D85D}"/>
          </ac:cxnSpMkLst>
        </pc:cxnChg>
        <pc:cxnChg chg="add del mod topLvl">
          <ac:chgData name="Owais Ahmed" userId="6abc7d4556b3b071" providerId="LiveId" clId="{641304C9-537E-56B8-9D3B-F295291B91EB}" dt="2025-10-18T07:44:47.997" v="1222" actId="478"/>
          <ac:cxnSpMkLst>
            <pc:docMk/>
            <pc:sldMk cId="371062660" sldId="2582"/>
            <ac:cxnSpMk id="197" creationId="{03661A9D-3E4F-F5FB-4ED8-13D7869EC726}"/>
          </ac:cxnSpMkLst>
        </pc:cxnChg>
        <pc:cxnChg chg="add mod">
          <ac:chgData name="Owais Ahmed" userId="6abc7d4556b3b071" providerId="LiveId" clId="{641304C9-537E-56B8-9D3B-F295291B91EB}" dt="2025-10-18T07:47:13.987" v="1259" actId="20577"/>
          <ac:cxnSpMkLst>
            <pc:docMk/>
            <pc:sldMk cId="371062660" sldId="2582"/>
            <ac:cxnSpMk id="212" creationId="{6233AB05-46BD-9354-9E75-EB4598A20A4C}"/>
          </ac:cxnSpMkLst>
        </pc:cxnChg>
      </pc:sldChg>
      <pc:sldChg chg="modSp add mod modAnim modNotesTx">
        <pc:chgData name="Owais Ahmed" userId="6abc7d4556b3b071" providerId="LiveId" clId="{641304C9-537E-56B8-9D3B-F295291B91EB}" dt="2025-10-18T13:08:12.236" v="3320" actId="20577"/>
        <pc:sldMkLst>
          <pc:docMk/>
          <pc:sldMk cId="1463699877" sldId="2583"/>
        </pc:sldMkLst>
        <pc:spChg chg="mod">
          <ac:chgData name="Owais Ahmed" userId="6abc7d4556b3b071" providerId="LiveId" clId="{641304C9-537E-56B8-9D3B-F295291B91EB}" dt="2025-10-18T13:08:12.236" v="3320" actId="20577"/>
          <ac:spMkLst>
            <pc:docMk/>
            <pc:sldMk cId="1463699877" sldId="2583"/>
            <ac:spMk id="3" creationId="{BC0A9B45-6312-9D21-C22C-7BD1C98A41BC}"/>
          </ac:spMkLst>
        </pc:spChg>
        <pc:spChg chg="mod">
          <ac:chgData name="Owais Ahmed" userId="6abc7d4556b3b071" providerId="LiveId" clId="{641304C9-537E-56B8-9D3B-F295291B91EB}" dt="2025-10-18T07:53:11.680" v="1781" actId="20577"/>
          <ac:spMkLst>
            <pc:docMk/>
            <pc:sldMk cId="1463699877" sldId="2583"/>
            <ac:spMk id="215" creationId="{BF5E3F83-664F-45B8-5DA3-936BA7AE416A}"/>
          </ac:spMkLst>
        </pc:spChg>
      </pc:sldChg>
    </pc:docChg>
  </pc:docChgLst>
  <pc:docChgLst>
    <pc:chgData name="Owais Ahmed" userId="6abc7d4556b3b071" providerId="LiveId" clId="{D0A51F83-B713-4A4D-8105-C75936B8E1D2}"/>
    <pc:docChg chg="undo redo custSel addSld delSld modSld sldOrd">
      <pc:chgData name="Owais Ahmed" userId="6abc7d4556b3b071" providerId="LiveId" clId="{D0A51F83-B713-4A4D-8105-C75936B8E1D2}" dt="2025-10-18T06:32:58.819" v="13018" actId="20577"/>
      <pc:docMkLst>
        <pc:docMk/>
      </pc:docMkLst>
      <pc:sldChg chg="modSp mod">
        <pc:chgData name="Owais Ahmed" userId="6abc7d4556b3b071" providerId="LiveId" clId="{D0A51F83-B713-4A4D-8105-C75936B8E1D2}" dt="2025-10-17T16:06:35.667" v="5260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5-10-17T16:06:35.667" v="5260"/>
          <ac:spMkLst>
            <pc:docMk/>
            <pc:sldMk cId="1649098948" sldId="2462"/>
            <ac:spMk id="6" creationId="{F3C89A40-EEAA-43AB-9A3A-B2CFDE450F1B}"/>
          </ac:spMkLst>
        </pc:spChg>
      </pc:sldChg>
      <pc:sldChg chg="addSp delSp modSp mod delAnim modNotesTx">
        <pc:chgData name="Owais Ahmed" userId="6abc7d4556b3b071" providerId="LiveId" clId="{D0A51F83-B713-4A4D-8105-C75936B8E1D2}" dt="2025-10-17T06:52:52.080" v="183" actId="20577"/>
        <pc:sldMkLst>
          <pc:docMk/>
          <pc:sldMk cId="4280932034" sldId="2555"/>
        </pc:sldMkLst>
        <pc:spChg chg="del">
          <ac:chgData name="Owais Ahmed" userId="6abc7d4556b3b071" providerId="LiveId" clId="{D0A51F83-B713-4A4D-8105-C75936B8E1D2}" dt="2025-10-17T06:43:39.822" v="51" actId="478"/>
          <ac:spMkLst>
            <pc:docMk/>
            <pc:sldMk cId="4280932034" sldId="2555"/>
            <ac:spMk id="3" creationId="{56FA520B-8681-E864-D5A8-96F2A700C279}"/>
          </ac:spMkLst>
        </pc:spChg>
        <pc:spChg chg="add mod ord">
          <ac:chgData name="Owais Ahmed" userId="6abc7d4556b3b071" providerId="LiveId" clId="{D0A51F83-B713-4A4D-8105-C75936B8E1D2}" dt="2025-10-17T06:49:34.908" v="143" actId="166"/>
          <ac:spMkLst>
            <pc:docMk/>
            <pc:sldMk cId="4280932034" sldId="2555"/>
            <ac:spMk id="12" creationId="{880566F1-8D95-B05A-DFB1-376F105899F6}"/>
          </ac:spMkLst>
        </pc:spChg>
        <pc:spChg chg="add del ord">
          <ac:chgData name="Owais Ahmed" userId="6abc7d4556b3b071" providerId="LiveId" clId="{D0A51F83-B713-4A4D-8105-C75936B8E1D2}" dt="2025-10-17T06:47:03.035" v="69" actId="478"/>
          <ac:spMkLst>
            <pc:docMk/>
            <pc:sldMk cId="4280932034" sldId="2555"/>
            <ac:spMk id="89" creationId="{4C221207-307A-6611-F94C-809101326472}"/>
          </ac:spMkLst>
        </pc:spChg>
        <pc:spChg chg="add del">
          <ac:chgData name="Owais Ahmed" userId="6abc7d4556b3b071" providerId="LiveId" clId="{D0A51F83-B713-4A4D-8105-C75936B8E1D2}" dt="2025-10-17T06:44:12.202" v="56" actId="478"/>
          <ac:spMkLst>
            <pc:docMk/>
            <pc:sldMk cId="4280932034" sldId="2555"/>
            <ac:spMk id="214" creationId="{67683143-14EE-FF6B-68C3-33BCD013F561}"/>
          </ac:spMkLst>
        </pc:spChg>
        <pc:spChg chg="del mod">
          <ac:chgData name="Owais Ahmed" userId="6abc7d4556b3b071" providerId="LiveId" clId="{D0A51F83-B713-4A4D-8105-C75936B8E1D2}" dt="2025-10-17T06:47:02.131" v="68" actId="478"/>
          <ac:spMkLst>
            <pc:docMk/>
            <pc:sldMk cId="4280932034" sldId="2555"/>
            <ac:spMk id="215" creationId="{3BBC1046-3862-2A68-1B8D-0F66AC41710F}"/>
          </ac:spMkLst>
        </pc:spChg>
        <pc:spChg chg="del">
          <ac:chgData name="Owais Ahmed" userId="6abc7d4556b3b071" providerId="LiveId" clId="{D0A51F83-B713-4A4D-8105-C75936B8E1D2}" dt="2025-10-17T06:47:06.308" v="71" actId="478"/>
          <ac:spMkLst>
            <pc:docMk/>
            <pc:sldMk cId="4280932034" sldId="2555"/>
            <ac:spMk id="216" creationId="{1C4B81DB-B1AB-7490-F3B7-9A0CF2EA2922}"/>
          </ac:spMkLst>
        </pc:spChg>
        <pc:picChg chg="add del">
          <ac:chgData name="Owais Ahmed" userId="6abc7d4556b3b071" providerId="LiveId" clId="{D0A51F83-B713-4A4D-8105-C75936B8E1D2}" dt="2025-10-17T06:46:33.828" v="58" actId="478"/>
          <ac:picMkLst>
            <pc:docMk/>
            <pc:sldMk cId="4280932034" sldId="2555"/>
            <ac:picMk id="5" creationId="{96E24D12-E2DD-4982-A6AE-3A4A7C9E63AF}"/>
          </ac:picMkLst>
        </pc:picChg>
        <pc:picChg chg="add del mod">
          <ac:chgData name="Owais Ahmed" userId="6abc7d4556b3b071" providerId="LiveId" clId="{D0A51F83-B713-4A4D-8105-C75936B8E1D2}" dt="2025-10-17T06:47:13.204" v="74" actId="478"/>
          <ac:picMkLst>
            <pc:docMk/>
            <pc:sldMk cId="4280932034" sldId="2555"/>
            <ac:picMk id="7" creationId="{ED0AB77A-1826-9B3A-5875-89F0E8D6E7A8}"/>
          </ac:picMkLst>
        </pc:picChg>
        <pc:picChg chg="add del mod">
          <ac:chgData name="Owais Ahmed" userId="6abc7d4556b3b071" providerId="LiveId" clId="{D0A51F83-B713-4A4D-8105-C75936B8E1D2}" dt="2025-10-17T06:47:31.724" v="78" actId="478"/>
          <ac:picMkLst>
            <pc:docMk/>
            <pc:sldMk cId="4280932034" sldId="2555"/>
            <ac:picMk id="9" creationId="{D282185E-4DB1-6B21-42CD-0C800AEBA849}"/>
          </ac:picMkLst>
        </pc:picChg>
        <pc:picChg chg="add mod">
          <ac:chgData name="Owais Ahmed" userId="6abc7d4556b3b071" providerId="LiveId" clId="{D0A51F83-B713-4A4D-8105-C75936B8E1D2}" dt="2025-10-17T06:49:21.997" v="139" actId="1076"/>
          <ac:picMkLst>
            <pc:docMk/>
            <pc:sldMk cId="4280932034" sldId="2555"/>
            <ac:picMk id="11" creationId="{E5478AC0-CAAE-53F1-5FD9-5E495E65727F}"/>
          </ac:picMkLst>
        </pc:picChg>
      </pc:sldChg>
      <pc:sldChg chg="del">
        <pc:chgData name="Owais Ahmed" userId="6abc7d4556b3b071" providerId="LiveId" clId="{D0A51F83-B713-4A4D-8105-C75936B8E1D2}" dt="2025-10-17T07:36:15.563" v="2127" actId="47"/>
        <pc:sldMkLst>
          <pc:docMk/>
          <pc:sldMk cId="2091801113" sldId="2556"/>
        </pc:sldMkLst>
      </pc:sldChg>
      <pc:sldChg chg="add del">
        <pc:chgData name="Owais Ahmed" userId="6abc7d4556b3b071" providerId="LiveId" clId="{D0A51F83-B713-4A4D-8105-C75936B8E1D2}" dt="2025-10-17T07:36:37.456" v="2130" actId="47"/>
        <pc:sldMkLst>
          <pc:docMk/>
          <pc:sldMk cId="2716015203" sldId="2557"/>
        </pc:sldMkLst>
      </pc:sldChg>
      <pc:sldChg chg="addSp delSp modSp mod modAnim modNotesTx">
        <pc:chgData name="Owais Ahmed" userId="6abc7d4556b3b071" providerId="LiveId" clId="{D0A51F83-B713-4A4D-8105-C75936B8E1D2}" dt="2025-10-17T15:28:50.036" v="3777" actId="20577"/>
        <pc:sldMkLst>
          <pc:docMk/>
          <pc:sldMk cId="570513610" sldId="2558"/>
        </pc:sldMkLst>
        <pc:spChg chg="mod">
          <ac:chgData name="Owais Ahmed" userId="6abc7d4556b3b071" providerId="LiveId" clId="{D0A51F83-B713-4A4D-8105-C75936B8E1D2}" dt="2025-10-17T15:28:50.036" v="3777" actId="20577"/>
          <ac:spMkLst>
            <pc:docMk/>
            <pc:sldMk cId="570513610" sldId="2558"/>
            <ac:spMk id="3" creationId="{7D7EC09A-8087-7E8E-F2A2-DB71FC7FB313}"/>
          </ac:spMkLst>
        </pc:spChg>
        <pc:spChg chg="mod">
          <ac:chgData name="Owais Ahmed" userId="6abc7d4556b3b071" providerId="LiveId" clId="{D0A51F83-B713-4A4D-8105-C75936B8E1D2}" dt="2025-10-17T15:10:27.276" v="3634" actId="113"/>
          <ac:spMkLst>
            <pc:docMk/>
            <pc:sldMk cId="570513610" sldId="2558"/>
            <ac:spMk id="6" creationId="{9BC4EE31-A1FD-1A5E-E38B-98075E92171A}"/>
          </ac:spMkLst>
        </pc:spChg>
        <pc:spChg chg="mod">
          <ac:chgData name="Owais Ahmed" userId="6abc7d4556b3b071" providerId="LiveId" clId="{D0A51F83-B713-4A4D-8105-C75936B8E1D2}" dt="2025-10-17T15:08:52.420" v="3616" actId="164"/>
          <ac:spMkLst>
            <pc:docMk/>
            <pc:sldMk cId="570513610" sldId="2558"/>
            <ac:spMk id="7" creationId="{DD6E06A6-0AB8-5916-DB9A-77B6FC97DDEA}"/>
          </ac:spMkLst>
        </pc:spChg>
        <pc:spChg chg="mod">
          <ac:chgData name="Owais Ahmed" userId="6abc7d4556b3b071" providerId="LiveId" clId="{D0A51F83-B713-4A4D-8105-C75936B8E1D2}" dt="2025-10-17T15:08:27.028" v="3610" actId="164"/>
          <ac:spMkLst>
            <pc:docMk/>
            <pc:sldMk cId="570513610" sldId="2558"/>
            <ac:spMk id="8" creationId="{C3435C0A-1BC7-E1A8-3C53-EFD516FBA22A}"/>
          </ac:spMkLst>
        </pc:spChg>
        <pc:spChg chg="mod">
          <ac:chgData name="Owais Ahmed" userId="6abc7d4556b3b071" providerId="LiveId" clId="{D0A51F83-B713-4A4D-8105-C75936B8E1D2}" dt="2025-10-17T15:08:27.028" v="3610" actId="164"/>
          <ac:spMkLst>
            <pc:docMk/>
            <pc:sldMk cId="570513610" sldId="2558"/>
            <ac:spMk id="9" creationId="{03FE0D0B-0FFC-FAEC-F19A-A6453F77B2E2}"/>
          </ac:spMkLst>
        </pc:spChg>
        <pc:spChg chg="add del mod">
          <ac:chgData name="Owais Ahmed" userId="6abc7d4556b3b071" providerId="LiveId" clId="{D0A51F83-B713-4A4D-8105-C75936B8E1D2}" dt="2025-10-17T15:08:06.693" v="3606" actId="164"/>
          <ac:spMkLst>
            <pc:docMk/>
            <pc:sldMk cId="570513610" sldId="2558"/>
            <ac:spMk id="10" creationId="{979333DF-69B3-5C7E-68B6-51FECCD7A32C}"/>
          </ac:spMkLst>
        </pc:spChg>
        <pc:spChg chg="add del mod topLvl">
          <ac:chgData name="Owais Ahmed" userId="6abc7d4556b3b071" providerId="LiveId" clId="{D0A51F83-B713-4A4D-8105-C75936B8E1D2}" dt="2025-10-17T15:08:06.693" v="3606" actId="164"/>
          <ac:spMkLst>
            <pc:docMk/>
            <pc:sldMk cId="570513610" sldId="2558"/>
            <ac:spMk id="11" creationId="{52ED9954-6A7F-67D8-14DD-40D289205573}"/>
          </ac:spMkLst>
        </pc:spChg>
        <pc:spChg chg="add del mod">
          <ac:chgData name="Owais Ahmed" userId="6abc7d4556b3b071" providerId="LiveId" clId="{D0A51F83-B713-4A4D-8105-C75936B8E1D2}" dt="2025-10-17T15:07:14.541" v="3596" actId="164"/>
          <ac:spMkLst>
            <pc:docMk/>
            <pc:sldMk cId="570513610" sldId="2558"/>
            <ac:spMk id="12" creationId="{7CF20775-9E1B-C128-1583-24A30C2236F3}"/>
          </ac:spMkLst>
        </pc:spChg>
        <pc:spChg chg="mod">
          <ac:chgData name="Owais Ahmed" userId="6abc7d4556b3b071" providerId="LiveId" clId="{D0A51F83-B713-4A4D-8105-C75936B8E1D2}" dt="2025-10-17T15:07:14.541" v="3596" actId="164"/>
          <ac:spMkLst>
            <pc:docMk/>
            <pc:sldMk cId="570513610" sldId="2558"/>
            <ac:spMk id="13" creationId="{DF5EF182-1953-38FB-09FA-B87E7D0A9B99}"/>
          </ac:spMkLst>
        </pc:spChg>
        <pc:spChg chg="mod topLvl">
          <ac:chgData name="Owais Ahmed" userId="6abc7d4556b3b071" providerId="LiveId" clId="{D0A51F83-B713-4A4D-8105-C75936B8E1D2}" dt="2025-10-17T15:09:47.074" v="3625" actId="403"/>
          <ac:spMkLst>
            <pc:docMk/>
            <pc:sldMk cId="570513610" sldId="2558"/>
            <ac:spMk id="14" creationId="{098CB485-7D9E-CB87-5D8A-925E2F434A3B}"/>
          </ac:spMkLst>
        </pc:spChg>
        <pc:spChg chg="add del mod">
          <ac:chgData name="Owais Ahmed" userId="6abc7d4556b3b071" providerId="LiveId" clId="{D0A51F83-B713-4A4D-8105-C75936B8E1D2}" dt="2025-10-17T15:08:06.693" v="3606" actId="164"/>
          <ac:spMkLst>
            <pc:docMk/>
            <pc:sldMk cId="570513610" sldId="2558"/>
            <ac:spMk id="15" creationId="{03E968FD-7E8A-A26C-AF28-84111D1E34C6}"/>
          </ac:spMkLst>
        </pc:spChg>
        <pc:spChg chg="mod">
          <ac:chgData name="Owais Ahmed" userId="6abc7d4556b3b071" providerId="LiveId" clId="{D0A51F83-B713-4A4D-8105-C75936B8E1D2}" dt="2025-10-17T15:07:14.541" v="3596" actId="164"/>
          <ac:spMkLst>
            <pc:docMk/>
            <pc:sldMk cId="570513610" sldId="2558"/>
            <ac:spMk id="16" creationId="{CB4AC0DE-FFC6-CCC9-F48C-D91D32D35AE2}"/>
          </ac:spMkLst>
        </pc:spChg>
        <pc:spChg chg="mod">
          <ac:chgData name="Owais Ahmed" userId="6abc7d4556b3b071" providerId="LiveId" clId="{D0A51F83-B713-4A4D-8105-C75936B8E1D2}" dt="2025-10-17T15:07:14.541" v="3596" actId="164"/>
          <ac:spMkLst>
            <pc:docMk/>
            <pc:sldMk cId="570513610" sldId="2558"/>
            <ac:spMk id="17" creationId="{2436FAE6-0845-4993-D928-69ABEF1F4B8E}"/>
          </ac:spMkLst>
        </pc:spChg>
        <pc:spChg chg="mod">
          <ac:chgData name="Owais Ahmed" userId="6abc7d4556b3b071" providerId="LiveId" clId="{D0A51F83-B713-4A4D-8105-C75936B8E1D2}" dt="2025-10-17T15:09:47.074" v="3625" actId="403"/>
          <ac:spMkLst>
            <pc:docMk/>
            <pc:sldMk cId="570513610" sldId="2558"/>
            <ac:spMk id="18" creationId="{79FC145C-7C84-DAB6-47CC-F2AE8742FF6C}"/>
          </ac:spMkLst>
        </pc:spChg>
        <pc:spChg chg="mod">
          <ac:chgData name="Owais Ahmed" userId="6abc7d4556b3b071" providerId="LiveId" clId="{D0A51F83-B713-4A4D-8105-C75936B8E1D2}" dt="2025-10-17T15:08:27.028" v="3610" actId="164"/>
          <ac:spMkLst>
            <pc:docMk/>
            <pc:sldMk cId="570513610" sldId="2558"/>
            <ac:spMk id="19" creationId="{F8952283-C94D-D76F-67FD-41011FE307F0}"/>
          </ac:spMkLst>
        </pc:spChg>
        <pc:spChg chg="add del mod">
          <ac:chgData name="Owais Ahmed" userId="6abc7d4556b3b071" providerId="LiveId" clId="{D0A51F83-B713-4A4D-8105-C75936B8E1D2}" dt="2025-10-17T15:08:06.693" v="3606" actId="164"/>
          <ac:spMkLst>
            <pc:docMk/>
            <pc:sldMk cId="570513610" sldId="2558"/>
            <ac:spMk id="20" creationId="{87E96DCC-3FAA-2585-746F-B4CDAFC786D2}"/>
          </ac:spMkLst>
        </pc:spChg>
        <pc:spChg chg="add del mod topLvl">
          <ac:chgData name="Owais Ahmed" userId="6abc7d4556b3b071" providerId="LiveId" clId="{D0A51F83-B713-4A4D-8105-C75936B8E1D2}" dt="2025-10-17T15:08:06.693" v="3606" actId="164"/>
          <ac:spMkLst>
            <pc:docMk/>
            <pc:sldMk cId="570513610" sldId="2558"/>
            <ac:spMk id="21" creationId="{08423ADA-9F32-6D62-478D-703E6BFF3E56}"/>
          </ac:spMkLst>
        </pc:spChg>
        <pc:spChg chg="mod topLvl">
          <ac:chgData name="Owais Ahmed" userId="6abc7d4556b3b071" providerId="LiveId" clId="{D0A51F83-B713-4A4D-8105-C75936B8E1D2}" dt="2025-10-17T15:07:21.214" v="3597" actId="164"/>
          <ac:spMkLst>
            <pc:docMk/>
            <pc:sldMk cId="570513610" sldId="2558"/>
            <ac:spMk id="22" creationId="{A172BEB8-4095-7A1A-9460-D04979C50AB0}"/>
          </ac:spMkLst>
        </pc:spChg>
        <pc:spChg chg="mod">
          <ac:chgData name="Owais Ahmed" userId="6abc7d4556b3b071" providerId="LiveId" clId="{D0A51F83-B713-4A4D-8105-C75936B8E1D2}" dt="2025-10-17T15:07:21.214" v="3597" actId="164"/>
          <ac:spMkLst>
            <pc:docMk/>
            <pc:sldMk cId="570513610" sldId="2558"/>
            <ac:spMk id="23" creationId="{9604EDF8-4D2F-1163-F19D-A249B5B1A2AA}"/>
          </ac:spMkLst>
        </pc:spChg>
        <pc:spChg chg="mod">
          <ac:chgData name="Owais Ahmed" userId="6abc7d4556b3b071" providerId="LiveId" clId="{D0A51F83-B713-4A4D-8105-C75936B8E1D2}" dt="2025-10-17T15:09:47.074" v="3625" actId="403"/>
          <ac:spMkLst>
            <pc:docMk/>
            <pc:sldMk cId="570513610" sldId="2558"/>
            <ac:spMk id="24" creationId="{AF12BB23-F2A7-A07A-8746-DF59BE8FE143}"/>
          </ac:spMkLst>
        </pc:spChg>
        <pc:spChg chg="add del mod">
          <ac:chgData name="Owais Ahmed" userId="6abc7d4556b3b071" providerId="LiveId" clId="{D0A51F83-B713-4A4D-8105-C75936B8E1D2}" dt="2025-10-17T15:08:06.693" v="3606" actId="164"/>
          <ac:spMkLst>
            <pc:docMk/>
            <pc:sldMk cId="570513610" sldId="2558"/>
            <ac:spMk id="25" creationId="{F8D52116-0A36-A516-C05D-77EB89901030}"/>
          </ac:spMkLst>
        </pc:spChg>
        <pc:spChg chg="mod">
          <ac:chgData name="Owais Ahmed" userId="6abc7d4556b3b071" providerId="LiveId" clId="{D0A51F83-B713-4A4D-8105-C75936B8E1D2}" dt="2025-10-17T15:07:21.214" v="3597" actId="164"/>
          <ac:spMkLst>
            <pc:docMk/>
            <pc:sldMk cId="570513610" sldId="2558"/>
            <ac:spMk id="26" creationId="{D42329EF-A2A1-AFA3-3CA7-A581007592EF}"/>
          </ac:spMkLst>
        </pc:spChg>
        <pc:spChg chg="mod">
          <ac:chgData name="Owais Ahmed" userId="6abc7d4556b3b071" providerId="LiveId" clId="{D0A51F83-B713-4A4D-8105-C75936B8E1D2}" dt="2025-10-17T15:07:21.214" v="3597" actId="164"/>
          <ac:spMkLst>
            <pc:docMk/>
            <pc:sldMk cId="570513610" sldId="2558"/>
            <ac:spMk id="27" creationId="{0AA1606F-C6D4-7B18-25DE-8DA9A796AA58}"/>
          </ac:spMkLst>
        </pc:spChg>
        <pc:spChg chg="mod topLvl">
          <ac:chgData name="Owais Ahmed" userId="6abc7d4556b3b071" providerId="LiveId" clId="{D0A51F83-B713-4A4D-8105-C75936B8E1D2}" dt="2025-10-17T15:09:47.074" v="3625" actId="403"/>
          <ac:spMkLst>
            <pc:docMk/>
            <pc:sldMk cId="570513610" sldId="2558"/>
            <ac:spMk id="28" creationId="{E3F4E117-B8A3-C3D0-17FB-92C7AA8DC881}"/>
          </ac:spMkLst>
        </pc:spChg>
        <pc:spChg chg="mod">
          <ac:chgData name="Owais Ahmed" userId="6abc7d4556b3b071" providerId="LiveId" clId="{D0A51F83-B713-4A4D-8105-C75936B8E1D2}" dt="2025-10-17T15:08:52.420" v="3616" actId="164"/>
          <ac:spMkLst>
            <pc:docMk/>
            <pc:sldMk cId="570513610" sldId="2558"/>
            <ac:spMk id="29" creationId="{DEED450A-1E16-B50C-7D31-88EEA424D379}"/>
          </ac:spMkLst>
        </pc:spChg>
        <pc:spChg chg="mod topLvl">
          <ac:chgData name="Owais Ahmed" userId="6abc7d4556b3b071" providerId="LiveId" clId="{D0A51F83-B713-4A4D-8105-C75936B8E1D2}" dt="2025-10-17T15:08:32.631" v="3611" actId="164"/>
          <ac:spMkLst>
            <pc:docMk/>
            <pc:sldMk cId="570513610" sldId="2558"/>
            <ac:spMk id="30" creationId="{83B49CBA-9CB8-5132-8848-72A0A17C080D}"/>
          </ac:spMkLst>
        </pc:spChg>
        <pc:spChg chg="mod">
          <ac:chgData name="Owais Ahmed" userId="6abc7d4556b3b071" providerId="LiveId" clId="{D0A51F83-B713-4A4D-8105-C75936B8E1D2}" dt="2025-10-17T15:08:32.631" v="3611" actId="164"/>
          <ac:spMkLst>
            <pc:docMk/>
            <pc:sldMk cId="570513610" sldId="2558"/>
            <ac:spMk id="31" creationId="{80D6C9AD-620D-06A5-ACA5-64CDEE818ACC}"/>
          </ac:spMkLst>
        </pc:spChg>
        <pc:spChg chg="mod">
          <ac:chgData name="Owais Ahmed" userId="6abc7d4556b3b071" providerId="LiveId" clId="{D0A51F83-B713-4A4D-8105-C75936B8E1D2}" dt="2025-10-17T15:08:12.882" v="3607" actId="164"/>
          <ac:spMkLst>
            <pc:docMk/>
            <pc:sldMk cId="570513610" sldId="2558"/>
            <ac:spMk id="32" creationId="{89F83CD5-67A8-29F0-C822-B0B79C51B522}"/>
          </ac:spMkLst>
        </pc:spChg>
        <pc:spChg chg="mod topLvl">
          <ac:chgData name="Owais Ahmed" userId="6abc7d4556b3b071" providerId="LiveId" clId="{D0A51F83-B713-4A4D-8105-C75936B8E1D2}" dt="2025-10-17T15:08:12.882" v="3607" actId="164"/>
          <ac:spMkLst>
            <pc:docMk/>
            <pc:sldMk cId="570513610" sldId="2558"/>
            <ac:spMk id="33" creationId="{616748F0-00EB-F8E5-6DEE-9C69AF367065}"/>
          </ac:spMkLst>
        </pc:spChg>
        <pc:spChg chg="mod">
          <ac:chgData name="Owais Ahmed" userId="6abc7d4556b3b071" providerId="LiveId" clId="{D0A51F83-B713-4A4D-8105-C75936B8E1D2}" dt="2025-10-17T15:07:27.285" v="3598" actId="164"/>
          <ac:spMkLst>
            <pc:docMk/>
            <pc:sldMk cId="570513610" sldId="2558"/>
            <ac:spMk id="34" creationId="{3A75EF97-54B1-4190-50DE-F45C8B164025}"/>
          </ac:spMkLst>
        </pc:spChg>
        <pc:spChg chg="mod">
          <ac:chgData name="Owais Ahmed" userId="6abc7d4556b3b071" providerId="LiveId" clId="{D0A51F83-B713-4A4D-8105-C75936B8E1D2}" dt="2025-10-17T15:07:27.285" v="3598" actId="164"/>
          <ac:spMkLst>
            <pc:docMk/>
            <pc:sldMk cId="570513610" sldId="2558"/>
            <ac:spMk id="35" creationId="{812ABB77-EAD8-1F09-A5A5-47470E0F06EE}"/>
          </ac:spMkLst>
        </pc:spChg>
        <pc:spChg chg="mod topLvl">
          <ac:chgData name="Owais Ahmed" userId="6abc7d4556b3b071" providerId="LiveId" clId="{D0A51F83-B713-4A4D-8105-C75936B8E1D2}" dt="2025-10-17T15:09:47.074" v="3625" actId="403"/>
          <ac:spMkLst>
            <pc:docMk/>
            <pc:sldMk cId="570513610" sldId="2558"/>
            <ac:spMk id="36" creationId="{A93EEEC6-CCA2-DCCF-0358-652437147E78}"/>
          </ac:spMkLst>
        </pc:spChg>
        <pc:spChg chg="mod">
          <ac:chgData name="Owais Ahmed" userId="6abc7d4556b3b071" providerId="LiveId" clId="{D0A51F83-B713-4A4D-8105-C75936B8E1D2}" dt="2025-10-17T15:08:12.882" v="3607" actId="164"/>
          <ac:spMkLst>
            <pc:docMk/>
            <pc:sldMk cId="570513610" sldId="2558"/>
            <ac:spMk id="37" creationId="{C91C815E-1E40-81A8-43F6-8E1B3443FF9C}"/>
          </ac:spMkLst>
        </pc:spChg>
        <pc:spChg chg="mod">
          <ac:chgData name="Owais Ahmed" userId="6abc7d4556b3b071" providerId="LiveId" clId="{D0A51F83-B713-4A4D-8105-C75936B8E1D2}" dt="2025-10-17T15:07:27.285" v="3598" actId="164"/>
          <ac:spMkLst>
            <pc:docMk/>
            <pc:sldMk cId="570513610" sldId="2558"/>
            <ac:spMk id="38" creationId="{C51CA6D0-4E4D-F6A5-0F6F-CE210A980AD1}"/>
          </ac:spMkLst>
        </pc:spChg>
        <pc:spChg chg="mod">
          <ac:chgData name="Owais Ahmed" userId="6abc7d4556b3b071" providerId="LiveId" clId="{D0A51F83-B713-4A4D-8105-C75936B8E1D2}" dt="2025-10-17T15:07:27.285" v="3598" actId="164"/>
          <ac:spMkLst>
            <pc:docMk/>
            <pc:sldMk cId="570513610" sldId="2558"/>
            <ac:spMk id="39" creationId="{9D5A3E8C-91E4-1A2D-6D92-547170DD68AF}"/>
          </ac:spMkLst>
        </pc:spChg>
        <pc:spChg chg="mod topLvl">
          <ac:chgData name="Owais Ahmed" userId="6abc7d4556b3b071" providerId="LiveId" clId="{D0A51F83-B713-4A4D-8105-C75936B8E1D2}" dt="2025-10-17T15:09:47.074" v="3625" actId="403"/>
          <ac:spMkLst>
            <pc:docMk/>
            <pc:sldMk cId="570513610" sldId="2558"/>
            <ac:spMk id="40" creationId="{AF10A9A0-12C0-29E5-C2C3-2DFED1939BCC}"/>
          </ac:spMkLst>
        </pc:spChg>
        <pc:spChg chg="mod">
          <ac:chgData name="Owais Ahmed" userId="6abc7d4556b3b071" providerId="LiveId" clId="{D0A51F83-B713-4A4D-8105-C75936B8E1D2}" dt="2025-10-17T15:08:32.631" v="3611" actId="164"/>
          <ac:spMkLst>
            <pc:docMk/>
            <pc:sldMk cId="570513610" sldId="2558"/>
            <ac:spMk id="41" creationId="{09C5C111-DAD0-CE97-EBE0-096A58327EB2}"/>
          </ac:spMkLst>
        </pc:spChg>
        <pc:spChg chg="mod">
          <ac:chgData name="Owais Ahmed" userId="6abc7d4556b3b071" providerId="LiveId" clId="{D0A51F83-B713-4A4D-8105-C75936B8E1D2}" dt="2025-10-17T15:08:12.882" v="3607" actId="164"/>
          <ac:spMkLst>
            <pc:docMk/>
            <pc:sldMk cId="570513610" sldId="2558"/>
            <ac:spMk id="42" creationId="{F4779300-2633-DBBD-E369-E190BD87AABF}"/>
          </ac:spMkLst>
        </pc:spChg>
        <pc:spChg chg="mod">
          <ac:chgData name="Owais Ahmed" userId="6abc7d4556b3b071" providerId="LiveId" clId="{D0A51F83-B713-4A4D-8105-C75936B8E1D2}" dt="2025-10-17T15:08:12.882" v="3607" actId="164"/>
          <ac:spMkLst>
            <pc:docMk/>
            <pc:sldMk cId="570513610" sldId="2558"/>
            <ac:spMk id="43" creationId="{1459016C-9147-D621-96BC-A50A28B26F06}"/>
          </ac:spMkLst>
        </pc:spChg>
        <pc:spChg chg="mod">
          <ac:chgData name="Owais Ahmed" userId="6abc7d4556b3b071" providerId="LiveId" clId="{D0A51F83-B713-4A4D-8105-C75936B8E1D2}" dt="2025-10-17T15:07:38.132" v="3599" actId="164"/>
          <ac:spMkLst>
            <pc:docMk/>
            <pc:sldMk cId="570513610" sldId="2558"/>
            <ac:spMk id="44" creationId="{C768B8B4-51B9-36BC-6BE0-46FBB511B2BE}"/>
          </ac:spMkLst>
        </pc:spChg>
        <pc:spChg chg="mod topLvl">
          <ac:chgData name="Owais Ahmed" userId="6abc7d4556b3b071" providerId="LiveId" clId="{D0A51F83-B713-4A4D-8105-C75936B8E1D2}" dt="2025-10-17T15:07:38.132" v="3599" actId="164"/>
          <ac:spMkLst>
            <pc:docMk/>
            <pc:sldMk cId="570513610" sldId="2558"/>
            <ac:spMk id="45" creationId="{BE2E0393-799E-8F18-B85E-4B9238A359CC}"/>
          </ac:spMkLst>
        </pc:spChg>
        <pc:spChg chg="mod">
          <ac:chgData name="Owais Ahmed" userId="6abc7d4556b3b071" providerId="LiveId" clId="{D0A51F83-B713-4A4D-8105-C75936B8E1D2}" dt="2025-10-17T15:09:47.074" v="3625" actId="403"/>
          <ac:spMkLst>
            <pc:docMk/>
            <pc:sldMk cId="570513610" sldId="2558"/>
            <ac:spMk id="46" creationId="{E51E078A-EEF4-79C4-C11E-D2B8399A601C}"/>
          </ac:spMkLst>
        </pc:spChg>
        <pc:spChg chg="mod">
          <ac:chgData name="Owais Ahmed" userId="6abc7d4556b3b071" providerId="LiveId" clId="{D0A51F83-B713-4A4D-8105-C75936B8E1D2}" dt="2025-10-17T15:08:12.882" v="3607" actId="164"/>
          <ac:spMkLst>
            <pc:docMk/>
            <pc:sldMk cId="570513610" sldId="2558"/>
            <ac:spMk id="47" creationId="{8D933EFB-CD87-696B-8469-3E87C2921752}"/>
          </ac:spMkLst>
        </pc:spChg>
        <pc:spChg chg="mod">
          <ac:chgData name="Owais Ahmed" userId="6abc7d4556b3b071" providerId="LiveId" clId="{D0A51F83-B713-4A4D-8105-C75936B8E1D2}" dt="2025-10-17T15:07:38.132" v="3599" actId="164"/>
          <ac:spMkLst>
            <pc:docMk/>
            <pc:sldMk cId="570513610" sldId="2558"/>
            <ac:spMk id="48" creationId="{BC8FD826-4E92-979E-6391-8E586BAD9E31}"/>
          </ac:spMkLst>
        </pc:spChg>
        <pc:spChg chg="mod">
          <ac:chgData name="Owais Ahmed" userId="6abc7d4556b3b071" providerId="LiveId" clId="{D0A51F83-B713-4A4D-8105-C75936B8E1D2}" dt="2025-10-17T15:07:38.132" v="3599" actId="164"/>
          <ac:spMkLst>
            <pc:docMk/>
            <pc:sldMk cId="570513610" sldId="2558"/>
            <ac:spMk id="49" creationId="{82FD3BC1-3456-39B4-83B4-4B7FF0A1F20B}"/>
          </ac:spMkLst>
        </pc:spChg>
        <pc:spChg chg="mod">
          <ac:chgData name="Owais Ahmed" userId="6abc7d4556b3b071" providerId="LiveId" clId="{D0A51F83-B713-4A4D-8105-C75936B8E1D2}" dt="2025-10-17T15:09:47.074" v="3625" actId="403"/>
          <ac:spMkLst>
            <pc:docMk/>
            <pc:sldMk cId="570513610" sldId="2558"/>
            <ac:spMk id="50" creationId="{D0074F25-06B0-8E49-1E10-2890B85A9602}"/>
          </ac:spMkLst>
        </pc:spChg>
        <pc:spChg chg="add del">
          <ac:chgData name="Owais Ahmed" userId="6abc7d4556b3b071" providerId="LiveId" clId="{D0A51F83-B713-4A4D-8105-C75936B8E1D2}" dt="2025-10-17T15:09:27.397" v="3620" actId="478"/>
          <ac:spMkLst>
            <pc:docMk/>
            <pc:sldMk cId="570513610" sldId="2558"/>
            <ac:spMk id="214" creationId="{7F7D5399-C4DC-525F-4917-3C9FDD56DE82}"/>
          </ac:spMkLst>
        </pc:spChg>
        <pc:spChg chg="mod">
          <ac:chgData name="Owais Ahmed" userId="6abc7d4556b3b071" providerId="LiveId" clId="{D0A51F83-B713-4A4D-8105-C75936B8E1D2}" dt="2025-10-17T11:30:00.701" v="3241" actId="20577"/>
          <ac:spMkLst>
            <pc:docMk/>
            <pc:sldMk cId="570513610" sldId="2558"/>
            <ac:spMk id="215" creationId="{E90C0B98-0FF4-A8BE-C925-34529E548FB2}"/>
          </ac:spMkLst>
        </pc:spChg>
        <pc:grpChg chg="add mod">
          <ac:chgData name="Owais Ahmed" userId="6abc7d4556b3b071" providerId="LiveId" clId="{D0A51F83-B713-4A4D-8105-C75936B8E1D2}" dt="2025-10-17T15:06:48.759" v="3594" actId="164"/>
          <ac:grpSpMkLst>
            <pc:docMk/>
            <pc:sldMk cId="570513610" sldId="2558"/>
            <ac:grpSpMk id="51" creationId="{8F443A02-F302-58F1-109F-1D1D5AEB5BB2}"/>
          </ac:grpSpMkLst>
        </pc:grpChg>
        <pc:grpChg chg="add mod">
          <ac:chgData name="Owais Ahmed" userId="6abc7d4556b3b071" providerId="LiveId" clId="{D0A51F83-B713-4A4D-8105-C75936B8E1D2}" dt="2025-10-17T15:10:03.543" v="3627" actId="403"/>
          <ac:grpSpMkLst>
            <pc:docMk/>
            <pc:sldMk cId="570513610" sldId="2558"/>
            <ac:grpSpMk id="52" creationId="{7223E83C-DAB1-3EB2-FB1B-858B92BCDF01}"/>
          </ac:grpSpMkLst>
        </pc:grpChg>
        <pc:grpChg chg="add mod">
          <ac:chgData name="Owais Ahmed" userId="6abc7d4556b3b071" providerId="LiveId" clId="{D0A51F83-B713-4A4D-8105-C75936B8E1D2}" dt="2025-10-17T15:10:03.543" v="3627" actId="403"/>
          <ac:grpSpMkLst>
            <pc:docMk/>
            <pc:sldMk cId="570513610" sldId="2558"/>
            <ac:grpSpMk id="53" creationId="{15CB239A-24A7-D8CF-234F-C8DBE1FB8A35}"/>
          </ac:grpSpMkLst>
        </pc:grpChg>
        <pc:grpChg chg="add mod">
          <ac:chgData name="Owais Ahmed" userId="6abc7d4556b3b071" providerId="LiveId" clId="{D0A51F83-B713-4A4D-8105-C75936B8E1D2}" dt="2025-10-17T15:10:03.543" v="3627" actId="403"/>
          <ac:grpSpMkLst>
            <pc:docMk/>
            <pc:sldMk cId="570513610" sldId="2558"/>
            <ac:grpSpMk id="54" creationId="{B3A6207B-EEE1-849E-2233-3A51DF75725E}"/>
          </ac:grpSpMkLst>
        </pc:grpChg>
        <pc:grpChg chg="add mod">
          <ac:chgData name="Owais Ahmed" userId="6abc7d4556b3b071" providerId="LiveId" clId="{D0A51F83-B713-4A4D-8105-C75936B8E1D2}" dt="2025-10-17T15:10:03.543" v="3627" actId="403"/>
          <ac:grpSpMkLst>
            <pc:docMk/>
            <pc:sldMk cId="570513610" sldId="2558"/>
            <ac:grpSpMk id="55" creationId="{799C3812-D446-5001-D853-EE80019B2706}"/>
          </ac:grpSpMkLst>
        </pc:grpChg>
        <pc:grpChg chg="add mod">
          <ac:chgData name="Owais Ahmed" userId="6abc7d4556b3b071" providerId="LiveId" clId="{D0A51F83-B713-4A4D-8105-C75936B8E1D2}" dt="2025-10-17T15:10:03.543" v="3627" actId="403"/>
          <ac:grpSpMkLst>
            <pc:docMk/>
            <pc:sldMk cId="570513610" sldId="2558"/>
            <ac:grpSpMk id="56" creationId="{B03621F9-6CC5-6634-F563-BDFE29E6258B}"/>
          </ac:grpSpMkLst>
        </pc:grpChg>
        <pc:grpChg chg="add mod">
          <ac:chgData name="Owais Ahmed" userId="6abc7d4556b3b071" providerId="LiveId" clId="{D0A51F83-B713-4A4D-8105-C75936B8E1D2}" dt="2025-10-17T15:10:03.543" v="3627" actId="403"/>
          <ac:grpSpMkLst>
            <pc:docMk/>
            <pc:sldMk cId="570513610" sldId="2558"/>
            <ac:grpSpMk id="57" creationId="{68380305-C2D8-DFCA-7377-50366E940426}"/>
          </ac:grpSpMkLst>
        </pc:grpChg>
        <pc:grpChg chg="add mod">
          <ac:chgData name="Owais Ahmed" userId="6abc7d4556b3b071" providerId="LiveId" clId="{D0A51F83-B713-4A4D-8105-C75936B8E1D2}" dt="2025-10-17T15:10:03.543" v="3627" actId="403"/>
          <ac:grpSpMkLst>
            <pc:docMk/>
            <pc:sldMk cId="570513610" sldId="2558"/>
            <ac:grpSpMk id="58" creationId="{7AEAF27F-98D4-27DE-6FFC-EC47A97CA16F}"/>
          </ac:grpSpMkLst>
        </pc:grpChg>
        <pc:grpChg chg="add mod">
          <ac:chgData name="Owais Ahmed" userId="6abc7d4556b3b071" providerId="LiveId" clId="{D0A51F83-B713-4A4D-8105-C75936B8E1D2}" dt="2025-10-17T15:10:03.543" v="3627" actId="403"/>
          <ac:grpSpMkLst>
            <pc:docMk/>
            <pc:sldMk cId="570513610" sldId="2558"/>
            <ac:grpSpMk id="59" creationId="{98139E42-BEAE-693D-CB40-BD3978296F43}"/>
          </ac:grpSpMkLst>
        </pc:grpChg>
        <pc:grpChg chg="add mod">
          <ac:chgData name="Owais Ahmed" userId="6abc7d4556b3b071" providerId="LiveId" clId="{D0A51F83-B713-4A4D-8105-C75936B8E1D2}" dt="2025-10-17T15:10:03.543" v="3627" actId="403"/>
          <ac:grpSpMkLst>
            <pc:docMk/>
            <pc:sldMk cId="570513610" sldId="2558"/>
            <ac:grpSpMk id="60" creationId="{AA56F222-39AE-4BD6-F92E-3057123A4341}"/>
          </ac:grpSpMkLst>
        </pc:grpChg>
        <pc:graphicFrameChg chg="add mod modGraphic">
          <ac:chgData name="Owais Ahmed" userId="6abc7d4556b3b071" providerId="LiveId" clId="{D0A51F83-B713-4A4D-8105-C75936B8E1D2}" dt="2025-10-17T15:05:25.007" v="3587"/>
          <ac:graphicFrameMkLst>
            <pc:docMk/>
            <pc:sldMk cId="570513610" sldId="2558"/>
            <ac:graphicFrameMk id="4" creationId="{2333E249-C069-BDC9-9658-E7B09446101B}"/>
          </ac:graphicFrameMkLst>
        </pc:graphicFrameChg>
      </pc:sldChg>
      <pc:sldChg chg="modSp add del mod modAnim">
        <pc:chgData name="Owais Ahmed" userId="6abc7d4556b3b071" providerId="LiveId" clId="{D0A51F83-B713-4A4D-8105-C75936B8E1D2}" dt="2025-10-17T07:22:13.398" v="2034" actId="14100"/>
        <pc:sldMkLst>
          <pc:docMk/>
          <pc:sldMk cId="2606107070" sldId="2559"/>
        </pc:sldMkLst>
        <pc:spChg chg="mod">
          <ac:chgData name="Owais Ahmed" userId="6abc7d4556b3b071" providerId="LiveId" clId="{D0A51F83-B713-4A4D-8105-C75936B8E1D2}" dt="2025-10-17T07:22:13.398" v="2034" actId="14100"/>
          <ac:spMkLst>
            <pc:docMk/>
            <pc:sldMk cId="2606107070" sldId="2559"/>
            <ac:spMk id="3" creationId="{B93DF97F-CC37-9C5D-A8A9-7A8BC2CD1118}"/>
          </ac:spMkLst>
        </pc:spChg>
      </pc:sldChg>
      <pc:sldChg chg="modSp add del mod">
        <pc:chgData name="Owais Ahmed" userId="6abc7d4556b3b071" providerId="LiveId" clId="{D0A51F83-B713-4A4D-8105-C75936B8E1D2}" dt="2025-10-17T06:56:52.218" v="303" actId="47"/>
        <pc:sldMkLst>
          <pc:docMk/>
          <pc:sldMk cId="2429015087" sldId="2560"/>
        </pc:sldMkLst>
        <pc:spChg chg="mod">
          <ac:chgData name="Owais Ahmed" userId="6abc7d4556b3b071" providerId="LiveId" clId="{D0A51F83-B713-4A4D-8105-C75936B8E1D2}" dt="2025-10-17T06:56:30.214" v="301" actId="21"/>
          <ac:spMkLst>
            <pc:docMk/>
            <pc:sldMk cId="2429015087" sldId="2560"/>
            <ac:spMk id="3" creationId="{7AE8854D-06E0-735D-8E33-07DAC03E7ACE}"/>
          </ac:spMkLst>
        </pc:spChg>
      </pc:sldChg>
      <pc:sldChg chg="modSp add mod modAnim">
        <pc:chgData name="Owais Ahmed" userId="6abc7d4556b3b071" providerId="LiveId" clId="{D0A51F83-B713-4A4D-8105-C75936B8E1D2}" dt="2025-10-17T07:22:04.328" v="2032" actId="27636"/>
        <pc:sldMkLst>
          <pc:docMk/>
          <pc:sldMk cId="3339380055" sldId="2560"/>
        </pc:sldMkLst>
        <pc:spChg chg="mod">
          <ac:chgData name="Owais Ahmed" userId="6abc7d4556b3b071" providerId="LiveId" clId="{D0A51F83-B713-4A4D-8105-C75936B8E1D2}" dt="2025-10-17T07:22:04.328" v="2032" actId="27636"/>
          <ac:spMkLst>
            <pc:docMk/>
            <pc:sldMk cId="3339380055" sldId="2560"/>
            <ac:spMk id="3" creationId="{58EEC188-8495-8823-E4ED-26AA54F0D2F6}"/>
          </ac:spMkLst>
        </pc:spChg>
        <pc:spChg chg="mod">
          <ac:chgData name="Owais Ahmed" userId="6abc7d4556b3b071" providerId="LiveId" clId="{D0A51F83-B713-4A4D-8105-C75936B8E1D2}" dt="2025-10-17T06:57:04.987" v="316" actId="20577"/>
          <ac:spMkLst>
            <pc:docMk/>
            <pc:sldMk cId="3339380055" sldId="2560"/>
            <ac:spMk id="215" creationId="{7D782545-E7AA-3F58-C677-CE3EF8CDDD95}"/>
          </ac:spMkLst>
        </pc:spChg>
      </pc:sldChg>
      <pc:sldChg chg="modSp add mod modAnim modNotesTx">
        <pc:chgData name="Owais Ahmed" userId="6abc7d4556b3b071" providerId="LiveId" clId="{D0A51F83-B713-4A4D-8105-C75936B8E1D2}" dt="2025-10-17T07:38:04.977" v="2172" actId="20577"/>
        <pc:sldMkLst>
          <pc:docMk/>
          <pc:sldMk cId="397233163" sldId="2561"/>
        </pc:sldMkLst>
        <pc:spChg chg="mod">
          <ac:chgData name="Owais Ahmed" userId="6abc7d4556b3b071" providerId="LiveId" clId="{D0A51F83-B713-4A4D-8105-C75936B8E1D2}" dt="2025-10-17T07:38:04.977" v="2172" actId="20577"/>
          <ac:spMkLst>
            <pc:docMk/>
            <pc:sldMk cId="397233163" sldId="2561"/>
            <ac:spMk id="3" creationId="{AB97F10F-0934-673B-43C4-6132CE8C1A00}"/>
          </ac:spMkLst>
        </pc:spChg>
      </pc:sldChg>
      <pc:sldChg chg="del">
        <pc:chgData name="Owais Ahmed" userId="6abc7d4556b3b071" providerId="LiveId" clId="{D0A51F83-B713-4A4D-8105-C75936B8E1D2}" dt="2025-10-17T06:35:10.491" v="11" actId="47"/>
        <pc:sldMkLst>
          <pc:docMk/>
          <pc:sldMk cId="653486439" sldId="2561"/>
        </pc:sldMkLst>
      </pc:sldChg>
      <pc:sldChg chg="modSp add del mod modAnim">
        <pc:chgData name="Owais Ahmed" userId="6abc7d4556b3b071" providerId="LiveId" clId="{D0A51F83-B713-4A4D-8105-C75936B8E1D2}" dt="2025-10-17T16:09:09.754" v="5340" actId="47"/>
        <pc:sldMkLst>
          <pc:docMk/>
          <pc:sldMk cId="1115929758" sldId="2562"/>
        </pc:sldMkLst>
        <pc:spChg chg="mod">
          <ac:chgData name="Owais Ahmed" userId="6abc7d4556b3b071" providerId="LiveId" clId="{D0A51F83-B713-4A4D-8105-C75936B8E1D2}" dt="2025-10-17T16:09:05.401" v="5337" actId="27636"/>
          <ac:spMkLst>
            <pc:docMk/>
            <pc:sldMk cId="1115929758" sldId="2562"/>
            <ac:spMk id="3" creationId="{90AEA683-E0C1-30B5-3E17-AD418F813E72}"/>
          </ac:spMkLst>
        </pc:spChg>
      </pc:sldChg>
      <pc:sldChg chg="addSp delSp modSp add mod modAnim modNotesTx">
        <pc:chgData name="Owais Ahmed" userId="6abc7d4556b3b071" providerId="LiveId" clId="{D0A51F83-B713-4A4D-8105-C75936B8E1D2}" dt="2025-10-17T10:28:46.478" v="3223" actId="20577"/>
        <pc:sldMkLst>
          <pc:docMk/>
          <pc:sldMk cId="110886726" sldId="2563"/>
        </pc:sldMkLst>
        <pc:spChg chg="mod">
          <ac:chgData name="Owais Ahmed" userId="6abc7d4556b3b071" providerId="LiveId" clId="{D0A51F83-B713-4A4D-8105-C75936B8E1D2}" dt="2025-10-17T10:28:46.478" v="3223" actId="20577"/>
          <ac:spMkLst>
            <pc:docMk/>
            <pc:sldMk cId="110886726" sldId="2563"/>
            <ac:spMk id="3" creationId="{971E5177-0E0B-34A0-5B75-B42260B5E5FC}"/>
          </ac:spMkLst>
        </pc:spChg>
        <pc:spChg chg="mod">
          <ac:chgData name="Owais Ahmed" userId="6abc7d4556b3b071" providerId="LiveId" clId="{D0A51F83-B713-4A4D-8105-C75936B8E1D2}" dt="2025-10-17T07:56:02.097" v="2803" actId="14100"/>
          <ac:spMkLst>
            <pc:docMk/>
            <pc:sldMk cId="110886726" sldId="2563"/>
            <ac:spMk id="214" creationId="{464C2338-7AE4-9E74-5485-4848DD78C0B4}"/>
          </ac:spMkLst>
        </pc:spChg>
        <pc:spChg chg="mod">
          <ac:chgData name="Owais Ahmed" userId="6abc7d4556b3b071" providerId="LiveId" clId="{D0A51F83-B713-4A4D-8105-C75936B8E1D2}" dt="2025-10-17T07:44:40.443" v="2217" actId="6549"/>
          <ac:spMkLst>
            <pc:docMk/>
            <pc:sldMk cId="110886726" sldId="2563"/>
            <ac:spMk id="215" creationId="{58568535-97DD-3CB6-05D8-649B926E1E53}"/>
          </ac:spMkLst>
        </pc:spChg>
        <pc:picChg chg="add del mod">
          <ac:chgData name="Owais Ahmed" userId="6abc7d4556b3b071" providerId="LiveId" clId="{D0A51F83-B713-4A4D-8105-C75936B8E1D2}" dt="2025-10-17T07:48:52.607" v="2452" actId="478"/>
          <ac:picMkLst>
            <pc:docMk/>
            <pc:sldMk cId="110886726" sldId="2563"/>
            <ac:picMk id="1026" creationId="{68389D08-94A7-DBFA-D1FD-2C8C3939B1C7}"/>
          </ac:picMkLst>
        </pc:picChg>
        <pc:picChg chg="add mod">
          <ac:chgData name="Owais Ahmed" userId="6abc7d4556b3b071" providerId="LiveId" clId="{D0A51F83-B713-4A4D-8105-C75936B8E1D2}" dt="2025-10-17T07:55:43.713" v="2801" actId="1076"/>
          <ac:picMkLst>
            <pc:docMk/>
            <pc:sldMk cId="110886726" sldId="2563"/>
            <ac:picMk id="1028" creationId="{53099C30-6F7E-BF30-838E-E963339D68AE}"/>
          </ac:picMkLst>
        </pc:picChg>
        <pc:picChg chg="add mod">
          <ac:chgData name="Owais Ahmed" userId="6abc7d4556b3b071" providerId="LiveId" clId="{D0A51F83-B713-4A4D-8105-C75936B8E1D2}" dt="2025-10-17T07:56:05.392" v="2804" actId="1076"/>
          <ac:picMkLst>
            <pc:docMk/>
            <pc:sldMk cId="110886726" sldId="2563"/>
            <ac:picMk id="1030" creationId="{B6CD5C04-766D-598C-370F-FB3D58F4F0D6}"/>
          </ac:picMkLst>
        </pc:picChg>
      </pc:sldChg>
      <pc:sldChg chg="delSp add del modAnim">
        <pc:chgData name="Owais Ahmed" userId="6abc7d4556b3b071" providerId="LiveId" clId="{D0A51F83-B713-4A4D-8105-C75936B8E1D2}" dt="2025-10-17T11:29:53.614" v="3228" actId="47"/>
        <pc:sldMkLst>
          <pc:docMk/>
          <pc:sldMk cId="4020553043" sldId="2564"/>
        </pc:sldMkLst>
        <pc:picChg chg="del">
          <ac:chgData name="Owais Ahmed" userId="6abc7d4556b3b071" providerId="LiveId" clId="{D0A51F83-B713-4A4D-8105-C75936B8E1D2}" dt="2025-10-17T11:29:45.363" v="3225" actId="478"/>
          <ac:picMkLst>
            <pc:docMk/>
            <pc:sldMk cId="4020553043" sldId="2564"/>
            <ac:picMk id="1028" creationId="{F1207EEE-A63D-80DE-95FB-C8A81F9B384B}"/>
          </ac:picMkLst>
        </pc:picChg>
        <pc:picChg chg="del">
          <ac:chgData name="Owais Ahmed" userId="6abc7d4556b3b071" providerId="LiveId" clId="{D0A51F83-B713-4A4D-8105-C75936B8E1D2}" dt="2025-10-17T11:29:45.764" v="3226" actId="478"/>
          <ac:picMkLst>
            <pc:docMk/>
            <pc:sldMk cId="4020553043" sldId="2564"/>
            <ac:picMk id="1030" creationId="{D49E6FF8-AC43-0882-15B0-2168FE726CB3}"/>
          </ac:picMkLst>
        </pc:picChg>
      </pc:sldChg>
      <pc:sldChg chg="modSp add mod ord modAnim">
        <pc:chgData name="Owais Ahmed" userId="6abc7d4556b3b071" providerId="LiveId" clId="{D0A51F83-B713-4A4D-8105-C75936B8E1D2}" dt="2025-10-17T17:01:39.035" v="6925" actId="20577"/>
        <pc:sldMkLst>
          <pc:docMk/>
          <pc:sldMk cId="1629340988" sldId="2565"/>
        </pc:sldMkLst>
        <pc:spChg chg="mod">
          <ac:chgData name="Owais Ahmed" userId="6abc7d4556b3b071" providerId="LiveId" clId="{D0A51F83-B713-4A4D-8105-C75936B8E1D2}" dt="2025-10-17T17:01:39.035" v="6925" actId="20577"/>
          <ac:spMkLst>
            <pc:docMk/>
            <pc:sldMk cId="1629340988" sldId="2565"/>
            <ac:spMk id="3" creationId="{1717E313-F6F3-35E1-D87A-8A203966BAD8}"/>
          </ac:spMkLst>
        </pc:spChg>
      </pc:sldChg>
      <pc:sldChg chg="addSp modSp add mod modAnim">
        <pc:chgData name="Owais Ahmed" userId="6abc7d4556b3b071" providerId="LiveId" clId="{D0A51F83-B713-4A4D-8105-C75936B8E1D2}" dt="2025-10-17T15:37:55.800" v="4317" actId="164"/>
        <pc:sldMkLst>
          <pc:docMk/>
          <pc:sldMk cId="575463818" sldId="2566"/>
        </pc:sldMkLst>
        <pc:spChg chg="mod">
          <ac:chgData name="Owais Ahmed" userId="6abc7d4556b3b071" providerId="LiveId" clId="{D0A51F83-B713-4A4D-8105-C75936B8E1D2}" dt="2025-10-17T15:29:22.964" v="3871" actId="20577"/>
          <ac:spMkLst>
            <pc:docMk/>
            <pc:sldMk cId="575463818" sldId="2566"/>
            <ac:spMk id="3" creationId="{55751F3A-3CD4-D685-A585-A99D39F0A598}"/>
          </ac:spMkLst>
        </pc:spChg>
        <pc:spChg chg="mod">
          <ac:chgData name="Owais Ahmed" userId="6abc7d4556b3b071" providerId="LiveId" clId="{D0A51F83-B713-4A4D-8105-C75936B8E1D2}" dt="2025-10-17T15:30:59.042" v="3889" actId="20577"/>
          <ac:spMkLst>
            <pc:docMk/>
            <pc:sldMk cId="575463818" sldId="2566"/>
            <ac:spMk id="6" creationId="{21C231B2-86BC-751A-6D11-56B85FB8A96F}"/>
          </ac:spMkLst>
        </pc:spChg>
        <pc:spChg chg="mod">
          <ac:chgData name="Owais Ahmed" userId="6abc7d4556b3b071" providerId="LiveId" clId="{D0A51F83-B713-4A4D-8105-C75936B8E1D2}" dt="2025-10-17T15:30:56.091" v="3888" actId="20577"/>
          <ac:spMkLst>
            <pc:docMk/>
            <pc:sldMk cId="575463818" sldId="2566"/>
            <ac:spMk id="30" creationId="{7E4F7CFF-5B8B-68DC-8409-A78132D704F7}"/>
          </ac:spMkLst>
        </pc:spChg>
        <pc:spChg chg="mod">
          <ac:chgData name="Owais Ahmed" userId="6abc7d4556b3b071" providerId="LiveId" clId="{D0A51F83-B713-4A4D-8105-C75936B8E1D2}" dt="2025-10-17T15:30:52.371" v="3887" actId="20577"/>
          <ac:spMkLst>
            <pc:docMk/>
            <pc:sldMk cId="575463818" sldId="2566"/>
            <ac:spMk id="32" creationId="{A0062550-8CD1-2E3D-1A4A-F4BE69AD407E}"/>
          </ac:spMkLst>
        </pc:spChg>
        <pc:spChg chg="mod">
          <ac:chgData name="Owais Ahmed" userId="6abc7d4556b3b071" providerId="LiveId" clId="{D0A51F83-B713-4A4D-8105-C75936B8E1D2}" dt="2025-10-17T15:30:47.819" v="3886" actId="20577"/>
          <ac:spMkLst>
            <pc:docMk/>
            <pc:sldMk cId="575463818" sldId="2566"/>
            <ac:spMk id="38" creationId="{FF9A96BA-E21D-F9C9-47AA-C2DB7F593F40}"/>
          </ac:spMkLst>
        </pc:spChg>
        <pc:spChg chg="mod">
          <ac:chgData name="Owais Ahmed" userId="6abc7d4556b3b071" providerId="LiveId" clId="{D0A51F83-B713-4A4D-8105-C75936B8E1D2}" dt="2025-10-17T15:30:24.254" v="3879" actId="13926"/>
          <ac:spMkLst>
            <pc:docMk/>
            <pc:sldMk cId="575463818" sldId="2566"/>
            <ac:spMk id="40" creationId="{6FBB8AA0-4545-6410-2DF5-E6298E9BA23B}"/>
          </ac:spMkLst>
        </pc:spChg>
        <pc:grpChg chg="add mod">
          <ac:chgData name="Owais Ahmed" userId="6abc7d4556b3b071" providerId="LiveId" clId="{D0A51F83-B713-4A4D-8105-C75936B8E1D2}" dt="2025-10-17T15:37:55.800" v="4317" actId="164"/>
          <ac:grpSpMkLst>
            <pc:docMk/>
            <pc:sldMk cId="575463818" sldId="2566"/>
            <ac:grpSpMk id="4" creationId="{35E0295A-2724-3BD2-07E7-9F35B48DAF2D}"/>
          </ac:grpSpMkLst>
        </pc:grpChg>
        <pc:grpChg chg="mod">
          <ac:chgData name="Owais Ahmed" userId="6abc7d4556b3b071" providerId="LiveId" clId="{D0A51F83-B713-4A4D-8105-C75936B8E1D2}" dt="2025-10-17T15:37:55.800" v="4317" actId="164"/>
          <ac:grpSpMkLst>
            <pc:docMk/>
            <pc:sldMk cId="575463818" sldId="2566"/>
            <ac:grpSpMk id="51" creationId="{ED68B8F3-4D9B-95C0-9FAB-DD9B71D59738}"/>
          </ac:grpSpMkLst>
        </pc:grpChg>
        <pc:grpChg chg="mod">
          <ac:chgData name="Owais Ahmed" userId="6abc7d4556b3b071" providerId="LiveId" clId="{D0A51F83-B713-4A4D-8105-C75936B8E1D2}" dt="2025-10-17T15:37:55.800" v="4317" actId="164"/>
          <ac:grpSpMkLst>
            <pc:docMk/>
            <pc:sldMk cId="575463818" sldId="2566"/>
            <ac:grpSpMk id="52" creationId="{A0778162-B7EF-4C02-96E9-6E43C9E63AE8}"/>
          </ac:grpSpMkLst>
        </pc:grpChg>
        <pc:grpChg chg="mod">
          <ac:chgData name="Owais Ahmed" userId="6abc7d4556b3b071" providerId="LiveId" clId="{D0A51F83-B713-4A4D-8105-C75936B8E1D2}" dt="2025-10-17T15:37:55.800" v="4317" actId="164"/>
          <ac:grpSpMkLst>
            <pc:docMk/>
            <pc:sldMk cId="575463818" sldId="2566"/>
            <ac:grpSpMk id="53" creationId="{64A9B9AA-253B-7974-80ED-A7F8E753A8CF}"/>
          </ac:grpSpMkLst>
        </pc:grpChg>
        <pc:grpChg chg="mod">
          <ac:chgData name="Owais Ahmed" userId="6abc7d4556b3b071" providerId="LiveId" clId="{D0A51F83-B713-4A4D-8105-C75936B8E1D2}" dt="2025-10-17T15:37:55.800" v="4317" actId="164"/>
          <ac:grpSpMkLst>
            <pc:docMk/>
            <pc:sldMk cId="575463818" sldId="2566"/>
            <ac:grpSpMk id="54" creationId="{EE2B1F38-8906-25AC-9901-DAA87C667035}"/>
          </ac:grpSpMkLst>
        </pc:grpChg>
        <pc:grpChg chg="mod">
          <ac:chgData name="Owais Ahmed" userId="6abc7d4556b3b071" providerId="LiveId" clId="{D0A51F83-B713-4A4D-8105-C75936B8E1D2}" dt="2025-10-17T15:37:55.800" v="4317" actId="164"/>
          <ac:grpSpMkLst>
            <pc:docMk/>
            <pc:sldMk cId="575463818" sldId="2566"/>
            <ac:grpSpMk id="55" creationId="{5B473333-1C09-B605-C765-E96674C79C6B}"/>
          </ac:grpSpMkLst>
        </pc:grpChg>
        <pc:grpChg chg="mod">
          <ac:chgData name="Owais Ahmed" userId="6abc7d4556b3b071" providerId="LiveId" clId="{D0A51F83-B713-4A4D-8105-C75936B8E1D2}" dt="2025-10-17T15:37:55.800" v="4317" actId="164"/>
          <ac:grpSpMkLst>
            <pc:docMk/>
            <pc:sldMk cId="575463818" sldId="2566"/>
            <ac:grpSpMk id="56" creationId="{E6F522CA-68C7-4BED-E1C9-526087B4B865}"/>
          </ac:grpSpMkLst>
        </pc:grpChg>
        <pc:grpChg chg="mod">
          <ac:chgData name="Owais Ahmed" userId="6abc7d4556b3b071" providerId="LiveId" clId="{D0A51F83-B713-4A4D-8105-C75936B8E1D2}" dt="2025-10-17T15:37:55.800" v="4317" actId="164"/>
          <ac:grpSpMkLst>
            <pc:docMk/>
            <pc:sldMk cId="575463818" sldId="2566"/>
            <ac:grpSpMk id="58" creationId="{D7F311C5-9BFC-16EA-FFBA-E5C8C88784A9}"/>
          </ac:grpSpMkLst>
        </pc:grpChg>
        <pc:grpChg chg="mod">
          <ac:chgData name="Owais Ahmed" userId="6abc7d4556b3b071" providerId="LiveId" clId="{D0A51F83-B713-4A4D-8105-C75936B8E1D2}" dt="2025-10-17T15:37:55.800" v="4317" actId="164"/>
          <ac:grpSpMkLst>
            <pc:docMk/>
            <pc:sldMk cId="575463818" sldId="2566"/>
            <ac:grpSpMk id="59" creationId="{60C7A6B0-80B7-859C-F305-4FA55BCA4D70}"/>
          </ac:grpSpMkLst>
        </pc:grpChg>
        <pc:grpChg chg="mod">
          <ac:chgData name="Owais Ahmed" userId="6abc7d4556b3b071" providerId="LiveId" clId="{D0A51F83-B713-4A4D-8105-C75936B8E1D2}" dt="2025-10-17T15:37:55.800" v="4317" actId="164"/>
          <ac:grpSpMkLst>
            <pc:docMk/>
            <pc:sldMk cId="575463818" sldId="2566"/>
            <ac:grpSpMk id="60" creationId="{46B86927-C0B9-E426-E9AC-2EB4238211F9}"/>
          </ac:grpSpMkLst>
        </pc:grpChg>
      </pc:sldChg>
      <pc:sldChg chg="addSp modSp add mod ord modAnim modNotesTx">
        <pc:chgData name="Owais Ahmed" userId="6abc7d4556b3b071" providerId="LiveId" clId="{D0A51F83-B713-4A4D-8105-C75936B8E1D2}" dt="2025-10-17T15:41:16.944" v="4537" actId="6549"/>
        <pc:sldMkLst>
          <pc:docMk/>
          <pc:sldMk cId="3057657170" sldId="2567"/>
        </pc:sldMkLst>
        <pc:spChg chg="mod">
          <ac:chgData name="Owais Ahmed" userId="6abc7d4556b3b071" providerId="LiveId" clId="{D0A51F83-B713-4A4D-8105-C75936B8E1D2}" dt="2025-10-17T15:41:16.944" v="4537" actId="6549"/>
          <ac:spMkLst>
            <pc:docMk/>
            <pc:sldMk cId="3057657170" sldId="2567"/>
            <ac:spMk id="3" creationId="{4B079B3C-3A9B-E8BA-34C1-58F79A1E8074}"/>
          </ac:spMkLst>
        </pc:spChg>
        <pc:spChg chg="mod">
          <ac:chgData name="Owais Ahmed" userId="6abc7d4556b3b071" providerId="LiveId" clId="{D0A51F83-B713-4A4D-8105-C75936B8E1D2}" dt="2025-10-17T15:33:58.394" v="4072" actId="207"/>
          <ac:spMkLst>
            <pc:docMk/>
            <pc:sldMk cId="3057657170" sldId="2567"/>
            <ac:spMk id="6" creationId="{F85C4CD4-F22F-F958-1296-CB003BAF8797}"/>
          </ac:spMkLst>
        </pc:spChg>
        <pc:spChg chg="mod">
          <ac:chgData name="Owais Ahmed" userId="6abc7d4556b3b071" providerId="LiveId" clId="{D0A51F83-B713-4A4D-8105-C75936B8E1D2}" dt="2025-10-17T15:33:55.577" v="4071" actId="207"/>
          <ac:spMkLst>
            <pc:docMk/>
            <pc:sldMk cId="3057657170" sldId="2567"/>
            <ac:spMk id="8" creationId="{837DEE08-2363-4B4F-C80C-80BFAF0196FA}"/>
          </ac:spMkLst>
        </pc:spChg>
        <pc:spChg chg="mod">
          <ac:chgData name="Owais Ahmed" userId="6abc7d4556b3b071" providerId="LiveId" clId="{D0A51F83-B713-4A4D-8105-C75936B8E1D2}" dt="2025-10-17T15:33:44.738" v="4070" actId="207"/>
          <ac:spMkLst>
            <pc:docMk/>
            <pc:sldMk cId="3057657170" sldId="2567"/>
            <ac:spMk id="10" creationId="{108B0AD4-3A79-FB27-EEEA-02AD0774280F}"/>
          </ac:spMkLst>
        </pc:spChg>
        <pc:spChg chg="mod">
          <ac:chgData name="Owais Ahmed" userId="6abc7d4556b3b071" providerId="LiveId" clId="{D0A51F83-B713-4A4D-8105-C75936B8E1D2}" dt="2025-10-17T15:34:20.832" v="4073" actId="207"/>
          <ac:spMkLst>
            <pc:docMk/>
            <pc:sldMk cId="3057657170" sldId="2567"/>
            <ac:spMk id="12" creationId="{98829D3E-C647-5DAA-D141-9224E9ACA323}"/>
          </ac:spMkLst>
        </pc:spChg>
        <pc:spChg chg="mod">
          <ac:chgData name="Owais Ahmed" userId="6abc7d4556b3b071" providerId="LiveId" clId="{D0A51F83-B713-4A4D-8105-C75936B8E1D2}" dt="2025-10-17T15:33:39.954" v="4069" actId="207"/>
          <ac:spMkLst>
            <pc:docMk/>
            <pc:sldMk cId="3057657170" sldId="2567"/>
            <ac:spMk id="16" creationId="{CF8D82A2-624D-8136-9FE3-2B6551388A15}"/>
          </ac:spMkLst>
        </pc:spChg>
        <pc:spChg chg="mod">
          <ac:chgData name="Owais Ahmed" userId="6abc7d4556b3b071" providerId="LiveId" clId="{D0A51F83-B713-4A4D-8105-C75936B8E1D2}" dt="2025-10-17T15:33:35.752" v="4068" actId="207"/>
          <ac:spMkLst>
            <pc:docMk/>
            <pc:sldMk cId="3057657170" sldId="2567"/>
            <ac:spMk id="18" creationId="{7B1C2E6E-85B3-3E75-E6BB-F0BF3365D03A}"/>
          </ac:spMkLst>
        </pc:spChg>
        <pc:spChg chg="mod">
          <ac:chgData name="Owais Ahmed" userId="6abc7d4556b3b071" providerId="LiveId" clId="{D0A51F83-B713-4A4D-8105-C75936B8E1D2}" dt="2025-10-17T15:34:26" v="4074" actId="207"/>
          <ac:spMkLst>
            <pc:docMk/>
            <pc:sldMk cId="3057657170" sldId="2567"/>
            <ac:spMk id="20" creationId="{DDD1FBAE-BD43-10CF-6222-F773A57FEA2A}"/>
          </ac:spMkLst>
        </pc:spChg>
        <pc:spChg chg="mod">
          <ac:chgData name="Owais Ahmed" userId="6abc7d4556b3b071" providerId="LiveId" clId="{D0A51F83-B713-4A4D-8105-C75936B8E1D2}" dt="2025-10-17T15:34:29.153" v="4075" actId="207"/>
          <ac:spMkLst>
            <pc:docMk/>
            <pc:sldMk cId="3057657170" sldId="2567"/>
            <ac:spMk id="30" creationId="{89601251-5789-D675-9C9D-3470C296C8B2}"/>
          </ac:spMkLst>
        </pc:spChg>
        <pc:spChg chg="mod">
          <ac:chgData name="Owais Ahmed" userId="6abc7d4556b3b071" providerId="LiveId" clId="{D0A51F83-B713-4A4D-8105-C75936B8E1D2}" dt="2025-10-17T15:34:43.327" v="4076" actId="207"/>
          <ac:spMkLst>
            <pc:docMk/>
            <pc:sldMk cId="3057657170" sldId="2567"/>
            <ac:spMk id="32" creationId="{F02AA83F-1573-CF0B-6FE5-D3DD43927B14}"/>
          </ac:spMkLst>
        </pc:spChg>
        <pc:spChg chg="mod">
          <ac:chgData name="Owais Ahmed" userId="6abc7d4556b3b071" providerId="LiveId" clId="{D0A51F83-B713-4A4D-8105-C75936B8E1D2}" dt="2025-10-17T15:34:43.327" v="4076" actId="207"/>
          <ac:spMkLst>
            <pc:docMk/>
            <pc:sldMk cId="3057657170" sldId="2567"/>
            <ac:spMk id="42" creationId="{94201E87-40BE-5863-D0D1-C9E83FBA0AA7}"/>
          </ac:spMkLst>
        </pc:spChg>
        <pc:grpChg chg="add mod">
          <ac:chgData name="Owais Ahmed" userId="6abc7d4556b3b071" providerId="LiveId" clId="{D0A51F83-B713-4A4D-8105-C75936B8E1D2}" dt="2025-10-17T15:38:08.661" v="4318" actId="164"/>
          <ac:grpSpMkLst>
            <pc:docMk/>
            <pc:sldMk cId="3057657170" sldId="2567"/>
            <ac:grpSpMk id="4" creationId="{4E762BEB-ABC0-9ED8-EF8D-687469AEB1E4}"/>
          </ac:grpSpMkLst>
        </pc:grpChg>
        <pc:grpChg chg="mod">
          <ac:chgData name="Owais Ahmed" userId="6abc7d4556b3b071" providerId="LiveId" clId="{D0A51F83-B713-4A4D-8105-C75936B8E1D2}" dt="2025-10-17T15:38:08.661" v="4318" actId="164"/>
          <ac:grpSpMkLst>
            <pc:docMk/>
            <pc:sldMk cId="3057657170" sldId="2567"/>
            <ac:grpSpMk id="51" creationId="{32067E8C-A29A-7225-D464-E62D00F2A262}"/>
          </ac:grpSpMkLst>
        </pc:grpChg>
        <pc:grpChg chg="mod">
          <ac:chgData name="Owais Ahmed" userId="6abc7d4556b3b071" providerId="LiveId" clId="{D0A51F83-B713-4A4D-8105-C75936B8E1D2}" dt="2025-10-17T15:38:08.661" v="4318" actId="164"/>
          <ac:grpSpMkLst>
            <pc:docMk/>
            <pc:sldMk cId="3057657170" sldId="2567"/>
            <ac:grpSpMk id="52" creationId="{B9DAC8FB-5628-27B2-94D7-19CD3A8B79AC}"/>
          </ac:grpSpMkLst>
        </pc:grpChg>
        <pc:grpChg chg="mod">
          <ac:chgData name="Owais Ahmed" userId="6abc7d4556b3b071" providerId="LiveId" clId="{D0A51F83-B713-4A4D-8105-C75936B8E1D2}" dt="2025-10-17T15:38:08.661" v="4318" actId="164"/>
          <ac:grpSpMkLst>
            <pc:docMk/>
            <pc:sldMk cId="3057657170" sldId="2567"/>
            <ac:grpSpMk id="53" creationId="{06887AFE-BAB0-0395-CF68-3DAD00659485}"/>
          </ac:grpSpMkLst>
        </pc:grpChg>
        <pc:grpChg chg="mod">
          <ac:chgData name="Owais Ahmed" userId="6abc7d4556b3b071" providerId="LiveId" clId="{D0A51F83-B713-4A4D-8105-C75936B8E1D2}" dt="2025-10-17T15:38:08.661" v="4318" actId="164"/>
          <ac:grpSpMkLst>
            <pc:docMk/>
            <pc:sldMk cId="3057657170" sldId="2567"/>
            <ac:grpSpMk id="54" creationId="{151C1F5C-FA79-7AFD-C300-05C089738F65}"/>
          </ac:grpSpMkLst>
        </pc:grpChg>
        <pc:grpChg chg="mod">
          <ac:chgData name="Owais Ahmed" userId="6abc7d4556b3b071" providerId="LiveId" clId="{D0A51F83-B713-4A4D-8105-C75936B8E1D2}" dt="2025-10-17T15:38:08.661" v="4318" actId="164"/>
          <ac:grpSpMkLst>
            <pc:docMk/>
            <pc:sldMk cId="3057657170" sldId="2567"/>
            <ac:grpSpMk id="55" creationId="{7A429CCF-66C2-A741-4584-6B1ECD17249D}"/>
          </ac:grpSpMkLst>
        </pc:grpChg>
        <pc:grpChg chg="mod">
          <ac:chgData name="Owais Ahmed" userId="6abc7d4556b3b071" providerId="LiveId" clId="{D0A51F83-B713-4A4D-8105-C75936B8E1D2}" dt="2025-10-17T15:38:08.661" v="4318" actId="164"/>
          <ac:grpSpMkLst>
            <pc:docMk/>
            <pc:sldMk cId="3057657170" sldId="2567"/>
            <ac:grpSpMk id="57" creationId="{66F1C7CB-4E9A-D335-4005-D71B653AD90E}"/>
          </ac:grpSpMkLst>
        </pc:grpChg>
        <pc:grpChg chg="mod">
          <ac:chgData name="Owais Ahmed" userId="6abc7d4556b3b071" providerId="LiveId" clId="{D0A51F83-B713-4A4D-8105-C75936B8E1D2}" dt="2025-10-17T15:38:08.661" v="4318" actId="164"/>
          <ac:grpSpMkLst>
            <pc:docMk/>
            <pc:sldMk cId="3057657170" sldId="2567"/>
            <ac:grpSpMk id="58" creationId="{B444F47E-5175-EB51-C24E-43BC758FEAE2}"/>
          </ac:grpSpMkLst>
        </pc:grpChg>
        <pc:grpChg chg="mod">
          <ac:chgData name="Owais Ahmed" userId="6abc7d4556b3b071" providerId="LiveId" clId="{D0A51F83-B713-4A4D-8105-C75936B8E1D2}" dt="2025-10-17T15:38:08.661" v="4318" actId="164"/>
          <ac:grpSpMkLst>
            <pc:docMk/>
            <pc:sldMk cId="3057657170" sldId="2567"/>
            <ac:grpSpMk id="59" creationId="{8310EA84-EB98-F835-97AD-68C6BBA2CEA7}"/>
          </ac:grpSpMkLst>
        </pc:grpChg>
        <pc:grpChg chg="mod">
          <ac:chgData name="Owais Ahmed" userId="6abc7d4556b3b071" providerId="LiveId" clId="{D0A51F83-B713-4A4D-8105-C75936B8E1D2}" dt="2025-10-17T15:38:08.661" v="4318" actId="164"/>
          <ac:grpSpMkLst>
            <pc:docMk/>
            <pc:sldMk cId="3057657170" sldId="2567"/>
            <ac:grpSpMk id="60" creationId="{03B7C4DB-D805-089F-DB48-02265F259A57}"/>
          </ac:grpSpMkLst>
        </pc:grpChg>
      </pc:sldChg>
      <pc:sldChg chg="delSp modSp add mod ord modAnim">
        <pc:chgData name="Owais Ahmed" userId="6abc7d4556b3b071" providerId="LiveId" clId="{D0A51F83-B713-4A4D-8105-C75936B8E1D2}" dt="2025-10-17T15:46:17.428" v="5227" actId="20577"/>
        <pc:sldMkLst>
          <pc:docMk/>
          <pc:sldMk cId="1863537211" sldId="2568"/>
        </pc:sldMkLst>
        <pc:spChg chg="mod">
          <ac:chgData name="Owais Ahmed" userId="6abc7d4556b3b071" providerId="LiveId" clId="{D0A51F83-B713-4A4D-8105-C75936B8E1D2}" dt="2025-10-17T15:46:17.428" v="5227" actId="20577"/>
          <ac:spMkLst>
            <pc:docMk/>
            <pc:sldMk cId="1863537211" sldId="2568"/>
            <ac:spMk id="3" creationId="{37CDAFD0-55C7-FCEB-60FC-9AAB693B4813}"/>
          </ac:spMkLst>
        </pc:spChg>
        <pc:grpChg chg="del">
          <ac:chgData name="Owais Ahmed" userId="6abc7d4556b3b071" providerId="LiveId" clId="{D0A51F83-B713-4A4D-8105-C75936B8E1D2}" dt="2025-10-17T15:42:01.107" v="4541" actId="478"/>
          <ac:grpSpMkLst>
            <pc:docMk/>
            <pc:sldMk cId="1863537211" sldId="2568"/>
            <ac:grpSpMk id="4" creationId="{23FCB52C-EE8D-7D5A-B542-31939CAFB297}"/>
          </ac:grpSpMkLst>
        </pc:grpChg>
      </pc:sldChg>
      <pc:sldChg chg="modSp add mod">
        <pc:chgData name="Owais Ahmed" userId="6abc7d4556b3b071" providerId="LiveId" clId="{D0A51F83-B713-4A4D-8105-C75936B8E1D2}" dt="2025-10-17T16:11:08.794" v="5418" actId="20577"/>
        <pc:sldMkLst>
          <pc:docMk/>
          <pc:sldMk cId="3115139295" sldId="2569"/>
        </pc:sldMkLst>
        <pc:spChg chg="mod">
          <ac:chgData name="Owais Ahmed" userId="6abc7d4556b3b071" providerId="LiveId" clId="{D0A51F83-B713-4A4D-8105-C75936B8E1D2}" dt="2025-10-17T16:11:08.794" v="5418" actId="20577"/>
          <ac:spMkLst>
            <pc:docMk/>
            <pc:sldMk cId="3115139295" sldId="2569"/>
            <ac:spMk id="3" creationId="{41D0A187-81BB-3D53-1E53-F2C5123966E7}"/>
          </ac:spMkLst>
        </pc:spChg>
        <pc:spChg chg="mod">
          <ac:chgData name="Owais Ahmed" userId="6abc7d4556b3b071" providerId="LiveId" clId="{D0A51F83-B713-4A4D-8105-C75936B8E1D2}" dt="2025-10-17T16:10:15.683" v="5350" actId="20577"/>
          <ac:spMkLst>
            <pc:docMk/>
            <pc:sldMk cId="3115139295" sldId="2569"/>
            <ac:spMk id="215" creationId="{7993ABBA-E8A1-B5C1-2E4E-80B06BC001A3}"/>
          </ac:spMkLst>
        </pc:spChg>
      </pc:sldChg>
      <pc:sldChg chg="modSp add mod modAnim modNotesTx">
        <pc:chgData name="Owais Ahmed" userId="6abc7d4556b3b071" providerId="LiveId" clId="{D0A51F83-B713-4A4D-8105-C75936B8E1D2}" dt="2025-10-17T17:02:48.065" v="6949" actId="20577"/>
        <pc:sldMkLst>
          <pc:docMk/>
          <pc:sldMk cId="503245321" sldId="2570"/>
        </pc:sldMkLst>
        <pc:spChg chg="mod">
          <ac:chgData name="Owais Ahmed" userId="6abc7d4556b3b071" providerId="LiveId" clId="{D0A51F83-B713-4A4D-8105-C75936B8E1D2}" dt="2025-10-17T17:02:48.065" v="6949" actId="20577"/>
          <ac:spMkLst>
            <pc:docMk/>
            <pc:sldMk cId="503245321" sldId="2570"/>
            <ac:spMk id="3" creationId="{4153845C-0078-64B4-F323-BD26DF7E9230}"/>
          </ac:spMkLst>
        </pc:spChg>
      </pc:sldChg>
      <pc:sldChg chg="addSp modSp add mod addAnim delAnim modAnim modNotesTx">
        <pc:chgData name="Owais Ahmed" userId="6abc7d4556b3b071" providerId="LiveId" clId="{D0A51F83-B713-4A4D-8105-C75936B8E1D2}" dt="2025-10-17T16:52:05.970" v="6803" actId="20577"/>
        <pc:sldMkLst>
          <pc:docMk/>
          <pc:sldMk cId="1325007274" sldId="2571"/>
        </pc:sldMkLst>
        <pc:spChg chg="mod">
          <ac:chgData name="Owais Ahmed" userId="6abc7d4556b3b071" providerId="LiveId" clId="{D0A51F83-B713-4A4D-8105-C75936B8E1D2}" dt="2025-10-17T16:52:05.970" v="6803" actId="20577"/>
          <ac:spMkLst>
            <pc:docMk/>
            <pc:sldMk cId="1325007274" sldId="2571"/>
            <ac:spMk id="3" creationId="{246DE8AF-2508-1AC9-3944-B52CCDC31821}"/>
          </ac:spMkLst>
        </pc:spChg>
        <pc:spChg chg="add">
          <ac:chgData name="Owais Ahmed" userId="6abc7d4556b3b071" providerId="LiveId" clId="{D0A51F83-B713-4A4D-8105-C75936B8E1D2}" dt="2025-10-17T16:46:48.174" v="6654"/>
          <ac:spMkLst>
            <pc:docMk/>
            <pc:sldMk cId="1325007274" sldId="2571"/>
            <ac:spMk id="4" creationId="{B122B8AE-9336-B40B-527C-DFBC056A85E8}"/>
          </ac:spMkLst>
        </pc:spChg>
      </pc:sldChg>
      <pc:sldChg chg="modSp add mod modAnim modNotesTx">
        <pc:chgData name="Owais Ahmed" userId="6abc7d4556b3b071" providerId="LiveId" clId="{D0A51F83-B713-4A4D-8105-C75936B8E1D2}" dt="2025-10-18T06:32:18.509" v="12937" actId="27636"/>
        <pc:sldMkLst>
          <pc:docMk/>
          <pc:sldMk cId="2844765398" sldId="2572"/>
        </pc:sldMkLst>
        <pc:spChg chg="mod">
          <ac:chgData name="Owais Ahmed" userId="6abc7d4556b3b071" providerId="LiveId" clId="{D0A51F83-B713-4A4D-8105-C75936B8E1D2}" dt="2025-10-18T06:32:18.509" v="12937" actId="27636"/>
          <ac:spMkLst>
            <pc:docMk/>
            <pc:sldMk cId="2844765398" sldId="2572"/>
            <ac:spMk id="3" creationId="{D1E94C5B-C4F8-CCB8-E27E-04EAC3E5542F}"/>
          </ac:spMkLst>
        </pc:spChg>
        <pc:spChg chg="mod">
          <ac:chgData name="Owais Ahmed" userId="6abc7d4556b3b071" providerId="LiveId" clId="{D0A51F83-B713-4A4D-8105-C75936B8E1D2}" dt="2025-10-17T17:00:50.237" v="6824" actId="6549"/>
          <ac:spMkLst>
            <pc:docMk/>
            <pc:sldMk cId="2844765398" sldId="2572"/>
            <ac:spMk id="215" creationId="{511F5EBB-D345-A483-A550-F9B5F5E2B563}"/>
          </ac:spMkLst>
        </pc:spChg>
      </pc:sldChg>
      <pc:sldChg chg="modSp add mod modAnim modNotesTx">
        <pc:chgData name="Owais Ahmed" userId="6abc7d4556b3b071" providerId="LiveId" clId="{D0A51F83-B713-4A4D-8105-C75936B8E1D2}" dt="2025-10-17T17:10:12.643" v="7459" actId="20577"/>
        <pc:sldMkLst>
          <pc:docMk/>
          <pc:sldMk cId="228400864" sldId="2573"/>
        </pc:sldMkLst>
        <pc:spChg chg="mod">
          <ac:chgData name="Owais Ahmed" userId="6abc7d4556b3b071" providerId="LiveId" clId="{D0A51F83-B713-4A4D-8105-C75936B8E1D2}" dt="2025-10-17T17:10:12.643" v="7459" actId="20577"/>
          <ac:spMkLst>
            <pc:docMk/>
            <pc:sldMk cId="228400864" sldId="2573"/>
            <ac:spMk id="3" creationId="{37BE21B0-FC9D-3ABC-3486-D3360D2782CB}"/>
          </ac:spMkLst>
        </pc:spChg>
        <pc:spChg chg="mod">
          <ac:chgData name="Owais Ahmed" userId="6abc7d4556b3b071" providerId="LiveId" clId="{D0A51F83-B713-4A4D-8105-C75936B8E1D2}" dt="2025-10-17T17:02:31.761" v="6941" actId="20577"/>
          <ac:spMkLst>
            <pc:docMk/>
            <pc:sldMk cId="228400864" sldId="2573"/>
            <ac:spMk id="215" creationId="{44C1308A-7D5D-D9EB-E04F-4B78B2B304AF}"/>
          </ac:spMkLst>
        </pc:spChg>
      </pc:sldChg>
      <pc:sldChg chg="modSp add mod modAnim modNotesTx">
        <pc:chgData name="Owais Ahmed" userId="6abc7d4556b3b071" providerId="LiveId" clId="{D0A51F83-B713-4A4D-8105-C75936B8E1D2}" dt="2025-10-18T05:27:48.199" v="9407" actId="6549"/>
        <pc:sldMkLst>
          <pc:docMk/>
          <pc:sldMk cId="580997530" sldId="2574"/>
        </pc:sldMkLst>
        <pc:spChg chg="mod">
          <ac:chgData name="Owais Ahmed" userId="6abc7d4556b3b071" providerId="LiveId" clId="{D0A51F83-B713-4A4D-8105-C75936B8E1D2}" dt="2025-10-18T05:27:41.909" v="9406" actId="20577"/>
          <ac:spMkLst>
            <pc:docMk/>
            <pc:sldMk cId="580997530" sldId="2574"/>
            <ac:spMk id="3" creationId="{CB59B73C-036F-F3F4-070E-2C37712ECB50}"/>
          </ac:spMkLst>
        </pc:spChg>
      </pc:sldChg>
      <pc:sldChg chg="modSp add ord modAnim modNotesTx">
        <pc:chgData name="Owais Ahmed" userId="6abc7d4556b3b071" providerId="LiveId" clId="{D0A51F83-B713-4A4D-8105-C75936B8E1D2}" dt="2025-10-18T05:27:54.347" v="9408" actId="6549"/>
        <pc:sldMkLst>
          <pc:docMk/>
          <pc:sldMk cId="2692861418" sldId="2575"/>
        </pc:sldMkLst>
        <pc:spChg chg="mod">
          <ac:chgData name="Owais Ahmed" userId="6abc7d4556b3b071" providerId="LiveId" clId="{D0A51F83-B713-4A4D-8105-C75936B8E1D2}" dt="2025-10-18T05:06:08.886" v="7750" actId="20577"/>
          <ac:spMkLst>
            <pc:docMk/>
            <pc:sldMk cId="2692861418" sldId="2575"/>
            <ac:spMk id="3" creationId="{BA874993-AC58-0F92-D77D-6316C1A504BA}"/>
          </ac:spMkLst>
        </pc:spChg>
      </pc:sldChg>
      <pc:sldChg chg="modSp add mod modAnim modNotesTx">
        <pc:chgData name="Owais Ahmed" userId="6abc7d4556b3b071" providerId="LiveId" clId="{D0A51F83-B713-4A4D-8105-C75936B8E1D2}" dt="2025-10-18T05:32:33.582" v="9594" actId="20577"/>
        <pc:sldMkLst>
          <pc:docMk/>
          <pc:sldMk cId="3260202347" sldId="2576"/>
        </pc:sldMkLst>
        <pc:spChg chg="mod">
          <ac:chgData name="Owais Ahmed" userId="6abc7d4556b3b071" providerId="LiveId" clId="{D0A51F83-B713-4A4D-8105-C75936B8E1D2}" dt="2025-10-18T05:32:33.582" v="9594" actId="20577"/>
          <ac:spMkLst>
            <pc:docMk/>
            <pc:sldMk cId="3260202347" sldId="2576"/>
            <ac:spMk id="3" creationId="{9A42B746-04E9-7C88-061B-754611D4E560}"/>
          </ac:spMkLst>
        </pc:spChg>
      </pc:sldChg>
      <pc:sldChg chg="modSp add mod modAnim modNotesTx">
        <pc:chgData name="Owais Ahmed" userId="6abc7d4556b3b071" providerId="LiveId" clId="{D0A51F83-B713-4A4D-8105-C75936B8E1D2}" dt="2025-10-18T05:31:48.938" v="9583" actId="20577"/>
        <pc:sldMkLst>
          <pc:docMk/>
          <pc:sldMk cId="277904611" sldId="2577"/>
        </pc:sldMkLst>
        <pc:spChg chg="mod">
          <ac:chgData name="Owais Ahmed" userId="6abc7d4556b3b071" providerId="LiveId" clId="{D0A51F83-B713-4A4D-8105-C75936B8E1D2}" dt="2025-10-18T05:31:48.938" v="9583" actId="20577"/>
          <ac:spMkLst>
            <pc:docMk/>
            <pc:sldMk cId="277904611" sldId="2577"/>
            <ac:spMk id="3" creationId="{3BA6E32A-8B4E-27ED-323E-C360213E2CA0}"/>
          </ac:spMkLst>
        </pc:spChg>
      </pc:sldChg>
      <pc:sldChg chg="modSp add mod modAnim modNotesTx">
        <pc:chgData name="Owais Ahmed" userId="6abc7d4556b3b071" providerId="LiveId" clId="{D0A51F83-B713-4A4D-8105-C75936B8E1D2}" dt="2025-10-18T05:47:13.638" v="10666" actId="20577"/>
        <pc:sldMkLst>
          <pc:docMk/>
          <pc:sldMk cId="897423084" sldId="2578"/>
        </pc:sldMkLst>
        <pc:spChg chg="mod">
          <ac:chgData name="Owais Ahmed" userId="6abc7d4556b3b071" providerId="LiveId" clId="{D0A51F83-B713-4A4D-8105-C75936B8E1D2}" dt="2025-10-18T05:47:13.638" v="10666" actId="20577"/>
          <ac:spMkLst>
            <pc:docMk/>
            <pc:sldMk cId="897423084" sldId="2578"/>
            <ac:spMk id="3" creationId="{BD16758A-4556-3C78-2642-43B978FDB361}"/>
          </ac:spMkLst>
        </pc:spChg>
      </pc:sldChg>
      <pc:sldChg chg="modSp add mod modAnim modNotesTx">
        <pc:chgData name="Owais Ahmed" userId="6abc7d4556b3b071" providerId="LiveId" clId="{D0A51F83-B713-4A4D-8105-C75936B8E1D2}" dt="2025-10-18T05:53:02.530" v="11365" actId="20577"/>
        <pc:sldMkLst>
          <pc:docMk/>
          <pc:sldMk cId="91717767" sldId="2579"/>
        </pc:sldMkLst>
        <pc:spChg chg="mod">
          <ac:chgData name="Owais Ahmed" userId="6abc7d4556b3b071" providerId="LiveId" clId="{D0A51F83-B713-4A4D-8105-C75936B8E1D2}" dt="2025-10-18T05:53:02.530" v="11365" actId="20577"/>
          <ac:spMkLst>
            <pc:docMk/>
            <pc:sldMk cId="91717767" sldId="2579"/>
            <ac:spMk id="3" creationId="{C1311566-FAF7-7771-B9BE-D3F74ED84CB1}"/>
          </ac:spMkLst>
        </pc:spChg>
        <pc:spChg chg="mod">
          <ac:chgData name="Owais Ahmed" userId="6abc7d4556b3b071" providerId="LiveId" clId="{D0A51F83-B713-4A4D-8105-C75936B8E1D2}" dt="2025-10-18T05:47:45.630" v="10699" actId="20577"/>
          <ac:spMkLst>
            <pc:docMk/>
            <pc:sldMk cId="91717767" sldId="2579"/>
            <ac:spMk id="215" creationId="{BA930FD2-E332-E760-FC3A-243FB5DD1124}"/>
          </ac:spMkLst>
        </pc:spChg>
      </pc:sldChg>
      <pc:sldChg chg="modSp add mod modAnim">
        <pc:chgData name="Owais Ahmed" userId="6abc7d4556b3b071" providerId="LiveId" clId="{D0A51F83-B713-4A4D-8105-C75936B8E1D2}" dt="2025-10-18T06:22:21.331" v="12533" actId="20577"/>
        <pc:sldMkLst>
          <pc:docMk/>
          <pc:sldMk cId="604510805" sldId="2580"/>
        </pc:sldMkLst>
        <pc:spChg chg="mod">
          <ac:chgData name="Owais Ahmed" userId="6abc7d4556b3b071" providerId="LiveId" clId="{D0A51F83-B713-4A4D-8105-C75936B8E1D2}" dt="2025-10-18T06:22:21.331" v="12533" actId="20577"/>
          <ac:spMkLst>
            <pc:docMk/>
            <pc:sldMk cId="604510805" sldId="2580"/>
            <ac:spMk id="3" creationId="{BBC5572D-ACBB-3992-481F-63C73B09B3AA}"/>
          </ac:spMkLst>
        </pc:spChg>
      </pc:sldChg>
      <pc:sldChg chg="modSp add mod modAnim">
        <pc:chgData name="Owais Ahmed" userId="6abc7d4556b3b071" providerId="LiveId" clId="{D0A51F83-B713-4A4D-8105-C75936B8E1D2}" dt="2025-10-18T06:32:58.819" v="13018" actId="20577"/>
        <pc:sldMkLst>
          <pc:docMk/>
          <pc:sldMk cId="2482457971" sldId="2581"/>
        </pc:sldMkLst>
        <pc:spChg chg="mod">
          <ac:chgData name="Owais Ahmed" userId="6abc7d4556b3b071" providerId="LiveId" clId="{D0A51F83-B713-4A4D-8105-C75936B8E1D2}" dt="2025-10-18T06:32:58.819" v="13018" actId="20577"/>
          <ac:spMkLst>
            <pc:docMk/>
            <pc:sldMk cId="2482457971" sldId="2581"/>
            <ac:spMk id="3" creationId="{60E169F3-EE5A-8AB5-7101-AD9541B5B95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10/18/25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10/18/25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8E074-E0E7-9369-8AD4-8697832E7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8DE82-8A1E-AA5E-2BA1-CE5A975A8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58C82-7817-3A63-1E92-62D2C50C1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 source: Jezek, Kamil. "Ethereum data structures." </a:t>
            </a:r>
            <a:r>
              <a:rPr lang="en-GB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arXiv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preprint arXiv:2108.05513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(2021)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04BD1-910F-D632-9DB5-9509DC4CC5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275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A313B-F3C7-266D-4A5B-268BCE05D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06B36-27BD-5567-0220-92597E0CF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4E3E2-5075-22F5-3585-E9C385BD9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B97CD-241F-E758-C83B-6CB82FFD5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236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C9A26-B0B2-0979-648B-BBA9FE97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883B8-5CEE-C515-69F8-65A9B738A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271FED-4B7A-D623-6CC9-1BDD0338D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 hash </a:t>
            </a:r>
            <a:r>
              <a:rPr lang="en-GB" sz="1200" dirty="0"/>
              <a:t>ties the block to previous block, thus forming the chain</a:t>
            </a:r>
          </a:p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Gas limit is </a:t>
            </a:r>
            <a:r>
              <a:rPr lang="en-GB" sz="1200" dirty="0"/>
              <a:t>maximum amount of gas that ALL transactions in the block are allowed to consume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sz="1200" dirty="0"/>
              <a:t>After Ethereum moved to Proof of Stake, these fields are fixed and no longer used.</a:t>
            </a:r>
          </a:p>
          <a:p>
            <a:pPr marL="228600" indent="-228600">
              <a:buAutoNum type="arabicPeriod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88A4F-1359-7138-F4AD-7A7526D73D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652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FD778-EA89-C3CB-B9D8-B8D039079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9BB055-ACE6-8227-6951-266223EB9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90C9F-DF29-9591-5C5C-7AAA86021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 root </a:t>
            </a:r>
            <a:r>
              <a:rPr lang="en-GB" sz="1200" dirty="0"/>
              <a:t>allows quick verification of any transaction without scanning all of them.</a:t>
            </a:r>
          </a:p>
          <a:p>
            <a:pPr marL="228600" indent="-228600">
              <a:buAutoNum type="arabicPeriod"/>
            </a:pPr>
            <a:r>
              <a:rPr lang="en-GB" sz="1200" dirty="0"/>
              <a:t>Receipts are outcomes of transactions (like whether they succeeded or not, how much gas was used, etc.).</a:t>
            </a:r>
          </a:p>
          <a:p>
            <a:pPr marL="228600" indent="-228600">
              <a:buAutoNum type="arabicPeriod"/>
            </a:pPr>
            <a:r>
              <a:rPr lang="en-GB" sz="1200" dirty="0"/>
              <a:t>Bloom filter is efficient, probabilistic index to check if a block contains a log of interest without scanning every log.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 Root and Receipt Root are calculated via RLP (Recursive-length Prefix) serializer. This is an encoder function which can serialize any primitive variable, object, or even an array with space efficiency.</a:t>
            </a:r>
          </a:p>
          <a:p>
            <a:pPr marL="228600" indent="-228600"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Merkle (Merkle Tree) Patricia (Compressed) Trie (Tree-like): Instead of storing keys in a flat table, the key is split into chunks and used to navigate down the tree. Example: storing the keys dog and door would share the prefix do in the tree, making lookups fast.</a:t>
            </a:r>
            <a:r>
              <a:rPr lang="en-US" dirty="0">
                <a:effectLst/>
              </a:rPr>
              <a:t> 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FA24F-50A9-339E-60C4-BAB2F9D7A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542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BD981-253E-FFF9-CD25-064EA3BBD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8A674-26D1-3E41-44BE-8D82301C2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4D9947-BE4D-DA51-5E1A-CBEB6ECA9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75324-5B37-9DB2-6299-70DF7E9761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594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2277A-8B3E-43E7-195B-E846313A4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9B035-D7E3-6834-8693-2CE5998E9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1D9EE-FA5A-DDE9-D484-BA3E38AD7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Authorized (initiated from authorized account)</a:t>
            </a:r>
          </a:p>
          <a:p>
            <a:pPr marL="228600" indent="-228600"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Immutable (once submitted, cannot be altered)</a:t>
            </a:r>
          </a:p>
          <a:p>
            <a:pPr marL="228600" indent="-228600"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Non-repudiable (once verified, cannot be denied)</a:t>
            </a:r>
          </a:p>
          <a:p>
            <a:pPr marL="228600" indent="-228600"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ECC is </a:t>
            </a:r>
            <a:r>
              <a:rPr lang="en-US" dirty="0"/>
              <a:t>Elliptic Curve Cryptography; it is built on the trigonometry of </a:t>
            </a:r>
            <a:r>
              <a:rPr lang="en-US" b="0" dirty="0"/>
              <a:t>elliptic curves </a:t>
            </a:r>
            <a:r>
              <a:rPr lang="en-US" dirty="0"/>
              <a:t>— smooth, looping curves defined by equations.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EE8B6-69FD-0538-164E-BD6F5BFDD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699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68A6A-D084-2936-88BF-79F948F54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C1E62-164C-ED9A-29D5-49C6DE13A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798682-8F58-4F34-C815-CFCC45CCE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If the transaction is creating a new contract, the “to” is empty and Ethereum will assign a new contract address.</a:t>
            </a:r>
          </a:p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Question! Why is the Tx hash 66-char long? Answer: it’s 32-bytes or 64-nibbles, each representing a Hexa digit. The extra 2 nibbles are for “0x”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4A55A-5A75-3AE9-0545-8FAE5C1A64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836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052F0-F0BA-91A6-CF50-A27536E9B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D9164-84FD-38B9-AF62-E66DDCBD1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B4914A-4B1F-86A9-2727-8D95C14DC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Transaction: https://etherscan.io/tx/0x53250cb26a945264329b6bfe26eaed2cbdcbbb388a4bb3aab4238659507d30a8</a:t>
            </a:r>
          </a:p>
          <a:p>
            <a:pPr marL="228600" indent="-228600">
              <a:buAutoNum type="arabicPeriod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00B8B-012B-B7B5-5121-51242369EF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029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1D2F6-A47C-DC53-68EF-F99A8E4EE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BA08C1-5048-7A5E-3AF8-DD37AA388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43DA1B-F114-A1EB-1D3E-0F4F2A13C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Imagine ordering something from Daraz.pk. The payment gateway, vendor,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Daraz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itself, the shipping company are all different entities making the transaction possible.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71335-B162-C51A-8738-948575CCF8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851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F53F3-1EB1-E10D-4509-D011A1306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C2D4B-49C6-2981-6CFC-B15A0CB37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7FB42-D5F8-7CC6-FA2B-BF710F65E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12C0F-70A0-1575-35FC-1CC566DFFB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0649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3101B-ADCB-90F2-3737-70648673E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1EF6B-03BB-38D2-601F-FC76BE433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CAD140-B307-0F35-368A-0D99C5F22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065A2-53BE-B918-BFC4-5FF3902C55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0181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CE26B-0403-D377-0888-CF8EFB785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24E88-74CF-1B09-21F8-48A8D13BF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440FE-EF15-A888-F608-278FF70EA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0158-AD50-D654-1747-FD9A17BCE4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64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B59B5-0E07-5814-D1F8-D838AA030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B4348-785F-BFBD-56E4-DA475ED29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24BC3A-2020-DB16-A416-64D1C02A5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The concept of ABI will be covered in later lectures thoroughly.</a:t>
            </a:r>
          </a:p>
          <a:p>
            <a:pPr marL="228600" indent="-228600">
              <a:buAutoNum type="arabicPeriod"/>
            </a:pPr>
            <a:r>
              <a:rPr lang="en-GB" sz="1200" dirty="0"/>
              <a:t>Developer writes an event in code. When executed, the EVM produces a log in the transaction receipt.</a:t>
            </a:r>
          </a:p>
          <a:p>
            <a:pPr marL="228600" indent="-228600">
              <a:buAutoNum type="arabicPeriod"/>
            </a:pPr>
            <a:r>
              <a:rPr lang="en-GB" sz="1200" dirty="0"/>
              <a:t>In discussion, people often use “event” and “log” interchangeably or together (e.g., “the contract emitted a Transfer event log”).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084AB-D325-B5FF-AF61-B529F9A8F0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830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D87DF-C900-50AB-EF4E-FF9DC04A9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01B06A-664A-6E06-7AB9-C08BE6483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364EF-B609-E650-0378-CCAE6665B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E.g. if you are designing a Token exchange dashboard, you may want your application to be notified whenever a Swap occurs in the blockchain activity. Therefore, you will subscribe to Swap events and save yourself from going through the hassle of scanning the entire blocks.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sz="1200" b="0" i="0" dirty="0"/>
              <a:t>The publish-subscribe pattern is fundamental in Ethereum </a:t>
            </a:r>
            <a:r>
              <a:rPr lang="en-GB" sz="1200" b="0" i="0" dirty="0" err="1"/>
              <a:t>dApp</a:t>
            </a:r>
            <a:r>
              <a:rPr lang="en-GB" sz="1200" b="0" i="0" dirty="0"/>
              <a:t> architectures. I personally recommend using Apache Kafka.</a:t>
            </a:r>
          </a:p>
          <a:p>
            <a:pPr marL="228600" indent="-228600">
              <a:buAutoNum type="arabicPeriod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A4AD4-2F18-572E-5115-A123C7031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4488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A754A-CD25-4CCD-9705-A1F44562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685F6-BF8C-B09C-D910-002123CB3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27792-11D8-8102-9E7C-2593ACD2F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16B81-F6EF-B498-733E-77C729E3B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305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8241A-6CBE-0D5C-CE9B-D09EEFC5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9F983C-2C33-5E8D-8832-3D55A6826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51848-536E-65C8-3F51-12712C968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71B09-78E6-447D-EF1D-B72D505672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234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thereum.org/developers/docs/data-structures-and-encoding/rl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therscan.io/block/12571309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t.ly/9Wth3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DECENTRALIZED APPLICATION DEVELOPMENT (119389)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114800" cy="4136198"/>
          </a:xfrm>
        </p:spPr>
        <p:txBody>
          <a:bodyPr/>
          <a:lstStyle/>
          <a:p>
            <a:r>
              <a:rPr lang="en-US" dirty="0"/>
              <a:t>Ethereum Data Structure</a:t>
            </a:r>
          </a:p>
          <a:p>
            <a:r>
              <a:rPr lang="en-US" dirty="0"/>
              <a:t>Blocks</a:t>
            </a:r>
          </a:p>
          <a:p>
            <a:r>
              <a:rPr lang="en-US" dirty="0"/>
              <a:t>Transactions</a:t>
            </a:r>
          </a:p>
          <a:p>
            <a:r>
              <a:rPr lang="en-US" dirty="0"/>
              <a:t>Logs and Events</a:t>
            </a:r>
          </a:p>
          <a:p>
            <a:r>
              <a:rPr lang="en-US" dirty="0"/>
              <a:t>Activity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4F810-F50E-E611-2E6F-9E89DC9FB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36DD291-7191-29E1-BE85-3E18DB92D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pic>
        <p:nvPicPr>
          <p:cNvPr id="11" name="Picture 10" descr="A diagram of a workflow&#10;&#10;AI-generated content may be incorrect.">
            <a:extLst>
              <a:ext uri="{FF2B5EF4-FFF2-40B4-BE49-F238E27FC236}">
                <a16:creationId xmlns:a16="http://schemas.microsoft.com/office/drawing/2014/main" id="{E5478AC0-CAAE-53F1-5FD9-5E495E657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5628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80566F1-8D95-B05A-DFB1-376F105899F6}"/>
              </a:ext>
            </a:extLst>
          </p:cNvPr>
          <p:cNvSpPr/>
          <p:nvPr/>
        </p:nvSpPr>
        <p:spPr>
          <a:xfrm>
            <a:off x="9241770" y="4277814"/>
            <a:ext cx="295023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Ethereum</a:t>
            </a:r>
          </a:p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4280932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DC1A9-A551-9E11-A0D3-D272EEF06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2A9A45F-CC2D-46AD-7911-E64F24B2C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CA7EC1A-9673-47A7-A2DE-A989FC2A7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4337F0D-6BC6-0459-ABB8-B8590D7A9A5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Blocks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662651C-14AB-C95E-7E89-3091CB196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5042C9F-F391-423F-446A-B0CAB7058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DF97F-CC37-9C5D-A8A9-7A8BC2CD111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Same as Bitcoin, Ethereum block header is the fingerprint of a block.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An Ethereum Block consists of: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Block Header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List of </a:t>
            </a:r>
            <a:r>
              <a:rPr lang="en-GB" sz="3200" dirty="0" err="1"/>
              <a:t>Ommers</a:t>
            </a:r>
            <a:r>
              <a:rPr lang="en-GB" sz="3200" dirty="0"/>
              <a:t> (uncles)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List of Transactions</a:t>
            </a:r>
          </a:p>
        </p:txBody>
      </p:sp>
    </p:spTree>
    <p:extLst>
      <p:ext uri="{BB962C8B-B14F-4D97-AF65-F5344CB8AC3E}">
        <p14:creationId xmlns:p14="http://schemas.microsoft.com/office/powerpoint/2010/main" val="2606107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E76A1-3B2D-A3E2-82F9-D1DC00AD8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7B2FB14-592C-1719-6B49-AFED7A22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0CC1834-CB5E-409A-7671-F1C048BEB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D782545-E7AA-3F58-C677-CE3EF8CDDD95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Blocks – Header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B4205A6-3F6C-9432-5C56-B7213E39B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ADCA497-A20F-940B-215C-85B9479D3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EC188-8495-8823-E4ED-26AA54F0D2F6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Block Header: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Parent Hash: Keccak 256-bit hash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Block Number (a.k.a. Height): the distance of current block from Genesis block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Timestamp: Unix time of block creation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Block Hash: unique hash, computed from block’s contents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Gas Limit: amount of gas transactions can burn in this block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Gas Used: total gas amount consumed by all transactions in block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Nonce/Difficulty: used by Proof of Work consensus.</a:t>
            </a:r>
          </a:p>
        </p:txBody>
      </p:sp>
    </p:spTree>
    <p:extLst>
      <p:ext uri="{BB962C8B-B14F-4D97-AF65-F5344CB8AC3E}">
        <p14:creationId xmlns:p14="http://schemas.microsoft.com/office/powerpoint/2010/main" val="333938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2D62E-9D95-B4B8-DFBB-5B3F3439C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09B9CBE-4A89-F4B7-B014-022426E79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C44D4B1-94CC-0575-F550-143B292E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6F4D594-B10D-7C88-8997-CE9233DB07C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Blocks – Header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26DE4EB-1739-C051-3DF0-3BD5F0891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6D9C4FA-1D23-AC87-EDC1-A09F8521C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7F10F-0934-673B-43C4-6132CE8C1A00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Block Header Roots: Merkle Patricia Tries (</a:t>
            </a:r>
            <a:r>
              <a:rPr lang="en-GB" sz="3400" i="1" dirty="0"/>
              <a:t>more on that later</a:t>
            </a:r>
            <a:r>
              <a:rPr lang="en-GB" sz="3400" dirty="0"/>
              <a:t>) nodes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State Root: hash of the root node of MPT representing “worlds state”.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Transaction Root: hash representing the summary of all transactions.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Receipt Root: hash summarizing all transaction receipts in the block.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Logs Bloom: Bloom Filter (</a:t>
            </a:r>
            <a:r>
              <a:rPr lang="en-GB" sz="3200" i="1" dirty="0"/>
              <a:t>more on that later</a:t>
            </a:r>
            <a:r>
              <a:rPr lang="en-GB" sz="3200" dirty="0"/>
              <a:t>) that flags which events occurred in this block.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Transaction Root and Receipt Root hashes are calculated via </a:t>
            </a:r>
            <a:r>
              <a:rPr lang="en-GB" sz="3600" dirty="0">
                <a:hlinkClick r:id="rId3"/>
              </a:rPr>
              <a:t>Recursive-length prefix (RLP) serialization</a:t>
            </a:r>
            <a:r>
              <a:rPr lang="en-GB" sz="3600" dirty="0"/>
              <a:t> function.</a:t>
            </a: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39723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CFBED-E19B-C546-AA27-DF979DE81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D3A5C2D-16CB-9F9C-9DD4-4E560482D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5C38888-933C-DA5C-D995-322498B75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993ABBA-E8A1-B5C1-2E4E-80B06BC001A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Blocks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C23B624-E46F-9D80-4E72-A7431015E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DA0C60A-D0F8-F2C2-C419-039F5EE37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0A187-81BB-3D53-1E53-F2C5123966E7}"/>
              </a:ext>
            </a:extLst>
          </p:cNvPr>
          <p:cNvSpPr txBox="1">
            <a:spLocks/>
          </p:cNvSpPr>
          <p:nvPr/>
        </p:nvSpPr>
        <p:spPr>
          <a:xfrm>
            <a:off x="143838" y="1532586"/>
            <a:ext cx="11819562" cy="502061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3600" dirty="0"/>
              <a:t>For example, go to </a:t>
            </a:r>
            <a:r>
              <a:rPr lang="en-GB" sz="3600" dirty="0">
                <a:hlinkClick r:id="rId3"/>
              </a:rPr>
              <a:t>https://etherscan.io/block/12571309</a:t>
            </a:r>
            <a:endParaRPr lang="en-GB" sz="3600" dirty="0"/>
          </a:p>
          <a:p>
            <a:pPr marL="0" indent="0">
              <a:lnSpc>
                <a:spcPct val="100000"/>
              </a:lnSpc>
              <a:buNone/>
            </a:pPr>
            <a:r>
              <a:rPr lang="en-GB" sz="3600" dirty="0"/>
              <a:t>The URL should show Block </a:t>
            </a:r>
            <a:r>
              <a:rPr lang="en-GB" sz="3600" b="1" dirty="0"/>
              <a:t>12,571,309</a:t>
            </a:r>
            <a:r>
              <a:rPr lang="en-GB" sz="3600" dirty="0"/>
              <a:t> (5-Jun-2021), which contained 126 transactions.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600" dirty="0"/>
              <a:t>It was mined by the </a:t>
            </a:r>
            <a:r>
              <a:rPr lang="en-GB" sz="3600" b="1" dirty="0" err="1"/>
              <a:t>SparkPool</a:t>
            </a:r>
            <a:r>
              <a:rPr lang="en-GB" sz="3600" dirty="0"/>
              <a:t> miner (0x5A0b…9c4c) in the Proof-of-Work era.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600" dirty="0"/>
              <a:t>The block’s header included a parent hash linking to the previous block (hash 0x7ca6...148a) and recorded a </a:t>
            </a:r>
            <a:r>
              <a:rPr lang="en-GB" sz="3600" b="1" dirty="0"/>
              <a:t>Gas Used</a:t>
            </a:r>
            <a:r>
              <a:rPr lang="en-GB" sz="3600" dirty="0"/>
              <a:t> 14987590 out of 15000000 available (99.9%), indicating it was very full.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600" dirty="0"/>
              <a:t>The miner earned a </a:t>
            </a:r>
            <a:r>
              <a:rPr lang="en-GB" sz="3600" b="1" dirty="0"/>
              <a:t>Block reward</a:t>
            </a:r>
            <a:r>
              <a:rPr lang="en-GB" sz="3600" dirty="0"/>
              <a:t> of about </a:t>
            </a:r>
            <a:r>
              <a:rPr lang="en-GB" sz="3600" b="1" dirty="0"/>
              <a:t>2.2498ETH</a:t>
            </a:r>
            <a:r>
              <a:rPr lang="en-GB" sz="3600" dirty="0"/>
              <a:t> (2ETH base reward + 0.2498ETH from transaction fees) for creating this block.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600" dirty="0"/>
              <a:t>The block’s state root was </a:t>
            </a:r>
            <a:r>
              <a:rPr lang="en-GB" sz="3600" b="1" dirty="0"/>
              <a:t>0xae3d...7200</a:t>
            </a:r>
            <a:r>
              <a:rPr lang="en-GB" sz="3600" dirty="0"/>
              <a:t>, a 32-byte value representing the Ethereum global state after all 126 transactions executed.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600" dirty="0"/>
              <a:t>Because this block is from PoW era, the difficulty is greater than 0.</a:t>
            </a: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3115139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2E6F8-C070-0BD9-2F0D-A24ED266E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3893858-22E4-230B-144B-12CBA9129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B29C0F8-182F-146B-AC96-7D069C3F4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BC8A6CE-82F4-CD96-D327-F7534DB207E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Transactions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54D5AAC-BA1B-C93E-41A3-ECF406F8B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02F4337-BE87-669B-0235-D478BBE4E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7E313-F6F3-35E1-D87A-8A203966BAD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An Ethereum Transaction is: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Authorized</a:t>
            </a:r>
            <a:endParaRPr lang="en-GB" sz="34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Immutable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Non-repudiable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First, sender’s private-public keypair is generated by ECC algorithm. The public key is hashed to 20 bytes.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Original data is hashed and encrypted by the sender with his private key and used as the Digital signature.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receiver deciphers the signature and compares with the hash code of the data received; if the hashes match, the transaction is accepted, otherwise it is rejected.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Once the transaction is verified, the account balances, fees, nonce and the amounts are also verified.</a:t>
            </a:r>
          </a:p>
        </p:txBody>
      </p:sp>
    </p:spTree>
    <p:extLst>
      <p:ext uri="{BB962C8B-B14F-4D97-AF65-F5344CB8AC3E}">
        <p14:creationId xmlns:p14="http://schemas.microsoft.com/office/powerpoint/2010/main" val="162934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9D4D2-1D8D-E52B-7CE2-BEAE132A7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3FC5F8B-7648-E528-C26C-2AD5CEA40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B3BAF8E-1C52-7F7E-2A8B-C66C7FBFB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D83B0D3-6707-2936-B9BC-7AB3C61DF52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Transactions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2F3AFA9-B894-9415-D323-DA23DD3C9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840ABAD-AE62-C45D-56E5-AC10B5F82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3845C-0078-64B4-F323-BD26DF7E923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Each Transaction contains: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From: Account address from which the amount is transferred.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To: the target Account address or a Smart Contract (CA) which will execute custom code.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Tx hash: a 256-bit unique hash calculated from transaction details (from, to, value, gas, nonce, etc.) using Keccak-256 hash function.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Value: the amount transferred (gas fee excluded).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Gas fee: the amount in </a:t>
            </a:r>
            <a:r>
              <a:rPr lang="en-GB" sz="3200" dirty="0" err="1"/>
              <a:t>Gwei</a:t>
            </a:r>
            <a:r>
              <a:rPr lang="en-GB" sz="3200" dirty="0"/>
              <a:t> paid as gas fee to the block miner.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Gas price: the Gas price at that time. This tends to vary based on network availability.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Logs: the list of events which were executed to complete this transaction</a:t>
            </a:r>
          </a:p>
        </p:txBody>
      </p:sp>
    </p:spTree>
    <p:extLst>
      <p:ext uri="{BB962C8B-B14F-4D97-AF65-F5344CB8AC3E}">
        <p14:creationId xmlns:p14="http://schemas.microsoft.com/office/powerpoint/2010/main" val="503245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8678C-D6C7-3BF7-43F0-41549E274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42B856F-47EE-7FD5-A3CB-98EC82C70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BD9AC3D-02C0-DF3D-7324-B3149350C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5527635-3230-1871-801B-E4F0A53CDC3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Transactions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31645AD-5D96-94B5-F950-7635BC31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0129E07-ED4D-8DF8-1ADC-39B8CCD5E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DE8AF-2508-1AC9-3944-B52CCDC3182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3400" dirty="0"/>
              <a:t>For example, Transaction </a:t>
            </a:r>
            <a:r>
              <a:rPr lang="en-GB" sz="3400" b="1" dirty="0"/>
              <a:t>0x5325…30a8</a:t>
            </a:r>
            <a:r>
              <a:rPr lang="en-GB" sz="3400" dirty="0"/>
              <a:t> (</a:t>
            </a:r>
            <a:r>
              <a:rPr lang="en-GB" sz="3400" u="sng" dirty="0">
                <a:hlinkClick r:id="rId3"/>
              </a:rPr>
              <a:t>t.ly/9Wth3</a:t>
            </a:r>
            <a:r>
              <a:rPr lang="en-GB" sz="3400" dirty="0"/>
              <a:t> </a:t>
            </a:r>
            <a:r>
              <a:rPr lang="en-GB" sz="3400" i="1" dirty="0"/>
              <a:t>check slide notes</a:t>
            </a:r>
            <a:r>
              <a:rPr lang="en-GB" sz="34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400" dirty="0"/>
              <a:t>The sender “from” </a:t>
            </a:r>
            <a:r>
              <a:rPr lang="en-GB" sz="3400" b="1" dirty="0"/>
              <a:t>0xe097…e5C5</a:t>
            </a:r>
            <a:r>
              <a:rPr lang="en-GB" sz="3400" dirty="0"/>
              <a:t> deposited </a:t>
            </a:r>
            <a:r>
              <a:rPr lang="en-GB" sz="3400" b="1" dirty="0"/>
              <a:t>0.049ETH</a:t>
            </a:r>
            <a:r>
              <a:rPr lang="en-GB" sz="3400" dirty="0"/>
              <a:t> to account </a:t>
            </a:r>
            <a:r>
              <a:rPr lang="en-GB" sz="3600" b="1" dirty="0"/>
              <a:t>1inch Aggregation Protocol</a:t>
            </a:r>
            <a:r>
              <a:rPr lang="en-GB" sz="3600" dirty="0"/>
              <a:t> (a provider of low‑cost, secure swaps across multiple liquidity sources).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400" dirty="0"/>
              <a:t>The 1inch router first converted ETH into Wrapped Ether (WETH) tokens, then routed it through an intermediate address (</a:t>
            </a:r>
            <a:r>
              <a:rPr lang="en-GB" sz="3400" b="1" dirty="0"/>
              <a:t>0x7e5A…0e86</a:t>
            </a:r>
            <a:r>
              <a:rPr lang="en-GB" sz="3400" dirty="0"/>
              <a:t>) which supplied </a:t>
            </a:r>
            <a:r>
              <a:rPr lang="en-GB" sz="3400" b="1" dirty="0"/>
              <a:t>YF Link</a:t>
            </a:r>
            <a:r>
              <a:rPr lang="en-GB" sz="3400" dirty="0"/>
              <a:t> (YFL) tokens back to the sender.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400" dirty="0"/>
              <a:t>The swap produced about </a:t>
            </a:r>
            <a:r>
              <a:rPr lang="en-GB" sz="3400" b="1" dirty="0"/>
              <a:t>1.049763214101323157YFL</a:t>
            </a:r>
            <a:r>
              <a:rPr lang="en-GB" sz="3400" dirty="0"/>
              <a:t> tokens, worth roughly </a:t>
            </a:r>
            <a:r>
              <a:rPr lang="en-GB" sz="3400" b="1" dirty="0"/>
              <a:t>$4.18</a:t>
            </a:r>
            <a:r>
              <a:rPr lang="en-GB" sz="3400" dirty="0"/>
              <a:t> at that time.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400" dirty="0"/>
              <a:t>The transaction incurred a fee of </a:t>
            </a:r>
            <a:r>
              <a:rPr lang="en-GB" sz="3400" b="1" dirty="0"/>
              <a:t>0.001963856ETH</a:t>
            </a:r>
            <a:r>
              <a:rPr lang="en-GB" sz="3400" dirty="0"/>
              <a:t> with a gas price of 16Gwei.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400" dirty="0"/>
              <a:t>Total </a:t>
            </a:r>
            <a:r>
              <a:rPr lang="en-GB" sz="3400" b="1" dirty="0"/>
              <a:t>122741</a:t>
            </a:r>
            <a:r>
              <a:rPr lang="en-GB" sz="3400" dirty="0"/>
              <a:t> units of Gas were used (68.7% of the 178656 limit).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400" dirty="0"/>
              <a:t>At the time, ETH was valued at roughly $2629.76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400" dirty="0"/>
              <a:t>The transaction is included in block </a:t>
            </a:r>
            <a:r>
              <a:rPr lang="en-GB" sz="3400" b="1" dirty="0"/>
              <a:t>12571309</a:t>
            </a:r>
            <a:r>
              <a:rPr lang="en-GB" sz="3400" dirty="0"/>
              <a:t> and its index in the block is </a:t>
            </a:r>
            <a:r>
              <a:rPr lang="en-GB" sz="3400" b="1" dirty="0"/>
              <a:t>92</a:t>
            </a:r>
            <a:r>
              <a:rPr lang="en-GB" sz="3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5007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A2E1D-EFC9-3FF8-56FA-155B8D40B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821C240-3EB3-9666-3607-6EDC5E08B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3D5411E-7220-433E-E7D7-A0AF191E7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4C1308A-7D5D-D9EB-E04F-4B78B2B304A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Logs and Events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30F9020-11E5-DA30-2B43-CBC7C83DA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6DE9F4C-A11C-C772-B9D1-A7491F3F0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E21B0-FC9D-3ABC-3486-D3360D2782C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Logs in Ethereum are produced during transaction execution. These are smart contracts telling details of what happened.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Logs don’t affect the state of the blockchain; they are historical records of things such as a transfer of tokens or a change of ownership.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Every log is tied to a particular transaction and is stored in the transaction’s receipt (the outcome report for that transaction).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For example, a token contract, when transferring tokens from Omar to Sara, might “log” an event saying: “Omar sent 100 WETH tokens to Sara”.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External applications can read these logs to know what happened inside a transaction, without the blockchain having to explicitly store those details in account state.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Logs are stored outside the main blockchain, but maintain a sequence, i.e. order matters.</a:t>
            </a:r>
          </a:p>
        </p:txBody>
      </p:sp>
    </p:spTree>
    <p:extLst>
      <p:ext uri="{BB962C8B-B14F-4D97-AF65-F5344CB8AC3E}">
        <p14:creationId xmlns:p14="http://schemas.microsoft.com/office/powerpoint/2010/main" val="22840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E383D-C862-CF2E-228F-4B597E9D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2165FA6-083F-AA60-753E-A6AB0BE6A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1BBB0C4-9AC3-43DE-6165-31C9FE49B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889DB77-3A91-58C4-B0F6-AFC46DC0F41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Logs and Events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1295400-CB98-37D5-A4D3-D96CAD48A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24E8B5F-8B13-B239-ACBC-FFE0A9148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74993-AC58-0F92-D77D-6316C1A504B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Log record contain: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b="1" dirty="0"/>
              <a:t>Address</a:t>
            </a:r>
            <a:r>
              <a:rPr lang="en-GB" sz="3200" dirty="0"/>
              <a:t>: of the smart contract that emitted it.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b="1" dirty="0"/>
              <a:t>Topics</a:t>
            </a:r>
            <a:r>
              <a:rPr lang="en-GB" sz="3200" dirty="0"/>
              <a:t>: up to 4 indexed pieces 32-bytes. </a:t>
            </a:r>
            <a:r>
              <a:rPr lang="en-GB" sz="3200" b="1" dirty="0"/>
              <a:t>Topic 0</a:t>
            </a:r>
            <a:r>
              <a:rPr lang="en-GB" sz="3200" dirty="0"/>
              <a:t> includes an event signature (a hash identifying event), and Topic 1 to 4 (optional) include specific parameters like the addresses involved in a transfer.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b="1" dirty="0"/>
              <a:t>Data</a:t>
            </a:r>
            <a:r>
              <a:rPr lang="en-GB" sz="3200" dirty="0"/>
              <a:t>: the non-indexed data payload of the log in binary form, which can contain additional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269286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808EF-9B77-16B5-96A8-D25483AE3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C949A63-5081-ABD6-E5D3-AF128EBF2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B534D2D-AB3A-E0C2-DD05-15F93ED9A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0B2DE3A-9FDC-F8E6-E08A-7233B812C61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Logs and Events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8BCA2D6-617D-6BA6-27EA-6B7C6EE0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9D836FE-36DF-C186-7E6C-C574DE4CA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9B73C-036F-F3F4-070E-2C37712ECB5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An Event is a feature in Solidity (Ethereum’s smart contract language) and other contract languages that gives smart contract logs a structure.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From a developer’s perspective, an event is like a print statement in the code that says “hey, this action occurred with these details.” From the blockchain’s perspective, it’s the trigger for creating the log data</a:t>
            </a:r>
            <a:endParaRPr lang="en-GB" sz="3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There’s a misconception that there is a fixed set of events in Ethereum. The smart contract developers can write their own events.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An event is expressed like a function’s signature, i.e. it has a name and parameters.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58099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65107-40B2-D681-FA8C-2A9E62E29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15DCCB7-E6B9-806B-564E-A9F3F445E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CA1F0BF-75EF-031D-C6C8-EF8159A4A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1C3CEE8-E4B2-2208-5C75-9B8C544C874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Logs and Events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7174C7F-C6C1-03F4-65E2-160B5142B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75299C9-7908-D2A2-9841-4166E3346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2B746-04E9-7C88-061B-754611D4E56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For example: 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Transfer(address from, address to, uint256 value);</a:t>
            </a:r>
            <a:endParaRPr lang="en-GB" sz="3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This is a common event which is emitted when one address transfers a token in certain amount to another address, the amount is expressed in an unsigned 256-bit integer.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Another common event: 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Swap(address sender, uint256 amount0in, uint256 amount1in, uint256 amount0out, uint256 amount1out, address to);</a:t>
            </a:r>
            <a:endParaRPr lang="en-GB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This event is emitted when two addresses exchange tokens (trade). This event specifically occurs in Decentralized exchanges.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One more example: 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Sync(reserve0, reserve1);</a:t>
            </a:r>
            <a:endParaRPr lang="en-GB" sz="3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This is an automated event for bookkeeping saying: “X amount of token0 is now equal to Y amount of token1”.</a:t>
            </a:r>
          </a:p>
        </p:txBody>
      </p:sp>
    </p:spTree>
    <p:extLst>
      <p:ext uri="{BB962C8B-B14F-4D97-AF65-F5344CB8AC3E}">
        <p14:creationId xmlns:p14="http://schemas.microsoft.com/office/powerpoint/2010/main" val="326020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11B21-9843-6370-5E86-11803FE75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22119D1-B600-299C-2A8B-40395EDA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17F9D5F-97F0-2FB0-1E4D-8F3DC6CA1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339AD3D-6821-0FEE-5128-64825B405DC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Logs and Events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5C9EB8E-34D5-3075-6412-3CA9DCBB7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08570BA-E121-2DB3-C6E5-36D928833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6E32A-8B4E-27ED-323E-C360213E2CA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Events in Ethereum are high-level Solidity functions declared in the contract and “emitted” during execution. Once an event is emitted during the smart contract execution, a log entry is generated.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Logs are stored in binary form; they are decoded into human-readable form using something called an ABI (Application Binary Interface).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short way to remember this relationship is: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Event (Solidity)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Log (EVM)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 err="1"/>
              <a:t>printf</a:t>
            </a:r>
            <a:r>
              <a:rPr lang="en-GB" sz="3200" dirty="0"/>
              <a:t> (C code)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console output (program).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27790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265FE-39B6-15A7-DA9C-D1D9DED0A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E01E9A3-DFD0-E720-FB65-23A7E13CB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73C3450-4E89-1AA4-8956-CC0F7D5E0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3AF74F4-922C-C4DB-C79F-54E24968185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Logs and Events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6E0490A-491B-0985-9A21-8A5A6444A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76C75A7-A267-365A-340C-49134184A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6758A-4556-3C78-2642-43B978FDB36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3600" dirty="0"/>
              <a:t>When designing a Dapp, you as a developer will most likely “subscribe” to certain events (in addition to the ones discussed previously):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600" dirty="0">
                <a:latin typeface="Consolas" panose="020B0609020204030204" pitchFamily="49" charset="0"/>
                <a:cs typeface="Consolas" panose="020B0609020204030204" pitchFamily="49" charset="0"/>
              </a:rPr>
              <a:t>Withdrawal(indexed address to, uint256 value)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600" dirty="0">
                <a:latin typeface="Consolas" panose="020B0609020204030204" pitchFamily="49" charset="0"/>
                <a:cs typeface="Consolas" panose="020B0609020204030204" pitchFamily="49" charset="0"/>
              </a:rPr>
              <a:t>Deposit(indexed address from, uint256 value)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600" dirty="0">
                <a:latin typeface="Consolas" panose="020B0609020204030204" pitchFamily="49" charset="0"/>
                <a:cs typeface="Consolas" panose="020B0609020204030204" pitchFamily="49" charset="0"/>
              </a:rPr>
              <a:t>Approval(indexed address owner, indexed address spender, uint256 value)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600" dirty="0" err="1">
                <a:latin typeface="Consolas" panose="020B0609020204030204" pitchFamily="49" charset="0"/>
                <a:cs typeface="Consolas" panose="020B0609020204030204" pitchFamily="49" charset="0"/>
              </a:rPr>
              <a:t>ApprovalForAll</a:t>
            </a:r>
            <a:r>
              <a:rPr lang="en-GB" sz="2600" dirty="0">
                <a:latin typeface="Consolas" panose="020B0609020204030204" pitchFamily="49" charset="0"/>
                <a:cs typeface="Consolas" panose="020B0609020204030204" pitchFamily="49" charset="0"/>
              </a:rPr>
              <a:t>(indexed address owner, indexed address operator, bool approved)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600" dirty="0">
                <a:latin typeface="Consolas" panose="020B0609020204030204" pitchFamily="49" charset="0"/>
                <a:cs typeface="Consolas" panose="020B0609020204030204" pitchFamily="49" charset="0"/>
              </a:rPr>
              <a:t>Mint(indexed address sender, uint256 amount0, uint256 amount1, indexed address to)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600" dirty="0">
                <a:latin typeface="Consolas" panose="020B0609020204030204" pitchFamily="49" charset="0"/>
                <a:cs typeface="Consolas" panose="020B0609020204030204" pitchFamily="49" charset="0"/>
              </a:rPr>
              <a:t>Burn(indexed address sender, uint256 amount0, uint256 amount1, indexed address to)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600" dirty="0">
                <a:latin typeface="Consolas" panose="020B0609020204030204" pitchFamily="49" charset="0"/>
                <a:cs typeface="Consolas" panose="020B0609020204030204" pitchFamily="49" charset="0"/>
              </a:rPr>
              <a:t>Staked(indexed address user, uint256 amount)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600" dirty="0" err="1">
                <a:latin typeface="Consolas" panose="020B0609020204030204" pitchFamily="49" charset="0"/>
                <a:cs typeface="Consolas" panose="020B0609020204030204" pitchFamily="49" charset="0"/>
              </a:rPr>
              <a:t>Unstaked</a:t>
            </a:r>
            <a:r>
              <a:rPr lang="en-GB" sz="2600" dirty="0">
                <a:latin typeface="Consolas" panose="020B0609020204030204" pitchFamily="49" charset="0"/>
                <a:cs typeface="Consolas" panose="020B0609020204030204" pitchFamily="49" charset="0"/>
              </a:rPr>
              <a:t>/Withdrawn(indexed address user, uint256 amount)</a:t>
            </a:r>
          </a:p>
        </p:txBody>
      </p:sp>
    </p:spTree>
    <p:extLst>
      <p:ext uri="{BB962C8B-B14F-4D97-AF65-F5344CB8AC3E}">
        <p14:creationId xmlns:p14="http://schemas.microsoft.com/office/powerpoint/2010/main" val="89742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5669E-2AC3-CD5E-920B-70F2B8AD8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67AEB03-0017-1F94-56F6-348BB5D8A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E186CA8-FC01-05CA-9ADB-D86D6AF50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A930FD2-E332-E760-FC3A-243FB5DD112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Let’s summarize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6077D69-9EFF-8442-4573-D7C08A48F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95A5850-8CDA-5861-6C70-AFE710E87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11566-FAF7-7771-B9BE-D3F74ED84CB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We discussed how Ethereum maintains data in </a:t>
            </a:r>
            <a:r>
              <a:rPr lang="en-GB" sz="3600" b="1" dirty="0"/>
              <a:t>blocks</a:t>
            </a:r>
            <a:r>
              <a:rPr lang="en-GB" sz="3600" dirty="0"/>
              <a:t> of </a:t>
            </a:r>
            <a:r>
              <a:rPr lang="en-GB" sz="3600" b="1" dirty="0"/>
              <a:t>transactions</a:t>
            </a:r>
            <a:r>
              <a:rPr lang="en-GB" sz="3600" dirty="0"/>
              <a:t>, each containing a set of </a:t>
            </a:r>
            <a:r>
              <a:rPr lang="en-GB" sz="3600" b="1" dirty="0"/>
              <a:t>logs</a:t>
            </a:r>
            <a:r>
              <a:rPr lang="en-GB" sz="3600" dirty="0"/>
              <a:t> which were emitted when </a:t>
            </a:r>
            <a:r>
              <a:rPr lang="en-GB" sz="3600" b="1" dirty="0"/>
              <a:t>events</a:t>
            </a:r>
            <a:r>
              <a:rPr lang="en-GB" sz="3600" dirty="0"/>
              <a:t> were called during execution of </a:t>
            </a:r>
            <a:r>
              <a:rPr lang="en-GB" sz="3600" b="1" dirty="0"/>
              <a:t>smart contracts</a:t>
            </a:r>
            <a:r>
              <a:rPr lang="en-GB" sz="3600" dirty="0"/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We discussed how Ethereum uses references to state of the blockchain and root of transactions.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We also discussed how each transaction itself uses reference to the root of logs.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We then discussed certain types of events.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Now we move on to see why Ethereum uses custom Data Structures.</a:t>
            </a:r>
          </a:p>
        </p:txBody>
      </p:sp>
    </p:spTree>
    <p:extLst>
      <p:ext uri="{BB962C8B-B14F-4D97-AF65-F5344CB8AC3E}">
        <p14:creationId xmlns:p14="http://schemas.microsoft.com/office/powerpoint/2010/main" val="9171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E16AE-FBDA-15ED-DF3F-A6790D563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4964601-DDDE-12CF-FBA5-56C787C69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2461EF2-6E3A-F1CC-3A66-79676D3C0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F5E3F83-664F-45B8-5DA3-936BA7AE416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 2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F674B0D-ACCB-E173-CC77-9E21A8698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3A9270C-95D8-B655-2390-9A4EA5D07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A9B45-6312-9D21-C22C-7BD1C98A41B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5020613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3400" dirty="0"/>
              <a:t>Objectives: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You are now ready to create a Web-3 wallet and practically take part in Blockchain activities.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Create a wallet on any Ethereum wallet provider. My recommendation is to use </a:t>
            </a:r>
            <a:r>
              <a:rPr lang="en-GB" sz="3400" dirty="0" err="1"/>
              <a:t>Metamask</a:t>
            </a:r>
            <a:r>
              <a:rPr lang="en-GB" sz="3400" dirty="0"/>
              <a:t>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You will need to install </a:t>
            </a:r>
            <a:r>
              <a:rPr lang="en-GB" sz="3400" dirty="0" err="1"/>
              <a:t>Metamask</a:t>
            </a:r>
            <a:r>
              <a:rPr lang="en-GB" sz="3400" dirty="0"/>
              <a:t> extension on your browser.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In the world of Web-3, privacy comes first. Use Linux OS + Brave browser + a trustworthy VPN. Do NOT provide your name, mobile no., email, location, MAC address, or any personal detail unless I explicitly tell you to.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Write your 12-word secret phrase on paper or use a password manager. Nothing else.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Finally, enable </a:t>
            </a:r>
            <a:r>
              <a:rPr lang="en-GB" sz="3400" dirty="0" err="1"/>
              <a:t>Sepolia</a:t>
            </a:r>
            <a:r>
              <a:rPr lang="en-GB" sz="3400" dirty="0"/>
              <a:t> test net from the list of networks on </a:t>
            </a:r>
            <a:r>
              <a:rPr lang="en-GB" sz="3400" dirty="0" err="1"/>
              <a:t>Metamask</a:t>
            </a:r>
            <a:r>
              <a:rPr lang="en-GB" sz="3400" dirty="0"/>
              <a:t>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In this course, we will only use test net and a test currency called </a:t>
            </a:r>
            <a:r>
              <a:rPr lang="en-GB" sz="3400" dirty="0" err="1"/>
              <a:t>Sepolia</a:t>
            </a:r>
            <a:r>
              <a:rPr lang="en-GB" sz="3400" dirty="0"/>
              <a:t>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Submit your </a:t>
            </a:r>
            <a:r>
              <a:rPr lang="en-GB" sz="3400"/>
              <a:t>wallet address.</a:t>
            </a: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1463699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4836</TotalTime>
  <Words>2245</Words>
  <Application>Microsoft Macintosh PowerPoint</Application>
  <PresentationFormat>Widescreen</PresentationFormat>
  <Paragraphs>188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Biome Light</vt:lpstr>
      <vt:lpstr>Calibri</vt:lpstr>
      <vt:lpstr>Calibri Light</vt:lpstr>
      <vt:lpstr>Consolas</vt:lpstr>
      <vt:lpstr>Wingdings</vt:lpstr>
      <vt:lpstr>Office Theme</vt:lpstr>
      <vt:lpstr>DECENTRALIZED APPLICATION DEVELOPMENT (119389)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199</cp:revision>
  <dcterms:created xsi:type="dcterms:W3CDTF">2022-11-22T20:08:03Z</dcterms:created>
  <dcterms:modified xsi:type="dcterms:W3CDTF">2025-10-18T13:08:12Z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