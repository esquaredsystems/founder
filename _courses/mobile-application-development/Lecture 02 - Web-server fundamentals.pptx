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7"/>
  </p:notesMasterIdLst>
  <p:handoutMasterIdLst>
    <p:handoutMasterId r:id="rId28"/>
  </p:handoutMasterIdLst>
  <p:sldIdLst>
    <p:sldId id="2448" r:id="rId5"/>
    <p:sldId id="2462" r:id="rId6"/>
    <p:sldId id="2486" r:id="rId7"/>
    <p:sldId id="2482" r:id="rId8"/>
    <p:sldId id="2492" r:id="rId9"/>
    <p:sldId id="2467" r:id="rId10"/>
    <p:sldId id="2485" r:id="rId11"/>
    <p:sldId id="2501" r:id="rId12"/>
    <p:sldId id="2500" r:id="rId13"/>
    <p:sldId id="2496" r:id="rId14"/>
    <p:sldId id="2497" r:id="rId15"/>
    <p:sldId id="2511" r:id="rId16"/>
    <p:sldId id="2504" r:id="rId17"/>
    <p:sldId id="2505" r:id="rId18"/>
    <p:sldId id="2506" r:id="rId19"/>
    <p:sldId id="2507" r:id="rId20"/>
    <p:sldId id="2508" r:id="rId21"/>
    <p:sldId id="2509" r:id="rId22"/>
    <p:sldId id="2510" r:id="rId23"/>
    <p:sldId id="2502" r:id="rId24"/>
    <p:sldId id="2503" r:id="rId25"/>
    <p:sldId id="2436"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92" userDrawn="1">
          <p15:clr>
            <a:srgbClr val="A4A3A4"/>
          </p15:clr>
        </p15:guide>
        <p15:guide id="2" pos="3840" userDrawn="1">
          <p15:clr>
            <a:srgbClr val="A4A3A4"/>
          </p15:clr>
        </p15:guide>
        <p15:guide id="3" orient="horz" pos="141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023B"/>
    <a:srgbClr val="898989"/>
    <a:srgbClr val="2F3342"/>
    <a:srgbClr val="A53F52"/>
    <a:srgbClr val="2C2153"/>
    <a:srgbClr val="E9975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97B61A0-EAB3-4FAD-8173-7682B2CCD5D6}" v="183" dt="2023-10-07T09:36:22.821"/>
    <p1510:client id="{DF21B88A-FC6A-4D30-89B9-AF7BD6099E8B}" v="210" dt="2023-10-07T08:17:58.67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8FD4443E-F989-4FC4-A0C8-D5A2AF1F390B}" styleName="Dark Style 1 - Accent 5">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5"/>
          </a:solidFill>
        </a:fill>
      </a:tcStyle>
    </a:wholeTbl>
    <a:band1H>
      <a:tcStyle>
        <a:tcBdr/>
        <a:fill>
          <a:solidFill>
            <a:schemeClr val="accent5">
              <a:shade val="60000"/>
            </a:schemeClr>
          </a:solidFill>
        </a:fill>
      </a:tcStyle>
    </a:band1H>
    <a:band1V>
      <a:tcStyle>
        <a:tcBdr/>
        <a:fill>
          <a:solidFill>
            <a:schemeClr val="accent5">
              <a:shade val="60000"/>
            </a:schemeClr>
          </a:solidFill>
        </a:fill>
      </a:tcStyle>
    </a:band1V>
    <a:lastCol>
      <a:tcTxStyle b="on"/>
      <a:tcStyle>
        <a:tcBdr>
          <a:left>
            <a:ln w="25400" cmpd="sng">
              <a:solidFill>
                <a:schemeClr val="lt1"/>
              </a:solidFill>
            </a:ln>
          </a:left>
        </a:tcBdr>
        <a:fill>
          <a:solidFill>
            <a:schemeClr val="accent5">
              <a:shade val="60000"/>
            </a:schemeClr>
          </a:solidFill>
        </a:fill>
      </a:tcStyle>
    </a:lastCol>
    <a:firstCol>
      <a:tcTxStyle b="on"/>
      <a:tcStyle>
        <a:tcBdr>
          <a:right>
            <a:ln w="25400" cmpd="sng">
              <a:solidFill>
                <a:schemeClr val="lt1"/>
              </a:solidFill>
            </a:ln>
          </a:right>
        </a:tcBdr>
        <a:fill>
          <a:solidFill>
            <a:schemeClr val="accent5">
              <a:shade val="60000"/>
            </a:schemeClr>
          </a:solidFill>
        </a:fill>
      </a:tcStyle>
    </a:firstCol>
    <a:lastRow>
      <a:tcTxStyle b="on"/>
      <a:tcStyle>
        <a:tcBdr>
          <a:top>
            <a:ln w="25400" cmpd="sng">
              <a:solidFill>
                <a:schemeClr val="lt1"/>
              </a:solidFill>
            </a:ln>
          </a:top>
        </a:tcBdr>
        <a:fill>
          <a:solidFill>
            <a:schemeClr val="accent5">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712" autoAdjust="0"/>
    <p:restoredTop sz="86144" autoAdjust="0"/>
  </p:normalViewPr>
  <p:slideViewPr>
    <p:cSldViewPr snapToGrid="0">
      <p:cViewPr varScale="1">
        <p:scale>
          <a:sx n="71" d="100"/>
          <a:sy n="71" d="100"/>
        </p:scale>
        <p:origin x="470" y="53"/>
      </p:cViewPr>
      <p:guideLst>
        <p:guide orient="horz" pos="1992"/>
        <p:guide pos="3840"/>
        <p:guide orient="horz" pos="1416"/>
      </p:guideLst>
    </p:cSldViewPr>
  </p:slideViewPr>
  <p:outlineViewPr>
    <p:cViewPr>
      <p:scale>
        <a:sx n="33" d="100"/>
        <a:sy n="33" d="100"/>
      </p:scale>
      <p:origin x="0" y="-5189"/>
    </p:cViewPr>
  </p:outlineViewPr>
  <p:notesTextViewPr>
    <p:cViewPr>
      <p:scale>
        <a:sx n="1" d="1"/>
        <a:sy n="1" d="1"/>
      </p:scale>
      <p:origin x="0" y="0"/>
    </p:cViewPr>
  </p:notesTextViewPr>
  <p:sorterViewPr>
    <p:cViewPr>
      <p:scale>
        <a:sx n="130" d="100"/>
        <a:sy n="130" d="100"/>
      </p:scale>
      <p:origin x="0" y="-8722"/>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microsoft.com/office/2015/10/relationships/revisionInfo" Target="revisionInfo.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notesMaster" Target="notesMasters/notesMaster1.xml"/><Relationship Id="rId30" Type="http://schemas.openxmlformats.org/officeDocument/2006/relationships/viewProps" Target="viewProps.xml"/><Relationship Id="rId8"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Owais Ahmed" userId="6abc7d4556b3b071" providerId="LiveId" clId="{31FF0103-B0ED-446C-9E77-45E322E404ED}"/>
    <pc:docChg chg="undo redo custSel addSld delSld modSld sldOrd">
      <pc:chgData name="Owais Ahmed" userId="6abc7d4556b3b071" providerId="LiveId" clId="{31FF0103-B0ED-446C-9E77-45E322E404ED}" dt="2023-03-07T10:13:56.929" v="2125" actId="20577"/>
      <pc:docMkLst>
        <pc:docMk/>
      </pc:docMkLst>
      <pc:sldChg chg="del">
        <pc:chgData name="Owais Ahmed" userId="6abc7d4556b3b071" providerId="LiveId" clId="{31FF0103-B0ED-446C-9E77-45E322E404ED}" dt="2023-03-07T09:10:09.196" v="5" actId="47"/>
        <pc:sldMkLst>
          <pc:docMk/>
          <pc:sldMk cId="4226644250" sldId="256"/>
        </pc:sldMkLst>
      </pc:sldChg>
      <pc:sldChg chg="modSp mod">
        <pc:chgData name="Owais Ahmed" userId="6abc7d4556b3b071" providerId="LiveId" clId="{31FF0103-B0ED-446C-9E77-45E322E404ED}" dt="2023-03-07T10:05:04.527" v="1091" actId="20577"/>
        <pc:sldMkLst>
          <pc:docMk/>
          <pc:sldMk cId="1649098948" sldId="2462"/>
        </pc:sldMkLst>
        <pc:spChg chg="mod">
          <ac:chgData name="Owais Ahmed" userId="6abc7d4556b3b071" providerId="LiveId" clId="{31FF0103-B0ED-446C-9E77-45E322E404ED}" dt="2023-03-07T10:05:04.527" v="1091" actId="20577"/>
          <ac:spMkLst>
            <pc:docMk/>
            <pc:sldMk cId="1649098948" sldId="2462"/>
            <ac:spMk id="6" creationId="{F3C89A40-EEAA-43AB-9A3A-B2CFDE450F1B}"/>
          </ac:spMkLst>
        </pc:spChg>
      </pc:sldChg>
      <pc:sldChg chg="add">
        <pc:chgData name="Owais Ahmed" userId="6abc7d4556b3b071" providerId="LiveId" clId="{31FF0103-B0ED-446C-9E77-45E322E404ED}" dt="2023-03-07T09:10:30.938" v="12"/>
        <pc:sldMkLst>
          <pc:docMk/>
          <pc:sldMk cId="2835548672" sldId="2467"/>
        </pc:sldMkLst>
      </pc:sldChg>
      <pc:sldChg chg="add del">
        <pc:chgData name="Owais Ahmed" userId="6abc7d4556b3b071" providerId="LiveId" clId="{31FF0103-B0ED-446C-9E77-45E322E404ED}" dt="2023-03-07T09:11:04.853" v="16" actId="47"/>
        <pc:sldMkLst>
          <pc:docMk/>
          <pc:sldMk cId="2564172473" sldId="2468"/>
        </pc:sldMkLst>
      </pc:sldChg>
      <pc:sldChg chg="del">
        <pc:chgData name="Owais Ahmed" userId="6abc7d4556b3b071" providerId="LiveId" clId="{31FF0103-B0ED-446C-9E77-45E322E404ED}" dt="2023-03-07T09:10:10.602" v="7" actId="47"/>
        <pc:sldMkLst>
          <pc:docMk/>
          <pc:sldMk cId="641030253" sldId="2479"/>
        </pc:sldMkLst>
      </pc:sldChg>
      <pc:sldChg chg="add">
        <pc:chgData name="Owais Ahmed" userId="6abc7d4556b3b071" providerId="LiveId" clId="{31FF0103-B0ED-446C-9E77-45E322E404ED}" dt="2023-03-07T09:10:30.938" v="12"/>
        <pc:sldMkLst>
          <pc:docMk/>
          <pc:sldMk cId="1810203590" sldId="2482"/>
        </pc:sldMkLst>
      </pc:sldChg>
      <pc:sldChg chg="add">
        <pc:chgData name="Owais Ahmed" userId="6abc7d4556b3b071" providerId="LiveId" clId="{31FF0103-B0ED-446C-9E77-45E322E404ED}" dt="2023-03-07T09:10:30.938" v="12"/>
        <pc:sldMkLst>
          <pc:docMk/>
          <pc:sldMk cId="2426892836" sldId="2485"/>
        </pc:sldMkLst>
      </pc:sldChg>
      <pc:sldChg chg="add">
        <pc:chgData name="Owais Ahmed" userId="6abc7d4556b3b071" providerId="LiveId" clId="{31FF0103-B0ED-446C-9E77-45E322E404ED}" dt="2023-03-07T09:10:30.938" v="12"/>
        <pc:sldMkLst>
          <pc:docMk/>
          <pc:sldMk cId="2392008630" sldId="2486"/>
        </pc:sldMkLst>
      </pc:sldChg>
      <pc:sldChg chg="add del">
        <pc:chgData name="Owais Ahmed" userId="6abc7d4556b3b071" providerId="LiveId" clId="{31FF0103-B0ED-446C-9E77-45E322E404ED}" dt="2023-03-07T09:11:04.010" v="15" actId="47"/>
        <pc:sldMkLst>
          <pc:docMk/>
          <pc:sldMk cId="2180074341" sldId="2487"/>
        </pc:sldMkLst>
      </pc:sldChg>
      <pc:sldChg chg="add del">
        <pc:chgData name="Owais Ahmed" userId="6abc7d4556b3b071" providerId="LiveId" clId="{31FF0103-B0ED-446C-9E77-45E322E404ED}" dt="2023-03-07T09:11:17.225" v="18" actId="47"/>
        <pc:sldMkLst>
          <pc:docMk/>
          <pc:sldMk cId="692629543" sldId="2490"/>
        </pc:sldMkLst>
      </pc:sldChg>
      <pc:sldChg chg="add del">
        <pc:chgData name="Owais Ahmed" userId="6abc7d4556b3b071" providerId="LiveId" clId="{31FF0103-B0ED-446C-9E77-45E322E404ED}" dt="2023-03-07T09:11:07.496" v="17" actId="47"/>
        <pc:sldMkLst>
          <pc:docMk/>
          <pc:sldMk cId="1357650666" sldId="2491"/>
        </pc:sldMkLst>
      </pc:sldChg>
      <pc:sldChg chg="add">
        <pc:chgData name="Owais Ahmed" userId="6abc7d4556b3b071" providerId="LiveId" clId="{31FF0103-B0ED-446C-9E77-45E322E404ED}" dt="2023-03-07T09:10:30.938" v="12"/>
        <pc:sldMkLst>
          <pc:docMk/>
          <pc:sldMk cId="332028716" sldId="2492"/>
        </pc:sldMkLst>
      </pc:sldChg>
      <pc:sldChg chg="del">
        <pc:chgData name="Owais Ahmed" userId="6abc7d4556b3b071" providerId="LiveId" clId="{31FF0103-B0ED-446C-9E77-45E322E404ED}" dt="2023-03-07T09:10:09.571" v="6" actId="47"/>
        <pc:sldMkLst>
          <pc:docMk/>
          <pc:sldMk cId="1339872144" sldId="2493"/>
        </pc:sldMkLst>
      </pc:sldChg>
      <pc:sldChg chg="add del">
        <pc:chgData name="Owais Ahmed" userId="6abc7d4556b3b071" providerId="LiveId" clId="{31FF0103-B0ED-446C-9E77-45E322E404ED}" dt="2023-03-07T09:16:46.132" v="342" actId="47"/>
        <pc:sldMkLst>
          <pc:docMk/>
          <pc:sldMk cId="2744016673" sldId="2493"/>
        </pc:sldMkLst>
      </pc:sldChg>
      <pc:sldChg chg="add del">
        <pc:chgData name="Owais Ahmed" userId="6abc7d4556b3b071" providerId="LiveId" clId="{31FF0103-B0ED-446C-9E77-45E322E404ED}" dt="2023-03-07T09:10:34.215" v="13" actId="47"/>
        <pc:sldMkLst>
          <pc:docMk/>
          <pc:sldMk cId="1031269857" sldId="2494"/>
        </pc:sldMkLst>
      </pc:sldChg>
      <pc:sldChg chg="del">
        <pc:chgData name="Owais Ahmed" userId="6abc7d4556b3b071" providerId="LiveId" clId="{31FF0103-B0ED-446C-9E77-45E322E404ED}" dt="2023-03-07T09:10:16.041" v="10" actId="47"/>
        <pc:sldMkLst>
          <pc:docMk/>
          <pc:sldMk cId="4264242367" sldId="2495"/>
        </pc:sldMkLst>
      </pc:sldChg>
      <pc:sldChg chg="del">
        <pc:chgData name="Owais Ahmed" userId="6abc7d4556b3b071" providerId="LiveId" clId="{31FF0103-B0ED-446C-9E77-45E322E404ED}" dt="2023-03-07T09:10:16.745" v="11" actId="47"/>
        <pc:sldMkLst>
          <pc:docMk/>
          <pc:sldMk cId="973217284" sldId="2496"/>
        </pc:sldMkLst>
      </pc:sldChg>
      <pc:sldChg chg="add">
        <pc:chgData name="Owais Ahmed" userId="6abc7d4556b3b071" providerId="LiveId" clId="{31FF0103-B0ED-446C-9E77-45E322E404ED}" dt="2023-03-07T09:10:30.938" v="12"/>
        <pc:sldMkLst>
          <pc:docMk/>
          <pc:sldMk cId="4183735996" sldId="2496"/>
        </pc:sldMkLst>
      </pc:sldChg>
      <pc:sldChg chg="add">
        <pc:chgData name="Owais Ahmed" userId="6abc7d4556b3b071" providerId="LiveId" clId="{31FF0103-B0ED-446C-9E77-45E322E404ED}" dt="2023-03-07T09:10:30.938" v="12"/>
        <pc:sldMkLst>
          <pc:docMk/>
          <pc:sldMk cId="2021183974" sldId="2497"/>
        </pc:sldMkLst>
      </pc:sldChg>
      <pc:sldChg chg="add del">
        <pc:chgData name="Owais Ahmed" userId="6abc7d4556b3b071" providerId="LiveId" clId="{31FF0103-B0ED-446C-9E77-45E322E404ED}" dt="2023-03-07T09:10:45.140" v="14" actId="47"/>
        <pc:sldMkLst>
          <pc:docMk/>
          <pc:sldMk cId="2461819977" sldId="2499"/>
        </pc:sldMkLst>
      </pc:sldChg>
      <pc:sldChg chg="add">
        <pc:chgData name="Owais Ahmed" userId="6abc7d4556b3b071" providerId="LiveId" clId="{31FF0103-B0ED-446C-9E77-45E322E404ED}" dt="2023-03-07T09:10:30.938" v="12"/>
        <pc:sldMkLst>
          <pc:docMk/>
          <pc:sldMk cId="910229267" sldId="2500"/>
        </pc:sldMkLst>
      </pc:sldChg>
      <pc:sldChg chg="add del">
        <pc:chgData name="Owais Ahmed" userId="6abc7d4556b3b071" providerId="LiveId" clId="{31FF0103-B0ED-446C-9E77-45E322E404ED}" dt="2023-03-07T09:11:21.152" v="19" actId="47"/>
        <pc:sldMkLst>
          <pc:docMk/>
          <pc:sldMk cId="1735756904" sldId="2501"/>
        </pc:sldMkLst>
      </pc:sldChg>
      <pc:sldChg chg="modSp add mod modAnim modNotesTx">
        <pc:chgData name="Owais Ahmed" userId="6abc7d4556b3b071" providerId="LiveId" clId="{31FF0103-B0ED-446C-9E77-45E322E404ED}" dt="2023-03-07T09:18:23.935" v="457" actId="20577"/>
        <pc:sldMkLst>
          <pc:docMk/>
          <pc:sldMk cId="1990280332" sldId="2501"/>
        </pc:sldMkLst>
        <pc:spChg chg="mod">
          <ac:chgData name="Owais Ahmed" userId="6abc7d4556b3b071" providerId="LiveId" clId="{31FF0103-B0ED-446C-9E77-45E322E404ED}" dt="2023-03-07T09:18:23.935" v="457" actId="20577"/>
          <ac:spMkLst>
            <pc:docMk/>
            <pc:sldMk cId="1990280332" sldId="2501"/>
            <ac:spMk id="3" creationId="{4A1C0383-58FE-E486-295E-B33B8683B938}"/>
          </ac:spMkLst>
        </pc:spChg>
        <pc:spChg chg="mod">
          <ac:chgData name="Owais Ahmed" userId="6abc7d4556b3b071" providerId="LiveId" clId="{31FF0103-B0ED-446C-9E77-45E322E404ED}" dt="2023-03-07T09:13:27.530" v="128" actId="20577"/>
          <ac:spMkLst>
            <pc:docMk/>
            <pc:sldMk cId="1990280332" sldId="2501"/>
            <ac:spMk id="215" creationId="{00000000-0000-0000-0000-000000000000}"/>
          </ac:spMkLst>
        </pc:spChg>
      </pc:sldChg>
      <pc:sldChg chg="modSp add mod ord modAnim">
        <pc:chgData name="Owais Ahmed" userId="6abc7d4556b3b071" providerId="LiveId" clId="{31FF0103-B0ED-446C-9E77-45E322E404ED}" dt="2023-03-07T10:11:34.699" v="1897" actId="20577"/>
        <pc:sldMkLst>
          <pc:docMk/>
          <pc:sldMk cId="2738020370" sldId="2502"/>
        </pc:sldMkLst>
        <pc:spChg chg="mod">
          <ac:chgData name="Owais Ahmed" userId="6abc7d4556b3b071" providerId="LiveId" clId="{31FF0103-B0ED-446C-9E77-45E322E404ED}" dt="2023-03-07T10:11:34.699" v="1897" actId="20577"/>
          <ac:spMkLst>
            <pc:docMk/>
            <pc:sldMk cId="2738020370" sldId="2502"/>
            <ac:spMk id="3" creationId="{4A1C0383-58FE-E486-295E-B33B8683B938}"/>
          </ac:spMkLst>
        </pc:spChg>
        <pc:spChg chg="mod">
          <ac:chgData name="Owais Ahmed" userId="6abc7d4556b3b071" providerId="LiveId" clId="{31FF0103-B0ED-446C-9E77-45E322E404ED}" dt="2023-03-07T10:04:39.350" v="1076" actId="20577"/>
          <ac:spMkLst>
            <pc:docMk/>
            <pc:sldMk cId="2738020370" sldId="2502"/>
            <ac:spMk id="215" creationId="{00000000-0000-0000-0000-000000000000}"/>
          </ac:spMkLst>
        </pc:spChg>
      </pc:sldChg>
      <pc:sldChg chg="modSp add modAnim">
        <pc:chgData name="Owais Ahmed" userId="6abc7d4556b3b071" providerId="LiveId" clId="{31FF0103-B0ED-446C-9E77-45E322E404ED}" dt="2023-03-07T10:13:56.929" v="2125" actId="20577"/>
        <pc:sldMkLst>
          <pc:docMk/>
          <pc:sldMk cId="1306189836" sldId="2503"/>
        </pc:sldMkLst>
        <pc:spChg chg="mod">
          <ac:chgData name="Owais Ahmed" userId="6abc7d4556b3b071" providerId="LiveId" clId="{31FF0103-B0ED-446C-9E77-45E322E404ED}" dt="2023-03-07T10:13:56.929" v="2125" actId="20577"/>
          <ac:spMkLst>
            <pc:docMk/>
            <pc:sldMk cId="1306189836" sldId="2503"/>
            <ac:spMk id="3" creationId="{4A1C0383-58FE-E486-295E-B33B8683B938}"/>
          </ac:spMkLst>
        </pc:spChg>
      </pc:sldChg>
      <pc:sldChg chg="addSp delSp modSp add del mod modAnim">
        <pc:chgData name="Owais Ahmed" userId="6abc7d4556b3b071" providerId="LiveId" clId="{31FF0103-B0ED-446C-9E77-45E322E404ED}" dt="2023-03-07T09:47:19.019" v="576" actId="47"/>
        <pc:sldMkLst>
          <pc:docMk/>
          <pc:sldMk cId="2502545026" sldId="2503"/>
        </pc:sldMkLst>
        <pc:spChg chg="mod">
          <ac:chgData name="Owais Ahmed" userId="6abc7d4556b3b071" providerId="LiveId" clId="{31FF0103-B0ED-446C-9E77-45E322E404ED}" dt="2023-03-07T09:46:27.824" v="534" actId="6549"/>
          <ac:spMkLst>
            <pc:docMk/>
            <pc:sldMk cId="2502545026" sldId="2503"/>
            <ac:spMk id="3" creationId="{4A1C0383-58FE-E486-295E-B33B8683B938}"/>
          </ac:spMkLst>
        </pc:spChg>
        <pc:spChg chg="mod">
          <ac:chgData name="Owais Ahmed" userId="6abc7d4556b3b071" providerId="LiveId" clId="{31FF0103-B0ED-446C-9E77-45E322E404ED}" dt="2023-03-07T09:46:59.970" v="570" actId="20577"/>
          <ac:spMkLst>
            <pc:docMk/>
            <pc:sldMk cId="2502545026" sldId="2503"/>
            <ac:spMk id="215" creationId="{00000000-0000-0000-0000-000000000000}"/>
          </ac:spMkLst>
        </pc:spChg>
        <pc:picChg chg="add del mod">
          <ac:chgData name="Owais Ahmed" userId="6abc7d4556b3b071" providerId="LiveId" clId="{31FF0103-B0ED-446C-9E77-45E322E404ED}" dt="2023-03-07T09:47:17.151" v="575" actId="478"/>
          <ac:picMkLst>
            <pc:docMk/>
            <pc:sldMk cId="2502545026" sldId="2503"/>
            <ac:picMk id="5" creationId="{0A45C2C8-8C66-AADB-0F26-2FFD9391090C}"/>
          </ac:picMkLst>
        </pc:picChg>
      </pc:sldChg>
      <pc:sldMasterChg chg="addSldLayout delSldLayout">
        <pc:chgData name="Owais Ahmed" userId="6abc7d4556b3b071" providerId="LiveId" clId="{31FF0103-B0ED-446C-9E77-45E322E404ED}" dt="2023-03-07T09:10:14.760" v="9" actId="47"/>
        <pc:sldMasterMkLst>
          <pc:docMk/>
          <pc:sldMasterMk cId="692820" sldId="2147483648"/>
        </pc:sldMasterMkLst>
        <pc:sldLayoutChg chg="add del">
          <pc:chgData name="Owais Ahmed" userId="6abc7d4556b3b071" providerId="LiveId" clId="{31FF0103-B0ED-446C-9E77-45E322E404ED}" dt="2023-03-07T09:10:14.760" v="9" actId="47"/>
          <pc:sldLayoutMkLst>
            <pc:docMk/>
            <pc:sldMasterMk cId="692820" sldId="2147483648"/>
            <pc:sldLayoutMk cId="3227223299" sldId="2147483681"/>
          </pc:sldLayoutMkLst>
        </pc:sldLayoutChg>
        <pc:sldLayoutChg chg="del">
          <pc:chgData name="Owais Ahmed" userId="6abc7d4556b3b071" providerId="LiveId" clId="{31FF0103-B0ED-446C-9E77-45E322E404ED}" dt="2023-03-07T09:10:09.571" v="6" actId="47"/>
          <pc:sldLayoutMkLst>
            <pc:docMk/>
            <pc:sldMasterMk cId="692820" sldId="2147483648"/>
            <pc:sldLayoutMk cId="105451964" sldId="2147483682"/>
          </pc:sldLayoutMkLst>
        </pc:sldLayoutChg>
      </pc:sldMasterChg>
    </pc:docChg>
  </pc:docChgLst>
  <pc:docChgLst>
    <pc:chgData name="Owais Ahmed" userId="6abc7d4556b3b071" providerId="LiveId" clId="{897B61A0-EAB3-4FAD-8173-7682B2CCD5D6}"/>
    <pc:docChg chg="undo custSel addSld modSld sldOrd">
      <pc:chgData name="Owais Ahmed" userId="6abc7d4556b3b071" providerId="LiveId" clId="{897B61A0-EAB3-4FAD-8173-7682B2CCD5D6}" dt="2023-10-07T09:36:22.821" v="732" actId="20577"/>
      <pc:docMkLst>
        <pc:docMk/>
      </pc:docMkLst>
      <pc:sldChg chg="modAnim">
        <pc:chgData name="Owais Ahmed" userId="6abc7d4556b3b071" providerId="LiveId" clId="{897B61A0-EAB3-4FAD-8173-7682B2CCD5D6}" dt="2023-10-07T09:33:39.680" v="699"/>
        <pc:sldMkLst>
          <pc:docMk/>
          <pc:sldMk cId="2426892836" sldId="2485"/>
        </pc:sldMkLst>
      </pc:sldChg>
      <pc:sldChg chg="modSp mod modAnim">
        <pc:chgData name="Owais Ahmed" userId="6abc7d4556b3b071" providerId="LiveId" clId="{897B61A0-EAB3-4FAD-8173-7682B2CCD5D6}" dt="2023-10-07T09:33:12.465" v="696"/>
        <pc:sldMkLst>
          <pc:docMk/>
          <pc:sldMk cId="2392008630" sldId="2486"/>
        </pc:sldMkLst>
        <pc:spChg chg="mod">
          <ac:chgData name="Owais Ahmed" userId="6abc7d4556b3b071" providerId="LiveId" clId="{897B61A0-EAB3-4FAD-8173-7682B2CCD5D6}" dt="2023-10-07T08:54:54.146" v="107" actId="20577"/>
          <ac:spMkLst>
            <pc:docMk/>
            <pc:sldMk cId="2392008630" sldId="2486"/>
            <ac:spMk id="3" creationId="{4A1C0383-58FE-E486-295E-B33B8683B938}"/>
          </ac:spMkLst>
        </pc:spChg>
      </pc:sldChg>
      <pc:sldChg chg="modSp ord modAnim">
        <pc:chgData name="Owais Ahmed" userId="6abc7d4556b3b071" providerId="LiveId" clId="{897B61A0-EAB3-4FAD-8173-7682B2CCD5D6}" dt="2023-10-07T09:36:22.821" v="732" actId="20577"/>
        <pc:sldMkLst>
          <pc:docMk/>
          <pc:sldMk cId="2738020370" sldId="2502"/>
        </pc:sldMkLst>
        <pc:spChg chg="mod">
          <ac:chgData name="Owais Ahmed" userId="6abc7d4556b3b071" providerId="LiveId" clId="{897B61A0-EAB3-4FAD-8173-7682B2CCD5D6}" dt="2023-10-07T09:36:22.821" v="732" actId="20577"/>
          <ac:spMkLst>
            <pc:docMk/>
            <pc:sldMk cId="2738020370" sldId="2502"/>
            <ac:spMk id="3" creationId="{4A1C0383-58FE-E486-295E-B33B8683B938}"/>
          </ac:spMkLst>
        </pc:spChg>
      </pc:sldChg>
      <pc:sldChg chg="modSp modAnim">
        <pc:chgData name="Owais Ahmed" userId="6abc7d4556b3b071" providerId="LiveId" clId="{897B61A0-EAB3-4FAD-8173-7682B2CCD5D6}" dt="2023-10-07T09:30:39.732" v="622" actId="20577"/>
        <pc:sldMkLst>
          <pc:docMk/>
          <pc:sldMk cId="1306189836" sldId="2503"/>
        </pc:sldMkLst>
        <pc:spChg chg="mod">
          <ac:chgData name="Owais Ahmed" userId="6abc7d4556b3b071" providerId="LiveId" clId="{897B61A0-EAB3-4FAD-8173-7682B2CCD5D6}" dt="2023-10-07T09:30:34.615" v="621" actId="20577"/>
          <ac:spMkLst>
            <pc:docMk/>
            <pc:sldMk cId="1306189836" sldId="2503"/>
            <ac:spMk id="3" creationId="{4A1C0383-58FE-E486-295E-B33B8683B938}"/>
          </ac:spMkLst>
        </pc:spChg>
      </pc:sldChg>
      <pc:sldChg chg="addSp delSp modSp mod delAnim modAnim">
        <pc:chgData name="Owais Ahmed" userId="6abc7d4556b3b071" providerId="LiveId" clId="{897B61A0-EAB3-4FAD-8173-7682B2CCD5D6}" dt="2023-10-07T09:34:14.735" v="705"/>
        <pc:sldMkLst>
          <pc:docMk/>
          <pc:sldMk cId="2493774276" sldId="2504"/>
        </pc:sldMkLst>
        <pc:spChg chg="del mod">
          <ac:chgData name="Owais Ahmed" userId="6abc7d4556b3b071" providerId="LiveId" clId="{897B61A0-EAB3-4FAD-8173-7682B2CCD5D6}" dt="2023-10-07T08:55:02.643" v="108" actId="478"/>
          <ac:spMkLst>
            <pc:docMk/>
            <pc:sldMk cId="2493774276" sldId="2504"/>
            <ac:spMk id="3" creationId="{4A1C0383-58FE-E486-295E-B33B8683B938}"/>
          </ac:spMkLst>
        </pc:spChg>
        <pc:spChg chg="add mod">
          <ac:chgData name="Owais Ahmed" userId="6abc7d4556b3b071" providerId="LiveId" clId="{897B61A0-EAB3-4FAD-8173-7682B2CCD5D6}" dt="2023-10-07T08:59:37.694" v="171" actId="27636"/>
          <ac:spMkLst>
            <pc:docMk/>
            <pc:sldMk cId="2493774276" sldId="2504"/>
            <ac:spMk id="4" creationId="{1CD209AA-DDD5-E504-DFB9-326FC3BA9232}"/>
          </ac:spMkLst>
        </pc:spChg>
        <pc:spChg chg="mod">
          <ac:chgData name="Owais Ahmed" userId="6abc7d4556b3b071" providerId="LiveId" clId="{897B61A0-EAB3-4FAD-8173-7682B2CCD5D6}" dt="2023-10-07T09:28:00.854" v="279" actId="20577"/>
          <ac:spMkLst>
            <pc:docMk/>
            <pc:sldMk cId="2493774276" sldId="2504"/>
            <ac:spMk id="215" creationId="{00000000-0000-0000-0000-000000000000}"/>
          </ac:spMkLst>
        </pc:spChg>
        <pc:picChg chg="add del mod">
          <ac:chgData name="Owais Ahmed" userId="6abc7d4556b3b071" providerId="LiveId" clId="{897B61A0-EAB3-4FAD-8173-7682B2CCD5D6}" dt="2023-10-07T09:01:40.100" v="172" actId="478"/>
          <ac:picMkLst>
            <pc:docMk/>
            <pc:sldMk cId="2493774276" sldId="2504"/>
            <ac:picMk id="1026" creationId="{CF8B49E0-77ED-6028-9EDC-A0EFB9488D34}"/>
          </ac:picMkLst>
        </pc:picChg>
        <pc:picChg chg="add mod">
          <ac:chgData name="Owais Ahmed" userId="6abc7d4556b3b071" providerId="LiveId" clId="{897B61A0-EAB3-4FAD-8173-7682B2CCD5D6}" dt="2023-10-07T09:01:54.909" v="175" actId="1076"/>
          <ac:picMkLst>
            <pc:docMk/>
            <pc:sldMk cId="2493774276" sldId="2504"/>
            <ac:picMk id="1028" creationId="{0F660301-8DF9-E7F2-ABA4-DD6EF92DA9AE}"/>
          </ac:picMkLst>
        </pc:picChg>
      </pc:sldChg>
      <pc:sldChg chg="addSp delSp modSp add mod modAnim">
        <pc:chgData name="Owais Ahmed" userId="6abc7d4556b3b071" providerId="LiveId" clId="{897B61A0-EAB3-4FAD-8173-7682B2CCD5D6}" dt="2023-10-07T09:34:29.765" v="708"/>
        <pc:sldMkLst>
          <pc:docMk/>
          <pc:sldMk cId="3457726916" sldId="2505"/>
        </pc:sldMkLst>
        <pc:spChg chg="mod">
          <ac:chgData name="Owais Ahmed" userId="6abc7d4556b3b071" providerId="LiveId" clId="{897B61A0-EAB3-4FAD-8173-7682B2CCD5D6}" dt="2023-10-07T09:05:09.760" v="189" actId="27636"/>
          <ac:spMkLst>
            <pc:docMk/>
            <pc:sldMk cId="3457726916" sldId="2505"/>
            <ac:spMk id="4" creationId="{1CD209AA-DDD5-E504-DFB9-326FC3BA9232}"/>
          </ac:spMkLst>
        </pc:spChg>
        <pc:spChg chg="mod">
          <ac:chgData name="Owais Ahmed" userId="6abc7d4556b3b071" providerId="LiveId" clId="{897B61A0-EAB3-4FAD-8173-7682B2CCD5D6}" dt="2023-10-07T09:28:06.104" v="281" actId="20577"/>
          <ac:spMkLst>
            <pc:docMk/>
            <pc:sldMk cId="3457726916" sldId="2505"/>
            <ac:spMk id="215" creationId="{00000000-0000-0000-0000-000000000000}"/>
          </ac:spMkLst>
        </pc:spChg>
        <pc:picChg chg="del">
          <ac:chgData name="Owais Ahmed" userId="6abc7d4556b3b071" providerId="LiveId" clId="{897B61A0-EAB3-4FAD-8173-7682B2CCD5D6}" dt="2023-10-07T09:03:50.887" v="177" actId="478"/>
          <ac:picMkLst>
            <pc:docMk/>
            <pc:sldMk cId="3457726916" sldId="2505"/>
            <ac:picMk id="1028" creationId="{0F660301-8DF9-E7F2-ABA4-DD6EF92DA9AE}"/>
          </ac:picMkLst>
        </pc:picChg>
        <pc:picChg chg="add del mod">
          <ac:chgData name="Owais Ahmed" userId="6abc7d4556b3b071" providerId="LiveId" clId="{897B61A0-EAB3-4FAD-8173-7682B2CCD5D6}" dt="2023-10-07T09:04:45.802" v="183" actId="478"/>
          <ac:picMkLst>
            <pc:docMk/>
            <pc:sldMk cId="3457726916" sldId="2505"/>
            <ac:picMk id="2050" creationId="{045669D6-FA8D-6375-6404-56045C162D89}"/>
          </ac:picMkLst>
        </pc:picChg>
        <pc:picChg chg="add mod">
          <ac:chgData name="Owais Ahmed" userId="6abc7d4556b3b071" providerId="LiveId" clId="{897B61A0-EAB3-4FAD-8173-7682B2CCD5D6}" dt="2023-10-07T09:04:54.500" v="186" actId="1076"/>
          <ac:picMkLst>
            <pc:docMk/>
            <pc:sldMk cId="3457726916" sldId="2505"/>
            <ac:picMk id="2052" creationId="{684B76BD-9FD7-7054-AC71-E9E1EA304C3C}"/>
          </ac:picMkLst>
        </pc:picChg>
      </pc:sldChg>
      <pc:sldChg chg="addSp delSp modSp add mod modAnim">
        <pc:chgData name="Owais Ahmed" userId="6abc7d4556b3b071" providerId="LiveId" clId="{897B61A0-EAB3-4FAD-8173-7682B2CCD5D6}" dt="2023-10-07T09:34:45.326" v="712"/>
        <pc:sldMkLst>
          <pc:docMk/>
          <pc:sldMk cId="1033828273" sldId="2506"/>
        </pc:sldMkLst>
        <pc:spChg chg="mod">
          <ac:chgData name="Owais Ahmed" userId="6abc7d4556b3b071" providerId="LiveId" clId="{897B61A0-EAB3-4FAD-8173-7682B2CCD5D6}" dt="2023-10-07T09:13:48.915" v="210" actId="27636"/>
          <ac:spMkLst>
            <pc:docMk/>
            <pc:sldMk cId="1033828273" sldId="2506"/>
            <ac:spMk id="4" creationId="{1CD209AA-DDD5-E504-DFB9-326FC3BA9232}"/>
          </ac:spMkLst>
        </pc:spChg>
        <pc:spChg chg="mod">
          <ac:chgData name="Owais Ahmed" userId="6abc7d4556b3b071" providerId="LiveId" clId="{897B61A0-EAB3-4FAD-8173-7682B2CCD5D6}" dt="2023-10-07T09:28:09.694" v="283" actId="20577"/>
          <ac:spMkLst>
            <pc:docMk/>
            <pc:sldMk cId="1033828273" sldId="2506"/>
            <ac:spMk id="215" creationId="{00000000-0000-0000-0000-000000000000}"/>
          </ac:spMkLst>
        </pc:spChg>
        <pc:picChg chg="del">
          <ac:chgData name="Owais Ahmed" userId="6abc7d4556b3b071" providerId="LiveId" clId="{897B61A0-EAB3-4FAD-8173-7682B2CCD5D6}" dt="2023-10-07T09:07:05.344" v="191" actId="478"/>
          <ac:picMkLst>
            <pc:docMk/>
            <pc:sldMk cId="1033828273" sldId="2506"/>
            <ac:picMk id="2052" creationId="{684B76BD-9FD7-7054-AC71-E9E1EA304C3C}"/>
          </ac:picMkLst>
        </pc:picChg>
        <pc:picChg chg="add mod">
          <ac:chgData name="Owais Ahmed" userId="6abc7d4556b3b071" providerId="LiveId" clId="{897B61A0-EAB3-4FAD-8173-7682B2CCD5D6}" dt="2023-10-07T09:11:39.627" v="197" actId="1076"/>
          <ac:picMkLst>
            <pc:docMk/>
            <pc:sldMk cId="1033828273" sldId="2506"/>
            <ac:picMk id="3074" creationId="{A62244E0-37AE-9F63-21FD-54D1FE9880CC}"/>
          </ac:picMkLst>
        </pc:picChg>
        <pc:picChg chg="add mod">
          <ac:chgData name="Owais Ahmed" userId="6abc7d4556b3b071" providerId="LiveId" clId="{897B61A0-EAB3-4FAD-8173-7682B2CCD5D6}" dt="2023-10-07T09:13:07.396" v="201" actId="1076"/>
          <ac:picMkLst>
            <pc:docMk/>
            <pc:sldMk cId="1033828273" sldId="2506"/>
            <ac:picMk id="3076" creationId="{B4DC99AA-340E-76C7-092E-A65831F6FF71}"/>
          </ac:picMkLst>
        </pc:picChg>
        <pc:picChg chg="add mod">
          <ac:chgData name="Owais Ahmed" userId="6abc7d4556b3b071" providerId="LiveId" clId="{897B61A0-EAB3-4FAD-8173-7682B2CCD5D6}" dt="2023-10-07T09:13:35.827" v="204" actId="1076"/>
          <ac:picMkLst>
            <pc:docMk/>
            <pc:sldMk cId="1033828273" sldId="2506"/>
            <ac:picMk id="3078" creationId="{EA91404C-D1D8-5684-7FFA-5B5D1169B021}"/>
          </ac:picMkLst>
        </pc:picChg>
      </pc:sldChg>
      <pc:sldChg chg="addSp delSp modSp add mod ord modAnim">
        <pc:chgData name="Owais Ahmed" userId="6abc7d4556b3b071" providerId="LiveId" clId="{897B61A0-EAB3-4FAD-8173-7682B2CCD5D6}" dt="2023-10-07T09:35:14.755" v="717"/>
        <pc:sldMkLst>
          <pc:docMk/>
          <pc:sldMk cId="3711826763" sldId="2507"/>
        </pc:sldMkLst>
        <pc:spChg chg="mod">
          <ac:chgData name="Owais Ahmed" userId="6abc7d4556b3b071" providerId="LiveId" clId="{897B61A0-EAB3-4FAD-8173-7682B2CCD5D6}" dt="2023-10-07T09:23:10.867" v="232" actId="20577"/>
          <ac:spMkLst>
            <pc:docMk/>
            <pc:sldMk cId="3711826763" sldId="2507"/>
            <ac:spMk id="4" creationId="{1CD209AA-DDD5-E504-DFB9-326FC3BA9232}"/>
          </ac:spMkLst>
        </pc:spChg>
        <pc:spChg chg="add del">
          <ac:chgData name="Owais Ahmed" userId="6abc7d4556b3b071" providerId="LiveId" clId="{897B61A0-EAB3-4FAD-8173-7682B2CCD5D6}" dt="2023-10-07T09:22:41" v="223" actId="22"/>
          <ac:spMkLst>
            <pc:docMk/>
            <pc:sldMk cId="3711826763" sldId="2507"/>
            <ac:spMk id="5" creationId="{C1952461-E404-4893-7D5A-DC1ADF65C7A7}"/>
          </ac:spMkLst>
        </pc:spChg>
        <pc:spChg chg="mod">
          <ac:chgData name="Owais Ahmed" userId="6abc7d4556b3b071" providerId="LiveId" clId="{897B61A0-EAB3-4FAD-8173-7682B2CCD5D6}" dt="2023-10-07T09:28:13.879" v="285" actId="20577"/>
          <ac:spMkLst>
            <pc:docMk/>
            <pc:sldMk cId="3711826763" sldId="2507"/>
            <ac:spMk id="215" creationId="{00000000-0000-0000-0000-000000000000}"/>
          </ac:spMkLst>
        </pc:spChg>
        <pc:picChg chg="del">
          <ac:chgData name="Owais Ahmed" userId="6abc7d4556b3b071" providerId="LiveId" clId="{897B61A0-EAB3-4FAD-8173-7682B2CCD5D6}" dt="2023-10-07T09:22:39.934" v="221" actId="478"/>
          <ac:picMkLst>
            <pc:docMk/>
            <pc:sldMk cId="3711826763" sldId="2507"/>
            <ac:picMk id="2052" creationId="{684B76BD-9FD7-7054-AC71-E9E1EA304C3C}"/>
          </ac:picMkLst>
        </pc:picChg>
        <pc:picChg chg="add mod">
          <ac:chgData name="Owais Ahmed" userId="6abc7d4556b3b071" providerId="LiveId" clId="{897B61A0-EAB3-4FAD-8173-7682B2CCD5D6}" dt="2023-10-07T09:22:55.819" v="226" actId="1076"/>
          <ac:picMkLst>
            <pc:docMk/>
            <pc:sldMk cId="3711826763" sldId="2507"/>
            <ac:picMk id="4098" creationId="{168DF9AF-E41E-A5B9-FA94-061293999F3D}"/>
          </ac:picMkLst>
        </pc:picChg>
      </pc:sldChg>
      <pc:sldChg chg="delSp modSp add mod modAnim">
        <pc:chgData name="Owais Ahmed" userId="6abc7d4556b3b071" providerId="LiveId" clId="{897B61A0-EAB3-4FAD-8173-7682B2CCD5D6}" dt="2023-10-07T09:35:26.115" v="719"/>
        <pc:sldMkLst>
          <pc:docMk/>
          <pc:sldMk cId="474829116" sldId="2508"/>
        </pc:sldMkLst>
        <pc:spChg chg="mod">
          <ac:chgData name="Owais Ahmed" userId="6abc7d4556b3b071" providerId="LiveId" clId="{897B61A0-EAB3-4FAD-8173-7682B2CCD5D6}" dt="2023-10-07T09:23:45.319" v="240"/>
          <ac:spMkLst>
            <pc:docMk/>
            <pc:sldMk cId="474829116" sldId="2508"/>
            <ac:spMk id="4" creationId="{1CD209AA-DDD5-E504-DFB9-326FC3BA9232}"/>
          </ac:spMkLst>
        </pc:spChg>
        <pc:spChg chg="mod">
          <ac:chgData name="Owais Ahmed" userId="6abc7d4556b3b071" providerId="LiveId" clId="{897B61A0-EAB3-4FAD-8173-7682B2CCD5D6}" dt="2023-10-07T09:28:18.627" v="287" actId="20577"/>
          <ac:spMkLst>
            <pc:docMk/>
            <pc:sldMk cId="474829116" sldId="2508"/>
            <ac:spMk id="215" creationId="{00000000-0000-0000-0000-000000000000}"/>
          </ac:spMkLst>
        </pc:spChg>
        <pc:picChg chg="del">
          <ac:chgData name="Owais Ahmed" userId="6abc7d4556b3b071" providerId="LiveId" clId="{897B61A0-EAB3-4FAD-8173-7682B2CCD5D6}" dt="2023-10-07T09:23:33.077" v="237" actId="478"/>
          <ac:picMkLst>
            <pc:docMk/>
            <pc:sldMk cId="474829116" sldId="2508"/>
            <ac:picMk id="4098" creationId="{168DF9AF-E41E-A5B9-FA94-061293999F3D}"/>
          </ac:picMkLst>
        </pc:picChg>
      </pc:sldChg>
      <pc:sldChg chg="modSp add mod modAnim">
        <pc:chgData name="Owais Ahmed" userId="6abc7d4556b3b071" providerId="LiveId" clId="{897B61A0-EAB3-4FAD-8173-7682B2CCD5D6}" dt="2023-10-07T09:35:33.643" v="721"/>
        <pc:sldMkLst>
          <pc:docMk/>
          <pc:sldMk cId="3034484069" sldId="2509"/>
        </pc:sldMkLst>
        <pc:spChg chg="mod">
          <ac:chgData name="Owais Ahmed" userId="6abc7d4556b3b071" providerId="LiveId" clId="{897B61A0-EAB3-4FAD-8173-7682B2CCD5D6}" dt="2023-10-07T09:24:11.645" v="245" actId="27636"/>
          <ac:spMkLst>
            <pc:docMk/>
            <pc:sldMk cId="3034484069" sldId="2509"/>
            <ac:spMk id="4" creationId="{1CD209AA-DDD5-E504-DFB9-326FC3BA9232}"/>
          </ac:spMkLst>
        </pc:spChg>
        <pc:spChg chg="mod">
          <ac:chgData name="Owais Ahmed" userId="6abc7d4556b3b071" providerId="LiveId" clId="{897B61A0-EAB3-4FAD-8173-7682B2CCD5D6}" dt="2023-10-07T09:28:22.142" v="289" actId="20577"/>
          <ac:spMkLst>
            <pc:docMk/>
            <pc:sldMk cId="3034484069" sldId="2509"/>
            <ac:spMk id="215" creationId="{00000000-0000-0000-0000-000000000000}"/>
          </ac:spMkLst>
        </pc:spChg>
      </pc:sldChg>
      <pc:sldChg chg="addSp modSp add mod modAnim">
        <pc:chgData name="Owais Ahmed" userId="6abc7d4556b3b071" providerId="LiveId" clId="{897B61A0-EAB3-4FAD-8173-7682B2CCD5D6}" dt="2023-10-07T09:35:57.516" v="725"/>
        <pc:sldMkLst>
          <pc:docMk/>
          <pc:sldMk cId="3073969777" sldId="2510"/>
        </pc:sldMkLst>
        <pc:spChg chg="mod">
          <ac:chgData name="Owais Ahmed" userId="6abc7d4556b3b071" providerId="LiveId" clId="{897B61A0-EAB3-4FAD-8173-7682B2CCD5D6}" dt="2023-10-07T09:30:14.574" v="613" actId="27636"/>
          <ac:spMkLst>
            <pc:docMk/>
            <pc:sldMk cId="3073969777" sldId="2510"/>
            <ac:spMk id="4" creationId="{1CD209AA-DDD5-E504-DFB9-326FC3BA9232}"/>
          </ac:spMkLst>
        </pc:spChg>
        <pc:picChg chg="add mod">
          <ac:chgData name="Owais Ahmed" userId="6abc7d4556b3b071" providerId="LiveId" clId="{897B61A0-EAB3-4FAD-8173-7682B2CCD5D6}" dt="2023-10-07T09:35:57.516" v="725"/>
          <ac:picMkLst>
            <pc:docMk/>
            <pc:sldMk cId="3073969777" sldId="2510"/>
            <ac:picMk id="5122" creationId="{0602A7F7-B8D1-FABC-78CA-3878F1E9D2B8}"/>
          </ac:picMkLst>
        </pc:picChg>
      </pc:sldChg>
      <pc:sldChg chg="addSp delSp modSp add mod modAnim">
        <pc:chgData name="Owais Ahmed" userId="6abc7d4556b3b071" providerId="LiveId" clId="{897B61A0-EAB3-4FAD-8173-7682B2CCD5D6}" dt="2023-10-07T09:32:15.355" v="693" actId="1076"/>
        <pc:sldMkLst>
          <pc:docMk/>
          <pc:sldMk cId="71358632" sldId="2511"/>
        </pc:sldMkLst>
        <pc:spChg chg="mod">
          <ac:chgData name="Owais Ahmed" userId="6abc7d4556b3b071" providerId="LiveId" clId="{897B61A0-EAB3-4FAD-8173-7682B2CCD5D6}" dt="2023-10-07T09:31:18.371" v="632" actId="20577"/>
          <ac:spMkLst>
            <pc:docMk/>
            <pc:sldMk cId="71358632" sldId="2511"/>
            <ac:spMk id="3" creationId="{4A1C0383-58FE-E486-295E-B33B8683B938}"/>
          </ac:spMkLst>
        </pc:spChg>
        <pc:spChg chg="add mod">
          <ac:chgData name="Owais Ahmed" userId="6abc7d4556b3b071" providerId="LiveId" clId="{897B61A0-EAB3-4FAD-8173-7682B2CCD5D6}" dt="2023-10-07T09:32:15.355" v="693" actId="1076"/>
          <ac:spMkLst>
            <pc:docMk/>
            <pc:sldMk cId="71358632" sldId="2511"/>
            <ac:spMk id="4" creationId="{C7F71512-10BF-F8BB-466D-576C6461D99E}"/>
          </ac:spMkLst>
        </pc:spChg>
        <pc:spChg chg="del">
          <ac:chgData name="Owais Ahmed" userId="6abc7d4556b3b071" providerId="LiveId" clId="{897B61A0-EAB3-4FAD-8173-7682B2CCD5D6}" dt="2023-10-07T09:31:44.801" v="660" actId="478"/>
          <ac:spMkLst>
            <pc:docMk/>
            <pc:sldMk cId="71358632" sldId="2511"/>
            <ac:spMk id="89" creationId="{00000000-0000-0000-0000-000000000000}"/>
          </ac:spMkLst>
        </pc:spChg>
        <pc:spChg chg="del">
          <ac:chgData name="Owais Ahmed" userId="6abc7d4556b3b071" providerId="LiveId" clId="{897B61A0-EAB3-4FAD-8173-7682B2CCD5D6}" dt="2023-10-07T09:31:46.597" v="661" actId="478"/>
          <ac:spMkLst>
            <pc:docMk/>
            <pc:sldMk cId="71358632" sldId="2511"/>
            <ac:spMk id="214" creationId="{00000000-0000-0000-0000-000000000000}"/>
          </ac:spMkLst>
        </pc:spChg>
        <pc:spChg chg="del">
          <ac:chgData name="Owais Ahmed" userId="6abc7d4556b3b071" providerId="LiveId" clId="{897B61A0-EAB3-4FAD-8173-7682B2CCD5D6}" dt="2023-10-07T09:31:43.119" v="659" actId="478"/>
          <ac:spMkLst>
            <pc:docMk/>
            <pc:sldMk cId="71358632" sldId="2511"/>
            <ac:spMk id="215" creationId="{00000000-0000-0000-0000-000000000000}"/>
          </ac:spMkLst>
        </pc:spChg>
        <pc:spChg chg="del">
          <ac:chgData name="Owais Ahmed" userId="6abc7d4556b3b071" providerId="LiveId" clId="{897B61A0-EAB3-4FAD-8173-7682B2CCD5D6}" dt="2023-10-07T09:31:44.801" v="660" actId="478"/>
          <ac:spMkLst>
            <pc:docMk/>
            <pc:sldMk cId="71358632" sldId="2511"/>
            <ac:spMk id="216" creationId="{00000000-0000-0000-0000-000000000000}"/>
          </ac:spMkLst>
        </pc:spChg>
      </pc:sldChg>
    </pc:docChg>
  </pc:docChgLst>
  <pc:docChgLst>
    <pc:chgData name="Owais Ahmed" userId="6abc7d4556b3b071" providerId="LiveId" clId="{DF21B88A-FC6A-4D30-89B9-AF7BD6099E8B}"/>
    <pc:docChg chg="addSld modSld sldOrd">
      <pc:chgData name="Owais Ahmed" userId="6abc7d4556b3b071" providerId="LiveId" clId="{DF21B88A-FC6A-4D30-89B9-AF7BD6099E8B}" dt="2023-10-07T08:17:58.679" v="228" actId="20577"/>
      <pc:docMkLst>
        <pc:docMk/>
      </pc:docMkLst>
      <pc:sldChg chg="modSp mod">
        <pc:chgData name="Owais Ahmed" userId="6abc7d4556b3b071" providerId="LiveId" clId="{DF21B88A-FC6A-4D30-89B9-AF7BD6099E8B}" dt="2023-10-07T07:19:24.729" v="0"/>
        <pc:sldMkLst>
          <pc:docMk/>
          <pc:sldMk cId="3927832306" sldId="2448"/>
        </pc:sldMkLst>
        <pc:spChg chg="mod">
          <ac:chgData name="Owais Ahmed" userId="6abc7d4556b3b071" providerId="LiveId" clId="{DF21B88A-FC6A-4D30-89B9-AF7BD6099E8B}" dt="2023-10-07T07:19:24.729" v="0"/>
          <ac:spMkLst>
            <pc:docMk/>
            <pc:sldMk cId="3927832306" sldId="2448"/>
            <ac:spMk id="9" creationId="{79DC1498-E692-42BA-B69F-6D37E6CFACA0}"/>
          </ac:spMkLst>
        </pc:spChg>
      </pc:sldChg>
      <pc:sldChg chg="modSp mod">
        <pc:chgData name="Owais Ahmed" userId="6abc7d4556b3b071" providerId="LiveId" clId="{DF21B88A-FC6A-4D30-89B9-AF7BD6099E8B}" dt="2023-10-07T08:13:45.745" v="59"/>
        <pc:sldMkLst>
          <pc:docMk/>
          <pc:sldMk cId="1649098948" sldId="2462"/>
        </pc:sldMkLst>
        <pc:spChg chg="mod">
          <ac:chgData name="Owais Ahmed" userId="6abc7d4556b3b071" providerId="LiveId" clId="{DF21B88A-FC6A-4D30-89B9-AF7BD6099E8B}" dt="2023-10-07T08:13:45.745" v="59"/>
          <ac:spMkLst>
            <pc:docMk/>
            <pc:sldMk cId="1649098948" sldId="2462"/>
            <ac:spMk id="6" creationId="{F3C89A40-EEAA-43AB-9A3A-B2CFDE450F1B}"/>
          </ac:spMkLst>
        </pc:spChg>
      </pc:sldChg>
      <pc:sldChg chg="modSp">
        <pc:chgData name="Owais Ahmed" userId="6abc7d4556b3b071" providerId="LiveId" clId="{DF21B88A-FC6A-4D30-89B9-AF7BD6099E8B}" dt="2023-10-07T08:12:58.409" v="55" actId="20577"/>
        <pc:sldMkLst>
          <pc:docMk/>
          <pc:sldMk cId="2835548672" sldId="2467"/>
        </pc:sldMkLst>
        <pc:spChg chg="mod">
          <ac:chgData name="Owais Ahmed" userId="6abc7d4556b3b071" providerId="LiveId" clId="{DF21B88A-FC6A-4D30-89B9-AF7BD6099E8B}" dt="2023-10-07T08:12:58.409" v="55" actId="20577"/>
          <ac:spMkLst>
            <pc:docMk/>
            <pc:sldMk cId="2835548672" sldId="2467"/>
            <ac:spMk id="5" creationId="{D6B5DCB6-4358-037D-2AAC-2F1B1119C128}"/>
          </ac:spMkLst>
        </pc:spChg>
      </pc:sldChg>
      <pc:sldChg chg="ord modNotesTx">
        <pc:chgData name="Owais Ahmed" userId="6abc7d4556b3b071" providerId="LiveId" clId="{DF21B88A-FC6A-4D30-89B9-AF7BD6099E8B}" dt="2023-10-07T08:14:45.166" v="62" actId="20577"/>
        <pc:sldMkLst>
          <pc:docMk/>
          <pc:sldMk cId="1810203590" sldId="2482"/>
        </pc:sldMkLst>
      </pc:sldChg>
      <pc:sldChg chg="modNotesTx">
        <pc:chgData name="Owais Ahmed" userId="6abc7d4556b3b071" providerId="LiveId" clId="{DF21B88A-FC6A-4D30-89B9-AF7BD6099E8B}" dt="2023-10-07T08:11:12.772" v="1"/>
        <pc:sldMkLst>
          <pc:docMk/>
          <pc:sldMk cId="2426892836" sldId="2485"/>
        </pc:sldMkLst>
      </pc:sldChg>
      <pc:sldChg chg="ord">
        <pc:chgData name="Owais Ahmed" userId="6abc7d4556b3b071" providerId="LiveId" clId="{DF21B88A-FC6A-4D30-89B9-AF7BD6099E8B}" dt="2023-10-07T08:12:02.603" v="5"/>
        <pc:sldMkLst>
          <pc:docMk/>
          <pc:sldMk cId="2392008630" sldId="2486"/>
        </pc:sldMkLst>
      </pc:sldChg>
      <pc:sldChg chg="ord">
        <pc:chgData name="Owais Ahmed" userId="6abc7d4556b3b071" providerId="LiveId" clId="{DF21B88A-FC6A-4D30-89B9-AF7BD6099E8B}" dt="2023-10-07T08:13:40.570" v="57"/>
        <pc:sldMkLst>
          <pc:docMk/>
          <pc:sldMk cId="332028716" sldId="2492"/>
        </pc:sldMkLst>
      </pc:sldChg>
      <pc:sldChg chg="modSp">
        <pc:chgData name="Owais Ahmed" userId="6abc7d4556b3b071" providerId="LiveId" clId="{DF21B88A-FC6A-4D30-89B9-AF7BD6099E8B}" dt="2023-10-07T08:16:21.945" v="73" actId="6549"/>
        <pc:sldMkLst>
          <pc:docMk/>
          <pc:sldMk cId="2021183974" sldId="2497"/>
        </pc:sldMkLst>
        <pc:spChg chg="mod">
          <ac:chgData name="Owais Ahmed" userId="6abc7d4556b3b071" providerId="LiveId" clId="{DF21B88A-FC6A-4D30-89B9-AF7BD6099E8B}" dt="2023-10-07T08:16:21.945" v="73" actId="6549"/>
          <ac:spMkLst>
            <pc:docMk/>
            <pc:sldMk cId="2021183974" sldId="2497"/>
            <ac:spMk id="3" creationId="{4A1C0383-58FE-E486-295E-B33B8683B938}"/>
          </ac:spMkLst>
        </pc:spChg>
      </pc:sldChg>
      <pc:sldChg chg="modSp">
        <pc:chgData name="Owais Ahmed" userId="6abc7d4556b3b071" providerId="LiveId" clId="{DF21B88A-FC6A-4D30-89B9-AF7BD6099E8B}" dt="2023-10-07T08:15:13.719" v="63" actId="15"/>
        <pc:sldMkLst>
          <pc:docMk/>
          <pc:sldMk cId="1990280332" sldId="2501"/>
        </pc:sldMkLst>
        <pc:spChg chg="mod">
          <ac:chgData name="Owais Ahmed" userId="6abc7d4556b3b071" providerId="LiveId" clId="{DF21B88A-FC6A-4D30-89B9-AF7BD6099E8B}" dt="2023-10-07T08:15:13.719" v="63" actId="15"/>
          <ac:spMkLst>
            <pc:docMk/>
            <pc:sldMk cId="1990280332" sldId="2501"/>
            <ac:spMk id="3" creationId="{4A1C0383-58FE-E486-295E-B33B8683B938}"/>
          </ac:spMkLst>
        </pc:spChg>
      </pc:sldChg>
      <pc:sldChg chg="modSp add mod modAnim">
        <pc:chgData name="Owais Ahmed" userId="6abc7d4556b3b071" providerId="LiveId" clId="{DF21B88A-FC6A-4D30-89B9-AF7BD6099E8B}" dt="2023-10-07T08:17:58.679" v="228" actId="20577"/>
        <pc:sldMkLst>
          <pc:docMk/>
          <pc:sldMk cId="2493774276" sldId="2504"/>
        </pc:sldMkLst>
        <pc:spChg chg="mod">
          <ac:chgData name="Owais Ahmed" userId="6abc7d4556b3b071" providerId="LiveId" clId="{DF21B88A-FC6A-4D30-89B9-AF7BD6099E8B}" dt="2023-10-07T08:17:58.679" v="228" actId="20577"/>
          <ac:spMkLst>
            <pc:docMk/>
            <pc:sldMk cId="2493774276" sldId="2504"/>
            <ac:spMk id="3" creationId="{4A1C0383-58FE-E486-295E-B33B8683B938}"/>
          </ac:spMkLst>
        </pc:spChg>
        <pc:spChg chg="mod">
          <ac:chgData name="Owais Ahmed" userId="6abc7d4556b3b071" providerId="LiveId" clId="{DF21B88A-FC6A-4D30-89B9-AF7BD6099E8B}" dt="2023-10-07T08:17:22.778" v="79" actId="20577"/>
          <ac:spMkLst>
            <pc:docMk/>
            <pc:sldMk cId="2493774276" sldId="2504"/>
            <ac:spMk id="215" creationId="{00000000-0000-0000-0000-000000000000}"/>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F97DFCF-F890-A143-9133-C8B65C9B01E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EFE2C281-2434-D94F-B4BD-BA3CD4DB844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66D5B4E-BF3E-3B45-A4BA-D6C3B92870D7}" type="datetimeFigureOut">
              <a:rPr lang="en-US" smtClean="0"/>
              <a:t>10/7/2023</a:t>
            </a:fld>
            <a:endParaRPr lang="en-US" dirty="0"/>
          </a:p>
        </p:txBody>
      </p:sp>
      <p:sp>
        <p:nvSpPr>
          <p:cNvPr id="4" name="Footer Placeholder 3">
            <a:extLst>
              <a:ext uri="{FF2B5EF4-FFF2-40B4-BE49-F238E27FC236}">
                <a16:creationId xmlns:a16="http://schemas.microsoft.com/office/drawing/2014/main" id="{5C17CBFA-633D-5540-AFAA-BE1F495EC62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826B5631-D714-AD41-853B-A883ADC344D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65AE8BC-2AB3-9E4C-9797-2A6F8A74C74E}" type="slidenum">
              <a:rPr lang="en-US" smtClean="0"/>
              <a:t>‹#›</a:t>
            </a:fld>
            <a:endParaRPr lang="en-US" dirty="0"/>
          </a:p>
        </p:txBody>
      </p:sp>
    </p:spTree>
    <p:extLst>
      <p:ext uri="{BB962C8B-B14F-4D97-AF65-F5344CB8AC3E}">
        <p14:creationId xmlns:p14="http://schemas.microsoft.com/office/powerpoint/2010/main" val="427398705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5A8621B-8C8E-49BA-8772-41D0FE75A082}" type="datetimeFigureOut">
              <a:rPr lang="en-US" smtClean="0"/>
              <a:t>10/7/2023</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28B34ED-4CDD-41C9-90F7-D768D5559A6F}" type="slidenum">
              <a:rPr lang="en-US" smtClean="0"/>
              <a:t>‹#›</a:t>
            </a:fld>
            <a:endParaRPr lang="en-US" dirty="0"/>
          </a:p>
        </p:txBody>
      </p:sp>
    </p:spTree>
    <p:extLst>
      <p:ext uri="{BB962C8B-B14F-4D97-AF65-F5344CB8AC3E}">
        <p14:creationId xmlns:p14="http://schemas.microsoft.com/office/powerpoint/2010/main" val="42259706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US" sz="1200" dirty="0"/>
              <a:t>The idea of hypertext originated from news editors. The editors used to put tags wherever corrections were needed in a report or article.</a:t>
            </a:r>
          </a:p>
          <a:p>
            <a:pPr marL="228600" indent="-228600">
              <a:buAutoNum type="arabicPeriod"/>
            </a:pPr>
            <a:r>
              <a:rPr lang="en-US" sz="1200" dirty="0"/>
              <a:t>HTTP is just another protocol like FTP. It’s faster due to parallel channels, uses different ports, is stateless, and doesn’t require authentication.</a:t>
            </a:r>
          </a:p>
        </p:txBody>
      </p:sp>
      <p:sp>
        <p:nvSpPr>
          <p:cNvPr id="4" name="Slide Number Placeholder 3"/>
          <p:cNvSpPr>
            <a:spLocks noGrp="1"/>
          </p:cNvSpPr>
          <p:nvPr>
            <p:ph type="sldNum" sz="quarter" idx="10"/>
          </p:nvPr>
        </p:nvSpPr>
        <p:spPr/>
        <p:txBody>
          <a:bodyPr/>
          <a:lstStyle/>
          <a:p>
            <a:fld id="{B0FCC8D5-6D68-A443-97C0-91AE5977134B}" type="slidenum">
              <a:rPr lang="en-US" smtClean="0"/>
              <a:pPr/>
              <a:t>3</a:t>
            </a:fld>
            <a:endParaRPr lang="en-US" dirty="0"/>
          </a:p>
        </p:txBody>
      </p:sp>
    </p:spTree>
    <p:extLst>
      <p:ext uri="{BB962C8B-B14F-4D97-AF65-F5344CB8AC3E}">
        <p14:creationId xmlns:p14="http://schemas.microsoft.com/office/powerpoint/2010/main" val="208170522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US" sz="1800" dirty="0">
                <a:effectLst/>
                <a:latin typeface="Calibri" panose="020F0502020204030204" pitchFamily="34" charset="0"/>
              </a:rPr>
              <a:t>Not all in the list are programming languages</a:t>
            </a:r>
          </a:p>
          <a:p>
            <a:pPr marL="228600" indent="-228600">
              <a:buAutoNum type="arabicPeriod"/>
            </a:pPr>
            <a:r>
              <a:rPr lang="en-US" sz="1800" dirty="0">
                <a:effectLst/>
                <a:latin typeface="Calibri" panose="020F0502020204030204" pitchFamily="34" charset="0"/>
              </a:rPr>
              <a:t>We’re stuck with XML as legacy language</a:t>
            </a:r>
          </a:p>
          <a:p>
            <a:pPr marL="228600" indent="-228600">
              <a:buAutoNum type="arabicPeriod"/>
            </a:pPr>
            <a:r>
              <a:rPr lang="en-US" sz="1800" dirty="0">
                <a:effectLst/>
                <a:latin typeface="Calibri" panose="020F0502020204030204" pitchFamily="34" charset="0"/>
              </a:rPr>
              <a:t>JSON is the 2</a:t>
            </a:r>
            <a:r>
              <a:rPr lang="en-US" sz="1800" baseline="30000" dirty="0">
                <a:effectLst/>
                <a:latin typeface="Calibri" panose="020F0502020204030204" pitchFamily="34" charset="0"/>
              </a:rPr>
              <a:t>nd</a:t>
            </a:r>
            <a:r>
              <a:rPr lang="en-US" sz="1800" dirty="0">
                <a:effectLst/>
                <a:latin typeface="Calibri" panose="020F0502020204030204" pitchFamily="34" charset="0"/>
              </a:rPr>
              <a:t> most compact, behind only YML</a:t>
            </a:r>
          </a:p>
          <a:p>
            <a:pPr marL="228600" indent="-228600">
              <a:buAutoNum type="arabicPeriod"/>
            </a:pPr>
            <a:r>
              <a:rPr lang="en-US" sz="1800" dirty="0">
                <a:effectLst/>
                <a:latin typeface="Calibri" panose="020F0502020204030204" pitchFamily="34" charset="0"/>
              </a:rPr>
              <a:t>JS is the future</a:t>
            </a:r>
          </a:p>
          <a:p>
            <a:pPr marL="228600" indent="-228600">
              <a:buAutoNum type="arabicPeriod"/>
            </a:pPr>
            <a:r>
              <a:rPr lang="en-US" sz="1800" dirty="0">
                <a:effectLst/>
                <a:latin typeface="Calibri" panose="020F0502020204030204" pitchFamily="34" charset="0"/>
              </a:rPr>
              <a:t>CSS is not a language, it’s more like a specification represented in JSON-like syntax</a:t>
            </a:r>
          </a:p>
          <a:p>
            <a:pPr marL="228600" indent="-228600">
              <a:buAutoNum type="arabicPeriod"/>
            </a:pPr>
            <a:r>
              <a:rPr lang="en-US" sz="1800" dirty="0">
                <a:effectLst/>
                <a:latin typeface="Calibri" panose="020F0502020204030204" pitchFamily="34" charset="0"/>
              </a:rPr>
              <a:t>VBScript: still breathing, thanks to MS-Office. It does deserve some credit for being the first one to execute on both server and client-side</a:t>
            </a:r>
          </a:p>
          <a:p>
            <a:pPr marL="228600" indent="-228600">
              <a:buAutoNum type="arabicPeriod"/>
            </a:pPr>
            <a:r>
              <a:rPr lang="en-US" dirty="0"/>
              <a:t>JSP is passe</a:t>
            </a:r>
          </a:p>
          <a:p>
            <a:pPr marL="228600" indent="-228600">
              <a:buAutoNum type="arabicPeriod"/>
            </a:pPr>
            <a:r>
              <a:rPr lang="en-US" dirty="0"/>
              <a:t>ASP.NET is Microsoft world</a:t>
            </a:r>
          </a:p>
          <a:p>
            <a:pPr marL="228600" indent="-228600">
              <a:buAutoNum type="arabicPeriod"/>
            </a:pPr>
            <a:r>
              <a:rPr lang="en-US" dirty="0"/>
              <a:t>PHP should be avoided wherever possible due to its bad programming practices</a:t>
            </a:r>
          </a:p>
          <a:p>
            <a:pPr marL="228600" indent="-228600">
              <a:buAutoNum type="arabicPeriod"/>
            </a:pPr>
            <a:r>
              <a:rPr lang="en-US" dirty="0"/>
              <a:t>Ruby is dynamic, simple, object-oriented, general-purpose language. Rails is the framework for web</a:t>
            </a:r>
          </a:p>
          <a:p>
            <a:pPr marL="228600" indent="-228600">
              <a:buAutoNum type="arabicPeriod"/>
            </a:pPr>
            <a:r>
              <a:rPr lang="en-US" dirty="0"/>
              <a:t>Node.JS is full-stack </a:t>
            </a:r>
            <a:r>
              <a:rPr lang="en-US" dirty="0" err="1"/>
              <a:t>Javascript</a:t>
            </a: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4</a:t>
            </a:fld>
            <a:endParaRPr lang="en-US" dirty="0"/>
          </a:p>
        </p:txBody>
      </p:sp>
    </p:spTree>
    <p:extLst>
      <p:ext uri="{BB962C8B-B14F-4D97-AF65-F5344CB8AC3E}">
        <p14:creationId xmlns:p14="http://schemas.microsoft.com/office/powerpoint/2010/main" val="183716984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US" dirty="0"/>
              <a:t>HTML was created by Timothy Lee.</a:t>
            </a:r>
          </a:p>
        </p:txBody>
      </p:sp>
      <p:sp>
        <p:nvSpPr>
          <p:cNvPr id="4" name="Slide Number Placeholder 3"/>
          <p:cNvSpPr>
            <a:spLocks noGrp="1"/>
          </p:cNvSpPr>
          <p:nvPr>
            <p:ph type="sldNum" sz="quarter" idx="10"/>
          </p:nvPr>
        </p:nvSpPr>
        <p:spPr/>
        <p:txBody>
          <a:bodyPr/>
          <a:lstStyle/>
          <a:p>
            <a:fld id="{B0FCC8D5-6D68-A443-97C0-91AE5977134B}" type="slidenum">
              <a:rPr lang="en-US" smtClean="0"/>
              <a:pPr/>
              <a:t>5</a:t>
            </a:fld>
            <a:endParaRPr lang="en-US" dirty="0"/>
          </a:p>
        </p:txBody>
      </p:sp>
    </p:spTree>
    <p:extLst>
      <p:ext uri="{BB962C8B-B14F-4D97-AF65-F5344CB8AC3E}">
        <p14:creationId xmlns:p14="http://schemas.microsoft.com/office/powerpoint/2010/main" val="18311376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228B34ED-4CDD-41C9-90F7-D768D5559A6F}" type="slidenum">
              <a:rPr lang="en-US" smtClean="0"/>
              <a:t>6</a:t>
            </a:fld>
            <a:endParaRPr lang="en-US" dirty="0"/>
          </a:p>
        </p:txBody>
      </p:sp>
    </p:spTree>
    <p:extLst>
      <p:ext uri="{BB962C8B-B14F-4D97-AF65-F5344CB8AC3E}">
        <p14:creationId xmlns:p14="http://schemas.microsoft.com/office/powerpoint/2010/main" val="76440167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US" sz="1200" dirty="0">
                <a:effectLst/>
                <a:latin typeface="Calibri" panose="020F0502020204030204" pitchFamily="34" charset="0"/>
              </a:rPr>
              <a:t>Browser engines: Google/Edge=Blink; Apple=</a:t>
            </a:r>
            <a:r>
              <a:rPr lang="en-US" sz="1200" dirty="0" err="1">
                <a:effectLst/>
                <a:latin typeface="Calibri" panose="020F0502020204030204" pitchFamily="34" charset="0"/>
              </a:rPr>
              <a:t>WebKit</a:t>
            </a:r>
            <a:r>
              <a:rPr lang="en-US" sz="1200" dirty="0">
                <a:effectLst/>
                <a:latin typeface="Calibri" panose="020F0502020204030204" pitchFamily="34" charset="0"/>
              </a:rPr>
              <a:t>; Mozilla=Gecko</a:t>
            </a:r>
          </a:p>
          <a:p>
            <a:pPr marL="228600" indent="-228600" rtl="0">
              <a:buAutoNum type="arabicPeriod"/>
            </a:pPr>
            <a:r>
              <a:rPr lang="en-US" dirty="0"/>
              <a:t>Scripting engine: </a:t>
            </a:r>
            <a:r>
              <a:rPr lang="en-US" sz="1200" dirty="0">
                <a:effectLst/>
                <a:latin typeface="Calibri" panose="020F0502020204030204" pitchFamily="34" charset="0"/>
              </a:rPr>
              <a:t>Google=V8; Mozilla=</a:t>
            </a:r>
            <a:r>
              <a:rPr lang="en-US" sz="1200" dirty="0" err="1">
                <a:effectLst/>
                <a:latin typeface="Calibri" panose="020F0502020204030204" pitchFamily="34" charset="0"/>
              </a:rPr>
              <a:t>SpiderMonkey</a:t>
            </a:r>
            <a:r>
              <a:rPr lang="en-US" sz="1200" dirty="0">
                <a:effectLst/>
                <a:latin typeface="Calibri" panose="020F0502020204030204" pitchFamily="34" charset="0"/>
              </a:rPr>
              <a:t>; Apple=</a:t>
            </a:r>
            <a:r>
              <a:rPr lang="en-US" sz="1200" dirty="0" err="1">
                <a:effectLst/>
                <a:latin typeface="Calibri" panose="020F0502020204030204" pitchFamily="34" charset="0"/>
              </a:rPr>
              <a:t>JavascriptCore</a:t>
            </a: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7</a:t>
            </a:fld>
            <a:endParaRPr lang="en-US" dirty="0"/>
          </a:p>
        </p:txBody>
      </p:sp>
    </p:spTree>
    <p:extLst>
      <p:ext uri="{BB962C8B-B14F-4D97-AF65-F5344CB8AC3E}">
        <p14:creationId xmlns:p14="http://schemas.microsoft.com/office/powerpoint/2010/main" val="183219108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US" b="0" i="0" dirty="0">
                <a:solidFill>
                  <a:srgbClr val="202122"/>
                </a:solidFill>
                <a:effectLst/>
                <a:latin typeface="Arial" panose="020B0604020202020204" pitchFamily="34" charset="0"/>
              </a:rPr>
              <a:t>European Computer Manufacturers Association (ECMA) </a:t>
            </a:r>
            <a:endParaRPr lang="en-US" b="0"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8</a:t>
            </a:fld>
            <a:endParaRPr lang="en-US" dirty="0"/>
          </a:p>
        </p:txBody>
      </p:sp>
    </p:spTree>
    <p:extLst>
      <p:ext uri="{BB962C8B-B14F-4D97-AF65-F5344CB8AC3E}">
        <p14:creationId xmlns:p14="http://schemas.microsoft.com/office/powerpoint/2010/main" val="88038954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9</a:t>
            </a:fld>
            <a:endParaRPr lang="en-US" dirty="0"/>
          </a:p>
        </p:txBody>
      </p:sp>
    </p:spTree>
    <p:extLst>
      <p:ext uri="{BB962C8B-B14F-4D97-AF65-F5344CB8AC3E}">
        <p14:creationId xmlns:p14="http://schemas.microsoft.com/office/powerpoint/2010/main" val="315129139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10</a:t>
            </a:fld>
            <a:endParaRPr lang="en-US" dirty="0"/>
          </a:p>
        </p:txBody>
      </p:sp>
    </p:spTree>
    <p:extLst>
      <p:ext uri="{BB962C8B-B14F-4D97-AF65-F5344CB8AC3E}">
        <p14:creationId xmlns:p14="http://schemas.microsoft.com/office/powerpoint/2010/main" val="76520621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11</a:t>
            </a:fld>
            <a:endParaRPr lang="en-US" dirty="0"/>
          </a:p>
        </p:txBody>
      </p:sp>
    </p:spTree>
    <p:extLst>
      <p:ext uri="{BB962C8B-B14F-4D97-AF65-F5344CB8AC3E}">
        <p14:creationId xmlns:p14="http://schemas.microsoft.com/office/powerpoint/2010/main" val="222732390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12</a:t>
            </a:fld>
            <a:endParaRPr lang="en-US" dirty="0"/>
          </a:p>
        </p:txBody>
      </p:sp>
    </p:spTree>
    <p:extLst>
      <p:ext uri="{BB962C8B-B14F-4D97-AF65-F5344CB8AC3E}">
        <p14:creationId xmlns:p14="http://schemas.microsoft.com/office/powerpoint/2010/main" val="268338023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13</a:t>
            </a:fld>
            <a:endParaRPr lang="en-US" dirty="0"/>
          </a:p>
        </p:txBody>
      </p:sp>
    </p:spTree>
    <p:extLst>
      <p:ext uri="{BB962C8B-B14F-4D97-AF65-F5344CB8AC3E}">
        <p14:creationId xmlns:p14="http://schemas.microsoft.com/office/powerpoint/2010/main" val="277642601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14</a:t>
            </a:fld>
            <a:endParaRPr lang="en-US" dirty="0"/>
          </a:p>
        </p:txBody>
      </p:sp>
    </p:spTree>
    <p:extLst>
      <p:ext uri="{BB962C8B-B14F-4D97-AF65-F5344CB8AC3E}">
        <p14:creationId xmlns:p14="http://schemas.microsoft.com/office/powerpoint/2010/main" val="63097332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15</a:t>
            </a:fld>
            <a:endParaRPr lang="en-US" dirty="0"/>
          </a:p>
        </p:txBody>
      </p:sp>
    </p:spTree>
    <p:extLst>
      <p:ext uri="{BB962C8B-B14F-4D97-AF65-F5344CB8AC3E}">
        <p14:creationId xmlns:p14="http://schemas.microsoft.com/office/powerpoint/2010/main" val="157821561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16</a:t>
            </a:fld>
            <a:endParaRPr lang="en-US" dirty="0"/>
          </a:p>
        </p:txBody>
      </p:sp>
    </p:spTree>
    <p:extLst>
      <p:ext uri="{BB962C8B-B14F-4D97-AF65-F5344CB8AC3E}">
        <p14:creationId xmlns:p14="http://schemas.microsoft.com/office/powerpoint/2010/main" val="283709639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17</a:t>
            </a:fld>
            <a:endParaRPr lang="en-US" dirty="0"/>
          </a:p>
        </p:txBody>
      </p:sp>
    </p:spTree>
    <p:extLst>
      <p:ext uri="{BB962C8B-B14F-4D97-AF65-F5344CB8AC3E}">
        <p14:creationId xmlns:p14="http://schemas.microsoft.com/office/powerpoint/2010/main" val="175282536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18</a:t>
            </a:fld>
            <a:endParaRPr lang="en-US" dirty="0"/>
          </a:p>
        </p:txBody>
      </p:sp>
    </p:spTree>
    <p:extLst>
      <p:ext uri="{BB962C8B-B14F-4D97-AF65-F5344CB8AC3E}">
        <p14:creationId xmlns:p14="http://schemas.microsoft.com/office/powerpoint/2010/main" val="152413336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19</a:t>
            </a:fld>
            <a:endParaRPr lang="en-US" dirty="0"/>
          </a:p>
        </p:txBody>
      </p:sp>
    </p:spTree>
    <p:extLst>
      <p:ext uri="{BB962C8B-B14F-4D97-AF65-F5344CB8AC3E}">
        <p14:creationId xmlns:p14="http://schemas.microsoft.com/office/powerpoint/2010/main" val="24604123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20</a:t>
            </a:fld>
            <a:endParaRPr lang="en-US" dirty="0"/>
          </a:p>
        </p:txBody>
      </p:sp>
    </p:spTree>
    <p:extLst>
      <p:ext uri="{BB962C8B-B14F-4D97-AF65-F5344CB8AC3E}">
        <p14:creationId xmlns:p14="http://schemas.microsoft.com/office/powerpoint/2010/main" val="380205914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21</a:t>
            </a:fld>
            <a:endParaRPr lang="en-US" dirty="0"/>
          </a:p>
        </p:txBody>
      </p:sp>
    </p:spTree>
    <p:extLst>
      <p:ext uri="{BB962C8B-B14F-4D97-AF65-F5344CB8AC3E}">
        <p14:creationId xmlns:p14="http://schemas.microsoft.com/office/powerpoint/2010/main" val="8770600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bg>
      <p:bgRef idx="1001">
        <a:schemeClr val="bg1"/>
      </p:bgRef>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DE635FD8-712D-4EE2-A5B6-3DD8DE9C25E9}"/>
              </a:ext>
            </a:extLst>
          </p:cNvPr>
          <p:cNvSpPr>
            <a:spLocks noGrp="1"/>
          </p:cNvSpPr>
          <p:nvPr>
            <p:ph type="pic" sz="quarter" idx="10"/>
          </p:nvPr>
        </p:nvSpPr>
        <p:spPr>
          <a:xfrm>
            <a:off x="0" y="0"/>
            <a:ext cx="12192000" cy="6858000"/>
          </a:xfrm>
        </p:spPr>
        <p:txBody>
          <a:bodyPr/>
          <a:lstStyle>
            <a:lvl1pPr marL="0" indent="0" algn="ctr">
              <a:buNone/>
              <a:defRPr/>
            </a:lvl1pPr>
          </a:lstStyle>
          <a:p>
            <a:r>
              <a:rPr lang="en-US"/>
              <a:t>Click icon to add picture</a:t>
            </a:r>
            <a:endParaRPr lang="en-US" dirty="0"/>
          </a:p>
        </p:txBody>
      </p:sp>
      <p:sp>
        <p:nvSpPr>
          <p:cNvPr id="14" name="Text Placeholder 13">
            <a:extLst>
              <a:ext uri="{FF2B5EF4-FFF2-40B4-BE49-F238E27FC236}">
                <a16:creationId xmlns:a16="http://schemas.microsoft.com/office/drawing/2014/main" id="{F80209DF-C4D9-43B8-AA05-F53619153042}"/>
              </a:ext>
            </a:extLst>
          </p:cNvPr>
          <p:cNvSpPr>
            <a:spLocks noGrp="1"/>
          </p:cNvSpPr>
          <p:nvPr>
            <p:ph type="body" sz="quarter" idx="12"/>
          </p:nvPr>
        </p:nvSpPr>
        <p:spPr>
          <a:xfrm>
            <a:off x="3512343" y="5922140"/>
            <a:ext cx="5167313" cy="518795"/>
          </a:xfrm>
        </p:spPr>
        <p:txBody>
          <a:bodyPr>
            <a:noAutofit/>
          </a:bodyPr>
          <a:lstStyle>
            <a:lvl1pPr marL="0" indent="0" algn="ctr">
              <a:buNone/>
              <a:defRPr sz="1800" spc="300">
                <a:solidFill>
                  <a:schemeClr val="tx1"/>
                </a:solidFill>
              </a:defRPr>
            </a:lvl1pPr>
            <a:lvl2pPr marL="457200" indent="0">
              <a:buNone/>
              <a:defRPr/>
            </a:lvl2pPr>
          </a:lstStyle>
          <a:p>
            <a:pPr lvl="0"/>
            <a:r>
              <a:rPr lang="en-US"/>
              <a:t>Click to edit Master text styles</a:t>
            </a:r>
          </a:p>
        </p:txBody>
      </p:sp>
      <p:sp>
        <p:nvSpPr>
          <p:cNvPr id="7" name="Text Placeholder 6">
            <a:extLst>
              <a:ext uri="{FF2B5EF4-FFF2-40B4-BE49-F238E27FC236}">
                <a16:creationId xmlns:a16="http://schemas.microsoft.com/office/drawing/2014/main" id="{758235C5-25B1-4243-9762-4AAD3C08E8BE}"/>
              </a:ext>
            </a:extLst>
          </p:cNvPr>
          <p:cNvSpPr>
            <a:spLocks noGrp="1"/>
          </p:cNvSpPr>
          <p:nvPr>
            <p:ph type="body" idx="1" hasCustomPrompt="1"/>
          </p:nvPr>
        </p:nvSpPr>
        <p:spPr>
          <a:xfrm>
            <a:off x="4038600" y="3608511"/>
            <a:ext cx="4114800" cy="518795"/>
          </a:xfrm>
          <a:gradFill flip="none" rotWithShape="1">
            <a:gsLst>
              <a:gs pos="0">
                <a:schemeClr val="accent5"/>
              </a:gs>
              <a:gs pos="100000">
                <a:schemeClr val="accent2">
                  <a:lumMod val="97000"/>
                  <a:lumOff val="3000"/>
                </a:schemeClr>
              </a:gs>
              <a:gs pos="50000">
                <a:schemeClr val="accent1"/>
              </a:gs>
            </a:gsLst>
            <a:lin ang="10800000" scaled="1"/>
            <a:tileRect/>
          </a:gradFill>
        </p:spPr>
        <p:txBody>
          <a:bodyPr>
            <a:noAutofit/>
          </a:bodyPr>
          <a:lstStyle>
            <a:lvl1pPr marL="0" indent="0" algn="ctr">
              <a:buNone/>
              <a:defRPr sz="1800" cap="all" baseline="0"/>
            </a:lvl1pPr>
          </a:lstStyle>
          <a:p>
            <a:r>
              <a:rPr lang="en-US" spc="300" dirty="0"/>
              <a:t>ANNUAL REVIEW</a:t>
            </a:r>
          </a:p>
        </p:txBody>
      </p:sp>
      <p:sp>
        <p:nvSpPr>
          <p:cNvPr id="2" name="Title 1">
            <a:extLst>
              <a:ext uri="{FF2B5EF4-FFF2-40B4-BE49-F238E27FC236}">
                <a16:creationId xmlns:a16="http://schemas.microsoft.com/office/drawing/2014/main" id="{298B2C6E-DB6F-4476-8E95-9F6EC79392FD}"/>
              </a:ext>
            </a:extLst>
          </p:cNvPr>
          <p:cNvSpPr>
            <a:spLocks noGrp="1"/>
          </p:cNvSpPr>
          <p:nvPr>
            <p:ph type="title" hasCustomPrompt="1"/>
          </p:nvPr>
        </p:nvSpPr>
        <p:spPr>
          <a:xfrm>
            <a:off x="350836" y="2445633"/>
            <a:ext cx="11490325" cy="823913"/>
          </a:xfrm>
        </p:spPr>
        <p:txBody>
          <a:bodyPr>
            <a:noAutofit/>
          </a:bodyPr>
          <a:lstStyle>
            <a:lvl1pPr>
              <a:lnSpc>
                <a:spcPct val="150000"/>
              </a:lnSpc>
              <a:spcBef>
                <a:spcPts val="1000"/>
              </a:spcBef>
              <a:defRPr sz="4000" cap="all" spc="300" baseline="0"/>
            </a:lvl1pPr>
          </a:lstStyle>
          <a:p>
            <a:r>
              <a:rPr lang="en-US" dirty="0"/>
              <a:t>Click to edit Master TEXT styles</a:t>
            </a:r>
          </a:p>
        </p:txBody>
      </p:sp>
    </p:spTree>
    <p:extLst>
      <p:ext uri="{BB962C8B-B14F-4D97-AF65-F5344CB8AC3E}">
        <p14:creationId xmlns:p14="http://schemas.microsoft.com/office/powerpoint/2010/main" val="3182303122"/>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912AA41C-A030-4521-8130-6A8E4543F277}"/>
              </a:ext>
            </a:extLst>
          </p:cNvPr>
          <p:cNvSpPr>
            <a:spLocks noGrp="1"/>
          </p:cNvSpPr>
          <p:nvPr>
            <p:ph type="pic" sz="quarter" idx="13"/>
          </p:nvPr>
        </p:nvSpPr>
        <p:spPr>
          <a:xfrm>
            <a:off x="0" y="0"/>
            <a:ext cx="6096000" cy="6858000"/>
          </a:xfrm>
          <a:prstGeom prst="parallelogram">
            <a:avLst/>
          </a:prstGeom>
          <a:effectLst/>
        </p:spPr>
        <p:txBody>
          <a:bodyPr anchor="ctr"/>
          <a:lstStyle>
            <a:lvl1pPr marL="0" indent="0"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7C83D428-B974-43F4-9246-0A2EECA11A5B}"/>
              </a:ext>
            </a:extLst>
          </p:cNvPr>
          <p:cNvSpPr>
            <a:spLocks noGrp="1"/>
          </p:cNvSpPr>
          <p:nvPr>
            <p:ph type="title" hasCustomPrompt="1"/>
          </p:nvPr>
        </p:nvSpPr>
        <p:spPr>
          <a:xfrm>
            <a:off x="7068819" y="642927"/>
            <a:ext cx="4846320" cy="1435947"/>
          </a:xfrm>
        </p:spPr>
        <p:txBody>
          <a:bodyPr anchor="t">
            <a:noAutofit/>
          </a:bodyPr>
          <a:lstStyle>
            <a:lvl1pPr algn="l">
              <a:lnSpc>
                <a:spcPct val="150000"/>
              </a:lnSpc>
              <a:spcBef>
                <a:spcPts val="1000"/>
              </a:spcBef>
              <a:defRPr sz="5400" baseline="0"/>
            </a:lvl1pPr>
          </a:lstStyle>
          <a:p>
            <a:r>
              <a:rPr lang="en-US" dirty="0"/>
              <a:t>Title</a:t>
            </a:r>
          </a:p>
        </p:txBody>
      </p:sp>
      <p:sp>
        <p:nvSpPr>
          <p:cNvPr id="5" name="Footer Placeholder 4">
            <a:extLst>
              <a:ext uri="{FF2B5EF4-FFF2-40B4-BE49-F238E27FC236}">
                <a16:creationId xmlns:a16="http://schemas.microsoft.com/office/drawing/2014/main" id="{BC79732E-D749-40DD-8365-05028518765D}"/>
              </a:ext>
            </a:extLst>
          </p:cNvPr>
          <p:cNvSpPr>
            <a:spLocks noGrp="1"/>
          </p:cNvSpPr>
          <p:nvPr>
            <p:ph type="ftr" sz="quarter" idx="11"/>
          </p:nvPr>
        </p:nvSpPr>
        <p:spPr/>
        <p:txBody>
          <a:bodyPr/>
          <a:lstStyle/>
          <a:p>
            <a:r>
              <a:rPr lang="en-US" dirty="0"/>
              <a:t>Add a footer</a:t>
            </a:r>
          </a:p>
        </p:txBody>
      </p:sp>
      <p:sp>
        <p:nvSpPr>
          <p:cNvPr id="6" name="Slide Number Placeholder 5">
            <a:extLst>
              <a:ext uri="{FF2B5EF4-FFF2-40B4-BE49-F238E27FC236}">
                <a16:creationId xmlns:a16="http://schemas.microsoft.com/office/drawing/2014/main" id="{88F55E23-C4CC-4E9B-80F4-C4BEA6E2DD84}"/>
              </a:ext>
            </a:extLst>
          </p:cNvPr>
          <p:cNvSpPr>
            <a:spLocks noGrp="1"/>
          </p:cNvSpPr>
          <p:nvPr>
            <p:ph type="sldNum" sz="quarter" idx="12"/>
          </p:nvPr>
        </p:nvSpPr>
        <p:spPr/>
        <p:txBody>
          <a:bodyPr/>
          <a:lstStyle/>
          <a:p>
            <a:fld id="{8C2E478F-E849-4A8C-AF1F-CBCC78A7CBFA}" type="slidenum">
              <a:rPr lang="en-US" smtClean="0"/>
              <a:t>‹#›</a:t>
            </a:fld>
            <a:endParaRPr lang="en-US" dirty="0"/>
          </a:p>
        </p:txBody>
      </p:sp>
      <p:sp>
        <p:nvSpPr>
          <p:cNvPr id="13" name="Text Placeholder 12">
            <a:extLst>
              <a:ext uri="{FF2B5EF4-FFF2-40B4-BE49-F238E27FC236}">
                <a16:creationId xmlns:a16="http://schemas.microsoft.com/office/drawing/2014/main" id="{9D00A38D-CFE8-4333-B9D2-D3E7EACA4F0E}"/>
              </a:ext>
            </a:extLst>
          </p:cNvPr>
          <p:cNvSpPr>
            <a:spLocks noGrp="1"/>
          </p:cNvSpPr>
          <p:nvPr>
            <p:ph type="body" sz="quarter" idx="15" hasCustomPrompt="1"/>
          </p:nvPr>
        </p:nvSpPr>
        <p:spPr>
          <a:xfrm>
            <a:off x="7068820" y="2078875"/>
            <a:ext cx="4114800" cy="3798888"/>
          </a:xfrm>
        </p:spPr>
        <p:txBody>
          <a:bodyPr>
            <a:noAutofit/>
          </a:bodyPr>
          <a:lstStyle>
            <a:lvl1pPr marL="0" indent="0">
              <a:buNone/>
              <a:defRPr sz="1800" spc="300"/>
            </a:lvl1pPr>
          </a:lstStyle>
          <a:p>
            <a:pPr lvl="0"/>
            <a:r>
              <a:rPr lang="en-US" dirty="0"/>
              <a:t>CLICK TO EDIT MASTER TEXT STYLES</a:t>
            </a:r>
          </a:p>
        </p:txBody>
      </p:sp>
      <p:sp>
        <p:nvSpPr>
          <p:cNvPr id="3" name="Rectangle 2">
            <a:extLst>
              <a:ext uri="{FF2B5EF4-FFF2-40B4-BE49-F238E27FC236}">
                <a16:creationId xmlns:a16="http://schemas.microsoft.com/office/drawing/2014/main" id="{1AA8588E-221D-4931-A290-C5C4184435AD}"/>
              </a:ext>
              <a:ext uri="{C183D7F6-B498-43B3-948B-1728B52AA6E4}">
                <adec:decorative xmlns:adec="http://schemas.microsoft.com/office/drawing/2017/decorative" val="1"/>
              </a:ext>
            </a:extLst>
          </p:cNvPr>
          <p:cNvSpPr/>
          <p:nvPr userDrawn="1"/>
        </p:nvSpPr>
        <p:spPr>
          <a:xfrm>
            <a:off x="7068820" y="6303963"/>
            <a:ext cx="3014980" cy="554037"/>
          </a:xfrm>
          <a:prstGeom prst="rect">
            <a:avLst/>
          </a:prstGeom>
          <a:gradFill flip="none" rotWithShape="1">
            <a:gsLst>
              <a:gs pos="0">
                <a:schemeClr val="accent5"/>
              </a:gs>
              <a:gs pos="100000">
                <a:schemeClr val="accent2">
                  <a:lumMod val="97000"/>
                  <a:lumOff val="3000"/>
                </a:schemeClr>
              </a:gs>
              <a:gs pos="50000">
                <a:schemeClr val="accent1"/>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6291152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troduction">
    <p:spTree>
      <p:nvGrpSpPr>
        <p:cNvPr id="1" name=""/>
        <p:cNvGrpSpPr/>
        <p:nvPr/>
      </p:nvGrpSpPr>
      <p:grpSpPr>
        <a:xfrm>
          <a:off x="0" y="0"/>
          <a:ext cx="0" cy="0"/>
          <a:chOff x="0" y="0"/>
          <a:chExt cx="0" cy="0"/>
        </a:xfrm>
      </p:grpSpPr>
      <p:sp>
        <p:nvSpPr>
          <p:cNvPr id="20" name="Text Placeholder 19">
            <a:extLst>
              <a:ext uri="{FF2B5EF4-FFF2-40B4-BE49-F238E27FC236}">
                <a16:creationId xmlns:a16="http://schemas.microsoft.com/office/drawing/2014/main" id="{E5539E44-E270-49B4-8B0A-07870325AA91}"/>
              </a:ext>
            </a:extLst>
          </p:cNvPr>
          <p:cNvSpPr>
            <a:spLocks noGrp="1"/>
          </p:cNvSpPr>
          <p:nvPr>
            <p:ph type="body" sz="quarter" idx="16" hasCustomPrompt="1"/>
          </p:nvPr>
        </p:nvSpPr>
        <p:spPr>
          <a:xfrm>
            <a:off x="6225539" y="1546138"/>
            <a:ext cx="4023360" cy="464871"/>
          </a:xfrm>
          <a:gradFill flip="none" rotWithShape="1">
            <a:gsLst>
              <a:gs pos="0">
                <a:schemeClr val="accent5"/>
              </a:gs>
              <a:gs pos="100000">
                <a:schemeClr val="accent2">
                  <a:lumMod val="97000"/>
                  <a:lumOff val="3000"/>
                </a:schemeClr>
              </a:gs>
              <a:gs pos="50000">
                <a:schemeClr val="accent1"/>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lvl1pPr marL="0" indent="0" algn="ctr">
              <a:lnSpc>
                <a:spcPct val="100000"/>
              </a:lnSpc>
              <a:spcBef>
                <a:spcPts val="0"/>
              </a:spcBef>
              <a:buNone/>
              <a:defRPr lang="en-US" sz="1400" spc="300" baseline="0" dirty="0">
                <a:solidFill>
                  <a:schemeClr val="lt1"/>
                </a:solidFill>
              </a:defRPr>
            </a:lvl1pPr>
          </a:lstStyle>
          <a:p>
            <a:pPr marL="0" lvl="0" algn="ctr"/>
            <a:r>
              <a:rPr lang="en-US" dirty="0"/>
              <a:t>CLICK TO EDIT MASTER TEXT STYLES</a:t>
            </a:r>
          </a:p>
        </p:txBody>
      </p:sp>
      <p:sp>
        <p:nvSpPr>
          <p:cNvPr id="9" name="Picture Placeholder 8">
            <a:extLst>
              <a:ext uri="{FF2B5EF4-FFF2-40B4-BE49-F238E27FC236}">
                <a16:creationId xmlns:a16="http://schemas.microsoft.com/office/drawing/2014/main" id="{186FE9B2-6286-484B-8943-95EE0B6B0267}"/>
              </a:ext>
            </a:extLst>
          </p:cNvPr>
          <p:cNvSpPr>
            <a:spLocks noGrp="1"/>
          </p:cNvSpPr>
          <p:nvPr>
            <p:ph type="pic" sz="quarter" idx="14"/>
          </p:nvPr>
        </p:nvSpPr>
        <p:spPr>
          <a:xfrm>
            <a:off x="0" y="0"/>
            <a:ext cx="5416550" cy="6846932"/>
          </a:xfrm>
          <a:effectLst/>
        </p:spPr>
        <p:txBody>
          <a:bodyPr anchor="ctr"/>
          <a:lstStyle>
            <a:lvl1pPr marL="0" indent="0" algn="ctr">
              <a:buNone/>
              <a:defRPr/>
            </a:lvl1pPr>
          </a:lstStyle>
          <a:p>
            <a:r>
              <a:rPr lang="en-US"/>
              <a:t>Click icon to add picture</a:t>
            </a:r>
            <a:endParaRPr lang="en-US" dirty="0"/>
          </a:p>
        </p:txBody>
      </p:sp>
      <p:sp>
        <p:nvSpPr>
          <p:cNvPr id="11" name="Slide Number Placeholder 5">
            <a:extLst>
              <a:ext uri="{FF2B5EF4-FFF2-40B4-BE49-F238E27FC236}">
                <a16:creationId xmlns:a16="http://schemas.microsoft.com/office/drawing/2014/main" id="{7D4E8708-8565-4A5B-9D9E-1D4F40EAF909}"/>
              </a:ext>
            </a:extLst>
          </p:cNvPr>
          <p:cNvSpPr>
            <a:spLocks noGrp="1"/>
          </p:cNvSpPr>
          <p:nvPr>
            <p:ph type="sldNum" sz="quarter" idx="4"/>
          </p:nvPr>
        </p:nvSpPr>
        <p:spPr>
          <a:xfrm>
            <a:off x="11549269" y="6468303"/>
            <a:ext cx="443948"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2E478F-E849-4A8C-AF1F-CBCC78A7CBFA}" type="slidenum">
              <a:rPr lang="en-US" smtClean="0"/>
              <a:t>‹#›</a:t>
            </a:fld>
            <a:endParaRPr lang="en-US" dirty="0"/>
          </a:p>
        </p:txBody>
      </p:sp>
      <p:sp>
        <p:nvSpPr>
          <p:cNvPr id="16" name="Content Placeholder 8">
            <a:extLst>
              <a:ext uri="{FF2B5EF4-FFF2-40B4-BE49-F238E27FC236}">
                <a16:creationId xmlns:a16="http://schemas.microsoft.com/office/drawing/2014/main" id="{42436126-0370-4532-A8AD-D20897982AD2}"/>
              </a:ext>
            </a:extLst>
          </p:cNvPr>
          <p:cNvSpPr>
            <a:spLocks noGrp="1"/>
          </p:cNvSpPr>
          <p:nvPr>
            <p:ph idx="1" hasCustomPrompt="1"/>
          </p:nvPr>
        </p:nvSpPr>
        <p:spPr>
          <a:xfrm>
            <a:off x="6096000" y="2799617"/>
            <a:ext cx="4646246" cy="2218585"/>
          </a:xfrm>
        </p:spPr>
        <p:txBody>
          <a:bodyPr>
            <a:noAutofit/>
          </a:bodyPr>
          <a:lstStyle>
            <a:lvl1pPr>
              <a:defRPr/>
            </a:lvl1pPr>
          </a:lstStyle>
          <a:p>
            <a:pPr marL="0" indent="0">
              <a:lnSpc>
                <a:spcPct val="100000"/>
              </a:lnSpc>
              <a:buNone/>
            </a:pPr>
            <a:r>
              <a:rPr lang="en-US" sz="1600" dirty="0">
                <a:cs typeface="Biome Light" panose="020B0303030204020804" pitchFamily="34" charset="0"/>
              </a:rPr>
              <a:t>Click to edit master text style.</a:t>
            </a:r>
          </a:p>
          <a:p>
            <a:pPr marL="0" indent="0">
              <a:buNone/>
            </a:pPr>
            <a:endParaRPr lang="en-US" dirty="0"/>
          </a:p>
        </p:txBody>
      </p:sp>
      <p:sp>
        <p:nvSpPr>
          <p:cNvPr id="17" name="Slide Number Placeholder 70">
            <a:extLst>
              <a:ext uri="{FF2B5EF4-FFF2-40B4-BE49-F238E27FC236}">
                <a16:creationId xmlns:a16="http://schemas.microsoft.com/office/drawing/2014/main" id="{AEC105AD-E933-4969-B038-0ABD6F013167}"/>
              </a:ext>
            </a:extLst>
          </p:cNvPr>
          <p:cNvSpPr txBox="1">
            <a:spLocks/>
          </p:cNvSpPr>
          <p:nvPr userDrawn="1"/>
        </p:nvSpPr>
        <p:spPr>
          <a:xfrm>
            <a:off x="11549269" y="6468303"/>
            <a:ext cx="443948"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C2E478F-E849-4A8C-AF1F-CBCC78A7CBFA}" type="slidenum">
              <a:rPr lang="en-US" smtClean="0"/>
              <a:pPr/>
              <a:t>‹#›</a:t>
            </a:fld>
            <a:endParaRPr lang="en-US" dirty="0"/>
          </a:p>
        </p:txBody>
      </p:sp>
      <p:sp>
        <p:nvSpPr>
          <p:cNvPr id="2" name="Title 1">
            <a:extLst>
              <a:ext uri="{FF2B5EF4-FFF2-40B4-BE49-F238E27FC236}">
                <a16:creationId xmlns:a16="http://schemas.microsoft.com/office/drawing/2014/main" id="{3CB0E4A3-5566-43FE-A59F-2C4F4FE7F32A}"/>
              </a:ext>
            </a:extLst>
          </p:cNvPr>
          <p:cNvSpPr>
            <a:spLocks noGrp="1"/>
          </p:cNvSpPr>
          <p:nvPr>
            <p:ph type="title"/>
          </p:nvPr>
        </p:nvSpPr>
        <p:spPr>
          <a:xfrm>
            <a:off x="6095999" y="612037"/>
            <a:ext cx="5897218" cy="884238"/>
          </a:xfrm>
        </p:spPr>
        <p:txBody>
          <a:bodyPr lIns="91440" rIns="91440" anchor="t">
            <a:noAutofit/>
          </a:bodyPr>
          <a:lstStyle>
            <a:lvl1pPr algn="l">
              <a:lnSpc>
                <a:spcPct val="150000"/>
              </a:lnSpc>
              <a:spcBef>
                <a:spcPts val="1000"/>
              </a:spcBef>
              <a:defRPr sz="3200">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2478327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Break">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912AA41C-A030-4521-8130-6A8E4543F277}"/>
              </a:ext>
            </a:extLst>
          </p:cNvPr>
          <p:cNvSpPr>
            <a:spLocks noGrp="1"/>
          </p:cNvSpPr>
          <p:nvPr>
            <p:ph type="pic" sz="quarter" idx="13"/>
          </p:nvPr>
        </p:nvSpPr>
        <p:spPr>
          <a:xfrm>
            <a:off x="0" y="0"/>
            <a:ext cx="6096000" cy="6867922"/>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 name="connsiteX4" fmla="*/ 0 w 6096000"/>
              <a:gd name="connsiteY4" fmla="*/ 0 h 6858000"/>
              <a:gd name="connsiteX0" fmla="*/ 0 w 6096000"/>
              <a:gd name="connsiteY0" fmla="*/ 0 h 6858000"/>
              <a:gd name="connsiteX1" fmla="*/ 6096000 w 6096000"/>
              <a:gd name="connsiteY1" fmla="*/ 0 h 6858000"/>
              <a:gd name="connsiteX2" fmla="*/ 4242487 w 6096000"/>
              <a:gd name="connsiteY2" fmla="*/ 6833286 h 6858000"/>
              <a:gd name="connsiteX3" fmla="*/ 0 w 6096000"/>
              <a:gd name="connsiteY3" fmla="*/ 6858000 h 6858000"/>
              <a:gd name="connsiteX4" fmla="*/ 0 w 6096000"/>
              <a:gd name="connsiteY4" fmla="*/ 0 h 6858000"/>
              <a:gd name="connsiteX0" fmla="*/ 0 w 6096000"/>
              <a:gd name="connsiteY0" fmla="*/ 0 h 6867922"/>
              <a:gd name="connsiteX1" fmla="*/ 6096000 w 6096000"/>
              <a:gd name="connsiteY1" fmla="*/ 0 h 6867922"/>
              <a:gd name="connsiteX2" fmla="*/ 4228633 w 6096000"/>
              <a:gd name="connsiteY2" fmla="*/ 6867922 h 6867922"/>
              <a:gd name="connsiteX3" fmla="*/ 0 w 6096000"/>
              <a:gd name="connsiteY3" fmla="*/ 6858000 h 6867922"/>
              <a:gd name="connsiteX4" fmla="*/ 0 w 6096000"/>
              <a:gd name="connsiteY4" fmla="*/ 0 h 68679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6000" h="6867922">
                <a:moveTo>
                  <a:pt x="0" y="0"/>
                </a:moveTo>
                <a:lnTo>
                  <a:pt x="6096000" y="0"/>
                </a:lnTo>
                <a:lnTo>
                  <a:pt x="4228633" y="6867922"/>
                </a:lnTo>
                <a:lnTo>
                  <a:pt x="0" y="6858000"/>
                </a:lnTo>
                <a:lnTo>
                  <a:pt x="0" y="0"/>
                </a:lnTo>
                <a:close/>
              </a:path>
            </a:pathLst>
          </a:custGeom>
          <a:effectLst/>
        </p:spPr>
        <p:txBody>
          <a:bodyPr anchor="ctr"/>
          <a:lstStyle>
            <a:lvl1pPr marL="0" indent="0"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AABA725B-4BCB-1D48-9C5D-46706B18719E}"/>
              </a:ext>
            </a:extLst>
          </p:cNvPr>
          <p:cNvSpPr>
            <a:spLocks noGrp="1"/>
          </p:cNvSpPr>
          <p:nvPr>
            <p:ph type="title" hasCustomPrompt="1"/>
          </p:nvPr>
        </p:nvSpPr>
        <p:spPr>
          <a:xfrm>
            <a:off x="6096000" y="2262871"/>
            <a:ext cx="5251450" cy="1661297"/>
          </a:xfrm>
        </p:spPr>
        <p:txBody>
          <a:bodyPr anchor="b"/>
          <a:lstStyle>
            <a:lvl1pPr algn="l">
              <a:defRPr sz="6000" spc="300"/>
            </a:lvl1pPr>
          </a:lstStyle>
          <a:p>
            <a:r>
              <a:rPr lang="en-US" dirty="0"/>
              <a:t>CLICK TO EDIT MASTER TITLE</a:t>
            </a:r>
          </a:p>
        </p:txBody>
      </p:sp>
      <p:sp>
        <p:nvSpPr>
          <p:cNvPr id="3" name="Text Placeholder 2">
            <a:extLst>
              <a:ext uri="{FF2B5EF4-FFF2-40B4-BE49-F238E27FC236}">
                <a16:creationId xmlns:a16="http://schemas.microsoft.com/office/drawing/2014/main" id="{893C356F-E483-4AFD-856C-13BB8E8A5605}"/>
              </a:ext>
            </a:extLst>
          </p:cNvPr>
          <p:cNvSpPr>
            <a:spLocks noGrp="1"/>
          </p:cNvSpPr>
          <p:nvPr>
            <p:ph type="body" idx="1" hasCustomPrompt="1"/>
          </p:nvPr>
        </p:nvSpPr>
        <p:spPr>
          <a:xfrm>
            <a:off x="6096000" y="4378134"/>
            <a:ext cx="5251450" cy="365125"/>
          </a:xfrm>
          <a:gradFill flip="none" rotWithShape="1">
            <a:gsLst>
              <a:gs pos="0">
                <a:schemeClr val="accent5"/>
              </a:gs>
              <a:gs pos="100000">
                <a:schemeClr val="accent2">
                  <a:lumMod val="97000"/>
                  <a:lumOff val="3000"/>
                </a:schemeClr>
              </a:gs>
              <a:gs pos="50000">
                <a:schemeClr val="accent1"/>
              </a:gs>
            </a:gsLst>
            <a:lin ang="10800000" scaled="1"/>
            <a:tileRect/>
          </a:gradFill>
        </p:spPr>
        <p:txBody>
          <a:bodyPr anchor="ctr">
            <a:noAutofit/>
          </a:bodyPr>
          <a:lstStyle>
            <a:lvl1pPr marL="0" indent="0" algn="ctr">
              <a:lnSpc>
                <a:spcPct val="100000"/>
              </a:lnSpc>
              <a:buNone/>
              <a:defRPr sz="1400" cap="all" spc="600" baseline="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EDIT MASTER TEXT STYLES</a:t>
            </a:r>
          </a:p>
        </p:txBody>
      </p:sp>
      <p:sp>
        <p:nvSpPr>
          <p:cNvPr id="5" name="Footer Placeholder 4">
            <a:extLst>
              <a:ext uri="{FF2B5EF4-FFF2-40B4-BE49-F238E27FC236}">
                <a16:creationId xmlns:a16="http://schemas.microsoft.com/office/drawing/2014/main" id="{BC79732E-D749-40DD-8365-05028518765D}"/>
              </a:ext>
            </a:extLst>
          </p:cNvPr>
          <p:cNvSpPr>
            <a:spLocks noGrp="1"/>
          </p:cNvSpPr>
          <p:nvPr>
            <p:ph type="ftr" sz="quarter" idx="11"/>
          </p:nvPr>
        </p:nvSpPr>
        <p:spPr/>
        <p:txBody>
          <a:bodyPr/>
          <a:lstStyle/>
          <a:p>
            <a:r>
              <a:rPr lang="en-US" dirty="0"/>
              <a:t>Add a footer</a:t>
            </a:r>
          </a:p>
        </p:txBody>
      </p:sp>
      <p:sp>
        <p:nvSpPr>
          <p:cNvPr id="6" name="Slide Number Placeholder 5">
            <a:extLst>
              <a:ext uri="{FF2B5EF4-FFF2-40B4-BE49-F238E27FC236}">
                <a16:creationId xmlns:a16="http://schemas.microsoft.com/office/drawing/2014/main" id="{88F55E23-C4CC-4E9B-80F4-C4BEA6E2DD84}"/>
              </a:ext>
            </a:extLst>
          </p:cNvPr>
          <p:cNvSpPr>
            <a:spLocks noGrp="1"/>
          </p:cNvSpPr>
          <p:nvPr>
            <p:ph type="sldNum" sz="quarter" idx="12"/>
          </p:nvPr>
        </p:nvSpPr>
        <p:spPr/>
        <p:txBody>
          <a:bodyPr/>
          <a:lstStyle/>
          <a:p>
            <a:fld id="{8C2E478F-E849-4A8C-AF1F-CBCC78A7CBFA}" type="slidenum">
              <a:rPr lang="en-US" smtClean="0"/>
              <a:t>‹#›</a:t>
            </a:fld>
            <a:endParaRPr lang="en-US" dirty="0"/>
          </a:p>
        </p:txBody>
      </p:sp>
    </p:spTree>
    <p:extLst>
      <p:ext uri="{BB962C8B-B14F-4D97-AF65-F5344CB8AC3E}">
        <p14:creationId xmlns:p14="http://schemas.microsoft.com/office/powerpoint/2010/main" val="528901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eam">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4074E6-E39E-4D19-B91F-8E84F37CBF3C}"/>
              </a:ext>
            </a:extLst>
          </p:cNvPr>
          <p:cNvSpPr>
            <a:spLocks noGrp="1"/>
          </p:cNvSpPr>
          <p:nvPr>
            <p:ph type="title" hasCustomPrompt="1"/>
          </p:nvPr>
        </p:nvSpPr>
        <p:spPr>
          <a:xfrm>
            <a:off x="7792279" y="365125"/>
            <a:ext cx="4018722" cy="573989"/>
          </a:xfrm>
        </p:spPr>
        <p:txBody>
          <a:bodyPr lIns="0" rIns="0">
            <a:noAutofit/>
          </a:bodyPr>
          <a:lstStyle>
            <a:lvl1pPr algn="l">
              <a:defRPr sz="3200" spc="300"/>
            </a:lvl1pPr>
          </a:lstStyle>
          <a:p>
            <a:r>
              <a:rPr lang="en-US" dirty="0"/>
              <a:t>SLIDE TITLE HERE</a:t>
            </a:r>
          </a:p>
        </p:txBody>
      </p:sp>
      <p:sp>
        <p:nvSpPr>
          <p:cNvPr id="3" name="Content Placeholder 2">
            <a:extLst>
              <a:ext uri="{FF2B5EF4-FFF2-40B4-BE49-F238E27FC236}">
                <a16:creationId xmlns:a16="http://schemas.microsoft.com/office/drawing/2014/main" id="{607D1B16-7058-45AD-9B19-E19CAF96683B}"/>
              </a:ext>
            </a:extLst>
          </p:cNvPr>
          <p:cNvSpPr>
            <a:spLocks noGrp="1"/>
          </p:cNvSpPr>
          <p:nvPr>
            <p:ph idx="1"/>
          </p:nvPr>
        </p:nvSpPr>
        <p:spPr>
          <a:xfrm>
            <a:off x="7792279" y="1263841"/>
            <a:ext cx="4018722" cy="4636392"/>
          </a:xfrm>
        </p:spPr>
        <p:txBody>
          <a:bodyPr lIns="0" rIns="0">
            <a:noAutofit/>
          </a:bodyPr>
          <a:lstStyle>
            <a:lvl1pPr>
              <a:lnSpc>
                <a:spcPct val="150000"/>
              </a:lnSpc>
              <a:spcBef>
                <a:spcPts val="500"/>
              </a:spcBef>
              <a:defRPr sz="1600"/>
            </a:lvl1pPr>
            <a:lvl2pPr>
              <a:lnSpc>
                <a:spcPct val="150000"/>
              </a:lnSpc>
              <a:spcBef>
                <a:spcPts val="500"/>
              </a:spcBef>
              <a:defRPr sz="1400"/>
            </a:lvl2pPr>
            <a:lvl3pPr>
              <a:lnSpc>
                <a:spcPct val="150000"/>
              </a:lnSpc>
              <a:spcBef>
                <a:spcPts val="500"/>
              </a:spcBef>
              <a:defRPr sz="1400"/>
            </a:lvl3pPr>
            <a:lvl4pPr>
              <a:lnSpc>
                <a:spcPct val="150000"/>
              </a:lnSpc>
              <a:spcBef>
                <a:spcPts val="500"/>
              </a:spcBef>
              <a:defRPr sz="1200"/>
            </a:lvl4pPr>
            <a:lvl5pPr>
              <a:lnSpc>
                <a:spcPct val="150000"/>
              </a:lnSpc>
              <a:spcBef>
                <a:spcPts val="500"/>
              </a:spcBef>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9" name="Slide Number Placeholder 5">
            <a:extLst>
              <a:ext uri="{FF2B5EF4-FFF2-40B4-BE49-F238E27FC236}">
                <a16:creationId xmlns:a16="http://schemas.microsoft.com/office/drawing/2014/main" id="{3DEB48E0-328C-45EE-A8BD-90E6AB261082}"/>
              </a:ext>
            </a:extLst>
          </p:cNvPr>
          <p:cNvSpPr>
            <a:spLocks noGrp="1"/>
          </p:cNvSpPr>
          <p:nvPr>
            <p:ph type="sldNum" sz="quarter" idx="4"/>
          </p:nvPr>
        </p:nvSpPr>
        <p:spPr>
          <a:xfrm>
            <a:off x="11549269" y="6468303"/>
            <a:ext cx="443948" cy="365125"/>
          </a:xfrm>
          <a:prstGeom prst="rect">
            <a:avLst/>
          </a:prstGeom>
        </p:spPr>
        <p:txBody>
          <a:bodyPr vert="horz" lIns="91440" tIns="45720" rIns="91440" bIns="45720" rtlCol="0" anchor="ctr">
            <a:noAutofit/>
          </a:bodyPr>
          <a:lstStyle>
            <a:lvl1pPr algn="r">
              <a:defRPr sz="1200">
                <a:solidFill>
                  <a:schemeClr val="tx1">
                    <a:tint val="75000"/>
                  </a:schemeClr>
                </a:solidFill>
              </a:defRPr>
            </a:lvl1pPr>
          </a:lstStyle>
          <a:p>
            <a:fld id="{8C2E478F-E849-4A8C-AF1F-CBCC78A7CBFA}" type="slidenum">
              <a:rPr lang="en-US" smtClean="0"/>
              <a:t>‹#›</a:t>
            </a:fld>
            <a:endParaRPr lang="en-US" dirty="0"/>
          </a:p>
        </p:txBody>
      </p:sp>
      <p:sp>
        <p:nvSpPr>
          <p:cNvPr id="5" name="Picture Placeholder 4">
            <a:extLst>
              <a:ext uri="{FF2B5EF4-FFF2-40B4-BE49-F238E27FC236}">
                <a16:creationId xmlns:a16="http://schemas.microsoft.com/office/drawing/2014/main" id="{D7CA175D-816E-4F70-96CC-8A1FD0EB16CE}"/>
              </a:ext>
            </a:extLst>
          </p:cNvPr>
          <p:cNvSpPr>
            <a:spLocks noGrp="1"/>
          </p:cNvSpPr>
          <p:nvPr>
            <p:ph type="pic" sz="quarter" idx="14"/>
          </p:nvPr>
        </p:nvSpPr>
        <p:spPr>
          <a:xfrm>
            <a:off x="736600" y="365125"/>
            <a:ext cx="2997200" cy="1781979"/>
          </a:xfrm>
        </p:spPr>
        <p:txBody>
          <a:bodyPr>
            <a:noAutofit/>
          </a:bodyPr>
          <a:lstStyle/>
          <a:p>
            <a:r>
              <a:rPr lang="en-US"/>
              <a:t>Click icon to add picture</a:t>
            </a:r>
            <a:endParaRPr lang="en-US" dirty="0"/>
          </a:p>
        </p:txBody>
      </p:sp>
      <p:sp>
        <p:nvSpPr>
          <p:cNvPr id="9" name="Picture Placeholder 4">
            <a:extLst>
              <a:ext uri="{FF2B5EF4-FFF2-40B4-BE49-F238E27FC236}">
                <a16:creationId xmlns:a16="http://schemas.microsoft.com/office/drawing/2014/main" id="{323519C8-24DE-471D-85A9-7A8AFACEC456}"/>
              </a:ext>
            </a:extLst>
          </p:cNvPr>
          <p:cNvSpPr>
            <a:spLocks noGrp="1"/>
          </p:cNvSpPr>
          <p:nvPr>
            <p:ph type="pic" sz="quarter" idx="15"/>
          </p:nvPr>
        </p:nvSpPr>
        <p:spPr>
          <a:xfrm>
            <a:off x="4051300" y="365125"/>
            <a:ext cx="2997200" cy="1781979"/>
          </a:xfrm>
        </p:spPr>
        <p:txBody>
          <a:bodyPr>
            <a:noAutofit/>
          </a:bodyPr>
          <a:lstStyle/>
          <a:p>
            <a:r>
              <a:rPr lang="en-US"/>
              <a:t>Click icon to add picture</a:t>
            </a:r>
            <a:endParaRPr lang="en-US" dirty="0"/>
          </a:p>
        </p:txBody>
      </p:sp>
      <p:sp>
        <p:nvSpPr>
          <p:cNvPr id="10" name="Picture Placeholder 4">
            <a:extLst>
              <a:ext uri="{FF2B5EF4-FFF2-40B4-BE49-F238E27FC236}">
                <a16:creationId xmlns:a16="http://schemas.microsoft.com/office/drawing/2014/main" id="{547F0F1E-7AF5-4B76-928C-7B28010C4F93}"/>
              </a:ext>
            </a:extLst>
          </p:cNvPr>
          <p:cNvSpPr>
            <a:spLocks noGrp="1"/>
          </p:cNvSpPr>
          <p:nvPr>
            <p:ph type="pic" sz="quarter" idx="16"/>
          </p:nvPr>
        </p:nvSpPr>
        <p:spPr>
          <a:xfrm>
            <a:off x="736600" y="2422525"/>
            <a:ext cx="2997200" cy="1781979"/>
          </a:xfrm>
        </p:spPr>
        <p:txBody>
          <a:bodyPr>
            <a:noAutofit/>
          </a:bodyPr>
          <a:lstStyle/>
          <a:p>
            <a:r>
              <a:rPr lang="en-US"/>
              <a:t>Click icon to add picture</a:t>
            </a:r>
            <a:endParaRPr lang="en-US" dirty="0"/>
          </a:p>
        </p:txBody>
      </p:sp>
      <p:sp>
        <p:nvSpPr>
          <p:cNvPr id="11" name="Picture Placeholder 4">
            <a:extLst>
              <a:ext uri="{FF2B5EF4-FFF2-40B4-BE49-F238E27FC236}">
                <a16:creationId xmlns:a16="http://schemas.microsoft.com/office/drawing/2014/main" id="{063D0E8E-9491-4AF0-918D-A0B782C5FD68}"/>
              </a:ext>
            </a:extLst>
          </p:cNvPr>
          <p:cNvSpPr>
            <a:spLocks noGrp="1"/>
          </p:cNvSpPr>
          <p:nvPr>
            <p:ph type="pic" sz="quarter" idx="17"/>
          </p:nvPr>
        </p:nvSpPr>
        <p:spPr>
          <a:xfrm>
            <a:off x="4051300" y="2422525"/>
            <a:ext cx="2997200" cy="1781979"/>
          </a:xfrm>
        </p:spPr>
        <p:txBody>
          <a:bodyPr>
            <a:noAutofit/>
          </a:bodyPr>
          <a:lstStyle/>
          <a:p>
            <a:r>
              <a:rPr lang="en-US"/>
              <a:t>Click icon to add picture</a:t>
            </a:r>
            <a:endParaRPr lang="en-US" dirty="0"/>
          </a:p>
        </p:txBody>
      </p:sp>
      <p:sp>
        <p:nvSpPr>
          <p:cNvPr id="12" name="Picture Placeholder 4">
            <a:extLst>
              <a:ext uri="{FF2B5EF4-FFF2-40B4-BE49-F238E27FC236}">
                <a16:creationId xmlns:a16="http://schemas.microsoft.com/office/drawing/2014/main" id="{042F54CB-9200-4D74-968A-0A3E5871D9E5}"/>
              </a:ext>
            </a:extLst>
          </p:cNvPr>
          <p:cNvSpPr>
            <a:spLocks noGrp="1"/>
          </p:cNvSpPr>
          <p:nvPr>
            <p:ph type="pic" sz="quarter" idx="18"/>
          </p:nvPr>
        </p:nvSpPr>
        <p:spPr>
          <a:xfrm>
            <a:off x="736600" y="4479925"/>
            <a:ext cx="2997200" cy="1781979"/>
          </a:xfrm>
        </p:spPr>
        <p:txBody>
          <a:bodyPr>
            <a:noAutofit/>
          </a:bodyPr>
          <a:lstStyle/>
          <a:p>
            <a:r>
              <a:rPr lang="en-US"/>
              <a:t>Click icon to add picture</a:t>
            </a:r>
            <a:endParaRPr lang="en-US" dirty="0"/>
          </a:p>
        </p:txBody>
      </p:sp>
      <p:sp>
        <p:nvSpPr>
          <p:cNvPr id="13" name="Picture Placeholder 4">
            <a:extLst>
              <a:ext uri="{FF2B5EF4-FFF2-40B4-BE49-F238E27FC236}">
                <a16:creationId xmlns:a16="http://schemas.microsoft.com/office/drawing/2014/main" id="{1D925119-27E3-496E-86BC-23416F94FB61}"/>
              </a:ext>
            </a:extLst>
          </p:cNvPr>
          <p:cNvSpPr>
            <a:spLocks noGrp="1"/>
          </p:cNvSpPr>
          <p:nvPr>
            <p:ph type="pic" sz="quarter" idx="19"/>
          </p:nvPr>
        </p:nvSpPr>
        <p:spPr>
          <a:xfrm>
            <a:off x="4051300" y="4479925"/>
            <a:ext cx="2997200" cy="1781979"/>
          </a:xfrm>
        </p:spPr>
        <p:txBody>
          <a:bodyPr>
            <a:noAutofit/>
          </a:bodyPr>
          <a:lstStyle/>
          <a:p>
            <a:r>
              <a:rPr lang="en-US"/>
              <a:t>Click icon to add picture</a:t>
            </a:r>
            <a:endParaRPr lang="en-US" dirty="0"/>
          </a:p>
        </p:txBody>
      </p:sp>
      <p:sp>
        <p:nvSpPr>
          <p:cNvPr id="4" name="Rectangle 3">
            <a:extLst>
              <a:ext uri="{FF2B5EF4-FFF2-40B4-BE49-F238E27FC236}">
                <a16:creationId xmlns:a16="http://schemas.microsoft.com/office/drawing/2014/main" id="{9DF93AF7-D4DC-42B5-8A4F-B5F3ABBB031F}"/>
              </a:ext>
              <a:ext uri="{C183D7F6-B498-43B3-948B-1728B52AA6E4}">
                <adec:decorative xmlns:adec="http://schemas.microsoft.com/office/drawing/2017/decorative" val="1"/>
              </a:ext>
            </a:extLst>
          </p:cNvPr>
          <p:cNvSpPr/>
          <p:nvPr userDrawn="1"/>
        </p:nvSpPr>
        <p:spPr>
          <a:xfrm>
            <a:off x="7781678" y="6303963"/>
            <a:ext cx="3014980" cy="554037"/>
          </a:xfrm>
          <a:prstGeom prst="rect">
            <a:avLst/>
          </a:prstGeom>
          <a:gradFill flip="none" rotWithShape="1">
            <a:gsLst>
              <a:gs pos="0">
                <a:schemeClr val="accent5"/>
              </a:gs>
              <a:gs pos="100000">
                <a:schemeClr val="accent2">
                  <a:lumMod val="97000"/>
                  <a:lumOff val="3000"/>
                </a:schemeClr>
              </a:gs>
              <a:gs pos="50000">
                <a:schemeClr val="accent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Tree>
    <p:extLst>
      <p:ext uri="{BB962C8B-B14F-4D97-AF65-F5344CB8AC3E}">
        <p14:creationId xmlns:p14="http://schemas.microsoft.com/office/powerpoint/2010/main" val="175396809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hart and Tab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345D17-D652-4766-B11C-2E8D8390D957}"/>
              </a:ext>
            </a:extLst>
          </p:cNvPr>
          <p:cNvSpPr>
            <a:spLocks noGrp="1"/>
          </p:cNvSpPr>
          <p:nvPr>
            <p:ph type="title"/>
          </p:nvPr>
        </p:nvSpPr>
        <p:spPr>
          <a:xfrm>
            <a:off x="594519" y="767791"/>
            <a:ext cx="11002962" cy="823913"/>
          </a:xfrm>
        </p:spPr>
        <p:txBody>
          <a:bodyPr>
            <a:noAutofit/>
          </a:bodyPr>
          <a:lstStyle>
            <a:lvl1pPr>
              <a:defRPr sz="4800" spc="300"/>
            </a:lvl1pPr>
          </a:lstStyle>
          <a:p>
            <a:r>
              <a:rPr lang="en-US"/>
              <a:t>Click to edit Master title style</a:t>
            </a:r>
            <a:endParaRPr lang="en-US" dirty="0"/>
          </a:p>
        </p:txBody>
      </p:sp>
      <p:sp>
        <p:nvSpPr>
          <p:cNvPr id="3" name="Footer Placeholder 2">
            <a:extLst>
              <a:ext uri="{FF2B5EF4-FFF2-40B4-BE49-F238E27FC236}">
                <a16:creationId xmlns:a16="http://schemas.microsoft.com/office/drawing/2014/main" id="{6BC7A58C-70BA-43E5-BD90-83ADB63B0C00}"/>
              </a:ext>
            </a:extLst>
          </p:cNvPr>
          <p:cNvSpPr>
            <a:spLocks noGrp="1"/>
          </p:cNvSpPr>
          <p:nvPr>
            <p:ph type="ftr" sz="quarter" idx="10"/>
          </p:nvPr>
        </p:nvSpPr>
        <p:spPr/>
        <p:txBody>
          <a:bodyPr/>
          <a:lstStyle/>
          <a:p>
            <a:r>
              <a:rPr lang="en-US" dirty="0"/>
              <a:t>Add a footer</a:t>
            </a:r>
          </a:p>
        </p:txBody>
      </p:sp>
      <p:sp>
        <p:nvSpPr>
          <p:cNvPr id="4" name="Slide Number Placeholder 3">
            <a:extLst>
              <a:ext uri="{FF2B5EF4-FFF2-40B4-BE49-F238E27FC236}">
                <a16:creationId xmlns:a16="http://schemas.microsoft.com/office/drawing/2014/main" id="{0F8A60B7-2499-42C6-8A74-ACDAE245746D}"/>
              </a:ext>
            </a:extLst>
          </p:cNvPr>
          <p:cNvSpPr>
            <a:spLocks noGrp="1"/>
          </p:cNvSpPr>
          <p:nvPr>
            <p:ph type="sldNum" sz="quarter" idx="11"/>
          </p:nvPr>
        </p:nvSpPr>
        <p:spPr/>
        <p:txBody>
          <a:bodyPr/>
          <a:lstStyle/>
          <a:p>
            <a:fld id="{8C2E478F-E849-4A8C-AF1F-CBCC78A7CBFA}" type="slidenum">
              <a:rPr lang="en-US" smtClean="0"/>
              <a:t>‹#›</a:t>
            </a:fld>
            <a:endParaRPr lang="en-US" dirty="0"/>
          </a:p>
        </p:txBody>
      </p:sp>
    </p:spTree>
    <p:extLst>
      <p:ext uri="{BB962C8B-B14F-4D97-AF65-F5344CB8AC3E}">
        <p14:creationId xmlns:p14="http://schemas.microsoft.com/office/powerpoint/2010/main" val="34526340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Quote">
    <p:bg>
      <p:bgRef idx="1001">
        <a:schemeClr val="bg1"/>
      </p:bgRef>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DE635FD8-712D-4EE2-A5B6-3DD8DE9C25E9}"/>
              </a:ext>
            </a:extLst>
          </p:cNvPr>
          <p:cNvSpPr>
            <a:spLocks noGrp="1"/>
          </p:cNvSpPr>
          <p:nvPr>
            <p:ph type="pic" sz="quarter" idx="10"/>
          </p:nvPr>
        </p:nvSpPr>
        <p:spPr>
          <a:xfrm>
            <a:off x="0" y="0"/>
            <a:ext cx="12192000" cy="6858000"/>
          </a:xfrm>
        </p:spPr>
        <p:txBody>
          <a:bodyPr anchor="ctr"/>
          <a:lstStyle>
            <a:lvl1pPr marL="0" indent="0"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C179BAC-E989-4203-B9B4-66280365481B}"/>
              </a:ext>
            </a:extLst>
          </p:cNvPr>
          <p:cNvSpPr>
            <a:spLocks noGrp="1"/>
          </p:cNvSpPr>
          <p:nvPr>
            <p:ph type="title"/>
          </p:nvPr>
        </p:nvSpPr>
        <p:spPr>
          <a:xfrm>
            <a:off x="4038600" y="4607137"/>
            <a:ext cx="4114800" cy="421480"/>
          </a:xfrm>
          <a:gradFill flip="none" rotWithShape="1">
            <a:gsLst>
              <a:gs pos="0">
                <a:schemeClr val="accent5"/>
              </a:gs>
              <a:gs pos="100000">
                <a:schemeClr val="accent2">
                  <a:lumMod val="97000"/>
                  <a:lumOff val="3000"/>
                </a:schemeClr>
              </a:gs>
              <a:gs pos="50000">
                <a:schemeClr val="accent1"/>
              </a:gs>
            </a:gsLst>
            <a:lin ang="10800000" scaled="1"/>
            <a:tileRect/>
          </a:gradFill>
        </p:spPr>
        <p:txBody>
          <a:bodyPr>
            <a:noAutofit/>
          </a:bodyPr>
          <a:lstStyle>
            <a:lvl1pPr>
              <a:defRPr sz="1400" spc="300" baseline="0">
                <a:latin typeface="+mn-lt"/>
              </a:defRPr>
            </a:lvl1pPr>
          </a:lstStyle>
          <a:p>
            <a:r>
              <a:rPr lang="en-US"/>
              <a:t>Click to edit Master title style</a:t>
            </a:r>
            <a:endParaRPr lang="en-US" dirty="0"/>
          </a:p>
        </p:txBody>
      </p:sp>
      <p:sp>
        <p:nvSpPr>
          <p:cNvPr id="7" name="Text Placeholder 6">
            <a:extLst>
              <a:ext uri="{FF2B5EF4-FFF2-40B4-BE49-F238E27FC236}">
                <a16:creationId xmlns:a16="http://schemas.microsoft.com/office/drawing/2014/main" id="{60CCC81E-A013-4315-AD13-97BA3AA95596}"/>
              </a:ext>
            </a:extLst>
          </p:cNvPr>
          <p:cNvSpPr>
            <a:spLocks noGrp="1"/>
          </p:cNvSpPr>
          <p:nvPr>
            <p:ph type="body" sz="quarter" idx="11" hasCustomPrompt="1"/>
          </p:nvPr>
        </p:nvSpPr>
        <p:spPr>
          <a:xfrm>
            <a:off x="1478756" y="1569719"/>
            <a:ext cx="9234488" cy="2651443"/>
          </a:xfrm>
        </p:spPr>
        <p:txBody>
          <a:bodyPr>
            <a:noAutofit/>
          </a:bodyPr>
          <a:lstStyle>
            <a:lvl1pPr marL="0" indent="0" algn="ctr">
              <a:buNone/>
              <a:defRPr sz="3200"/>
            </a:lvl1pPr>
          </a:lstStyle>
          <a:p>
            <a:pPr lvl="0"/>
            <a:r>
              <a:rPr lang="en-US" dirty="0"/>
              <a:t>CLICK TO EDIT MASTER TEXT STYLES</a:t>
            </a:r>
          </a:p>
        </p:txBody>
      </p:sp>
    </p:spTree>
    <p:extLst>
      <p:ext uri="{BB962C8B-B14F-4D97-AF65-F5344CB8AC3E}">
        <p14:creationId xmlns:p14="http://schemas.microsoft.com/office/powerpoint/2010/main" val="79555376"/>
      </p:ext>
    </p:extLst>
  </p:cSld>
  <p:clrMapOvr>
    <a:overrideClrMapping bg1="dk1" tx1="lt1" bg2="dk2" tx2="lt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2 Column">
    <p:spTree>
      <p:nvGrpSpPr>
        <p:cNvPr id="1" name=""/>
        <p:cNvGrpSpPr/>
        <p:nvPr/>
      </p:nvGrpSpPr>
      <p:grpSpPr>
        <a:xfrm>
          <a:off x="0" y="0"/>
          <a:ext cx="0" cy="0"/>
          <a:chOff x="0" y="0"/>
          <a:chExt cx="0" cy="0"/>
        </a:xfrm>
      </p:grpSpPr>
      <p:sp>
        <p:nvSpPr>
          <p:cNvPr id="17" name="Title 2">
            <a:extLst>
              <a:ext uri="{FF2B5EF4-FFF2-40B4-BE49-F238E27FC236}">
                <a16:creationId xmlns:a16="http://schemas.microsoft.com/office/drawing/2014/main" id="{0EF11611-8537-47CC-87AC-2E25428B72BA}"/>
              </a:ext>
            </a:extLst>
          </p:cNvPr>
          <p:cNvSpPr>
            <a:spLocks noGrp="1"/>
          </p:cNvSpPr>
          <p:nvPr>
            <p:ph type="title"/>
          </p:nvPr>
        </p:nvSpPr>
        <p:spPr>
          <a:xfrm>
            <a:off x="594519" y="1"/>
            <a:ext cx="11002962" cy="1623218"/>
          </a:xfrm>
        </p:spPr>
        <p:txBody>
          <a:bodyPr anchor="ctr">
            <a:noAutofit/>
          </a:bodyPr>
          <a:lstStyle/>
          <a:p>
            <a:pPr algn="ctr"/>
            <a:r>
              <a:rPr lang="en-US" sz="4800"/>
              <a:t>Click to edit Master title style</a:t>
            </a:r>
            <a:endParaRPr lang="en-US" sz="4800" dirty="0"/>
          </a:p>
        </p:txBody>
      </p:sp>
      <p:sp>
        <p:nvSpPr>
          <p:cNvPr id="19" name="Picture Placeholder 17">
            <a:extLst>
              <a:ext uri="{FF2B5EF4-FFF2-40B4-BE49-F238E27FC236}">
                <a16:creationId xmlns:a16="http://schemas.microsoft.com/office/drawing/2014/main" id="{D1A63A52-1E65-414B-BBC3-D31F515791AC}"/>
              </a:ext>
            </a:extLst>
          </p:cNvPr>
          <p:cNvSpPr>
            <a:spLocks noGrp="1"/>
          </p:cNvSpPr>
          <p:nvPr>
            <p:ph type="pic" sz="quarter" idx="11"/>
          </p:nvPr>
        </p:nvSpPr>
        <p:spPr>
          <a:xfrm>
            <a:off x="6578601" y="1638300"/>
            <a:ext cx="5156200" cy="1892300"/>
          </a:xfrm>
        </p:spPr>
        <p:txBody>
          <a:bodyPr>
            <a:noAutofit/>
          </a:bodyPr>
          <a:lstStyle/>
          <a:p>
            <a:r>
              <a:rPr lang="en-US"/>
              <a:t>Click icon to add picture</a:t>
            </a:r>
            <a:endParaRPr lang="en-US" dirty="0"/>
          </a:p>
        </p:txBody>
      </p:sp>
      <p:sp>
        <p:nvSpPr>
          <p:cNvPr id="18" name="Picture Placeholder 17">
            <a:extLst>
              <a:ext uri="{FF2B5EF4-FFF2-40B4-BE49-F238E27FC236}">
                <a16:creationId xmlns:a16="http://schemas.microsoft.com/office/drawing/2014/main" id="{ED7E0E1A-1E64-4A9A-9C8B-69486BD1123B}"/>
              </a:ext>
            </a:extLst>
          </p:cNvPr>
          <p:cNvSpPr>
            <a:spLocks noGrp="1"/>
          </p:cNvSpPr>
          <p:nvPr>
            <p:ph type="pic" sz="quarter" idx="10"/>
          </p:nvPr>
        </p:nvSpPr>
        <p:spPr>
          <a:xfrm>
            <a:off x="469900" y="1638300"/>
            <a:ext cx="5156200" cy="1892300"/>
          </a:xfrm>
        </p:spPr>
        <p:txBody>
          <a:bodyPr>
            <a:noAutofit/>
          </a:bodyPr>
          <a:lstStyle/>
          <a:p>
            <a:r>
              <a:rPr lang="en-US"/>
              <a:t>Click icon to add picture</a:t>
            </a:r>
            <a:endParaRPr lang="en-US" dirty="0"/>
          </a:p>
        </p:txBody>
      </p:sp>
      <p:sp>
        <p:nvSpPr>
          <p:cNvPr id="10" name="Text Placeholder 3">
            <a:extLst>
              <a:ext uri="{FF2B5EF4-FFF2-40B4-BE49-F238E27FC236}">
                <a16:creationId xmlns:a16="http://schemas.microsoft.com/office/drawing/2014/main" id="{1E462965-19D7-4A65-B394-9AE76A5B4805}"/>
              </a:ext>
            </a:extLst>
          </p:cNvPr>
          <p:cNvSpPr>
            <a:spLocks noGrp="1"/>
          </p:cNvSpPr>
          <p:nvPr>
            <p:ph type="body" idx="1"/>
          </p:nvPr>
        </p:nvSpPr>
        <p:spPr>
          <a:xfrm>
            <a:off x="469107" y="3864355"/>
            <a:ext cx="5157787" cy="494506"/>
          </a:xfrm>
        </p:spPr>
        <p:txBody>
          <a:bodyPr>
            <a:noAutofit/>
          </a:bodyPr>
          <a:lstStyle>
            <a:lvl1pPr marL="0" indent="0">
              <a:buNone/>
              <a:defRPr sz="2400"/>
            </a:lvl1pPr>
          </a:lstStyle>
          <a:p>
            <a:pPr lvl="0"/>
            <a:r>
              <a:rPr lang="en-US" spc="300">
                <a:solidFill>
                  <a:schemeClr val="tx1"/>
                </a:solidFill>
              </a:rPr>
              <a:t>Click to edit Master text styles</a:t>
            </a:r>
          </a:p>
        </p:txBody>
      </p:sp>
      <p:sp>
        <p:nvSpPr>
          <p:cNvPr id="11" name="Content Placeholder 4">
            <a:extLst>
              <a:ext uri="{FF2B5EF4-FFF2-40B4-BE49-F238E27FC236}">
                <a16:creationId xmlns:a16="http://schemas.microsoft.com/office/drawing/2014/main" id="{FAEC14D1-0BEA-4D9A-9D96-A56B6A9B07AC}"/>
              </a:ext>
            </a:extLst>
          </p:cNvPr>
          <p:cNvSpPr>
            <a:spLocks noGrp="1"/>
          </p:cNvSpPr>
          <p:nvPr>
            <p:ph sz="half" idx="2"/>
          </p:nvPr>
        </p:nvSpPr>
        <p:spPr>
          <a:xfrm>
            <a:off x="469107" y="4531139"/>
            <a:ext cx="5157787" cy="2039144"/>
          </a:xfrm>
        </p:spPr>
        <p:txBody>
          <a:bodyPr>
            <a:noAutofit/>
          </a:bodyPr>
          <a:lstStyle/>
          <a:p>
            <a:pPr lvl="0">
              <a:lnSpc>
                <a:spcPct val="100000"/>
              </a:lnSpc>
              <a:buFont typeface="Wingdings" panose="05000000000000000000" pitchFamily="2" charset="2"/>
              <a:buChar char="§"/>
            </a:pPr>
            <a:r>
              <a:rPr lang="en-US" sz="1400">
                <a:solidFill>
                  <a:schemeClr val="tx1"/>
                </a:solidFill>
              </a:rPr>
              <a:t>Click to edit Master text styles</a:t>
            </a:r>
          </a:p>
        </p:txBody>
      </p:sp>
      <p:sp>
        <p:nvSpPr>
          <p:cNvPr id="12" name="Text Placeholder 5">
            <a:extLst>
              <a:ext uri="{FF2B5EF4-FFF2-40B4-BE49-F238E27FC236}">
                <a16:creationId xmlns:a16="http://schemas.microsoft.com/office/drawing/2014/main" id="{1507BB47-1AB4-42F2-99FF-453A0622B815}"/>
              </a:ext>
            </a:extLst>
          </p:cNvPr>
          <p:cNvSpPr>
            <a:spLocks noGrp="1"/>
          </p:cNvSpPr>
          <p:nvPr>
            <p:ph type="body" sz="quarter" idx="3"/>
          </p:nvPr>
        </p:nvSpPr>
        <p:spPr>
          <a:xfrm>
            <a:off x="6565107" y="3864355"/>
            <a:ext cx="5183188" cy="494506"/>
          </a:xfrm>
        </p:spPr>
        <p:txBody>
          <a:bodyPr>
            <a:noAutofit/>
          </a:bodyPr>
          <a:lstStyle>
            <a:lvl1pPr marL="0" indent="0">
              <a:buNone/>
              <a:defRPr sz="2400"/>
            </a:lvl1pPr>
          </a:lstStyle>
          <a:p>
            <a:pPr lvl="0"/>
            <a:r>
              <a:rPr lang="en-US" spc="300">
                <a:solidFill>
                  <a:schemeClr val="tx1"/>
                </a:solidFill>
              </a:rPr>
              <a:t>Click to edit Master text styles</a:t>
            </a:r>
          </a:p>
        </p:txBody>
      </p:sp>
      <p:sp>
        <p:nvSpPr>
          <p:cNvPr id="14" name="Content Placeholder 6">
            <a:extLst>
              <a:ext uri="{FF2B5EF4-FFF2-40B4-BE49-F238E27FC236}">
                <a16:creationId xmlns:a16="http://schemas.microsoft.com/office/drawing/2014/main" id="{438D6EEA-A0DB-4B5F-8F41-A9C1F2C094C0}"/>
              </a:ext>
            </a:extLst>
          </p:cNvPr>
          <p:cNvSpPr>
            <a:spLocks noGrp="1"/>
          </p:cNvSpPr>
          <p:nvPr>
            <p:ph sz="quarter" idx="4"/>
          </p:nvPr>
        </p:nvSpPr>
        <p:spPr>
          <a:xfrm>
            <a:off x="6565107" y="4531139"/>
            <a:ext cx="5183188" cy="2039144"/>
          </a:xfrm>
        </p:spPr>
        <p:txBody>
          <a:bodyPr>
            <a:noAutofit/>
          </a:bodyPr>
          <a:lstStyle/>
          <a:p>
            <a:pPr lvl="0">
              <a:lnSpc>
                <a:spcPct val="100000"/>
              </a:lnSpc>
              <a:buFont typeface="Wingdings" panose="05000000000000000000" pitchFamily="2" charset="2"/>
              <a:buChar char="§"/>
            </a:pPr>
            <a:r>
              <a:rPr lang="en-US" sz="1400">
                <a:solidFill>
                  <a:schemeClr val="tx1"/>
                </a:solidFill>
              </a:rPr>
              <a:t>Click to edit Master text styles</a:t>
            </a:r>
          </a:p>
        </p:txBody>
      </p:sp>
      <p:sp>
        <p:nvSpPr>
          <p:cNvPr id="20" name="Slide Number Placeholder 5">
            <a:extLst>
              <a:ext uri="{FF2B5EF4-FFF2-40B4-BE49-F238E27FC236}">
                <a16:creationId xmlns:a16="http://schemas.microsoft.com/office/drawing/2014/main" id="{A4909F59-7529-454A-A1EF-3CC1EADEFC1F}"/>
              </a:ext>
            </a:extLst>
          </p:cNvPr>
          <p:cNvSpPr>
            <a:spLocks noGrp="1"/>
          </p:cNvSpPr>
          <p:nvPr>
            <p:ph type="sldNum" sz="quarter" idx="12"/>
          </p:nvPr>
        </p:nvSpPr>
        <p:spPr>
          <a:xfrm>
            <a:off x="11549269" y="6468303"/>
            <a:ext cx="443948" cy="365125"/>
          </a:xfrm>
        </p:spPr>
        <p:txBody>
          <a:bodyPr>
            <a:noAutofit/>
          </a:bodyPr>
          <a:lstStyle/>
          <a:p>
            <a:fld id="{8C2E478F-E849-4A8C-AF1F-CBCC78A7CBFA}" type="slidenum">
              <a:rPr lang="en-US" smtClean="0"/>
              <a:t>‹#›</a:t>
            </a:fld>
            <a:endParaRPr lang="en-US" dirty="0"/>
          </a:p>
        </p:txBody>
      </p:sp>
    </p:spTree>
    <p:extLst>
      <p:ext uri="{BB962C8B-B14F-4D97-AF65-F5344CB8AC3E}">
        <p14:creationId xmlns:p14="http://schemas.microsoft.com/office/powerpoint/2010/main" val="12708345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 3 Column">
    <p:spTree>
      <p:nvGrpSpPr>
        <p:cNvPr id="1" name=""/>
        <p:cNvGrpSpPr/>
        <p:nvPr/>
      </p:nvGrpSpPr>
      <p:grpSpPr>
        <a:xfrm>
          <a:off x="0" y="0"/>
          <a:ext cx="0" cy="0"/>
          <a:chOff x="0" y="0"/>
          <a:chExt cx="0" cy="0"/>
        </a:xfrm>
      </p:grpSpPr>
      <p:sp>
        <p:nvSpPr>
          <p:cNvPr id="22" name="Title 2">
            <a:extLst>
              <a:ext uri="{FF2B5EF4-FFF2-40B4-BE49-F238E27FC236}">
                <a16:creationId xmlns:a16="http://schemas.microsoft.com/office/drawing/2014/main" id="{6186F91B-547E-43BC-9BCE-04619DAAFEC2}"/>
              </a:ext>
            </a:extLst>
          </p:cNvPr>
          <p:cNvSpPr>
            <a:spLocks noGrp="1"/>
          </p:cNvSpPr>
          <p:nvPr>
            <p:ph type="title"/>
          </p:nvPr>
        </p:nvSpPr>
        <p:spPr>
          <a:xfrm>
            <a:off x="594519" y="1"/>
            <a:ext cx="11002962" cy="1623218"/>
          </a:xfrm>
        </p:spPr>
        <p:txBody>
          <a:bodyPr anchor="ctr">
            <a:noAutofit/>
          </a:bodyPr>
          <a:lstStyle/>
          <a:p>
            <a:pPr algn="ctr"/>
            <a:r>
              <a:rPr lang="en-US" sz="4800"/>
              <a:t>Click to edit Master title style</a:t>
            </a:r>
            <a:endParaRPr lang="en-US" sz="4800" dirty="0"/>
          </a:p>
        </p:txBody>
      </p:sp>
      <p:sp>
        <p:nvSpPr>
          <p:cNvPr id="28" name="Text Placeholder 27">
            <a:extLst>
              <a:ext uri="{FF2B5EF4-FFF2-40B4-BE49-F238E27FC236}">
                <a16:creationId xmlns:a16="http://schemas.microsoft.com/office/drawing/2014/main" id="{D635DFA1-45D2-4EFE-8BB2-BE966346691E}"/>
              </a:ext>
            </a:extLst>
          </p:cNvPr>
          <p:cNvSpPr>
            <a:spLocks noGrp="1"/>
          </p:cNvSpPr>
          <p:nvPr>
            <p:ph type="body" sz="quarter" idx="13" hasCustomPrompt="1"/>
          </p:nvPr>
        </p:nvSpPr>
        <p:spPr>
          <a:xfrm>
            <a:off x="960121" y="3669506"/>
            <a:ext cx="3108326" cy="2566988"/>
          </a:xfrm>
        </p:spPr>
        <p:txBody>
          <a:bodyPr>
            <a:noAutofit/>
          </a:bodyPr>
          <a:lstStyle>
            <a:lvl1pPr marL="0" indent="0">
              <a:buFont typeface="Wingdings" panose="05000000000000000000" pitchFamily="2" charset="2"/>
              <a:buNone/>
              <a:defRPr sz="2400" spc="300"/>
            </a:lvl1pPr>
            <a:lvl2pPr marL="685800" indent="-228600">
              <a:buFont typeface="Wingdings" panose="05000000000000000000" pitchFamily="2" charset="2"/>
              <a:buChar char="§"/>
              <a:defRPr/>
            </a:lvl2pPr>
            <a:lvl3pPr marL="1143000" indent="-228600">
              <a:buFont typeface="Wingdings" panose="05000000000000000000" pitchFamily="2" charset="2"/>
              <a:buChar char="§"/>
              <a:defRPr/>
            </a:lvl3pPr>
            <a:lvl4pPr marL="1600200" indent="-228600">
              <a:buFont typeface="Wingdings" panose="05000000000000000000" pitchFamily="2" charset="2"/>
              <a:buChar char="§"/>
              <a:defRPr/>
            </a:lvl4pPr>
            <a:lvl5pPr marL="2057400" indent="-228600">
              <a:buFont typeface="Wingdings" panose="05000000000000000000" pitchFamily="2" charset="2"/>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4" name="Picture Placeholder 23">
            <a:extLst>
              <a:ext uri="{FF2B5EF4-FFF2-40B4-BE49-F238E27FC236}">
                <a16:creationId xmlns:a16="http://schemas.microsoft.com/office/drawing/2014/main" id="{2F2918FE-A84E-4303-AEF3-4FD66CDD733E}"/>
              </a:ext>
            </a:extLst>
          </p:cNvPr>
          <p:cNvSpPr>
            <a:spLocks noGrp="1"/>
          </p:cNvSpPr>
          <p:nvPr>
            <p:ph type="pic" sz="quarter" idx="10"/>
          </p:nvPr>
        </p:nvSpPr>
        <p:spPr>
          <a:xfrm>
            <a:off x="960438" y="1624013"/>
            <a:ext cx="3108325" cy="1892300"/>
          </a:xfrm>
        </p:spPr>
        <p:txBody>
          <a:bodyPr>
            <a:noAutofit/>
          </a:bodyPr>
          <a:lstStyle/>
          <a:p>
            <a:r>
              <a:rPr lang="en-US"/>
              <a:t>Click icon to add picture</a:t>
            </a:r>
            <a:endParaRPr lang="en-US" dirty="0"/>
          </a:p>
        </p:txBody>
      </p:sp>
      <p:sp>
        <p:nvSpPr>
          <p:cNvPr id="25" name="Picture Placeholder 23">
            <a:extLst>
              <a:ext uri="{FF2B5EF4-FFF2-40B4-BE49-F238E27FC236}">
                <a16:creationId xmlns:a16="http://schemas.microsoft.com/office/drawing/2014/main" id="{E2401025-9BC9-4BDD-97DA-CA763CF846BB}"/>
              </a:ext>
            </a:extLst>
          </p:cNvPr>
          <p:cNvSpPr>
            <a:spLocks noGrp="1"/>
          </p:cNvSpPr>
          <p:nvPr>
            <p:ph type="pic" sz="quarter" idx="11"/>
          </p:nvPr>
        </p:nvSpPr>
        <p:spPr>
          <a:xfrm>
            <a:off x="4542155" y="1623219"/>
            <a:ext cx="3108325" cy="1892300"/>
          </a:xfrm>
        </p:spPr>
        <p:txBody>
          <a:bodyPr>
            <a:noAutofit/>
          </a:bodyPr>
          <a:lstStyle/>
          <a:p>
            <a:r>
              <a:rPr lang="en-US"/>
              <a:t>Click icon to add picture</a:t>
            </a:r>
            <a:endParaRPr lang="en-US" dirty="0"/>
          </a:p>
        </p:txBody>
      </p:sp>
      <p:sp>
        <p:nvSpPr>
          <p:cNvPr id="26" name="Picture Placeholder 23">
            <a:extLst>
              <a:ext uri="{FF2B5EF4-FFF2-40B4-BE49-F238E27FC236}">
                <a16:creationId xmlns:a16="http://schemas.microsoft.com/office/drawing/2014/main" id="{B7C4AAB6-897A-4ABD-AD50-2D86B197E914}"/>
              </a:ext>
            </a:extLst>
          </p:cNvPr>
          <p:cNvSpPr>
            <a:spLocks noGrp="1"/>
          </p:cNvSpPr>
          <p:nvPr>
            <p:ph type="pic" sz="quarter" idx="12"/>
          </p:nvPr>
        </p:nvSpPr>
        <p:spPr>
          <a:xfrm>
            <a:off x="8122920" y="1623219"/>
            <a:ext cx="3108325" cy="1892300"/>
          </a:xfrm>
        </p:spPr>
        <p:txBody>
          <a:bodyPr>
            <a:noAutofit/>
          </a:bodyPr>
          <a:lstStyle/>
          <a:p>
            <a:r>
              <a:rPr lang="en-US"/>
              <a:t>Click icon to add picture</a:t>
            </a:r>
            <a:endParaRPr lang="en-US" dirty="0"/>
          </a:p>
        </p:txBody>
      </p:sp>
      <p:sp>
        <p:nvSpPr>
          <p:cNvPr id="29" name="Text Placeholder 27">
            <a:extLst>
              <a:ext uri="{FF2B5EF4-FFF2-40B4-BE49-F238E27FC236}">
                <a16:creationId xmlns:a16="http://schemas.microsoft.com/office/drawing/2014/main" id="{790D65EC-6EB4-4594-91E9-5C3DE7C3BA89}"/>
              </a:ext>
            </a:extLst>
          </p:cNvPr>
          <p:cNvSpPr>
            <a:spLocks noGrp="1"/>
          </p:cNvSpPr>
          <p:nvPr>
            <p:ph type="body" sz="quarter" idx="14" hasCustomPrompt="1"/>
          </p:nvPr>
        </p:nvSpPr>
        <p:spPr>
          <a:xfrm>
            <a:off x="4541837" y="3681412"/>
            <a:ext cx="3108326" cy="2566988"/>
          </a:xfrm>
        </p:spPr>
        <p:txBody>
          <a:bodyPr>
            <a:noAutofit/>
          </a:bodyPr>
          <a:lstStyle>
            <a:lvl1pPr marL="0" indent="0">
              <a:buFont typeface="Wingdings" panose="05000000000000000000" pitchFamily="2" charset="2"/>
              <a:buNone/>
              <a:defRPr sz="2400" spc="300"/>
            </a:lvl1pPr>
            <a:lvl2pPr marL="685800" indent="-228600">
              <a:buFont typeface="Wingdings" panose="05000000000000000000" pitchFamily="2" charset="2"/>
              <a:buChar char="§"/>
              <a:defRPr/>
            </a:lvl2pPr>
            <a:lvl3pPr marL="1143000" indent="-228600">
              <a:buFont typeface="Wingdings" panose="05000000000000000000" pitchFamily="2" charset="2"/>
              <a:buChar char="§"/>
              <a:defRPr/>
            </a:lvl3pPr>
            <a:lvl4pPr marL="1600200" indent="-228600">
              <a:buFont typeface="Wingdings" panose="05000000000000000000" pitchFamily="2" charset="2"/>
              <a:buChar char="§"/>
              <a:defRPr/>
            </a:lvl4pPr>
            <a:lvl5pPr marL="2057400" indent="-228600">
              <a:buFont typeface="Wingdings" panose="05000000000000000000" pitchFamily="2" charset="2"/>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0" name="Text Placeholder 27">
            <a:extLst>
              <a:ext uri="{FF2B5EF4-FFF2-40B4-BE49-F238E27FC236}">
                <a16:creationId xmlns:a16="http://schemas.microsoft.com/office/drawing/2014/main" id="{611CF730-D055-47C2-A626-299F429D41B2}"/>
              </a:ext>
            </a:extLst>
          </p:cNvPr>
          <p:cNvSpPr>
            <a:spLocks noGrp="1"/>
          </p:cNvSpPr>
          <p:nvPr>
            <p:ph type="body" sz="quarter" idx="15" hasCustomPrompt="1"/>
          </p:nvPr>
        </p:nvSpPr>
        <p:spPr>
          <a:xfrm>
            <a:off x="8122919" y="3681412"/>
            <a:ext cx="3108326" cy="2566988"/>
          </a:xfrm>
        </p:spPr>
        <p:txBody>
          <a:bodyPr>
            <a:noAutofit/>
          </a:bodyPr>
          <a:lstStyle>
            <a:lvl1pPr marL="0" indent="0">
              <a:buFont typeface="Wingdings" panose="05000000000000000000" pitchFamily="2" charset="2"/>
              <a:buNone/>
              <a:defRPr sz="2400" spc="300"/>
            </a:lvl1pPr>
            <a:lvl2pPr marL="685800" indent="-228600">
              <a:buFont typeface="Wingdings" panose="05000000000000000000" pitchFamily="2" charset="2"/>
              <a:buChar char="§"/>
              <a:defRPr/>
            </a:lvl2pPr>
            <a:lvl3pPr marL="1143000" indent="-228600">
              <a:buFont typeface="Wingdings" panose="05000000000000000000" pitchFamily="2" charset="2"/>
              <a:buChar char="§"/>
              <a:defRPr/>
            </a:lvl3pPr>
            <a:lvl4pPr marL="1600200" indent="-228600">
              <a:buFont typeface="Wingdings" panose="05000000000000000000" pitchFamily="2" charset="2"/>
              <a:buChar char="§"/>
              <a:defRPr/>
            </a:lvl4pPr>
            <a:lvl5pPr marL="2057400" indent="-228600">
              <a:buFont typeface="Wingdings" panose="05000000000000000000" pitchFamily="2" charset="2"/>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1" name="Slide Number Placeholder 5">
            <a:extLst>
              <a:ext uri="{FF2B5EF4-FFF2-40B4-BE49-F238E27FC236}">
                <a16:creationId xmlns:a16="http://schemas.microsoft.com/office/drawing/2014/main" id="{F09E06A6-BFDD-42BD-BA69-2CD3BEF0F73D}"/>
              </a:ext>
            </a:extLst>
          </p:cNvPr>
          <p:cNvSpPr>
            <a:spLocks noGrp="1"/>
          </p:cNvSpPr>
          <p:nvPr>
            <p:ph type="sldNum" sz="quarter" idx="16"/>
          </p:nvPr>
        </p:nvSpPr>
        <p:spPr>
          <a:xfrm>
            <a:off x="11549269" y="6468303"/>
            <a:ext cx="443948" cy="365125"/>
          </a:xfrm>
        </p:spPr>
        <p:txBody>
          <a:bodyPr>
            <a:noAutofit/>
          </a:bodyPr>
          <a:lstStyle/>
          <a:p>
            <a:fld id="{8C2E478F-E849-4A8C-AF1F-CBCC78A7CBFA}" type="slidenum">
              <a:rPr lang="en-US" smtClean="0"/>
              <a:t>‹#›</a:t>
            </a:fld>
            <a:endParaRPr lang="en-US" dirty="0"/>
          </a:p>
        </p:txBody>
      </p:sp>
    </p:spTree>
    <p:extLst>
      <p:ext uri="{BB962C8B-B14F-4D97-AF65-F5344CB8AC3E}">
        <p14:creationId xmlns:p14="http://schemas.microsoft.com/office/powerpoint/2010/main" val="41455920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ummary">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186FE9B2-6286-484B-8943-95EE0B6B0267}"/>
              </a:ext>
            </a:extLst>
          </p:cNvPr>
          <p:cNvSpPr>
            <a:spLocks noGrp="1"/>
          </p:cNvSpPr>
          <p:nvPr>
            <p:ph type="pic" sz="quarter" idx="14"/>
          </p:nvPr>
        </p:nvSpPr>
        <p:spPr>
          <a:xfrm>
            <a:off x="0" y="0"/>
            <a:ext cx="5416550" cy="6858000"/>
          </a:xfrm>
          <a:effectLst/>
        </p:spPr>
        <p:txBody>
          <a:bodyPr anchor="ctr"/>
          <a:lstStyle>
            <a:lvl1pPr marL="0" indent="0" algn="ctr">
              <a:buNone/>
              <a:defRPr/>
            </a:lvl1pPr>
          </a:lstStyle>
          <a:p>
            <a:r>
              <a:rPr lang="en-US"/>
              <a:t>Click icon to add picture</a:t>
            </a:r>
            <a:endParaRPr lang="en-US" dirty="0"/>
          </a:p>
        </p:txBody>
      </p:sp>
      <p:sp>
        <p:nvSpPr>
          <p:cNvPr id="11" name="Slide Number Placeholder 5">
            <a:extLst>
              <a:ext uri="{FF2B5EF4-FFF2-40B4-BE49-F238E27FC236}">
                <a16:creationId xmlns:a16="http://schemas.microsoft.com/office/drawing/2014/main" id="{7D4E8708-8565-4A5B-9D9E-1D4F40EAF909}"/>
              </a:ext>
            </a:extLst>
          </p:cNvPr>
          <p:cNvSpPr>
            <a:spLocks noGrp="1"/>
          </p:cNvSpPr>
          <p:nvPr>
            <p:ph type="sldNum" sz="quarter" idx="4"/>
          </p:nvPr>
        </p:nvSpPr>
        <p:spPr>
          <a:xfrm>
            <a:off x="11549269" y="6468303"/>
            <a:ext cx="443948"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2E478F-E849-4A8C-AF1F-CBCC78A7CBFA}" type="slidenum">
              <a:rPr lang="en-US" smtClean="0"/>
              <a:t>‹#›</a:t>
            </a:fld>
            <a:endParaRPr lang="en-US" dirty="0"/>
          </a:p>
        </p:txBody>
      </p:sp>
      <p:sp>
        <p:nvSpPr>
          <p:cNvPr id="16" name="Content Placeholder 8">
            <a:extLst>
              <a:ext uri="{FF2B5EF4-FFF2-40B4-BE49-F238E27FC236}">
                <a16:creationId xmlns:a16="http://schemas.microsoft.com/office/drawing/2014/main" id="{42436126-0370-4532-A8AD-D20897982AD2}"/>
              </a:ext>
            </a:extLst>
          </p:cNvPr>
          <p:cNvSpPr>
            <a:spLocks noGrp="1"/>
          </p:cNvSpPr>
          <p:nvPr>
            <p:ph idx="1" hasCustomPrompt="1"/>
          </p:nvPr>
        </p:nvSpPr>
        <p:spPr>
          <a:xfrm>
            <a:off x="6096000" y="1661160"/>
            <a:ext cx="4646246" cy="2218585"/>
          </a:xfrm>
        </p:spPr>
        <p:txBody>
          <a:bodyPr>
            <a:noAutofit/>
          </a:bodyPr>
          <a:lstStyle>
            <a:lvl1pPr>
              <a:defRPr/>
            </a:lvl1pPr>
          </a:lstStyle>
          <a:p>
            <a:pPr marL="0" indent="0">
              <a:lnSpc>
                <a:spcPct val="100000"/>
              </a:lnSpc>
              <a:buNone/>
            </a:pPr>
            <a:r>
              <a:rPr lang="en-US" sz="1600" dirty="0">
                <a:cs typeface="Biome Light" panose="020B0303030204020804" pitchFamily="34" charset="0"/>
              </a:rPr>
              <a:t>Click to edit master text style.</a:t>
            </a:r>
          </a:p>
          <a:p>
            <a:pPr marL="0" indent="0">
              <a:buNone/>
            </a:pPr>
            <a:endParaRPr lang="en-US" dirty="0"/>
          </a:p>
        </p:txBody>
      </p:sp>
      <p:sp>
        <p:nvSpPr>
          <p:cNvPr id="17" name="Slide Number Placeholder 70">
            <a:extLst>
              <a:ext uri="{FF2B5EF4-FFF2-40B4-BE49-F238E27FC236}">
                <a16:creationId xmlns:a16="http://schemas.microsoft.com/office/drawing/2014/main" id="{AEC105AD-E933-4969-B038-0ABD6F013167}"/>
              </a:ext>
            </a:extLst>
          </p:cNvPr>
          <p:cNvSpPr txBox="1">
            <a:spLocks/>
          </p:cNvSpPr>
          <p:nvPr userDrawn="1"/>
        </p:nvSpPr>
        <p:spPr>
          <a:xfrm>
            <a:off x="11549269" y="6468303"/>
            <a:ext cx="443948"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C2E478F-E849-4A8C-AF1F-CBCC78A7CBFA}" type="slidenum">
              <a:rPr lang="en-US" smtClean="0"/>
              <a:pPr/>
              <a:t>‹#›</a:t>
            </a:fld>
            <a:endParaRPr lang="en-US" dirty="0"/>
          </a:p>
        </p:txBody>
      </p:sp>
      <p:sp>
        <p:nvSpPr>
          <p:cNvPr id="7" name="Title 1">
            <a:extLst>
              <a:ext uri="{FF2B5EF4-FFF2-40B4-BE49-F238E27FC236}">
                <a16:creationId xmlns:a16="http://schemas.microsoft.com/office/drawing/2014/main" id="{76CDEBF2-B5C9-4887-B717-81C3D1A73CA9}"/>
              </a:ext>
            </a:extLst>
          </p:cNvPr>
          <p:cNvSpPr>
            <a:spLocks noGrp="1"/>
          </p:cNvSpPr>
          <p:nvPr>
            <p:ph type="title"/>
          </p:nvPr>
        </p:nvSpPr>
        <p:spPr>
          <a:xfrm>
            <a:off x="6095999" y="612037"/>
            <a:ext cx="5897218" cy="884238"/>
          </a:xfrm>
        </p:spPr>
        <p:txBody>
          <a:bodyPr lIns="91440" rIns="91440" anchor="t">
            <a:noAutofit/>
          </a:bodyPr>
          <a:lstStyle>
            <a:lvl1pPr algn="l">
              <a:lnSpc>
                <a:spcPct val="150000"/>
              </a:lnSpc>
              <a:spcBef>
                <a:spcPts val="1000"/>
              </a:spcBef>
              <a:defRPr sz="3200">
                <a:solidFill>
                  <a:schemeClr val="tx1"/>
                </a:solidFill>
              </a:defRPr>
            </a:lvl1pPr>
          </a:lstStyle>
          <a:p>
            <a:r>
              <a:rPr lang="en-US"/>
              <a:t>Click to edit Master title style</a:t>
            </a:r>
            <a:endParaRPr lang="en-US" dirty="0"/>
          </a:p>
        </p:txBody>
      </p:sp>
      <p:sp>
        <p:nvSpPr>
          <p:cNvPr id="2" name="Rectangle 1">
            <a:extLst>
              <a:ext uri="{FF2B5EF4-FFF2-40B4-BE49-F238E27FC236}">
                <a16:creationId xmlns:a16="http://schemas.microsoft.com/office/drawing/2014/main" id="{016A7FA3-8C13-4E5A-88C4-4357C8ACD73E}"/>
              </a:ext>
              <a:ext uri="{C183D7F6-B498-43B3-948B-1728B52AA6E4}">
                <adec:decorative xmlns:adec="http://schemas.microsoft.com/office/drawing/2017/decorative" val="1"/>
              </a:ext>
            </a:extLst>
          </p:cNvPr>
          <p:cNvSpPr/>
          <p:nvPr userDrawn="1"/>
        </p:nvSpPr>
        <p:spPr>
          <a:xfrm>
            <a:off x="6107044" y="6303963"/>
            <a:ext cx="3014980" cy="554037"/>
          </a:xfrm>
          <a:prstGeom prst="rect">
            <a:avLst/>
          </a:prstGeom>
          <a:gradFill flip="none" rotWithShape="1">
            <a:gsLst>
              <a:gs pos="0">
                <a:schemeClr val="accent5"/>
              </a:gs>
              <a:gs pos="100000">
                <a:schemeClr val="accent2">
                  <a:lumMod val="97000"/>
                  <a:lumOff val="3000"/>
                </a:schemeClr>
              </a:gs>
              <a:gs pos="50000">
                <a:schemeClr val="accent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7131968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losing">
    <p:bg>
      <p:bgRef idx="1001">
        <a:schemeClr val="bg1"/>
      </p:bgRef>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DE635FD8-712D-4EE2-A5B6-3DD8DE9C25E9}"/>
              </a:ext>
            </a:extLst>
          </p:cNvPr>
          <p:cNvSpPr>
            <a:spLocks noGrp="1"/>
          </p:cNvSpPr>
          <p:nvPr>
            <p:ph type="pic" sz="quarter" idx="10"/>
          </p:nvPr>
        </p:nvSpPr>
        <p:spPr>
          <a:xfrm>
            <a:off x="0" y="0"/>
            <a:ext cx="12192000" cy="6858000"/>
          </a:xfrm>
        </p:spPr>
        <p:txBody>
          <a:bodyPr/>
          <a:lstStyle>
            <a:lvl1pPr marL="0" indent="0" algn="ctr">
              <a:buNone/>
              <a:defRPr/>
            </a:lvl1pPr>
          </a:lstStyle>
          <a:p>
            <a:r>
              <a:rPr lang="en-US"/>
              <a:t>Click icon to add picture</a:t>
            </a:r>
            <a:endParaRPr lang="en-US" dirty="0"/>
          </a:p>
        </p:txBody>
      </p:sp>
      <p:sp>
        <p:nvSpPr>
          <p:cNvPr id="6" name="Title 5">
            <a:extLst>
              <a:ext uri="{FF2B5EF4-FFF2-40B4-BE49-F238E27FC236}">
                <a16:creationId xmlns:a16="http://schemas.microsoft.com/office/drawing/2014/main" id="{D9074D0F-754F-4F2C-A410-F222D2D2346E}"/>
              </a:ext>
            </a:extLst>
          </p:cNvPr>
          <p:cNvSpPr>
            <a:spLocks noGrp="1"/>
          </p:cNvSpPr>
          <p:nvPr>
            <p:ph type="title" idx="4294967295"/>
          </p:nvPr>
        </p:nvSpPr>
        <p:spPr>
          <a:xfrm>
            <a:off x="702365" y="1660810"/>
            <a:ext cx="10787270" cy="830649"/>
          </a:xfrm>
        </p:spPr>
        <p:txBody>
          <a:bodyPr>
            <a:noAutofit/>
          </a:bodyPr>
          <a:lstStyle/>
          <a:p>
            <a:r>
              <a:rPr lang="en-US" sz="4000" spc="300"/>
              <a:t>Click to edit Master title style</a:t>
            </a:r>
            <a:endParaRPr lang="en-US" sz="4000" spc="300" dirty="0"/>
          </a:p>
        </p:txBody>
      </p:sp>
      <p:sp>
        <p:nvSpPr>
          <p:cNvPr id="14" name="Text Placeholder 13">
            <a:extLst>
              <a:ext uri="{FF2B5EF4-FFF2-40B4-BE49-F238E27FC236}">
                <a16:creationId xmlns:a16="http://schemas.microsoft.com/office/drawing/2014/main" id="{F80209DF-C4D9-43B8-AA05-F53619153042}"/>
              </a:ext>
            </a:extLst>
          </p:cNvPr>
          <p:cNvSpPr>
            <a:spLocks noGrp="1"/>
          </p:cNvSpPr>
          <p:nvPr>
            <p:ph type="body" sz="quarter" idx="12" hasCustomPrompt="1"/>
          </p:nvPr>
        </p:nvSpPr>
        <p:spPr>
          <a:xfrm>
            <a:off x="3512343" y="5137992"/>
            <a:ext cx="5167313" cy="518795"/>
          </a:xfrm>
          <a:gradFill flip="none" rotWithShape="1">
            <a:gsLst>
              <a:gs pos="0">
                <a:schemeClr val="accent5"/>
              </a:gs>
              <a:gs pos="100000">
                <a:schemeClr val="accent2">
                  <a:lumMod val="97000"/>
                  <a:lumOff val="3000"/>
                </a:schemeClr>
              </a:gs>
              <a:gs pos="50000">
                <a:schemeClr val="accent1"/>
              </a:gs>
            </a:gsLst>
            <a:lin ang="10800000" scaled="1"/>
            <a:tileRect/>
          </a:gradFill>
        </p:spPr>
        <p:txBody>
          <a:bodyPr>
            <a:noAutofit/>
          </a:bodyPr>
          <a:lstStyle>
            <a:lvl1pPr marL="0" indent="0" algn="ctr">
              <a:buNone/>
              <a:defRPr sz="1800" spc="300">
                <a:solidFill>
                  <a:schemeClr val="tx1"/>
                </a:solidFill>
              </a:defRPr>
            </a:lvl1pPr>
            <a:lvl2pPr marL="457200" indent="0">
              <a:buNone/>
              <a:defRPr/>
            </a:lvl2pPr>
          </a:lstStyle>
          <a:p>
            <a:pPr lvl="0"/>
            <a:r>
              <a:rPr lang="en-US" dirty="0"/>
              <a:t>CLICK TO EDIT MASTER TEXT STYLES</a:t>
            </a:r>
          </a:p>
        </p:txBody>
      </p:sp>
      <p:sp>
        <p:nvSpPr>
          <p:cNvPr id="31" name="Text Placeholder 13">
            <a:extLst>
              <a:ext uri="{FF2B5EF4-FFF2-40B4-BE49-F238E27FC236}">
                <a16:creationId xmlns:a16="http://schemas.microsoft.com/office/drawing/2014/main" id="{1D89734B-03E0-4ADE-8F62-C819F3E976D5}"/>
              </a:ext>
            </a:extLst>
          </p:cNvPr>
          <p:cNvSpPr>
            <a:spLocks noGrp="1"/>
          </p:cNvSpPr>
          <p:nvPr>
            <p:ph type="body" sz="quarter" idx="16" hasCustomPrompt="1"/>
          </p:nvPr>
        </p:nvSpPr>
        <p:spPr>
          <a:xfrm>
            <a:off x="588194" y="3903126"/>
            <a:ext cx="3064668" cy="518795"/>
          </a:xfrm>
        </p:spPr>
        <p:txBody>
          <a:bodyPr>
            <a:noAutofit/>
          </a:bodyPr>
          <a:lstStyle>
            <a:lvl1pPr marL="0" indent="0" algn="ctr">
              <a:buNone/>
              <a:defRPr sz="1800" spc="300">
                <a:solidFill>
                  <a:schemeClr val="tx1"/>
                </a:solidFill>
              </a:defRPr>
            </a:lvl1pPr>
            <a:lvl2pPr marL="457200" indent="0">
              <a:buNone/>
              <a:defRPr/>
            </a:lvl2pPr>
          </a:lstStyle>
          <a:p>
            <a:pPr lvl="0"/>
            <a:r>
              <a:rPr lang="en-US" dirty="0"/>
              <a:t>CLICK TO EDIT</a:t>
            </a:r>
          </a:p>
        </p:txBody>
      </p:sp>
      <p:sp>
        <p:nvSpPr>
          <p:cNvPr id="32" name="Text Placeholder 13">
            <a:extLst>
              <a:ext uri="{FF2B5EF4-FFF2-40B4-BE49-F238E27FC236}">
                <a16:creationId xmlns:a16="http://schemas.microsoft.com/office/drawing/2014/main" id="{85971F4D-8B59-4B3E-9169-64E0EF1BA85F}"/>
              </a:ext>
            </a:extLst>
          </p:cNvPr>
          <p:cNvSpPr>
            <a:spLocks noGrp="1"/>
          </p:cNvSpPr>
          <p:nvPr>
            <p:ph type="body" sz="quarter" idx="17" hasCustomPrompt="1"/>
          </p:nvPr>
        </p:nvSpPr>
        <p:spPr>
          <a:xfrm>
            <a:off x="4563664" y="3893330"/>
            <a:ext cx="3064668" cy="518795"/>
          </a:xfrm>
        </p:spPr>
        <p:txBody>
          <a:bodyPr>
            <a:noAutofit/>
          </a:bodyPr>
          <a:lstStyle>
            <a:lvl1pPr marL="0" indent="0" algn="ctr">
              <a:buNone/>
              <a:defRPr sz="1800" spc="300">
                <a:solidFill>
                  <a:schemeClr val="tx1"/>
                </a:solidFill>
              </a:defRPr>
            </a:lvl1pPr>
            <a:lvl2pPr marL="457200" indent="0">
              <a:buNone/>
              <a:defRPr/>
            </a:lvl2pPr>
          </a:lstStyle>
          <a:p>
            <a:pPr lvl="0"/>
            <a:r>
              <a:rPr lang="en-US" dirty="0"/>
              <a:t>click to edit</a:t>
            </a:r>
          </a:p>
        </p:txBody>
      </p:sp>
      <p:sp>
        <p:nvSpPr>
          <p:cNvPr id="33" name="Text Placeholder 13">
            <a:extLst>
              <a:ext uri="{FF2B5EF4-FFF2-40B4-BE49-F238E27FC236}">
                <a16:creationId xmlns:a16="http://schemas.microsoft.com/office/drawing/2014/main" id="{90B19777-E2ED-419C-B486-857117FD081B}"/>
              </a:ext>
            </a:extLst>
          </p:cNvPr>
          <p:cNvSpPr>
            <a:spLocks noGrp="1"/>
          </p:cNvSpPr>
          <p:nvPr>
            <p:ph type="body" sz="quarter" idx="18" hasCustomPrompt="1"/>
          </p:nvPr>
        </p:nvSpPr>
        <p:spPr>
          <a:xfrm>
            <a:off x="8539138" y="3903126"/>
            <a:ext cx="3064668" cy="518795"/>
          </a:xfrm>
        </p:spPr>
        <p:txBody>
          <a:bodyPr>
            <a:noAutofit/>
          </a:bodyPr>
          <a:lstStyle>
            <a:lvl1pPr marL="0" indent="0" algn="ctr">
              <a:buNone/>
              <a:defRPr sz="1800" spc="300">
                <a:solidFill>
                  <a:schemeClr val="tx1"/>
                </a:solidFill>
              </a:defRPr>
            </a:lvl1pPr>
            <a:lvl2pPr marL="457200" indent="0">
              <a:buNone/>
              <a:defRPr/>
            </a:lvl2pPr>
          </a:lstStyle>
          <a:p>
            <a:pPr lvl="0"/>
            <a:r>
              <a:rPr lang="en-US" dirty="0"/>
              <a:t>click to edit</a:t>
            </a:r>
          </a:p>
        </p:txBody>
      </p:sp>
      <p:sp>
        <p:nvSpPr>
          <p:cNvPr id="34" name="Online Image Placeholder 33">
            <a:extLst>
              <a:ext uri="{FF2B5EF4-FFF2-40B4-BE49-F238E27FC236}">
                <a16:creationId xmlns:a16="http://schemas.microsoft.com/office/drawing/2014/main" id="{1A58EB44-F532-4998-B316-61C738C37BF5}"/>
              </a:ext>
            </a:extLst>
          </p:cNvPr>
          <p:cNvSpPr>
            <a:spLocks noGrp="1"/>
          </p:cNvSpPr>
          <p:nvPr>
            <p:ph type="clipArt" sz="quarter" idx="19" hasCustomPrompt="1"/>
          </p:nvPr>
        </p:nvSpPr>
        <p:spPr>
          <a:xfrm>
            <a:off x="1754768" y="3098985"/>
            <a:ext cx="731520" cy="731520"/>
          </a:xfrm>
        </p:spPr>
        <p:txBody>
          <a:bodyPr>
            <a:noAutofit/>
          </a:bodyPr>
          <a:lstStyle>
            <a:lvl1pPr marL="0" indent="0">
              <a:buNone/>
              <a:defRPr/>
            </a:lvl1pPr>
          </a:lstStyle>
          <a:p>
            <a:r>
              <a:rPr lang="en-US" dirty="0"/>
              <a:t>Icon</a:t>
            </a:r>
          </a:p>
        </p:txBody>
      </p:sp>
      <p:sp>
        <p:nvSpPr>
          <p:cNvPr id="35" name="Online Image Placeholder 33">
            <a:extLst>
              <a:ext uri="{FF2B5EF4-FFF2-40B4-BE49-F238E27FC236}">
                <a16:creationId xmlns:a16="http://schemas.microsoft.com/office/drawing/2014/main" id="{33763C3C-3545-40BD-9B2C-DC4C0E4CE819}"/>
              </a:ext>
            </a:extLst>
          </p:cNvPr>
          <p:cNvSpPr>
            <a:spLocks noGrp="1"/>
          </p:cNvSpPr>
          <p:nvPr>
            <p:ph type="clipArt" sz="quarter" idx="20" hasCustomPrompt="1"/>
          </p:nvPr>
        </p:nvSpPr>
        <p:spPr>
          <a:xfrm>
            <a:off x="5730240" y="3098985"/>
            <a:ext cx="731520" cy="731520"/>
          </a:xfrm>
        </p:spPr>
        <p:txBody>
          <a:bodyPr>
            <a:noAutofit/>
          </a:bodyPr>
          <a:lstStyle>
            <a:lvl1pPr marL="0" indent="0">
              <a:buNone/>
              <a:defRPr/>
            </a:lvl1pPr>
          </a:lstStyle>
          <a:p>
            <a:r>
              <a:rPr lang="en-US" dirty="0"/>
              <a:t>Icon</a:t>
            </a:r>
          </a:p>
        </p:txBody>
      </p:sp>
      <p:sp>
        <p:nvSpPr>
          <p:cNvPr id="36" name="Online Image Placeholder 33">
            <a:extLst>
              <a:ext uri="{FF2B5EF4-FFF2-40B4-BE49-F238E27FC236}">
                <a16:creationId xmlns:a16="http://schemas.microsoft.com/office/drawing/2014/main" id="{1C5D3777-17F3-4225-8C52-2EF1DB4FD54A}"/>
              </a:ext>
            </a:extLst>
          </p:cNvPr>
          <p:cNvSpPr>
            <a:spLocks noGrp="1"/>
          </p:cNvSpPr>
          <p:nvPr>
            <p:ph type="clipArt" sz="quarter" idx="21" hasCustomPrompt="1"/>
          </p:nvPr>
        </p:nvSpPr>
        <p:spPr>
          <a:xfrm>
            <a:off x="9705712" y="3098985"/>
            <a:ext cx="731520" cy="731520"/>
          </a:xfrm>
        </p:spPr>
        <p:txBody>
          <a:bodyPr>
            <a:noAutofit/>
          </a:bodyPr>
          <a:lstStyle>
            <a:lvl1pPr marL="0" indent="0">
              <a:buNone/>
              <a:defRPr/>
            </a:lvl1pPr>
          </a:lstStyle>
          <a:p>
            <a:r>
              <a:rPr lang="en-US" dirty="0"/>
              <a:t>Icon</a:t>
            </a:r>
          </a:p>
        </p:txBody>
      </p:sp>
    </p:spTree>
    <p:extLst>
      <p:ext uri="{BB962C8B-B14F-4D97-AF65-F5344CB8AC3E}">
        <p14:creationId xmlns:p14="http://schemas.microsoft.com/office/powerpoint/2010/main" val="3173740392"/>
      </p:ext>
    </p:extLst>
  </p:cSld>
  <p:clrMapOvr>
    <a:overrideClrMapping bg1="dk1" tx1="lt1" bg2="dk2" tx2="lt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22722329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ED7CFE-323D-F6B5-AFCF-14EA5F2F0945}"/>
              </a:ext>
            </a:extLst>
          </p:cNvPr>
          <p:cNvSpPr>
            <a:spLocks noGrp="1"/>
          </p:cNvSpPr>
          <p:nvPr>
            <p:ph type="title"/>
          </p:nvPr>
        </p:nvSpPr>
        <p:spPr/>
        <p:txBody>
          <a:bodyPr/>
          <a:lstStyle/>
          <a:p>
            <a:r>
              <a:rPr lang="en-US"/>
              <a:t>Click to edit Master title style</a:t>
            </a:r>
            <a:endParaRPr lang="en-PK"/>
          </a:p>
        </p:txBody>
      </p:sp>
      <p:sp>
        <p:nvSpPr>
          <p:cNvPr id="3" name="Content Placeholder 2">
            <a:extLst>
              <a:ext uri="{FF2B5EF4-FFF2-40B4-BE49-F238E27FC236}">
                <a16:creationId xmlns:a16="http://schemas.microsoft.com/office/drawing/2014/main" id="{81D9E795-7F81-21E8-A19B-B3538BC599E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Content Placeholder 3">
            <a:extLst>
              <a:ext uri="{FF2B5EF4-FFF2-40B4-BE49-F238E27FC236}">
                <a16:creationId xmlns:a16="http://schemas.microsoft.com/office/drawing/2014/main" id="{F789B049-BD2D-2332-0DE1-946B29807E0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5" name="Date Placeholder 4">
            <a:extLst>
              <a:ext uri="{FF2B5EF4-FFF2-40B4-BE49-F238E27FC236}">
                <a16:creationId xmlns:a16="http://schemas.microsoft.com/office/drawing/2014/main" id="{6BFBAF59-A04C-9AC7-C0B0-CF8B1F98EF45}"/>
              </a:ext>
            </a:extLst>
          </p:cNvPr>
          <p:cNvSpPr>
            <a:spLocks noGrp="1"/>
          </p:cNvSpPr>
          <p:nvPr>
            <p:ph type="dt" sz="half" idx="10"/>
          </p:nvPr>
        </p:nvSpPr>
        <p:spPr/>
        <p:txBody>
          <a:bodyPr/>
          <a:lstStyle/>
          <a:p>
            <a:fld id="{BB4C60CE-EA75-4883-A795-1AD34334FFB0}" type="datetimeFigureOut">
              <a:rPr lang="en-PK" smtClean="0"/>
              <a:t>07/10/2023</a:t>
            </a:fld>
            <a:endParaRPr lang="en-PK"/>
          </a:p>
        </p:txBody>
      </p:sp>
      <p:sp>
        <p:nvSpPr>
          <p:cNvPr id="6" name="Footer Placeholder 5">
            <a:extLst>
              <a:ext uri="{FF2B5EF4-FFF2-40B4-BE49-F238E27FC236}">
                <a16:creationId xmlns:a16="http://schemas.microsoft.com/office/drawing/2014/main" id="{486E5675-C061-41B3-2132-54BAE856CAE5}"/>
              </a:ext>
            </a:extLst>
          </p:cNvPr>
          <p:cNvSpPr>
            <a:spLocks noGrp="1"/>
          </p:cNvSpPr>
          <p:nvPr>
            <p:ph type="ftr" sz="quarter" idx="11"/>
          </p:nvPr>
        </p:nvSpPr>
        <p:spPr/>
        <p:txBody>
          <a:bodyPr/>
          <a:lstStyle/>
          <a:p>
            <a:endParaRPr lang="en-PK"/>
          </a:p>
        </p:txBody>
      </p:sp>
      <p:sp>
        <p:nvSpPr>
          <p:cNvPr id="7" name="Slide Number Placeholder 6">
            <a:extLst>
              <a:ext uri="{FF2B5EF4-FFF2-40B4-BE49-F238E27FC236}">
                <a16:creationId xmlns:a16="http://schemas.microsoft.com/office/drawing/2014/main" id="{216584B7-71E7-99FE-92EF-4B2A9ECF7F38}"/>
              </a:ext>
            </a:extLst>
          </p:cNvPr>
          <p:cNvSpPr>
            <a:spLocks noGrp="1"/>
          </p:cNvSpPr>
          <p:nvPr>
            <p:ph type="sldNum" sz="quarter" idx="12"/>
          </p:nvPr>
        </p:nvSpPr>
        <p:spPr/>
        <p:txBody>
          <a:bodyPr/>
          <a:lstStyle/>
          <a:p>
            <a:fld id="{4D60F85B-41B8-426E-9A25-E81C46481104}" type="slidenum">
              <a:rPr lang="en-PK" smtClean="0"/>
              <a:t>‹#›</a:t>
            </a:fld>
            <a:endParaRPr lang="en-PK"/>
          </a:p>
        </p:txBody>
      </p:sp>
    </p:spTree>
    <p:extLst>
      <p:ext uri="{BB962C8B-B14F-4D97-AF65-F5344CB8AC3E}">
        <p14:creationId xmlns:p14="http://schemas.microsoft.com/office/powerpoint/2010/main" val="5618531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305F96C-D634-4A69-95EC-3D002BD68752}"/>
              </a:ext>
            </a:extLst>
          </p:cNvPr>
          <p:cNvSpPr>
            <a:spLocks noGrp="1"/>
          </p:cNvSpPr>
          <p:nvPr>
            <p:ph type="title"/>
          </p:nvPr>
        </p:nvSpPr>
        <p:spPr>
          <a:xfrm>
            <a:off x="594519" y="365125"/>
            <a:ext cx="11002962" cy="823913"/>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37757E98-D0FB-43E3-98BC-711F6A2F5372}"/>
              </a:ext>
            </a:extLst>
          </p:cNvPr>
          <p:cNvSpPr>
            <a:spLocks noGrp="1"/>
          </p:cNvSpPr>
          <p:nvPr>
            <p:ph type="body" idx="1"/>
          </p:nvPr>
        </p:nvSpPr>
        <p:spPr>
          <a:xfrm>
            <a:off x="594519" y="1365813"/>
            <a:ext cx="10989920" cy="4811150"/>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FA65B72-2E86-4BA3-94F2-3ADFA40B7AE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dirty="0"/>
              <a:t>Add a footer</a:t>
            </a:r>
          </a:p>
        </p:txBody>
      </p:sp>
      <p:sp>
        <p:nvSpPr>
          <p:cNvPr id="6" name="Slide Number Placeholder 5">
            <a:extLst>
              <a:ext uri="{FF2B5EF4-FFF2-40B4-BE49-F238E27FC236}">
                <a16:creationId xmlns:a16="http://schemas.microsoft.com/office/drawing/2014/main" id="{73C1F3FD-3DB9-46B7-85E1-E8B8878A4012}"/>
              </a:ext>
            </a:extLst>
          </p:cNvPr>
          <p:cNvSpPr>
            <a:spLocks noGrp="1"/>
          </p:cNvSpPr>
          <p:nvPr>
            <p:ph type="sldNum" sz="quarter" idx="4"/>
          </p:nvPr>
        </p:nvSpPr>
        <p:spPr>
          <a:xfrm>
            <a:off x="11549269" y="6468303"/>
            <a:ext cx="443948"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2E478F-E849-4A8C-AF1F-CBCC78A7CBFA}" type="slidenum">
              <a:rPr lang="en-US" smtClean="0"/>
              <a:t>‹#›</a:t>
            </a:fld>
            <a:endParaRPr lang="en-US" dirty="0"/>
          </a:p>
        </p:txBody>
      </p:sp>
    </p:spTree>
    <p:extLst>
      <p:ext uri="{BB962C8B-B14F-4D97-AF65-F5344CB8AC3E}">
        <p14:creationId xmlns:p14="http://schemas.microsoft.com/office/powerpoint/2010/main" val="692820"/>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1" r:id="rId3"/>
    <p:sldLayoutId id="2147483651" r:id="rId4"/>
    <p:sldLayoutId id="2147483660" r:id="rId5"/>
    <p:sldLayoutId id="2147483677" r:id="rId6"/>
    <p:sldLayoutId id="2147483666" r:id="rId7"/>
    <p:sldLayoutId id="2147483679" r:id="rId8"/>
    <p:sldLayoutId id="2147483653" r:id="rId9"/>
    <p:sldLayoutId id="2147483678" r:id="rId10"/>
    <p:sldLayoutId id="2147483680" r:id="rId11"/>
    <p:sldLayoutId id="2147483681" r:id="rId12"/>
    <p:sldLayoutId id="2147483682" r:id="rId13"/>
  </p:sldLayoutIdLst>
  <p:hf hdr="0" ftr="0" dt="0"/>
  <p:txStyles>
    <p:titleStyle>
      <a:lvl1pPr algn="ctr" defTabSz="914400" rtl="0" eaLnBrk="1" latinLnBrk="0" hangingPunct="1">
        <a:lnSpc>
          <a:spcPct val="10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3.xml"/><Relationship Id="rId1" Type="http://schemas.openxmlformats.org/officeDocument/2006/relationships/slideLayout" Target="../slideLayouts/slideLayout12.xml"/><Relationship Id="rId5" Type="http://schemas.openxmlformats.org/officeDocument/2006/relationships/image" Target="../media/image7.jpeg"/><Relationship Id="rId4" Type="http://schemas.openxmlformats.org/officeDocument/2006/relationships/image" Target="../media/image6.jpeg"/></Relationships>
</file>

<file path=ppt/slides/_rels/slide1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7.xml"/><Relationship Id="rId1" Type="http://schemas.openxmlformats.org/officeDocument/2006/relationships/slideLayout" Target="../slideLayouts/slideLayout12.xml"/><Relationship Id="rId4" Type="http://schemas.microsoft.com/office/2007/relationships/hdphoto" Target="../media/hdphoto3.wdp"/></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8" Type="http://schemas.openxmlformats.org/officeDocument/2006/relationships/image" Target="../media/image14.png"/><Relationship Id="rId3" Type="http://schemas.microsoft.com/office/2007/relationships/hdphoto" Target="../media/hdphoto1.wdp"/><Relationship Id="rId7" Type="http://schemas.openxmlformats.org/officeDocument/2006/relationships/image" Target="../media/image13.svg"/><Relationship Id="rId2" Type="http://schemas.openxmlformats.org/officeDocument/2006/relationships/image" Target="../media/image1.png"/><Relationship Id="rId1" Type="http://schemas.openxmlformats.org/officeDocument/2006/relationships/slideLayout" Target="../slideLayouts/slideLayout11.xml"/><Relationship Id="rId6" Type="http://schemas.openxmlformats.org/officeDocument/2006/relationships/image" Target="../media/image12.png"/><Relationship Id="rId5" Type="http://schemas.openxmlformats.org/officeDocument/2006/relationships/image" Target="../media/image11.svg"/><Relationship Id="rId4" Type="http://schemas.openxmlformats.org/officeDocument/2006/relationships/image" Target="../media/image10.png"/><Relationship Id="rId9" Type="http://schemas.openxmlformats.org/officeDocument/2006/relationships/image" Target="../media/image15.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8" name="Picture Placeholder 7" descr="abstract image">
            <a:extLst>
              <a:ext uri="{FF2B5EF4-FFF2-40B4-BE49-F238E27FC236}">
                <a16:creationId xmlns:a16="http://schemas.microsoft.com/office/drawing/2014/main" id="{9AB29DBC-55D3-49D9-BB44-4936739C4B57}"/>
              </a:ext>
            </a:extLst>
          </p:cNvPr>
          <p:cNvPicPr>
            <a:picLocks noGrp="1" noChangeAspect="1"/>
          </p:cNvPicPr>
          <p:nvPr>
            <p:ph type="pic" sz="quarter" idx="10"/>
          </p:nvPr>
        </p:nvPicPr>
        <p:blipFill rotWithShape="1">
          <a:blip r:embed="rId2">
            <a:alphaModFix amt="52000"/>
            <a:extLst>
              <a:ext uri="{BEBA8EAE-BF5A-486C-A8C5-ECC9F3942E4B}">
                <a14:imgProps xmlns:a14="http://schemas.microsoft.com/office/drawing/2010/main">
                  <a14:imgLayer r:embed="rId3">
                    <a14:imgEffect>
                      <a14:saturation sat="0"/>
                    </a14:imgEffect>
                  </a14:imgLayer>
                </a14:imgProps>
              </a:ext>
            </a:extLst>
          </a:blip>
          <a:srcRect/>
          <a:stretch/>
        </p:blipFill>
        <p:spPr/>
      </p:pic>
      <p:sp>
        <p:nvSpPr>
          <p:cNvPr id="9" name="Title 8">
            <a:extLst>
              <a:ext uri="{FF2B5EF4-FFF2-40B4-BE49-F238E27FC236}">
                <a16:creationId xmlns:a16="http://schemas.microsoft.com/office/drawing/2014/main" id="{79DC1498-E692-42BA-B69F-6D37E6CFACA0}"/>
              </a:ext>
            </a:extLst>
          </p:cNvPr>
          <p:cNvSpPr>
            <a:spLocks noGrp="1"/>
          </p:cNvSpPr>
          <p:nvPr>
            <p:ph type="title"/>
          </p:nvPr>
        </p:nvSpPr>
        <p:spPr>
          <a:xfrm>
            <a:off x="350837" y="1477926"/>
            <a:ext cx="11525730" cy="2307265"/>
          </a:xfrm>
        </p:spPr>
        <p:txBody>
          <a:bodyPr/>
          <a:lstStyle/>
          <a:p>
            <a:r>
              <a:rPr lang="en-US" sz="5400" b="1" dirty="0"/>
              <a:t>MOBILE APPLICATION </a:t>
            </a:r>
            <a:r>
              <a:rPr lang="en-US" sz="5400" b="1"/>
              <a:t>Development (114155)</a:t>
            </a:r>
            <a:endParaRPr lang="en-US" sz="5400" b="1" dirty="0"/>
          </a:p>
        </p:txBody>
      </p:sp>
      <p:sp>
        <p:nvSpPr>
          <p:cNvPr id="3" name="Text Placeholder 2">
            <a:extLst>
              <a:ext uri="{FF2B5EF4-FFF2-40B4-BE49-F238E27FC236}">
                <a16:creationId xmlns:a16="http://schemas.microsoft.com/office/drawing/2014/main" id="{C0AE828D-1E63-455F-949D-0C5454A7FE88}"/>
              </a:ext>
            </a:extLst>
          </p:cNvPr>
          <p:cNvSpPr>
            <a:spLocks noGrp="1"/>
          </p:cNvSpPr>
          <p:nvPr>
            <p:ph type="body" sz="quarter" idx="12"/>
          </p:nvPr>
        </p:nvSpPr>
        <p:spPr>
          <a:xfrm>
            <a:off x="350837" y="5699050"/>
            <a:ext cx="11525730" cy="1073889"/>
          </a:xfrm>
        </p:spPr>
        <p:txBody>
          <a:bodyPr/>
          <a:lstStyle/>
          <a:p>
            <a:r>
              <a:rPr lang="en-US" sz="2000" dirty="0"/>
              <a:t>Dr. Owais Hussain</a:t>
            </a:r>
          </a:p>
        </p:txBody>
      </p:sp>
    </p:spTree>
    <p:extLst>
      <p:ext uri="{BB962C8B-B14F-4D97-AF65-F5344CB8AC3E}">
        <p14:creationId xmlns:p14="http://schemas.microsoft.com/office/powerpoint/2010/main" val="39278323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3A87B3-0A27-4EE9-979E-B69581E476F0}"/>
              </a:ext>
            </a:extLst>
          </p:cNvPr>
          <p:cNvSpPr>
            <a:spLocks noGrp="1"/>
          </p:cNvSpPr>
          <p:nvPr>
            <p:ph type="title"/>
          </p:nvPr>
        </p:nvSpPr>
        <p:spPr/>
        <p:txBody>
          <a:bodyPr/>
          <a:lstStyle/>
          <a:p>
            <a:r>
              <a:rPr lang="en-US" dirty="0"/>
              <a:t>Agenda</a:t>
            </a:r>
          </a:p>
        </p:txBody>
      </p:sp>
      <p:pic>
        <p:nvPicPr>
          <p:cNvPr id="8" name="Picture Placeholder 7" descr="group of people at a conference table">
            <a:extLst>
              <a:ext uri="{FF2B5EF4-FFF2-40B4-BE49-F238E27FC236}">
                <a16:creationId xmlns:a16="http://schemas.microsoft.com/office/drawing/2014/main" id="{BB76F5AB-0940-46E1-85F9-6A870D7D04C9}"/>
              </a:ext>
            </a:extLst>
          </p:cNvPr>
          <p:cNvPicPr>
            <a:picLocks noGrp="1" noChangeAspect="1"/>
          </p:cNvPicPr>
          <p:nvPr>
            <p:ph type="pic" sz="quarter" idx="13"/>
          </p:nvPr>
        </p:nvPicPr>
        <p:blipFill rotWithShape="1">
          <a:blip r:embed="rId2">
            <a:extLst>
              <a:ext uri="{BEBA8EAE-BF5A-486C-A8C5-ECC9F3942E4B}">
                <a14:imgProps xmlns:a14="http://schemas.microsoft.com/office/drawing/2010/main">
                  <a14:imgLayer r:embed="rId3">
                    <a14:imgEffect>
                      <a14:saturation sat="0"/>
                    </a14:imgEffect>
                  </a14:imgLayer>
                </a14:imgProps>
              </a:ext>
            </a:extLst>
          </a:blip>
          <a:srcRect l="20370" r="20370"/>
          <a:stretch/>
        </p:blipFill>
        <p:spPr/>
      </p:pic>
      <p:sp>
        <p:nvSpPr>
          <p:cNvPr id="6" name="Text Placeholder 5">
            <a:extLst>
              <a:ext uri="{FF2B5EF4-FFF2-40B4-BE49-F238E27FC236}">
                <a16:creationId xmlns:a16="http://schemas.microsoft.com/office/drawing/2014/main" id="{F3C89A40-EEAA-43AB-9A3A-B2CFDE450F1B}"/>
              </a:ext>
            </a:extLst>
          </p:cNvPr>
          <p:cNvSpPr>
            <a:spLocks noGrp="1"/>
          </p:cNvSpPr>
          <p:nvPr>
            <p:ph type="body" sz="quarter" idx="15"/>
          </p:nvPr>
        </p:nvSpPr>
        <p:spPr>
          <a:xfrm>
            <a:off x="7068820" y="2078875"/>
            <a:ext cx="4114800" cy="4136198"/>
          </a:xfrm>
        </p:spPr>
        <p:txBody>
          <a:bodyPr/>
          <a:lstStyle/>
          <a:p>
            <a:r>
              <a:rPr lang="en-US" sz="1800" b="0" i="0" u="none" strike="noStrike" baseline="0" dirty="0">
                <a:solidFill>
                  <a:srgbClr val="404040"/>
                </a:solidFill>
                <a:latin typeface="Trebuchet MS" panose="020B0603020202020204" pitchFamily="34" charset="0"/>
              </a:rPr>
              <a:t>HTTP/HTML </a:t>
            </a:r>
          </a:p>
          <a:p>
            <a:r>
              <a:rPr lang="en-US" dirty="0">
                <a:solidFill>
                  <a:srgbClr val="404040"/>
                </a:solidFill>
                <a:latin typeface="Trebuchet MS" panose="020B0603020202020204" pitchFamily="34" charset="0"/>
              </a:rPr>
              <a:t>Languages</a:t>
            </a:r>
          </a:p>
          <a:p>
            <a:r>
              <a:rPr lang="en-US" sz="1800" b="0" i="0" u="none" strike="noStrike" baseline="0" dirty="0">
                <a:solidFill>
                  <a:srgbClr val="404040"/>
                </a:solidFill>
                <a:latin typeface="Trebuchet MS" panose="020B0603020202020204" pitchFamily="34" charset="0"/>
              </a:rPr>
              <a:t>HTM</a:t>
            </a:r>
            <a:r>
              <a:rPr lang="en-US" dirty="0">
                <a:solidFill>
                  <a:srgbClr val="404040"/>
                </a:solidFill>
                <a:latin typeface="Trebuchet MS" panose="020B0603020202020204" pitchFamily="34" charset="0"/>
              </a:rPr>
              <a:t>L</a:t>
            </a:r>
          </a:p>
          <a:p>
            <a:r>
              <a:rPr lang="en-US" sz="1800" b="0" i="0" u="none" strike="noStrike" baseline="0" dirty="0">
                <a:solidFill>
                  <a:srgbClr val="404040"/>
                </a:solidFill>
                <a:latin typeface="Trebuchet MS" panose="020B0603020202020204" pitchFamily="34" charset="0"/>
              </a:rPr>
              <a:t>Web Server </a:t>
            </a:r>
          </a:p>
          <a:p>
            <a:r>
              <a:rPr lang="en-US" sz="1800" b="0" i="0" u="none" strike="noStrike" baseline="0" dirty="0">
                <a:solidFill>
                  <a:srgbClr val="404040"/>
                </a:solidFill>
                <a:latin typeface="Trebuchet MS" panose="020B0603020202020204" pitchFamily="34" charset="0"/>
              </a:rPr>
              <a:t>Web Browser </a:t>
            </a:r>
          </a:p>
          <a:p>
            <a:r>
              <a:rPr lang="en-US" dirty="0">
                <a:solidFill>
                  <a:srgbClr val="404040"/>
                </a:solidFill>
                <a:latin typeface="Trebuchet MS" panose="020B0603020202020204" pitchFamily="34" charset="0"/>
              </a:rPr>
              <a:t>Pathway to React Native</a:t>
            </a:r>
          </a:p>
          <a:p>
            <a:r>
              <a:rPr lang="en-US" dirty="0">
                <a:solidFill>
                  <a:srgbClr val="404040"/>
                </a:solidFill>
                <a:latin typeface="Trebuchet MS" panose="020B0603020202020204" pitchFamily="34" charset="0"/>
              </a:rPr>
              <a:t>Request and Response</a:t>
            </a:r>
          </a:p>
          <a:p>
            <a:r>
              <a:rPr lang="en-US" dirty="0">
                <a:solidFill>
                  <a:srgbClr val="404040"/>
                </a:solidFill>
                <a:latin typeface="Trebuchet MS" panose="020B0603020202020204" pitchFamily="34" charset="0"/>
              </a:rPr>
              <a:t>Activity</a:t>
            </a:r>
          </a:p>
        </p:txBody>
      </p:sp>
      <p:sp>
        <p:nvSpPr>
          <p:cNvPr id="7" name="Slide Number Placeholder 6">
            <a:extLst>
              <a:ext uri="{FF2B5EF4-FFF2-40B4-BE49-F238E27FC236}">
                <a16:creationId xmlns:a16="http://schemas.microsoft.com/office/drawing/2014/main" id="{F29F8048-1E86-48F4-B246-D2F8C54B7EB1}"/>
              </a:ext>
            </a:extLst>
          </p:cNvPr>
          <p:cNvSpPr>
            <a:spLocks noGrp="1"/>
          </p:cNvSpPr>
          <p:nvPr>
            <p:ph type="sldNum" sz="quarter" idx="12"/>
          </p:nvPr>
        </p:nvSpPr>
        <p:spPr/>
        <p:txBody>
          <a:bodyPr/>
          <a:lstStyle/>
          <a:p>
            <a:fld id="{8C2E478F-E849-4A8C-AF1F-CBCC78A7CBFA}" type="slidenum">
              <a:rPr lang="en-US" smtClean="0"/>
              <a:pPr/>
              <a:t>2</a:t>
            </a:fld>
            <a:endParaRPr lang="en-US" dirty="0"/>
          </a:p>
        </p:txBody>
      </p:sp>
    </p:spTree>
    <p:extLst>
      <p:ext uri="{BB962C8B-B14F-4D97-AF65-F5344CB8AC3E}">
        <p14:creationId xmlns:p14="http://schemas.microsoft.com/office/powerpoint/2010/main" val="16490989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HTTP/HTML</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7"/>
            <a:ext cx="11743016" cy="4887878"/>
          </a:xfrm>
          <a:prstGeom prst="rect">
            <a:avLst/>
          </a:prstGeom>
        </p:spPr>
        <p:txBody>
          <a:bodyPr>
            <a:normAutofit fontScale="92500" lnSpcReduction="1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200" dirty="0"/>
              <a:t>Origins of Hyper-text</a:t>
            </a:r>
          </a:p>
          <a:p>
            <a:pPr>
              <a:lnSpc>
                <a:spcPct val="120000"/>
              </a:lnSpc>
              <a:buFont typeface="Wingdings" panose="05000000000000000000" pitchFamily="2" charset="2"/>
              <a:buChar char="§"/>
            </a:pPr>
            <a:r>
              <a:rPr lang="en-US" sz="3200" dirty="0"/>
              <a:t>HTML5. A giant leap.</a:t>
            </a:r>
          </a:p>
          <a:p>
            <a:pPr lvl="1">
              <a:lnSpc>
                <a:spcPct val="120000"/>
              </a:lnSpc>
              <a:buFont typeface="Wingdings" panose="05000000000000000000" pitchFamily="2" charset="2"/>
              <a:buChar char="§"/>
            </a:pPr>
            <a:r>
              <a:rPr lang="en-US" sz="3000" dirty="0"/>
              <a:t>Reducing overlap between mark-up, styling and scripting</a:t>
            </a:r>
          </a:p>
          <a:p>
            <a:pPr lvl="1">
              <a:lnSpc>
                <a:spcPct val="120000"/>
              </a:lnSpc>
              <a:buFont typeface="Wingdings" panose="05000000000000000000" pitchFamily="2" charset="2"/>
              <a:buChar char="§"/>
            </a:pPr>
            <a:r>
              <a:rPr lang="en-US" sz="3000" dirty="0"/>
              <a:t>Meaningful tags</a:t>
            </a:r>
          </a:p>
          <a:p>
            <a:pPr lvl="1">
              <a:lnSpc>
                <a:spcPct val="120000"/>
              </a:lnSpc>
              <a:buFont typeface="Wingdings" panose="05000000000000000000" pitchFamily="2" charset="2"/>
              <a:buChar char="§"/>
            </a:pPr>
            <a:r>
              <a:rPr lang="en-US" sz="3000" dirty="0"/>
              <a:t>Responsiveness</a:t>
            </a:r>
          </a:p>
          <a:p>
            <a:pPr lvl="1">
              <a:lnSpc>
                <a:spcPct val="120000"/>
              </a:lnSpc>
              <a:buFont typeface="Wingdings" panose="05000000000000000000" pitchFamily="2" charset="2"/>
              <a:buChar char="§"/>
            </a:pPr>
            <a:r>
              <a:rPr lang="en-US" sz="3000" dirty="0"/>
              <a:t>Support for media plug-ins</a:t>
            </a:r>
          </a:p>
          <a:p>
            <a:pPr>
              <a:lnSpc>
                <a:spcPct val="120000"/>
              </a:lnSpc>
              <a:buFont typeface="Wingdings" panose="05000000000000000000" pitchFamily="2" charset="2"/>
              <a:buChar char="§"/>
            </a:pPr>
            <a:r>
              <a:rPr lang="en-US" sz="3200" dirty="0"/>
              <a:t>HTTP. Just another protocol?</a:t>
            </a:r>
          </a:p>
          <a:p>
            <a:pPr>
              <a:lnSpc>
                <a:spcPct val="120000"/>
              </a:lnSpc>
              <a:buFont typeface="Wingdings" panose="05000000000000000000" pitchFamily="2" charset="2"/>
              <a:buChar char="§"/>
            </a:pPr>
            <a:r>
              <a:rPr lang="en-US" sz="3200" dirty="0"/>
              <a:t>What’s with the ‘S’ in HTTPS?</a:t>
            </a:r>
          </a:p>
        </p:txBody>
      </p:sp>
    </p:spTree>
    <p:extLst>
      <p:ext uri="{BB962C8B-B14F-4D97-AF65-F5344CB8AC3E}">
        <p14:creationId xmlns:p14="http://schemas.microsoft.com/office/powerpoint/2010/main" val="23920086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Languages</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677334" y="1532587"/>
            <a:ext cx="11286066" cy="4887878"/>
          </a:xfrm>
          <a:prstGeom prst="rect">
            <a:avLst/>
          </a:prstGeom>
        </p:spPr>
        <p:txBody>
          <a:bodyPr>
            <a:normAutofit fontScale="625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600" dirty="0" err="1"/>
              <a:t>e</a:t>
            </a:r>
            <a:r>
              <a:rPr lang="en-US" sz="3600" b="1" dirty="0" err="1"/>
              <a:t>X</a:t>
            </a:r>
            <a:r>
              <a:rPr lang="en-US" sz="3600" dirty="0" err="1"/>
              <a:t>tensible</a:t>
            </a:r>
            <a:r>
              <a:rPr lang="en-US" sz="3600" dirty="0"/>
              <a:t> </a:t>
            </a:r>
            <a:r>
              <a:rPr lang="en-US" sz="3600" b="1" dirty="0"/>
              <a:t>M</a:t>
            </a:r>
            <a:r>
              <a:rPr lang="en-US" sz="3600" dirty="0"/>
              <a:t>ark-up </a:t>
            </a:r>
            <a:r>
              <a:rPr lang="en-US" sz="3600" b="1" dirty="0"/>
              <a:t>L</a:t>
            </a:r>
            <a:r>
              <a:rPr lang="en-US" sz="3600" dirty="0"/>
              <a:t>anguage</a:t>
            </a:r>
            <a:endParaRPr lang="en-US" sz="3800" dirty="0"/>
          </a:p>
          <a:p>
            <a:pPr>
              <a:lnSpc>
                <a:spcPct val="120000"/>
              </a:lnSpc>
              <a:buFont typeface="Wingdings" panose="05000000000000000000" pitchFamily="2" charset="2"/>
              <a:buChar char="§"/>
            </a:pPr>
            <a:r>
              <a:rPr lang="en-US" sz="3600" b="1" dirty="0"/>
              <a:t>J</a:t>
            </a:r>
            <a:r>
              <a:rPr lang="en-US" sz="3600" dirty="0"/>
              <a:t>ava</a:t>
            </a:r>
            <a:r>
              <a:rPr lang="en-US" sz="3600" b="1" dirty="0"/>
              <a:t>S</a:t>
            </a:r>
            <a:r>
              <a:rPr lang="en-US" sz="3600" dirty="0"/>
              <a:t>cript </a:t>
            </a:r>
            <a:r>
              <a:rPr lang="en-US" sz="3600" b="1" dirty="0"/>
              <a:t>O</a:t>
            </a:r>
            <a:r>
              <a:rPr lang="en-US" sz="3600" dirty="0"/>
              <a:t>bject </a:t>
            </a:r>
            <a:r>
              <a:rPr lang="en-US" sz="3600" b="1" dirty="0"/>
              <a:t>N</a:t>
            </a:r>
            <a:r>
              <a:rPr lang="en-US" sz="3600" dirty="0"/>
              <a:t>otation</a:t>
            </a:r>
          </a:p>
          <a:p>
            <a:pPr>
              <a:lnSpc>
                <a:spcPct val="120000"/>
              </a:lnSpc>
              <a:buFont typeface="Wingdings" panose="05000000000000000000" pitchFamily="2" charset="2"/>
              <a:buChar char="§"/>
            </a:pPr>
            <a:r>
              <a:rPr lang="en-US" sz="3600" b="1" dirty="0"/>
              <a:t>J</a:t>
            </a:r>
            <a:r>
              <a:rPr lang="en-US" sz="3600" dirty="0"/>
              <a:t>ava</a:t>
            </a:r>
            <a:r>
              <a:rPr lang="en-US" sz="3600" b="1" dirty="0"/>
              <a:t>S</a:t>
            </a:r>
            <a:r>
              <a:rPr lang="en-US" sz="3600" dirty="0"/>
              <a:t>cript</a:t>
            </a:r>
          </a:p>
          <a:p>
            <a:pPr>
              <a:lnSpc>
                <a:spcPct val="120000"/>
              </a:lnSpc>
              <a:buFont typeface="Wingdings" panose="05000000000000000000" pitchFamily="2" charset="2"/>
              <a:buChar char="§"/>
            </a:pPr>
            <a:r>
              <a:rPr lang="en-US" sz="3600" b="1" dirty="0"/>
              <a:t>C</a:t>
            </a:r>
            <a:r>
              <a:rPr lang="en-US" sz="3600" dirty="0"/>
              <a:t>ascading </a:t>
            </a:r>
            <a:r>
              <a:rPr lang="en-US" sz="3600" b="1" dirty="0"/>
              <a:t>S</a:t>
            </a:r>
            <a:r>
              <a:rPr lang="en-US" sz="3600" dirty="0"/>
              <a:t>tyle </a:t>
            </a:r>
            <a:r>
              <a:rPr lang="en-US" sz="3600" b="1" dirty="0"/>
              <a:t>S</a:t>
            </a:r>
            <a:r>
              <a:rPr lang="en-US" sz="3600" dirty="0"/>
              <a:t>heet</a:t>
            </a:r>
          </a:p>
          <a:p>
            <a:pPr>
              <a:lnSpc>
                <a:spcPct val="120000"/>
              </a:lnSpc>
              <a:buFont typeface="Wingdings" panose="05000000000000000000" pitchFamily="2" charset="2"/>
              <a:buChar char="§"/>
            </a:pPr>
            <a:r>
              <a:rPr lang="en-US" sz="3600" b="1" dirty="0"/>
              <a:t>V</a:t>
            </a:r>
            <a:r>
              <a:rPr lang="en-US" sz="3600" dirty="0"/>
              <a:t>isual </a:t>
            </a:r>
            <a:r>
              <a:rPr lang="en-US" sz="3600" b="1" dirty="0"/>
              <a:t>B</a:t>
            </a:r>
            <a:r>
              <a:rPr lang="en-US" sz="3600" dirty="0"/>
              <a:t>asic Script</a:t>
            </a:r>
          </a:p>
          <a:p>
            <a:pPr>
              <a:lnSpc>
                <a:spcPct val="120000"/>
              </a:lnSpc>
              <a:buFont typeface="Wingdings" panose="05000000000000000000" pitchFamily="2" charset="2"/>
              <a:buChar char="§"/>
            </a:pPr>
            <a:r>
              <a:rPr lang="en-US" sz="3600" dirty="0"/>
              <a:t>Server-side languages:</a:t>
            </a:r>
          </a:p>
          <a:p>
            <a:pPr lvl="1">
              <a:lnSpc>
                <a:spcPct val="120000"/>
              </a:lnSpc>
              <a:buFont typeface="Wingdings" panose="05000000000000000000" pitchFamily="2" charset="2"/>
              <a:buChar char="§"/>
            </a:pPr>
            <a:r>
              <a:rPr lang="en-US" sz="3400" b="1" dirty="0"/>
              <a:t>J</a:t>
            </a:r>
            <a:r>
              <a:rPr lang="en-US" sz="3400" dirty="0"/>
              <a:t>ava </a:t>
            </a:r>
            <a:r>
              <a:rPr lang="en-US" sz="3400" b="1" dirty="0"/>
              <a:t>S</a:t>
            </a:r>
            <a:r>
              <a:rPr lang="en-US" sz="3400" dirty="0"/>
              <a:t>erver </a:t>
            </a:r>
            <a:r>
              <a:rPr lang="en-US" sz="3400" b="1" dirty="0"/>
              <a:t>P</a:t>
            </a:r>
            <a:r>
              <a:rPr lang="en-US" sz="3400" dirty="0"/>
              <a:t>ages</a:t>
            </a:r>
          </a:p>
          <a:p>
            <a:pPr lvl="1">
              <a:lnSpc>
                <a:spcPct val="120000"/>
              </a:lnSpc>
              <a:buFont typeface="Wingdings" panose="05000000000000000000" pitchFamily="2" charset="2"/>
              <a:buChar char="§"/>
            </a:pPr>
            <a:r>
              <a:rPr lang="en-US" sz="3400" b="1" dirty="0"/>
              <a:t>A</a:t>
            </a:r>
            <a:r>
              <a:rPr lang="en-US" sz="3400" dirty="0"/>
              <a:t>ctive </a:t>
            </a:r>
            <a:r>
              <a:rPr lang="en-US" sz="3400" b="1" dirty="0"/>
              <a:t>S</a:t>
            </a:r>
            <a:r>
              <a:rPr lang="en-US" sz="3400" dirty="0"/>
              <a:t>erver </a:t>
            </a:r>
            <a:r>
              <a:rPr lang="en-US" sz="3400" b="1" dirty="0"/>
              <a:t>P</a:t>
            </a:r>
            <a:r>
              <a:rPr lang="en-US" sz="3400" dirty="0"/>
              <a:t>ages . </a:t>
            </a:r>
            <a:r>
              <a:rPr lang="en-US" sz="3400" b="1" dirty="0"/>
              <a:t>N</a:t>
            </a:r>
            <a:r>
              <a:rPr lang="en-US" sz="3400" dirty="0"/>
              <a:t>etwork </a:t>
            </a:r>
            <a:r>
              <a:rPr lang="en-US" sz="3400" b="1" dirty="0"/>
              <a:t>E</a:t>
            </a:r>
            <a:r>
              <a:rPr lang="en-US" sz="3400" dirty="0"/>
              <a:t>nabled </a:t>
            </a:r>
            <a:r>
              <a:rPr lang="en-US" sz="3400" b="1" dirty="0"/>
              <a:t>T</a:t>
            </a:r>
            <a:r>
              <a:rPr lang="en-US" sz="3400" dirty="0"/>
              <a:t>echnologies</a:t>
            </a:r>
          </a:p>
          <a:p>
            <a:pPr lvl="1">
              <a:lnSpc>
                <a:spcPct val="120000"/>
              </a:lnSpc>
              <a:buFont typeface="Wingdings" panose="05000000000000000000" pitchFamily="2" charset="2"/>
              <a:buChar char="§"/>
            </a:pPr>
            <a:r>
              <a:rPr lang="en-US" sz="3400" b="1" dirty="0"/>
              <a:t>P</a:t>
            </a:r>
            <a:r>
              <a:rPr lang="en-US" sz="3400" dirty="0"/>
              <a:t>ersonal </a:t>
            </a:r>
            <a:r>
              <a:rPr lang="en-US" sz="3400" b="1" dirty="0"/>
              <a:t>H</a:t>
            </a:r>
            <a:r>
              <a:rPr lang="en-US" sz="3400" dirty="0"/>
              <a:t>ome </a:t>
            </a:r>
            <a:r>
              <a:rPr lang="en-US" sz="3400" b="1" dirty="0"/>
              <a:t>P</a:t>
            </a:r>
            <a:r>
              <a:rPr lang="en-US" sz="3400" dirty="0"/>
              <a:t>age</a:t>
            </a:r>
          </a:p>
          <a:p>
            <a:pPr lvl="1">
              <a:lnSpc>
                <a:spcPct val="120000"/>
              </a:lnSpc>
              <a:buFont typeface="Wingdings" panose="05000000000000000000" pitchFamily="2" charset="2"/>
              <a:buChar char="§"/>
            </a:pPr>
            <a:r>
              <a:rPr lang="en-US" sz="3400" dirty="0"/>
              <a:t>Ruby on Rails</a:t>
            </a:r>
          </a:p>
          <a:p>
            <a:pPr lvl="1">
              <a:lnSpc>
                <a:spcPct val="120000"/>
              </a:lnSpc>
              <a:buFont typeface="Wingdings" panose="05000000000000000000" pitchFamily="2" charset="2"/>
              <a:buChar char="§"/>
            </a:pPr>
            <a:r>
              <a:rPr lang="en-US" sz="3400" dirty="0"/>
              <a:t>And of course, Node. </a:t>
            </a:r>
            <a:r>
              <a:rPr lang="en-US" sz="3400" b="1" dirty="0"/>
              <a:t>J</a:t>
            </a:r>
            <a:r>
              <a:rPr lang="en-US" sz="3400" dirty="0"/>
              <a:t>ava</a:t>
            </a:r>
            <a:r>
              <a:rPr lang="en-US" sz="3400" b="1" dirty="0"/>
              <a:t>S</a:t>
            </a:r>
            <a:r>
              <a:rPr lang="en-US" sz="3400" dirty="0"/>
              <a:t>cript</a:t>
            </a:r>
          </a:p>
        </p:txBody>
      </p:sp>
    </p:spTree>
    <p:extLst>
      <p:ext uri="{BB962C8B-B14F-4D97-AF65-F5344CB8AC3E}">
        <p14:creationId xmlns:p14="http://schemas.microsoft.com/office/powerpoint/2010/main" val="18102035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HTML</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677334" y="1532587"/>
            <a:ext cx="11286066" cy="4887878"/>
          </a:xfrm>
          <a:prstGeom prst="rect">
            <a:avLst/>
          </a:prstGeom>
        </p:spPr>
        <p:txBody>
          <a:bodyPr>
            <a:normAutofit fontScale="775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600" b="1" dirty="0" err="1"/>
              <a:t>H</a:t>
            </a:r>
            <a:r>
              <a:rPr lang="en-US" sz="3600" dirty="0" err="1"/>
              <a:t>yper</a:t>
            </a:r>
            <a:r>
              <a:rPr lang="en-US" sz="3600" b="1" dirty="0" err="1"/>
              <a:t>T</a:t>
            </a:r>
            <a:r>
              <a:rPr lang="en-US" sz="3600" dirty="0" err="1"/>
              <a:t>ext</a:t>
            </a:r>
            <a:r>
              <a:rPr lang="en-US" sz="3600" dirty="0"/>
              <a:t> </a:t>
            </a:r>
            <a:r>
              <a:rPr lang="en-US" sz="3600" b="1" dirty="0"/>
              <a:t>M</a:t>
            </a:r>
            <a:r>
              <a:rPr lang="en-US" sz="3600" dirty="0"/>
              <a:t>arkup </a:t>
            </a:r>
            <a:r>
              <a:rPr lang="en-US" sz="3600" b="1" dirty="0"/>
              <a:t>L</a:t>
            </a:r>
            <a:r>
              <a:rPr lang="en-US" sz="3600" dirty="0"/>
              <a:t>anguage</a:t>
            </a:r>
          </a:p>
          <a:p>
            <a:pPr>
              <a:lnSpc>
                <a:spcPct val="120000"/>
              </a:lnSpc>
              <a:buFont typeface="Wingdings" panose="05000000000000000000" pitchFamily="2" charset="2"/>
              <a:buChar char="§"/>
            </a:pPr>
            <a:r>
              <a:rPr lang="en-US" sz="3600" dirty="0"/>
              <a:t>Written in XML, identified by &lt;!DOCTYPE html&gt;</a:t>
            </a:r>
          </a:p>
          <a:p>
            <a:pPr>
              <a:lnSpc>
                <a:spcPct val="120000"/>
              </a:lnSpc>
              <a:buFont typeface="Wingdings" panose="05000000000000000000" pitchFamily="2" charset="2"/>
              <a:buChar char="§"/>
            </a:pPr>
            <a:r>
              <a:rPr lang="en-US" sz="3800" dirty="0"/>
              <a:t>Tags:</a:t>
            </a:r>
          </a:p>
          <a:p>
            <a:pPr lvl="1">
              <a:lnSpc>
                <a:spcPct val="120000"/>
              </a:lnSpc>
              <a:buFont typeface="Wingdings" panose="05000000000000000000" pitchFamily="2" charset="2"/>
              <a:buChar char="§"/>
            </a:pPr>
            <a:r>
              <a:rPr lang="en-US" sz="3600" dirty="0"/>
              <a:t>Html: Required to define document boundaries</a:t>
            </a:r>
          </a:p>
          <a:p>
            <a:pPr lvl="1">
              <a:lnSpc>
                <a:spcPct val="120000"/>
              </a:lnSpc>
              <a:buFont typeface="Wingdings" panose="05000000000000000000" pitchFamily="2" charset="2"/>
              <a:buChar char="§"/>
            </a:pPr>
            <a:r>
              <a:rPr lang="en-US" sz="3600" dirty="0"/>
              <a:t>Head: Not shown on page. Used to define metadata</a:t>
            </a:r>
          </a:p>
          <a:p>
            <a:pPr lvl="1">
              <a:lnSpc>
                <a:spcPct val="120000"/>
              </a:lnSpc>
              <a:buFont typeface="Wingdings" panose="05000000000000000000" pitchFamily="2" charset="2"/>
              <a:buChar char="§"/>
            </a:pPr>
            <a:r>
              <a:rPr lang="en-US" sz="3600" dirty="0"/>
              <a:t>Body: Everything to be displayed</a:t>
            </a:r>
          </a:p>
          <a:p>
            <a:pPr lvl="1">
              <a:lnSpc>
                <a:spcPct val="120000"/>
              </a:lnSpc>
              <a:buFont typeface="Wingdings" panose="05000000000000000000" pitchFamily="2" charset="2"/>
              <a:buChar char="§"/>
            </a:pPr>
            <a:r>
              <a:rPr lang="en-US" sz="3600" dirty="0"/>
              <a:t>Script: </a:t>
            </a:r>
            <a:r>
              <a:rPr lang="en-US" sz="3600" dirty="0" err="1"/>
              <a:t>Javascript</a:t>
            </a:r>
            <a:r>
              <a:rPr lang="en-US" sz="3600" dirty="0"/>
              <a:t>, jQuery, VBScript, …</a:t>
            </a:r>
          </a:p>
          <a:p>
            <a:pPr>
              <a:lnSpc>
                <a:spcPct val="120000"/>
              </a:lnSpc>
              <a:buFont typeface="Wingdings" panose="05000000000000000000" pitchFamily="2" charset="2"/>
              <a:buChar char="§"/>
            </a:pPr>
            <a:r>
              <a:rPr lang="en-US" sz="3800" dirty="0"/>
              <a:t>Can contain content, style and script in single file. Not advised though</a:t>
            </a:r>
          </a:p>
          <a:p>
            <a:pPr>
              <a:lnSpc>
                <a:spcPct val="120000"/>
              </a:lnSpc>
              <a:buFont typeface="Wingdings" panose="05000000000000000000" pitchFamily="2" charset="2"/>
              <a:buChar char="§"/>
            </a:pPr>
            <a:r>
              <a:rPr lang="en-US" sz="3800" dirty="0"/>
              <a:t>Supported by all personal and commercial platforms today</a:t>
            </a:r>
          </a:p>
        </p:txBody>
      </p:sp>
    </p:spTree>
    <p:extLst>
      <p:ext uri="{BB962C8B-B14F-4D97-AF65-F5344CB8AC3E}">
        <p14:creationId xmlns:p14="http://schemas.microsoft.com/office/powerpoint/2010/main" val="3320287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D6B5DCB6-4358-037D-2AAC-2F1B1119C128}"/>
              </a:ext>
            </a:extLst>
          </p:cNvPr>
          <p:cNvSpPr>
            <a:spLocks noGrp="1"/>
          </p:cNvSpPr>
          <p:nvPr>
            <p:ph sz="half" idx="1"/>
          </p:nvPr>
        </p:nvSpPr>
        <p:spPr>
          <a:xfrm>
            <a:off x="220384" y="1511408"/>
            <a:ext cx="11743016" cy="4964007"/>
          </a:xfrm>
        </p:spPr>
        <p:txBody>
          <a:bodyPr/>
          <a:lstStyle/>
          <a:p>
            <a:pPr>
              <a:lnSpc>
                <a:spcPct val="100000"/>
              </a:lnSpc>
              <a:buFont typeface="Wingdings" panose="05000000000000000000" pitchFamily="2" charset="2"/>
              <a:buChar char="§"/>
            </a:pPr>
            <a:r>
              <a:rPr lang="en-US" sz="2400" dirty="0"/>
              <a:t>A Software (yes) that provides content against a client request.</a:t>
            </a:r>
          </a:p>
          <a:p>
            <a:pPr>
              <a:lnSpc>
                <a:spcPct val="100000"/>
              </a:lnSpc>
              <a:buFont typeface="Wingdings" panose="05000000000000000000" pitchFamily="2" charset="2"/>
              <a:buChar char="§"/>
            </a:pPr>
            <a:r>
              <a:rPr lang="en-US" sz="2400" dirty="0"/>
              <a:t>It is identified by a globally unique IP Address, often masked by a domain name.</a:t>
            </a:r>
          </a:p>
          <a:p>
            <a:pPr>
              <a:lnSpc>
                <a:spcPct val="100000"/>
              </a:lnSpc>
              <a:buFont typeface="Wingdings" panose="05000000000000000000" pitchFamily="2" charset="2"/>
              <a:buChar char="§"/>
            </a:pPr>
            <a:r>
              <a:rPr lang="en-US" sz="2400" dirty="0"/>
              <a:t>The communication happens over HTTP on designated ports.</a:t>
            </a:r>
          </a:p>
          <a:p>
            <a:pPr>
              <a:lnSpc>
                <a:spcPct val="100000"/>
              </a:lnSpc>
              <a:buFont typeface="Wingdings" panose="05000000000000000000" pitchFamily="2" charset="2"/>
              <a:buChar char="§"/>
            </a:pPr>
            <a:r>
              <a:rPr lang="en-US" sz="2400" dirty="0"/>
              <a:t>The content is provided in HTML.</a:t>
            </a:r>
          </a:p>
          <a:p>
            <a:pPr>
              <a:lnSpc>
                <a:spcPct val="100000"/>
              </a:lnSpc>
              <a:buFont typeface="Wingdings" panose="05000000000000000000" pitchFamily="2" charset="2"/>
              <a:buChar char="§"/>
            </a:pPr>
            <a:r>
              <a:rPr lang="en-US" sz="2400" dirty="0"/>
              <a:t>A Web Server hosts one or more web applications.</a:t>
            </a:r>
          </a:p>
          <a:p>
            <a:pPr>
              <a:lnSpc>
                <a:spcPct val="100000"/>
              </a:lnSpc>
              <a:buFont typeface="Wingdings" panose="05000000000000000000" pitchFamily="2" charset="2"/>
              <a:buChar char="§"/>
            </a:pPr>
            <a:r>
              <a:rPr lang="en-US" sz="2400" dirty="0"/>
              <a:t>Apache Tomcat, NGINX, IIS.</a:t>
            </a:r>
          </a:p>
          <a:p>
            <a:pPr>
              <a:lnSpc>
                <a:spcPct val="100000"/>
              </a:lnSpc>
              <a:buFont typeface="Wingdings" panose="05000000000000000000" pitchFamily="2" charset="2"/>
              <a:buChar char="§"/>
            </a:pPr>
            <a:r>
              <a:rPr lang="en-US" sz="2400" dirty="0"/>
              <a:t>Creates Sessions (literally, nothing more than a temporary passcode).</a:t>
            </a:r>
          </a:p>
          <a:p>
            <a:pPr>
              <a:lnSpc>
                <a:spcPct val="100000"/>
              </a:lnSpc>
              <a:buFont typeface="Wingdings" panose="05000000000000000000" pitchFamily="2" charset="2"/>
              <a:buChar char="§"/>
            </a:pPr>
            <a:r>
              <a:rPr lang="en-US" sz="2400" dirty="0"/>
              <a:t>Receives a “request” object and returns a “response” object.</a:t>
            </a:r>
          </a:p>
          <a:p>
            <a:pPr>
              <a:lnSpc>
                <a:spcPct val="100000"/>
              </a:lnSpc>
              <a:buFont typeface="Wingdings" panose="05000000000000000000" pitchFamily="2" charset="2"/>
              <a:buChar char="§"/>
            </a:pPr>
            <a:r>
              <a:rPr lang="en-US" sz="2400" dirty="0"/>
              <a:t>Tip: It is a bad -- yet very common -- idea to use in-memory cache to keep session information on the same server where web server is hosted. Why?</a:t>
            </a:r>
          </a:p>
        </p:txBody>
      </p:sp>
      <p:sp>
        <p:nvSpPr>
          <p:cNvPr id="8" name="Rectangle 7">
            <a:extLst>
              <a:ext uri="{FF2B5EF4-FFF2-40B4-BE49-F238E27FC236}">
                <a16:creationId xmlns:a16="http://schemas.microsoft.com/office/drawing/2014/main" id="{FF8DF268-CC40-9C40-2D1C-E83401534CE9}"/>
              </a:ex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9" name="TextBox 8">
            <a:extLst>
              <a:ext uri="{FF2B5EF4-FFF2-40B4-BE49-F238E27FC236}">
                <a16:creationId xmlns:a16="http://schemas.microsoft.com/office/drawing/2014/main" id="{27EE95FA-7E6C-9450-66FD-4F118356AE19}"/>
              </a:ext>
            </a:extLst>
          </p:cNvPr>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Web Server</a:t>
            </a:r>
          </a:p>
        </p:txBody>
      </p:sp>
      <p:sp>
        <p:nvSpPr>
          <p:cNvPr id="10" name="Rectangle 9">
            <a:extLst>
              <a:ext uri="{FF2B5EF4-FFF2-40B4-BE49-F238E27FC236}">
                <a16:creationId xmlns:a16="http://schemas.microsoft.com/office/drawing/2014/main" id="{0B48ACBE-0268-334C-943C-9619AC159853}"/>
              </a:ex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11" name="Rectangle 10">
            <a:extLst>
              <a:ext uri="{FF2B5EF4-FFF2-40B4-BE49-F238E27FC236}">
                <a16:creationId xmlns:a16="http://schemas.microsoft.com/office/drawing/2014/main" id="{7B1ABC8C-8F12-48B3-9A07-8DF4518AA283}"/>
              </a:ex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Tree>
    <p:extLst>
      <p:ext uri="{BB962C8B-B14F-4D97-AF65-F5344CB8AC3E}">
        <p14:creationId xmlns:p14="http://schemas.microsoft.com/office/powerpoint/2010/main" val="28355486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Web Browser</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7"/>
            <a:ext cx="11743016" cy="4887878"/>
          </a:xfrm>
          <a:prstGeom prst="rect">
            <a:avLst/>
          </a:prstGeom>
        </p:spPr>
        <p:txBody>
          <a:bodyPr>
            <a:normAutofit fontScale="85000" lnSpcReduction="1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200" dirty="0"/>
              <a:t>A software installed on client’s computer. It’s OS-specific</a:t>
            </a:r>
          </a:p>
          <a:p>
            <a:pPr>
              <a:lnSpc>
                <a:spcPct val="120000"/>
              </a:lnSpc>
              <a:buFont typeface="Wingdings" panose="05000000000000000000" pitchFamily="2" charset="2"/>
              <a:buChar char="§"/>
            </a:pPr>
            <a:r>
              <a:rPr lang="en-US" sz="3200" dirty="0"/>
              <a:t>Makes requests to web servers via a </a:t>
            </a:r>
            <a:r>
              <a:rPr lang="en-US" sz="3200" u="sng" dirty="0"/>
              <a:t>URL</a:t>
            </a:r>
            <a:r>
              <a:rPr lang="en-US" sz="3200" dirty="0"/>
              <a:t> and </a:t>
            </a:r>
            <a:r>
              <a:rPr lang="en-US" sz="3200" u="sng" dirty="0"/>
              <a:t>renders</a:t>
            </a:r>
            <a:r>
              <a:rPr lang="en-US" sz="3200" dirty="0"/>
              <a:t> the received response to display on its interface.</a:t>
            </a:r>
          </a:p>
          <a:p>
            <a:pPr>
              <a:lnSpc>
                <a:spcPct val="120000"/>
              </a:lnSpc>
              <a:buFont typeface="Wingdings" panose="05000000000000000000" pitchFamily="2" charset="2"/>
              <a:buChar char="§"/>
            </a:pPr>
            <a:r>
              <a:rPr lang="en-US" sz="3200" dirty="0"/>
              <a:t>Engine: the heart of a web browser, responsible for </a:t>
            </a:r>
            <a:r>
              <a:rPr lang="en-US" sz="3200" u="sng" dirty="0"/>
              <a:t>encoding</a:t>
            </a:r>
            <a:r>
              <a:rPr lang="en-US" sz="3200" dirty="0"/>
              <a:t> user's input into HTTP request, and </a:t>
            </a:r>
            <a:r>
              <a:rPr lang="en-US" sz="3200" u="sng" dirty="0"/>
              <a:t>rendering</a:t>
            </a:r>
            <a:r>
              <a:rPr lang="en-US" sz="3200" dirty="0"/>
              <a:t> the response. It also creates layout and manages security.</a:t>
            </a:r>
          </a:p>
          <a:p>
            <a:pPr>
              <a:lnSpc>
                <a:spcPct val="120000"/>
              </a:lnSpc>
              <a:buFont typeface="Wingdings" panose="05000000000000000000" pitchFamily="2" charset="2"/>
              <a:buChar char="§"/>
            </a:pPr>
            <a:r>
              <a:rPr lang="en-US" sz="3200" dirty="0"/>
              <a:t>Scripting Engine: executes client-side scripts on HTML pages via called DOM’s.</a:t>
            </a:r>
          </a:p>
          <a:p>
            <a:pPr>
              <a:lnSpc>
                <a:spcPct val="120000"/>
              </a:lnSpc>
              <a:buFont typeface="Wingdings" panose="05000000000000000000" pitchFamily="2" charset="2"/>
              <a:buChar char="§"/>
            </a:pPr>
            <a:r>
              <a:rPr lang="en-US" sz="3200" dirty="0"/>
              <a:t>Cookies: the cache memory to store client’s data temporarily.</a:t>
            </a:r>
          </a:p>
          <a:p>
            <a:pPr>
              <a:lnSpc>
                <a:spcPct val="120000"/>
              </a:lnSpc>
              <a:buFont typeface="Wingdings" panose="05000000000000000000" pitchFamily="2" charset="2"/>
              <a:buChar char="§"/>
            </a:pPr>
            <a:r>
              <a:rPr lang="en-US" sz="3200" dirty="0"/>
              <a:t>Cookie safety. A big challenge.</a:t>
            </a:r>
            <a:endParaRPr lang="en-US" sz="3400" dirty="0"/>
          </a:p>
        </p:txBody>
      </p:sp>
    </p:spTree>
    <p:extLst>
      <p:ext uri="{BB962C8B-B14F-4D97-AF65-F5344CB8AC3E}">
        <p14:creationId xmlns:p14="http://schemas.microsoft.com/office/powerpoint/2010/main" val="24268928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Pathway to React Native</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7"/>
            <a:ext cx="11743016" cy="4887878"/>
          </a:xfrm>
          <a:prstGeom prst="rect">
            <a:avLst/>
          </a:prstGeom>
        </p:spPr>
        <p:txBody>
          <a:bodyPr>
            <a:normAutofit fontScale="700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742950" indent="-742950">
              <a:lnSpc>
                <a:spcPct val="120000"/>
              </a:lnSpc>
              <a:buFont typeface="+mj-lt"/>
              <a:buAutoNum type="arabicPeriod"/>
            </a:pPr>
            <a:r>
              <a:rPr lang="en-US" sz="3600" dirty="0"/>
              <a:t>React Native is a rip-off of React JS</a:t>
            </a:r>
          </a:p>
          <a:p>
            <a:pPr marL="742950" indent="-742950">
              <a:lnSpc>
                <a:spcPct val="120000"/>
              </a:lnSpc>
              <a:buFont typeface="+mj-lt"/>
              <a:buAutoNum type="arabicPeriod"/>
            </a:pPr>
            <a:r>
              <a:rPr lang="en-US" sz="3600" dirty="0"/>
              <a:t>React JS is a JavaScript library</a:t>
            </a:r>
          </a:p>
          <a:p>
            <a:pPr marL="742950" indent="-742950">
              <a:lnSpc>
                <a:spcPct val="120000"/>
              </a:lnSpc>
              <a:buFont typeface="+mj-lt"/>
              <a:buAutoNum type="arabicPeriod"/>
            </a:pPr>
            <a:r>
              <a:rPr lang="en-US" sz="3600" dirty="0"/>
              <a:t>JavaScript meaning ECMA-Script Standard Version 6 (ES-6)</a:t>
            </a:r>
          </a:p>
          <a:p>
            <a:pPr marL="742950" indent="-742950">
              <a:lnSpc>
                <a:spcPct val="120000"/>
              </a:lnSpc>
              <a:buFont typeface="+mj-lt"/>
              <a:buAutoNum type="arabicPeriod"/>
            </a:pPr>
            <a:r>
              <a:rPr lang="en-US" sz="3600" dirty="0"/>
              <a:t>JS-ES6 additions to compete with server languages. E.g.:</a:t>
            </a:r>
          </a:p>
          <a:p>
            <a:pPr lvl="2">
              <a:lnSpc>
                <a:spcPct val="120000"/>
              </a:lnSpc>
              <a:buFont typeface="Wingdings" panose="05000000000000000000" pitchFamily="2" charset="2"/>
              <a:buChar char="§"/>
            </a:pPr>
            <a:r>
              <a:rPr lang="en-US" sz="3400" dirty="0"/>
              <a:t>Inclusion of classes, const, arrow functions, default parameters</a:t>
            </a:r>
          </a:p>
          <a:p>
            <a:pPr lvl="2">
              <a:lnSpc>
                <a:spcPct val="120000"/>
              </a:lnSpc>
              <a:buFont typeface="Wingdings" panose="05000000000000000000" pitchFamily="2" charset="2"/>
              <a:buChar char="§"/>
            </a:pPr>
            <a:r>
              <a:rPr lang="en-US" sz="3400" dirty="0"/>
              <a:t>Importing and exporting resources</a:t>
            </a:r>
          </a:p>
          <a:p>
            <a:pPr lvl="2">
              <a:lnSpc>
                <a:spcPct val="120000"/>
              </a:lnSpc>
              <a:buFont typeface="Wingdings" panose="05000000000000000000" pitchFamily="2" charset="2"/>
              <a:buChar char="§"/>
            </a:pPr>
            <a:r>
              <a:rPr lang="en-US" sz="3400" dirty="0"/>
              <a:t>Promises for Asynchronous calls</a:t>
            </a:r>
          </a:p>
          <a:p>
            <a:pPr lvl="2">
              <a:lnSpc>
                <a:spcPct val="120000"/>
              </a:lnSpc>
              <a:buFont typeface="Wingdings" panose="05000000000000000000" pitchFamily="2" charset="2"/>
              <a:buChar char="§"/>
            </a:pPr>
            <a:r>
              <a:rPr lang="en-US" sz="3400" dirty="0"/>
              <a:t>Read more here: http://www.w3schools.com/Js/js_es6.asp</a:t>
            </a:r>
            <a:endParaRPr lang="en-US" sz="3600" dirty="0"/>
          </a:p>
          <a:p>
            <a:pPr marL="742950" indent="-742950">
              <a:lnSpc>
                <a:spcPct val="120000"/>
              </a:lnSpc>
              <a:buFont typeface="+mj-lt"/>
              <a:buAutoNum type="arabicPeriod"/>
            </a:pPr>
            <a:r>
              <a:rPr lang="en-US" sz="3600" dirty="0"/>
              <a:t>JavaScript is enclosed in Tags. React and React Native also have Tags like HTML</a:t>
            </a:r>
          </a:p>
          <a:p>
            <a:pPr marL="742950" indent="-742950">
              <a:lnSpc>
                <a:spcPct val="120000"/>
              </a:lnSpc>
              <a:buFont typeface="+mj-lt"/>
              <a:buAutoNum type="arabicPeriod"/>
            </a:pPr>
            <a:r>
              <a:rPr lang="en-US" sz="3600" dirty="0"/>
              <a:t>Styling is in CSS</a:t>
            </a:r>
          </a:p>
        </p:txBody>
      </p:sp>
    </p:spTree>
    <p:extLst>
      <p:ext uri="{BB962C8B-B14F-4D97-AF65-F5344CB8AC3E}">
        <p14:creationId xmlns:p14="http://schemas.microsoft.com/office/powerpoint/2010/main" val="19902803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Request and Response</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447800"/>
            <a:ext cx="11743016" cy="5105400"/>
          </a:xfrm>
          <a:prstGeom prst="rect">
            <a:avLst/>
          </a:prstGeom>
        </p:spPr>
        <p:txBody>
          <a:bodyPr>
            <a:no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2400" dirty="0"/>
              <a:t>HTTP Request is generated by client</a:t>
            </a:r>
          </a:p>
          <a:p>
            <a:pPr>
              <a:lnSpc>
                <a:spcPct val="120000"/>
              </a:lnSpc>
              <a:buFont typeface="Wingdings" panose="05000000000000000000" pitchFamily="2" charset="2"/>
              <a:buChar char="§"/>
            </a:pPr>
            <a:r>
              <a:rPr lang="en-US" sz="2400" dirty="0"/>
              <a:t>Web Server: decrypts the package, checks for the URL and routes to the respective web application (this is simplification of an otherwise complex operation)</a:t>
            </a:r>
          </a:p>
          <a:p>
            <a:pPr>
              <a:lnSpc>
                <a:spcPct val="120000"/>
              </a:lnSpc>
              <a:buFont typeface="Wingdings" panose="05000000000000000000" pitchFamily="2" charset="2"/>
              <a:buChar char="§"/>
            </a:pPr>
            <a:r>
              <a:rPr lang="en-US" sz="2400" dirty="0"/>
              <a:t>API (Controller, Service, Data Access layers):</a:t>
            </a:r>
          </a:p>
          <a:p>
            <a:pPr lvl="1">
              <a:lnSpc>
                <a:spcPct val="120000"/>
              </a:lnSpc>
              <a:buFont typeface="Wingdings" panose="05000000000000000000" pitchFamily="2" charset="2"/>
              <a:buChar char="§"/>
            </a:pPr>
            <a:r>
              <a:rPr lang="en-US" sz="2400" dirty="0"/>
              <a:t>Receives and authenticates client’s request, transforms data into back-end compatible objects.</a:t>
            </a:r>
          </a:p>
          <a:p>
            <a:pPr lvl="1">
              <a:lnSpc>
                <a:spcPct val="120000"/>
              </a:lnSpc>
              <a:buFont typeface="Wingdings" panose="05000000000000000000" pitchFamily="2" charset="2"/>
              <a:buChar char="§"/>
            </a:pPr>
            <a:r>
              <a:rPr lang="en-US" sz="2400" dirty="0"/>
              <a:t>Applies domain-specific business logic. Provides CRUD operations</a:t>
            </a:r>
          </a:p>
          <a:p>
            <a:pPr lvl="1">
              <a:lnSpc>
                <a:spcPct val="120000"/>
              </a:lnSpc>
              <a:buFont typeface="Wingdings" panose="05000000000000000000" pitchFamily="2" charset="2"/>
              <a:buChar char="§"/>
            </a:pPr>
            <a:r>
              <a:rPr lang="en-US" sz="2400" dirty="0"/>
              <a:t>Provides ORM and applies data logic like authorization, level of access, integrity checks</a:t>
            </a:r>
          </a:p>
          <a:p>
            <a:pPr>
              <a:lnSpc>
                <a:spcPct val="120000"/>
              </a:lnSpc>
              <a:buFont typeface="Wingdings" panose="05000000000000000000" pitchFamily="2" charset="2"/>
              <a:buChar char="§"/>
            </a:pPr>
            <a:r>
              <a:rPr lang="en-US" sz="2400" dirty="0"/>
              <a:t>Web Application generates HTTP Response object and returns to client</a:t>
            </a:r>
          </a:p>
          <a:p>
            <a:pPr>
              <a:lnSpc>
                <a:spcPct val="120000"/>
              </a:lnSpc>
              <a:buFont typeface="Wingdings" panose="05000000000000000000" pitchFamily="2" charset="2"/>
              <a:buChar char="§"/>
            </a:pPr>
            <a:r>
              <a:rPr lang="en-US" sz="2400" dirty="0"/>
              <a:t>Web Browser downloads the Response and renders on its interface</a:t>
            </a:r>
          </a:p>
        </p:txBody>
      </p:sp>
    </p:spTree>
    <p:extLst>
      <p:ext uri="{BB962C8B-B14F-4D97-AF65-F5344CB8AC3E}">
        <p14:creationId xmlns:p14="http://schemas.microsoft.com/office/powerpoint/2010/main" val="9102292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Request and Response</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7"/>
            <a:ext cx="11743016" cy="4887878"/>
          </a:xfrm>
          <a:prstGeom prst="rect">
            <a:avLst/>
          </a:prstGeom>
        </p:spPr>
        <p:txBody>
          <a:bodyPr>
            <a:normAutofit fontScale="550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0000"/>
              </a:lnSpc>
              <a:buNone/>
            </a:pPr>
            <a:r>
              <a:rPr lang="en-US" sz="5100" dirty="0"/>
              <a:t>Example: a student wants to enroll in a course. He logs into the university’s LMS and choses a course</a:t>
            </a:r>
          </a:p>
          <a:p>
            <a:pPr marL="0" indent="0">
              <a:lnSpc>
                <a:spcPct val="120000"/>
              </a:lnSpc>
              <a:buNone/>
            </a:pPr>
            <a:r>
              <a:rPr lang="en-US" sz="4000" dirty="0"/>
              <a:t>The Web Server receives the following packet:</a:t>
            </a:r>
          </a:p>
          <a:p>
            <a:pPr marL="0" indent="0">
              <a:lnSpc>
                <a:spcPct val="120000"/>
              </a:lnSpc>
              <a:buNone/>
            </a:pPr>
            <a:r>
              <a:rPr lang="en-US" sz="4000" b="1" dirty="0"/>
              <a:t>Header: </a:t>
            </a:r>
            <a:r>
              <a:rPr lang="en-US" sz="3600" dirty="0">
                <a:latin typeface="Cascadia Code Light" panose="020B0609020000020004" pitchFamily="49" charset="0"/>
                <a:cs typeface="Cascadia Code Light" panose="020B0609020000020004" pitchFamily="49" charset="0"/>
              </a:rPr>
              <a:t>POST /addcourse.html HTTP/1.1</a:t>
            </a:r>
            <a:br>
              <a:rPr lang="en-US" sz="3600" dirty="0">
                <a:latin typeface="Cascadia Code Light" panose="020B0609020000020004" pitchFamily="49" charset="0"/>
                <a:cs typeface="Cascadia Code Light" panose="020B0609020000020004" pitchFamily="49" charset="0"/>
              </a:rPr>
            </a:br>
            <a:r>
              <a:rPr lang="en-US" sz="3600" dirty="0">
                <a:latin typeface="Cascadia Code Light" panose="020B0609020000020004" pitchFamily="49" charset="0"/>
                <a:cs typeface="Cascadia Code Light" panose="020B0609020000020004" pitchFamily="49" charset="0"/>
              </a:rPr>
              <a:t>User-Agent: Mozilla/4.0 (compatible; MSIE5.01; Windows NT)</a:t>
            </a:r>
            <a:br>
              <a:rPr lang="en-US" sz="3600" dirty="0">
                <a:latin typeface="Cascadia Code Light" panose="020B0609020000020004" pitchFamily="49" charset="0"/>
                <a:cs typeface="Cascadia Code Light" panose="020B0609020000020004" pitchFamily="49" charset="0"/>
              </a:rPr>
            </a:br>
            <a:r>
              <a:rPr lang="en-US" sz="3600" dirty="0">
                <a:latin typeface="Cascadia Code Light" panose="020B0609020000020004" pitchFamily="49" charset="0"/>
                <a:cs typeface="Cascadia Code Light" panose="020B0609020000020004" pitchFamily="49" charset="0"/>
              </a:rPr>
              <a:t>Host: https://lms.kiet.edu.pk/</a:t>
            </a:r>
            <a:br>
              <a:rPr lang="en-US" sz="3600" dirty="0">
                <a:latin typeface="Cascadia Code Light" panose="020B0609020000020004" pitchFamily="49" charset="0"/>
                <a:cs typeface="Cascadia Code Light" panose="020B0609020000020004" pitchFamily="49" charset="0"/>
              </a:rPr>
            </a:br>
            <a:r>
              <a:rPr lang="en-US" sz="3600" dirty="0">
                <a:latin typeface="Cascadia Code Light" panose="020B0609020000020004" pitchFamily="49" charset="0"/>
                <a:cs typeface="Cascadia Code Light" panose="020B0609020000020004" pitchFamily="49" charset="0"/>
              </a:rPr>
              <a:t>Accept-Language: </a:t>
            </a:r>
            <a:r>
              <a:rPr lang="en-US" sz="3600" dirty="0" err="1">
                <a:latin typeface="Cascadia Code Light" panose="020B0609020000020004" pitchFamily="49" charset="0"/>
                <a:cs typeface="Cascadia Code Light" panose="020B0609020000020004" pitchFamily="49" charset="0"/>
              </a:rPr>
              <a:t>en</a:t>
            </a:r>
            <a:r>
              <a:rPr lang="en-US" sz="3600" dirty="0">
                <a:latin typeface="Cascadia Code Light" panose="020B0609020000020004" pitchFamily="49" charset="0"/>
                <a:cs typeface="Cascadia Code Light" panose="020B0609020000020004" pitchFamily="49" charset="0"/>
              </a:rPr>
              <a:t>-us</a:t>
            </a:r>
            <a:br>
              <a:rPr lang="en-US" sz="3600" dirty="0">
                <a:latin typeface="Cascadia Code Light" panose="020B0609020000020004" pitchFamily="49" charset="0"/>
                <a:cs typeface="Cascadia Code Light" panose="020B0609020000020004" pitchFamily="49" charset="0"/>
              </a:rPr>
            </a:br>
            <a:r>
              <a:rPr lang="en-US" sz="3600" dirty="0">
                <a:latin typeface="Cascadia Code Light" panose="020B0609020000020004" pitchFamily="49" charset="0"/>
                <a:cs typeface="Cascadia Code Light" panose="020B0609020000020004" pitchFamily="49" charset="0"/>
              </a:rPr>
              <a:t>Accept-Encoding: </a:t>
            </a:r>
            <a:r>
              <a:rPr lang="en-US" sz="3600" dirty="0" err="1">
                <a:latin typeface="Cascadia Code Light" panose="020B0609020000020004" pitchFamily="49" charset="0"/>
                <a:cs typeface="Cascadia Code Light" panose="020B0609020000020004" pitchFamily="49" charset="0"/>
              </a:rPr>
              <a:t>gzip</a:t>
            </a:r>
            <a:br>
              <a:rPr lang="en-US" sz="3600" dirty="0">
                <a:latin typeface="Cascadia Code Light" panose="020B0609020000020004" pitchFamily="49" charset="0"/>
                <a:cs typeface="Cascadia Code Light" panose="020B0609020000020004" pitchFamily="49" charset="0"/>
              </a:rPr>
            </a:br>
            <a:r>
              <a:rPr lang="en-US" sz="3600" dirty="0">
                <a:latin typeface="Cascadia Code Light" panose="020B0609020000020004" pitchFamily="49" charset="0"/>
                <a:cs typeface="Cascadia Code Light" panose="020B0609020000020004" pitchFamily="49" charset="0"/>
              </a:rPr>
              <a:t>Content-Type: application/x-www-form-</a:t>
            </a:r>
            <a:r>
              <a:rPr lang="en-US" sz="3600" dirty="0" err="1">
                <a:latin typeface="Cascadia Code Light" panose="020B0609020000020004" pitchFamily="49" charset="0"/>
                <a:cs typeface="Cascadia Code Light" panose="020B0609020000020004" pitchFamily="49" charset="0"/>
              </a:rPr>
              <a:t>urlencoded</a:t>
            </a:r>
            <a:br>
              <a:rPr lang="en-US" sz="3600" dirty="0">
                <a:latin typeface="Cascadia Code Light" panose="020B0609020000020004" pitchFamily="49" charset="0"/>
                <a:cs typeface="Cascadia Code Light" panose="020B0609020000020004" pitchFamily="49" charset="0"/>
              </a:rPr>
            </a:br>
            <a:r>
              <a:rPr lang="en-US" sz="3600" dirty="0">
                <a:latin typeface="Cascadia Code Light" panose="020B0609020000020004" pitchFamily="49" charset="0"/>
                <a:cs typeface="Cascadia Code Light" panose="020B0609020000020004" pitchFamily="49" charset="0"/>
              </a:rPr>
              <a:t>Connection: Keep-Alive</a:t>
            </a:r>
          </a:p>
          <a:p>
            <a:pPr marL="0" indent="0">
              <a:lnSpc>
                <a:spcPct val="120000"/>
              </a:lnSpc>
              <a:buNone/>
            </a:pPr>
            <a:r>
              <a:rPr lang="en-US" sz="4000" b="1" dirty="0"/>
              <a:t>Body:</a:t>
            </a:r>
          </a:p>
          <a:p>
            <a:pPr marL="0" indent="0">
              <a:lnSpc>
                <a:spcPct val="120000"/>
              </a:lnSpc>
              <a:buNone/>
            </a:pPr>
            <a:r>
              <a:rPr lang="en-US" sz="3600" dirty="0" err="1">
                <a:latin typeface="Cascadia Code Light" panose="020B0609020000020004" pitchFamily="49" charset="0"/>
                <a:cs typeface="Cascadia Code Light" panose="020B0609020000020004" pitchFamily="49" charset="0"/>
              </a:rPr>
              <a:t>studentId</a:t>
            </a:r>
            <a:r>
              <a:rPr lang="en-US" sz="3600" dirty="0">
                <a:latin typeface="Cascadia Code Light" panose="020B0609020000020004" pitchFamily="49" charset="0"/>
                <a:cs typeface="Cascadia Code Light" panose="020B0609020000020004" pitchFamily="49" charset="0"/>
              </a:rPr>
              <a:t>=CS-0433&amp;courseId=CS224&amp;username=imranali0433&amp;password=</a:t>
            </a:r>
            <a:r>
              <a:rPr lang="en-US" sz="3600" dirty="0" err="1">
                <a:latin typeface="Cascadia Code Light" panose="020B0609020000020004" pitchFamily="49" charset="0"/>
                <a:cs typeface="Cascadia Code Light" panose="020B0609020000020004" pitchFamily="49" charset="0"/>
              </a:rPr>
              <a:t>Khuljasimsim</a:t>
            </a:r>
            <a:endParaRPr lang="en-US" sz="3400" dirty="0"/>
          </a:p>
        </p:txBody>
      </p:sp>
    </p:spTree>
    <p:extLst>
      <p:ext uri="{BB962C8B-B14F-4D97-AF65-F5344CB8AC3E}">
        <p14:creationId xmlns:p14="http://schemas.microsoft.com/office/powerpoint/2010/main" val="41837359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Request and Response</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7"/>
            <a:ext cx="11743016" cy="4887878"/>
          </a:xfrm>
          <a:prstGeom prst="rect">
            <a:avLst/>
          </a:prstGeom>
        </p:spPr>
        <p:txBody>
          <a:bodyPr>
            <a:normAutofit fontScale="700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0000"/>
              </a:lnSpc>
              <a:buNone/>
            </a:pPr>
            <a:r>
              <a:rPr lang="en-US" sz="4000" dirty="0"/>
              <a:t>After the Web App has processed the Request, the following HTTP Response object is returned to client by Web Server:</a:t>
            </a:r>
          </a:p>
          <a:p>
            <a:pPr marL="0" indent="0">
              <a:lnSpc>
                <a:spcPct val="120000"/>
              </a:lnSpc>
              <a:buNone/>
            </a:pPr>
            <a:r>
              <a:rPr lang="en-US" sz="3600" dirty="0">
                <a:latin typeface="Cascadia Code Light" panose="020B0609020000020004" pitchFamily="49" charset="0"/>
                <a:cs typeface="Cascadia Code Light" panose="020B0609020000020004" pitchFamily="49" charset="0"/>
              </a:rPr>
              <a:t>HTTP/1.1 200 OK</a:t>
            </a:r>
          </a:p>
          <a:p>
            <a:pPr marL="0" indent="0">
              <a:lnSpc>
                <a:spcPct val="120000"/>
              </a:lnSpc>
              <a:buNone/>
            </a:pPr>
            <a:r>
              <a:rPr lang="en-US" sz="3600" dirty="0">
                <a:latin typeface="Cascadia Code Light" panose="020B0609020000020004" pitchFamily="49" charset="0"/>
                <a:cs typeface="Cascadia Code Light" panose="020B0609020000020004" pitchFamily="49" charset="0"/>
              </a:rPr>
              <a:t>Date: Sun, 07 Oct 2023 10:15:00 UTC+5</a:t>
            </a:r>
          </a:p>
          <a:p>
            <a:pPr marL="0" indent="0">
              <a:lnSpc>
                <a:spcPct val="120000"/>
              </a:lnSpc>
              <a:buNone/>
            </a:pPr>
            <a:r>
              <a:rPr lang="en-US" sz="3600" dirty="0">
                <a:latin typeface="Cascadia Code Light" panose="020B0609020000020004" pitchFamily="49" charset="0"/>
                <a:cs typeface="Cascadia Code Light" panose="020B0609020000020004" pitchFamily="49" charset="0"/>
              </a:rPr>
              <a:t>Server: Apache/2.2.14 (Win64)</a:t>
            </a:r>
          </a:p>
          <a:p>
            <a:pPr marL="0" indent="0">
              <a:lnSpc>
                <a:spcPct val="120000"/>
              </a:lnSpc>
              <a:buNone/>
            </a:pPr>
            <a:r>
              <a:rPr lang="en-US" sz="3600" dirty="0">
                <a:latin typeface="Cascadia Code Light" panose="020B0609020000020004" pitchFamily="49" charset="0"/>
                <a:cs typeface="Cascadia Code Light" panose="020B0609020000020004" pitchFamily="49" charset="0"/>
              </a:rPr>
              <a:t>Last-Modified: Sun, 07 Oct 2023 10:15:00 UTC+5</a:t>
            </a:r>
          </a:p>
          <a:p>
            <a:pPr marL="0" indent="0">
              <a:lnSpc>
                <a:spcPct val="120000"/>
              </a:lnSpc>
              <a:buNone/>
            </a:pPr>
            <a:r>
              <a:rPr lang="en-US" sz="3600" dirty="0">
                <a:latin typeface="Cascadia Code Light" panose="020B0609020000020004" pitchFamily="49" charset="0"/>
                <a:cs typeface="Cascadia Code Light" panose="020B0609020000020004" pitchFamily="49" charset="0"/>
              </a:rPr>
              <a:t>Content-Length: &lt;packet length</a:t>
            </a:r>
            <a:r>
              <a:rPr lang="en-US" sz="3600" b="1" dirty="0">
                <a:latin typeface="Cascadia Code Light" panose="020B0609020000020004" pitchFamily="49" charset="0"/>
                <a:cs typeface="Cascadia Code Light" panose="020B0609020000020004" pitchFamily="49" charset="0"/>
              </a:rPr>
              <a:t>&gt;</a:t>
            </a:r>
          </a:p>
          <a:p>
            <a:pPr marL="0" indent="0">
              <a:lnSpc>
                <a:spcPct val="120000"/>
              </a:lnSpc>
              <a:buNone/>
            </a:pPr>
            <a:r>
              <a:rPr lang="en-US" sz="3600" dirty="0">
                <a:latin typeface="Cascadia Code Light" panose="020B0609020000020004" pitchFamily="49" charset="0"/>
                <a:cs typeface="Cascadia Code Light" panose="020B0609020000020004" pitchFamily="49" charset="0"/>
              </a:rPr>
              <a:t>Content-Type: text/html</a:t>
            </a:r>
          </a:p>
          <a:p>
            <a:pPr marL="0" indent="0">
              <a:lnSpc>
                <a:spcPct val="120000"/>
              </a:lnSpc>
              <a:buNone/>
            </a:pPr>
            <a:r>
              <a:rPr lang="en-US" sz="3600" dirty="0">
                <a:latin typeface="Cascadia Code Light" panose="020B0609020000020004" pitchFamily="49" charset="0"/>
                <a:cs typeface="Cascadia Code Light" panose="020B0609020000020004" pitchFamily="49" charset="0"/>
              </a:rPr>
              <a:t>Connection: Closed</a:t>
            </a:r>
          </a:p>
          <a:p>
            <a:pPr marL="0" indent="0">
              <a:lnSpc>
                <a:spcPct val="120000"/>
              </a:lnSpc>
              <a:buNone/>
            </a:pPr>
            <a:endParaRPr lang="en-US" sz="3400" dirty="0"/>
          </a:p>
        </p:txBody>
      </p:sp>
    </p:spTree>
    <p:extLst>
      <p:ext uri="{BB962C8B-B14F-4D97-AF65-F5344CB8AC3E}">
        <p14:creationId xmlns:p14="http://schemas.microsoft.com/office/powerpoint/2010/main" val="20211839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447800"/>
            <a:ext cx="11743016" cy="5105400"/>
          </a:xfrm>
          <a:prstGeom prst="rect">
            <a:avLst/>
          </a:prstGeom>
        </p:spPr>
        <p:txBody>
          <a:bodyPr>
            <a:no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endParaRPr lang="en-US" sz="2400" dirty="0"/>
          </a:p>
        </p:txBody>
      </p:sp>
      <p:sp>
        <p:nvSpPr>
          <p:cNvPr id="4" name="Rectangle 3">
            <a:extLst>
              <a:ext uri="{FF2B5EF4-FFF2-40B4-BE49-F238E27FC236}">
                <a16:creationId xmlns:a16="http://schemas.microsoft.com/office/drawing/2014/main" id="{C7F71512-10BF-F8BB-466D-576C6461D99E}"/>
              </a:ext>
            </a:extLst>
          </p:cNvPr>
          <p:cNvSpPr/>
          <p:nvPr/>
        </p:nvSpPr>
        <p:spPr>
          <a:xfrm>
            <a:off x="1797943" y="2497976"/>
            <a:ext cx="8587897" cy="1862048"/>
          </a:xfrm>
          <a:prstGeom prst="rect">
            <a:avLst/>
          </a:prstGeom>
          <a:noFill/>
        </p:spPr>
        <p:txBody>
          <a:bodyPr wrap="square" lIns="91440" tIns="45720" rIns="91440" bIns="45720">
            <a:spAutoFit/>
          </a:bodyPr>
          <a:lstStyle/>
          <a:p>
            <a:pPr algn="ctr"/>
            <a:r>
              <a:rPr lang="en-US" sz="11500" b="0" cap="none" spc="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rPr>
              <a:t>LET’S BEGIN</a:t>
            </a:r>
          </a:p>
        </p:txBody>
      </p:sp>
    </p:spTree>
    <p:extLst>
      <p:ext uri="{BB962C8B-B14F-4D97-AF65-F5344CB8AC3E}">
        <p14:creationId xmlns:p14="http://schemas.microsoft.com/office/powerpoint/2010/main" val="713586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nodePh="1">
                                  <p:stCondLst>
                                    <p:cond delay="0"/>
                                  </p:stCondLst>
                                  <p:endCondLst>
                                    <p:cond evt="begin" delay="0">
                                      <p:tn val="5"/>
                                    </p:cond>
                                  </p:end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Sarah’s problem</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4" name="Content Placeholder 2">
            <a:extLst>
              <a:ext uri="{FF2B5EF4-FFF2-40B4-BE49-F238E27FC236}">
                <a16:creationId xmlns:a16="http://schemas.microsoft.com/office/drawing/2014/main" id="{1CD209AA-DDD5-E504-DFB9-326FC3BA9232}"/>
              </a:ext>
            </a:extLst>
          </p:cNvPr>
          <p:cNvSpPr txBox="1">
            <a:spLocks/>
          </p:cNvSpPr>
          <p:nvPr/>
        </p:nvSpPr>
        <p:spPr>
          <a:xfrm>
            <a:off x="220384" y="1532587"/>
            <a:ext cx="5875616" cy="4887878"/>
          </a:xfrm>
          <a:prstGeom prst="rect">
            <a:avLst/>
          </a:prstGeom>
        </p:spPr>
        <p:txBody>
          <a:bodyPr>
            <a:normAutofit fontScale="92500" lnSpcReduction="1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200" dirty="0"/>
              <a:t>Sarah commutes to university on her maroon Daihatsu Cuore.</a:t>
            </a:r>
          </a:p>
          <a:p>
            <a:pPr>
              <a:lnSpc>
                <a:spcPct val="120000"/>
              </a:lnSpc>
              <a:buFont typeface="Wingdings" panose="05000000000000000000" pitchFamily="2" charset="2"/>
              <a:buChar char="§"/>
            </a:pPr>
            <a:r>
              <a:rPr lang="en-US" sz="3200" dirty="0"/>
              <a:t>She has a capacity for three extra people in a car but the three people who she can accommodate have to either live near Ayesha Manzil, where she commutes to and from, or situate somewhere within the route she takes.</a:t>
            </a:r>
          </a:p>
        </p:txBody>
      </p:sp>
      <p:pic>
        <p:nvPicPr>
          <p:cNvPr id="1028" name="Picture 4" descr="a Pakistani teenage girl driving a Maroon Daihatsu Cuore and looking at a fuel gauge with a thought bubble showing a calculator and a carpooling app">
            <a:extLst>
              <a:ext uri="{FF2B5EF4-FFF2-40B4-BE49-F238E27FC236}">
                <a16:creationId xmlns:a16="http://schemas.microsoft.com/office/drawing/2014/main" id="{0F660301-8DF9-E7F2-ABA4-DD6EF92DA9A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23400" y="1456526"/>
            <a:ext cx="5040000" cy="504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937742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2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Sarah’s problem</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4" name="Content Placeholder 2">
            <a:extLst>
              <a:ext uri="{FF2B5EF4-FFF2-40B4-BE49-F238E27FC236}">
                <a16:creationId xmlns:a16="http://schemas.microsoft.com/office/drawing/2014/main" id="{1CD209AA-DDD5-E504-DFB9-326FC3BA9232}"/>
              </a:ext>
            </a:extLst>
          </p:cNvPr>
          <p:cNvSpPr txBox="1">
            <a:spLocks/>
          </p:cNvSpPr>
          <p:nvPr/>
        </p:nvSpPr>
        <p:spPr>
          <a:xfrm>
            <a:off x="220384" y="1532587"/>
            <a:ext cx="5875616" cy="4887878"/>
          </a:xfrm>
          <a:prstGeom prst="rect">
            <a:avLst/>
          </a:prstGeom>
        </p:spPr>
        <p:txBody>
          <a:bodyPr>
            <a:norm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200" dirty="0"/>
              <a:t>She is thinking about minimizing her fuel expense as well as the environmental effects and decides to post an ad on university noticeboard so that other people can contact her to share the ride.</a:t>
            </a:r>
          </a:p>
        </p:txBody>
      </p:sp>
      <p:pic>
        <p:nvPicPr>
          <p:cNvPr id="2052" name="Picture 4" descr="Sarah posting an ad on a notice board for car pooling">
            <a:extLst>
              <a:ext uri="{FF2B5EF4-FFF2-40B4-BE49-F238E27FC236}">
                <a16:creationId xmlns:a16="http://schemas.microsoft.com/office/drawing/2014/main" id="{684B76BD-9FD7-7054-AC71-E9E1EA304C3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23400" y="1456526"/>
            <a:ext cx="5040000" cy="504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577269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Sarah’s problem</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4" name="Content Placeholder 2">
            <a:extLst>
              <a:ext uri="{FF2B5EF4-FFF2-40B4-BE49-F238E27FC236}">
                <a16:creationId xmlns:a16="http://schemas.microsoft.com/office/drawing/2014/main" id="{1CD209AA-DDD5-E504-DFB9-326FC3BA9232}"/>
              </a:ext>
            </a:extLst>
          </p:cNvPr>
          <p:cNvSpPr txBox="1">
            <a:spLocks/>
          </p:cNvSpPr>
          <p:nvPr/>
        </p:nvSpPr>
        <p:spPr>
          <a:xfrm>
            <a:off x="5260384" y="4412587"/>
            <a:ext cx="6711232" cy="2007878"/>
          </a:xfrm>
          <a:prstGeom prst="rect">
            <a:avLst/>
          </a:prstGeom>
        </p:spPr>
        <p:txBody>
          <a:bodyPr>
            <a:normAutofit fontScale="925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200" dirty="0"/>
              <a:t>Nabeel, the tuck-shop cashier, Dr. Imran from faculty, and a student from another college </a:t>
            </a:r>
            <a:r>
              <a:rPr lang="en-US" sz="3200" dirty="0" err="1"/>
              <a:t>Shaista</a:t>
            </a:r>
            <a:r>
              <a:rPr lang="en-US" sz="3200" dirty="0"/>
              <a:t>, see this ad and contact Sarah.</a:t>
            </a:r>
          </a:p>
        </p:txBody>
      </p:sp>
      <p:pic>
        <p:nvPicPr>
          <p:cNvPr id="3074" name="Picture 2" descr="a college professor reading a notice board which has an ad for carpooling">
            <a:extLst>
              <a:ext uri="{FF2B5EF4-FFF2-40B4-BE49-F238E27FC236}">
                <a16:creationId xmlns:a16="http://schemas.microsoft.com/office/drawing/2014/main" id="{A62244E0-37AE-9F63-21FD-54D1FE9880C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86275" y="1532587"/>
            <a:ext cx="2880000" cy="2880000"/>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a college professor reading a notice board which has an ad for carpooling">
            <a:extLst>
              <a:ext uri="{FF2B5EF4-FFF2-40B4-BE49-F238E27FC236}">
                <a16:creationId xmlns:a16="http://schemas.microsoft.com/office/drawing/2014/main" id="{B4DC99AA-340E-76C7-092E-A65831F6FF7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091616" y="1532587"/>
            <a:ext cx="2880000" cy="2880000"/>
          </a:xfrm>
          <a:prstGeom prst="rect">
            <a:avLst/>
          </a:prstGeom>
          <a:noFill/>
          <a:extLst>
            <a:ext uri="{909E8E84-426E-40DD-AFC4-6F175D3DCCD1}">
              <a14:hiddenFill xmlns:a14="http://schemas.microsoft.com/office/drawing/2010/main">
                <a:solidFill>
                  <a:srgbClr val="FFFFFF"/>
                </a:solidFill>
              </a14:hiddenFill>
            </a:ext>
          </a:extLst>
        </p:spPr>
      </p:pic>
      <p:pic>
        <p:nvPicPr>
          <p:cNvPr id="3078" name="Picture 6" descr="3 people reading the first notice board. First one should look like a hard working man in his 30's, second one should be a college professor, and 3rd one another teen girl wearing very modest clothes. The notice board should also have an ad for carpooling from Sarah">
            <a:extLst>
              <a:ext uri="{FF2B5EF4-FFF2-40B4-BE49-F238E27FC236}">
                <a16:creationId xmlns:a16="http://schemas.microsoft.com/office/drawing/2014/main" id="{EA91404C-D1D8-5684-7FFA-5B5D1169B02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0384" y="1442400"/>
            <a:ext cx="5040000" cy="504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338282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7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07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07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Sarah’s problem</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4" name="Content Placeholder 2">
            <a:extLst>
              <a:ext uri="{FF2B5EF4-FFF2-40B4-BE49-F238E27FC236}">
                <a16:creationId xmlns:a16="http://schemas.microsoft.com/office/drawing/2014/main" id="{1CD209AA-DDD5-E504-DFB9-326FC3BA9232}"/>
              </a:ext>
            </a:extLst>
          </p:cNvPr>
          <p:cNvSpPr txBox="1">
            <a:spLocks/>
          </p:cNvSpPr>
          <p:nvPr/>
        </p:nvSpPr>
        <p:spPr>
          <a:xfrm>
            <a:off x="220384" y="1532587"/>
            <a:ext cx="5875616" cy="4887878"/>
          </a:xfrm>
          <a:prstGeom prst="rect">
            <a:avLst/>
          </a:prstGeom>
        </p:spPr>
        <p:txBody>
          <a:bodyPr>
            <a:normAutofit fontScale="775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200" dirty="0"/>
              <a:t>Sarah gladly welcomes them and the three start to travel together.</a:t>
            </a:r>
          </a:p>
          <a:p>
            <a:pPr>
              <a:lnSpc>
                <a:spcPct val="120000"/>
              </a:lnSpc>
              <a:buFont typeface="Wingdings" panose="05000000000000000000" pitchFamily="2" charset="2"/>
              <a:buChar char="§"/>
            </a:pPr>
            <a:r>
              <a:rPr lang="en-US" sz="3200" dirty="0"/>
              <a:t>Nabeel lives nearby, so he is the last one who gets picked and the first one to drop.</a:t>
            </a:r>
          </a:p>
          <a:p>
            <a:pPr>
              <a:lnSpc>
                <a:spcPct val="120000"/>
              </a:lnSpc>
              <a:buFont typeface="Wingdings" panose="05000000000000000000" pitchFamily="2" charset="2"/>
              <a:buChar char="§"/>
            </a:pPr>
            <a:r>
              <a:rPr lang="en-US" sz="3200" dirty="0"/>
              <a:t>Shasta lives quite close to Sarah's place. However, she only joins on Mondays and Thursdays.</a:t>
            </a:r>
          </a:p>
          <a:p>
            <a:pPr>
              <a:lnSpc>
                <a:spcPct val="120000"/>
              </a:lnSpc>
              <a:buFont typeface="Wingdings" panose="05000000000000000000" pitchFamily="2" charset="2"/>
              <a:buChar char="§"/>
            </a:pPr>
            <a:r>
              <a:rPr lang="en-US" sz="3200" dirty="0"/>
              <a:t>Dr. Imran lives near national stadium which is approximately at two third of the distance from university to Sarah’s place.</a:t>
            </a:r>
          </a:p>
        </p:txBody>
      </p:sp>
      <p:pic>
        <p:nvPicPr>
          <p:cNvPr id="4098" name="Picture 2" descr="4 pakistani people in a car. Two teenage girls, an aged man and a middle aged man">
            <a:extLst>
              <a:ext uri="{FF2B5EF4-FFF2-40B4-BE49-F238E27FC236}">
                <a16:creationId xmlns:a16="http://schemas.microsoft.com/office/drawing/2014/main" id="{168DF9AF-E41E-A5B9-FA94-061293999F3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65889" y="1456526"/>
            <a:ext cx="5040000" cy="504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118267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09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Sarah’s problem</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4" name="Content Placeholder 2">
            <a:extLst>
              <a:ext uri="{FF2B5EF4-FFF2-40B4-BE49-F238E27FC236}">
                <a16:creationId xmlns:a16="http://schemas.microsoft.com/office/drawing/2014/main" id="{1CD209AA-DDD5-E504-DFB9-326FC3BA9232}"/>
              </a:ext>
            </a:extLst>
          </p:cNvPr>
          <p:cNvSpPr txBox="1">
            <a:spLocks/>
          </p:cNvSpPr>
          <p:nvPr/>
        </p:nvSpPr>
        <p:spPr>
          <a:xfrm>
            <a:off x="220384" y="1532587"/>
            <a:ext cx="11743016" cy="4887878"/>
          </a:xfrm>
          <a:prstGeom prst="rect">
            <a:avLst/>
          </a:prstGeom>
        </p:spPr>
        <p:txBody>
          <a:bodyPr>
            <a:norm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200" dirty="0"/>
              <a:t>After a while, things get slightly uneasy.</a:t>
            </a:r>
          </a:p>
          <a:p>
            <a:pPr>
              <a:lnSpc>
                <a:spcPct val="120000"/>
              </a:lnSpc>
              <a:buFont typeface="Wingdings" panose="05000000000000000000" pitchFamily="2" charset="2"/>
              <a:buChar char="§"/>
            </a:pPr>
            <a:r>
              <a:rPr lang="en-US" sz="3200" dirty="0"/>
              <a:t>Nabeel is often not ready on time and kept the three waiting. He, on his side also has a valid complaint, that he is unfairly paying 25% of the fuel cost for a quarter of the distance.</a:t>
            </a:r>
          </a:p>
          <a:p>
            <a:pPr>
              <a:lnSpc>
                <a:spcPct val="120000"/>
              </a:lnSpc>
              <a:buFont typeface="Wingdings" panose="05000000000000000000" pitchFamily="2" charset="2"/>
              <a:buChar char="§"/>
            </a:pPr>
            <a:r>
              <a:rPr lang="en-US" sz="3200" dirty="0"/>
              <a:t>Because of such matters, Sarah signs contracts with companions, including terms like schedule, share in the fuel and maintenance cost, start and end dates of contract.</a:t>
            </a:r>
          </a:p>
        </p:txBody>
      </p:sp>
    </p:spTree>
    <p:extLst>
      <p:ext uri="{BB962C8B-B14F-4D97-AF65-F5344CB8AC3E}">
        <p14:creationId xmlns:p14="http://schemas.microsoft.com/office/powerpoint/2010/main" val="4748291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Sarah’s problem</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4" name="Content Placeholder 2">
            <a:extLst>
              <a:ext uri="{FF2B5EF4-FFF2-40B4-BE49-F238E27FC236}">
                <a16:creationId xmlns:a16="http://schemas.microsoft.com/office/drawing/2014/main" id="{1CD209AA-DDD5-E504-DFB9-326FC3BA9232}"/>
              </a:ext>
            </a:extLst>
          </p:cNvPr>
          <p:cNvSpPr txBox="1">
            <a:spLocks/>
          </p:cNvSpPr>
          <p:nvPr/>
        </p:nvSpPr>
        <p:spPr>
          <a:xfrm>
            <a:off x="220384" y="1532587"/>
            <a:ext cx="11743016" cy="4887878"/>
          </a:xfrm>
          <a:prstGeom prst="rect">
            <a:avLst/>
          </a:prstGeom>
        </p:spPr>
        <p:txBody>
          <a:bodyPr>
            <a:normAutofit fontScale="92500" lnSpcReduction="1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200" dirty="0"/>
              <a:t>Halfway to the semester, Sarah terminates the contract with Nabeel as it was not cost effective; another of her classmates, Sidra requests to join, which Sarah accepts. Sidra lives at </a:t>
            </a:r>
            <a:r>
              <a:rPr lang="en-US" sz="3200" dirty="0" err="1"/>
              <a:t>Shara</a:t>
            </a:r>
            <a:r>
              <a:rPr lang="en-US" sz="3200" dirty="0"/>
              <a:t>-e-Faisal, therefore pays according to the distance.</a:t>
            </a:r>
          </a:p>
          <a:p>
            <a:pPr>
              <a:lnSpc>
                <a:spcPct val="120000"/>
              </a:lnSpc>
              <a:buFont typeface="Wingdings" panose="05000000000000000000" pitchFamily="2" charset="2"/>
              <a:buChar char="§"/>
            </a:pPr>
            <a:r>
              <a:rPr lang="en-US" sz="3200" dirty="0"/>
              <a:t>Dr. Imran is quite happy; he likes the company and car. He ends up buying this car from Sarah therefore the car ownership transfers to him.</a:t>
            </a:r>
          </a:p>
          <a:p>
            <a:pPr>
              <a:lnSpc>
                <a:spcPct val="120000"/>
              </a:lnSpc>
              <a:buFont typeface="Wingdings" panose="05000000000000000000" pitchFamily="2" charset="2"/>
              <a:buChar char="§"/>
            </a:pPr>
            <a:r>
              <a:rPr lang="en-US" sz="3200" dirty="0"/>
              <a:t>But there are still a dozen cars and 100 motorcycles left in the campus parking. Can we design a utility to systematically solve this problem for others?</a:t>
            </a:r>
          </a:p>
        </p:txBody>
      </p:sp>
    </p:spTree>
    <p:extLst>
      <p:ext uri="{BB962C8B-B14F-4D97-AF65-F5344CB8AC3E}">
        <p14:creationId xmlns:p14="http://schemas.microsoft.com/office/powerpoint/2010/main" val="30344840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err="1">
                <a:solidFill>
                  <a:srgbClr val="FFFFFF"/>
                </a:solidFill>
                <a:latin typeface="Arial"/>
                <a:cs typeface="Arial"/>
              </a:rPr>
              <a:t>Baham</a:t>
            </a:r>
            <a:endParaRPr lang="en-US" sz="3200" dirty="0">
              <a:solidFill>
                <a:srgbClr val="FFFFFF"/>
              </a:solidFill>
              <a:latin typeface="Arial"/>
              <a:cs typeface="Arial"/>
            </a:endParaRP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4" name="Content Placeholder 2">
            <a:extLst>
              <a:ext uri="{FF2B5EF4-FFF2-40B4-BE49-F238E27FC236}">
                <a16:creationId xmlns:a16="http://schemas.microsoft.com/office/drawing/2014/main" id="{1CD209AA-DDD5-E504-DFB9-326FC3BA9232}"/>
              </a:ext>
            </a:extLst>
          </p:cNvPr>
          <p:cNvSpPr txBox="1">
            <a:spLocks/>
          </p:cNvSpPr>
          <p:nvPr/>
        </p:nvSpPr>
        <p:spPr>
          <a:xfrm>
            <a:off x="220384" y="1532587"/>
            <a:ext cx="6711232" cy="4887878"/>
          </a:xfrm>
          <a:prstGeom prst="rect">
            <a:avLst/>
          </a:prstGeom>
        </p:spPr>
        <p:txBody>
          <a:bodyPr>
            <a:norm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200" dirty="0"/>
              <a:t>The rest of this course will be centered around providing a solution to this problem.</a:t>
            </a:r>
          </a:p>
          <a:p>
            <a:pPr>
              <a:lnSpc>
                <a:spcPct val="120000"/>
              </a:lnSpc>
              <a:buFont typeface="Wingdings" panose="05000000000000000000" pitchFamily="2" charset="2"/>
              <a:buChar char="§"/>
            </a:pPr>
            <a:r>
              <a:rPr lang="en-US" sz="3200" dirty="0"/>
              <a:t>The aim is to develop a cross-platform Mobile application – BAHAM (together), which can be used for in-campus ride sharing.</a:t>
            </a:r>
          </a:p>
        </p:txBody>
      </p:sp>
      <p:pic>
        <p:nvPicPr>
          <p:cNvPr id="5122" name="Picture 2" descr="Baham, an app for carpooling. Image 1 of 4">
            <a:extLst>
              <a:ext uri="{FF2B5EF4-FFF2-40B4-BE49-F238E27FC236}">
                <a16:creationId xmlns:a16="http://schemas.microsoft.com/office/drawing/2014/main" id="{0602A7F7-B8D1-FABC-78CA-3878F1E9D2B8}"/>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rightnessContrast bright="20000" contrast="-20000"/>
                    </a14:imgEffect>
                  </a14:imgLayer>
                </a14:imgProps>
              </a:ext>
              <a:ext uri="{28A0092B-C50C-407E-A947-70E740481C1C}">
                <a14:useLocalDpi xmlns:a14="http://schemas.microsoft.com/office/drawing/2010/main" val="0"/>
              </a:ext>
            </a:extLst>
          </a:blip>
          <a:srcRect/>
          <a:stretch>
            <a:fillRect/>
          </a:stretch>
        </p:blipFill>
        <p:spPr bwMode="auto">
          <a:xfrm>
            <a:off x="6931616" y="1456526"/>
            <a:ext cx="5040000" cy="504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739697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1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Activity</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447800"/>
            <a:ext cx="11743016" cy="5105400"/>
          </a:xfrm>
          <a:prstGeom prst="rect">
            <a:avLst/>
          </a:prstGeom>
        </p:spPr>
        <p:txBody>
          <a:bodyPr>
            <a:no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2800" dirty="0"/>
              <a:t>Create groups of 2 or 3 members.</a:t>
            </a:r>
          </a:p>
          <a:p>
            <a:pPr>
              <a:lnSpc>
                <a:spcPct val="120000"/>
              </a:lnSpc>
              <a:buFont typeface="Wingdings" panose="05000000000000000000" pitchFamily="2" charset="2"/>
              <a:buChar char="§"/>
            </a:pPr>
            <a:r>
              <a:rPr lang="en-US" sz="2800" dirty="0"/>
              <a:t>You will be submitting a single html file at the end of the activity.</a:t>
            </a:r>
          </a:p>
          <a:p>
            <a:pPr>
              <a:lnSpc>
                <a:spcPct val="120000"/>
              </a:lnSpc>
              <a:buFont typeface="Wingdings" panose="05000000000000000000" pitchFamily="2" charset="2"/>
              <a:buChar char="§"/>
            </a:pPr>
            <a:r>
              <a:rPr lang="en-US" sz="2800" dirty="0"/>
              <a:t>You will type in the entire page yourself. </a:t>
            </a:r>
            <a:r>
              <a:rPr lang="en-US" sz="2800" i="1" dirty="0"/>
              <a:t>This step is important</a:t>
            </a:r>
            <a:r>
              <a:rPr lang="en-US" sz="2800" dirty="0"/>
              <a:t>.</a:t>
            </a:r>
          </a:p>
          <a:p>
            <a:pPr>
              <a:lnSpc>
                <a:spcPct val="120000"/>
              </a:lnSpc>
              <a:buFont typeface="Wingdings" panose="05000000000000000000" pitchFamily="2" charset="2"/>
              <a:buChar char="§"/>
            </a:pPr>
            <a:r>
              <a:rPr lang="en-US" sz="2800" dirty="0"/>
              <a:t>At the end of the activity, you will submit </a:t>
            </a:r>
            <a:r>
              <a:rPr lang="en-US" sz="2800"/>
              <a:t>your file on LMS.</a:t>
            </a:r>
            <a:endParaRPr lang="en-US" sz="2800" dirty="0"/>
          </a:p>
          <a:p>
            <a:pPr>
              <a:lnSpc>
                <a:spcPct val="120000"/>
              </a:lnSpc>
              <a:buFont typeface="Wingdings" panose="05000000000000000000" pitchFamily="2" charset="2"/>
              <a:buChar char="§"/>
            </a:pPr>
            <a:r>
              <a:rPr lang="en-US" sz="2800" dirty="0"/>
              <a:t>Keep in mind that you are designing for a Mobile interface. Think accordingly.</a:t>
            </a:r>
          </a:p>
          <a:p>
            <a:pPr>
              <a:lnSpc>
                <a:spcPct val="120000"/>
              </a:lnSpc>
              <a:buFont typeface="Wingdings" panose="05000000000000000000" pitchFamily="2" charset="2"/>
              <a:buChar char="§"/>
            </a:pPr>
            <a:endParaRPr lang="en-US" sz="2800" dirty="0"/>
          </a:p>
        </p:txBody>
      </p:sp>
    </p:spTree>
    <p:extLst>
      <p:ext uri="{BB962C8B-B14F-4D97-AF65-F5344CB8AC3E}">
        <p14:creationId xmlns:p14="http://schemas.microsoft.com/office/powerpoint/2010/main" val="27380203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Activity</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447800"/>
            <a:ext cx="11743016" cy="5105400"/>
          </a:xfrm>
          <a:prstGeom prst="rect">
            <a:avLst/>
          </a:prstGeom>
        </p:spPr>
        <p:txBody>
          <a:bodyPr>
            <a:no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2400" dirty="0"/>
              <a:t>Create an HTML page which must display correctly on mobile interface. (420x320px)</a:t>
            </a:r>
          </a:p>
          <a:p>
            <a:pPr>
              <a:lnSpc>
                <a:spcPct val="120000"/>
              </a:lnSpc>
              <a:buFont typeface="Wingdings" panose="05000000000000000000" pitchFamily="2" charset="2"/>
              <a:buChar char="§"/>
            </a:pPr>
            <a:r>
              <a:rPr lang="en-US" sz="2400" dirty="0"/>
              <a:t>Provide the required tags: &lt;html&gt;, &lt;head&gt;, &lt;body&gt;</a:t>
            </a:r>
          </a:p>
          <a:p>
            <a:pPr>
              <a:lnSpc>
                <a:spcPct val="120000"/>
              </a:lnSpc>
              <a:buFont typeface="Wingdings" panose="05000000000000000000" pitchFamily="2" charset="2"/>
              <a:buChar char="§"/>
            </a:pPr>
            <a:r>
              <a:rPr lang="en-US" sz="2400" dirty="0"/>
              <a:t>In this single page, your objective is to add a Heading, sub-heading, Navigation bar, Main Section and Footer</a:t>
            </a:r>
          </a:p>
          <a:p>
            <a:pPr>
              <a:lnSpc>
                <a:spcPct val="120000"/>
              </a:lnSpc>
              <a:buFont typeface="Wingdings" panose="05000000000000000000" pitchFamily="2" charset="2"/>
              <a:buChar char="§"/>
            </a:pPr>
            <a:r>
              <a:rPr lang="en-US" sz="2400" dirty="0"/>
              <a:t>Provide a heading, attach a favicon, provide Navbar links according to the scenario, place a few ads from Owners and Companions</a:t>
            </a:r>
          </a:p>
          <a:p>
            <a:pPr>
              <a:lnSpc>
                <a:spcPct val="120000"/>
              </a:lnSpc>
              <a:buFont typeface="Wingdings" panose="05000000000000000000" pitchFamily="2" charset="2"/>
              <a:buChar char="§"/>
            </a:pPr>
            <a:r>
              <a:rPr lang="en-US" sz="2400" dirty="0"/>
              <a:t>All the content will be about the “</a:t>
            </a:r>
            <a:r>
              <a:rPr lang="en-US" sz="2400" dirty="0" err="1"/>
              <a:t>Baham</a:t>
            </a:r>
            <a:r>
              <a:rPr lang="en-US" sz="2400" dirty="0"/>
              <a:t>” app explained earlier</a:t>
            </a:r>
          </a:p>
          <a:p>
            <a:pPr>
              <a:lnSpc>
                <a:spcPct val="120000"/>
              </a:lnSpc>
              <a:buFont typeface="Wingdings" panose="05000000000000000000" pitchFamily="2" charset="2"/>
              <a:buChar char="§"/>
            </a:pPr>
            <a:r>
              <a:rPr lang="en-US" sz="2400" dirty="0"/>
              <a:t>Provide Styling using on-page CSS</a:t>
            </a:r>
          </a:p>
          <a:p>
            <a:pPr>
              <a:lnSpc>
                <a:spcPct val="120000"/>
              </a:lnSpc>
              <a:buFont typeface="Wingdings" panose="05000000000000000000" pitchFamily="2" charset="2"/>
              <a:buChar char="§"/>
            </a:pPr>
            <a:r>
              <a:rPr lang="en-US" sz="2400" dirty="0"/>
              <a:t>Make proper use of Padding, Borders and Margins</a:t>
            </a:r>
          </a:p>
        </p:txBody>
      </p:sp>
    </p:spTree>
    <p:extLst>
      <p:ext uri="{BB962C8B-B14F-4D97-AF65-F5344CB8AC3E}">
        <p14:creationId xmlns:p14="http://schemas.microsoft.com/office/powerpoint/2010/main" val="13061898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0" name="Picture Placeholder 7" descr="abstract image">
            <a:extLst>
              <a:ext uri="{FF2B5EF4-FFF2-40B4-BE49-F238E27FC236}">
                <a16:creationId xmlns:a16="http://schemas.microsoft.com/office/drawing/2014/main" id="{D5C5EA1B-F06D-4AD1-B526-89C2DF772232}"/>
              </a:ext>
            </a:extLst>
          </p:cNvPr>
          <p:cNvPicPr>
            <a:picLocks noChangeAspect="1"/>
          </p:cNvPicPr>
          <p:nvPr/>
        </p:nvPicPr>
        <p:blipFill rotWithShape="1">
          <a:blip r:embed="rId2">
            <a:alphaModFix amt="52000"/>
            <a:extLst>
              <a:ext uri="{BEBA8EAE-BF5A-486C-A8C5-ECC9F3942E4B}">
                <a14:imgProps xmlns:a14="http://schemas.microsoft.com/office/drawing/2010/main">
                  <a14:imgLayer r:embed="rId3">
                    <a14:imgEffect>
                      <a14:saturation sat="0"/>
                    </a14:imgEffect>
                  </a14:imgLayer>
                </a14:imgProps>
              </a:ext>
            </a:extLst>
          </a:blip>
          <a:srcRect l="22717" r="45642"/>
          <a:stretch/>
        </p:blipFill>
        <p:spPr>
          <a:xfrm rot="16200000">
            <a:off x="2667001" y="-2666999"/>
            <a:ext cx="6858000" cy="12192000"/>
          </a:xfrm>
          <a:prstGeom prst="rect">
            <a:avLst/>
          </a:prstGeom>
          <a:noFill/>
        </p:spPr>
      </p:pic>
      <p:sp>
        <p:nvSpPr>
          <p:cNvPr id="6" name="Title 5">
            <a:extLst>
              <a:ext uri="{FF2B5EF4-FFF2-40B4-BE49-F238E27FC236}">
                <a16:creationId xmlns:a16="http://schemas.microsoft.com/office/drawing/2014/main" id="{4F7706BE-EF2E-459C-8778-01DDD354C634}"/>
              </a:ext>
            </a:extLst>
          </p:cNvPr>
          <p:cNvSpPr>
            <a:spLocks noGrp="1"/>
          </p:cNvSpPr>
          <p:nvPr>
            <p:ph type="title" idx="4294967295"/>
          </p:nvPr>
        </p:nvSpPr>
        <p:spPr>
          <a:xfrm>
            <a:off x="702365" y="1660810"/>
            <a:ext cx="10787270" cy="830649"/>
          </a:xfrm>
        </p:spPr>
        <p:txBody>
          <a:bodyPr>
            <a:normAutofit/>
          </a:bodyPr>
          <a:lstStyle/>
          <a:p>
            <a:r>
              <a:rPr lang="en-US" sz="4000" spc="300" dirty="0"/>
              <a:t>THANK YOU</a:t>
            </a:r>
          </a:p>
        </p:txBody>
      </p:sp>
      <p:pic>
        <p:nvPicPr>
          <p:cNvPr id="24" name="Online Image Placeholder 23" descr="User">
            <a:extLst>
              <a:ext uri="{FF2B5EF4-FFF2-40B4-BE49-F238E27FC236}">
                <a16:creationId xmlns:a16="http://schemas.microsoft.com/office/drawing/2014/main" id="{E896B487-8C07-495F-95BF-B8F4960E1E8D}"/>
              </a:ext>
            </a:extLst>
          </p:cNvPr>
          <p:cNvPicPr>
            <a:picLocks noGrp="1" noChangeAspect="1"/>
          </p:cNvPicPr>
          <p:nvPr>
            <p:ph type="clipArt" sz="quarter" idx="19"/>
          </p:nvPr>
        </p:nvPicPr>
        <p:blipFill>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p:pic>
      <p:pic>
        <p:nvPicPr>
          <p:cNvPr id="12" name="Online Image Placeholder 11" descr="Smart Phone">
            <a:extLst>
              <a:ext uri="{FF2B5EF4-FFF2-40B4-BE49-F238E27FC236}">
                <a16:creationId xmlns:a16="http://schemas.microsoft.com/office/drawing/2014/main" id="{4E709B75-16EA-4581-AED9-567DEF45A6B2}"/>
              </a:ext>
            </a:extLst>
          </p:cNvPr>
          <p:cNvPicPr>
            <a:picLocks noGrp="1" noChangeAspect="1"/>
          </p:cNvPicPr>
          <p:nvPr>
            <p:ph type="clipArt" sz="quarter" idx="20"/>
          </p:nvPr>
        </p:nvPicPr>
        <p:blipFill>
          <a:blip r:embed="rId6" cstate="email">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5730873" y="3118670"/>
            <a:ext cx="730250" cy="730250"/>
          </a:xfrm>
        </p:spPr>
      </p:pic>
      <p:pic>
        <p:nvPicPr>
          <p:cNvPr id="28" name="Online Image Placeholder 27" descr="Envelope">
            <a:extLst>
              <a:ext uri="{FF2B5EF4-FFF2-40B4-BE49-F238E27FC236}">
                <a16:creationId xmlns:a16="http://schemas.microsoft.com/office/drawing/2014/main" id="{D4D09222-33EB-4F99-9A89-51E2E1E97584}"/>
              </a:ext>
            </a:extLst>
          </p:cNvPr>
          <p:cNvPicPr>
            <a:picLocks noGrp="1" noChangeAspect="1"/>
          </p:cNvPicPr>
          <p:nvPr>
            <p:ph type="clipArt" sz="quarter" idx="21"/>
          </p:nvPr>
        </p:nvPicPr>
        <p:blipFill>
          <a:blip r:embed="rId8" cstate="email">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p:pic>
      <p:sp>
        <p:nvSpPr>
          <p:cNvPr id="8" name="Text Placeholder 7">
            <a:extLst>
              <a:ext uri="{FF2B5EF4-FFF2-40B4-BE49-F238E27FC236}">
                <a16:creationId xmlns:a16="http://schemas.microsoft.com/office/drawing/2014/main" id="{0B070B25-2BBC-49AC-9CFA-1CD7195DF2D6}"/>
              </a:ext>
            </a:extLst>
          </p:cNvPr>
          <p:cNvSpPr>
            <a:spLocks noGrp="1"/>
          </p:cNvSpPr>
          <p:nvPr>
            <p:ph type="body" sz="quarter" idx="16"/>
          </p:nvPr>
        </p:nvSpPr>
        <p:spPr/>
        <p:txBody>
          <a:bodyPr/>
          <a:lstStyle/>
          <a:p>
            <a:r>
              <a:rPr lang="en-US" dirty="0"/>
              <a:t>Owais Hussain</a:t>
            </a:r>
          </a:p>
        </p:txBody>
      </p:sp>
      <p:sp>
        <p:nvSpPr>
          <p:cNvPr id="9" name="Text Placeholder 8">
            <a:extLst>
              <a:ext uri="{FF2B5EF4-FFF2-40B4-BE49-F238E27FC236}">
                <a16:creationId xmlns:a16="http://schemas.microsoft.com/office/drawing/2014/main" id="{9E2524A0-105C-4170-BB48-CD0756FB3DFE}"/>
              </a:ext>
            </a:extLst>
          </p:cNvPr>
          <p:cNvSpPr>
            <a:spLocks noGrp="1"/>
          </p:cNvSpPr>
          <p:nvPr>
            <p:ph type="body" sz="quarter" idx="17"/>
          </p:nvPr>
        </p:nvSpPr>
        <p:spPr/>
        <p:txBody>
          <a:bodyPr/>
          <a:lstStyle/>
          <a:p>
            <a:r>
              <a:rPr lang="en-US" dirty="0"/>
              <a:t>+92 345-3174270</a:t>
            </a:r>
          </a:p>
        </p:txBody>
      </p:sp>
      <p:sp>
        <p:nvSpPr>
          <p:cNvPr id="10" name="Text Placeholder 9">
            <a:extLst>
              <a:ext uri="{FF2B5EF4-FFF2-40B4-BE49-F238E27FC236}">
                <a16:creationId xmlns:a16="http://schemas.microsoft.com/office/drawing/2014/main" id="{6E57A531-5B0F-485D-A015-BC78AD089BA6}"/>
              </a:ext>
            </a:extLst>
          </p:cNvPr>
          <p:cNvSpPr>
            <a:spLocks noGrp="1"/>
          </p:cNvSpPr>
          <p:nvPr>
            <p:ph type="body" sz="quarter" idx="18"/>
          </p:nvPr>
        </p:nvSpPr>
        <p:spPr>
          <a:xfrm>
            <a:off x="8216525" y="3903126"/>
            <a:ext cx="3572351" cy="518795"/>
          </a:xfrm>
        </p:spPr>
        <p:txBody>
          <a:bodyPr>
            <a:normAutofit fontScale="92500"/>
          </a:bodyPr>
          <a:lstStyle/>
          <a:p>
            <a:r>
              <a:rPr lang="en-US" dirty="0"/>
              <a:t>owais.hussain@kiet.edu.pk</a:t>
            </a:r>
          </a:p>
        </p:txBody>
      </p:sp>
      <p:sp>
        <p:nvSpPr>
          <p:cNvPr id="3" name="Text Placeholder 2">
            <a:extLst>
              <a:ext uri="{FF2B5EF4-FFF2-40B4-BE49-F238E27FC236}">
                <a16:creationId xmlns:a16="http://schemas.microsoft.com/office/drawing/2014/main" id="{C747C414-85D9-40D6-9BB3-5AF68A84F413}"/>
              </a:ext>
            </a:extLst>
          </p:cNvPr>
          <p:cNvSpPr>
            <a:spLocks noGrp="1"/>
          </p:cNvSpPr>
          <p:nvPr>
            <p:ph type="body" sz="quarter" idx="12"/>
          </p:nvPr>
        </p:nvSpPr>
        <p:spPr>
          <a:xfrm>
            <a:off x="2486288" y="5137992"/>
            <a:ext cx="7219423" cy="518795"/>
          </a:xfrm>
        </p:spPr>
        <p:txBody>
          <a:bodyPr/>
          <a:lstStyle/>
          <a:p>
            <a:r>
              <a:rPr lang="en-US" sz="1700" dirty="0"/>
              <a:t>https://www.researchgate.net/profile/Owais-Hussain-3</a:t>
            </a:r>
          </a:p>
        </p:txBody>
      </p:sp>
    </p:spTree>
    <p:extLst>
      <p:ext uri="{BB962C8B-B14F-4D97-AF65-F5344CB8AC3E}">
        <p14:creationId xmlns:p14="http://schemas.microsoft.com/office/powerpoint/2010/main" val="927727573"/>
      </p:ext>
    </p:extLst>
  </p:cSld>
  <p:clrMapOvr>
    <a:masterClrMapping/>
  </p:clrMapOvr>
</p:sld>
</file>

<file path=ppt/theme/theme1.xml><?xml version="1.0" encoding="utf-8"?>
<a:theme xmlns:a="http://schemas.openxmlformats.org/drawingml/2006/main" name="Office Theme">
  <a:themeElements>
    <a:clrScheme name="Custom 5">
      <a:dk1>
        <a:sysClr val="windowText" lastClr="000000"/>
      </a:dk1>
      <a:lt1>
        <a:sysClr val="window" lastClr="FFFFFF"/>
      </a:lt1>
      <a:dk2>
        <a:srgbClr val="44546A"/>
      </a:dk2>
      <a:lt2>
        <a:srgbClr val="E7E6E6"/>
      </a:lt2>
      <a:accent1>
        <a:srgbClr val="A53F52"/>
      </a:accent1>
      <a:accent2>
        <a:srgbClr val="E99757"/>
      </a:accent2>
      <a:accent3>
        <a:srgbClr val="2F3342"/>
      </a:accent3>
      <a:accent4>
        <a:srgbClr val="2C2153"/>
      </a:accent4>
      <a:accent5>
        <a:srgbClr val="01023B"/>
      </a:accent5>
      <a:accent6>
        <a:srgbClr val="7F7F7F"/>
      </a:accent6>
      <a:hlink>
        <a:srgbClr val="3A3838"/>
      </a:hlink>
      <a:folHlink>
        <a:srgbClr val="D0CECE"/>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ech presentation_Win32_LW_v2.potx" id="{3AEEB70B-72AA-432B-B699-7833EBF4B1FE}" vid="{14A49A59-25D4-4203-BE02-DE6939C7C5F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55BB9993-D5F9-46FA-B2E5-80E3632E982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E3D9F223-918A-45AF-9B53-56AB9E5E2182}">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1B7E2D32-4FDD-4266-880C-17595B801432}">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Tech presentation</Template>
  <TotalTime>1617</TotalTime>
  <Words>1663</Words>
  <Application>Microsoft Office PowerPoint</Application>
  <PresentationFormat>Widescreen</PresentationFormat>
  <Paragraphs>192</Paragraphs>
  <Slides>22</Slides>
  <Notes>19</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22</vt:i4>
      </vt:variant>
    </vt:vector>
  </HeadingPairs>
  <TitlesOfParts>
    <vt:vector size="29" baseType="lpstr">
      <vt:lpstr>Arial</vt:lpstr>
      <vt:lpstr>Calibri</vt:lpstr>
      <vt:lpstr>Calibri Light</vt:lpstr>
      <vt:lpstr>Cascadia Code Light</vt:lpstr>
      <vt:lpstr>Trebuchet MS</vt:lpstr>
      <vt:lpstr>Wingdings</vt:lpstr>
      <vt:lpstr>Office Theme</vt:lpstr>
      <vt:lpstr>MOBILE APPLICATION Development (114155)</vt:lpstr>
      <vt:lpstr>Agenda</vt:lpstr>
      <vt:lpstr>Sample 2</vt:lpstr>
      <vt:lpstr>Sample 2</vt:lpstr>
      <vt:lpstr>Sample 2</vt:lpstr>
      <vt:lpstr>PowerPoint Presentation</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INFLUENCE MINING IN COMPLEX NETWORKS</dc:title>
  <dc:creator>Owais Ahmed</dc:creator>
  <cp:lastModifiedBy>Owais Ahmed</cp:lastModifiedBy>
  <cp:revision>147</cp:revision>
  <dcterms:created xsi:type="dcterms:W3CDTF">2022-11-22T20:08:03Z</dcterms:created>
  <dcterms:modified xsi:type="dcterms:W3CDTF">2023-10-07T09:36:23Z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