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448" r:id="rId5"/>
    <p:sldId id="2491" r:id="rId6"/>
    <p:sldId id="2505" r:id="rId7"/>
    <p:sldId id="2506" r:id="rId8"/>
    <p:sldId id="2507" r:id="rId9"/>
    <p:sldId id="2516" r:id="rId10"/>
    <p:sldId id="2517" r:id="rId11"/>
    <p:sldId id="2518" r:id="rId12"/>
    <p:sldId id="2520" r:id="rId13"/>
    <p:sldId id="2519" r:id="rId14"/>
    <p:sldId id="2521" r:id="rId15"/>
    <p:sldId id="2522" r:id="rId16"/>
    <p:sldId id="2523" r:id="rId17"/>
    <p:sldId id="2524" r:id="rId18"/>
    <p:sldId id="2527" r:id="rId19"/>
    <p:sldId id="2528" r:id="rId20"/>
    <p:sldId id="2529" r:id="rId21"/>
    <p:sldId id="2530" r:id="rId22"/>
    <p:sldId id="2531" r:id="rId23"/>
    <p:sldId id="2525" r:id="rId24"/>
    <p:sldId id="2532" r:id="rId25"/>
    <p:sldId id="2526" r:id="rId26"/>
    <p:sldId id="243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43778F-B2E7-4C3E-9603-FF4D42195F71}" v="147" dt="2024-01-06T09:53:16.6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78" autoAdjust="0"/>
    <p:restoredTop sz="89150" autoAdjust="0"/>
  </p:normalViewPr>
  <p:slideViewPr>
    <p:cSldViewPr snapToGrid="0">
      <p:cViewPr varScale="1">
        <p:scale>
          <a:sx n="73" d="100"/>
          <a:sy n="73" d="100"/>
        </p:scale>
        <p:origin x="768" y="72"/>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1FF0103-B0ED-446C-9E77-45E322E404ED}"/>
    <pc:docChg chg="undo redo custSel addSld delSld modSld sldOrd">
      <pc:chgData name="Owais Ahmed" userId="6abc7d4556b3b071" providerId="LiveId" clId="{31FF0103-B0ED-446C-9E77-45E322E404ED}" dt="2023-03-07T10:13:56.929" v="2125" actId="20577"/>
      <pc:docMkLst>
        <pc:docMk/>
      </pc:docMkLst>
      <pc:sldChg chg="del">
        <pc:chgData name="Owais Ahmed" userId="6abc7d4556b3b071" providerId="LiveId" clId="{31FF0103-B0ED-446C-9E77-45E322E404ED}" dt="2023-03-07T09:10:09.196" v="5" actId="47"/>
        <pc:sldMkLst>
          <pc:docMk/>
          <pc:sldMk cId="4226644250" sldId="256"/>
        </pc:sldMkLst>
      </pc:sldChg>
      <pc:sldChg chg="modSp mod">
        <pc:chgData name="Owais Ahmed" userId="6abc7d4556b3b071" providerId="LiveId" clId="{31FF0103-B0ED-446C-9E77-45E322E404ED}" dt="2023-03-07T10:05:04.527" v="1091" actId="20577"/>
        <pc:sldMkLst>
          <pc:docMk/>
          <pc:sldMk cId="1649098948" sldId="2462"/>
        </pc:sldMkLst>
        <pc:spChg chg="mod">
          <ac:chgData name="Owais Ahmed" userId="6abc7d4556b3b071" providerId="LiveId" clId="{31FF0103-B0ED-446C-9E77-45E322E404ED}" dt="2023-03-07T10:05:04.527" v="1091" actId="20577"/>
          <ac:spMkLst>
            <pc:docMk/>
            <pc:sldMk cId="1649098948" sldId="2462"/>
            <ac:spMk id="6" creationId="{F3C89A40-EEAA-43AB-9A3A-B2CFDE450F1B}"/>
          </ac:spMkLst>
        </pc:spChg>
      </pc:sldChg>
      <pc:sldChg chg="add">
        <pc:chgData name="Owais Ahmed" userId="6abc7d4556b3b071" providerId="LiveId" clId="{31FF0103-B0ED-446C-9E77-45E322E404ED}" dt="2023-03-07T09:10:30.938" v="12"/>
        <pc:sldMkLst>
          <pc:docMk/>
          <pc:sldMk cId="2835548672" sldId="2467"/>
        </pc:sldMkLst>
      </pc:sldChg>
      <pc:sldChg chg="add del">
        <pc:chgData name="Owais Ahmed" userId="6abc7d4556b3b071" providerId="LiveId" clId="{31FF0103-B0ED-446C-9E77-45E322E404ED}" dt="2023-03-07T09:11:04.853" v="16" actId="47"/>
        <pc:sldMkLst>
          <pc:docMk/>
          <pc:sldMk cId="2564172473" sldId="2468"/>
        </pc:sldMkLst>
      </pc:sldChg>
      <pc:sldChg chg="del">
        <pc:chgData name="Owais Ahmed" userId="6abc7d4556b3b071" providerId="LiveId" clId="{31FF0103-B0ED-446C-9E77-45E322E404ED}" dt="2023-03-07T09:10:10.602" v="7" actId="47"/>
        <pc:sldMkLst>
          <pc:docMk/>
          <pc:sldMk cId="641030253" sldId="2479"/>
        </pc:sldMkLst>
      </pc:sldChg>
      <pc:sldChg chg="add">
        <pc:chgData name="Owais Ahmed" userId="6abc7d4556b3b071" providerId="LiveId" clId="{31FF0103-B0ED-446C-9E77-45E322E404ED}" dt="2023-03-07T09:10:30.938" v="12"/>
        <pc:sldMkLst>
          <pc:docMk/>
          <pc:sldMk cId="1810203590" sldId="2482"/>
        </pc:sldMkLst>
      </pc:sldChg>
      <pc:sldChg chg="add">
        <pc:chgData name="Owais Ahmed" userId="6abc7d4556b3b071" providerId="LiveId" clId="{31FF0103-B0ED-446C-9E77-45E322E404ED}" dt="2023-03-07T09:10:30.938" v="12"/>
        <pc:sldMkLst>
          <pc:docMk/>
          <pc:sldMk cId="2426892836" sldId="2485"/>
        </pc:sldMkLst>
      </pc:sldChg>
      <pc:sldChg chg="add">
        <pc:chgData name="Owais Ahmed" userId="6abc7d4556b3b071" providerId="LiveId" clId="{31FF0103-B0ED-446C-9E77-45E322E404ED}" dt="2023-03-07T09:10:30.938" v="12"/>
        <pc:sldMkLst>
          <pc:docMk/>
          <pc:sldMk cId="2392008630" sldId="2486"/>
        </pc:sldMkLst>
      </pc:sldChg>
      <pc:sldChg chg="add del">
        <pc:chgData name="Owais Ahmed" userId="6abc7d4556b3b071" providerId="LiveId" clId="{31FF0103-B0ED-446C-9E77-45E322E404ED}" dt="2023-03-07T09:11:04.010" v="15" actId="47"/>
        <pc:sldMkLst>
          <pc:docMk/>
          <pc:sldMk cId="2180074341" sldId="2487"/>
        </pc:sldMkLst>
      </pc:sldChg>
      <pc:sldChg chg="add del">
        <pc:chgData name="Owais Ahmed" userId="6abc7d4556b3b071" providerId="LiveId" clId="{31FF0103-B0ED-446C-9E77-45E322E404ED}" dt="2023-03-07T09:11:17.225" v="18" actId="47"/>
        <pc:sldMkLst>
          <pc:docMk/>
          <pc:sldMk cId="692629543" sldId="2490"/>
        </pc:sldMkLst>
      </pc:sldChg>
      <pc:sldChg chg="add del">
        <pc:chgData name="Owais Ahmed" userId="6abc7d4556b3b071" providerId="LiveId" clId="{31FF0103-B0ED-446C-9E77-45E322E404ED}" dt="2023-03-07T09:11:07.496" v="17" actId="47"/>
        <pc:sldMkLst>
          <pc:docMk/>
          <pc:sldMk cId="1357650666" sldId="2491"/>
        </pc:sldMkLst>
      </pc:sldChg>
      <pc:sldChg chg="add">
        <pc:chgData name="Owais Ahmed" userId="6abc7d4556b3b071" providerId="LiveId" clId="{31FF0103-B0ED-446C-9E77-45E322E404ED}" dt="2023-03-07T09:10:30.938" v="12"/>
        <pc:sldMkLst>
          <pc:docMk/>
          <pc:sldMk cId="332028716" sldId="2492"/>
        </pc:sldMkLst>
      </pc:sldChg>
      <pc:sldChg chg="del">
        <pc:chgData name="Owais Ahmed" userId="6abc7d4556b3b071" providerId="LiveId" clId="{31FF0103-B0ED-446C-9E77-45E322E404ED}" dt="2023-03-07T09:10:09.571" v="6" actId="47"/>
        <pc:sldMkLst>
          <pc:docMk/>
          <pc:sldMk cId="1339872144" sldId="2493"/>
        </pc:sldMkLst>
      </pc:sldChg>
      <pc:sldChg chg="add del">
        <pc:chgData name="Owais Ahmed" userId="6abc7d4556b3b071" providerId="LiveId" clId="{31FF0103-B0ED-446C-9E77-45E322E404ED}" dt="2023-03-07T09:16:46.132" v="342" actId="47"/>
        <pc:sldMkLst>
          <pc:docMk/>
          <pc:sldMk cId="2744016673" sldId="2493"/>
        </pc:sldMkLst>
      </pc:sldChg>
      <pc:sldChg chg="add del">
        <pc:chgData name="Owais Ahmed" userId="6abc7d4556b3b071" providerId="LiveId" clId="{31FF0103-B0ED-446C-9E77-45E322E404ED}" dt="2023-03-07T09:10:34.215" v="13" actId="47"/>
        <pc:sldMkLst>
          <pc:docMk/>
          <pc:sldMk cId="1031269857" sldId="2494"/>
        </pc:sldMkLst>
      </pc:sldChg>
      <pc:sldChg chg="del">
        <pc:chgData name="Owais Ahmed" userId="6abc7d4556b3b071" providerId="LiveId" clId="{31FF0103-B0ED-446C-9E77-45E322E404ED}" dt="2023-03-07T09:10:16.041" v="10" actId="47"/>
        <pc:sldMkLst>
          <pc:docMk/>
          <pc:sldMk cId="4264242367" sldId="2495"/>
        </pc:sldMkLst>
      </pc:sldChg>
      <pc:sldChg chg="del">
        <pc:chgData name="Owais Ahmed" userId="6abc7d4556b3b071" providerId="LiveId" clId="{31FF0103-B0ED-446C-9E77-45E322E404ED}" dt="2023-03-07T09:10:16.745" v="11" actId="47"/>
        <pc:sldMkLst>
          <pc:docMk/>
          <pc:sldMk cId="973217284" sldId="2496"/>
        </pc:sldMkLst>
      </pc:sldChg>
      <pc:sldChg chg="add">
        <pc:chgData name="Owais Ahmed" userId="6abc7d4556b3b071" providerId="LiveId" clId="{31FF0103-B0ED-446C-9E77-45E322E404ED}" dt="2023-03-07T09:10:30.938" v="12"/>
        <pc:sldMkLst>
          <pc:docMk/>
          <pc:sldMk cId="4183735996" sldId="2496"/>
        </pc:sldMkLst>
      </pc:sldChg>
      <pc:sldChg chg="add">
        <pc:chgData name="Owais Ahmed" userId="6abc7d4556b3b071" providerId="LiveId" clId="{31FF0103-B0ED-446C-9E77-45E322E404ED}" dt="2023-03-07T09:10:30.938" v="12"/>
        <pc:sldMkLst>
          <pc:docMk/>
          <pc:sldMk cId="2021183974" sldId="2497"/>
        </pc:sldMkLst>
      </pc:sldChg>
      <pc:sldChg chg="add del">
        <pc:chgData name="Owais Ahmed" userId="6abc7d4556b3b071" providerId="LiveId" clId="{31FF0103-B0ED-446C-9E77-45E322E404ED}" dt="2023-03-07T09:10:45.140" v="14" actId="47"/>
        <pc:sldMkLst>
          <pc:docMk/>
          <pc:sldMk cId="2461819977" sldId="2499"/>
        </pc:sldMkLst>
      </pc:sldChg>
      <pc:sldChg chg="add">
        <pc:chgData name="Owais Ahmed" userId="6abc7d4556b3b071" providerId="LiveId" clId="{31FF0103-B0ED-446C-9E77-45E322E404ED}" dt="2023-03-07T09:10:30.938" v="12"/>
        <pc:sldMkLst>
          <pc:docMk/>
          <pc:sldMk cId="910229267" sldId="2500"/>
        </pc:sldMkLst>
      </pc:sldChg>
      <pc:sldChg chg="add del">
        <pc:chgData name="Owais Ahmed" userId="6abc7d4556b3b071" providerId="LiveId" clId="{31FF0103-B0ED-446C-9E77-45E322E404ED}" dt="2023-03-07T09:11:21.152" v="19" actId="47"/>
        <pc:sldMkLst>
          <pc:docMk/>
          <pc:sldMk cId="1735756904" sldId="2501"/>
        </pc:sldMkLst>
      </pc:sldChg>
      <pc:sldChg chg="modSp add mod modAnim modNotesTx">
        <pc:chgData name="Owais Ahmed" userId="6abc7d4556b3b071" providerId="LiveId" clId="{31FF0103-B0ED-446C-9E77-45E322E404ED}" dt="2023-03-07T09:18:23.935" v="457" actId="20577"/>
        <pc:sldMkLst>
          <pc:docMk/>
          <pc:sldMk cId="1990280332" sldId="2501"/>
        </pc:sldMkLst>
        <pc:spChg chg="mod">
          <ac:chgData name="Owais Ahmed" userId="6abc7d4556b3b071" providerId="LiveId" clId="{31FF0103-B0ED-446C-9E77-45E322E404ED}" dt="2023-03-07T09:18:23.935" v="457" actId="20577"/>
          <ac:spMkLst>
            <pc:docMk/>
            <pc:sldMk cId="1990280332" sldId="2501"/>
            <ac:spMk id="3" creationId="{4A1C0383-58FE-E486-295E-B33B8683B938}"/>
          </ac:spMkLst>
        </pc:spChg>
        <pc:spChg chg="mod">
          <ac:chgData name="Owais Ahmed" userId="6abc7d4556b3b071" providerId="LiveId" clId="{31FF0103-B0ED-446C-9E77-45E322E404ED}" dt="2023-03-07T09:13:27.530" v="128" actId="20577"/>
          <ac:spMkLst>
            <pc:docMk/>
            <pc:sldMk cId="1990280332" sldId="2501"/>
            <ac:spMk id="215" creationId="{00000000-0000-0000-0000-000000000000}"/>
          </ac:spMkLst>
        </pc:spChg>
      </pc:sldChg>
      <pc:sldChg chg="modSp add mod ord modAnim">
        <pc:chgData name="Owais Ahmed" userId="6abc7d4556b3b071" providerId="LiveId" clId="{31FF0103-B0ED-446C-9E77-45E322E404ED}" dt="2023-03-07T10:11:34.699" v="1897" actId="20577"/>
        <pc:sldMkLst>
          <pc:docMk/>
          <pc:sldMk cId="2738020370" sldId="2502"/>
        </pc:sldMkLst>
        <pc:spChg chg="mod">
          <ac:chgData name="Owais Ahmed" userId="6abc7d4556b3b071" providerId="LiveId" clId="{31FF0103-B0ED-446C-9E77-45E322E404ED}" dt="2023-03-07T10:11:34.699" v="1897" actId="20577"/>
          <ac:spMkLst>
            <pc:docMk/>
            <pc:sldMk cId="2738020370" sldId="2502"/>
            <ac:spMk id="3" creationId="{4A1C0383-58FE-E486-295E-B33B8683B938}"/>
          </ac:spMkLst>
        </pc:spChg>
        <pc:spChg chg="mod">
          <ac:chgData name="Owais Ahmed" userId="6abc7d4556b3b071" providerId="LiveId" clId="{31FF0103-B0ED-446C-9E77-45E322E404ED}" dt="2023-03-07T10:04:39.350" v="1076" actId="20577"/>
          <ac:spMkLst>
            <pc:docMk/>
            <pc:sldMk cId="2738020370" sldId="2502"/>
            <ac:spMk id="215" creationId="{00000000-0000-0000-0000-000000000000}"/>
          </ac:spMkLst>
        </pc:spChg>
      </pc:sldChg>
      <pc:sldChg chg="modSp add modAnim">
        <pc:chgData name="Owais Ahmed" userId="6abc7d4556b3b071" providerId="LiveId" clId="{31FF0103-B0ED-446C-9E77-45E322E404ED}" dt="2023-03-07T10:13:56.929" v="2125" actId="20577"/>
        <pc:sldMkLst>
          <pc:docMk/>
          <pc:sldMk cId="1306189836" sldId="2503"/>
        </pc:sldMkLst>
        <pc:spChg chg="mod">
          <ac:chgData name="Owais Ahmed" userId="6abc7d4556b3b071" providerId="LiveId" clId="{31FF0103-B0ED-446C-9E77-45E322E404ED}" dt="2023-03-07T10:13:56.929" v="2125" actId="20577"/>
          <ac:spMkLst>
            <pc:docMk/>
            <pc:sldMk cId="1306189836" sldId="2503"/>
            <ac:spMk id="3" creationId="{4A1C0383-58FE-E486-295E-B33B8683B938}"/>
          </ac:spMkLst>
        </pc:spChg>
      </pc:sldChg>
      <pc:sldChg chg="addSp delSp modSp add del mod modAnim">
        <pc:chgData name="Owais Ahmed" userId="6abc7d4556b3b071" providerId="LiveId" clId="{31FF0103-B0ED-446C-9E77-45E322E404ED}" dt="2023-03-07T09:47:19.019" v="576" actId="47"/>
        <pc:sldMkLst>
          <pc:docMk/>
          <pc:sldMk cId="2502545026" sldId="2503"/>
        </pc:sldMkLst>
        <pc:spChg chg="mod">
          <ac:chgData name="Owais Ahmed" userId="6abc7d4556b3b071" providerId="LiveId" clId="{31FF0103-B0ED-446C-9E77-45E322E404ED}" dt="2023-03-07T09:46:27.824" v="534" actId="6549"/>
          <ac:spMkLst>
            <pc:docMk/>
            <pc:sldMk cId="2502545026" sldId="2503"/>
            <ac:spMk id="3" creationId="{4A1C0383-58FE-E486-295E-B33B8683B938}"/>
          </ac:spMkLst>
        </pc:spChg>
        <pc:spChg chg="mod">
          <ac:chgData name="Owais Ahmed" userId="6abc7d4556b3b071" providerId="LiveId" clId="{31FF0103-B0ED-446C-9E77-45E322E404ED}" dt="2023-03-07T09:46:59.970" v="570" actId="20577"/>
          <ac:spMkLst>
            <pc:docMk/>
            <pc:sldMk cId="2502545026" sldId="2503"/>
            <ac:spMk id="215" creationId="{00000000-0000-0000-0000-000000000000}"/>
          </ac:spMkLst>
        </pc:spChg>
        <pc:picChg chg="add del mod">
          <ac:chgData name="Owais Ahmed" userId="6abc7d4556b3b071" providerId="LiveId" clId="{31FF0103-B0ED-446C-9E77-45E322E404ED}" dt="2023-03-07T09:47:17.151" v="575" actId="478"/>
          <ac:picMkLst>
            <pc:docMk/>
            <pc:sldMk cId="2502545026" sldId="2503"/>
            <ac:picMk id="5" creationId="{0A45C2C8-8C66-AADB-0F26-2FFD9391090C}"/>
          </ac:picMkLst>
        </pc:picChg>
      </pc:sldChg>
      <pc:sldMasterChg chg="addSldLayout delSldLayout">
        <pc:chgData name="Owais Ahmed" userId="6abc7d4556b3b071" providerId="LiveId" clId="{31FF0103-B0ED-446C-9E77-45E322E404ED}" dt="2023-03-07T09:10:14.760" v="9" actId="47"/>
        <pc:sldMasterMkLst>
          <pc:docMk/>
          <pc:sldMasterMk cId="692820" sldId="2147483648"/>
        </pc:sldMasterMkLst>
        <pc:sldLayoutChg chg="add del">
          <pc:chgData name="Owais Ahmed" userId="6abc7d4556b3b071" providerId="LiveId" clId="{31FF0103-B0ED-446C-9E77-45E322E404ED}" dt="2023-03-07T09:10:14.760" v="9" actId="47"/>
          <pc:sldLayoutMkLst>
            <pc:docMk/>
            <pc:sldMasterMk cId="692820" sldId="2147483648"/>
            <pc:sldLayoutMk cId="3227223299" sldId="2147483681"/>
          </pc:sldLayoutMkLst>
        </pc:sldLayoutChg>
        <pc:sldLayoutChg chg="del">
          <pc:chgData name="Owais Ahmed" userId="6abc7d4556b3b071" providerId="LiveId" clId="{31FF0103-B0ED-446C-9E77-45E322E404ED}" dt="2023-03-07T09:10:09.571" v="6" actId="47"/>
          <pc:sldLayoutMkLst>
            <pc:docMk/>
            <pc:sldMasterMk cId="692820" sldId="2147483648"/>
            <pc:sldLayoutMk cId="105451964" sldId="2147483682"/>
          </pc:sldLayoutMkLst>
        </pc:sldLayoutChg>
      </pc:sldMasterChg>
    </pc:docChg>
  </pc:docChgLst>
  <pc:docChgLst>
    <pc:chgData name="Owais Ahmed" userId="6abc7d4556b3b071" providerId="LiveId" clId="{F443778F-B2E7-4C3E-9603-FF4D42195F71}"/>
    <pc:docChg chg="undo redo custSel modSld">
      <pc:chgData name="Owais Ahmed" userId="6abc7d4556b3b071" providerId="LiveId" clId="{F443778F-B2E7-4C3E-9603-FF4D42195F71}" dt="2024-01-06T09:53:16.601" v="382" actId="20577"/>
      <pc:docMkLst>
        <pc:docMk/>
      </pc:docMkLst>
      <pc:sldChg chg="modSp modAnim">
        <pc:chgData name="Owais Ahmed" userId="6abc7d4556b3b071" providerId="LiveId" clId="{F443778F-B2E7-4C3E-9603-FF4D42195F71}" dt="2024-01-06T08:24:43.088" v="98" actId="20577"/>
        <pc:sldMkLst>
          <pc:docMk/>
          <pc:sldMk cId="3713406757" sldId="2505"/>
        </pc:sldMkLst>
        <pc:spChg chg="mod">
          <ac:chgData name="Owais Ahmed" userId="6abc7d4556b3b071" providerId="LiveId" clId="{F443778F-B2E7-4C3E-9603-FF4D42195F71}" dt="2024-01-06T08:24:43.088" v="98" actId="20577"/>
          <ac:spMkLst>
            <pc:docMk/>
            <pc:sldMk cId="3713406757" sldId="2505"/>
            <ac:spMk id="3" creationId="{4A1C0383-58FE-E486-295E-B33B8683B938}"/>
          </ac:spMkLst>
        </pc:spChg>
      </pc:sldChg>
      <pc:sldChg chg="modSp">
        <pc:chgData name="Owais Ahmed" userId="6abc7d4556b3b071" providerId="LiveId" clId="{F443778F-B2E7-4C3E-9603-FF4D42195F71}" dt="2024-01-06T08:25:06.902" v="109" actId="20577"/>
        <pc:sldMkLst>
          <pc:docMk/>
          <pc:sldMk cId="3162643772" sldId="2506"/>
        </pc:sldMkLst>
        <pc:spChg chg="mod">
          <ac:chgData name="Owais Ahmed" userId="6abc7d4556b3b071" providerId="LiveId" clId="{F443778F-B2E7-4C3E-9603-FF4D42195F71}" dt="2024-01-06T08:25:06.902" v="109" actId="20577"/>
          <ac:spMkLst>
            <pc:docMk/>
            <pc:sldMk cId="3162643772" sldId="2506"/>
            <ac:spMk id="5" creationId="{3E995BB9-D163-A9BE-70BD-49175E4E6844}"/>
          </ac:spMkLst>
        </pc:spChg>
      </pc:sldChg>
      <pc:sldChg chg="modSp mod">
        <pc:chgData name="Owais Ahmed" userId="6abc7d4556b3b071" providerId="LiveId" clId="{F443778F-B2E7-4C3E-9603-FF4D42195F71}" dt="2024-01-06T08:25:41.225" v="115" actId="27636"/>
        <pc:sldMkLst>
          <pc:docMk/>
          <pc:sldMk cId="3134451264" sldId="2507"/>
        </pc:sldMkLst>
        <pc:spChg chg="mod">
          <ac:chgData name="Owais Ahmed" userId="6abc7d4556b3b071" providerId="LiveId" clId="{F443778F-B2E7-4C3E-9603-FF4D42195F71}" dt="2024-01-06T08:25:41.225" v="115" actId="27636"/>
          <ac:spMkLst>
            <pc:docMk/>
            <pc:sldMk cId="3134451264" sldId="2507"/>
            <ac:spMk id="4" creationId="{7E8FF945-769B-FFBA-CE7A-7A8F1E993449}"/>
          </ac:spMkLst>
        </pc:spChg>
      </pc:sldChg>
      <pc:sldChg chg="modSp">
        <pc:chgData name="Owais Ahmed" userId="6abc7d4556b3b071" providerId="LiveId" clId="{F443778F-B2E7-4C3E-9603-FF4D42195F71}" dt="2024-01-06T08:26:45.325" v="116" actId="207"/>
        <pc:sldMkLst>
          <pc:docMk/>
          <pc:sldMk cId="2865926363" sldId="2516"/>
        </pc:sldMkLst>
        <pc:spChg chg="mod">
          <ac:chgData name="Owais Ahmed" userId="6abc7d4556b3b071" providerId="LiveId" clId="{F443778F-B2E7-4C3E-9603-FF4D42195F71}" dt="2024-01-06T08:26:45.325" v="116" actId="207"/>
          <ac:spMkLst>
            <pc:docMk/>
            <pc:sldMk cId="2865926363" sldId="2516"/>
            <ac:spMk id="3" creationId="{4A1C0383-58FE-E486-295E-B33B8683B938}"/>
          </ac:spMkLst>
        </pc:spChg>
      </pc:sldChg>
      <pc:sldChg chg="modSp mod">
        <pc:chgData name="Owais Ahmed" userId="6abc7d4556b3b071" providerId="LiveId" clId="{F443778F-B2E7-4C3E-9603-FF4D42195F71}" dt="2024-01-06T08:27:04.054" v="122" actId="27636"/>
        <pc:sldMkLst>
          <pc:docMk/>
          <pc:sldMk cId="2601870503" sldId="2517"/>
        </pc:sldMkLst>
        <pc:spChg chg="mod">
          <ac:chgData name="Owais Ahmed" userId="6abc7d4556b3b071" providerId="LiveId" clId="{F443778F-B2E7-4C3E-9603-FF4D42195F71}" dt="2024-01-06T08:27:04.054" v="122" actId="27636"/>
          <ac:spMkLst>
            <pc:docMk/>
            <pc:sldMk cId="2601870503" sldId="2517"/>
            <ac:spMk id="3" creationId="{4A1C0383-58FE-E486-295E-B33B8683B938}"/>
          </ac:spMkLst>
        </pc:spChg>
      </pc:sldChg>
      <pc:sldChg chg="modSp mod">
        <pc:chgData name="Owais Ahmed" userId="6abc7d4556b3b071" providerId="LiveId" clId="{F443778F-B2E7-4C3E-9603-FF4D42195F71}" dt="2024-01-06T08:29:31.748" v="210" actId="20577"/>
        <pc:sldMkLst>
          <pc:docMk/>
          <pc:sldMk cId="2047840526" sldId="2518"/>
        </pc:sldMkLst>
        <pc:spChg chg="mod">
          <ac:chgData name="Owais Ahmed" userId="6abc7d4556b3b071" providerId="LiveId" clId="{F443778F-B2E7-4C3E-9603-FF4D42195F71}" dt="2024-01-06T08:29:31.748" v="210" actId="20577"/>
          <ac:spMkLst>
            <pc:docMk/>
            <pc:sldMk cId="2047840526" sldId="2518"/>
            <ac:spMk id="5" creationId="{D2773EDF-83D7-8BF7-C627-52FB778686B9}"/>
          </ac:spMkLst>
        </pc:spChg>
      </pc:sldChg>
      <pc:sldChg chg="modSp mod">
        <pc:chgData name="Owais Ahmed" userId="6abc7d4556b3b071" providerId="LiveId" clId="{F443778F-B2E7-4C3E-9603-FF4D42195F71}" dt="2024-01-06T08:36:26.852" v="313" actId="6549"/>
        <pc:sldMkLst>
          <pc:docMk/>
          <pc:sldMk cId="4251408948" sldId="2519"/>
        </pc:sldMkLst>
        <pc:spChg chg="mod">
          <ac:chgData name="Owais Ahmed" userId="6abc7d4556b3b071" providerId="LiveId" clId="{F443778F-B2E7-4C3E-9603-FF4D42195F71}" dt="2024-01-06T08:36:26.852" v="313" actId="6549"/>
          <ac:spMkLst>
            <pc:docMk/>
            <pc:sldMk cId="4251408948" sldId="2519"/>
            <ac:spMk id="5" creationId="{D2773EDF-83D7-8BF7-C627-52FB778686B9}"/>
          </ac:spMkLst>
        </pc:spChg>
      </pc:sldChg>
      <pc:sldChg chg="modSp mod">
        <pc:chgData name="Owais Ahmed" userId="6abc7d4556b3b071" providerId="LiveId" clId="{F443778F-B2E7-4C3E-9603-FF4D42195F71}" dt="2024-01-06T08:30:53.953" v="211"/>
        <pc:sldMkLst>
          <pc:docMk/>
          <pc:sldMk cId="4202007914" sldId="2520"/>
        </pc:sldMkLst>
        <pc:spChg chg="mod">
          <ac:chgData name="Owais Ahmed" userId="6abc7d4556b3b071" providerId="LiveId" clId="{F443778F-B2E7-4C3E-9603-FF4D42195F71}" dt="2024-01-06T08:30:53.953" v="211"/>
          <ac:spMkLst>
            <pc:docMk/>
            <pc:sldMk cId="4202007914" sldId="2520"/>
            <ac:spMk id="5" creationId="{D2773EDF-83D7-8BF7-C627-52FB778686B9}"/>
          </ac:spMkLst>
        </pc:spChg>
      </pc:sldChg>
      <pc:sldChg chg="modSp">
        <pc:chgData name="Owais Ahmed" userId="6abc7d4556b3b071" providerId="LiveId" clId="{F443778F-B2E7-4C3E-9603-FF4D42195F71}" dt="2024-01-06T08:35:33.174" v="309" actId="20577"/>
        <pc:sldMkLst>
          <pc:docMk/>
          <pc:sldMk cId="758999488" sldId="2521"/>
        </pc:sldMkLst>
        <pc:spChg chg="mod">
          <ac:chgData name="Owais Ahmed" userId="6abc7d4556b3b071" providerId="LiveId" clId="{F443778F-B2E7-4C3E-9603-FF4D42195F71}" dt="2024-01-06T08:35:33.174" v="309" actId="20577"/>
          <ac:spMkLst>
            <pc:docMk/>
            <pc:sldMk cId="758999488" sldId="2521"/>
            <ac:spMk id="3" creationId="{4A1C0383-58FE-E486-295E-B33B8683B938}"/>
          </ac:spMkLst>
        </pc:spChg>
      </pc:sldChg>
      <pc:sldChg chg="modSp modAnim modNotesTx">
        <pc:chgData name="Owais Ahmed" userId="6abc7d4556b3b071" providerId="LiveId" clId="{F443778F-B2E7-4C3E-9603-FF4D42195F71}" dt="2024-01-06T09:53:16.601" v="382" actId="20577"/>
        <pc:sldMkLst>
          <pc:docMk/>
          <pc:sldMk cId="2399472029" sldId="2526"/>
        </pc:sldMkLst>
        <pc:spChg chg="mod">
          <ac:chgData name="Owais Ahmed" userId="6abc7d4556b3b071" providerId="LiveId" clId="{F443778F-B2E7-4C3E-9603-FF4D42195F71}" dt="2024-01-06T09:53:16.601" v="382" actId="20577"/>
          <ac:spMkLst>
            <pc:docMk/>
            <pc:sldMk cId="2399472029" sldId="2526"/>
            <ac:spMk id="3" creationId="{4A1C0383-58FE-E486-295E-B33B8683B938}"/>
          </ac:spMkLst>
        </pc:spChg>
      </pc:sldChg>
      <pc:sldChg chg="modSp mod">
        <pc:chgData name="Owais Ahmed" userId="6abc7d4556b3b071" providerId="LiveId" clId="{F443778F-B2E7-4C3E-9603-FF4D42195F71}" dt="2024-01-06T09:45:34.289" v="375" actId="313"/>
        <pc:sldMkLst>
          <pc:docMk/>
          <pc:sldMk cId="3727902456" sldId="2529"/>
        </pc:sldMkLst>
        <pc:spChg chg="mod">
          <ac:chgData name="Owais Ahmed" userId="6abc7d4556b3b071" providerId="LiveId" clId="{F443778F-B2E7-4C3E-9603-FF4D42195F71}" dt="2024-01-06T09:45:34.289" v="375" actId="313"/>
          <ac:spMkLst>
            <pc:docMk/>
            <pc:sldMk cId="3727902456" sldId="2529"/>
            <ac:spMk id="7" creationId="{F778A947-9447-13D1-88DA-D856E3F06065}"/>
          </ac:spMkLst>
        </pc:spChg>
      </pc:sldChg>
    </pc:docChg>
  </pc:docChgLst>
  <pc:docChgLst>
    <pc:chgData name="Owais Ahmed" userId="6abc7d4556b3b071" providerId="LiveId" clId="{53B1629A-A9A8-4EA5-BFC7-E33077932B5F}"/>
    <pc:docChg chg="undo custSel addSld delSld modSld sldOrd">
      <pc:chgData name="Owais Ahmed" userId="6abc7d4556b3b071" providerId="LiveId" clId="{53B1629A-A9A8-4EA5-BFC7-E33077932B5F}" dt="2023-03-13T10:21:37.602" v="13434" actId="20577"/>
      <pc:docMkLst>
        <pc:docMk/>
      </pc:docMkLst>
      <pc:sldChg chg="modSp mod">
        <pc:chgData name="Owais Ahmed" userId="6abc7d4556b3b071" providerId="LiveId" clId="{53B1629A-A9A8-4EA5-BFC7-E33077932B5F}" dt="2023-03-13T08:52:28.723" v="7768" actId="14100"/>
        <pc:sldMkLst>
          <pc:docMk/>
          <pc:sldMk cId="1649098948" sldId="2462"/>
        </pc:sldMkLst>
        <pc:spChg chg="mod">
          <ac:chgData name="Owais Ahmed" userId="6abc7d4556b3b071" providerId="LiveId" clId="{53B1629A-A9A8-4EA5-BFC7-E33077932B5F}" dt="2023-03-13T08:52:28.723" v="7768" actId="14100"/>
          <ac:spMkLst>
            <pc:docMk/>
            <pc:sldMk cId="1649098948" sldId="2462"/>
            <ac:spMk id="6" creationId="{F3C89A40-EEAA-43AB-9A3A-B2CFDE450F1B}"/>
          </ac:spMkLst>
        </pc:spChg>
      </pc:sldChg>
      <pc:sldChg chg="del">
        <pc:chgData name="Owais Ahmed" userId="6abc7d4556b3b071" providerId="LiveId" clId="{53B1629A-A9A8-4EA5-BFC7-E33077932B5F}" dt="2023-03-13T06:25:36.584" v="0" actId="47"/>
        <pc:sldMkLst>
          <pc:docMk/>
          <pc:sldMk cId="2835548672" sldId="2467"/>
        </pc:sldMkLst>
      </pc:sldChg>
      <pc:sldChg chg="del">
        <pc:chgData name="Owais Ahmed" userId="6abc7d4556b3b071" providerId="LiveId" clId="{53B1629A-A9A8-4EA5-BFC7-E33077932B5F}" dt="2023-03-13T06:25:37.635" v="2" actId="47"/>
        <pc:sldMkLst>
          <pc:docMk/>
          <pc:sldMk cId="1810203590" sldId="2482"/>
        </pc:sldMkLst>
      </pc:sldChg>
      <pc:sldChg chg="modSp mod ord modAnim modNotesTx">
        <pc:chgData name="Owais Ahmed" userId="6abc7d4556b3b071" providerId="LiveId" clId="{53B1629A-A9A8-4EA5-BFC7-E33077932B5F}" dt="2023-03-13T06:39:15.142" v="972" actId="20577"/>
        <pc:sldMkLst>
          <pc:docMk/>
          <pc:sldMk cId="2426892836" sldId="2485"/>
        </pc:sldMkLst>
        <pc:spChg chg="mod">
          <ac:chgData name="Owais Ahmed" userId="6abc7d4556b3b071" providerId="LiveId" clId="{53B1629A-A9A8-4EA5-BFC7-E33077932B5F}" dt="2023-03-13T06:39:15.142" v="972" actId="20577"/>
          <ac:spMkLst>
            <pc:docMk/>
            <pc:sldMk cId="2426892836" sldId="2485"/>
            <ac:spMk id="3" creationId="{4A1C0383-58FE-E486-295E-B33B8683B938}"/>
          </ac:spMkLst>
        </pc:spChg>
        <pc:spChg chg="mod">
          <ac:chgData name="Owais Ahmed" userId="6abc7d4556b3b071" providerId="LiveId" clId="{53B1629A-A9A8-4EA5-BFC7-E33077932B5F}" dt="2023-03-13T06:27:38.970" v="85" actId="20577"/>
          <ac:spMkLst>
            <pc:docMk/>
            <pc:sldMk cId="2426892836" sldId="2485"/>
            <ac:spMk id="215" creationId="{00000000-0000-0000-0000-000000000000}"/>
          </ac:spMkLst>
        </pc:spChg>
      </pc:sldChg>
      <pc:sldChg chg="del">
        <pc:chgData name="Owais Ahmed" userId="6abc7d4556b3b071" providerId="LiveId" clId="{53B1629A-A9A8-4EA5-BFC7-E33077932B5F}" dt="2023-03-13T06:25:37.467" v="1" actId="47"/>
        <pc:sldMkLst>
          <pc:docMk/>
          <pc:sldMk cId="2392008630" sldId="2486"/>
        </pc:sldMkLst>
      </pc:sldChg>
      <pc:sldChg chg="addSp delSp modSp add mod addAnim delAnim modAnim modNotesTx">
        <pc:chgData name="Owais Ahmed" userId="6abc7d4556b3b071" providerId="LiveId" clId="{53B1629A-A9A8-4EA5-BFC7-E33077932B5F}" dt="2023-03-13T06:39:33.411" v="989" actId="6549"/>
        <pc:sldMkLst>
          <pc:docMk/>
          <pc:sldMk cId="2564503825" sldId="2486"/>
        </pc:sldMkLst>
        <pc:spChg chg="mod">
          <ac:chgData name="Owais Ahmed" userId="6abc7d4556b3b071" providerId="LiveId" clId="{53B1629A-A9A8-4EA5-BFC7-E33077932B5F}" dt="2023-03-13T06:39:33.411" v="989" actId="6549"/>
          <ac:spMkLst>
            <pc:docMk/>
            <pc:sldMk cId="2564503825" sldId="2486"/>
            <ac:spMk id="3" creationId="{4A1C0383-58FE-E486-295E-B33B8683B938}"/>
          </ac:spMkLst>
        </pc:spChg>
        <pc:spChg chg="mod">
          <ac:chgData name="Owais Ahmed" userId="6abc7d4556b3b071" providerId="LiveId" clId="{53B1629A-A9A8-4EA5-BFC7-E33077932B5F}" dt="2023-03-13T06:29:06.800" v="108" actId="14100"/>
          <ac:spMkLst>
            <pc:docMk/>
            <pc:sldMk cId="2564503825" sldId="2486"/>
            <ac:spMk id="215" creationId="{00000000-0000-0000-0000-000000000000}"/>
          </ac:spMkLst>
        </pc:spChg>
        <pc:picChg chg="add del">
          <ac:chgData name="Owais Ahmed" userId="6abc7d4556b3b071" providerId="LiveId" clId="{53B1629A-A9A8-4EA5-BFC7-E33077932B5F}" dt="2023-03-13T06:27:52.701" v="90"/>
          <ac:picMkLst>
            <pc:docMk/>
            <pc:sldMk cId="2564503825" sldId="2486"/>
            <ac:picMk id="1026" creationId="{125F49AE-40C7-E916-3A5D-3F6B1A8A92A1}"/>
          </ac:picMkLst>
        </pc:picChg>
        <pc:picChg chg="add del mod">
          <ac:chgData name="Owais Ahmed" userId="6abc7d4556b3b071" providerId="LiveId" clId="{53B1629A-A9A8-4EA5-BFC7-E33077932B5F}" dt="2023-03-13T06:28:10.158" v="97"/>
          <ac:picMkLst>
            <pc:docMk/>
            <pc:sldMk cId="2564503825" sldId="2486"/>
            <ac:picMk id="1028" creationId="{4FF0696B-3F3E-A622-CF80-0D04EAFD5737}"/>
          </ac:picMkLst>
        </pc:picChg>
        <pc:picChg chg="add mod">
          <ac:chgData name="Owais Ahmed" userId="6abc7d4556b3b071" providerId="LiveId" clId="{53B1629A-A9A8-4EA5-BFC7-E33077932B5F}" dt="2023-03-13T06:34:47.167" v="525" actId="14100"/>
          <ac:picMkLst>
            <pc:docMk/>
            <pc:sldMk cId="2564503825" sldId="2486"/>
            <ac:picMk id="1030" creationId="{777C734F-CDB0-F074-AD54-5FB998243985}"/>
          </ac:picMkLst>
        </pc:picChg>
      </pc:sldChg>
      <pc:sldChg chg="modSp add mod modAnim">
        <pc:chgData name="Owais Ahmed" userId="6abc7d4556b3b071" providerId="LiveId" clId="{53B1629A-A9A8-4EA5-BFC7-E33077932B5F}" dt="2023-03-13T06:43:05.045" v="1274" actId="20577"/>
        <pc:sldMkLst>
          <pc:docMk/>
          <pc:sldMk cId="4176642933" sldId="2487"/>
        </pc:sldMkLst>
        <pc:spChg chg="mod">
          <ac:chgData name="Owais Ahmed" userId="6abc7d4556b3b071" providerId="LiveId" clId="{53B1629A-A9A8-4EA5-BFC7-E33077932B5F}" dt="2023-03-13T06:43:05.045" v="1274" actId="20577"/>
          <ac:spMkLst>
            <pc:docMk/>
            <pc:sldMk cId="4176642933" sldId="2487"/>
            <ac:spMk id="3" creationId="{4A1C0383-58FE-E486-295E-B33B8683B938}"/>
          </ac:spMkLst>
        </pc:spChg>
      </pc:sldChg>
      <pc:sldChg chg="modSp add mod modAnim">
        <pc:chgData name="Owais Ahmed" userId="6abc7d4556b3b071" providerId="LiveId" clId="{53B1629A-A9A8-4EA5-BFC7-E33077932B5F}" dt="2023-03-13T06:44:43.767" v="1486" actId="403"/>
        <pc:sldMkLst>
          <pc:docMk/>
          <pc:sldMk cId="4039704136" sldId="2488"/>
        </pc:sldMkLst>
        <pc:spChg chg="mod">
          <ac:chgData name="Owais Ahmed" userId="6abc7d4556b3b071" providerId="LiveId" clId="{53B1629A-A9A8-4EA5-BFC7-E33077932B5F}" dt="2023-03-13T06:44:43.767" v="1486" actId="403"/>
          <ac:spMkLst>
            <pc:docMk/>
            <pc:sldMk cId="4039704136" sldId="2488"/>
            <ac:spMk id="3" creationId="{4A1C0383-58FE-E486-295E-B33B8683B938}"/>
          </ac:spMkLst>
        </pc:spChg>
        <pc:spChg chg="mod">
          <ac:chgData name="Owais Ahmed" userId="6abc7d4556b3b071" providerId="LiveId" clId="{53B1629A-A9A8-4EA5-BFC7-E33077932B5F}" dt="2023-03-13T06:44:36.698" v="1481" actId="5793"/>
          <ac:spMkLst>
            <pc:docMk/>
            <pc:sldMk cId="4039704136" sldId="2488"/>
            <ac:spMk id="215" creationId="{00000000-0000-0000-0000-000000000000}"/>
          </ac:spMkLst>
        </pc:spChg>
      </pc:sldChg>
      <pc:sldChg chg="modSp add del modAnim">
        <pc:chgData name="Owais Ahmed" userId="6abc7d4556b3b071" providerId="LiveId" clId="{53B1629A-A9A8-4EA5-BFC7-E33077932B5F}" dt="2023-03-13T06:43:19.944" v="1294" actId="47"/>
        <pc:sldMkLst>
          <pc:docMk/>
          <pc:sldMk cId="2832387727" sldId="2489"/>
        </pc:sldMkLst>
        <pc:spChg chg="mod">
          <ac:chgData name="Owais Ahmed" userId="6abc7d4556b3b071" providerId="LiveId" clId="{53B1629A-A9A8-4EA5-BFC7-E33077932B5F}" dt="2023-03-13T06:43:16.186" v="1293" actId="20577"/>
          <ac:spMkLst>
            <pc:docMk/>
            <pc:sldMk cId="2832387727" sldId="2489"/>
            <ac:spMk id="3" creationId="{4A1C0383-58FE-E486-295E-B33B8683B938}"/>
          </ac:spMkLst>
        </pc:spChg>
      </pc:sldChg>
      <pc:sldChg chg="modSp add mod modAnim modNotesTx">
        <pc:chgData name="Owais Ahmed" userId="6abc7d4556b3b071" providerId="LiveId" clId="{53B1629A-A9A8-4EA5-BFC7-E33077932B5F}" dt="2023-03-13T06:56:22.252" v="2764" actId="20577"/>
        <pc:sldMkLst>
          <pc:docMk/>
          <pc:sldMk cId="3325262481" sldId="2489"/>
        </pc:sldMkLst>
        <pc:spChg chg="mod">
          <ac:chgData name="Owais Ahmed" userId="6abc7d4556b3b071" providerId="LiveId" clId="{53B1629A-A9A8-4EA5-BFC7-E33077932B5F}" dt="2023-03-13T06:55:55.034" v="2703" actId="27636"/>
          <ac:spMkLst>
            <pc:docMk/>
            <pc:sldMk cId="3325262481" sldId="2489"/>
            <ac:spMk id="3" creationId="{4A1C0383-58FE-E486-295E-B33B8683B938}"/>
          </ac:spMkLst>
        </pc:spChg>
        <pc:spChg chg="mod">
          <ac:chgData name="Owais Ahmed" userId="6abc7d4556b3b071" providerId="LiveId" clId="{53B1629A-A9A8-4EA5-BFC7-E33077932B5F}" dt="2023-03-13T06:44:25.521" v="1461" actId="20577"/>
          <ac:spMkLst>
            <pc:docMk/>
            <pc:sldMk cId="3325262481" sldId="2489"/>
            <ac:spMk id="215" creationId="{00000000-0000-0000-0000-000000000000}"/>
          </ac:spMkLst>
        </pc:spChg>
      </pc:sldChg>
      <pc:sldChg chg="modSp add mod modAnim modNotesTx">
        <pc:chgData name="Owais Ahmed" userId="6abc7d4556b3b071" providerId="LiveId" clId="{53B1629A-A9A8-4EA5-BFC7-E33077932B5F}" dt="2023-03-13T06:55:32.617" v="2694" actId="6549"/>
        <pc:sldMkLst>
          <pc:docMk/>
          <pc:sldMk cId="2171066017" sldId="2490"/>
        </pc:sldMkLst>
        <pc:spChg chg="mod">
          <ac:chgData name="Owais Ahmed" userId="6abc7d4556b3b071" providerId="LiveId" clId="{53B1629A-A9A8-4EA5-BFC7-E33077932B5F}" dt="2023-03-13T06:53:21.975" v="2611" actId="20577"/>
          <ac:spMkLst>
            <pc:docMk/>
            <pc:sldMk cId="2171066017" sldId="2490"/>
            <ac:spMk id="3" creationId="{4A1C0383-58FE-E486-295E-B33B8683B938}"/>
          </ac:spMkLst>
        </pc:spChg>
        <pc:spChg chg="mod">
          <ac:chgData name="Owais Ahmed" userId="6abc7d4556b3b071" providerId="LiveId" clId="{53B1629A-A9A8-4EA5-BFC7-E33077932B5F}" dt="2023-03-13T06:52:02.705" v="2405" actId="20577"/>
          <ac:spMkLst>
            <pc:docMk/>
            <pc:sldMk cId="2171066017" sldId="2490"/>
            <ac:spMk id="215" creationId="{00000000-0000-0000-0000-000000000000}"/>
          </ac:spMkLst>
        </pc:spChg>
      </pc:sldChg>
      <pc:sldChg chg="modSp add mod modAnim modNotesTx">
        <pc:chgData name="Owais Ahmed" userId="6abc7d4556b3b071" providerId="LiveId" clId="{53B1629A-A9A8-4EA5-BFC7-E33077932B5F}" dt="2023-03-13T07:30:11.250" v="4946" actId="20577"/>
        <pc:sldMkLst>
          <pc:docMk/>
          <pc:sldMk cId="3542561392" sldId="2491"/>
        </pc:sldMkLst>
        <pc:spChg chg="mod">
          <ac:chgData name="Owais Ahmed" userId="6abc7d4556b3b071" providerId="LiveId" clId="{53B1629A-A9A8-4EA5-BFC7-E33077932B5F}" dt="2023-03-13T07:30:11.250" v="4946" actId="20577"/>
          <ac:spMkLst>
            <pc:docMk/>
            <pc:sldMk cId="3542561392" sldId="2491"/>
            <ac:spMk id="3" creationId="{4A1C0383-58FE-E486-295E-B33B8683B938}"/>
          </ac:spMkLst>
        </pc:spChg>
        <pc:spChg chg="mod">
          <ac:chgData name="Owais Ahmed" userId="6abc7d4556b3b071" providerId="LiveId" clId="{53B1629A-A9A8-4EA5-BFC7-E33077932B5F}" dt="2023-03-13T06:54:48.937" v="2648" actId="20577"/>
          <ac:spMkLst>
            <pc:docMk/>
            <pc:sldMk cId="3542561392" sldId="2491"/>
            <ac:spMk id="215" creationId="{00000000-0000-0000-0000-000000000000}"/>
          </ac:spMkLst>
        </pc:spChg>
      </pc:sldChg>
      <pc:sldChg chg="addSp modSp add mod modAnim modNotesTx">
        <pc:chgData name="Owais Ahmed" userId="6abc7d4556b3b071" providerId="LiveId" clId="{53B1629A-A9A8-4EA5-BFC7-E33077932B5F}" dt="2023-03-13T08:24:04.259" v="6339" actId="20577"/>
        <pc:sldMkLst>
          <pc:docMk/>
          <pc:sldMk cId="140807305" sldId="2492"/>
        </pc:sldMkLst>
        <pc:spChg chg="mod">
          <ac:chgData name="Owais Ahmed" userId="6abc7d4556b3b071" providerId="LiveId" clId="{53B1629A-A9A8-4EA5-BFC7-E33077932B5F}" dt="2023-03-13T07:42:09.786" v="5092" actId="14100"/>
          <ac:spMkLst>
            <pc:docMk/>
            <pc:sldMk cId="140807305" sldId="2492"/>
            <ac:spMk id="3" creationId="{4A1C0383-58FE-E486-295E-B33B8683B938}"/>
          </ac:spMkLst>
        </pc:spChg>
        <pc:spChg chg="mod">
          <ac:chgData name="Owais Ahmed" userId="6abc7d4556b3b071" providerId="LiveId" clId="{53B1629A-A9A8-4EA5-BFC7-E33077932B5F}" dt="2023-03-13T07:06:55.397" v="3324" actId="20577"/>
          <ac:spMkLst>
            <pc:docMk/>
            <pc:sldMk cId="140807305" sldId="2492"/>
            <ac:spMk id="215" creationId="{00000000-0000-0000-0000-000000000000}"/>
          </ac:spMkLst>
        </pc:spChg>
        <pc:picChg chg="add mod">
          <ac:chgData name="Owais Ahmed" userId="6abc7d4556b3b071" providerId="LiveId" clId="{53B1629A-A9A8-4EA5-BFC7-E33077932B5F}" dt="2023-03-13T07:42:03.977" v="5091" actId="14100"/>
          <ac:picMkLst>
            <pc:docMk/>
            <pc:sldMk cId="140807305" sldId="2492"/>
            <ac:picMk id="2050" creationId="{D23B55AE-3A55-14E2-D08A-BF9450B71776}"/>
          </ac:picMkLst>
        </pc:picChg>
      </pc:sldChg>
      <pc:sldChg chg="del">
        <pc:chgData name="Owais Ahmed" userId="6abc7d4556b3b071" providerId="LiveId" clId="{53B1629A-A9A8-4EA5-BFC7-E33077932B5F}" dt="2023-03-13T06:25:37.812" v="3" actId="47"/>
        <pc:sldMkLst>
          <pc:docMk/>
          <pc:sldMk cId="332028716" sldId="2492"/>
        </pc:sldMkLst>
      </pc:sldChg>
      <pc:sldChg chg="modSp add mod modAnim modNotesTx">
        <pc:chgData name="Owais Ahmed" userId="6abc7d4556b3b071" providerId="LiveId" clId="{53B1629A-A9A8-4EA5-BFC7-E33077932B5F}" dt="2023-03-13T07:22:50.335" v="4374" actId="20577"/>
        <pc:sldMkLst>
          <pc:docMk/>
          <pc:sldMk cId="291289866" sldId="2493"/>
        </pc:sldMkLst>
        <pc:spChg chg="mod">
          <ac:chgData name="Owais Ahmed" userId="6abc7d4556b3b071" providerId="LiveId" clId="{53B1629A-A9A8-4EA5-BFC7-E33077932B5F}" dt="2023-03-13T07:22:50.335" v="4374" actId="20577"/>
          <ac:spMkLst>
            <pc:docMk/>
            <pc:sldMk cId="291289866" sldId="2493"/>
            <ac:spMk id="3" creationId="{4A1C0383-58FE-E486-295E-B33B8683B938}"/>
          </ac:spMkLst>
        </pc:spChg>
        <pc:spChg chg="mod">
          <ac:chgData name="Owais Ahmed" userId="6abc7d4556b3b071" providerId="LiveId" clId="{53B1629A-A9A8-4EA5-BFC7-E33077932B5F}" dt="2023-03-13T07:12:29.537" v="3783" actId="20577"/>
          <ac:spMkLst>
            <pc:docMk/>
            <pc:sldMk cId="291289866" sldId="2493"/>
            <ac:spMk id="215" creationId="{00000000-0000-0000-0000-000000000000}"/>
          </ac:spMkLst>
        </pc:spChg>
      </pc:sldChg>
      <pc:sldChg chg="modSp add mod modAnim modNotesTx">
        <pc:chgData name="Owais Ahmed" userId="6abc7d4556b3b071" providerId="LiveId" clId="{53B1629A-A9A8-4EA5-BFC7-E33077932B5F}" dt="2023-03-13T07:30:29.612" v="4966" actId="20577"/>
        <pc:sldMkLst>
          <pc:docMk/>
          <pc:sldMk cId="768229774" sldId="2494"/>
        </pc:sldMkLst>
        <pc:spChg chg="mod">
          <ac:chgData name="Owais Ahmed" userId="6abc7d4556b3b071" providerId="LiveId" clId="{53B1629A-A9A8-4EA5-BFC7-E33077932B5F}" dt="2023-03-13T07:27:38.568" v="4908" actId="20577"/>
          <ac:spMkLst>
            <pc:docMk/>
            <pc:sldMk cId="768229774" sldId="2494"/>
            <ac:spMk id="3" creationId="{4A1C0383-58FE-E486-295E-B33B8683B938}"/>
          </ac:spMkLst>
        </pc:spChg>
        <pc:spChg chg="mod">
          <ac:chgData name="Owais Ahmed" userId="6abc7d4556b3b071" providerId="LiveId" clId="{53B1629A-A9A8-4EA5-BFC7-E33077932B5F}" dt="2023-03-13T07:30:29.612" v="4966" actId="20577"/>
          <ac:spMkLst>
            <pc:docMk/>
            <pc:sldMk cId="768229774" sldId="2494"/>
            <ac:spMk id="215" creationId="{00000000-0000-0000-0000-000000000000}"/>
          </ac:spMkLst>
        </pc:spChg>
      </pc:sldChg>
      <pc:sldChg chg="modSp add mod modAnim">
        <pc:chgData name="Owais Ahmed" userId="6abc7d4556b3b071" providerId="LiveId" clId="{53B1629A-A9A8-4EA5-BFC7-E33077932B5F}" dt="2023-03-13T08:07:37.935" v="5885" actId="20577"/>
        <pc:sldMkLst>
          <pc:docMk/>
          <pc:sldMk cId="232042637" sldId="2495"/>
        </pc:sldMkLst>
        <pc:spChg chg="mod">
          <ac:chgData name="Owais Ahmed" userId="6abc7d4556b3b071" providerId="LiveId" clId="{53B1629A-A9A8-4EA5-BFC7-E33077932B5F}" dt="2023-03-13T08:07:37.935" v="5885" actId="20577"/>
          <ac:spMkLst>
            <pc:docMk/>
            <pc:sldMk cId="232042637" sldId="2495"/>
            <ac:spMk id="3" creationId="{4A1C0383-58FE-E486-295E-B33B8683B938}"/>
          </ac:spMkLst>
        </pc:spChg>
        <pc:spChg chg="mod">
          <ac:chgData name="Owais Ahmed" userId="6abc7d4556b3b071" providerId="LiveId" clId="{53B1629A-A9A8-4EA5-BFC7-E33077932B5F}" dt="2023-03-13T08:01:43.042" v="5550" actId="20577"/>
          <ac:spMkLst>
            <pc:docMk/>
            <pc:sldMk cId="232042637" sldId="2495"/>
            <ac:spMk id="215" creationId="{00000000-0000-0000-0000-000000000000}"/>
          </ac:spMkLst>
        </pc:spChg>
      </pc:sldChg>
      <pc:sldChg chg="delSp modSp add mod modAnim">
        <pc:chgData name="Owais Ahmed" userId="6abc7d4556b3b071" providerId="LiveId" clId="{53B1629A-A9A8-4EA5-BFC7-E33077932B5F}" dt="2023-03-13T07:50:36.905" v="5532" actId="20577"/>
        <pc:sldMkLst>
          <pc:docMk/>
          <pc:sldMk cId="3980957688" sldId="2496"/>
        </pc:sldMkLst>
        <pc:spChg chg="mod">
          <ac:chgData name="Owais Ahmed" userId="6abc7d4556b3b071" providerId="LiveId" clId="{53B1629A-A9A8-4EA5-BFC7-E33077932B5F}" dt="2023-03-13T07:50:36.905" v="5532" actId="20577"/>
          <ac:spMkLst>
            <pc:docMk/>
            <pc:sldMk cId="3980957688" sldId="2496"/>
            <ac:spMk id="3" creationId="{4A1C0383-58FE-E486-295E-B33B8683B938}"/>
          </ac:spMkLst>
        </pc:spChg>
        <pc:picChg chg="del">
          <ac:chgData name="Owais Ahmed" userId="6abc7d4556b3b071" providerId="LiveId" clId="{53B1629A-A9A8-4EA5-BFC7-E33077932B5F}" dt="2023-03-13T07:45:25.963" v="5094" actId="478"/>
          <ac:picMkLst>
            <pc:docMk/>
            <pc:sldMk cId="3980957688" sldId="2496"/>
            <ac:picMk id="2050" creationId="{D23B55AE-3A55-14E2-D08A-BF9450B71776}"/>
          </ac:picMkLst>
        </pc:picChg>
      </pc:sldChg>
      <pc:sldChg chg="del">
        <pc:chgData name="Owais Ahmed" userId="6abc7d4556b3b071" providerId="LiveId" clId="{53B1629A-A9A8-4EA5-BFC7-E33077932B5F}" dt="2023-03-13T06:25:38.741" v="6" actId="47"/>
        <pc:sldMkLst>
          <pc:docMk/>
          <pc:sldMk cId="4183735996" sldId="2496"/>
        </pc:sldMkLst>
      </pc:sldChg>
      <pc:sldChg chg="del">
        <pc:chgData name="Owais Ahmed" userId="6abc7d4556b3b071" providerId="LiveId" clId="{53B1629A-A9A8-4EA5-BFC7-E33077932B5F}" dt="2023-03-13T06:25:39.228" v="7" actId="47"/>
        <pc:sldMkLst>
          <pc:docMk/>
          <pc:sldMk cId="2021183974" sldId="2497"/>
        </pc:sldMkLst>
      </pc:sldChg>
      <pc:sldChg chg="modSp add mod modAnim modNotesTx">
        <pc:chgData name="Owais Ahmed" userId="6abc7d4556b3b071" providerId="LiveId" clId="{53B1629A-A9A8-4EA5-BFC7-E33077932B5F}" dt="2023-03-13T08:52:55.619" v="7780" actId="403"/>
        <pc:sldMkLst>
          <pc:docMk/>
          <pc:sldMk cId="3124922675" sldId="2497"/>
        </pc:sldMkLst>
        <pc:spChg chg="mod">
          <ac:chgData name="Owais Ahmed" userId="6abc7d4556b3b071" providerId="LiveId" clId="{53B1629A-A9A8-4EA5-BFC7-E33077932B5F}" dt="2023-03-13T08:52:55.619" v="7780" actId="403"/>
          <ac:spMkLst>
            <pc:docMk/>
            <pc:sldMk cId="3124922675" sldId="2497"/>
            <ac:spMk id="3" creationId="{4A1C0383-58FE-E486-295E-B33B8683B938}"/>
          </ac:spMkLst>
        </pc:spChg>
        <pc:spChg chg="mod">
          <ac:chgData name="Owais Ahmed" userId="6abc7d4556b3b071" providerId="LiveId" clId="{53B1629A-A9A8-4EA5-BFC7-E33077932B5F}" dt="2023-03-13T08:35:20.434" v="6347" actId="20577"/>
          <ac:spMkLst>
            <pc:docMk/>
            <pc:sldMk cId="3124922675" sldId="2497"/>
            <ac:spMk id="215" creationId="{00000000-0000-0000-0000-000000000000}"/>
          </ac:spMkLst>
        </pc:spChg>
      </pc:sldChg>
      <pc:sldChg chg="modSp add mod modAnim modNotesTx">
        <pc:chgData name="Owais Ahmed" userId="6abc7d4556b3b071" providerId="LiveId" clId="{53B1629A-A9A8-4EA5-BFC7-E33077932B5F}" dt="2023-03-13T08:58:53.791" v="8384" actId="20577"/>
        <pc:sldMkLst>
          <pc:docMk/>
          <pc:sldMk cId="2737715429" sldId="2498"/>
        </pc:sldMkLst>
        <pc:spChg chg="mod">
          <ac:chgData name="Owais Ahmed" userId="6abc7d4556b3b071" providerId="LiveId" clId="{53B1629A-A9A8-4EA5-BFC7-E33077932B5F}" dt="2023-03-13T08:58:53.791" v="8384" actId="20577"/>
          <ac:spMkLst>
            <pc:docMk/>
            <pc:sldMk cId="2737715429" sldId="2498"/>
            <ac:spMk id="3" creationId="{4A1C0383-58FE-E486-295E-B33B8683B938}"/>
          </ac:spMkLst>
        </pc:spChg>
        <pc:spChg chg="mod">
          <ac:chgData name="Owais Ahmed" userId="6abc7d4556b3b071" providerId="LiveId" clId="{53B1629A-A9A8-4EA5-BFC7-E33077932B5F}" dt="2023-03-13T08:52:44.264" v="7778" actId="20577"/>
          <ac:spMkLst>
            <pc:docMk/>
            <pc:sldMk cId="2737715429" sldId="2498"/>
            <ac:spMk id="215" creationId="{00000000-0000-0000-0000-000000000000}"/>
          </ac:spMkLst>
        </pc:spChg>
      </pc:sldChg>
      <pc:sldChg chg="modSp add mod modAnim modNotesTx">
        <pc:chgData name="Owais Ahmed" userId="6abc7d4556b3b071" providerId="LiveId" clId="{53B1629A-A9A8-4EA5-BFC7-E33077932B5F}" dt="2023-03-13T09:10:48.046" v="9010" actId="20577"/>
        <pc:sldMkLst>
          <pc:docMk/>
          <pc:sldMk cId="1701565530" sldId="2499"/>
        </pc:sldMkLst>
        <pc:spChg chg="mod">
          <ac:chgData name="Owais Ahmed" userId="6abc7d4556b3b071" providerId="LiveId" clId="{53B1629A-A9A8-4EA5-BFC7-E33077932B5F}" dt="2023-03-13T09:10:23.407" v="8909" actId="20577"/>
          <ac:spMkLst>
            <pc:docMk/>
            <pc:sldMk cId="1701565530" sldId="2499"/>
            <ac:spMk id="3" creationId="{4A1C0383-58FE-E486-295E-B33B8683B938}"/>
          </ac:spMkLst>
        </pc:spChg>
        <pc:spChg chg="mod">
          <ac:chgData name="Owais Ahmed" userId="6abc7d4556b3b071" providerId="LiveId" clId="{53B1629A-A9A8-4EA5-BFC7-E33077932B5F}" dt="2023-03-13T09:03:52.685" v="8395" actId="20577"/>
          <ac:spMkLst>
            <pc:docMk/>
            <pc:sldMk cId="1701565530" sldId="2499"/>
            <ac:spMk id="215" creationId="{00000000-0000-0000-0000-000000000000}"/>
          </ac:spMkLst>
        </pc:spChg>
      </pc:sldChg>
      <pc:sldChg chg="modSp add mod addAnim delAnim modAnim modNotesTx">
        <pc:chgData name="Owais Ahmed" userId="6abc7d4556b3b071" providerId="LiveId" clId="{53B1629A-A9A8-4EA5-BFC7-E33077932B5F}" dt="2023-03-13T09:26:50.189" v="10297" actId="27636"/>
        <pc:sldMkLst>
          <pc:docMk/>
          <pc:sldMk cId="98145820" sldId="2500"/>
        </pc:sldMkLst>
        <pc:spChg chg="mod">
          <ac:chgData name="Owais Ahmed" userId="6abc7d4556b3b071" providerId="LiveId" clId="{53B1629A-A9A8-4EA5-BFC7-E33077932B5F}" dt="2023-03-13T09:26:50.189" v="10297" actId="27636"/>
          <ac:spMkLst>
            <pc:docMk/>
            <pc:sldMk cId="98145820" sldId="2500"/>
            <ac:spMk id="3" creationId="{4A1C0383-58FE-E486-295E-B33B8683B938}"/>
          </ac:spMkLst>
        </pc:spChg>
        <pc:spChg chg="mod">
          <ac:chgData name="Owais Ahmed" userId="6abc7d4556b3b071" providerId="LiveId" clId="{53B1629A-A9A8-4EA5-BFC7-E33077932B5F}" dt="2023-03-13T09:22:58.961" v="9960" actId="20577"/>
          <ac:spMkLst>
            <pc:docMk/>
            <pc:sldMk cId="98145820" sldId="2500"/>
            <ac:spMk id="215" creationId="{00000000-0000-0000-0000-000000000000}"/>
          </ac:spMkLst>
        </pc:spChg>
      </pc:sldChg>
      <pc:sldChg chg="del">
        <pc:chgData name="Owais Ahmed" userId="6abc7d4556b3b071" providerId="LiveId" clId="{53B1629A-A9A8-4EA5-BFC7-E33077932B5F}" dt="2023-03-13T06:25:38.161" v="5" actId="47"/>
        <pc:sldMkLst>
          <pc:docMk/>
          <pc:sldMk cId="910229267" sldId="2500"/>
        </pc:sldMkLst>
      </pc:sldChg>
      <pc:sldChg chg="add del">
        <pc:chgData name="Owais Ahmed" userId="6abc7d4556b3b071" providerId="LiveId" clId="{53B1629A-A9A8-4EA5-BFC7-E33077932B5F}" dt="2023-03-13T09:11:47.935" v="9012" actId="2890"/>
        <pc:sldMkLst>
          <pc:docMk/>
          <pc:sldMk cId="2494837473" sldId="2500"/>
        </pc:sldMkLst>
      </pc:sldChg>
      <pc:sldChg chg="modSp add mod modAnim modNotesTx">
        <pc:chgData name="Owais Ahmed" userId="6abc7d4556b3b071" providerId="LiveId" clId="{53B1629A-A9A8-4EA5-BFC7-E33077932B5F}" dt="2023-03-13T09:30:25.170" v="10669" actId="404"/>
        <pc:sldMkLst>
          <pc:docMk/>
          <pc:sldMk cId="349804789" sldId="2501"/>
        </pc:sldMkLst>
        <pc:spChg chg="mod">
          <ac:chgData name="Owais Ahmed" userId="6abc7d4556b3b071" providerId="LiveId" clId="{53B1629A-A9A8-4EA5-BFC7-E33077932B5F}" dt="2023-03-13T09:30:25.170" v="10669" actId="404"/>
          <ac:spMkLst>
            <pc:docMk/>
            <pc:sldMk cId="349804789" sldId="2501"/>
            <ac:spMk id="3" creationId="{4A1C0383-58FE-E486-295E-B33B8683B938}"/>
          </ac:spMkLst>
        </pc:spChg>
      </pc:sldChg>
      <pc:sldChg chg="del">
        <pc:chgData name="Owais Ahmed" userId="6abc7d4556b3b071" providerId="LiveId" clId="{53B1629A-A9A8-4EA5-BFC7-E33077932B5F}" dt="2023-03-13T06:25:37.987" v="4" actId="47"/>
        <pc:sldMkLst>
          <pc:docMk/>
          <pc:sldMk cId="1990280332" sldId="2501"/>
        </pc:sldMkLst>
      </pc:sldChg>
      <pc:sldChg chg="modSp add mod modAnim modNotesTx">
        <pc:chgData name="Owais Ahmed" userId="6abc7d4556b3b071" providerId="LiveId" clId="{53B1629A-A9A8-4EA5-BFC7-E33077932B5F}" dt="2023-03-13T10:06:29.183" v="11806" actId="20577"/>
        <pc:sldMkLst>
          <pc:docMk/>
          <pc:sldMk cId="366950723" sldId="2502"/>
        </pc:sldMkLst>
        <pc:spChg chg="mod">
          <ac:chgData name="Owais Ahmed" userId="6abc7d4556b3b071" providerId="LiveId" clId="{53B1629A-A9A8-4EA5-BFC7-E33077932B5F}" dt="2023-03-13T10:04:40.708" v="11603" actId="20577"/>
          <ac:spMkLst>
            <pc:docMk/>
            <pc:sldMk cId="366950723" sldId="2502"/>
            <ac:spMk id="3" creationId="{4A1C0383-58FE-E486-295E-B33B8683B938}"/>
          </ac:spMkLst>
        </pc:spChg>
      </pc:sldChg>
      <pc:sldChg chg="del">
        <pc:chgData name="Owais Ahmed" userId="6abc7d4556b3b071" providerId="LiveId" clId="{53B1629A-A9A8-4EA5-BFC7-E33077932B5F}" dt="2023-03-13T06:25:40.193" v="8" actId="47"/>
        <pc:sldMkLst>
          <pc:docMk/>
          <pc:sldMk cId="2738020370" sldId="2502"/>
        </pc:sldMkLst>
      </pc:sldChg>
      <pc:sldChg chg="modSp add mod modAnim modNotesTx">
        <pc:chgData name="Owais Ahmed" userId="6abc7d4556b3b071" providerId="LiveId" clId="{53B1629A-A9A8-4EA5-BFC7-E33077932B5F}" dt="2023-03-13T10:12:51.586" v="12526" actId="20577"/>
        <pc:sldMkLst>
          <pc:docMk/>
          <pc:sldMk cId="465789078" sldId="2503"/>
        </pc:sldMkLst>
        <pc:spChg chg="mod">
          <ac:chgData name="Owais Ahmed" userId="6abc7d4556b3b071" providerId="LiveId" clId="{53B1629A-A9A8-4EA5-BFC7-E33077932B5F}" dt="2023-03-13T10:12:51.586" v="12526" actId="20577"/>
          <ac:spMkLst>
            <pc:docMk/>
            <pc:sldMk cId="465789078" sldId="2503"/>
            <ac:spMk id="3" creationId="{4A1C0383-58FE-E486-295E-B33B8683B938}"/>
          </ac:spMkLst>
        </pc:spChg>
        <pc:spChg chg="mod">
          <ac:chgData name="Owais Ahmed" userId="6abc7d4556b3b071" providerId="LiveId" clId="{53B1629A-A9A8-4EA5-BFC7-E33077932B5F}" dt="2023-03-13T10:07:35.758" v="11824" actId="20577"/>
          <ac:spMkLst>
            <pc:docMk/>
            <pc:sldMk cId="465789078" sldId="2503"/>
            <ac:spMk id="215" creationId="{00000000-0000-0000-0000-000000000000}"/>
          </ac:spMkLst>
        </pc:spChg>
      </pc:sldChg>
      <pc:sldChg chg="del">
        <pc:chgData name="Owais Ahmed" userId="6abc7d4556b3b071" providerId="LiveId" clId="{53B1629A-A9A8-4EA5-BFC7-E33077932B5F}" dt="2023-03-13T06:25:41.751" v="9" actId="47"/>
        <pc:sldMkLst>
          <pc:docMk/>
          <pc:sldMk cId="1306189836" sldId="2503"/>
        </pc:sldMkLst>
      </pc:sldChg>
      <pc:sldChg chg="modSp add mod modAnim modNotesTx">
        <pc:chgData name="Owais Ahmed" userId="6abc7d4556b3b071" providerId="LiveId" clId="{53B1629A-A9A8-4EA5-BFC7-E33077932B5F}" dt="2023-03-13T10:21:37.602" v="13434" actId="20577"/>
        <pc:sldMkLst>
          <pc:docMk/>
          <pc:sldMk cId="4099730819" sldId="2504"/>
        </pc:sldMkLst>
        <pc:spChg chg="mod">
          <ac:chgData name="Owais Ahmed" userId="6abc7d4556b3b071" providerId="LiveId" clId="{53B1629A-A9A8-4EA5-BFC7-E33077932B5F}" dt="2023-03-13T10:21:37.602" v="13434" actId="20577"/>
          <ac:spMkLst>
            <pc:docMk/>
            <pc:sldMk cId="4099730819" sldId="2504"/>
            <ac:spMk id="3" creationId="{4A1C0383-58FE-E486-295E-B33B8683B938}"/>
          </ac:spMkLst>
        </pc:spChg>
      </pc:sldChg>
      <pc:sldChg chg="add del">
        <pc:chgData name="Owais Ahmed" userId="6abc7d4556b3b071" providerId="LiveId" clId="{53B1629A-A9A8-4EA5-BFC7-E33077932B5F}" dt="2023-03-13T10:18:11.279" v="12981" actId="2890"/>
        <pc:sldMkLst>
          <pc:docMk/>
          <pc:sldMk cId="3109491806" sldId="2505"/>
        </pc:sldMkLst>
      </pc:sldChg>
      <pc:sldMasterChg chg="delSldLayout">
        <pc:chgData name="Owais Ahmed" userId="6abc7d4556b3b071" providerId="LiveId" clId="{53B1629A-A9A8-4EA5-BFC7-E33077932B5F}" dt="2023-03-13T06:25:36.584" v="0" actId="47"/>
        <pc:sldMasterMkLst>
          <pc:docMk/>
          <pc:sldMasterMk cId="692820" sldId="2147483648"/>
        </pc:sldMasterMkLst>
        <pc:sldLayoutChg chg="del">
          <pc:chgData name="Owais Ahmed" userId="6abc7d4556b3b071" providerId="LiveId" clId="{53B1629A-A9A8-4EA5-BFC7-E33077932B5F}" dt="2023-03-13T06:25:36.584" v="0" actId="47"/>
          <pc:sldLayoutMkLst>
            <pc:docMk/>
            <pc:sldMasterMk cId="692820" sldId="2147483648"/>
            <pc:sldLayoutMk cId="561853196" sldId="2147483682"/>
          </pc:sldLayoutMkLst>
        </pc:sldLayoutChg>
      </pc:sldMasterChg>
    </pc:docChg>
  </pc:docChgLst>
  <pc:docChgLst>
    <pc:chgData name="Owais Ahmed" userId="6abc7d4556b3b071" providerId="LiveId" clId="{B8A8993C-AF3B-4CBF-ACB4-5397A5801735}"/>
    <pc:docChg chg="undo redo custSel addSld delSld modSld sldOrd">
      <pc:chgData name="Owais Ahmed" userId="6abc7d4556b3b071" providerId="LiveId" clId="{B8A8993C-AF3B-4CBF-ACB4-5397A5801735}" dt="2023-06-06T23:11:07.237" v="6717" actId="27636"/>
      <pc:docMkLst>
        <pc:docMk/>
      </pc:docMkLst>
      <pc:sldChg chg="modSp mod">
        <pc:chgData name="Owais Ahmed" userId="6abc7d4556b3b071" providerId="LiveId" clId="{B8A8993C-AF3B-4CBF-ACB4-5397A5801735}" dt="2023-06-06T21:27:00.908" v="5020"/>
        <pc:sldMkLst>
          <pc:docMk/>
          <pc:sldMk cId="690293853" sldId="2491"/>
        </pc:sldMkLst>
        <pc:spChg chg="mod">
          <ac:chgData name="Owais Ahmed" userId="6abc7d4556b3b071" providerId="LiveId" clId="{B8A8993C-AF3B-4CBF-ACB4-5397A5801735}" dt="2023-06-06T21:27:00.908" v="5020"/>
          <ac:spMkLst>
            <pc:docMk/>
            <pc:sldMk cId="690293853" sldId="2491"/>
            <ac:spMk id="6" creationId="{F3C89A40-EEAA-43AB-9A3A-B2CFDE450F1B}"/>
          </ac:spMkLst>
        </pc:spChg>
      </pc:sldChg>
      <pc:sldChg chg="modSp mod addAnim delAnim modAnim">
        <pc:chgData name="Owais Ahmed" userId="6abc7d4556b3b071" providerId="LiveId" clId="{B8A8993C-AF3B-4CBF-ACB4-5397A5801735}" dt="2023-05-23T18:45:16.470" v="1067" actId="20577"/>
        <pc:sldMkLst>
          <pc:docMk/>
          <pc:sldMk cId="3713406757" sldId="2505"/>
        </pc:sldMkLst>
        <pc:spChg chg="mod">
          <ac:chgData name="Owais Ahmed" userId="6abc7d4556b3b071" providerId="LiveId" clId="{B8A8993C-AF3B-4CBF-ACB4-5397A5801735}" dt="2023-05-23T18:45:15.921" v="1066" actId="20577"/>
          <ac:spMkLst>
            <pc:docMk/>
            <pc:sldMk cId="3713406757" sldId="2505"/>
            <ac:spMk id="3" creationId="{4A1C0383-58FE-E486-295E-B33B8683B938}"/>
          </ac:spMkLst>
        </pc:spChg>
      </pc:sldChg>
      <pc:sldChg chg="addSp modSp add mod modAnim modNotesTx">
        <pc:chgData name="Owais Ahmed" userId="6abc7d4556b3b071" providerId="LiveId" clId="{B8A8993C-AF3B-4CBF-ACB4-5397A5801735}" dt="2023-05-23T18:21:45.022" v="936" actId="20577"/>
        <pc:sldMkLst>
          <pc:docMk/>
          <pc:sldMk cId="3162643772" sldId="2506"/>
        </pc:sldMkLst>
        <pc:spChg chg="mod">
          <ac:chgData name="Owais Ahmed" userId="6abc7d4556b3b071" providerId="LiveId" clId="{B8A8993C-AF3B-4CBF-ACB4-5397A5801735}" dt="2023-05-23T18:21:45.022" v="936" actId="20577"/>
          <ac:spMkLst>
            <pc:docMk/>
            <pc:sldMk cId="3162643772" sldId="2506"/>
            <ac:spMk id="3" creationId="{4A1C0383-58FE-E486-295E-B33B8683B938}"/>
          </ac:spMkLst>
        </pc:spChg>
        <pc:spChg chg="add mod">
          <ac:chgData name="Owais Ahmed" userId="6abc7d4556b3b071" providerId="LiveId" clId="{B8A8993C-AF3B-4CBF-ACB4-5397A5801735}" dt="2023-05-23T18:21:08.008" v="845" actId="1076"/>
          <ac:spMkLst>
            <pc:docMk/>
            <pc:sldMk cId="3162643772" sldId="2506"/>
            <ac:spMk id="5" creationId="{3E995BB9-D163-A9BE-70BD-49175E4E6844}"/>
          </ac:spMkLst>
        </pc:spChg>
      </pc:sldChg>
      <pc:sldChg chg="addSp delSp modSp add mod ord delAnim modAnim">
        <pc:chgData name="Owais Ahmed" userId="6abc7d4556b3b071" providerId="LiveId" clId="{B8A8993C-AF3B-4CBF-ACB4-5397A5801735}" dt="2023-05-23T18:48:07.355" v="1511" actId="20577"/>
        <pc:sldMkLst>
          <pc:docMk/>
          <pc:sldMk cId="3134451264" sldId="2507"/>
        </pc:sldMkLst>
        <pc:spChg chg="del mod">
          <ac:chgData name="Owais Ahmed" userId="6abc7d4556b3b071" providerId="LiveId" clId="{B8A8993C-AF3B-4CBF-ACB4-5397A5801735}" dt="2023-05-23T18:45:36.399" v="1076" actId="478"/>
          <ac:spMkLst>
            <pc:docMk/>
            <pc:sldMk cId="3134451264" sldId="2507"/>
            <ac:spMk id="3" creationId="{4A1C0383-58FE-E486-295E-B33B8683B938}"/>
          </ac:spMkLst>
        </pc:spChg>
        <pc:spChg chg="add mod">
          <ac:chgData name="Owais Ahmed" userId="6abc7d4556b3b071" providerId="LiveId" clId="{B8A8993C-AF3B-4CBF-ACB4-5397A5801735}" dt="2023-05-23T18:48:07.355" v="1511" actId="20577"/>
          <ac:spMkLst>
            <pc:docMk/>
            <pc:sldMk cId="3134451264" sldId="2507"/>
            <ac:spMk id="4" creationId="{7E8FF945-769B-FFBA-CE7A-7A8F1E993449}"/>
          </ac:spMkLst>
        </pc:spChg>
      </pc:sldChg>
      <pc:sldChg chg="modSp del mod modAnim">
        <pc:chgData name="Owais Ahmed" userId="6abc7d4556b3b071" providerId="LiveId" clId="{B8A8993C-AF3B-4CBF-ACB4-5397A5801735}" dt="2023-05-29T21:09:23.028" v="3829" actId="47"/>
        <pc:sldMkLst>
          <pc:docMk/>
          <pc:sldMk cId="4035312321" sldId="2508"/>
        </pc:sldMkLst>
        <pc:spChg chg="mod">
          <ac:chgData name="Owais Ahmed" userId="6abc7d4556b3b071" providerId="LiveId" clId="{B8A8993C-AF3B-4CBF-ACB4-5397A5801735}" dt="2023-05-29T21:04:51.375" v="3828" actId="20577"/>
          <ac:spMkLst>
            <pc:docMk/>
            <pc:sldMk cId="4035312321" sldId="2508"/>
            <ac:spMk id="4" creationId="{7E8FF945-769B-FFBA-CE7A-7A8F1E993449}"/>
          </ac:spMkLst>
        </pc:spChg>
        <pc:spChg chg="mod">
          <ac:chgData name="Owais Ahmed" userId="6abc7d4556b3b071" providerId="LiveId" clId="{B8A8993C-AF3B-4CBF-ACB4-5397A5801735}" dt="2023-05-29T21:03:28.443" v="3766" actId="20577"/>
          <ac:spMkLst>
            <pc:docMk/>
            <pc:sldMk cId="4035312321" sldId="2508"/>
            <ac:spMk id="215" creationId="{00000000-0000-0000-0000-000000000000}"/>
          </ac:spMkLst>
        </pc:spChg>
      </pc:sldChg>
      <pc:sldChg chg="delSp modSp add mod ord modAnim modNotesTx">
        <pc:chgData name="Owais Ahmed" userId="6abc7d4556b3b071" providerId="LiveId" clId="{B8A8993C-AF3B-4CBF-ACB4-5397A5801735}" dt="2023-05-29T19:42:32.692" v="2315" actId="20577"/>
        <pc:sldMkLst>
          <pc:docMk/>
          <pc:sldMk cId="2865926363" sldId="2516"/>
        </pc:sldMkLst>
        <pc:spChg chg="mod">
          <ac:chgData name="Owais Ahmed" userId="6abc7d4556b3b071" providerId="LiveId" clId="{B8A8993C-AF3B-4CBF-ACB4-5397A5801735}" dt="2023-05-29T19:42:32.692" v="2315" actId="20577"/>
          <ac:spMkLst>
            <pc:docMk/>
            <pc:sldMk cId="2865926363" sldId="2516"/>
            <ac:spMk id="3" creationId="{4A1C0383-58FE-E486-295E-B33B8683B938}"/>
          </ac:spMkLst>
        </pc:spChg>
        <pc:spChg chg="del">
          <ac:chgData name="Owais Ahmed" userId="6abc7d4556b3b071" providerId="LiveId" clId="{B8A8993C-AF3B-4CBF-ACB4-5397A5801735}" dt="2023-05-29T19:30:23.638" v="1844" actId="478"/>
          <ac:spMkLst>
            <pc:docMk/>
            <pc:sldMk cId="2865926363" sldId="2516"/>
            <ac:spMk id="5" creationId="{3E995BB9-D163-A9BE-70BD-49175E4E6844}"/>
          </ac:spMkLst>
        </pc:spChg>
        <pc:spChg chg="mod">
          <ac:chgData name="Owais Ahmed" userId="6abc7d4556b3b071" providerId="LiveId" clId="{B8A8993C-AF3B-4CBF-ACB4-5397A5801735}" dt="2023-05-29T19:37:08.601" v="2062" actId="20577"/>
          <ac:spMkLst>
            <pc:docMk/>
            <pc:sldMk cId="2865926363" sldId="2516"/>
            <ac:spMk id="215" creationId="{00000000-0000-0000-0000-000000000000}"/>
          </ac:spMkLst>
        </pc:spChg>
      </pc:sldChg>
      <pc:sldChg chg="modSp add mod modAnim modNotesTx">
        <pc:chgData name="Owais Ahmed" userId="6abc7d4556b3b071" providerId="LiveId" clId="{B8A8993C-AF3B-4CBF-ACB4-5397A5801735}" dt="2023-05-29T19:59:44.103" v="3153" actId="20577"/>
        <pc:sldMkLst>
          <pc:docMk/>
          <pc:sldMk cId="2601870503" sldId="2517"/>
        </pc:sldMkLst>
        <pc:spChg chg="mod">
          <ac:chgData name="Owais Ahmed" userId="6abc7d4556b3b071" providerId="LiveId" clId="{B8A8993C-AF3B-4CBF-ACB4-5397A5801735}" dt="2023-05-29T19:59:44.103" v="3153" actId="20577"/>
          <ac:spMkLst>
            <pc:docMk/>
            <pc:sldMk cId="2601870503" sldId="2517"/>
            <ac:spMk id="3" creationId="{4A1C0383-58FE-E486-295E-B33B8683B938}"/>
          </ac:spMkLst>
        </pc:spChg>
      </pc:sldChg>
      <pc:sldChg chg="addSp delSp modSp add mod delAnim modNotesTx">
        <pc:chgData name="Owais Ahmed" userId="6abc7d4556b3b071" providerId="LiveId" clId="{B8A8993C-AF3B-4CBF-ACB4-5397A5801735}" dt="2023-05-29T19:56:00.027" v="2751" actId="20577"/>
        <pc:sldMkLst>
          <pc:docMk/>
          <pc:sldMk cId="2047840526" sldId="2518"/>
        </pc:sldMkLst>
        <pc:spChg chg="del">
          <ac:chgData name="Owais Ahmed" userId="6abc7d4556b3b071" providerId="LiveId" clId="{B8A8993C-AF3B-4CBF-ACB4-5397A5801735}" dt="2023-05-29T19:44:11.639" v="2437" actId="478"/>
          <ac:spMkLst>
            <pc:docMk/>
            <pc:sldMk cId="2047840526" sldId="2518"/>
            <ac:spMk id="3" creationId="{4A1C0383-58FE-E486-295E-B33B8683B938}"/>
          </ac:spMkLst>
        </pc:spChg>
        <pc:spChg chg="add mod">
          <ac:chgData name="Owais Ahmed" userId="6abc7d4556b3b071" providerId="LiveId" clId="{B8A8993C-AF3B-4CBF-ACB4-5397A5801735}" dt="2023-05-29T19:54:59.030" v="2728" actId="255"/>
          <ac:spMkLst>
            <pc:docMk/>
            <pc:sldMk cId="2047840526" sldId="2518"/>
            <ac:spMk id="5" creationId="{D2773EDF-83D7-8BF7-C627-52FB778686B9}"/>
          </ac:spMkLst>
        </pc:spChg>
      </pc:sldChg>
      <pc:sldChg chg="modSp add mod modNotesTx">
        <pc:chgData name="Owais Ahmed" userId="6abc7d4556b3b071" providerId="LiveId" clId="{B8A8993C-AF3B-4CBF-ACB4-5397A5801735}" dt="2023-05-29T20:00:15.650" v="3184" actId="6549"/>
        <pc:sldMkLst>
          <pc:docMk/>
          <pc:sldMk cId="4251408948" sldId="2519"/>
        </pc:sldMkLst>
        <pc:spChg chg="mod">
          <ac:chgData name="Owais Ahmed" userId="6abc7d4556b3b071" providerId="LiveId" clId="{B8A8993C-AF3B-4CBF-ACB4-5397A5801735}" dt="2023-05-29T20:00:15.650" v="3184" actId="6549"/>
          <ac:spMkLst>
            <pc:docMk/>
            <pc:sldMk cId="4251408948" sldId="2519"/>
            <ac:spMk id="5" creationId="{D2773EDF-83D7-8BF7-C627-52FB778686B9}"/>
          </ac:spMkLst>
        </pc:spChg>
        <pc:spChg chg="mod">
          <ac:chgData name="Owais Ahmed" userId="6abc7d4556b3b071" providerId="LiveId" clId="{B8A8993C-AF3B-4CBF-ACB4-5397A5801735}" dt="2023-05-29T19:54:44.574" v="2723" actId="20577"/>
          <ac:spMkLst>
            <pc:docMk/>
            <pc:sldMk cId="4251408948" sldId="2519"/>
            <ac:spMk id="215" creationId="{00000000-0000-0000-0000-000000000000}"/>
          </ac:spMkLst>
        </pc:spChg>
      </pc:sldChg>
      <pc:sldChg chg="modSp add mod ord modNotesTx">
        <pc:chgData name="Owais Ahmed" userId="6abc7d4556b3b071" providerId="LiveId" clId="{B8A8993C-AF3B-4CBF-ACB4-5397A5801735}" dt="2023-05-29T19:58:35.633" v="2941"/>
        <pc:sldMkLst>
          <pc:docMk/>
          <pc:sldMk cId="4202007914" sldId="2520"/>
        </pc:sldMkLst>
        <pc:spChg chg="mod">
          <ac:chgData name="Owais Ahmed" userId="6abc7d4556b3b071" providerId="LiveId" clId="{B8A8993C-AF3B-4CBF-ACB4-5397A5801735}" dt="2023-05-29T19:57:52.647" v="2878" actId="403"/>
          <ac:spMkLst>
            <pc:docMk/>
            <pc:sldMk cId="4202007914" sldId="2520"/>
            <ac:spMk id="5" creationId="{D2773EDF-83D7-8BF7-C627-52FB778686B9}"/>
          </ac:spMkLst>
        </pc:spChg>
      </pc:sldChg>
      <pc:sldChg chg="modSp add mod ord addAnim delAnim modAnim">
        <pc:chgData name="Owais Ahmed" userId="6abc7d4556b3b071" providerId="LiveId" clId="{B8A8993C-AF3B-4CBF-ACB4-5397A5801735}" dt="2023-05-29T21:18:38.538" v="4585" actId="403"/>
        <pc:sldMkLst>
          <pc:docMk/>
          <pc:sldMk cId="758999488" sldId="2521"/>
        </pc:sldMkLst>
        <pc:spChg chg="mod">
          <ac:chgData name="Owais Ahmed" userId="6abc7d4556b3b071" providerId="LiveId" clId="{B8A8993C-AF3B-4CBF-ACB4-5397A5801735}" dt="2023-05-29T21:18:38.538" v="4585" actId="403"/>
          <ac:spMkLst>
            <pc:docMk/>
            <pc:sldMk cId="758999488" sldId="2521"/>
            <ac:spMk id="3" creationId="{4A1C0383-58FE-E486-295E-B33B8683B938}"/>
          </ac:spMkLst>
        </pc:spChg>
      </pc:sldChg>
      <pc:sldChg chg="modSp add mod modAnim">
        <pc:chgData name="Owais Ahmed" userId="6abc7d4556b3b071" providerId="LiveId" clId="{B8A8993C-AF3B-4CBF-ACB4-5397A5801735}" dt="2023-05-30T16:38:45.359" v="4692" actId="27636"/>
        <pc:sldMkLst>
          <pc:docMk/>
          <pc:sldMk cId="2042830388" sldId="2522"/>
        </pc:sldMkLst>
        <pc:spChg chg="mod">
          <ac:chgData name="Owais Ahmed" userId="6abc7d4556b3b071" providerId="LiveId" clId="{B8A8993C-AF3B-4CBF-ACB4-5397A5801735}" dt="2023-05-30T16:38:45.359" v="4692" actId="27636"/>
          <ac:spMkLst>
            <pc:docMk/>
            <pc:sldMk cId="2042830388" sldId="2522"/>
            <ac:spMk id="3" creationId="{4A1C0383-58FE-E486-295E-B33B8683B938}"/>
          </ac:spMkLst>
        </pc:spChg>
        <pc:spChg chg="mod">
          <ac:chgData name="Owais Ahmed" userId="6abc7d4556b3b071" providerId="LiveId" clId="{B8A8993C-AF3B-4CBF-ACB4-5397A5801735}" dt="2023-05-29T21:10:24.290" v="3881"/>
          <ac:spMkLst>
            <pc:docMk/>
            <pc:sldMk cId="2042830388" sldId="2522"/>
            <ac:spMk id="215" creationId="{00000000-0000-0000-0000-000000000000}"/>
          </ac:spMkLst>
        </pc:spChg>
      </pc:sldChg>
      <pc:sldChg chg="addSp delSp modSp add mod ord delAnim modAnim">
        <pc:chgData name="Owais Ahmed" userId="6abc7d4556b3b071" providerId="LiveId" clId="{B8A8993C-AF3B-4CBF-ACB4-5397A5801735}" dt="2023-05-29T21:45:44.029" v="4646" actId="5793"/>
        <pc:sldMkLst>
          <pc:docMk/>
          <pc:sldMk cId="733251948" sldId="2523"/>
        </pc:sldMkLst>
        <pc:spChg chg="del mod">
          <ac:chgData name="Owais Ahmed" userId="6abc7d4556b3b071" providerId="LiveId" clId="{B8A8993C-AF3B-4CBF-ACB4-5397A5801735}" dt="2023-05-29T21:43:10.749" v="4606" actId="478"/>
          <ac:spMkLst>
            <pc:docMk/>
            <pc:sldMk cId="733251948" sldId="2523"/>
            <ac:spMk id="3" creationId="{4A1C0383-58FE-E486-295E-B33B8683B938}"/>
          </ac:spMkLst>
        </pc:spChg>
        <pc:spChg chg="add mod">
          <ac:chgData name="Owais Ahmed" userId="6abc7d4556b3b071" providerId="LiveId" clId="{B8A8993C-AF3B-4CBF-ACB4-5397A5801735}" dt="2023-05-29T21:45:44.029" v="4646" actId="5793"/>
          <ac:spMkLst>
            <pc:docMk/>
            <pc:sldMk cId="733251948" sldId="2523"/>
            <ac:spMk id="5" creationId="{FBCEC9B7-FCFB-C4D3-EE21-BE9FB47C7A0B}"/>
          </ac:spMkLst>
        </pc:spChg>
        <pc:spChg chg="del">
          <ac:chgData name="Owais Ahmed" userId="6abc7d4556b3b071" providerId="LiveId" clId="{B8A8993C-AF3B-4CBF-ACB4-5397A5801735}" dt="2023-05-29T21:44:49.378" v="4625" actId="478"/>
          <ac:spMkLst>
            <pc:docMk/>
            <pc:sldMk cId="733251948" sldId="2523"/>
            <ac:spMk id="214" creationId="{00000000-0000-0000-0000-000000000000}"/>
          </ac:spMkLst>
        </pc:spChg>
      </pc:sldChg>
      <pc:sldChg chg="delSp modSp add mod">
        <pc:chgData name="Owais Ahmed" userId="6abc7d4556b3b071" providerId="LiveId" clId="{B8A8993C-AF3B-4CBF-ACB4-5397A5801735}" dt="2023-05-29T21:45:58.851" v="4647" actId="20577"/>
        <pc:sldMkLst>
          <pc:docMk/>
          <pc:sldMk cId="2959669129" sldId="2524"/>
        </pc:sldMkLst>
        <pc:spChg chg="mod">
          <ac:chgData name="Owais Ahmed" userId="6abc7d4556b3b071" providerId="LiveId" clId="{B8A8993C-AF3B-4CBF-ACB4-5397A5801735}" dt="2023-05-29T21:45:58.851" v="4647" actId="20577"/>
          <ac:spMkLst>
            <pc:docMk/>
            <pc:sldMk cId="2959669129" sldId="2524"/>
            <ac:spMk id="5" creationId="{FBCEC9B7-FCFB-C4D3-EE21-BE9FB47C7A0B}"/>
          </ac:spMkLst>
        </pc:spChg>
        <pc:spChg chg="del">
          <ac:chgData name="Owais Ahmed" userId="6abc7d4556b3b071" providerId="LiveId" clId="{B8A8993C-AF3B-4CBF-ACB4-5397A5801735}" dt="2023-05-29T21:45:04.517" v="4627" actId="478"/>
          <ac:spMkLst>
            <pc:docMk/>
            <pc:sldMk cId="2959669129" sldId="2524"/>
            <ac:spMk id="214" creationId="{00000000-0000-0000-0000-000000000000}"/>
          </ac:spMkLst>
        </pc:spChg>
      </pc:sldChg>
      <pc:sldChg chg="addSp modSp add mod ord modAnim">
        <pc:chgData name="Owais Ahmed" userId="6abc7d4556b3b071" providerId="LiveId" clId="{B8A8993C-AF3B-4CBF-ACB4-5397A5801735}" dt="2023-06-06T23:11:07.237" v="6717" actId="27636"/>
        <pc:sldMkLst>
          <pc:docMk/>
          <pc:sldMk cId="875906824" sldId="2525"/>
        </pc:sldMkLst>
        <pc:spChg chg="mod">
          <ac:chgData name="Owais Ahmed" userId="6abc7d4556b3b071" providerId="LiveId" clId="{B8A8993C-AF3B-4CBF-ACB4-5397A5801735}" dt="2023-06-06T23:11:07.237" v="6717" actId="27636"/>
          <ac:spMkLst>
            <pc:docMk/>
            <pc:sldMk cId="875906824" sldId="2525"/>
            <ac:spMk id="3" creationId="{4A1C0383-58FE-E486-295E-B33B8683B938}"/>
          </ac:spMkLst>
        </pc:spChg>
        <pc:spChg chg="add mod">
          <ac:chgData name="Owais Ahmed" userId="6abc7d4556b3b071" providerId="LiveId" clId="{B8A8993C-AF3B-4CBF-ACB4-5397A5801735}" dt="2023-06-06T23:11:03.588" v="6715" actId="20577"/>
          <ac:spMkLst>
            <pc:docMk/>
            <pc:sldMk cId="875906824" sldId="2525"/>
            <ac:spMk id="5" creationId="{56B6228D-4075-80AB-0559-D51578780FDB}"/>
          </ac:spMkLst>
        </pc:spChg>
        <pc:spChg chg="mod">
          <ac:chgData name="Owais Ahmed" userId="6abc7d4556b3b071" providerId="LiveId" clId="{B8A8993C-AF3B-4CBF-ACB4-5397A5801735}" dt="2023-06-06T23:06:17.299" v="6305"/>
          <ac:spMkLst>
            <pc:docMk/>
            <pc:sldMk cId="875906824" sldId="2525"/>
            <ac:spMk id="215" creationId="{00000000-0000-0000-0000-000000000000}"/>
          </ac:spMkLst>
        </pc:spChg>
      </pc:sldChg>
      <pc:sldChg chg="modSp add del mod ord modAnim">
        <pc:chgData name="Owais Ahmed" userId="6abc7d4556b3b071" providerId="LiveId" clId="{B8A8993C-AF3B-4CBF-ACB4-5397A5801735}" dt="2023-05-30T16:39:18.834" v="4709" actId="47"/>
        <pc:sldMkLst>
          <pc:docMk/>
          <pc:sldMk cId="913006835" sldId="2526"/>
        </pc:sldMkLst>
        <pc:spChg chg="mod">
          <ac:chgData name="Owais Ahmed" userId="6abc7d4556b3b071" providerId="LiveId" clId="{B8A8993C-AF3B-4CBF-ACB4-5397A5801735}" dt="2023-05-30T16:39:09.041" v="4708" actId="20577"/>
          <ac:spMkLst>
            <pc:docMk/>
            <pc:sldMk cId="913006835" sldId="2526"/>
            <ac:spMk id="3" creationId="{4A1C0383-58FE-E486-295E-B33B8683B938}"/>
          </ac:spMkLst>
        </pc:spChg>
        <pc:spChg chg="mod">
          <ac:chgData name="Owais Ahmed" userId="6abc7d4556b3b071" providerId="LiveId" clId="{B8A8993C-AF3B-4CBF-ACB4-5397A5801735}" dt="2023-05-30T16:39:01.545" v="4703" actId="20577"/>
          <ac:spMkLst>
            <pc:docMk/>
            <pc:sldMk cId="913006835" sldId="2526"/>
            <ac:spMk id="215" creationId="{00000000-0000-0000-0000-000000000000}"/>
          </ac:spMkLst>
        </pc:spChg>
      </pc:sldChg>
      <pc:sldChg chg="modSp add mod ord modAnim modNotesTx">
        <pc:chgData name="Owais Ahmed" userId="6abc7d4556b3b071" providerId="LiveId" clId="{B8A8993C-AF3B-4CBF-ACB4-5397A5801735}" dt="2023-06-06T21:33:32.881" v="5595" actId="2711"/>
        <pc:sldMkLst>
          <pc:docMk/>
          <pc:sldMk cId="2000183879" sldId="2527"/>
        </pc:sldMkLst>
        <pc:spChg chg="mod">
          <ac:chgData name="Owais Ahmed" userId="6abc7d4556b3b071" providerId="LiveId" clId="{B8A8993C-AF3B-4CBF-ACB4-5397A5801735}" dt="2023-06-06T21:33:32.881" v="5595" actId="2711"/>
          <ac:spMkLst>
            <pc:docMk/>
            <pc:sldMk cId="2000183879" sldId="2527"/>
            <ac:spMk id="3" creationId="{4A1C0383-58FE-E486-295E-B33B8683B938}"/>
          </ac:spMkLst>
        </pc:spChg>
        <pc:spChg chg="mod">
          <ac:chgData name="Owais Ahmed" userId="6abc7d4556b3b071" providerId="LiveId" clId="{B8A8993C-AF3B-4CBF-ACB4-5397A5801735}" dt="2023-06-06T21:27:11.004" v="5029" actId="20577"/>
          <ac:spMkLst>
            <pc:docMk/>
            <pc:sldMk cId="2000183879" sldId="2527"/>
            <ac:spMk id="215" creationId="{00000000-0000-0000-0000-000000000000}"/>
          </ac:spMkLst>
        </pc:spChg>
      </pc:sldChg>
      <pc:sldChg chg="modSp add mod modAnim">
        <pc:chgData name="Owais Ahmed" userId="6abc7d4556b3b071" providerId="LiveId" clId="{B8A8993C-AF3B-4CBF-ACB4-5397A5801735}" dt="2023-06-06T21:41:17.771" v="5945" actId="404"/>
        <pc:sldMkLst>
          <pc:docMk/>
          <pc:sldMk cId="3238510036" sldId="2528"/>
        </pc:sldMkLst>
        <pc:spChg chg="mod">
          <ac:chgData name="Owais Ahmed" userId="6abc7d4556b3b071" providerId="LiveId" clId="{B8A8993C-AF3B-4CBF-ACB4-5397A5801735}" dt="2023-06-06T21:41:17.771" v="5945" actId="404"/>
          <ac:spMkLst>
            <pc:docMk/>
            <pc:sldMk cId="3238510036" sldId="2528"/>
            <ac:spMk id="3" creationId="{4A1C0383-58FE-E486-295E-B33B8683B938}"/>
          </ac:spMkLst>
        </pc:spChg>
      </pc:sldChg>
      <pc:sldChg chg="addSp delSp modSp add mod ord modAnim">
        <pc:chgData name="Owais Ahmed" userId="6abc7d4556b3b071" providerId="LiveId" clId="{B8A8993C-AF3B-4CBF-ACB4-5397A5801735}" dt="2023-06-06T23:02:59.067" v="6142" actId="20577"/>
        <pc:sldMkLst>
          <pc:docMk/>
          <pc:sldMk cId="3727902456" sldId="2529"/>
        </pc:sldMkLst>
        <pc:spChg chg="mod">
          <ac:chgData name="Owais Ahmed" userId="6abc7d4556b3b071" providerId="LiveId" clId="{B8A8993C-AF3B-4CBF-ACB4-5397A5801735}" dt="2023-06-06T23:02:59.067" v="6142" actId="20577"/>
          <ac:spMkLst>
            <pc:docMk/>
            <pc:sldMk cId="3727902456" sldId="2529"/>
            <ac:spMk id="3" creationId="{4A1C0383-58FE-E486-295E-B33B8683B938}"/>
          </ac:spMkLst>
        </pc:spChg>
        <pc:spChg chg="add del">
          <ac:chgData name="Owais Ahmed" userId="6abc7d4556b3b071" providerId="LiveId" clId="{B8A8993C-AF3B-4CBF-ACB4-5397A5801735}" dt="2023-06-06T23:02:15.039" v="6132" actId="478"/>
          <ac:spMkLst>
            <pc:docMk/>
            <pc:sldMk cId="3727902456" sldId="2529"/>
            <ac:spMk id="5" creationId="{08CF53E3-4607-70CF-48A9-CD51EC97A4AB}"/>
          </ac:spMkLst>
        </pc:spChg>
        <pc:spChg chg="add mod">
          <ac:chgData name="Owais Ahmed" userId="6abc7d4556b3b071" providerId="LiveId" clId="{B8A8993C-AF3B-4CBF-ACB4-5397A5801735}" dt="2023-06-06T23:02:46.377" v="6136" actId="1076"/>
          <ac:spMkLst>
            <pc:docMk/>
            <pc:sldMk cId="3727902456" sldId="2529"/>
            <ac:spMk id="7" creationId="{F778A947-9447-13D1-88DA-D856E3F06065}"/>
          </ac:spMkLst>
        </pc:spChg>
      </pc:sldChg>
      <pc:sldChg chg="delSp modSp add mod delAnim">
        <pc:chgData name="Owais Ahmed" userId="6abc7d4556b3b071" providerId="LiveId" clId="{B8A8993C-AF3B-4CBF-ACB4-5397A5801735}" dt="2023-06-06T23:05:57.539" v="6302" actId="20577"/>
        <pc:sldMkLst>
          <pc:docMk/>
          <pc:sldMk cId="1674248061" sldId="2530"/>
        </pc:sldMkLst>
        <pc:spChg chg="del">
          <ac:chgData name="Owais Ahmed" userId="6abc7d4556b3b071" providerId="LiveId" clId="{B8A8993C-AF3B-4CBF-ACB4-5397A5801735}" dt="2023-06-06T23:03:13.423" v="6144" actId="478"/>
          <ac:spMkLst>
            <pc:docMk/>
            <pc:sldMk cId="1674248061" sldId="2530"/>
            <ac:spMk id="3" creationId="{4A1C0383-58FE-E486-295E-B33B8683B938}"/>
          </ac:spMkLst>
        </pc:spChg>
        <pc:spChg chg="mod">
          <ac:chgData name="Owais Ahmed" userId="6abc7d4556b3b071" providerId="LiveId" clId="{B8A8993C-AF3B-4CBF-ACB4-5397A5801735}" dt="2023-06-06T23:05:57.539" v="6302" actId="20577"/>
          <ac:spMkLst>
            <pc:docMk/>
            <pc:sldMk cId="1674248061" sldId="2530"/>
            <ac:spMk id="7" creationId="{F778A947-9447-13D1-88DA-D856E3F06065}"/>
          </ac:spMkLst>
        </pc:spChg>
      </pc:sldChg>
      <pc:sldChg chg="modSp add mod">
        <pc:chgData name="Owais Ahmed" userId="6abc7d4556b3b071" providerId="LiveId" clId="{B8A8993C-AF3B-4CBF-ACB4-5397A5801735}" dt="2023-06-06T23:05:21.801" v="6229" actId="20577"/>
        <pc:sldMkLst>
          <pc:docMk/>
          <pc:sldMk cId="2661266141" sldId="2531"/>
        </pc:sldMkLst>
        <pc:spChg chg="mod">
          <ac:chgData name="Owais Ahmed" userId="6abc7d4556b3b071" providerId="LiveId" clId="{B8A8993C-AF3B-4CBF-ACB4-5397A5801735}" dt="2023-06-06T23:05:21.801" v="6229" actId="20577"/>
          <ac:spMkLst>
            <pc:docMk/>
            <pc:sldMk cId="2661266141" sldId="2531"/>
            <ac:spMk id="7" creationId="{F778A947-9447-13D1-88DA-D856E3F06065}"/>
          </ac:spMkLst>
        </pc:spChg>
      </pc:sldChg>
      <pc:sldChg chg="add">
        <pc:chgData name="Owais Ahmed" userId="6abc7d4556b3b071" providerId="LiveId" clId="{B8A8993C-AF3B-4CBF-ACB4-5397A5801735}" dt="2023-06-06T23:04:15.897" v="6156" actId="2890"/>
        <pc:sldMkLst>
          <pc:docMk/>
          <pc:sldMk cId="3155264675" sldId="2532"/>
        </pc:sldMkLst>
      </pc:sldChg>
    </pc:docChg>
  </pc:docChgLst>
  <pc:docChgLst>
    <pc:chgData name="Owais Ahmed" userId="6abc7d4556b3b071" providerId="LiveId" clId="{F2AEAFFB-65D0-4818-8A2C-9CA3B1401FE6}"/>
    <pc:docChg chg="modSld">
      <pc:chgData name="Owais Ahmed" userId="6abc7d4556b3b071" providerId="LiveId" clId="{F2AEAFFB-65D0-4818-8A2C-9CA3B1401FE6}" dt="2023-10-07T07:18:29.295" v="0"/>
      <pc:docMkLst>
        <pc:docMk/>
      </pc:docMkLst>
      <pc:sldChg chg="modSp mod">
        <pc:chgData name="Owais Ahmed" userId="6abc7d4556b3b071" providerId="LiveId" clId="{F2AEAFFB-65D0-4818-8A2C-9CA3B1401FE6}" dt="2023-10-07T07:18:29.295" v="0"/>
        <pc:sldMkLst>
          <pc:docMk/>
          <pc:sldMk cId="3927832306" sldId="2448"/>
        </pc:sldMkLst>
        <pc:spChg chg="mod">
          <ac:chgData name="Owais Ahmed" userId="6abc7d4556b3b071" providerId="LiveId" clId="{F2AEAFFB-65D0-4818-8A2C-9CA3B1401FE6}" dt="2023-10-07T07:18:29.295" v="0"/>
          <ac:spMkLst>
            <pc:docMk/>
            <pc:sldMk cId="3927832306" sldId="2448"/>
            <ac:spMk id="9" creationId="{79DC1498-E692-42BA-B69F-6D37E6CFACA0}"/>
          </ac:spMkLst>
        </pc:spChg>
      </pc:sldChg>
    </pc:docChg>
  </pc:docChgLst>
  <pc:docChgLst>
    <pc:chgData name="Owais Ahmed" userId="6abc7d4556b3b071" providerId="LiveId" clId="{7A2E326C-3728-4F4E-962A-C55BA8FCDEE3}"/>
    <pc:docChg chg="undo custSel addSld delSld modSld sldOrd">
      <pc:chgData name="Owais Ahmed" userId="6abc7d4556b3b071" providerId="LiveId" clId="{7A2E326C-3728-4F4E-962A-C55BA8FCDEE3}" dt="2023-03-14T10:02:41.932" v="5722" actId="20577"/>
      <pc:docMkLst>
        <pc:docMk/>
      </pc:docMkLst>
      <pc:sldChg chg="modSp mod">
        <pc:chgData name="Owais Ahmed" userId="6abc7d4556b3b071" providerId="LiveId" clId="{7A2E326C-3728-4F4E-962A-C55BA8FCDEE3}" dt="2023-03-14T08:55:57.593" v="2358" actId="20577"/>
        <pc:sldMkLst>
          <pc:docMk/>
          <pc:sldMk cId="1649098948" sldId="2462"/>
        </pc:sldMkLst>
        <pc:spChg chg="mod">
          <ac:chgData name="Owais Ahmed" userId="6abc7d4556b3b071" providerId="LiveId" clId="{7A2E326C-3728-4F4E-962A-C55BA8FCDEE3}" dt="2023-03-14T08:55:57.593" v="2358" actId="20577"/>
          <ac:spMkLst>
            <pc:docMk/>
            <pc:sldMk cId="1649098948" sldId="2462"/>
            <ac:spMk id="6" creationId="{F3C89A40-EEAA-43AB-9A3A-B2CFDE450F1B}"/>
          </ac:spMkLst>
        </pc:spChg>
      </pc:sldChg>
      <pc:sldChg chg="del">
        <pc:chgData name="Owais Ahmed" userId="6abc7d4556b3b071" providerId="LiveId" clId="{7A2E326C-3728-4F4E-962A-C55BA8FCDEE3}" dt="2023-03-14T08:08:31.898" v="67" actId="47"/>
        <pc:sldMkLst>
          <pc:docMk/>
          <pc:sldMk cId="2426892836" sldId="2485"/>
        </pc:sldMkLst>
      </pc:sldChg>
      <pc:sldChg chg="del">
        <pc:chgData name="Owais Ahmed" userId="6abc7d4556b3b071" providerId="LiveId" clId="{7A2E326C-3728-4F4E-962A-C55BA8FCDEE3}" dt="2023-03-14T08:08:31.648" v="66" actId="47"/>
        <pc:sldMkLst>
          <pc:docMk/>
          <pc:sldMk cId="2564503825" sldId="2486"/>
        </pc:sldMkLst>
      </pc:sldChg>
      <pc:sldChg chg="del">
        <pc:chgData name="Owais Ahmed" userId="6abc7d4556b3b071" providerId="LiveId" clId="{7A2E326C-3728-4F4E-962A-C55BA8FCDEE3}" dt="2023-03-14T08:08:32.130" v="68" actId="47"/>
        <pc:sldMkLst>
          <pc:docMk/>
          <pc:sldMk cId="4176642933" sldId="2487"/>
        </pc:sldMkLst>
      </pc:sldChg>
      <pc:sldChg chg="del">
        <pc:chgData name="Owais Ahmed" userId="6abc7d4556b3b071" providerId="LiveId" clId="{7A2E326C-3728-4F4E-962A-C55BA8FCDEE3}" dt="2023-03-14T08:08:32.736" v="69" actId="47"/>
        <pc:sldMkLst>
          <pc:docMk/>
          <pc:sldMk cId="4039704136" sldId="2488"/>
        </pc:sldMkLst>
      </pc:sldChg>
      <pc:sldChg chg="del">
        <pc:chgData name="Owais Ahmed" userId="6abc7d4556b3b071" providerId="LiveId" clId="{7A2E326C-3728-4F4E-962A-C55BA8FCDEE3}" dt="2023-03-14T08:08:33.891" v="70" actId="47"/>
        <pc:sldMkLst>
          <pc:docMk/>
          <pc:sldMk cId="3325262481" sldId="2489"/>
        </pc:sldMkLst>
      </pc:sldChg>
      <pc:sldChg chg="modSp mod ord modAnim modNotesTx">
        <pc:chgData name="Owais Ahmed" userId="6abc7d4556b3b071" providerId="LiveId" clId="{7A2E326C-3728-4F4E-962A-C55BA8FCDEE3}" dt="2023-03-14T09:03:41.655" v="3128" actId="20577"/>
        <pc:sldMkLst>
          <pc:docMk/>
          <pc:sldMk cId="2171066017" sldId="2490"/>
        </pc:sldMkLst>
        <pc:spChg chg="mod">
          <ac:chgData name="Owais Ahmed" userId="6abc7d4556b3b071" providerId="LiveId" clId="{7A2E326C-3728-4F4E-962A-C55BA8FCDEE3}" dt="2023-03-14T09:02:50.209" v="3016" actId="20577"/>
          <ac:spMkLst>
            <pc:docMk/>
            <pc:sldMk cId="2171066017" sldId="2490"/>
            <ac:spMk id="3" creationId="{4A1C0383-58FE-E486-295E-B33B8683B938}"/>
          </ac:spMkLst>
        </pc:spChg>
        <pc:spChg chg="mod">
          <ac:chgData name="Owais Ahmed" userId="6abc7d4556b3b071" providerId="LiveId" clId="{7A2E326C-3728-4F4E-962A-C55BA8FCDEE3}" dt="2023-03-14T08:09:26.937" v="168" actId="20577"/>
          <ac:spMkLst>
            <pc:docMk/>
            <pc:sldMk cId="2171066017" sldId="2490"/>
            <ac:spMk id="215" creationId="{00000000-0000-0000-0000-000000000000}"/>
          </ac:spMkLst>
        </pc:spChg>
      </pc:sldChg>
      <pc:sldChg chg="modSp add mod modAnim modNotesTx">
        <pc:chgData name="Owais Ahmed" userId="6abc7d4556b3b071" providerId="LiveId" clId="{7A2E326C-3728-4F4E-962A-C55BA8FCDEE3}" dt="2023-03-14T08:21:00.539" v="1181" actId="20577"/>
        <pc:sldMkLst>
          <pc:docMk/>
          <pc:sldMk cId="1034671824" sldId="2491"/>
        </pc:sldMkLst>
        <pc:spChg chg="mod">
          <ac:chgData name="Owais Ahmed" userId="6abc7d4556b3b071" providerId="LiveId" clId="{7A2E326C-3728-4F4E-962A-C55BA8FCDEE3}" dt="2023-03-14T08:21:00.539" v="1181" actId="20577"/>
          <ac:spMkLst>
            <pc:docMk/>
            <pc:sldMk cId="1034671824" sldId="2491"/>
            <ac:spMk id="3" creationId="{4A1C0383-58FE-E486-295E-B33B8683B938}"/>
          </ac:spMkLst>
        </pc:spChg>
        <pc:spChg chg="mod">
          <ac:chgData name="Owais Ahmed" userId="6abc7d4556b3b071" providerId="LiveId" clId="{7A2E326C-3728-4F4E-962A-C55BA8FCDEE3}" dt="2023-03-14T08:15:37.246" v="689" actId="20577"/>
          <ac:spMkLst>
            <pc:docMk/>
            <pc:sldMk cId="1034671824" sldId="2491"/>
            <ac:spMk id="215" creationId="{00000000-0000-0000-0000-000000000000}"/>
          </ac:spMkLst>
        </pc:spChg>
      </pc:sldChg>
      <pc:sldChg chg="del">
        <pc:chgData name="Owais Ahmed" userId="6abc7d4556b3b071" providerId="LiveId" clId="{7A2E326C-3728-4F4E-962A-C55BA8FCDEE3}" dt="2023-03-14T08:08:35.844" v="71" actId="47"/>
        <pc:sldMkLst>
          <pc:docMk/>
          <pc:sldMk cId="3542561392" sldId="2491"/>
        </pc:sldMkLst>
      </pc:sldChg>
      <pc:sldChg chg="del">
        <pc:chgData name="Owais Ahmed" userId="6abc7d4556b3b071" providerId="LiveId" clId="{7A2E326C-3728-4F4E-962A-C55BA8FCDEE3}" dt="2023-03-14T08:08:36.060" v="72" actId="47"/>
        <pc:sldMkLst>
          <pc:docMk/>
          <pc:sldMk cId="140807305" sldId="2492"/>
        </pc:sldMkLst>
      </pc:sldChg>
      <pc:sldChg chg="modSp add mod ord modAnim">
        <pc:chgData name="Owais Ahmed" userId="6abc7d4556b3b071" providerId="LiveId" clId="{7A2E326C-3728-4F4E-962A-C55BA8FCDEE3}" dt="2023-03-14T08:30:27.433" v="1592" actId="27636"/>
        <pc:sldMkLst>
          <pc:docMk/>
          <pc:sldMk cId="536030068" sldId="2492"/>
        </pc:sldMkLst>
        <pc:spChg chg="mod">
          <ac:chgData name="Owais Ahmed" userId="6abc7d4556b3b071" providerId="LiveId" clId="{7A2E326C-3728-4F4E-962A-C55BA8FCDEE3}" dt="2023-03-14T08:30:27.433" v="1592" actId="27636"/>
          <ac:spMkLst>
            <pc:docMk/>
            <pc:sldMk cId="536030068" sldId="2492"/>
            <ac:spMk id="3" creationId="{4A1C0383-58FE-E486-295E-B33B8683B938}"/>
          </ac:spMkLst>
        </pc:spChg>
        <pc:spChg chg="mod">
          <ac:chgData name="Owais Ahmed" userId="6abc7d4556b3b071" providerId="LiveId" clId="{7A2E326C-3728-4F4E-962A-C55BA8FCDEE3}" dt="2023-03-14T08:23:33.966" v="1217" actId="20577"/>
          <ac:spMkLst>
            <pc:docMk/>
            <pc:sldMk cId="536030068" sldId="2492"/>
            <ac:spMk id="215" creationId="{00000000-0000-0000-0000-000000000000}"/>
          </ac:spMkLst>
        </pc:spChg>
      </pc:sldChg>
      <pc:sldChg chg="del">
        <pc:chgData name="Owais Ahmed" userId="6abc7d4556b3b071" providerId="LiveId" clId="{7A2E326C-3728-4F4E-962A-C55BA8FCDEE3}" dt="2023-03-14T08:08:37.425" v="75" actId="47"/>
        <pc:sldMkLst>
          <pc:docMk/>
          <pc:sldMk cId="291289866" sldId="2493"/>
        </pc:sldMkLst>
      </pc:sldChg>
      <pc:sldChg chg="modSp add mod ord modAnim modNotesTx">
        <pc:chgData name="Owais Ahmed" userId="6abc7d4556b3b071" providerId="LiveId" clId="{7A2E326C-3728-4F4E-962A-C55BA8FCDEE3}" dt="2023-03-14T08:55:41.968" v="2327" actId="20577"/>
        <pc:sldMkLst>
          <pc:docMk/>
          <pc:sldMk cId="1385104569" sldId="2493"/>
        </pc:sldMkLst>
        <pc:spChg chg="mod">
          <ac:chgData name="Owais Ahmed" userId="6abc7d4556b3b071" providerId="LiveId" clId="{7A2E326C-3728-4F4E-962A-C55BA8FCDEE3}" dt="2023-03-14T08:52:20.531" v="2259" actId="20577"/>
          <ac:spMkLst>
            <pc:docMk/>
            <pc:sldMk cId="1385104569" sldId="2493"/>
            <ac:spMk id="3" creationId="{4A1C0383-58FE-E486-295E-B33B8683B938}"/>
          </ac:spMkLst>
        </pc:spChg>
        <pc:spChg chg="mod">
          <ac:chgData name="Owais Ahmed" userId="6abc7d4556b3b071" providerId="LiveId" clId="{7A2E326C-3728-4F4E-962A-C55BA8FCDEE3}" dt="2023-03-14T08:55:41.968" v="2327" actId="20577"/>
          <ac:spMkLst>
            <pc:docMk/>
            <pc:sldMk cId="1385104569" sldId="2493"/>
            <ac:spMk id="215" creationId="{00000000-0000-0000-0000-000000000000}"/>
          </ac:spMkLst>
        </pc:spChg>
      </pc:sldChg>
      <pc:sldChg chg="del">
        <pc:chgData name="Owais Ahmed" userId="6abc7d4556b3b071" providerId="LiveId" clId="{7A2E326C-3728-4F4E-962A-C55BA8FCDEE3}" dt="2023-03-14T08:08:38.043" v="78" actId="47"/>
        <pc:sldMkLst>
          <pc:docMk/>
          <pc:sldMk cId="768229774" sldId="2494"/>
        </pc:sldMkLst>
      </pc:sldChg>
      <pc:sldChg chg="add del">
        <pc:chgData name="Owais Ahmed" userId="6abc7d4556b3b071" providerId="LiveId" clId="{7A2E326C-3728-4F4E-962A-C55BA8FCDEE3}" dt="2023-03-14T08:58:46.348" v="2586" actId="2890"/>
        <pc:sldMkLst>
          <pc:docMk/>
          <pc:sldMk cId="1268028680" sldId="2494"/>
        </pc:sldMkLst>
      </pc:sldChg>
      <pc:sldChg chg="modSp add mod ord modAnim">
        <pc:chgData name="Owais Ahmed" userId="6abc7d4556b3b071" providerId="LiveId" clId="{7A2E326C-3728-4F4E-962A-C55BA8FCDEE3}" dt="2023-03-14T09:33:16.316" v="4057" actId="20577"/>
        <pc:sldMkLst>
          <pc:docMk/>
          <pc:sldMk cId="3703529031" sldId="2494"/>
        </pc:sldMkLst>
        <pc:spChg chg="mod">
          <ac:chgData name="Owais Ahmed" userId="6abc7d4556b3b071" providerId="LiveId" clId="{7A2E326C-3728-4F4E-962A-C55BA8FCDEE3}" dt="2023-03-14T09:33:16.316" v="4057" actId="20577"/>
          <ac:spMkLst>
            <pc:docMk/>
            <pc:sldMk cId="3703529031" sldId="2494"/>
            <ac:spMk id="3" creationId="{4A1C0383-58FE-E486-295E-B33B8683B938}"/>
          </ac:spMkLst>
        </pc:spChg>
        <pc:spChg chg="mod">
          <ac:chgData name="Owais Ahmed" userId="6abc7d4556b3b071" providerId="LiveId" clId="{7A2E326C-3728-4F4E-962A-C55BA8FCDEE3}" dt="2023-03-14T09:02:31.908" v="2965" actId="20577"/>
          <ac:spMkLst>
            <pc:docMk/>
            <pc:sldMk cId="3703529031" sldId="2494"/>
            <ac:spMk id="215" creationId="{00000000-0000-0000-0000-000000000000}"/>
          </ac:spMkLst>
        </pc:spChg>
      </pc:sldChg>
      <pc:sldChg chg="del">
        <pc:chgData name="Owais Ahmed" userId="6abc7d4556b3b071" providerId="LiveId" clId="{7A2E326C-3728-4F4E-962A-C55BA8FCDEE3}" dt="2023-03-14T08:08:38.285" v="79" actId="47"/>
        <pc:sldMkLst>
          <pc:docMk/>
          <pc:sldMk cId="232042637" sldId="2495"/>
        </pc:sldMkLst>
      </pc:sldChg>
      <pc:sldChg chg="modSp add mod modAnim modNotesTx">
        <pc:chgData name="Owais Ahmed" userId="6abc7d4556b3b071" providerId="LiveId" clId="{7A2E326C-3728-4F4E-962A-C55BA8FCDEE3}" dt="2023-03-14T09:52:40.543" v="4697" actId="20577"/>
        <pc:sldMkLst>
          <pc:docMk/>
          <pc:sldMk cId="1437269240" sldId="2495"/>
        </pc:sldMkLst>
        <pc:spChg chg="mod">
          <ac:chgData name="Owais Ahmed" userId="6abc7d4556b3b071" providerId="LiveId" clId="{7A2E326C-3728-4F4E-962A-C55BA8FCDEE3}" dt="2023-03-14T09:52:40.543" v="4697" actId="20577"/>
          <ac:spMkLst>
            <pc:docMk/>
            <pc:sldMk cId="1437269240" sldId="2495"/>
            <ac:spMk id="3" creationId="{4A1C0383-58FE-E486-295E-B33B8683B938}"/>
          </ac:spMkLst>
        </pc:spChg>
      </pc:sldChg>
      <pc:sldChg chg="new del">
        <pc:chgData name="Owais Ahmed" userId="6abc7d4556b3b071" providerId="LiveId" clId="{7A2E326C-3728-4F4E-962A-C55BA8FCDEE3}" dt="2023-03-14T09:01:03.883" v="2891" actId="680"/>
        <pc:sldMkLst>
          <pc:docMk/>
          <pc:sldMk cId="2318419270" sldId="2495"/>
        </pc:sldMkLst>
      </pc:sldChg>
      <pc:sldChg chg="modSp add mod modAnim modNotesTx">
        <pc:chgData name="Owais Ahmed" userId="6abc7d4556b3b071" providerId="LiveId" clId="{7A2E326C-3728-4F4E-962A-C55BA8FCDEE3}" dt="2023-03-14T10:02:41.932" v="5722" actId="20577"/>
        <pc:sldMkLst>
          <pc:docMk/>
          <pc:sldMk cId="3627983074" sldId="2496"/>
        </pc:sldMkLst>
        <pc:spChg chg="mod">
          <ac:chgData name="Owais Ahmed" userId="6abc7d4556b3b071" providerId="LiveId" clId="{7A2E326C-3728-4F4E-962A-C55BA8FCDEE3}" dt="2023-03-14T10:02:41.932" v="5722" actId="20577"/>
          <ac:spMkLst>
            <pc:docMk/>
            <pc:sldMk cId="3627983074" sldId="2496"/>
            <ac:spMk id="3" creationId="{4A1C0383-58FE-E486-295E-B33B8683B938}"/>
          </ac:spMkLst>
        </pc:spChg>
      </pc:sldChg>
      <pc:sldChg chg="del">
        <pc:chgData name="Owais Ahmed" userId="6abc7d4556b3b071" providerId="LiveId" clId="{7A2E326C-3728-4F4E-962A-C55BA8FCDEE3}" dt="2023-03-14T08:08:36.354" v="73" actId="47"/>
        <pc:sldMkLst>
          <pc:docMk/>
          <pc:sldMk cId="3980957688" sldId="2496"/>
        </pc:sldMkLst>
      </pc:sldChg>
      <pc:sldChg chg="del">
        <pc:chgData name="Owais Ahmed" userId="6abc7d4556b3b071" providerId="LiveId" clId="{7A2E326C-3728-4F4E-962A-C55BA8FCDEE3}" dt="2023-03-14T08:08:37.612" v="76" actId="47"/>
        <pc:sldMkLst>
          <pc:docMk/>
          <pc:sldMk cId="3124922675" sldId="2497"/>
        </pc:sldMkLst>
      </pc:sldChg>
      <pc:sldChg chg="del">
        <pc:chgData name="Owais Ahmed" userId="6abc7d4556b3b071" providerId="LiveId" clId="{7A2E326C-3728-4F4E-962A-C55BA8FCDEE3}" dt="2023-03-14T08:08:37.789" v="77" actId="47"/>
        <pc:sldMkLst>
          <pc:docMk/>
          <pc:sldMk cId="2737715429" sldId="2498"/>
        </pc:sldMkLst>
      </pc:sldChg>
      <pc:sldChg chg="del">
        <pc:chgData name="Owais Ahmed" userId="6abc7d4556b3b071" providerId="LiveId" clId="{7A2E326C-3728-4F4E-962A-C55BA8FCDEE3}" dt="2023-03-14T08:08:37.223" v="74" actId="47"/>
        <pc:sldMkLst>
          <pc:docMk/>
          <pc:sldMk cId="1701565530" sldId="2499"/>
        </pc:sldMkLst>
      </pc:sldChg>
      <pc:sldChg chg="del">
        <pc:chgData name="Owais Ahmed" userId="6abc7d4556b3b071" providerId="LiveId" clId="{7A2E326C-3728-4F4E-962A-C55BA8FCDEE3}" dt="2023-03-14T08:08:38.529" v="80" actId="47"/>
        <pc:sldMkLst>
          <pc:docMk/>
          <pc:sldMk cId="98145820" sldId="2500"/>
        </pc:sldMkLst>
      </pc:sldChg>
      <pc:sldChg chg="del">
        <pc:chgData name="Owais Ahmed" userId="6abc7d4556b3b071" providerId="LiveId" clId="{7A2E326C-3728-4F4E-962A-C55BA8FCDEE3}" dt="2023-03-14T08:08:40.399" v="81" actId="47"/>
        <pc:sldMkLst>
          <pc:docMk/>
          <pc:sldMk cId="349804789" sldId="2501"/>
        </pc:sldMkLst>
      </pc:sldChg>
      <pc:sldChg chg="del">
        <pc:chgData name="Owais Ahmed" userId="6abc7d4556b3b071" providerId="LiveId" clId="{7A2E326C-3728-4F4E-962A-C55BA8FCDEE3}" dt="2023-03-14T08:08:41.244" v="82" actId="47"/>
        <pc:sldMkLst>
          <pc:docMk/>
          <pc:sldMk cId="366950723" sldId="2502"/>
        </pc:sldMkLst>
      </pc:sldChg>
      <pc:sldChg chg="del">
        <pc:chgData name="Owais Ahmed" userId="6abc7d4556b3b071" providerId="LiveId" clId="{7A2E326C-3728-4F4E-962A-C55BA8FCDEE3}" dt="2023-03-14T08:08:42.509" v="83" actId="47"/>
        <pc:sldMkLst>
          <pc:docMk/>
          <pc:sldMk cId="465789078" sldId="2503"/>
        </pc:sldMkLst>
      </pc:sldChg>
      <pc:sldChg chg="del">
        <pc:chgData name="Owais Ahmed" userId="6abc7d4556b3b071" providerId="LiveId" clId="{7A2E326C-3728-4F4E-962A-C55BA8FCDEE3}" dt="2023-03-14T08:08:43.518" v="84" actId="47"/>
        <pc:sldMkLst>
          <pc:docMk/>
          <pc:sldMk cId="4099730819" sldId="2504"/>
        </pc:sldMkLst>
      </pc:sldChg>
    </pc:docChg>
  </pc:docChgLst>
  <pc:docChgLst>
    <pc:chgData name="Owais Ahmed" userId="6abc7d4556b3b071" providerId="LiveId" clId="{CDD2107F-F1EF-4E07-8778-193EA5F6744D}"/>
    <pc:docChg chg="undo custSel addSld delSld modSld sldOrd">
      <pc:chgData name="Owais Ahmed" userId="6abc7d4556b3b071" providerId="LiveId" clId="{CDD2107F-F1EF-4E07-8778-193EA5F6744D}" dt="2023-06-07T06:07:35.579" v="4361"/>
      <pc:docMkLst>
        <pc:docMk/>
      </pc:docMkLst>
      <pc:sldChg chg="modSp mod">
        <pc:chgData name="Owais Ahmed" userId="6abc7d4556b3b071" providerId="LiveId" clId="{CDD2107F-F1EF-4E07-8778-193EA5F6744D}" dt="2023-05-30T08:51:53.116" v="3458" actId="20577"/>
        <pc:sldMkLst>
          <pc:docMk/>
          <pc:sldMk cId="690293853" sldId="2491"/>
        </pc:sldMkLst>
        <pc:spChg chg="mod">
          <ac:chgData name="Owais Ahmed" userId="6abc7d4556b3b071" providerId="LiveId" clId="{CDD2107F-F1EF-4E07-8778-193EA5F6744D}" dt="2023-05-30T08:51:53.116" v="3458" actId="20577"/>
          <ac:spMkLst>
            <pc:docMk/>
            <pc:sldMk cId="690293853" sldId="2491"/>
            <ac:spMk id="6" creationId="{F3C89A40-EEAA-43AB-9A3A-B2CFDE450F1B}"/>
          </ac:spMkLst>
        </pc:spChg>
      </pc:sldChg>
      <pc:sldChg chg="modSp mod modAnim">
        <pc:chgData name="Owais Ahmed" userId="6abc7d4556b3b071" providerId="LiveId" clId="{CDD2107F-F1EF-4E07-8778-193EA5F6744D}" dt="2023-05-22T06:03:50.209" v="359" actId="20577"/>
        <pc:sldMkLst>
          <pc:docMk/>
          <pc:sldMk cId="3713406757" sldId="2505"/>
        </pc:sldMkLst>
        <pc:spChg chg="mod">
          <ac:chgData name="Owais Ahmed" userId="6abc7d4556b3b071" providerId="LiveId" clId="{CDD2107F-F1EF-4E07-8778-193EA5F6744D}" dt="2023-05-22T06:03:50.209" v="359" actId="20577"/>
          <ac:spMkLst>
            <pc:docMk/>
            <pc:sldMk cId="3713406757" sldId="2505"/>
            <ac:spMk id="3" creationId="{4A1C0383-58FE-E486-295E-B33B8683B938}"/>
          </ac:spMkLst>
        </pc:spChg>
        <pc:spChg chg="mod">
          <ac:chgData name="Owais Ahmed" userId="6abc7d4556b3b071" providerId="LiveId" clId="{CDD2107F-F1EF-4E07-8778-193EA5F6744D}" dt="2023-05-22T06:02:31.432" v="183"/>
          <ac:spMkLst>
            <pc:docMk/>
            <pc:sldMk cId="3713406757" sldId="2505"/>
            <ac:spMk id="215" creationId="{00000000-0000-0000-0000-000000000000}"/>
          </ac:spMkLst>
        </pc:spChg>
      </pc:sldChg>
      <pc:sldChg chg="del">
        <pc:chgData name="Owais Ahmed" userId="6abc7d4556b3b071" providerId="LiveId" clId="{CDD2107F-F1EF-4E07-8778-193EA5F6744D}" dt="2023-05-17T08:06:15.865" v="0" actId="47"/>
        <pc:sldMkLst>
          <pc:docMk/>
          <pc:sldMk cId="1520441757" sldId="2506"/>
        </pc:sldMkLst>
      </pc:sldChg>
      <pc:sldChg chg="modSp add del mod">
        <pc:chgData name="Owais Ahmed" userId="6abc7d4556b3b071" providerId="LiveId" clId="{CDD2107F-F1EF-4E07-8778-193EA5F6744D}" dt="2023-05-23T04:59:35.101" v="370" actId="2890"/>
        <pc:sldMkLst>
          <pc:docMk/>
          <pc:sldMk cId="3022366674" sldId="2506"/>
        </pc:sldMkLst>
        <pc:spChg chg="mod">
          <ac:chgData name="Owais Ahmed" userId="6abc7d4556b3b071" providerId="LiveId" clId="{CDD2107F-F1EF-4E07-8778-193EA5F6744D}" dt="2023-05-23T04:59:32.994" v="369" actId="20577"/>
          <ac:spMkLst>
            <pc:docMk/>
            <pc:sldMk cId="3022366674" sldId="2506"/>
            <ac:spMk id="215" creationId="{00000000-0000-0000-0000-000000000000}"/>
          </ac:spMkLst>
        </pc:spChg>
      </pc:sldChg>
      <pc:sldChg chg="modAnim">
        <pc:chgData name="Owais Ahmed" userId="6abc7d4556b3b071" providerId="LiveId" clId="{CDD2107F-F1EF-4E07-8778-193EA5F6744D}" dt="2023-05-31T05:52:19.310" v="3461"/>
        <pc:sldMkLst>
          <pc:docMk/>
          <pc:sldMk cId="3162643772" sldId="2506"/>
        </pc:sldMkLst>
      </pc:sldChg>
      <pc:sldChg chg="modSp add mod modAnim">
        <pc:chgData name="Owais Ahmed" userId="6abc7d4556b3b071" providerId="LiveId" clId="{CDD2107F-F1EF-4E07-8778-193EA5F6744D}" dt="2023-05-29T05:20:18.137" v="392" actId="20577"/>
        <pc:sldMkLst>
          <pc:docMk/>
          <pc:sldMk cId="4035312321" sldId="2508"/>
        </pc:sldMkLst>
        <pc:spChg chg="mod">
          <ac:chgData name="Owais Ahmed" userId="6abc7d4556b3b071" providerId="LiveId" clId="{CDD2107F-F1EF-4E07-8778-193EA5F6744D}" dt="2023-05-29T05:20:14.791" v="387" actId="27636"/>
          <ac:spMkLst>
            <pc:docMk/>
            <pc:sldMk cId="4035312321" sldId="2508"/>
            <ac:spMk id="4" creationId="{7E8FF945-769B-FFBA-CE7A-7A8F1E993449}"/>
          </ac:spMkLst>
        </pc:spChg>
        <pc:spChg chg="mod">
          <ac:chgData name="Owais Ahmed" userId="6abc7d4556b3b071" providerId="LiveId" clId="{CDD2107F-F1EF-4E07-8778-193EA5F6744D}" dt="2023-05-29T05:20:18.137" v="392" actId="20577"/>
          <ac:spMkLst>
            <pc:docMk/>
            <pc:sldMk cId="4035312321" sldId="2508"/>
            <ac:spMk id="215" creationId="{00000000-0000-0000-0000-000000000000}"/>
          </ac:spMkLst>
        </pc:spChg>
      </pc:sldChg>
      <pc:sldChg chg="modSp add del mod modAnim">
        <pc:chgData name="Owais Ahmed" userId="6abc7d4556b3b071" providerId="LiveId" clId="{CDD2107F-F1EF-4E07-8778-193EA5F6744D}" dt="2023-05-30T08:52:03.727" v="3459" actId="47"/>
        <pc:sldMkLst>
          <pc:docMk/>
          <pc:sldMk cId="541868745" sldId="2509"/>
        </pc:sldMkLst>
        <pc:spChg chg="mod">
          <ac:chgData name="Owais Ahmed" userId="6abc7d4556b3b071" providerId="LiveId" clId="{CDD2107F-F1EF-4E07-8778-193EA5F6744D}" dt="2023-05-29T05:30:13.267" v="999" actId="403"/>
          <ac:spMkLst>
            <pc:docMk/>
            <pc:sldMk cId="541868745" sldId="2509"/>
            <ac:spMk id="4" creationId="{7E8FF945-769B-FFBA-CE7A-7A8F1E993449}"/>
          </ac:spMkLst>
        </pc:spChg>
        <pc:spChg chg="mod">
          <ac:chgData name="Owais Ahmed" userId="6abc7d4556b3b071" providerId="LiveId" clId="{CDD2107F-F1EF-4E07-8778-193EA5F6744D}" dt="2023-05-29T05:20:22.306" v="404" actId="20577"/>
          <ac:spMkLst>
            <pc:docMk/>
            <pc:sldMk cId="541868745" sldId="2509"/>
            <ac:spMk id="215" creationId="{00000000-0000-0000-0000-000000000000}"/>
          </ac:spMkLst>
        </pc:spChg>
      </pc:sldChg>
      <pc:sldChg chg="modSp add del mod modAnim">
        <pc:chgData name="Owais Ahmed" userId="6abc7d4556b3b071" providerId="LiveId" clId="{CDD2107F-F1EF-4E07-8778-193EA5F6744D}" dt="2023-05-30T08:52:03.727" v="3459" actId="47"/>
        <pc:sldMkLst>
          <pc:docMk/>
          <pc:sldMk cId="3060736070" sldId="2510"/>
        </pc:sldMkLst>
        <pc:spChg chg="mod">
          <ac:chgData name="Owais Ahmed" userId="6abc7d4556b3b071" providerId="LiveId" clId="{CDD2107F-F1EF-4E07-8778-193EA5F6744D}" dt="2023-05-29T05:59:12.920" v="1892" actId="20577"/>
          <ac:spMkLst>
            <pc:docMk/>
            <pc:sldMk cId="3060736070" sldId="2510"/>
            <ac:spMk id="4" creationId="{7E8FF945-769B-FFBA-CE7A-7A8F1E993449}"/>
          </ac:spMkLst>
        </pc:spChg>
      </pc:sldChg>
      <pc:sldChg chg="modSp add del mod ord addAnim delAnim modAnim modNotesTx">
        <pc:chgData name="Owais Ahmed" userId="6abc7d4556b3b071" providerId="LiveId" clId="{CDD2107F-F1EF-4E07-8778-193EA5F6744D}" dt="2023-05-30T08:52:03.727" v="3459" actId="47"/>
        <pc:sldMkLst>
          <pc:docMk/>
          <pc:sldMk cId="624379840" sldId="2511"/>
        </pc:sldMkLst>
        <pc:spChg chg="mod">
          <ac:chgData name="Owais Ahmed" userId="6abc7d4556b3b071" providerId="LiveId" clId="{CDD2107F-F1EF-4E07-8778-193EA5F6744D}" dt="2023-05-29T09:20:09.142" v="2924" actId="27636"/>
          <ac:spMkLst>
            <pc:docMk/>
            <pc:sldMk cId="624379840" sldId="2511"/>
            <ac:spMk id="4" creationId="{7E8FF945-769B-FFBA-CE7A-7A8F1E993449}"/>
          </ac:spMkLst>
        </pc:spChg>
        <pc:spChg chg="mod">
          <ac:chgData name="Owais Ahmed" userId="6abc7d4556b3b071" providerId="LiveId" clId="{CDD2107F-F1EF-4E07-8778-193EA5F6744D}" dt="2023-05-29T05:39:28.950" v="1446" actId="20577"/>
          <ac:spMkLst>
            <pc:docMk/>
            <pc:sldMk cId="624379840" sldId="2511"/>
            <ac:spMk id="215" creationId="{00000000-0000-0000-0000-000000000000}"/>
          </ac:spMkLst>
        </pc:spChg>
      </pc:sldChg>
      <pc:sldChg chg="delSp modSp add del mod modAnim">
        <pc:chgData name="Owais Ahmed" userId="6abc7d4556b3b071" providerId="LiveId" clId="{CDD2107F-F1EF-4E07-8778-193EA5F6744D}" dt="2023-05-29T09:14:45.127" v="2541" actId="47"/>
        <pc:sldMkLst>
          <pc:docMk/>
          <pc:sldMk cId="115729105" sldId="2512"/>
        </pc:sldMkLst>
        <pc:spChg chg="mod">
          <ac:chgData name="Owais Ahmed" userId="6abc7d4556b3b071" providerId="LiveId" clId="{CDD2107F-F1EF-4E07-8778-193EA5F6744D}" dt="2023-05-29T09:14:29.220" v="2533" actId="20577"/>
          <ac:spMkLst>
            <pc:docMk/>
            <pc:sldMk cId="115729105" sldId="2512"/>
            <ac:spMk id="4" creationId="{7E8FF945-769B-FFBA-CE7A-7A8F1E993449}"/>
          </ac:spMkLst>
        </pc:spChg>
        <pc:spChg chg="del mod">
          <ac:chgData name="Owais Ahmed" userId="6abc7d4556b3b071" providerId="LiveId" clId="{CDD2107F-F1EF-4E07-8778-193EA5F6744D}" dt="2023-05-29T09:14:41.955" v="2539"/>
          <ac:spMkLst>
            <pc:docMk/>
            <pc:sldMk cId="115729105" sldId="2512"/>
            <ac:spMk id="215" creationId="{00000000-0000-0000-0000-000000000000}"/>
          </ac:spMkLst>
        </pc:spChg>
      </pc:sldChg>
      <pc:sldChg chg="addSp delSp modSp add del mod ord delAnim modAnim">
        <pc:chgData name="Owais Ahmed" userId="6abc7d4556b3b071" providerId="LiveId" clId="{CDD2107F-F1EF-4E07-8778-193EA5F6744D}" dt="2023-05-30T08:52:03.727" v="3459" actId="47"/>
        <pc:sldMkLst>
          <pc:docMk/>
          <pc:sldMk cId="4088170244" sldId="2513"/>
        </pc:sldMkLst>
        <pc:spChg chg="del mod">
          <ac:chgData name="Owais Ahmed" userId="6abc7d4556b3b071" providerId="LiveId" clId="{CDD2107F-F1EF-4E07-8778-193EA5F6744D}" dt="2023-05-29T09:15:02.151" v="2543" actId="478"/>
          <ac:spMkLst>
            <pc:docMk/>
            <pc:sldMk cId="4088170244" sldId="2513"/>
            <ac:spMk id="3" creationId="{4A1C0383-58FE-E486-295E-B33B8683B938}"/>
          </ac:spMkLst>
        </pc:spChg>
        <pc:spChg chg="add del mod">
          <ac:chgData name="Owais Ahmed" userId="6abc7d4556b3b071" providerId="LiveId" clId="{CDD2107F-F1EF-4E07-8778-193EA5F6744D}" dt="2023-05-29T09:29:09.913" v="3269" actId="20577"/>
          <ac:spMkLst>
            <pc:docMk/>
            <pc:sldMk cId="4088170244" sldId="2513"/>
            <ac:spMk id="4" creationId="{F65BF0C2-BAFD-340F-E601-CF132BA2373B}"/>
          </ac:spMkLst>
        </pc:spChg>
        <pc:spChg chg="add del">
          <ac:chgData name="Owais Ahmed" userId="6abc7d4556b3b071" providerId="LiveId" clId="{CDD2107F-F1EF-4E07-8778-193EA5F6744D}" dt="2023-05-29T09:23:34.011" v="2987"/>
          <ac:spMkLst>
            <pc:docMk/>
            <pc:sldMk cId="4088170244" sldId="2513"/>
            <ac:spMk id="5" creationId="{0B672662-560D-234B-7CBB-CA061D5E76A8}"/>
          </ac:spMkLst>
        </pc:spChg>
        <pc:spChg chg="add del mod">
          <ac:chgData name="Owais Ahmed" userId="6abc7d4556b3b071" providerId="LiveId" clId="{CDD2107F-F1EF-4E07-8778-193EA5F6744D}" dt="2023-05-29T09:23:33.478" v="2986"/>
          <ac:spMkLst>
            <pc:docMk/>
            <pc:sldMk cId="4088170244" sldId="2513"/>
            <ac:spMk id="6" creationId="{50BC3A5D-7F40-05E1-2772-F7C12DA166DE}"/>
          </ac:spMkLst>
        </pc:spChg>
        <pc:spChg chg="mod">
          <ac:chgData name="Owais Ahmed" userId="6abc7d4556b3b071" providerId="LiveId" clId="{CDD2107F-F1EF-4E07-8778-193EA5F6744D}" dt="2023-05-29T09:14:43.661" v="2540"/>
          <ac:spMkLst>
            <pc:docMk/>
            <pc:sldMk cId="4088170244" sldId="2513"/>
            <ac:spMk id="215" creationId="{00000000-0000-0000-0000-000000000000}"/>
          </ac:spMkLst>
        </pc:spChg>
      </pc:sldChg>
      <pc:sldChg chg="modSp add del mod modAnim">
        <pc:chgData name="Owais Ahmed" userId="6abc7d4556b3b071" providerId="LiveId" clId="{CDD2107F-F1EF-4E07-8778-193EA5F6744D}" dt="2023-05-30T08:52:03.727" v="3459" actId="47"/>
        <pc:sldMkLst>
          <pc:docMk/>
          <pc:sldMk cId="3125892796" sldId="2514"/>
        </pc:sldMkLst>
        <pc:spChg chg="mod">
          <ac:chgData name="Owais Ahmed" userId="6abc7d4556b3b071" providerId="LiveId" clId="{CDD2107F-F1EF-4E07-8778-193EA5F6744D}" dt="2023-05-29T09:29:20.569" v="3281" actId="20577"/>
          <ac:spMkLst>
            <pc:docMk/>
            <pc:sldMk cId="3125892796" sldId="2514"/>
            <ac:spMk id="4" creationId="{F65BF0C2-BAFD-340F-E601-CF132BA2373B}"/>
          </ac:spMkLst>
        </pc:spChg>
      </pc:sldChg>
      <pc:sldChg chg="modSp add del mod ord modAnim">
        <pc:chgData name="Owais Ahmed" userId="6abc7d4556b3b071" providerId="LiveId" clId="{CDD2107F-F1EF-4E07-8778-193EA5F6744D}" dt="2023-05-30T08:52:05.607" v="3460" actId="47"/>
        <pc:sldMkLst>
          <pc:docMk/>
          <pc:sldMk cId="1767828976" sldId="2515"/>
        </pc:sldMkLst>
        <pc:spChg chg="mod">
          <ac:chgData name="Owais Ahmed" userId="6abc7d4556b3b071" providerId="LiveId" clId="{CDD2107F-F1EF-4E07-8778-193EA5F6744D}" dt="2023-05-29T09:34:19.959" v="3457" actId="27636"/>
          <ac:spMkLst>
            <pc:docMk/>
            <pc:sldMk cId="1767828976" sldId="2515"/>
            <ac:spMk id="4" creationId="{F65BF0C2-BAFD-340F-E601-CF132BA2373B}"/>
          </ac:spMkLst>
        </pc:spChg>
      </pc:sldChg>
      <pc:sldChg chg="modSp mod modAnim">
        <pc:chgData name="Owais Ahmed" userId="6abc7d4556b3b071" providerId="LiveId" clId="{CDD2107F-F1EF-4E07-8778-193EA5F6744D}" dt="2023-06-07T06:05:52.862" v="4360"/>
        <pc:sldMkLst>
          <pc:docMk/>
          <pc:sldMk cId="875906824" sldId="2525"/>
        </pc:sldMkLst>
        <pc:spChg chg="mod">
          <ac:chgData name="Owais Ahmed" userId="6abc7d4556b3b071" providerId="LiveId" clId="{CDD2107F-F1EF-4E07-8778-193EA5F6744D}" dt="2023-06-05T10:28:04.378" v="4024" actId="20577"/>
          <ac:spMkLst>
            <pc:docMk/>
            <pc:sldMk cId="875906824" sldId="2525"/>
            <ac:spMk id="3" creationId="{4A1C0383-58FE-E486-295E-B33B8683B938}"/>
          </ac:spMkLst>
        </pc:spChg>
      </pc:sldChg>
      <pc:sldChg chg="modSp add mod modAnim modNotesTx">
        <pc:chgData name="Owais Ahmed" userId="6abc7d4556b3b071" providerId="LiveId" clId="{CDD2107F-F1EF-4E07-8778-193EA5F6744D}" dt="2023-06-05T10:31:45.355" v="4359" actId="20577"/>
        <pc:sldMkLst>
          <pc:docMk/>
          <pc:sldMk cId="2399472029" sldId="2526"/>
        </pc:sldMkLst>
        <pc:spChg chg="mod">
          <ac:chgData name="Owais Ahmed" userId="6abc7d4556b3b071" providerId="LiveId" clId="{CDD2107F-F1EF-4E07-8778-193EA5F6744D}" dt="2023-06-05T10:31:22.414" v="4260" actId="20577"/>
          <ac:spMkLst>
            <pc:docMk/>
            <pc:sldMk cId="2399472029" sldId="2526"/>
            <ac:spMk id="3" creationId="{4A1C0383-58FE-E486-295E-B33B8683B938}"/>
          </ac:spMkLst>
        </pc:spChg>
      </pc:sldChg>
      <pc:sldChg chg="modAnim">
        <pc:chgData name="Owais Ahmed" userId="6abc7d4556b3b071" providerId="LiveId" clId="{CDD2107F-F1EF-4E07-8778-193EA5F6744D}" dt="2023-06-07T06:07:35.579" v="4361"/>
        <pc:sldMkLst>
          <pc:docMk/>
          <pc:sldMk cId="3155264675" sldId="253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06-Jan-24</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06-Jan-24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ocs.djangoproject.com/en/4.2/ref/django-admin/"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2</a:t>
            </a:fld>
            <a:endParaRPr lang="en-US" dirty="0"/>
          </a:p>
        </p:txBody>
      </p:sp>
    </p:spTree>
    <p:extLst>
      <p:ext uri="{BB962C8B-B14F-4D97-AF65-F5344CB8AC3E}">
        <p14:creationId xmlns:p14="http://schemas.microsoft.com/office/powerpoint/2010/main" val="1827662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3155227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The REST API is deployed on a local Django server. Do not worry about the setup yet.</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854269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4140011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For details on how to run a Django server, refer to the official documentation </a:t>
            </a:r>
            <a:r>
              <a:rPr lang="en-US" dirty="0" err="1">
                <a:hlinkClick r:id="rId3"/>
              </a:rPr>
              <a:t>django</a:t>
            </a:r>
            <a:r>
              <a:rPr lang="en-US" dirty="0">
                <a:hlinkClick r:id="rId3"/>
              </a:rPr>
              <a:t>-admin and manage.py | Django documentation | Django (djangoproject.com)</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109021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662387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The component setup</a:t>
            </a:r>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696362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rtl="0">
              <a:buAutoNum type="arabicPeriod"/>
            </a:pPr>
            <a:r>
              <a:rPr lang="en-US" dirty="0"/>
              <a:t>The </a:t>
            </a:r>
            <a:r>
              <a:rPr lang="en-US" dirty="0" err="1"/>
              <a:t>getIconUrl</a:t>
            </a:r>
            <a:r>
              <a:rPr lang="en-US" dirty="0"/>
              <a:t> function and styles object</a:t>
            </a:r>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465239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The async function to fetch list of vehicle models from the REST API</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834018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887357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3199135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1936828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63172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3674859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494091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3974538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1645795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2099597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41811394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1930385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4181724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esquaredsystems/baham-web/releases/tag/rest-api-vehicle-model"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hyperlink" Target="http://127.0.0.1:8000/"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07/relationships/hdphoto" Target="../media/hdphoto1.wdp"/><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MOBILE APPLICATION </a:t>
            </a:r>
            <a:r>
              <a:rPr lang="en-US" sz="5400" b="1"/>
              <a:t>Development (114155)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1760219"/>
            <a:ext cx="4114800" cy="4454853"/>
          </a:xfrm>
        </p:spPr>
        <p:txBody>
          <a:bodyPr/>
          <a:lstStyle/>
          <a:p>
            <a:r>
              <a:rPr lang="en-US" dirty="0">
                <a:solidFill>
                  <a:srgbClr val="404040"/>
                </a:solidFill>
                <a:latin typeface="Trebuchet MS" panose="020B0603020202020204" pitchFamily="34" charset="0"/>
              </a:rPr>
              <a:t>Async calls and Promise</a:t>
            </a:r>
          </a:p>
          <a:p>
            <a:r>
              <a:rPr lang="en-US" dirty="0">
                <a:solidFill>
                  <a:srgbClr val="404040"/>
                </a:solidFill>
                <a:latin typeface="Trebuchet MS" panose="020B0603020202020204" pitchFamily="34" charset="0"/>
              </a:rPr>
              <a:t>Async call to Web Server</a:t>
            </a:r>
          </a:p>
          <a:p>
            <a:r>
              <a:rPr lang="en-US" dirty="0">
                <a:solidFill>
                  <a:srgbClr val="404040"/>
                </a:solidFill>
                <a:latin typeface="Trebuchet MS" panose="020B0603020202020204" pitchFamily="34" charset="0"/>
              </a:rPr>
              <a:t>POST/PUT/DELETE calls</a:t>
            </a:r>
          </a:p>
          <a:p>
            <a:r>
              <a:rPr lang="en-US" dirty="0">
                <a:solidFill>
                  <a:srgbClr val="404040"/>
                </a:solidFill>
                <a:latin typeface="Trebuchet MS" panose="020B0603020202020204" pitchFamily="34" charset="0"/>
              </a:rPr>
              <a:t>Working with Data - SQLite</a:t>
            </a:r>
          </a:p>
          <a:p>
            <a:r>
              <a:rPr lang="en-US" dirty="0">
                <a:solidFill>
                  <a:srgbClr val="404040"/>
                </a:solidFill>
                <a:latin typeface="Trebuchet MS" panose="020B0603020202020204" pitchFamily="34" charset="0"/>
              </a:rPr>
              <a:t>Working with Data - </a:t>
            </a:r>
            <a:r>
              <a:rPr lang="en-US" dirty="0" err="1">
                <a:solidFill>
                  <a:srgbClr val="404040"/>
                </a:solidFill>
                <a:latin typeface="Trebuchet MS" panose="020B0603020202020204" pitchFamily="34" charset="0"/>
              </a:rPr>
              <a:t>AsyncStorage</a:t>
            </a:r>
            <a:endParaRPr lang="en-US" dirty="0">
              <a:solidFill>
                <a:srgbClr val="404040"/>
              </a:solidFill>
              <a:latin typeface="Trebuchet MS" panose="020B0603020202020204" pitchFamily="34" charset="0"/>
            </a:endParaRP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69029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calls and Promise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A Promise is an object which represents success or failure of an Asynchronous callback, along with its value. It is used to represent a value which might be available now, or in the future, or never.</a:t>
            </a:r>
          </a:p>
          <a:p>
            <a:pPr>
              <a:lnSpc>
                <a:spcPct val="120000"/>
              </a:lnSpc>
              <a:buFont typeface="Wingdings" panose="05000000000000000000" pitchFamily="2" charset="2"/>
              <a:buChar char="§"/>
            </a:pPr>
            <a:r>
              <a:rPr lang="en-US" sz="2800" dirty="0"/>
              <a:t>In React, we use Fetch API to get content from an API via a URL using an asynchronous call; this is somewhat similar to HTTP Request object.</a:t>
            </a:r>
          </a:p>
          <a:p>
            <a:pPr>
              <a:lnSpc>
                <a:spcPct val="120000"/>
              </a:lnSpc>
              <a:buFont typeface="Wingdings" panose="05000000000000000000" pitchFamily="2" charset="2"/>
              <a:buChar char="§"/>
            </a:pPr>
            <a:r>
              <a:rPr lang="en-US" sz="2800" dirty="0"/>
              <a:t>You write an asynchronous function which hits a URL via fetch method. The fetch method is written with “await” to tell the function to wait until the response is received.</a:t>
            </a:r>
          </a:p>
        </p:txBody>
      </p:sp>
    </p:spTree>
    <p:extLst>
      <p:ext uri="{BB962C8B-B14F-4D97-AF65-F5344CB8AC3E}">
        <p14:creationId xmlns:p14="http://schemas.microsoft.com/office/powerpoint/2010/main" val="371340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calls and Promise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2330291"/>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An example of an Async call. You can try this out by calling </a:t>
            </a:r>
            <a:r>
              <a:rPr lang="en-US" sz="3800" dirty="0" err="1"/>
              <a:t>getMenuFromAPI</a:t>
            </a:r>
            <a:r>
              <a:rPr lang="en-US" sz="3800" dirty="0"/>
              <a:t> on a button press.</a:t>
            </a:r>
          </a:p>
          <a:p>
            <a:pPr>
              <a:lnSpc>
                <a:spcPct val="120000"/>
              </a:lnSpc>
              <a:buFont typeface="Wingdings" panose="05000000000000000000" pitchFamily="2" charset="2"/>
              <a:buChar char="§"/>
            </a:pPr>
            <a:r>
              <a:rPr lang="en-US" sz="3800" dirty="0"/>
              <a:t>The URL given in example is a REST API call to the </a:t>
            </a:r>
            <a:r>
              <a:rPr lang="en-US" sz="3800" dirty="0" err="1"/>
              <a:t>Baham</a:t>
            </a:r>
            <a:r>
              <a:rPr lang="en-US" sz="3800" dirty="0"/>
              <a:t> web app.</a:t>
            </a:r>
          </a:p>
          <a:p>
            <a:pPr>
              <a:lnSpc>
                <a:spcPct val="120000"/>
              </a:lnSpc>
              <a:buFont typeface="Wingdings" panose="05000000000000000000" pitchFamily="2" charset="2"/>
              <a:buChar char="§"/>
            </a:pPr>
            <a:r>
              <a:rPr lang="en-US" sz="3800" dirty="0"/>
              <a:t>The /vehicles/ part tells the API to fetch a list of vehicles</a:t>
            </a:r>
            <a:endParaRPr lang="en-US" sz="3600" dirty="0"/>
          </a:p>
        </p:txBody>
      </p:sp>
      <p:sp>
        <p:nvSpPr>
          <p:cNvPr id="5" name="TextBox 4">
            <a:extLst>
              <a:ext uri="{FF2B5EF4-FFF2-40B4-BE49-F238E27FC236}">
                <a16:creationId xmlns:a16="http://schemas.microsoft.com/office/drawing/2014/main" id="{3E995BB9-D163-A9BE-70BD-49175E4E6844}"/>
              </a:ext>
            </a:extLst>
          </p:cNvPr>
          <p:cNvSpPr txBox="1"/>
          <p:nvPr/>
        </p:nvSpPr>
        <p:spPr>
          <a:xfrm>
            <a:off x="214767" y="3862878"/>
            <a:ext cx="11743016" cy="2585323"/>
          </a:xfrm>
          <a:prstGeom prst="rect">
            <a:avLst/>
          </a:prstGeom>
          <a:noFill/>
        </p:spPr>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getMenuFromAPI</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try</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response</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await</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fetch</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"http://192.168.1.111:8000/</a:t>
            </a:r>
            <a:r>
              <a:rPr lang="en-US" b="0" dirty="0" err="1">
                <a:solidFill>
                  <a:srgbClr val="A31515"/>
                </a:solidFill>
                <a:effectLst/>
                <a:latin typeface="Consolas" panose="020B0609020204030204" pitchFamily="49" charset="0"/>
              </a:rPr>
              <a:t>api</a:t>
            </a:r>
            <a:r>
              <a:rPr lang="en-US" b="0" dirty="0">
                <a:solidFill>
                  <a:srgbClr val="A31515"/>
                </a:solidFill>
                <a:effectLst/>
                <a:latin typeface="Consolas" panose="020B0609020204030204" pitchFamily="49" charset="0"/>
              </a:rPr>
              <a:t>/get/</a:t>
            </a:r>
            <a:r>
              <a:rPr lang="en-US" b="0" dirty="0" err="1">
                <a:solidFill>
                  <a:srgbClr val="A31515"/>
                </a:solidFill>
                <a:effectLst/>
                <a:latin typeface="Consolas" panose="020B0609020204030204" pitchFamily="49" charset="0"/>
              </a:rPr>
              <a:t>vehiclemodels</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err="1">
                <a:solidFill>
                  <a:srgbClr val="0070C1"/>
                </a:solidFill>
                <a:effectLst/>
                <a:latin typeface="Consolas" panose="020B0609020204030204" pitchFamily="49" charset="0"/>
              </a:rPr>
              <a:t>json</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await</a:t>
            </a:r>
            <a:r>
              <a:rPr lang="en-US" b="0" dirty="0">
                <a:solidFill>
                  <a:srgbClr val="3B3B3B"/>
                </a:solidFill>
                <a:effectLst/>
                <a:latin typeface="Consolas" panose="020B0609020204030204" pitchFamily="49" charset="0"/>
              </a:rPr>
              <a:t> </a:t>
            </a:r>
            <a:r>
              <a:rPr lang="en-US" b="0" dirty="0" err="1">
                <a:solidFill>
                  <a:srgbClr val="0070C1"/>
                </a:solidFill>
                <a:effectLst/>
                <a:latin typeface="Consolas" panose="020B0609020204030204" pitchFamily="49" charset="0"/>
              </a:rPr>
              <a:t>response</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json</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3B3B3B"/>
                </a:solidFill>
                <a:effectLst/>
                <a:latin typeface="Consolas" panose="020B0609020204030204" pitchFamily="49" charset="0"/>
              </a:rPr>
              <a:t>(</a:t>
            </a:r>
            <a:r>
              <a:rPr lang="en-US" b="0" dirty="0" err="1">
                <a:solidFill>
                  <a:srgbClr val="0070C1"/>
                </a:solidFill>
                <a:effectLst/>
                <a:latin typeface="Consolas" panose="020B0609020204030204" pitchFamily="49" charset="0"/>
              </a:rPr>
              <a:t>json</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catch</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error</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console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error</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316264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calls and Promise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7E8FF945-769B-FFBA-CE7A-7A8F1E993449}"/>
              </a:ext>
            </a:extLst>
          </p:cNvPr>
          <p:cNvSpPr txBox="1">
            <a:spLocks/>
          </p:cNvSpPr>
          <p:nvPr/>
        </p:nvSpPr>
        <p:spPr>
          <a:xfrm>
            <a:off x="220384" y="1532586"/>
            <a:ext cx="11743016" cy="4942830"/>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A promise has three possible states:</a:t>
            </a:r>
          </a:p>
          <a:p>
            <a:pPr lvl="1">
              <a:lnSpc>
                <a:spcPct val="120000"/>
              </a:lnSpc>
              <a:buFont typeface="Wingdings" panose="05000000000000000000" pitchFamily="2" charset="2"/>
              <a:buChar char="§"/>
            </a:pPr>
            <a:r>
              <a:rPr lang="en-US" sz="2600" dirty="0"/>
              <a:t>Pending: The initial state. The promise is neither fulfilled nor rejected.</a:t>
            </a:r>
          </a:p>
          <a:p>
            <a:pPr lvl="1">
              <a:lnSpc>
                <a:spcPct val="120000"/>
              </a:lnSpc>
              <a:buFont typeface="Wingdings" panose="05000000000000000000" pitchFamily="2" charset="2"/>
              <a:buChar char="§"/>
            </a:pPr>
            <a:r>
              <a:rPr lang="en-US" sz="2600" dirty="0"/>
              <a:t>Fulfilled: The promise is fulfilled, meaning the asynchronous operation completed successfully, and the promised value is available.</a:t>
            </a:r>
          </a:p>
          <a:p>
            <a:pPr lvl="1">
              <a:lnSpc>
                <a:spcPct val="120000"/>
              </a:lnSpc>
              <a:buFont typeface="Wingdings" panose="05000000000000000000" pitchFamily="2" charset="2"/>
              <a:buChar char="§"/>
            </a:pPr>
            <a:r>
              <a:rPr lang="en-US" sz="2600" dirty="0"/>
              <a:t>Rejected: The promise is rejected, indicating that the asynchronous operation encountered an error or failed to complete.</a:t>
            </a:r>
          </a:p>
          <a:p>
            <a:pPr>
              <a:lnSpc>
                <a:spcPct val="120000"/>
              </a:lnSpc>
              <a:buFont typeface="Wingdings" panose="05000000000000000000" pitchFamily="2" charset="2"/>
              <a:buChar char="§"/>
            </a:pPr>
            <a:r>
              <a:rPr lang="en-US" sz="2800" dirty="0"/>
              <a:t>The </a:t>
            </a:r>
            <a:r>
              <a:rPr lang="en-US" sz="2800" b="1" u="sng" dirty="0"/>
              <a:t>fetch</a:t>
            </a:r>
            <a:r>
              <a:rPr lang="en-US" sz="2800" dirty="0"/>
              <a:t> method in given example is only going to try to get data. The </a:t>
            </a:r>
            <a:r>
              <a:rPr lang="en-US" sz="2800" b="1" u="sng" dirty="0"/>
              <a:t>async</a:t>
            </a:r>
            <a:r>
              <a:rPr lang="en-US" sz="2800" dirty="0"/>
              <a:t> and </a:t>
            </a:r>
            <a:r>
              <a:rPr lang="en-US" sz="2800" b="1" u="sng" dirty="0"/>
              <a:t>await</a:t>
            </a:r>
            <a:r>
              <a:rPr lang="en-US" sz="2800" dirty="0"/>
              <a:t> methods serve the purpose of promise.</a:t>
            </a:r>
          </a:p>
          <a:p>
            <a:pPr>
              <a:lnSpc>
                <a:spcPct val="120000"/>
              </a:lnSpc>
              <a:buFont typeface="Wingdings" panose="05000000000000000000" pitchFamily="2" charset="2"/>
              <a:buChar char="§"/>
            </a:pPr>
            <a:r>
              <a:rPr lang="en-US" sz="2800" dirty="0"/>
              <a:t>Async makes sure that the fetch runs in a separate thread, so the application is not stuck while the data is being fetched.</a:t>
            </a:r>
          </a:p>
          <a:p>
            <a:pPr>
              <a:lnSpc>
                <a:spcPct val="120000"/>
              </a:lnSpc>
              <a:buFont typeface="Wingdings" panose="05000000000000000000" pitchFamily="2" charset="2"/>
              <a:buChar char="§"/>
            </a:pPr>
            <a:r>
              <a:rPr lang="en-US" sz="2800" dirty="0"/>
              <a:t>Await makes sure that the sequence of lines executes only when the wait is over.</a:t>
            </a:r>
          </a:p>
        </p:txBody>
      </p:sp>
    </p:spTree>
    <p:extLst>
      <p:ext uri="{BB962C8B-B14F-4D97-AF65-F5344CB8AC3E}">
        <p14:creationId xmlns:p14="http://schemas.microsoft.com/office/powerpoint/2010/main" val="313445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 to Web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For this task, you need to run the </a:t>
            </a:r>
            <a:r>
              <a:rPr lang="en-US" sz="3800" dirty="0" err="1"/>
              <a:t>Baham</a:t>
            </a:r>
            <a:r>
              <a:rPr lang="en-US" sz="3800" dirty="0"/>
              <a:t> web application based on Django framework. </a:t>
            </a:r>
            <a:r>
              <a:rPr lang="en-US" sz="3800" dirty="0">
                <a:hlinkClick r:id="rId3">
                  <a:extLst>
                    <a:ext uri="{A12FA001-AC4F-418D-AE19-62706E023703}">
                      <ahyp:hlinkClr xmlns:ahyp="http://schemas.microsoft.com/office/drawing/2018/hyperlinkcolor" val="tx"/>
                    </a:ext>
                  </a:extLst>
                </a:hlinkClick>
              </a:rPr>
              <a:t>https://github.com/esquaredsystems/baham-web/releases/tag/rest-api-vehicle-model</a:t>
            </a:r>
            <a:endParaRPr lang="en-US" sz="3800" dirty="0"/>
          </a:p>
          <a:p>
            <a:pPr>
              <a:lnSpc>
                <a:spcPct val="120000"/>
              </a:lnSpc>
              <a:buFont typeface="Wingdings" panose="05000000000000000000" pitchFamily="2" charset="2"/>
              <a:buChar char="§"/>
            </a:pPr>
            <a:r>
              <a:rPr lang="en-US" sz="3800" dirty="0"/>
              <a:t>You may also need to copy db.sqlite3 file from the repo’s master branch for latest data.</a:t>
            </a:r>
          </a:p>
          <a:p>
            <a:pPr>
              <a:lnSpc>
                <a:spcPct val="120000"/>
              </a:lnSpc>
              <a:buFont typeface="Wingdings" panose="05000000000000000000" pitchFamily="2" charset="2"/>
              <a:buChar char="§"/>
            </a:pPr>
            <a:r>
              <a:rPr lang="en-US" sz="3800" dirty="0"/>
              <a:t>Clone the repository and run it using </a:t>
            </a:r>
            <a:r>
              <a:rPr lang="en-US" sz="3800" dirty="0">
                <a:latin typeface="Cascadia Code" panose="020B0609020000020004" pitchFamily="49" charset="0"/>
                <a:ea typeface="Cascadia Code" panose="020B0609020000020004" pitchFamily="49" charset="0"/>
                <a:cs typeface="Cascadia Code" panose="020B0609020000020004" pitchFamily="49" charset="0"/>
              </a:rPr>
              <a:t>python manage.py </a:t>
            </a:r>
            <a:r>
              <a:rPr lang="en-US" sz="3800" dirty="0" err="1">
                <a:latin typeface="Cascadia Code" panose="020B0609020000020004" pitchFamily="49" charset="0"/>
                <a:ea typeface="Cascadia Code" panose="020B0609020000020004" pitchFamily="49" charset="0"/>
                <a:cs typeface="Cascadia Code" panose="020B0609020000020004" pitchFamily="49" charset="0"/>
              </a:rPr>
              <a:t>runserver</a:t>
            </a:r>
            <a:r>
              <a:rPr lang="en-US" sz="3800" dirty="0"/>
              <a:t> command.</a:t>
            </a:r>
          </a:p>
          <a:p>
            <a:pPr>
              <a:lnSpc>
                <a:spcPct val="120000"/>
              </a:lnSpc>
              <a:buFont typeface="Wingdings" panose="05000000000000000000" pitchFamily="2" charset="2"/>
              <a:buChar char="§"/>
            </a:pPr>
            <a:r>
              <a:rPr lang="en-US" sz="3800" dirty="0"/>
              <a:t>Make sure that the server is running by accessing </a:t>
            </a:r>
            <a:r>
              <a:rPr lang="en-US" sz="3800" dirty="0">
                <a:hlinkClick r:id="rId4"/>
              </a:rPr>
              <a:t>http://127.0.0.1:8000</a:t>
            </a:r>
            <a:endParaRPr lang="en-US" sz="3800" dirty="0"/>
          </a:p>
        </p:txBody>
      </p:sp>
    </p:spTree>
    <p:extLst>
      <p:ext uri="{BB962C8B-B14F-4D97-AF65-F5344CB8AC3E}">
        <p14:creationId xmlns:p14="http://schemas.microsoft.com/office/powerpoint/2010/main" val="286592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 to Web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Once the web server is up and running, create a new file DynamicMenu.js and setup similar to the </a:t>
            </a:r>
            <a:r>
              <a:rPr lang="en-US" sz="3800" dirty="0" err="1"/>
              <a:t>FlatList</a:t>
            </a:r>
            <a:r>
              <a:rPr lang="en-US" sz="3800" dirty="0"/>
              <a:t> task you did previously.</a:t>
            </a:r>
          </a:p>
          <a:p>
            <a:pPr>
              <a:lnSpc>
                <a:spcPct val="120000"/>
              </a:lnSpc>
              <a:buFont typeface="Wingdings" panose="05000000000000000000" pitchFamily="2" charset="2"/>
              <a:buChar char="§"/>
            </a:pPr>
            <a:r>
              <a:rPr lang="en-US" sz="3800" dirty="0"/>
              <a:t>The main change will be the </a:t>
            </a:r>
            <a:r>
              <a:rPr lang="en-US" sz="3800" dirty="0" err="1"/>
              <a:t>allVehicles</a:t>
            </a:r>
            <a:r>
              <a:rPr lang="en-US" sz="3800" dirty="0"/>
              <a:t> array, which will now be changed to a state hook.</a:t>
            </a:r>
          </a:p>
          <a:p>
            <a:pPr>
              <a:lnSpc>
                <a:spcPct val="120000"/>
              </a:lnSpc>
              <a:buFont typeface="Wingdings" panose="05000000000000000000" pitchFamily="2" charset="2"/>
              <a:buChar char="§"/>
            </a:pPr>
            <a:r>
              <a:rPr lang="en-US" sz="3800" dirty="0"/>
              <a:t>The objective is to make an async call to REST API and fetch a list of vehicle models from an endpoint.</a:t>
            </a:r>
          </a:p>
          <a:p>
            <a:pPr>
              <a:lnSpc>
                <a:spcPct val="120000"/>
              </a:lnSpc>
              <a:buFont typeface="Wingdings" panose="05000000000000000000" pitchFamily="2" charset="2"/>
              <a:buChar char="§"/>
            </a:pPr>
            <a:r>
              <a:rPr lang="en-US" sz="3800" dirty="0"/>
              <a:t>The next set of slides shows how to setup DynamicMenu.js file.</a:t>
            </a:r>
          </a:p>
        </p:txBody>
      </p:sp>
    </p:spTree>
    <p:extLst>
      <p:ext uri="{BB962C8B-B14F-4D97-AF65-F5344CB8AC3E}">
        <p14:creationId xmlns:p14="http://schemas.microsoft.com/office/powerpoint/2010/main" val="260187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 to Web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5" name="TextBox 4">
            <a:extLst>
              <a:ext uri="{FF2B5EF4-FFF2-40B4-BE49-F238E27FC236}">
                <a16:creationId xmlns:a16="http://schemas.microsoft.com/office/drawing/2014/main" id="{D2773EDF-83D7-8BF7-C627-52FB778686B9}"/>
              </a:ext>
            </a:extLst>
          </p:cNvPr>
          <p:cNvSpPr txBox="1"/>
          <p:nvPr/>
        </p:nvSpPr>
        <p:spPr>
          <a:xfrm>
            <a:off x="-17861" y="1371600"/>
            <a:ext cx="12209861" cy="5262979"/>
          </a:xfrm>
          <a:prstGeom prst="rect">
            <a:avLst/>
          </a:prstGeom>
          <a:noFill/>
        </p:spPr>
        <p:txBody>
          <a:bodyPr wrap="square">
            <a:spAutoFit/>
          </a:bodyPr>
          <a:lstStyle/>
          <a:p>
            <a:r>
              <a:rPr lang="en-GB" sz="1400" b="0" dirty="0">
                <a:solidFill>
                  <a:srgbClr val="0000FF"/>
                </a:solidFill>
                <a:effectLst/>
                <a:latin typeface="Consolas" panose="020B0609020204030204" pitchFamily="49" charset="0"/>
              </a:rPr>
              <a:t>import</a:t>
            </a:r>
            <a:r>
              <a:rPr lang="en-GB" sz="1400" b="0" dirty="0">
                <a:solidFill>
                  <a:srgbClr val="000000"/>
                </a:solidFill>
                <a:effectLst/>
                <a:latin typeface="Consolas" panose="020B0609020204030204" pitchFamily="49" charset="0"/>
              </a:rPr>
              <a:t> { </a:t>
            </a:r>
            <a:r>
              <a:rPr lang="en-GB" sz="1400" b="0" dirty="0" err="1">
                <a:solidFill>
                  <a:srgbClr val="000000"/>
                </a:solidFill>
                <a:effectLst/>
                <a:latin typeface="Consolas" panose="020B0609020204030204" pitchFamily="49" charset="0"/>
              </a:rPr>
              <a:t>FlatList</a:t>
            </a:r>
            <a:r>
              <a:rPr lang="en-GB" sz="1400" b="0" dirty="0">
                <a:solidFill>
                  <a:srgbClr val="000000"/>
                </a:solidFill>
                <a:effectLst/>
                <a:latin typeface="Consolas" panose="020B0609020204030204" pitchFamily="49" charset="0"/>
              </a:rPr>
              <a:t>, Image, Pressable, Text, View } </a:t>
            </a:r>
            <a:r>
              <a:rPr lang="en-GB" sz="1400" b="0" dirty="0">
                <a:solidFill>
                  <a:srgbClr val="0000FF"/>
                </a:solidFill>
                <a:effectLst/>
                <a:latin typeface="Consolas" panose="020B0609020204030204" pitchFamily="49" charset="0"/>
              </a:rPr>
              <a:t>from</a:t>
            </a:r>
            <a:r>
              <a:rPr lang="en-GB" sz="1400" b="0" dirty="0">
                <a:solidFill>
                  <a:srgbClr val="000000"/>
                </a:solidFill>
                <a:effectLst/>
                <a:latin typeface="Consolas" panose="020B0609020204030204" pitchFamily="49" charset="0"/>
              </a:rPr>
              <a:t> </a:t>
            </a:r>
            <a:r>
              <a:rPr lang="en-GB" sz="1400" b="0" dirty="0">
                <a:solidFill>
                  <a:srgbClr val="A31515"/>
                </a:solidFill>
                <a:effectLst/>
                <a:latin typeface="Consolas" panose="020B0609020204030204" pitchFamily="49" charset="0"/>
              </a:rPr>
              <a:t>"react-native"</a:t>
            </a:r>
            <a:r>
              <a:rPr lang="en-GB" sz="1400" b="0" dirty="0">
                <a:solidFill>
                  <a:srgbClr val="000000"/>
                </a:solidFill>
                <a:effectLst/>
                <a:latin typeface="Consolas" panose="020B0609020204030204" pitchFamily="49" charset="0"/>
              </a:rPr>
              <a:t>;</a:t>
            </a:r>
          </a:p>
          <a:p>
            <a:r>
              <a:rPr lang="en-GB" sz="1400" b="0" dirty="0">
                <a:solidFill>
                  <a:srgbClr val="0000FF"/>
                </a:solidFill>
                <a:effectLst/>
                <a:latin typeface="Consolas" panose="020B0609020204030204" pitchFamily="49" charset="0"/>
              </a:rPr>
              <a:t>import</a:t>
            </a:r>
            <a:r>
              <a:rPr lang="en-GB" sz="1400" b="0" dirty="0">
                <a:solidFill>
                  <a:srgbClr val="000000"/>
                </a:solidFill>
                <a:effectLst/>
                <a:latin typeface="Consolas" panose="020B0609020204030204" pitchFamily="49" charset="0"/>
              </a:rPr>
              <a:t> { Colours } </a:t>
            </a:r>
            <a:r>
              <a:rPr lang="en-GB" sz="1400" b="0" dirty="0">
                <a:solidFill>
                  <a:srgbClr val="0000FF"/>
                </a:solidFill>
                <a:effectLst/>
                <a:latin typeface="Consolas" panose="020B0609020204030204" pitchFamily="49" charset="0"/>
              </a:rPr>
              <a:t>from</a:t>
            </a:r>
            <a:r>
              <a:rPr lang="en-GB" sz="1400" b="0" dirty="0">
                <a:solidFill>
                  <a:srgbClr val="000000"/>
                </a:solidFill>
                <a:effectLst/>
                <a:latin typeface="Consolas" panose="020B0609020204030204" pitchFamily="49" charset="0"/>
              </a:rPr>
              <a:t> </a:t>
            </a:r>
            <a:r>
              <a:rPr lang="en-GB" sz="1400" b="0" dirty="0">
                <a:solidFill>
                  <a:srgbClr val="A31515"/>
                </a:solidFill>
                <a:effectLst/>
                <a:latin typeface="Consolas" panose="020B0609020204030204" pitchFamily="49" charset="0"/>
              </a:rPr>
              <a:t>'./Colours’</a:t>
            </a:r>
            <a:r>
              <a:rPr lang="en-GB" sz="1400" b="0" dirty="0">
                <a:solidFill>
                  <a:srgbClr val="000000"/>
                </a:solidFill>
                <a:effectLst/>
                <a:latin typeface="Consolas" panose="020B0609020204030204" pitchFamily="49" charset="0"/>
              </a:rPr>
              <a:t>; </a:t>
            </a:r>
            <a:r>
              <a:rPr lang="en-GB" sz="1400" b="0" dirty="0">
                <a:solidFill>
                  <a:srgbClr val="0000FF"/>
                </a:solidFill>
                <a:effectLst/>
                <a:latin typeface="Consolas" panose="020B0609020204030204" pitchFamily="49" charset="0"/>
              </a:rPr>
              <a:t>import</a:t>
            </a:r>
            <a:r>
              <a:rPr lang="en-GB" sz="1400" b="0" dirty="0">
                <a:solidFill>
                  <a:srgbClr val="000000"/>
                </a:solidFill>
                <a:effectLst/>
                <a:latin typeface="Consolas" panose="020B0609020204030204" pitchFamily="49" charset="0"/>
              </a:rPr>
              <a:t> { </a:t>
            </a:r>
            <a:r>
              <a:rPr lang="en-GB" sz="1400" b="0" dirty="0" err="1">
                <a:solidFill>
                  <a:srgbClr val="000000"/>
                </a:solidFill>
                <a:effectLst/>
                <a:latin typeface="Consolas" panose="020B0609020204030204" pitchFamily="49" charset="0"/>
              </a:rPr>
              <a:t>useState</a:t>
            </a:r>
            <a:r>
              <a:rPr lang="en-GB" sz="1400" b="0" dirty="0">
                <a:solidFill>
                  <a:srgbClr val="000000"/>
                </a:solidFill>
                <a:effectLst/>
                <a:latin typeface="Consolas" panose="020B0609020204030204" pitchFamily="49" charset="0"/>
              </a:rPr>
              <a:t> } </a:t>
            </a:r>
            <a:r>
              <a:rPr lang="en-GB" sz="1400" b="0" dirty="0">
                <a:solidFill>
                  <a:srgbClr val="0000FF"/>
                </a:solidFill>
                <a:effectLst/>
                <a:latin typeface="Consolas" panose="020B0609020204030204" pitchFamily="49" charset="0"/>
              </a:rPr>
              <a:t>from</a:t>
            </a:r>
            <a:r>
              <a:rPr lang="en-GB" sz="1400" b="0" dirty="0">
                <a:solidFill>
                  <a:srgbClr val="000000"/>
                </a:solidFill>
                <a:effectLst/>
                <a:latin typeface="Consolas" panose="020B0609020204030204" pitchFamily="49" charset="0"/>
              </a:rPr>
              <a:t> </a:t>
            </a:r>
            <a:r>
              <a:rPr lang="en-GB" sz="1400" b="0" dirty="0">
                <a:solidFill>
                  <a:srgbClr val="A31515"/>
                </a:solidFill>
                <a:effectLst/>
                <a:latin typeface="Consolas" panose="020B0609020204030204" pitchFamily="49" charset="0"/>
              </a:rPr>
              <a:t>"react"</a:t>
            </a:r>
            <a:r>
              <a:rPr lang="en-GB" sz="1400" b="0" dirty="0">
                <a:solidFill>
                  <a:srgbClr val="000000"/>
                </a:solidFill>
                <a:effectLst/>
                <a:latin typeface="Consolas" panose="020B0609020204030204" pitchFamily="49" charset="0"/>
              </a:rPr>
              <a:t>;</a:t>
            </a:r>
          </a:p>
          <a:p>
            <a:br>
              <a:rPr lang="en-GB" sz="1400" b="0" dirty="0">
                <a:solidFill>
                  <a:srgbClr val="000000"/>
                </a:solidFill>
                <a:effectLst/>
                <a:latin typeface="Consolas" panose="020B0609020204030204" pitchFamily="49" charset="0"/>
              </a:rPr>
            </a:br>
            <a:r>
              <a:rPr lang="en-GB" sz="1400" b="0" dirty="0">
                <a:solidFill>
                  <a:srgbClr val="0000FF"/>
                </a:solidFill>
                <a:effectLst/>
                <a:latin typeface="Consolas" panose="020B0609020204030204" pitchFamily="49" charset="0"/>
              </a:rPr>
              <a:t>export</a:t>
            </a:r>
            <a:r>
              <a:rPr lang="en-GB" sz="1400" b="0" dirty="0">
                <a:solidFill>
                  <a:srgbClr val="000000"/>
                </a:solidFill>
                <a:effectLst/>
                <a:latin typeface="Consolas" panose="020B0609020204030204" pitchFamily="49" charset="0"/>
              </a:rPr>
              <a:t> </a:t>
            </a:r>
            <a:r>
              <a:rPr lang="en-GB" sz="1400" b="0" dirty="0">
                <a:solidFill>
                  <a:srgbClr val="0000FF"/>
                </a:solidFill>
                <a:effectLst/>
                <a:latin typeface="Consolas" panose="020B0609020204030204" pitchFamily="49" charset="0"/>
              </a:rPr>
              <a:t>default</a:t>
            </a:r>
            <a:r>
              <a:rPr lang="en-GB" sz="1400" b="0" dirty="0">
                <a:solidFill>
                  <a:srgbClr val="000000"/>
                </a:solidFill>
                <a:effectLst/>
                <a:latin typeface="Consolas" panose="020B0609020204030204" pitchFamily="49" charset="0"/>
              </a:rPr>
              <a:t> function </a:t>
            </a:r>
            <a:r>
              <a:rPr lang="en-GB" sz="1400" b="0" dirty="0" err="1">
                <a:solidFill>
                  <a:srgbClr val="000000"/>
                </a:solidFill>
                <a:effectLst/>
                <a:latin typeface="Consolas" panose="020B0609020204030204" pitchFamily="49" charset="0"/>
              </a:rPr>
              <a:t>DynamicMenu</a:t>
            </a:r>
            <a:r>
              <a:rPr lang="en-GB" sz="1400" b="0" dirty="0">
                <a:solidFill>
                  <a:srgbClr val="000000"/>
                </a:solidFill>
                <a:effectLst/>
                <a:latin typeface="Consolas" panose="020B0609020204030204" pitchFamily="49" charset="0"/>
              </a:rPr>
              <a:t>(props) </a:t>
            </a:r>
            <a:r>
              <a:rPr lang="en-GB" sz="1400" b="0" dirty="0">
                <a:solidFill>
                  <a:srgbClr val="0000FF"/>
                </a:solidFill>
                <a:effectLst/>
                <a:latin typeface="Consolas" panose="020B0609020204030204" pitchFamily="49" charset="0"/>
              </a:rPr>
              <a:t>=&gt;</a:t>
            </a:r>
            <a:r>
              <a:rPr lang="en-GB" sz="1400" b="0" dirty="0">
                <a:solidFill>
                  <a:srgbClr val="000000"/>
                </a:solidFill>
                <a:effectLst/>
                <a:latin typeface="Consolas" panose="020B0609020204030204" pitchFamily="49" charset="0"/>
              </a:rPr>
              <a:t> {</a:t>
            </a:r>
          </a:p>
          <a:p>
            <a:r>
              <a:rPr lang="en-GB" sz="1400" b="0" dirty="0">
                <a:solidFill>
                  <a:srgbClr val="000000"/>
                </a:solidFill>
                <a:effectLst/>
                <a:latin typeface="Consolas" panose="020B0609020204030204" pitchFamily="49" charset="0"/>
              </a:rPr>
              <a:t>    </a:t>
            </a:r>
            <a:r>
              <a:rPr lang="en-GB" sz="1400" b="0" dirty="0" err="1">
                <a:solidFill>
                  <a:srgbClr val="0000FF"/>
                </a:solidFill>
                <a:effectLst/>
                <a:latin typeface="Consolas" panose="020B0609020204030204" pitchFamily="49" charset="0"/>
              </a:rPr>
              <a:t>const</a:t>
            </a:r>
            <a:r>
              <a:rPr lang="en-GB" sz="1400" b="0" dirty="0">
                <a:solidFill>
                  <a:srgbClr val="000000"/>
                </a:solidFill>
                <a:effectLst/>
                <a:latin typeface="Consolas" panose="020B0609020204030204" pitchFamily="49" charset="0"/>
              </a:rPr>
              <a:t> [</a:t>
            </a:r>
            <a:r>
              <a:rPr lang="en-GB" sz="1400" b="0" dirty="0" err="1">
                <a:solidFill>
                  <a:srgbClr val="000000"/>
                </a:solidFill>
                <a:effectLst/>
                <a:latin typeface="Consolas" panose="020B0609020204030204" pitchFamily="49" charset="0"/>
              </a:rPr>
              <a:t>allVehicles</a:t>
            </a:r>
            <a:r>
              <a:rPr lang="en-GB" sz="1400" b="0" dirty="0">
                <a:solidFill>
                  <a:srgbClr val="000000"/>
                </a:solidFill>
                <a:effectLst/>
                <a:latin typeface="Consolas" panose="020B0609020204030204" pitchFamily="49" charset="0"/>
              </a:rPr>
              <a:t>, </a:t>
            </a:r>
            <a:r>
              <a:rPr lang="en-GB" sz="1400" b="0" dirty="0" err="1">
                <a:solidFill>
                  <a:srgbClr val="000000"/>
                </a:solidFill>
                <a:effectLst/>
                <a:latin typeface="Consolas" panose="020B0609020204030204" pitchFamily="49" charset="0"/>
              </a:rPr>
              <a:t>setAllVehicles</a:t>
            </a:r>
            <a:r>
              <a:rPr lang="en-GB" sz="1400" b="0" dirty="0">
                <a:solidFill>
                  <a:srgbClr val="000000"/>
                </a:solidFill>
                <a:effectLst/>
                <a:latin typeface="Consolas" panose="020B0609020204030204" pitchFamily="49" charset="0"/>
              </a:rPr>
              <a:t>] = </a:t>
            </a:r>
            <a:r>
              <a:rPr lang="en-GB" sz="1400" b="0" dirty="0" err="1">
                <a:solidFill>
                  <a:srgbClr val="000000"/>
                </a:solidFill>
                <a:effectLst/>
                <a:latin typeface="Consolas" panose="020B0609020204030204" pitchFamily="49" charset="0"/>
              </a:rPr>
              <a:t>useState</a:t>
            </a:r>
            <a:r>
              <a:rPr lang="en-GB" sz="1400" b="0" dirty="0">
                <a:solidFill>
                  <a:srgbClr val="000000"/>
                </a:solidFill>
                <a:effectLst/>
                <a:latin typeface="Consolas" panose="020B0609020204030204" pitchFamily="49" charset="0"/>
              </a:rPr>
              <a:t>([]);</a:t>
            </a:r>
          </a:p>
          <a:p>
            <a:r>
              <a:rPr lang="en-GB" sz="1400" b="0" dirty="0">
                <a:solidFill>
                  <a:srgbClr val="000000"/>
                </a:solidFill>
                <a:effectLst/>
                <a:latin typeface="Consolas" panose="020B0609020204030204" pitchFamily="49" charset="0"/>
              </a:rPr>
              <a:t>    </a:t>
            </a:r>
            <a:r>
              <a:rPr lang="en-GB" sz="1400" b="0" dirty="0" err="1">
                <a:solidFill>
                  <a:srgbClr val="0000FF"/>
                </a:solidFill>
                <a:effectLst/>
                <a:latin typeface="Consolas" panose="020B0609020204030204" pitchFamily="49" charset="0"/>
              </a:rPr>
              <a:t>const</a:t>
            </a:r>
            <a:r>
              <a:rPr lang="en-GB" sz="1400" b="0" dirty="0">
                <a:solidFill>
                  <a:srgbClr val="000000"/>
                </a:solidFill>
                <a:effectLst/>
                <a:latin typeface="Consolas" panose="020B0609020204030204" pitchFamily="49" charset="0"/>
              </a:rPr>
              <a:t> </a:t>
            </a:r>
            <a:r>
              <a:rPr lang="en-GB" sz="1400" b="0" dirty="0" err="1">
                <a:solidFill>
                  <a:srgbClr val="000000"/>
                </a:solidFill>
                <a:effectLst/>
                <a:latin typeface="Consolas" panose="020B0609020204030204" pitchFamily="49" charset="0"/>
              </a:rPr>
              <a:t>renderVehicleModel</a:t>
            </a:r>
            <a:r>
              <a:rPr lang="en-GB" sz="1400" b="0" dirty="0">
                <a:solidFill>
                  <a:srgbClr val="000000"/>
                </a:solidFill>
                <a:effectLst/>
                <a:latin typeface="Consolas" panose="020B0609020204030204" pitchFamily="49" charset="0"/>
              </a:rPr>
              <a:t> = ({item}) </a:t>
            </a:r>
            <a:r>
              <a:rPr lang="en-GB" sz="1400" b="0" dirty="0">
                <a:solidFill>
                  <a:srgbClr val="0000FF"/>
                </a:solidFill>
                <a:effectLst/>
                <a:latin typeface="Consolas" panose="020B0609020204030204" pitchFamily="49" charset="0"/>
              </a:rPr>
              <a:t>=&gt;</a:t>
            </a:r>
            <a:r>
              <a:rPr lang="en-GB" sz="1400" b="0" dirty="0">
                <a:solidFill>
                  <a:srgbClr val="000000"/>
                </a:solidFill>
                <a:effectLst/>
                <a:latin typeface="Consolas" panose="020B0609020204030204" pitchFamily="49" charset="0"/>
              </a:rPr>
              <a:t> {</a:t>
            </a:r>
          </a:p>
          <a:p>
            <a:r>
              <a:rPr lang="en-GB" sz="1400" b="0" dirty="0">
                <a:solidFill>
                  <a:srgbClr val="000000"/>
                </a:solidFill>
                <a:effectLst/>
                <a:latin typeface="Consolas" panose="020B0609020204030204" pitchFamily="49" charset="0"/>
              </a:rPr>
              <a:t>        </a:t>
            </a:r>
            <a:r>
              <a:rPr lang="en-GB" sz="1400" b="0" dirty="0">
                <a:solidFill>
                  <a:srgbClr val="0000FF"/>
                </a:solidFill>
                <a:effectLst/>
                <a:latin typeface="Consolas" panose="020B0609020204030204" pitchFamily="49" charset="0"/>
              </a:rPr>
              <a:t>return</a:t>
            </a:r>
            <a:r>
              <a:rPr lang="en-GB" sz="1400" b="0" dirty="0">
                <a:solidFill>
                  <a:srgbClr val="000000"/>
                </a:solidFill>
                <a:effectLst/>
                <a:latin typeface="Consolas" panose="020B0609020204030204" pitchFamily="49" charset="0"/>
              </a:rPr>
              <a:t> (</a:t>
            </a: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&lt;View</a:t>
            </a:r>
            <a:r>
              <a:rPr lang="en-GB" sz="1400" b="0" dirty="0">
                <a:solidFill>
                  <a:srgbClr val="000000"/>
                </a:solidFill>
                <a:effectLst/>
                <a:latin typeface="Consolas" panose="020B0609020204030204" pitchFamily="49" charset="0"/>
              </a:rPr>
              <a:t> </a:t>
            </a:r>
            <a:r>
              <a:rPr lang="en-GB" sz="1400" b="0" dirty="0">
                <a:solidFill>
                  <a:srgbClr val="E50000"/>
                </a:solidFill>
                <a:effectLst/>
                <a:latin typeface="Consolas" panose="020B0609020204030204" pitchFamily="49" charset="0"/>
              </a:rPr>
              <a:t>style</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flexDirection</a:t>
            </a:r>
            <a:r>
              <a:rPr lang="en-GB" sz="1400" b="0" dirty="0">
                <a:solidFill>
                  <a:srgbClr val="000000"/>
                </a:solidFill>
                <a:effectLst/>
                <a:latin typeface="Consolas" panose="020B0609020204030204" pitchFamily="49" charset="0"/>
              </a:rPr>
              <a:t>: </a:t>
            </a:r>
            <a:r>
              <a:rPr lang="en-GB" sz="1400" b="0" dirty="0">
                <a:solidFill>
                  <a:srgbClr val="A31515"/>
                </a:solidFill>
                <a:effectLst/>
                <a:latin typeface="Consolas" panose="020B0609020204030204" pitchFamily="49" charset="0"/>
              </a:rPr>
              <a:t>"row"</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800000"/>
                </a:solidFill>
                <a:effectLst/>
                <a:latin typeface="Consolas" panose="020B0609020204030204" pitchFamily="49" charset="0"/>
              </a:rPr>
              <a:t>&gt;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&lt;Image</a:t>
            </a:r>
            <a:r>
              <a:rPr lang="en-GB" sz="1400" b="0" dirty="0">
                <a:solidFill>
                  <a:srgbClr val="000000"/>
                </a:solidFill>
                <a:effectLst/>
                <a:latin typeface="Consolas" panose="020B0609020204030204" pitchFamily="49" charset="0"/>
              </a:rPr>
              <a:t> </a:t>
            </a:r>
            <a:r>
              <a:rPr lang="en-GB" sz="1400" b="0" dirty="0">
                <a:solidFill>
                  <a:srgbClr val="E50000"/>
                </a:solidFill>
                <a:effectLst/>
                <a:latin typeface="Consolas" panose="020B0609020204030204" pitchFamily="49" charset="0"/>
              </a:rPr>
              <a:t>source</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getIconUrl</a:t>
            </a:r>
            <a:r>
              <a:rPr lang="en-GB" sz="1400" b="0" dirty="0">
                <a:solidFill>
                  <a:srgbClr val="000000"/>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item.type</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 </a:t>
            </a:r>
            <a:r>
              <a:rPr lang="en-GB" sz="1400" b="0" dirty="0">
                <a:solidFill>
                  <a:srgbClr val="E50000"/>
                </a:solidFill>
                <a:effectLst/>
                <a:latin typeface="Consolas" panose="020B0609020204030204" pitchFamily="49" charset="0"/>
              </a:rPr>
              <a:t>style</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{height: </a:t>
            </a:r>
            <a:r>
              <a:rPr lang="en-GB" sz="1400" b="0" dirty="0">
                <a:solidFill>
                  <a:srgbClr val="098658"/>
                </a:solidFill>
                <a:effectLst/>
                <a:latin typeface="Consolas" panose="020B0609020204030204" pitchFamily="49" charset="0"/>
              </a:rPr>
              <a:t>50</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 </a:t>
            </a:r>
            <a:r>
              <a:rPr lang="en-GB" sz="1400" b="0" dirty="0" err="1">
                <a:solidFill>
                  <a:srgbClr val="E50000"/>
                </a:solidFill>
                <a:effectLst/>
                <a:latin typeface="Consolas" panose="020B0609020204030204" pitchFamily="49" charset="0"/>
              </a:rPr>
              <a:t>resizeMode</a:t>
            </a:r>
            <a:r>
              <a:rPr lang="en-GB" sz="1400" b="0" dirty="0">
                <a:solidFill>
                  <a:srgbClr val="000000"/>
                </a:solidFill>
                <a:effectLst/>
                <a:latin typeface="Consolas" panose="020B0609020204030204" pitchFamily="49" charset="0"/>
              </a:rPr>
              <a:t>=</a:t>
            </a:r>
            <a:r>
              <a:rPr lang="en-GB" sz="1400" b="0" dirty="0">
                <a:solidFill>
                  <a:srgbClr val="A31515"/>
                </a:solidFill>
                <a:effectLst/>
                <a:latin typeface="Consolas" panose="020B0609020204030204" pitchFamily="49" charset="0"/>
              </a:rPr>
              <a:t>"cover"</a:t>
            </a:r>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&lt;View&gt;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&lt;Text</a:t>
            </a:r>
            <a:r>
              <a:rPr lang="en-GB" sz="1400" b="0" dirty="0">
                <a:solidFill>
                  <a:srgbClr val="000000"/>
                </a:solidFill>
                <a:effectLst/>
                <a:latin typeface="Consolas" panose="020B0609020204030204" pitchFamily="49" charset="0"/>
              </a:rPr>
              <a:t> </a:t>
            </a:r>
            <a:r>
              <a:rPr lang="en-GB" sz="1400" b="0" dirty="0">
                <a:solidFill>
                  <a:srgbClr val="E50000"/>
                </a:solidFill>
                <a:effectLst/>
                <a:latin typeface="Consolas" panose="020B0609020204030204" pitchFamily="49" charset="0"/>
              </a:rPr>
              <a:t>style</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props.vehicleModelStyle</a:t>
            </a:r>
            <a:r>
              <a:rPr lang="en-GB" sz="1400" b="0" dirty="0">
                <a:solidFill>
                  <a:srgbClr val="000000"/>
                </a:solidFill>
                <a:effectLst/>
                <a:latin typeface="Consolas" panose="020B0609020204030204" pitchFamily="49" charset="0"/>
              </a:rPr>
              <a:t>, {padding:</a:t>
            </a:r>
            <a:r>
              <a:rPr lang="en-GB" sz="1400" b="0" dirty="0">
                <a:solidFill>
                  <a:srgbClr val="098658"/>
                </a:solidFill>
                <a:effectLst/>
                <a:latin typeface="Consolas" panose="020B0609020204030204" pitchFamily="49" charset="0"/>
              </a:rPr>
              <a:t>5</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800000"/>
                </a:solidFill>
                <a:effectLst/>
                <a:latin typeface="Consolas" panose="020B0609020204030204" pitchFamily="49" charset="0"/>
              </a:rPr>
              <a:t>&gt;</a:t>
            </a:r>
            <a:r>
              <a:rPr lang="en-GB" sz="1400" b="0" dirty="0">
                <a:solidFill>
                  <a:srgbClr val="000000"/>
                </a:solidFill>
                <a:effectLst/>
                <a:latin typeface="Consolas" panose="020B0609020204030204" pitchFamily="49" charset="0"/>
              </a:rPr>
              <a:t>Vendor: </a:t>
            </a:r>
            <a:r>
              <a:rPr lang="en-GB" sz="1400" b="0" dirty="0">
                <a:solidFill>
                  <a:srgbClr val="0000FF"/>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item.vendor</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 </a:t>
            </a:r>
            <a:r>
              <a:rPr lang="en-GB" sz="1400" b="0" dirty="0">
                <a:solidFill>
                  <a:srgbClr val="0000FF"/>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item.model</a:t>
            </a:r>
            <a:r>
              <a:rPr lang="en-GB" sz="1400" b="0" dirty="0">
                <a:solidFill>
                  <a:srgbClr val="0000FF"/>
                </a:solidFill>
                <a:effectLst/>
                <a:latin typeface="Consolas" panose="020B0609020204030204" pitchFamily="49" charset="0"/>
              </a:rPr>
              <a:t>}</a:t>
            </a:r>
            <a:r>
              <a:rPr lang="en-GB" sz="1400" b="0" dirty="0">
                <a:solidFill>
                  <a:srgbClr val="800000"/>
                </a:solidFill>
                <a:effectLst/>
                <a:latin typeface="Consolas" panose="020B0609020204030204" pitchFamily="49" charset="0"/>
              </a:rPr>
              <a:t>&lt;/Text&gt;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&lt;Text</a:t>
            </a:r>
            <a:r>
              <a:rPr lang="en-GB" sz="1400" b="0" dirty="0">
                <a:solidFill>
                  <a:srgbClr val="000000"/>
                </a:solidFill>
                <a:effectLst/>
                <a:latin typeface="Consolas" panose="020B0609020204030204" pitchFamily="49" charset="0"/>
              </a:rPr>
              <a:t> </a:t>
            </a:r>
            <a:r>
              <a:rPr lang="en-GB" sz="1400" b="0" dirty="0">
                <a:solidFill>
                  <a:srgbClr val="E50000"/>
                </a:solidFill>
                <a:effectLst/>
                <a:latin typeface="Consolas" panose="020B0609020204030204" pitchFamily="49" charset="0"/>
              </a:rPr>
              <a:t>style</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{padding:</a:t>
            </a:r>
            <a:r>
              <a:rPr lang="en-GB" sz="1400" b="0" dirty="0">
                <a:solidFill>
                  <a:srgbClr val="098658"/>
                </a:solidFill>
                <a:effectLst/>
                <a:latin typeface="Consolas" panose="020B0609020204030204" pitchFamily="49" charset="0"/>
              </a:rPr>
              <a:t>5</a:t>
            </a:r>
            <a:r>
              <a:rPr lang="en-GB" sz="1400" b="0" dirty="0">
                <a:solidFill>
                  <a:srgbClr val="000000"/>
                </a:solidFill>
                <a:effectLst/>
                <a:latin typeface="Consolas" panose="020B0609020204030204" pitchFamily="49" charset="0"/>
              </a:rPr>
              <a:t>, </a:t>
            </a:r>
            <a:r>
              <a:rPr lang="en-GB" sz="1400" b="0" dirty="0" err="1">
                <a:solidFill>
                  <a:srgbClr val="000000"/>
                </a:solidFill>
                <a:effectLst/>
                <a:latin typeface="Consolas" panose="020B0609020204030204" pitchFamily="49" charset="0"/>
              </a:rPr>
              <a:t>fontSize</a:t>
            </a:r>
            <a:r>
              <a:rPr lang="en-GB" sz="1400" b="0" dirty="0">
                <a:solidFill>
                  <a:srgbClr val="000000"/>
                </a:solidFill>
                <a:effectLst/>
                <a:latin typeface="Consolas" panose="020B0609020204030204" pitchFamily="49" charset="0"/>
              </a:rPr>
              <a:t>: </a:t>
            </a:r>
            <a:r>
              <a:rPr lang="en-GB" sz="1400" b="0" dirty="0">
                <a:solidFill>
                  <a:srgbClr val="098658"/>
                </a:solidFill>
                <a:effectLst/>
                <a:latin typeface="Consolas" panose="020B0609020204030204" pitchFamily="49" charset="0"/>
              </a:rPr>
              <a:t>12</a:t>
            </a:r>
            <a:r>
              <a:rPr lang="en-GB" sz="1400" b="0" dirty="0">
                <a:solidFill>
                  <a:srgbClr val="000000"/>
                </a:solidFill>
                <a:effectLst/>
                <a:latin typeface="Consolas" panose="020B0609020204030204" pitchFamily="49" charset="0"/>
              </a:rPr>
              <a:t>, </a:t>
            </a:r>
            <a:r>
              <a:rPr lang="en-GB" sz="1400" b="0" dirty="0" err="1">
                <a:solidFill>
                  <a:srgbClr val="000000"/>
                </a:solidFill>
                <a:effectLst/>
                <a:latin typeface="Consolas" panose="020B0609020204030204" pitchFamily="49" charset="0"/>
              </a:rPr>
              <a:t>color</a:t>
            </a:r>
            <a:r>
              <a:rPr lang="en-GB" sz="1400" b="0" dirty="0">
                <a:solidFill>
                  <a:srgbClr val="000000"/>
                </a:solidFill>
                <a:effectLst/>
                <a:latin typeface="Consolas" panose="020B0609020204030204" pitchFamily="49" charset="0"/>
              </a:rPr>
              <a:t>: </a:t>
            </a:r>
            <a:r>
              <a:rPr lang="en-GB" sz="1400" b="0" dirty="0">
                <a:solidFill>
                  <a:srgbClr val="A31515"/>
                </a:solidFill>
                <a:effectLst/>
                <a:latin typeface="Consolas" panose="020B0609020204030204" pitchFamily="49" charset="0"/>
              </a:rPr>
              <a:t>'</a:t>
            </a:r>
            <a:r>
              <a:rPr lang="en-GB" sz="1400" b="0" dirty="0" err="1">
                <a:solidFill>
                  <a:srgbClr val="A31515"/>
                </a:solidFill>
                <a:effectLst/>
                <a:latin typeface="Consolas" panose="020B0609020204030204" pitchFamily="49" charset="0"/>
              </a:rPr>
              <a:t>lightgrey</a:t>
            </a:r>
            <a:r>
              <a:rPr lang="en-GB" sz="1400" b="0" dirty="0">
                <a:solidFill>
                  <a:srgbClr val="A31515"/>
                </a:solidFill>
                <a:effectLst/>
                <a:latin typeface="Consolas" panose="020B0609020204030204" pitchFamily="49" charset="0"/>
              </a:rPr>
              <a:t>'</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800000"/>
                </a:solidFill>
                <a:effectLst/>
                <a:latin typeface="Consolas" panose="020B0609020204030204" pitchFamily="49" charset="0"/>
              </a:rPr>
              <a:t>&gt;</a:t>
            </a:r>
            <a:r>
              <a:rPr lang="en-GB" sz="1400" b="0" dirty="0">
                <a:solidFill>
                  <a:srgbClr val="0000FF"/>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item.uuid</a:t>
            </a:r>
            <a:r>
              <a:rPr lang="en-GB" sz="1400" b="0" dirty="0">
                <a:solidFill>
                  <a:srgbClr val="0000FF"/>
                </a:solidFill>
                <a:effectLst/>
                <a:latin typeface="Consolas" panose="020B0609020204030204" pitchFamily="49" charset="0"/>
              </a:rPr>
              <a:t>}</a:t>
            </a:r>
            <a:r>
              <a:rPr lang="en-GB" sz="1400" b="0" dirty="0">
                <a:solidFill>
                  <a:srgbClr val="800000"/>
                </a:solidFill>
                <a:effectLst/>
                <a:latin typeface="Consolas" panose="020B0609020204030204" pitchFamily="49" charset="0"/>
              </a:rPr>
              <a:t>&lt;/Text&gt;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&lt;/View&gt;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&lt;/View&gt;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p>
          <a:p>
            <a:r>
              <a:rPr lang="en-GB" sz="1400" b="0" dirty="0">
                <a:solidFill>
                  <a:srgbClr val="000000"/>
                </a:solidFill>
                <a:effectLst/>
                <a:latin typeface="Consolas" panose="020B0609020204030204" pitchFamily="49" charset="0"/>
              </a:rPr>
              <a:t>    }</a:t>
            </a:r>
          </a:p>
          <a:p>
            <a:r>
              <a:rPr lang="en-GB" sz="1400" b="0" dirty="0">
                <a:solidFill>
                  <a:srgbClr val="000000"/>
                </a:solidFill>
                <a:effectLst/>
                <a:latin typeface="Consolas" panose="020B0609020204030204" pitchFamily="49" charset="0"/>
              </a:rPr>
              <a:t>    </a:t>
            </a:r>
            <a:r>
              <a:rPr lang="en-GB" sz="1400" b="0" dirty="0">
                <a:solidFill>
                  <a:srgbClr val="0000FF"/>
                </a:solidFill>
                <a:effectLst/>
                <a:latin typeface="Consolas" panose="020B0609020204030204" pitchFamily="49" charset="0"/>
              </a:rPr>
              <a:t>return</a:t>
            </a:r>
            <a:r>
              <a:rPr lang="en-GB" sz="1400" b="0" dirty="0">
                <a:solidFill>
                  <a:srgbClr val="000000"/>
                </a:solidFill>
                <a:effectLst/>
                <a:latin typeface="Consolas" panose="020B0609020204030204" pitchFamily="49" charset="0"/>
              </a:rPr>
              <a:t>(</a:t>
            </a: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&lt;View</a:t>
            </a:r>
            <a:r>
              <a:rPr lang="en-GB" sz="1400" b="0" dirty="0">
                <a:solidFill>
                  <a:srgbClr val="000000"/>
                </a:solidFill>
                <a:effectLst/>
                <a:latin typeface="Consolas" panose="020B0609020204030204" pitchFamily="49" charset="0"/>
              </a:rPr>
              <a:t> </a:t>
            </a:r>
            <a:r>
              <a:rPr lang="en-GB" sz="1400" b="0" dirty="0">
                <a:solidFill>
                  <a:srgbClr val="E50000"/>
                </a:solidFill>
                <a:effectLst/>
                <a:latin typeface="Consolas" panose="020B0609020204030204" pitchFamily="49" charset="0"/>
              </a:rPr>
              <a:t>style</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{flex: </a:t>
            </a:r>
            <a:r>
              <a:rPr lang="en-GB" sz="1400" b="0" dirty="0">
                <a:solidFill>
                  <a:srgbClr val="098658"/>
                </a:solidFill>
                <a:effectLst/>
                <a:latin typeface="Consolas" panose="020B0609020204030204" pitchFamily="49" charset="0"/>
              </a:rPr>
              <a:t>1</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a:solidFill>
                  <a:srgbClr val="800000"/>
                </a:solidFill>
                <a:effectLst/>
                <a:latin typeface="Consolas" panose="020B0609020204030204" pitchFamily="49" charset="0"/>
              </a:rPr>
              <a:t>&gt;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a:t>
            </a:r>
            <a:r>
              <a:rPr lang="en-GB" sz="1400" b="0" dirty="0" err="1">
                <a:solidFill>
                  <a:srgbClr val="800000"/>
                </a:solidFill>
                <a:effectLst/>
                <a:latin typeface="Consolas" panose="020B0609020204030204" pitchFamily="49" charset="0"/>
              </a:rPr>
              <a:t>FlatList</a:t>
            </a:r>
            <a:r>
              <a:rPr lang="en-GB" sz="1400" b="0" dirty="0">
                <a:solidFill>
                  <a:srgbClr val="000000"/>
                </a:solidFill>
                <a:effectLst/>
                <a:latin typeface="Consolas" panose="020B0609020204030204" pitchFamily="49" charset="0"/>
              </a:rPr>
              <a:t> </a:t>
            </a:r>
            <a:r>
              <a:rPr lang="en-GB" sz="1400" b="0" dirty="0">
                <a:solidFill>
                  <a:srgbClr val="E50000"/>
                </a:solidFill>
                <a:effectLst/>
                <a:latin typeface="Consolas" panose="020B0609020204030204" pitchFamily="49" charset="0"/>
              </a:rPr>
              <a:t>data</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allVehicles</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 </a:t>
            </a:r>
            <a:r>
              <a:rPr lang="en-GB" sz="1400" b="0" dirty="0" err="1">
                <a:solidFill>
                  <a:srgbClr val="E50000"/>
                </a:solidFill>
                <a:effectLst/>
                <a:latin typeface="Consolas" panose="020B0609020204030204" pitchFamily="49" charset="0"/>
              </a:rPr>
              <a:t>renderItem</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renderVehicleModel</a:t>
            </a:r>
            <a:r>
              <a:rPr lang="en-GB" sz="1400" b="0" dirty="0">
                <a:solidFill>
                  <a:srgbClr val="0000FF"/>
                </a:solidFill>
                <a:effectLst/>
                <a:latin typeface="Consolas" panose="020B0609020204030204" pitchFamily="49" charset="0"/>
              </a:rPr>
              <a:t>}</a:t>
            </a:r>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&lt;Pressable</a:t>
            </a:r>
            <a:r>
              <a:rPr lang="en-GB" sz="1400" b="0" dirty="0">
                <a:solidFill>
                  <a:srgbClr val="000000"/>
                </a:solidFill>
                <a:effectLst/>
                <a:latin typeface="Consolas" panose="020B0609020204030204" pitchFamily="49" charset="0"/>
              </a:rPr>
              <a:t> </a:t>
            </a:r>
            <a:r>
              <a:rPr lang="en-GB" sz="1400" b="0" dirty="0" err="1">
                <a:solidFill>
                  <a:srgbClr val="E50000"/>
                </a:solidFill>
                <a:effectLst/>
                <a:latin typeface="Consolas" panose="020B0609020204030204" pitchFamily="49" charset="0"/>
              </a:rPr>
              <a:t>onPress</a:t>
            </a:r>
            <a:r>
              <a:rPr lang="en-GB" sz="1400" b="0" dirty="0">
                <a:solidFill>
                  <a:srgbClr val="000000"/>
                </a:solidFill>
                <a:effectLst/>
                <a:latin typeface="Consolas" panose="020B0609020204030204" pitchFamily="49" charset="0"/>
              </a:rPr>
              <a:t>=</a:t>
            </a:r>
            <a:r>
              <a:rPr lang="en-GB" sz="1400" b="0" dirty="0">
                <a:solidFill>
                  <a:srgbClr val="0000FF"/>
                </a:solidFill>
                <a:effectLst/>
                <a:latin typeface="Consolas" panose="020B0609020204030204" pitchFamily="49" charset="0"/>
              </a:rPr>
              <a:t>{</a:t>
            </a:r>
            <a:r>
              <a:rPr lang="en-GB" sz="1400" b="0" dirty="0" err="1">
                <a:solidFill>
                  <a:srgbClr val="000000"/>
                </a:solidFill>
                <a:effectLst/>
                <a:latin typeface="Consolas" panose="020B0609020204030204" pitchFamily="49" charset="0"/>
              </a:rPr>
              <a:t>getVehicleModels</a:t>
            </a:r>
            <a:r>
              <a:rPr lang="en-GB" sz="1400" b="0" dirty="0">
                <a:solidFill>
                  <a:srgbClr val="0000FF"/>
                </a:solidFill>
                <a:effectLst/>
                <a:latin typeface="Consolas" panose="020B0609020204030204" pitchFamily="49" charset="0"/>
              </a:rPr>
              <a:t>}</a:t>
            </a:r>
            <a:r>
              <a:rPr lang="en-GB" sz="1400" b="0" dirty="0">
                <a:solidFill>
                  <a:srgbClr val="800000"/>
                </a:solidFill>
                <a:effectLst/>
                <a:latin typeface="Consolas" panose="020B0609020204030204" pitchFamily="49" charset="0"/>
              </a:rPr>
              <a:t>&gt;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&lt;Text&gt;</a:t>
            </a:r>
            <a:r>
              <a:rPr lang="en-GB" sz="1400" b="0" dirty="0">
                <a:solidFill>
                  <a:srgbClr val="000000"/>
                </a:solidFill>
                <a:effectLst/>
                <a:latin typeface="Consolas" panose="020B0609020204030204" pitchFamily="49" charset="0"/>
              </a:rPr>
              <a:t>Fetch</a:t>
            </a:r>
            <a:r>
              <a:rPr lang="en-GB" sz="1400" b="0" dirty="0">
                <a:solidFill>
                  <a:srgbClr val="800000"/>
                </a:solidFill>
                <a:effectLst/>
                <a:latin typeface="Consolas" panose="020B0609020204030204" pitchFamily="49" charset="0"/>
              </a:rPr>
              <a:t>&lt;/Text&gt;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&lt;/Pressable&gt;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r>
              <a:rPr lang="en-GB" sz="1400" b="0" dirty="0">
                <a:solidFill>
                  <a:srgbClr val="800000"/>
                </a:solidFill>
                <a:effectLst/>
                <a:latin typeface="Consolas" panose="020B0609020204030204" pitchFamily="49" charset="0"/>
              </a:rPr>
              <a:t>&lt;/View&gt;</a:t>
            </a:r>
            <a:endParaRPr lang="en-GB" sz="1400" b="0" dirty="0">
              <a:solidFill>
                <a:srgbClr val="000000"/>
              </a:solidFill>
              <a:effectLst/>
              <a:latin typeface="Consolas" panose="020B0609020204030204" pitchFamily="49" charset="0"/>
            </a:endParaRPr>
          </a:p>
          <a:p>
            <a:r>
              <a:rPr lang="en-GB" sz="1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047840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 to Web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5" name="TextBox 4">
            <a:extLst>
              <a:ext uri="{FF2B5EF4-FFF2-40B4-BE49-F238E27FC236}">
                <a16:creationId xmlns:a16="http://schemas.microsoft.com/office/drawing/2014/main" id="{D2773EDF-83D7-8BF7-C627-52FB778686B9}"/>
              </a:ext>
            </a:extLst>
          </p:cNvPr>
          <p:cNvSpPr txBox="1"/>
          <p:nvPr/>
        </p:nvSpPr>
        <p:spPr>
          <a:xfrm>
            <a:off x="220384" y="1371600"/>
            <a:ext cx="11743016" cy="4031873"/>
          </a:xfrm>
          <a:prstGeom prst="rect">
            <a:avLst/>
          </a:prstGeom>
          <a:noFill/>
        </p:spPr>
        <p:txBody>
          <a:bodyPr wrap="square">
            <a:spAutoFit/>
          </a:bodyPr>
          <a:lstStyle/>
          <a:p>
            <a:r>
              <a:rPr lang="en-GB" sz="1600" b="0" dirty="0" err="1">
                <a:solidFill>
                  <a:srgbClr val="0000FF"/>
                </a:solidFill>
                <a:effectLst/>
                <a:latin typeface="Consolas" panose="020B0609020204030204" pitchFamily="49" charset="0"/>
              </a:rPr>
              <a:t>const</a:t>
            </a:r>
            <a:r>
              <a:rPr lang="en-GB" sz="1600" b="0" dirty="0">
                <a:solidFill>
                  <a:srgbClr val="000000"/>
                </a:solidFill>
                <a:effectLst/>
                <a:latin typeface="Consolas" panose="020B0609020204030204" pitchFamily="49" charset="0"/>
              </a:rPr>
              <a:t> </a:t>
            </a:r>
            <a:r>
              <a:rPr lang="en-GB" sz="1600" b="0" dirty="0" err="1">
                <a:solidFill>
                  <a:srgbClr val="000000"/>
                </a:solidFill>
                <a:effectLst/>
                <a:latin typeface="Consolas" panose="020B0609020204030204" pitchFamily="49" charset="0"/>
              </a:rPr>
              <a:t>getIconUrl</a:t>
            </a:r>
            <a:r>
              <a:rPr lang="en-GB" sz="1600" b="0" dirty="0">
                <a:solidFill>
                  <a:srgbClr val="000000"/>
                </a:solidFill>
                <a:effectLst/>
                <a:latin typeface="Consolas" panose="020B0609020204030204" pitchFamily="49" charset="0"/>
              </a:rPr>
              <a:t> = (type) </a:t>
            </a:r>
            <a:r>
              <a:rPr lang="en-GB" sz="1600" b="0" dirty="0">
                <a:solidFill>
                  <a:srgbClr val="0000FF"/>
                </a:solidFill>
                <a:effectLst/>
                <a:latin typeface="Consolas" panose="020B0609020204030204" pitchFamily="49" charset="0"/>
              </a:rPr>
              <a:t>=&gt;</a:t>
            </a:r>
            <a:r>
              <a:rPr lang="en-GB" sz="1600" b="0" dirty="0">
                <a:solidFill>
                  <a:srgbClr val="000000"/>
                </a:solidFill>
                <a:effectLst/>
                <a:latin typeface="Consolas" panose="020B0609020204030204" pitchFamily="49" charset="0"/>
              </a:rPr>
              <a:t> {</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switch</a:t>
            </a:r>
            <a:r>
              <a:rPr lang="en-GB" sz="1600" b="0" dirty="0">
                <a:solidFill>
                  <a:srgbClr val="000000"/>
                </a:solidFill>
                <a:effectLst/>
                <a:latin typeface="Consolas" panose="020B0609020204030204" pitchFamily="49" charset="0"/>
              </a:rPr>
              <a:t> (type) {</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case</a:t>
            </a:r>
            <a:r>
              <a:rPr lang="en-GB" sz="1600" b="0" dirty="0">
                <a:solidFill>
                  <a:srgbClr val="000000"/>
                </a:solidFill>
                <a:effectLst/>
                <a:latin typeface="Consolas" panose="020B0609020204030204" pitchFamily="49" charset="0"/>
              </a:rPr>
              <a:t> </a:t>
            </a:r>
            <a:r>
              <a:rPr lang="en-GB" sz="1600" b="0" dirty="0">
                <a:solidFill>
                  <a:srgbClr val="A31515"/>
                </a:solidFill>
                <a:effectLst/>
                <a:latin typeface="Consolas" panose="020B0609020204030204" pitchFamily="49" charset="0"/>
              </a:rPr>
              <a:t>"SEDAN"</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return</a:t>
            </a:r>
            <a:r>
              <a:rPr lang="en-GB" sz="1600" b="0" dirty="0">
                <a:solidFill>
                  <a:srgbClr val="000000"/>
                </a:solidFill>
                <a:effectLst/>
                <a:latin typeface="Consolas" panose="020B0609020204030204" pitchFamily="49" charset="0"/>
              </a:rPr>
              <a:t> require(</a:t>
            </a:r>
            <a:r>
              <a:rPr lang="en-GB" sz="1600" b="0" dirty="0">
                <a:solidFill>
                  <a:srgbClr val="A31515"/>
                </a:solidFill>
                <a:effectLst/>
                <a:latin typeface="Consolas" panose="020B0609020204030204" pitchFamily="49" charset="0"/>
              </a:rPr>
              <a:t>'./assets/icon_sedan.png'</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case</a:t>
            </a:r>
            <a:r>
              <a:rPr lang="en-GB" sz="1600" b="0" dirty="0">
                <a:solidFill>
                  <a:srgbClr val="000000"/>
                </a:solidFill>
                <a:effectLst/>
                <a:latin typeface="Consolas" panose="020B0609020204030204" pitchFamily="49" charset="0"/>
              </a:rPr>
              <a:t> </a:t>
            </a:r>
            <a:r>
              <a:rPr lang="en-GB" sz="1600" b="0" dirty="0">
                <a:solidFill>
                  <a:srgbClr val="A31515"/>
                </a:solidFill>
                <a:effectLst/>
                <a:latin typeface="Consolas" panose="020B0609020204030204" pitchFamily="49" charset="0"/>
              </a:rPr>
              <a:t>"HATCHBACK"</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return</a:t>
            </a:r>
            <a:r>
              <a:rPr lang="en-GB" sz="1600" b="0" dirty="0">
                <a:solidFill>
                  <a:srgbClr val="000000"/>
                </a:solidFill>
                <a:effectLst/>
                <a:latin typeface="Consolas" panose="020B0609020204030204" pitchFamily="49" charset="0"/>
              </a:rPr>
              <a:t> require(</a:t>
            </a:r>
            <a:r>
              <a:rPr lang="en-GB" sz="1600" b="0" dirty="0">
                <a:solidFill>
                  <a:srgbClr val="A31515"/>
                </a:solidFill>
                <a:effectLst/>
                <a:latin typeface="Consolas" panose="020B0609020204030204" pitchFamily="49" charset="0"/>
              </a:rPr>
              <a:t>'./assets/icon_hatchback.png'</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case</a:t>
            </a:r>
            <a:r>
              <a:rPr lang="en-GB" sz="1600" b="0" dirty="0">
                <a:solidFill>
                  <a:srgbClr val="000000"/>
                </a:solidFill>
                <a:effectLst/>
                <a:latin typeface="Consolas" panose="020B0609020204030204" pitchFamily="49" charset="0"/>
              </a:rPr>
              <a:t> </a:t>
            </a:r>
            <a:r>
              <a:rPr lang="en-GB" sz="1600" b="0" dirty="0">
                <a:solidFill>
                  <a:srgbClr val="A31515"/>
                </a:solidFill>
                <a:effectLst/>
                <a:latin typeface="Consolas" panose="020B0609020204030204" pitchFamily="49" charset="0"/>
              </a:rPr>
              <a:t>"SUV"</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return</a:t>
            </a:r>
            <a:r>
              <a:rPr lang="en-GB" sz="1600" b="0" dirty="0">
                <a:solidFill>
                  <a:srgbClr val="000000"/>
                </a:solidFill>
                <a:effectLst/>
                <a:latin typeface="Consolas" panose="020B0609020204030204" pitchFamily="49" charset="0"/>
              </a:rPr>
              <a:t> require(</a:t>
            </a:r>
            <a:r>
              <a:rPr lang="en-GB" sz="1600" b="0" dirty="0">
                <a:solidFill>
                  <a:srgbClr val="A31515"/>
                </a:solidFill>
                <a:effectLst/>
                <a:latin typeface="Consolas" panose="020B0609020204030204" pitchFamily="49" charset="0"/>
              </a:rPr>
              <a:t>'./assets/icon_suv.png'</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case</a:t>
            </a:r>
            <a:r>
              <a:rPr lang="en-GB" sz="1600" b="0" dirty="0">
                <a:solidFill>
                  <a:srgbClr val="000000"/>
                </a:solidFill>
                <a:effectLst/>
                <a:latin typeface="Consolas" panose="020B0609020204030204" pitchFamily="49" charset="0"/>
              </a:rPr>
              <a:t> </a:t>
            </a:r>
            <a:r>
              <a:rPr lang="en-GB" sz="1600" b="0" dirty="0">
                <a:solidFill>
                  <a:srgbClr val="A31515"/>
                </a:solidFill>
                <a:effectLst/>
                <a:latin typeface="Consolas" panose="020B0609020204030204" pitchFamily="49" charset="0"/>
              </a:rPr>
              <a:t>"VAN"</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return</a:t>
            </a:r>
            <a:r>
              <a:rPr lang="en-GB" sz="1600" b="0" dirty="0">
                <a:solidFill>
                  <a:srgbClr val="000000"/>
                </a:solidFill>
                <a:effectLst/>
                <a:latin typeface="Consolas" panose="020B0609020204030204" pitchFamily="49" charset="0"/>
              </a:rPr>
              <a:t> require(</a:t>
            </a:r>
            <a:r>
              <a:rPr lang="en-GB" sz="1600" b="0" dirty="0">
                <a:solidFill>
                  <a:srgbClr val="A31515"/>
                </a:solidFill>
                <a:effectLst/>
                <a:latin typeface="Consolas" panose="020B0609020204030204" pitchFamily="49" charset="0"/>
              </a:rPr>
              <a:t>'./assets/icon_van.png'</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case</a:t>
            </a:r>
            <a:r>
              <a:rPr lang="en-GB" sz="1600" b="0" dirty="0">
                <a:solidFill>
                  <a:srgbClr val="000000"/>
                </a:solidFill>
                <a:effectLst/>
                <a:latin typeface="Consolas" panose="020B0609020204030204" pitchFamily="49" charset="0"/>
              </a:rPr>
              <a:t> </a:t>
            </a:r>
            <a:r>
              <a:rPr lang="en-GB" sz="1600" b="0" dirty="0">
                <a:solidFill>
                  <a:srgbClr val="A31515"/>
                </a:solidFill>
                <a:effectLst/>
                <a:latin typeface="Consolas" panose="020B0609020204030204" pitchFamily="49" charset="0"/>
              </a:rPr>
              <a:t>"MOTORCYCLE"</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return</a:t>
            </a:r>
            <a:r>
              <a:rPr lang="en-GB" sz="1600" b="0" dirty="0">
                <a:solidFill>
                  <a:srgbClr val="000000"/>
                </a:solidFill>
                <a:effectLst/>
                <a:latin typeface="Consolas" panose="020B0609020204030204" pitchFamily="49" charset="0"/>
              </a:rPr>
              <a:t> require(</a:t>
            </a:r>
            <a:r>
              <a:rPr lang="en-GB" sz="1600" b="0" dirty="0">
                <a:solidFill>
                  <a:srgbClr val="A31515"/>
                </a:solidFill>
                <a:effectLst/>
                <a:latin typeface="Consolas" panose="020B0609020204030204" pitchFamily="49" charset="0"/>
              </a:rPr>
              <a:t>'./assets/icon_motorcycle.png'</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default</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r>
              <a:rPr lang="en-GB" sz="1600" b="0" dirty="0">
                <a:solidFill>
                  <a:srgbClr val="0000FF"/>
                </a:solidFill>
                <a:effectLst/>
                <a:latin typeface="Consolas" panose="020B0609020204030204" pitchFamily="49" charset="0"/>
              </a:rPr>
              <a:t>return</a:t>
            </a:r>
            <a:r>
              <a:rPr lang="en-GB" sz="1600" b="0" dirty="0">
                <a:solidFill>
                  <a:srgbClr val="000000"/>
                </a:solidFill>
                <a:effectLst/>
                <a:latin typeface="Consolas" panose="020B0609020204030204" pitchFamily="49" charset="0"/>
              </a:rPr>
              <a:t> require(</a:t>
            </a:r>
            <a:r>
              <a:rPr lang="en-GB" sz="1600" b="0" dirty="0">
                <a:solidFill>
                  <a:srgbClr val="A31515"/>
                </a:solidFill>
                <a:effectLst/>
                <a:latin typeface="Consolas" panose="020B0609020204030204" pitchFamily="49" charset="0"/>
              </a:rPr>
              <a:t>'./assets/icon_generic_car.png'</a:t>
            </a:r>
            <a:r>
              <a:rPr lang="en-GB" sz="1600" b="0" dirty="0">
                <a:solidFill>
                  <a:srgbClr val="000000"/>
                </a:solidFill>
                <a:effectLst/>
                <a:latin typeface="Consolas" panose="020B0609020204030204" pitchFamily="49" charset="0"/>
              </a:rPr>
              <a:t>);</a:t>
            </a:r>
          </a:p>
          <a:p>
            <a:r>
              <a:rPr lang="en-GB" sz="1600" b="0" dirty="0">
                <a:solidFill>
                  <a:srgbClr val="000000"/>
                </a:solidFill>
                <a:effectLst/>
                <a:latin typeface="Consolas" panose="020B0609020204030204" pitchFamily="49" charset="0"/>
              </a:rPr>
              <a:t>        }</a:t>
            </a:r>
          </a:p>
          <a:p>
            <a:r>
              <a:rPr lang="en-GB" sz="16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4202007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 to Web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5" name="TextBox 4">
            <a:extLst>
              <a:ext uri="{FF2B5EF4-FFF2-40B4-BE49-F238E27FC236}">
                <a16:creationId xmlns:a16="http://schemas.microsoft.com/office/drawing/2014/main" id="{D2773EDF-83D7-8BF7-C627-52FB778686B9}"/>
              </a:ext>
            </a:extLst>
          </p:cNvPr>
          <p:cNvSpPr txBox="1"/>
          <p:nvPr/>
        </p:nvSpPr>
        <p:spPr>
          <a:xfrm>
            <a:off x="220384" y="1371600"/>
            <a:ext cx="11743016" cy="5170646"/>
          </a:xfrm>
          <a:prstGeom prst="rect">
            <a:avLst/>
          </a:prstGeom>
          <a:noFill/>
        </p:spPr>
        <p:txBody>
          <a:bodyPr wrap="square">
            <a:spAutoFit/>
          </a:bodyPr>
          <a:lstStyle/>
          <a:p>
            <a:r>
              <a:rPr lang="en-GB" sz="1500" b="0" dirty="0">
                <a:solidFill>
                  <a:srgbClr val="0000FF"/>
                </a:solidFill>
                <a:effectLst/>
                <a:latin typeface="Consolas" panose="020B0609020204030204" pitchFamily="49" charset="0"/>
              </a:rPr>
              <a:t>import</a:t>
            </a:r>
            <a:r>
              <a:rPr lang="en-GB" sz="1500" b="0" dirty="0">
                <a:solidFill>
                  <a:srgbClr val="000000"/>
                </a:solidFill>
                <a:effectLst/>
                <a:latin typeface="Consolas" panose="020B0609020204030204" pitchFamily="49" charset="0"/>
              </a:rPr>
              <a:t> { encode } </a:t>
            </a:r>
            <a:r>
              <a:rPr lang="en-GB" sz="1500" b="0" dirty="0">
                <a:solidFill>
                  <a:srgbClr val="0000FF"/>
                </a:solidFill>
                <a:effectLst/>
                <a:latin typeface="Consolas" panose="020B0609020204030204" pitchFamily="49" charset="0"/>
              </a:rPr>
              <a:t>from</a:t>
            </a:r>
            <a:r>
              <a:rPr lang="en-GB" sz="1500" b="0" dirty="0">
                <a:solidFill>
                  <a:srgbClr val="000000"/>
                </a:solidFill>
                <a:effectLst/>
                <a:latin typeface="Consolas" panose="020B0609020204030204" pitchFamily="49" charset="0"/>
              </a:rPr>
              <a:t> </a:t>
            </a:r>
            <a:r>
              <a:rPr lang="en-GB" sz="1500" b="0" dirty="0">
                <a:solidFill>
                  <a:srgbClr val="A31515"/>
                </a:solidFill>
                <a:effectLst/>
                <a:latin typeface="Consolas" panose="020B0609020204030204" pitchFamily="49" charset="0"/>
              </a:rPr>
              <a:t>"base-64"</a:t>
            </a:r>
            <a:r>
              <a:rPr lang="en-GB" sz="1500" b="0" dirty="0">
                <a:solidFill>
                  <a:srgbClr val="000000"/>
                </a:solidFill>
                <a:effectLst/>
                <a:latin typeface="Consolas" panose="020B0609020204030204" pitchFamily="49" charset="0"/>
              </a:rPr>
              <a:t>;</a:t>
            </a:r>
          </a:p>
          <a:p>
            <a:r>
              <a:rPr lang="en-GB" sz="1500" b="0" dirty="0">
                <a:solidFill>
                  <a:srgbClr val="0000FF"/>
                </a:solidFill>
                <a:effectLst/>
                <a:latin typeface="Consolas" panose="020B0609020204030204" pitchFamily="49" charset="0"/>
              </a:rPr>
              <a:t>import</a:t>
            </a:r>
            <a:r>
              <a:rPr lang="en-GB" sz="1500" b="0" dirty="0">
                <a:solidFill>
                  <a:srgbClr val="000000"/>
                </a:solidFill>
                <a:effectLst/>
                <a:latin typeface="Consolas" panose="020B0609020204030204" pitchFamily="49" charset="0"/>
              </a:rPr>
              <a:t> { </a:t>
            </a:r>
            <a:r>
              <a:rPr lang="en-GB" sz="1500" b="0" dirty="0" err="1">
                <a:solidFill>
                  <a:srgbClr val="000000"/>
                </a:solidFill>
                <a:effectLst/>
                <a:latin typeface="Consolas" panose="020B0609020204030204" pitchFamily="49" charset="0"/>
              </a:rPr>
              <a:t>useState</a:t>
            </a:r>
            <a:r>
              <a:rPr lang="en-GB" sz="1500" b="0" dirty="0">
                <a:solidFill>
                  <a:srgbClr val="000000"/>
                </a:solidFill>
                <a:effectLst/>
                <a:latin typeface="Consolas" panose="020B0609020204030204" pitchFamily="49" charset="0"/>
              </a:rPr>
              <a:t> } </a:t>
            </a:r>
            <a:r>
              <a:rPr lang="en-GB" sz="1500" b="0" dirty="0">
                <a:solidFill>
                  <a:srgbClr val="0000FF"/>
                </a:solidFill>
                <a:effectLst/>
                <a:latin typeface="Consolas" panose="020B0609020204030204" pitchFamily="49" charset="0"/>
              </a:rPr>
              <a:t>from</a:t>
            </a:r>
            <a:r>
              <a:rPr lang="en-GB" sz="1500" b="0" dirty="0">
                <a:solidFill>
                  <a:srgbClr val="000000"/>
                </a:solidFill>
                <a:effectLst/>
                <a:latin typeface="Consolas" panose="020B0609020204030204" pitchFamily="49" charset="0"/>
              </a:rPr>
              <a:t> </a:t>
            </a:r>
            <a:r>
              <a:rPr lang="en-GB" sz="1500" b="0" dirty="0">
                <a:solidFill>
                  <a:srgbClr val="A31515"/>
                </a:solidFill>
                <a:effectLst/>
                <a:latin typeface="Consolas" panose="020B0609020204030204" pitchFamily="49" charset="0"/>
              </a:rPr>
              <a:t>"react"</a:t>
            </a:r>
            <a:r>
              <a:rPr lang="en-GB" sz="1500" b="0" dirty="0">
                <a:solidFill>
                  <a:srgbClr val="000000"/>
                </a:solidFill>
                <a:effectLst/>
                <a:latin typeface="Consolas" panose="020B0609020204030204" pitchFamily="49" charset="0"/>
              </a:rPr>
              <a:t>;</a:t>
            </a:r>
          </a:p>
          <a:p>
            <a:r>
              <a:rPr lang="en-GB" sz="1500" b="0" dirty="0" err="1">
                <a:solidFill>
                  <a:srgbClr val="0000FF"/>
                </a:solidFill>
                <a:effectLst/>
                <a:latin typeface="Consolas" panose="020B0609020204030204" pitchFamily="49" charset="0"/>
              </a:rPr>
              <a:t>const</a:t>
            </a:r>
            <a:r>
              <a:rPr lang="en-GB" sz="1500" b="0" dirty="0">
                <a:solidFill>
                  <a:srgbClr val="000000"/>
                </a:solidFill>
                <a:effectLst/>
                <a:latin typeface="Consolas" panose="020B0609020204030204" pitchFamily="49" charset="0"/>
              </a:rPr>
              <a:t> API_ROOT = </a:t>
            </a:r>
            <a:r>
              <a:rPr lang="en-GB" sz="1500" b="0" dirty="0">
                <a:solidFill>
                  <a:srgbClr val="A31515"/>
                </a:solidFill>
                <a:effectLst/>
                <a:latin typeface="Consolas" panose="020B0609020204030204" pitchFamily="49" charset="0"/>
              </a:rPr>
              <a:t>"http://10.0.2.2:8000/</a:t>
            </a:r>
            <a:r>
              <a:rPr lang="en-GB" sz="1500" b="0" dirty="0" err="1">
                <a:solidFill>
                  <a:srgbClr val="A31515"/>
                </a:solidFill>
                <a:effectLst/>
                <a:latin typeface="Consolas" panose="020B0609020204030204" pitchFamily="49" charset="0"/>
              </a:rPr>
              <a:t>api</a:t>
            </a:r>
            <a:r>
              <a:rPr lang="en-GB" sz="1500" b="0" dirty="0">
                <a:solidFill>
                  <a:srgbClr val="A31515"/>
                </a:solidFill>
                <a:effectLst/>
                <a:latin typeface="Consolas" panose="020B0609020204030204" pitchFamily="49" charset="0"/>
              </a:rPr>
              <a:t>/"</a:t>
            </a:r>
            <a:r>
              <a:rPr lang="en-GB" sz="1500" b="0" dirty="0">
                <a:solidFill>
                  <a:srgbClr val="000000"/>
                </a:solidFill>
                <a:effectLst/>
                <a:latin typeface="Consolas" panose="020B0609020204030204" pitchFamily="49" charset="0"/>
              </a:rPr>
              <a:t>;</a:t>
            </a:r>
            <a:endParaRPr lang="en-GB" sz="1500" b="0" dirty="0">
              <a:solidFill>
                <a:srgbClr val="0000FF"/>
              </a:solidFill>
              <a:effectLst/>
              <a:latin typeface="Consolas" panose="020B0609020204030204" pitchFamily="49" charset="0"/>
            </a:endParaRPr>
          </a:p>
          <a:p>
            <a:r>
              <a:rPr lang="en-GB" sz="1500" b="0" dirty="0" err="1">
                <a:solidFill>
                  <a:srgbClr val="0000FF"/>
                </a:solidFill>
                <a:effectLst/>
                <a:latin typeface="Consolas" panose="020B0609020204030204" pitchFamily="49" charset="0"/>
              </a:rPr>
              <a:t>const</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allVehicles</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setAllVehicles</a:t>
            </a:r>
            <a:r>
              <a:rPr lang="en-GB" sz="1500" b="0" dirty="0">
                <a:solidFill>
                  <a:srgbClr val="000000"/>
                </a:solidFill>
                <a:effectLst/>
                <a:latin typeface="Consolas" panose="020B0609020204030204" pitchFamily="49" charset="0"/>
              </a:rPr>
              <a:t>] = </a:t>
            </a:r>
            <a:r>
              <a:rPr lang="en-GB" sz="1500" b="0" dirty="0" err="1">
                <a:solidFill>
                  <a:srgbClr val="000000"/>
                </a:solidFill>
                <a:effectLst/>
                <a:latin typeface="Consolas" panose="020B0609020204030204" pitchFamily="49" charset="0"/>
              </a:rPr>
              <a:t>useState</a:t>
            </a:r>
            <a:r>
              <a:rPr lang="en-GB" sz="1500" b="0" dirty="0">
                <a:solidFill>
                  <a:srgbClr val="000000"/>
                </a:solidFill>
                <a:effectLst/>
                <a:latin typeface="Consolas" panose="020B0609020204030204" pitchFamily="49" charset="0"/>
              </a:rPr>
              <a:t>([]);</a:t>
            </a:r>
            <a:endParaRPr lang="en-GB" sz="1500" b="0" dirty="0">
              <a:solidFill>
                <a:srgbClr val="0000FF"/>
              </a:solidFill>
              <a:effectLst/>
              <a:latin typeface="Consolas" panose="020B0609020204030204" pitchFamily="49" charset="0"/>
            </a:endParaRPr>
          </a:p>
          <a:p>
            <a:r>
              <a:rPr lang="en-GB" sz="1500" b="0" dirty="0" err="1">
                <a:solidFill>
                  <a:srgbClr val="0000FF"/>
                </a:solidFill>
                <a:effectLst/>
                <a:latin typeface="Consolas" panose="020B0609020204030204" pitchFamily="49" charset="0"/>
              </a:rPr>
              <a:t>const</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getVehicleModels</a:t>
            </a:r>
            <a:r>
              <a:rPr lang="en-GB" sz="1500" b="0" dirty="0">
                <a:solidFill>
                  <a:srgbClr val="000000"/>
                </a:solidFill>
                <a:effectLst/>
                <a:latin typeface="Consolas" panose="020B0609020204030204" pitchFamily="49" charset="0"/>
              </a:rPr>
              <a:t> = </a:t>
            </a:r>
            <a:r>
              <a:rPr lang="en-GB" sz="1500" b="0" dirty="0">
                <a:solidFill>
                  <a:srgbClr val="0000FF"/>
                </a:solidFill>
                <a:effectLst/>
                <a:latin typeface="Consolas" panose="020B0609020204030204" pitchFamily="49" charset="0"/>
              </a:rPr>
              <a:t>async</a:t>
            </a:r>
            <a:r>
              <a:rPr lang="en-GB" sz="1500" b="0" dirty="0">
                <a:solidFill>
                  <a:srgbClr val="000000"/>
                </a:solidFill>
                <a:effectLst/>
                <a:latin typeface="Consolas" panose="020B0609020204030204" pitchFamily="49" charset="0"/>
              </a:rPr>
              <a:t> () </a:t>
            </a:r>
            <a:r>
              <a:rPr lang="en-GB" sz="1500" b="0" dirty="0">
                <a:solidFill>
                  <a:srgbClr val="0000FF"/>
                </a:solidFill>
                <a:effectLst/>
                <a:latin typeface="Consolas" panose="020B0609020204030204" pitchFamily="49" charset="0"/>
              </a:rPr>
              <a:t>=&gt;</a:t>
            </a:r>
            <a:r>
              <a:rPr lang="en-GB" sz="1500" b="0" dirty="0">
                <a:solidFill>
                  <a:srgbClr val="000000"/>
                </a:solidFill>
                <a:effectLst/>
                <a:latin typeface="Consolas" panose="020B0609020204030204" pitchFamily="49" charset="0"/>
              </a:rPr>
              <a:t> {</a:t>
            </a:r>
          </a:p>
          <a:p>
            <a:r>
              <a:rPr lang="en-GB" sz="1500" b="0" dirty="0">
                <a:solidFill>
                  <a:srgbClr val="000000"/>
                </a:solidFill>
                <a:effectLst/>
                <a:latin typeface="Consolas" panose="020B0609020204030204" pitchFamily="49" charset="0"/>
              </a:rPr>
              <a:t>    </a:t>
            </a:r>
            <a:r>
              <a:rPr lang="en-GB" sz="1500" b="0" dirty="0">
                <a:solidFill>
                  <a:srgbClr val="0000FF"/>
                </a:solidFill>
                <a:effectLst/>
                <a:latin typeface="Consolas" panose="020B0609020204030204" pitchFamily="49" charset="0"/>
              </a:rPr>
              <a:t>try</a:t>
            </a:r>
            <a:r>
              <a:rPr lang="en-GB" sz="1500" b="0" dirty="0">
                <a:solidFill>
                  <a:srgbClr val="000000"/>
                </a:solidFill>
                <a:effectLst/>
                <a:latin typeface="Consolas" panose="020B0609020204030204" pitchFamily="49" charset="0"/>
              </a:rPr>
              <a:t> {</a:t>
            </a:r>
          </a:p>
          <a:p>
            <a:r>
              <a:rPr lang="en-GB" sz="1500" b="0" dirty="0">
                <a:solidFill>
                  <a:srgbClr val="000000"/>
                </a:solidFill>
                <a:effectLst/>
                <a:latin typeface="Consolas" panose="020B0609020204030204" pitchFamily="49" charset="0"/>
              </a:rPr>
              <a:t>        console.log(</a:t>
            </a:r>
            <a:r>
              <a:rPr lang="en-GB" sz="1500" b="0" dirty="0">
                <a:solidFill>
                  <a:srgbClr val="A31515"/>
                </a:solidFill>
                <a:effectLst/>
                <a:latin typeface="Consolas" panose="020B0609020204030204" pitchFamily="49" charset="0"/>
              </a:rPr>
              <a:t>"Fetching vehicle models via REST API..."</a:t>
            </a:r>
            <a:r>
              <a:rPr lang="en-GB" sz="1500" b="0" dirty="0">
                <a:solidFill>
                  <a:srgbClr val="000000"/>
                </a:solidFill>
                <a:effectLst/>
                <a:latin typeface="Consolas" panose="020B0609020204030204" pitchFamily="49" charset="0"/>
              </a:rPr>
              <a:t>);</a:t>
            </a:r>
          </a:p>
          <a:p>
            <a:r>
              <a:rPr lang="en-GB" sz="1500" b="0" dirty="0">
                <a:solidFill>
                  <a:srgbClr val="000000"/>
                </a:solidFill>
                <a:effectLst/>
                <a:latin typeface="Consolas" panose="020B0609020204030204" pitchFamily="49" charset="0"/>
              </a:rPr>
              <a:t>        </a:t>
            </a:r>
            <a:r>
              <a:rPr lang="en-GB" sz="1500" b="0" dirty="0" err="1">
                <a:solidFill>
                  <a:srgbClr val="0000FF"/>
                </a:solidFill>
                <a:effectLst/>
                <a:latin typeface="Consolas" panose="020B0609020204030204" pitchFamily="49" charset="0"/>
              </a:rPr>
              <a:t>const</a:t>
            </a:r>
            <a:r>
              <a:rPr lang="en-GB" sz="1500" b="0" dirty="0">
                <a:solidFill>
                  <a:srgbClr val="000000"/>
                </a:solidFill>
                <a:effectLst/>
                <a:latin typeface="Consolas" panose="020B0609020204030204" pitchFamily="49" charset="0"/>
              </a:rPr>
              <a:t> credentials = </a:t>
            </a:r>
            <a:r>
              <a:rPr lang="en-GB" sz="1500" b="0" dirty="0">
                <a:solidFill>
                  <a:srgbClr val="A31515"/>
                </a:solidFill>
                <a:effectLst/>
                <a:latin typeface="Consolas" panose="020B0609020204030204" pitchFamily="49" charset="0"/>
              </a:rPr>
              <a:t>`admin:Admin1234`</a:t>
            </a:r>
            <a:endParaRPr lang="en-GB" sz="1500" b="0" dirty="0">
              <a:solidFill>
                <a:srgbClr val="000000"/>
              </a:solidFill>
              <a:effectLst/>
              <a:latin typeface="Consolas" panose="020B0609020204030204" pitchFamily="49" charset="0"/>
            </a:endParaRPr>
          </a:p>
          <a:p>
            <a:r>
              <a:rPr lang="en-GB" sz="1500" b="0" dirty="0">
                <a:solidFill>
                  <a:srgbClr val="000000"/>
                </a:solidFill>
                <a:effectLst/>
                <a:latin typeface="Consolas" panose="020B0609020204030204" pitchFamily="49" charset="0"/>
              </a:rPr>
              <a:t>        </a:t>
            </a:r>
            <a:r>
              <a:rPr lang="en-GB" sz="1500" b="0" dirty="0" err="1">
                <a:solidFill>
                  <a:srgbClr val="0000FF"/>
                </a:solidFill>
                <a:effectLst/>
                <a:latin typeface="Consolas" panose="020B0609020204030204" pitchFamily="49" charset="0"/>
              </a:rPr>
              <a:t>const</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encodedCredentails</a:t>
            </a:r>
            <a:r>
              <a:rPr lang="en-GB" sz="1500" b="0" dirty="0">
                <a:solidFill>
                  <a:srgbClr val="000000"/>
                </a:solidFill>
                <a:effectLst/>
                <a:latin typeface="Consolas" panose="020B0609020204030204" pitchFamily="49" charset="0"/>
              </a:rPr>
              <a:t> = encode(credentials);</a:t>
            </a:r>
          </a:p>
          <a:p>
            <a:r>
              <a:rPr lang="en-GB" sz="1500" b="0" dirty="0">
                <a:solidFill>
                  <a:srgbClr val="000000"/>
                </a:solidFill>
                <a:effectLst/>
                <a:latin typeface="Consolas" panose="020B0609020204030204" pitchFamily="49" charset="0"/>
              </a:rPr>
              <a:t>        </a:t>
            </a:r>
            <a:r>
              <a:rPr lang="en-GB" sz="1500" b="0" dirty="0" err="1">
                <a:solidFill>
                  <a:srgbClr val="0000FF"/>
                </a:solidFill>
                <a:effectLst/>
                <a:latin typeface="Consolas" panose="020B0609020204030204" pitchFamily="49" charset="0"/>
              </a:rPr>
              <a:t>const</a:t>
            </a:r>
            <a:r>
              <a:rPr lang="en-GB" sz="1500" b="0" dirty="0">
                <a:solidFill>
                  <a:srgbClr val="000000"/>
                </a:solidFill>
                <a:effectLst/>
                <a:latin typeface="Consolas" panose="020B0609020204030204" pitchFamily="49" charset="0"/>
              </a:rPr>
              <a:t> response = </a:t>
            </a:r>
            <a:r>
              <a:rPr lang="en-GB" sz="1500" b="0" dirty="0">
                <a:solidFill>
                  <a:srgbClr val="0000FF"/>
                </a:solidFill>
                <a:effectLst/>
                <a:latin typeface="Consolas" panose="020B0609020204030204" pitchFamily="49" charset="0"/>
              </a:rPr>
              <a:t>await</a:t>
            </a:r>
            <a:r>
              <a:rPr lang="en-GB" sz="1500" b="0" dirty="0">
                <a:solidFill>
                  <a:srgbClr val="000000"/>
                </a:solidFill>
                <a:effectLst/>
                <a:latin typeface="Consolas" panose="020B0609020204030204" pitchFamily="49" charset="0"/>
              </a:rPr>
              <a:t> fetch(</a:t>
            </a:r>
            <a:r>
              <a:rPr lang="en-GB" sz="1500" b="0" dirty="0">
                <a:solidFill>
                  <a:srgbClr val="A31515"/>
                </a:solidFill>
                <a:effectLst/>
                <a:latin typeface="Consolas" panose="020B0609020204030204" pitchFamily="49" charset="0"/>
              </a:rPr>
              <a:t>`</a:t>
            </a:r>
            <a:r>
              <a:rPr lang="en-GB" sz="1500" b="0" dirty="0">
                <a:solidFill>
                  <a:srgbClr val="0000FF"/>
                </a:solidFill>
                <a:effectLst/>
                <a:latin typeface="Consolas" panose="020B0609020204030204" pitchFamily="49" charset="0"/>
              </a:rPr>
              <a:t>${</a:t>
            </a:r>
            <a:r>
              <a:rPr lang="en-GB" sz="1500" b="0" dirty="0">
                <a:solidFill>
                  <a:srgbClr val="000000"/>
                </a:solidFill>
                <a:effectLst/>
                <a:latin typeface="Consolas" panose="020B0609020204030204" pitchFamily="49" charset="0"/>
              </a:rPr>
              <a:t>API_ROOT</a:t>
            </a:r>
            <a:r>
              <a:rPr lang="en-GB" sz="1500" b="0" dirty="0">
                <a:solidFill>
                  <a:srgbClr val="0000FF"/>
                </a:solidFill>
                <a:effectLst/>
                <a:latin typeface="Consolas" panose="020B0609020204030204" pitchFamily="49" charset="0"/>
              </a:rPr>
              <a:t>}</a:t>
            </a:r>
            <a:r>
              <a:rPr lang="en-GB" sz="1500" b="0" dirty="0">
                <a:solidFill>
                  <a:srgbClr val="A31515"/>
                </a:solidFill>
                <a:effectLst/>
                <a:latin typeface="Consolas" panose="020B0609020204030204" pitchFamily="49" charset="0"/>
              </a:rPr>
              <a:t>get/</a:t>
            </a:r>
            <a:r>
              <a:rPr lang="en-GB" sz="1500" b="0" dirty="0" err="1">
                <a:solidFill>
                  <a:srgbClr val="A31515"/>
                </a:solidFill>
                <a:effectLst/>
                <a:latin typeface="Consolas" panose="020B0609020204030204" pitchFamily="49" charset="0"/>
              </a:rPr>
              <a:t>vehiclemodels</a:t>
            </a:r>
            <a:r>
              <a:rPr lang="en-GB" sz="1500" b="0" dirty="0">
                <a:solidFill>
                  <a:srgbClr val="A31515"/>
                </a:solidFill>
                <a:effectLst/>
                <a:latin typeface="Consolas" panose="020B0609020204030204" pitchFamily="49" charset="0"/>
              </a:rPr>
              <a:t>`</a:t>
            </a:r>
            <a:r>
              <a:rPr lang="en-GB" sz="1500" b="0" dirty="0">
                <a:solidFill>
                  <a:srgbClr val="000000"/>
                </a:solidFill>
                <a:effectLst/>
                <a:latin typeface="Consolas" panose="020B0609020204030204" pitchFamily="49" charset="0"/>
              </a:rPr>
              <a:t>, {</a:t>
            </a:r>
          </a:p>
          <a:p>
            <a:r>
              <a:rPr lang="en-GB" sz="1500" b="0" dirty="0">
                <a:solidFill>
                  <a:srgbClr val="000000"/>
                </a:solidFill>
                <a:effectLst/>
                <a:latin typeface="Consolas" panose="020B0609020204030204" pitchFamily="49" charset="0"/>
              </a:rPr>
              <a:t>                headers: { </a:t>
            </a:r>
            <a:r>
              <a:rPr lang="en-GB" sz="1500" b="0" dirty="0">
                <a:solidFill>
                  <a:srgbClr val="A31515"/>
                </a:solidFill>
                <a:effectLst/>
                <a:latin typeface="Consolas" panose="020B0609020204030204" pitchFamily="49" charset="0"/>
              </a:rPr>
              <a:t>"Authorization"</a:t>
            </a:r>
            <a:r>
              <a:rPr lang="en-GB" sz="1500" b="0" dirty="0">
                <a:solidFill>
                  <a:srgbClr val="000000"/>
                </a:solidFill>
                <a:effectLst/>
                <a:latin typeface="Consolas" panose="020B0609020204030204" pitchFamily="49" charset="0"/>
              </a:rPr>
              <a:t>: </a:t>
            </a:r>
            <a:r>
              <a:rPr lang="en-GB" sz="1500" b="0" dirty="0">
                <a:solidFill>
                  <a:srgbClr val="A31515"/>
                </a:solidFill>
                <a:effectLst/>
                <a:latin typeface="Consolas" panose="020B0609020204030204" pitchFamily="49" charset="0"/>
              </a:rPr>
              <a:t>`Basic </a:t>
            </a:r>
            <a:r>
              <a:rPr lang="en-GB" sz="1500" b="0" dirty="0">
                <a:solidFill>
                  <a:srgbClr val="0000FF"/>
                </a:solidFill>
                <a:effectLst/>
                <a:latin typeface="Consolas" panose="020B0609020204030204" pitchFamily="49" charset="0"/>
              </a:rPr>
              <a:t>${</a:t>
            </a:r>
            <a:r>
              <a:rPr lang="en-GB" sz="1500" b="0" dirty="0" err="1">
                <a:solidFill>
                  <a:srgbClr val="000000"/>
                </a:solidFill>
                <a:effectLst/>
                <a:latin typeface="Consolas" panose="020B0609020204030204" pitchFamily="49" charset="0"/>
              </a:rPr>
              <a:t>encodedCredentails</a:t>
            </a:r>
            <a:r>
              <a:rPr lang="en-GB" sz="1500" b="0" dirty="0">
                <a:solidFill>
                  <a:srgbClr val="0000FF"/>
                </a:solidFill>
                <a:effectLst/>
                <a:latin typeface="Consolas" panose="020B0609020204030204" pitchFamily="49" charset="0"/>
              </a:rPr>
              <a:t>}</a:t>
            </a:r>
            <a:r>
              <a:rPr lang="en-GB" sz="1500" b="0" dirty="0">
                <a:solidFill>
                  <a:srgbClr val="A31515"/>
                </a:solidFill>
                <a:effectLst/>
                <a:latin typeface="Consolas" panose="020B0609020204030204" pitchFamily="49" charset="0"/>
              </a:rPr>
              <a:t>`</a:t>
            </a:r>
            <a:r>
              <a:rPr lang="en-GB" sz="1500" b="0" dirty="0">
                <a:solidFill>
                  <a:srgbClr val="000000"/>
                </a:solidFill>
                <a:effectLst/>
                <a:latin typeface="Consolas" panose="020B0609020204030204" pitchFamily="49" charset="0"/>
              </a:rPr>
              <a:t> }</a:t>
            </a:r>
          </a:p>
          <a:p>
            <a:r>
              <a:rPr lang="en-GB" sz="1500" b="0" dirty="0">
                <a:solidFill>
                  <a:srgbClr val="000000"/>
                </a:solidFill>
                <a:effectLst/>
                <a:latin typeface="Consolas" panose="020B0609020204030204" pitchFamily="49" charset="0"/>
              </a:rPr>
              <a:t>            });</a:t>
            </a:r>
          </a:p>
          <a:p>
            <a:r>
              <a:rPr lang="en-GB" sz="1500" b="0" dirty="0">
                <a:solidFill>
                  <a:srgbClr val="000000"/>
                </a:solidFill>
                <a:effectLst/>
                <a:latin typeface="Consolas" panose="020B0609020204030204" pitchFamily="49" charset="0"/>
              </a:rPr>
              <a:t>        </a:t>
            </a:r>
            <a:r>
              <a:rPr lang="en-GB" sz="1500" b="0" dirty="0" err="1">
                <a:solidFill>
                  <a:srgbClr val="0000FF"/>
                </a:solidFill>
                <a:effectLst/>
                <a:latin typeface="Consolas" panose="020B0609020204030204" pitchFamily="49" charset="0"/>
              </a:rPr>
              <a:t>const</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statusCode</a:t>
            </a:r>
            <a:r>
              <a:rPr lang="en-GB" sz="1500" b="0" dirty="0">
                <a:solidFill>
                  <a:srgbClr val="000000"/>
                </a:solidFill>
                <a:effectLst/>
                <a:latin typeface="Consolas" panose="020B0609020204030204" pitchFamily="49" charset="0"/>
              </a:rPr>
              <a:t> = </a:t>
            </a:r>
            <a:r>
              <a:rPr lang="en-GB" sz="1500" b="0" dirty="0">
                <a:solidFill>
                  <a:srgbClr val="0000FF"/>
                </a:solidFill>
                <a:effectLst/>
                <a:latin typeface="Consolas" panose="020B0609020204030204" pitchFamily="49" charset="0"/>
              </a:rPr>
              <a:t>await</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response.status</a:t>
            </a:r>
            <a:r>
              <a:rPr lang="en-GB" sz="1500" b="0" dirty="0">
                <a:solidFill>
                  <a:srgbClr val="000000"/>
                </a:solidFill>
                <a:effectLst/>
                <a:latin typeface="Consolas" panose="020B0609020204030204" pitchFamily="49" charset="0"/>
              </a:rPr>
              <a:t>;</a:t>
            </a:r>
          </a:p>
          <a:p>
            <a:r>
              <a:rPr lang="en-GB" sz="1500" b="0" dirty="0">
                <a:solidFill>
                  <a:srgbClr val="000000"/>
                </a:solidFill>
                <a:effectLst/>
                <a:latin typeface="Consolas" panose="020B0609020204030204" pitchFamily="49" charset="0"/>
              </a:rPr>
              <a:t>        </a:t>
            </a:r>
            <a:r>
              <a:rPr lang="en-GB" sz="1500" b="0" dirty="0" err="1">
                <a:solidFill>
                  <a:srgbClr val="0000FF"/>
                </a:solidFill>
                <a:effectLst/>
                <a:latin typeface="Consolas" panose="020B0609020204030204" pitchFamily="49" charset="0"/>
              </a:rPr>
              <a:t>const</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json</a:t>
            </a:r>
            <a:r>
              <a:rPr lang="en-GB" sz="1500" b="0" dirty="0">
                <a:solidFill>
                  <a:srgbClr val="000000"/>
                </a:solidFill>
                <a:effectLst/>
                <a:latin typeface="Consolas" panose="020B0609020204030204" pitchFamily="49" charset="0"/>
              </a:rPr>
              <a:t> = </a:t>
            </a:r>
            <a:r>
              <a:rPr lang="en-GB" sz="1500" b="0" dirty="0">
                <a:solidFill>
                  <a:srgbClr val="0000FF"/>
                </a:solidFill>
                <a:effectLst/>
                <a:latin typeface="Consolas" panose="020B0609020204030204" pitchFamily="49" charset="0"/>
              </a:rPr>
              <a:t>await</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response.json</a:t>
            </a:r>
            <a:r>
              <a:rPr lang="en-GB" sz="1500" b="0" dirty="0">
                <a:solidFill>
                  <a:srgbClr val="000000"/>
                </a:solidFill>
                <a:effectLst/>
                <a:latin typeface="Consolas" panose="020B0609020204030204" pitchFamily="49" charset="0"/>
              </a:rPr>
              <a:t>();</a:t>
            </a:r>
          </a:p>
          <a:p>
            <a:r>
              <a:rPr lang="en-GB" sz="1500" b="0" dirty="0">
                <a:solidFill>
                  <a:srgbClr val="000000"/>
                </a:solidFill>
                <a:effectLst/>
                <a:latin typeface="Consolas" panose="020B0609020204030204" pitchFamily="49" charset="0"/>
              </a:rPr>
              <a:t>        console.log(</a:t>
            </a:r>
            <a:r>
              <a:rPr lang="en-GB" sz="1500" b="0" dirty="0" err="1">
                <a:solidFill>
                  <a:srgbClr val="000000"/>
                </a:solidFill>
                <a:effectLst/>
                <a:latin typeface="Consolas" panose="020B0609020204030204" pitchFamily="49" charset="0"/>
              </a:rPr>
              <a:t>json</a:t>
            </a:r>
            <a:r>
              <a:rPr lang="en-GB" sz="1500" b="0" dirty="0">
                <a:solidFill>
                  <a:srgbClr val="000000"/>
                </a:solidFill>
                <a:effectLst/>
                <a:latin typeface="Consolas" panose="020B0609020204030204" pitchFamily="49" charset="0"/>
              </a:rPr>
              <a:t>);</a:t>
            </a:r>
          </a:p>
          <a:p>
            <a:r>
              <a:rPr lang="en-GB" sz="1500" b="0" dirty="0">
                <a:solidFill>
                  <a:srgbClr val="000000"/>
                </a:solidFill>
                <a:effectLst/>
                <a:latin typeface="Consolas" panose="020B0609020204030204" pitchFamily="49" charset="0"/>
              </a:rPr>
              <a:t>        </a:t>
            </a:r>
            <a:r>
              <a:rPr lang="en-GB" sz="1500" b="0" dirty="0">
                <a:solidFill>
                  <a:srgbClr val="0000FF"/>
                </a:solidFill>
                <a:effectLst/>
                <a:latin typeface="Consolas" panose="020B0609020204030204" pitchFamily="49" charset="0"/>
              </a:rPr>
              <a:t>if</a:t>
            </a:r>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json</a:t>
            </a:r>
            <a:r>
              <a:rPr lang="en-GB" sz="1500" b="0" dirty="0">
                <a:solidFill>
                  <a:srgbClr val="000000"/>
                </a:solidFill>
                <a:effectLst/>
                <a:latin typeface="Consolas" panose="020B0609020204030204" pitchFamily="49" charset="0"/>
              </a:rPr>
              <a:t>) {</a:t>
            </a:r>
          </a:p>
          <a:p>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setAllVehicles</a:t>
            </a:r>
            <a:r>
              <a:rPr lang="en-GB" sz="1500" b="0" dirty="0">
                <a:solidFill>
                  <a:srgbClr val="000000"/>
                </a:solidFill>
                <a:effectLst/>
                <a:latin typeface="Consolas" panose="020B0609020204030204" pitchFamily="49" charset="0"/>
              </a:rPr>
              <a:t>(</a:t>
            </a:r>
            <a:r>
              <a:rPr lang="en-GB" sz="1500" b="0" dirty="0" err="1">
                <a:solidFill>
                  <a:srgbClr val="000000"/>
                </a:solidFill>
                <a:effectLst/>
                <a:latin typeface="Consolas" panose="020B0609020204030204" pitchFamily="49" charset="0"/>
              </a:rPr>
              <a:t>json</a:t>
            </a:r>
            <a:r>
              <a:rPr lang="en-GB" sz="1500" b="0" dirty="0">
                <a:solidFill>
                  <a:srgbClr val="000000"/>
                </a:solidFill>
                <a:effectLst/>
                <a:latin typeface="Consolas" panose="020B0609020204030204" pitchFamily="49" charset="0"/>
              </a:rPr>
              <a:t>[</a:t>
            </a:r>
            <a:r>
              <a:rPr lang="en-GB" sz="1500" b="0" dirty="0">
                <a:solidFill>
                  <a:srgbClr val="A31515"/>
                </a:solidFill>
                <a:effectLst/>
                <a:latin typeface="Consolas" panose="020B0609020204030204" pitchFamily="49" charset="0"/>
              </a:rPr>
              <a:t>'results'</a:t>
            </a:r>
            <a:r>
              <a:rPr lang="en-GB" sz="1500" b="0" dirty="0">
                <a:solidFill>
                  <a:srgbClr val="000000"/>
                </a:solidFill>
                <a:effectLst/>
                <a:latin typeface="Consolas" panose="020B0609020204030204" pitchFamily="49" charset="0"/>
              </a:rPr>
              <a:t>]);</a:t>
            </a:r>
          </a:p>
          <a:p>
            <a:r>
              <a:rPr lang="en-GB" sz="1500" b="0" dirty="0">
                <a:solidFill>
                  <a:srgbClr val="000000"/>
                </a:solidFill>
                <a:effectLst/>
                <a:latin typeface="Consolas" panose="020B0609020204030204" pitchFamily="49" charset="0"/>
              </a:rPr>
              <a:t>        }</a:t>
            </a:r>
          </a:p>
          <a:p>
            <a:r>
              <a:rPr lang="en-GB" sz="1500" b="0" dirty="0">
                <a:solidFill>
                  <a:srgbClr val="000000"/>
                </a:solidFill>
                <a:effectLst/>
                <a:latin typeface="Consolas" panose="020B0609020204030204" pitchFamily="49" charset="0"/>
              </a:rPr>
              <a:t>    } </a:t>
            </a:r>
            <a:r>
              <a:rPr lang="en-GB" sz="1500" b="0" dirty="0">
                <a:solidFill>
                  <a:srgbClr val="0000FF"/>
                </a:solidFill>
                <a:effectLst/>
                <a:latin typeface="Consolas" panose="020B0609020204030204" pitchFamily="49" charset="0"/>
              </a:rPr>
              <a:t>catch</a:t>
            </a:r>
            <a:r>
              <a:rPr lang="en-GB" sz="1500" b="0" dirty="0">
                <a:solidFill>
                  <a:srgbClr val="000000"/>
                </a:solidFill>
                <a:effectLst/>
                <a:latin typeface="Consolas" panose="020B0609020204030204" pitchFamily="49" charset="0"/>
              </a:rPr>
              <a:t> (error) {</a:t>
            </a:r>
          </a:p>
          <a:p>
            <a:r>
              <a:rPr lang="en-GB" sz="1500" b="0" dirty="0">
                <a:solidFill>
                  <a:srgbClr val="000000"/>
                </a:solidFill>
                <a:effectLst/>
                <a:latin typeface="Consolas" panose="020B0609020204030204" pitchFamily="49" charset="0"/>
              </a:rPr>
              <a:t>        </a:t>
            </a:r>
            <a:r>
              <a:rPr lang="en-GB" sz="1500" b="0" dirty="0" err="1">
                <a:solidFill>
                  <a:srgbClr val="000000"/>
                </a:solidFill>
                <a:effectLst/>
                <a:latin typeface="Consolas" panose="020B0609020204030204" pitchFamily="49" charset="0"/>
              </a:rPr>
              <a:t>console.error</a:t>
            </a:r>
            <a:r>
              <a:rPr lang="en-GB" sz="1500" b="0" dirty="0">
                <a:solidFill>
                  <a:srgbClr val="000000"/>
                </a:solidFill>
                <a:effectLst/>
                <a:latin typeface="Consolas" panose="020B0609020204030204" pitchFamily="49" charset="0"/>
              </a:rPr>
              <a:t>(error);</a:t>
            </a:r>
          </a:p>
          <a:p>
            <a:r>
              <a:rPr lang="en-GB" sz="1500" b="0" dirty="0">
                <a:solidFill>
                  <a:srgbClr val="000000"/>
                </a:solidFill>
                <a:effectLst/>
                <a:latin typeface="Consolas" panose="020B0609020204030204" pitchFamily="49" charset="0"/>
              </a:rPr>
              <a:t>    }</a:t>
            </a:r>
          </a:p>
          <a:p>
            <a:r>
              <a:rPr lang="en-GB" sz="15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51408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 to Web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The </a:t>
            </a:r>
            <a:r>
              <a:rPr lang="en-US" sz="3800" dirty="0" err="1"/>
              <a:t>getVehicles</a:t>
            </a:r>
            <a:r>
              <a:rPr lang="en-US" sz="3800" dirty="0"/>
              <a:t> function is enclosed in a try-catch block is used to ensure that the App does not crash.</a:t>
            </a:r>
          </a:p>
          <a:p>
            <a:pPr>
              <a:lnSpc>
                <a:spcPct val="120000"/>
              </a:lnSpc>
              <a:buFont typeface="Wingdings" panose="05000000000000000000" pitchFamily="2" charset="2"/>
              <a:buChar char="§"/>
            </a:pPr>
            <a:r>
              <a:rPr lang="en-US" sz="3800" dirty="0"/>
              <a:t>The REST API expects credentials to be passed in the header as a Basic auth token encoded in base-64:</a:t>
            </a:r>
          </a:p>
          <a:p>
            <a:pPr marL="0" indent="0">
              <a:lnSpc>
                <a:spcPct val="120000"/>
              </a:lnSpc>
              <a:buNone/>
            </a:pPr>
            <a:r>
              <a:rPr lang="en-US" sz="3600" dirty="0">
                <a:solidFill>
                  <a:srgbClr val="0000FF"/>
                </a:solidFill>
                <a:latin typeface="Consolas" panose="020B0609020204030204" pitchFamily="49" charset="0"/>
              </a:rPr>
              <a:t>const</a:t>
            </a:r>
            <a:r>
              <a:rPr lang="en-US" sz="3600" dirty="0">
                <a:solidFill>
                  <a:srgbClr val="3B3B3B"/>
                </a:solidFill>
                <a:latin typeface="Consolas" panose="020B0609020204030204" pitchFamily="49" charset="0"/>
              </a:rPr>
              <a:t> </a:t>
            </a:r>
            <a:r>
              <a:rPr lang="en-US" sz="3600" dirty="0">
                <a:solidFill>
                  <a:srgbClr val="0070C1"/>
                </a:solidFill>
                <a:latin typeface="Consolas" panose="020B0609020204030204" pitchFamily="49" charset="0"/>
              </a:rPr>
              <a:t>credentials</a:t>
            </a:r>
            <a:r>
              <a:rPr lang="en-US" sz="3600" dirty="0">
                <a:solidFill>
                  <a:srgbClr val="3B3B3B"/>
                </a:solidFill>
                <a:latin typeface="Consolas" panose="020B0609020204030204" pitchFamily="49" charset="0"/>
              </a:rPr>
              <a:t> </a:t>
            </a:r>
            <a:r>
              <a:rPr lang="en-US" sz="3600" dirty="0">
                <a:solidFill>
                  <a:srgbClr val="000000"/>
                </a:solidFill>
                <a:latin typeface="Consolas" panose="020B0609020204030204" pitchFamily="49" charset="0"/>
              </a:rPr>
              <a:t>=</a:t>
            </a:r>
            <a:r>
              <a:rPr lang="en-US" sz="3600" dirty="0">
                <a:solidFill>
                  <a:srgbClr val="3B3B3B"/>
                </a:solidFill>
                <a:latin typeface="Consolas" panose="020B0609020204030204" pitchFamily="49" charset="0"/>
              </a:rPr>
              <a:t> </a:t>
            </a:r>
            <a:r>
              <a:rPr lang="en-US" sz="3600" dirty="0">
                <a:solidFill>
                  <a:srgbClr val="A31515"/>
                </a:solidFill>
                <a:latin typeface="Consolas" panose="020B0609020204030204" pitchFamily="49" charset="0"/>
              </a:rPr>
              <a:t>`</a:t>
            </a:r>
            <a:r>
              <a:rPr lang="en-GB" sz="3600" dirty="0">
                <a:solidFill>
                  <a:srgbClr val="A31515"/>
                </a:solidFill>
                <a:latin typeface="Consolas" panose="020B0609020204030204" pitchFamily="49" charset="0"/>
              </a:rPr>
              <a:t>admin:Admin1234</a:t>
            </a:r>
            <a:r>
              <a:rPr lang="en-US" sz="3600" dirty="0">
                <a:solidFill>
                  <a:srgbClr val="A31515"/>
                </a:solidFill>
                <a:latin typeface="Consolas" panose="020B0609020204030204" pitchFamily="49" charset="0"/>
              </a:rPr>
              <a:t>`</a:t>
            </a:r>
            <a:r>
              <a:rPr lang="en-US" sz="3600" dirty="0">
                <a:solidFill>
                  <a:srgbClr val="3B3B3B"/>
                </a:solidFill>
                <a:latin typeface="Consolas" panose="020B0609020204030204" pitchFamily="49" charset="0"/>
              </a:rPr>
              <a:t>;</a:t>
            </a:r>
          </a:p>
          <a:p>
            <a:pPr marL="0" indent="0">
              <a:lnSpc>
                <a:spcPct val="120000"/>
              </a:lnSpc>
              <a:buNone/>
            </a:pPr>
            <a:r>
              <a:rPr lang="en-US" sz="3600" dirty="0">
                <a:solidFill>
                  <a:srgbClr val="0000FF"/>
                </a:solidFill>
                <a:latin typeface="Consolas" panose="020B0609020204030204" pitchFamily="49" charset="0"/>
              </a:rPr>
              <a:t>const</a:t>
            </a:r>
            <a:r>
              <a:rPr lang="en-US" sz="3600" dirty="0">
                <a:solidFill>
                  <a:srgbClr val="3B3B3B"/>
                </a:solidFill>
                <a:latin typeface="Consolas" panose="020B0609020204030204" pitchFamily="49" charset="0"/>
              </a:rPr>
              <a:t> </a:t>
            </a:r>
            <a:r>
              <a:rPr lang="en-US" sz="3600" dirty="0" err="1">
                <a:solidFill>
                  <a:srgbClr val="0070C1"/>
                </a:solidFill>
                <a:latin typeface="Consolas" panose="020B0609020204030204" pitchFamily="49" charset="0"/>
              </a:rPr>
              <a:t>encodedCredentials</a:t>
            </a:r>
            <a:r>
              <a:rPr lang="en-US" sz="3600" dirty="0">
                <a:solidFill>
                  <a:srgbClr val="3B3B3B"/>
                </a:solidFill>
                <a:latin typeface="Consolas" panose="020B0609020204030204" pitchFamily="49" charset="0"/>
              </a:rPr>
              <a:t> </a:t>
            </a:r>
            <a:r>
              <a:rPr lang="en-US" sz="3600" dirty="0">
                <a:solidFill>
                  <a:srgbClr val="000000"/>
                </a:solidFill>
                <a:latin typeface="Consolas" panose="020B0609020204030204" pitchFamily="49" charset="0"/>
              </a:rPr>
              <a:t>=</a:t>
            </a:r>
            <a:r>
              <a:rPr lang="en-US" sz="3600" dirty="0">
                <a:solidFill>
                  <a:srgbClr val="3B3B3B"/>
                </a:solidFill>
                <a:latin typeface="Consolas" panose="020B0609020204030204" pitchFamily="49" charset="0"/>
              </a:rPr>
              <a:t> </a:t>
            </a:r>
            <a:r>
              <a:rPr lang="en-US" sz="3600" dirty="0">
                <a:solidFill>
                  <a:srgbClr val="795E26"/>
                </a:solidFill>
                <a:latin typeface="Consolas" panose="020B0609020204030204" pitchFamily="49" charset="0"/>
              </a:rPr>
              <a:t>encode</a:t>
            </a:r>
            <a:r>
              <a:rPr lang="en-US" sz="3600" dirty="0">
                <a:solidFill>
                  <a:srgbClr val="3B3B3B"/>
                </a:solidFill>
                <a:latin typeface="Consolas" panose="020B0609020204030204" pitchFamily="49" charset="0"/>
              </a:rPr>
              <a:t>(</a:t>
            </a:r>
            <a:r>
              <a:rPr lang="en-US" sz="3600" dirty="0">
                <a:solidFill>
                  <a:srgbClr val="0070C1"/>
                </a:solidFill>
                <a:latin typeface="Consolas" panose="020B0609020204030204" pitchFamily="49" charset="0"/>
              </a:rPr>
              <a:t>credentials</a:t>
            </a:r>
            <a:r>
              <a:rPr lang="en-US" sz="3600" dirty="0">
                <a:solidFill>
                  <a:srgbClr val="3B3B3B"/>
                </a:solidFill>
                <a:latin typeface="Consolas" panose="020B0609020204030204" pitchFamily="49" charset="0"/>
              </a:rPr>
              <a:t>);</a:t>
            </a:r>
          </a:p>
          <a:p>
            <a:pPr marL="0" indent="0">
              <a:lnSpc>
                <a:spcPct val="120000"/>
              </a:lnSpc>
              <a:buNone/>
            </a:pPr>
            <a:r>
              <a:rPr lang="en-US" sz="3600" dirty="0">
                <a:solidFill>
                  <a:srgbClr val="0000FF"/>
                </a:solidFill>
                <a:latin typeface="Consolas" panose="020B0609020204030204" pitchFamily="49" charset="0"/>
              </a:rPr>
              <a:t>const</a:t>
            </a:r>
            <a:r>
              <a:rPr lang="en-US" sz="3600" dirty="0">
                <a:solidFill>
                  <a:srgbClr val="3B3B3B"/>
                </a:solidFill>
                <a:latin typeface="Consolas" panose="020B0609020204030204" pitchFamily="49" charset="0"/>
              </a:rPr>
              <a:t> </a:t>
            </a:r>
            <a:r>
              <a:rPr lang="en-US" sz="3600" dirty="0">
                <a:solidFill>
                  <a:srgbClr val="0070C1"/>
                </a:solidFill>
                <a:latin typeface="Consolas" panose="020B0609020204030204" pitchFamily="49" charset="0"/>
              </a:rPr>
              <a:t>response</a:t>
            </a:r>
            <a:r>
              <a:rPr lang="en-US" sz="3600" dirty="0">
                <a:solidFill>
                  <a:srgbClr val="3B3B3B"/>
                </a:solidFill>
                <a:latin typeface="Consolas" panose="020B0609020204030204" pitchFamily="49" charset="0"/>
              </a:rPr>
              <a:t> </a:t>
            </a:r>
            <a:r>
              <a:rPr lang="en-US" sz="3600" dirty="0">
                <a:solidFill>
                  <a:srgbClr val="000000"/>
                </a:solidFill>
                <a:latin typeface="Consolas" panose="020B0609020204030204" pitchFamily="49" charset="0"/>
              </a:rPr>
              <a:t>=</a:t>
            </a:r>
            <a:r>
              <a:rPr lang="en-US" sz="3600" dirty="0">
                <a:solidFill>
                  <a:srgbClr val="3B3B3B"/>
                </a:solidFill>
                <a:latin typeface="Consolas" panose="020B0609020204030204" pitchFamily="49" charset="0"/>
              </a:rPr>
              <a:t> </a:t>
            </a:r>
            <a:r>
              <a:rPr lang="en-US" sz="3600" dirty="0">
                <a:solidFill>
                  <a:srgbClr val="AF00DB"/>
                </a:solidFill>
                <a:latin typeface="Consolas" panose="020B0609020204030204" pitchFamily="49" charset="0"/>
              </a:rPr>
              <a:t>await</a:t>
            </a:r>
            <a:r>
              <a:rPr lang="en-US" sz="3600" dirty="0">
                <a:solidFill>
                  <a:srgbClr val="3B3B3B"/>
                </a:solidFill>
                <a:latin typeface="Consolas" panose="020B0609020204030204" pitchFamily="49" charset="0"/>
              </a:rPr>
              <a:t> </a:t>
            </a:r>
            <a:r>
              <a:rPr lang="en-US" sz="3600" dirty="0">
                <a:solidFill>
                  <a:srgbClr val="795E26"/>
                </a:solidFill>
                <a:latin typeface="Consolas" panose="020B0609020204030204" pitchFamily="49" charset="0"/>
              </a:rPr>
              <a:t>fetch</a:t>
            </a:r>
            <a:r>
              <a:rPr lang="en-US" sz="3600" dirty="0">
                <a:solidFill>
                  <a:srgbClr val="3B3B3B"/>
                </a:solidFill>
                <a:latin typeface="Consolas" panose="020B0609020204030204" pitchFamily="49" charset="0"/>
              </a:rPr>
              <a:t>(</a:t>
            </a:r>
            <a:r>
              <a:rPr lang="en-US" sz="3600" dirty="0">
                <a:solidFill>
                  <a:srgbClr val="0070C1"/>
                </a:solidFill>
                <a:latin typeface="Consolas" panose="020B0609020204030204" pitchFamily="49" charset="0"/>
              </a:rPr>
              <a:t>API_ROOT</a:t>
            </a:r>
            <a:r>
              <a:rPr lang="en-US" sz="3600" dirty="0">
                <a:solidFill>
                  <a:srgbClr val="3B3B3B"/>
                </a:solidFill>
                <a:latin typeface="Consolas" panose="020B0609020204030204" pitchFamily="49" charset="0"/>
              </a:rPr>
              <a:t> </a:t>
            </a:r>
            <a:r>
              <a:rPr lang="en-US" sz="3600" dirty="0">
                <a:solidFill>
                  <a:srgbClr val="000000"/>
                </a:solidFill>
                <a:latin typeface="Consolas" panose="020B0609020204030204" pitchFamily="49" charset="0"/>
              </a:rPr>
              <a:t>+</a:t>
            </a:r>
            <a:r>
              <a:rPr lang="en-US" sz="3600" dirty="0">
                <a:solidFill>
                  <a:srgbClr val="3B3B3B"/>
                </a:solidFill>
                <a:latin typeface="Consolas" panose="020B0609020204030204" pitchFamily="49" charset="0"/>
              </a:rPr>
              <a:t> </a:t>
            </a:r>
            <a:r>
              <a:rPr lang="en-US" sz="3600" dirty="0">
                <a:solidFill>
                  <a:srgbClr val="A31515"/>
                </a:solidFill>
                <a:latin typeface="Consolas" panose="020B0609020204030204" pitchFamily="49" charset="0"/>
              </a:rPr>
              <a:t>"get/</a:t>
            </a:r>
            <a:r>
              <a:rPr lang="en-US" sz="3600" dirty="0" err="1">
                <a:solidFill>
                  <a:srgbClr val="A31515"/>
                </a:solidFill>
                <a:latin typeface="Consolas" panose="020B0609020204030204" pitchFamily="49" charset="0"/>
              </a:rPr>
              <a:t>vehiclemodels</a:t>
            </a:r>
            <a:r>
              <a:rPr lang="en-US" sz="3600" dirty="0">
                <a:solidFill>
                  <a:srgbClr val="A31515"/>
                </a:solidFill>
                <a:latin typeface="Consolas" panose="020B0609020204030204" pitchFamily="49" charset="0"/>
              </a:rPr>
              <a:t>"</a:t>
            </a:r>
            <a:r>
              <a:rPr lang="en-US" sz="3600" dirty="0">
                <a:solidFill>
                  <a:srgbClr val="3B3B3B"/>
                </a:solidFill>
                <a:latin typeface="Consolas" panose="020B0609020204030204" pitchFamily="49" charset="0"/>
              </a:rPr>
              <a:t>, {</a:t>
            </a:r>
          </a:p>
          <a:p>
            <a:pPr marL="0" indent="0">
              <a:lnSpc>
                <a:spcPct val="120000"/>
              </a:lnSpc>
              <a:buNone/>
            </a:pPr>
            <a:r>
              <a:rPr lang="en-US" sz="3600" dirty="0">
                <a:solidFill>
                  <a:srgbClr val="3B3B3B"/>
                </a:solidFill>
                <a:latin typeface="Consolas" panose="020B0609020204030204" pitchFamily="49" charset="0"/>
              </a:rPr>
              <a:t>  </a:t>
            </a:r>
            <a:r>
              <a:rPr lang="en-US" sz="3600" dirty="0">
                <a:solidFill>
                  <a:srgbClr val="001080"/>
                </a:solidFill>
                <a:latin typeface="Consolas" panose="020B0609020204030204" pitchFamily="49" charset="0"/>
              </a:rPr>
              <a:t>headers:</a:t>
            </a:r>
            <a:r>
              <a:rPr lang="en-US" sz="3600" dirty="0">
                <a:solidFill>
                  <a:srgbClr val="3B3B3B"/>
                </a:solidFill>
                <a:latin typeface="Consolas" panose="020B0609020204030204" pitchFamily="49" charset="0"/>
              </a:rPr>
              <a:t> { </a:t>
            </a:r>
            <a:r>
              <a:rPr lang="en-US" sz="3600" dirty="0">
                <a:solidFill>
                  <a:srgbClr val="A31515"/>
                </a:solidFill>
                <a:latin typeface="Consolas" panose="020B0609020204030204" pitchFamily="49" charset="0"/>
              </a:rPr>
              <a:t>"Authorization"</a:t>
            </a:r>
            <a:r>
              <a:rPr lang="en-US" sz="3600" dirty="0">
                <a:solidFill>
                  <a:srgbClr val="001080"/>
                </a:solidFill>
                <a:latin typeface="Consolas" panose="020B0609020204030204" pitchFamily="49" charset="0"/>
              </a:rPr>
              <a:t>:</a:t>
            </a:r>
            <a:r>
              <a:rPr lang="en-US" sz="3600" dirty="0">
                <a:solidFill>
                  <a:srgbClr val="3B3B3B"/>
                </a:solidFill>
                <a:latin typeface="Consolas" panose="020B0609020204030204" pitchFamily="49" charset="0"/>
              </a:rPr>
              <a:t> </a:t>
            </a:r>
            <a:r>
              <a:rPr lang="en-US" sz="3600" dirty="0">
                <a:solidFill>
                  <a:srgbClr val="A31515"/>
                </a:solidFill>
                <a:latin typeface="Consolas" panose="020B0609020204030204" pitchFamily="49" charset="0"/>
              </a:rPr>
              <a:t>`Basic </a:t>
            </a:r>
            <a:r>
              <a:rPr lang="en-US" sz="3600" dirty="0">
                <a:solidFill>
                  <a:srgbClr val="0000FF"/>
                </a:solidFill>
                <a:latin typeface="Consolas" panose="020B0609020204030204" pitchFamily="49" charset="0"/>
              </a:rPr>
              <a:t>${</a:t>
            </a:r>
            <a:r>
              <a:rPr lang="en-US" sz="3600" dirty="0" err="1">
                <a:solidFill>
                  <a:srgbClr val="0070C1"/>
                </a:solidFill>
                <a:latin typeface="Consolas" panose="020B0609020204030204" pitchFamily="49" charset="0"/>
              </a:rPr>
              <a:t>encodedCredentials</a:t>
            </a:r>
            <a:r>
              <a:rPr lang="en-US" sz="3600" dirty="0">
                <a:solidFill>
                  <a:srgbClr val="0000FF"/>
                </a:solidFill>
                <a:latin typeface="Consolas" panose="020B0609020204030204" pitchFamily="49" charset="0"/>
              </a:rPr>
              <a:t>}</a:t>
            </a:r>
            <a:r>
              <a:rPr lang="en-US" sz="3600" dirty="0">
                <a:solidFill>
                  <a:srgbClr val="A31515"/>
                </a:solidFill>
                <a:latin typeface="Consolas" panose="020B0609020204030204" pitchFamily="49" charset="0"/>
              </a:rPr>
              <a:t>`</a:t>
            </a:r>
            <a:r>
              <a:rPr lang="en-US" sz="3600" dirty="0">
                <a:solidFill>
                  <a:srgbClr val="3B3B3B"/>
                </a:solidFill>
                <a:latin typeface="Consolas" panose="020B0609020204030204" pitchFamily="49" charset="0"/>
              </a:rPr>
              <a:t> } </a:t>
            </a:r>
          </a:p>
          <a:p>
            <a:pPr marL="0" indent="0">
              <a:lnSpc>
                <a:spcPct val="120000"/>
              </a:lnSpc>
              <a:buNone/>
            </a:pPr>
            <a:r>
              <a:rPr lang="en-US" sz="3600" dirty="0">
                <a:solidFill>
                  <a:srgbClr val="3B3B3B"/>
                </a:solidFill>
                <a:latin typeface="Consolas" panose="020B0609020204030204" pitchFamily="49" charset="0"/>
              </a:rPr>
              <a:t>});</a:t>
            </a:r>
            <a:endParaRPr lang="en-US" sz="3800" dirty="0"/>
          </a:p>
          <a:p>
            <a:pPr>
              <a:lnSpc>
                <a:spcPct val="120000"/>
              </a:lnSpc>
              <a:buFont typeface="Wingdings" panose="05000000000000000000" pitchFamily="2" charset="2"/>
              <a:buChar char="§"/>
            </a:pPr>
            <a:r>
              <a:rPr lang="en-US" sz="3800" dirty="0"/>
              <a:t>The response is fetched with await keyword and status code as well as the data packet sent as JSON is read and set as the value of state hook:</a:t>
            </a:r>
          </a:p>
          <a:p>
            <a:pPr marL="0" indent="0">
              <a:lnSpc>
                <a:spcPct val="120000"/>
              </a:lnSpc>
              <a:buNone/>
            </a:pPr>
            <a:r>
              <a:rPr lang="en-US" sz="4000" dirty="0">
                <a:solidFill>
                  <a:srgbClr val="0000FF"/>
                </a:solidFill>
                <a:latin typeface="Consolas" panose="020B0609020204030204" pitchFamily="49" charset="0"/>
              </a:rPr>
              <a:t>const</a:t>
            </a:r>
            <a:r>
              <a:rPr lang="en-US" sz="4000" dirty="0">
                <a:solidFill>
                  <a:srgbClr val="3B3B3B"/>
                </a:solidFill>
                <a:latin typeface="Consolas" panose="020B0609020204030204" pitchFamily="49" charset="0"/>
              </a:rPr>
              <a:t> </a:t>
            </a:r>
            <a:r>
              <a:rPr lang="en-US" sz="4000" dirty="0" err="1">
                <a:solidFill>
                  <a:srgbClr val="0070C1"/>
                </a:solidFill>
                <a:latin typeface="Consolas" panose="020B0609020204030204" pitchFamily="49" charset="0"/>
              </a:rPr>
              <a:t>json</a:t>
            </a:r>
            <a:r>
              <a:rPr lang="en-US" sz="4000" dirty="0">
                <a:solidFill>
                  <a:srgbClr val="3B3B3B"/>
                </a:solidFill>
                <a:latin typeface="Consolas" panose="020B0609020204030204" pitchFamily="49" charset="0"/>
              </a:rPr>
              <a:t> </a:t>
            </a:r>
            <a:r>
              <a:rPr lang="en-US" sz="4000" dirty="0">
                <a:solidFill>
                  <a:srgbClr val="000000"/>
                </a:solidFill>
                <a:latin typeface="Consolas" panose="020B0609020204030204" pitchFamily="49" charset="0"/>
              </a:rPr>
              <a:t>=</a:t>
            </a:r>
            <a:r>
              <a:rPr lang="en-US" sz="4000" dirty="0">
                <a:solidFill>
                  <a:srgbClr val="3B3B3B"/>
                </a:solidFill>
                <a:latin typeface="Consolas" panose="020B0609020204030204" pitchFamily="49" charset="0"/>
              </a:rPr>
              <a:t> </a:t>
            </a:r>
            <a:r>
              <a:rPr lang="en-US" sz="4000" dirty="0">
                <a:solidFill>
                  <a:srgbClr val="AF00DB"/>
                </a:solidFill>
                <a:latin typeface="Consolas" panose="020B0609020204030204" pitchFamily="49" charset="0"/>
              </a:rPr>
              <a:t>await</a:t>
            </a:r>
            <a:r>
              <a:rPr lang="en-US" sz="4000" dirty="0">
                <a:solidFill>
                  <a:srgbClr val="3B3B3B"/>
                </a:solidFill>
                <a:latin typeface="Consolas" panose="020B0609020204030204" pitchFamily="49" charset="0"/>
              </a:rPr>
              <a:t> </a:t>
            </a:r>
            <a:r>
              <a:rPr lang="en-US" sz="4000" dirty="0" err="1">
                <a:solidFill>
                  <a:srgbClr val="0070C1"/>
                </a:solidFill>
                <a:latin typeface="Consolas" panose="020B0609020204030204" pitchFamily="49" charset="0"/>
              </a:rPr>
              <a:t>response</a:t>
            </a:r>
            <a:r>
              <a:rPr lang="en-US" sz="4000" dirty="0" err="1">
                <a:solidFill>
                  <a:srgbClr val="3B3B3B"/>
                </a:solidFill>
                <a:latin typeface="Consolas" panose="020B0609020204030204" pitchFamily="49" charset="0"/>
              </a:rPr>
              <a:t>.</a:t>
            </a:r>
            <a:r>
              <a:rPr lang="en-US" sz="4000" dirty="0" err="1">
                <a:solidFill>
                  <a:srgbClr val="795E26"/>
                </a:solidFill>
                <a:latin typeface="Consolas" panose="020B0609020204030204" pitchFamily="49" charset="0"/>
              </a:rPr>
              <a:t>json</a:t>
            </a:r>
            <a:r>
              <a:rPr lang="en-US" sz="4000" dirty="0">
                <a:solidFill>
                  <a:srgbClr val="3B3B3B"/>
                </a:solidFill>
                <a:latin typeface="Consolas" panose="020B0609020204030204" pitchFamily="49" charset="0"/>
              </a:rPr>
              <a:t>();</a:t>
            </a:r>
          </a:p>
          <a:p>
            <a:pPr marL="0" indent="0">
              <a:lnSpc>
                <a:spcPct val="120000"/>
              </a:lnSpc>
              <a:buNone/>
            </a:pPr>
            <a:r>
              <a:rPr lang="en-US" sz="4000" dirty="0" err="1">
                <a:solidFill>
                  <a:srgbClr val="795E26"/>
                </a:solidFill>
                <a:latin typeface="Consolas" panose="020B0609020204030204" pitchFamily="49" charset="0"/>
              </a:rPr>
              <a:t>setAllVehicles</a:t>
            </a:r>
            <a:r>
              <a:rPr lang="en-US" sz="4000" dirty="0">
                <a:solidFill>
                  <a:srgbClr val="3B3B3B"/>
                </a:solidFill>
                <a:latin typeface="Consolas" panose="020B0609020204030204" pitchFamily="49" charset="0"/>
              </a:rPr>
              <a:t>(</a:t>
            </a:r>
            <a:r>
              <a:rPr lang="en-US" sz="4000" dirty="0" err="1">
                <a:solidFill>
                  <a:srgbClr val="0070C1"/>
                </a:solidFill>
                <a:latin typeface="Consolas" panose="020B0609020204030204" pitchFamily="49" charset="0"/>
              </a:rPr>
              <a:t>json</a:t>
            </a:r>
            <a:r>
              <a:rPr lang="en-US" sz="4000" dirty="0">
                <a:solidFill>
                  <a:srgbClr val="3B3B3B"/>
                </a:solidFill>
                <a:latin typeface="Consolas" panose="020B0609020204030204" pitchFamily="49" charset="0"/>
              </a:rPr>
              <a:t>[</a:t>
            </a:r>
            <a:r>
              <a:rPr lang="en-US" sz="4000" dirty="0">
                <a:solidFill>
                  <a:srgbClr val="A31515"/>
                </a:solidFill>
                <a:latin typeface="Consolas" panose="020B0609020204030204" pitchFamily="49" charset="0"/>
              </a:rPr>
              <a:t>'results'</a:t>
            </a:r>
            <a:r>
              <a:rPr lang="en-US" sz="4000" dirty="0">
                <a:solidFill>
                  <a:srgbClr val="3B3B3B"/>
                </a:solidFill>
                <a:latin typeface="Consolas" panose="020B0609020204030204" pitchFamily="49" charset="0"/>
              </a:rPr>
              <a:t>]);</a:t>
            </a:r>
          </a:p>
        </p:txBody>
      </p:sp>
    </p:spTree>
    <p:extLst>
      <p:ext uri="{BB962C8B-B14F-4D97-AF65-F5344CB8AC3E}">
        <p14:creationId xmlns:p14="http://schemas.microsoft.com/office/powerpoint/2010/main" val="758999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POST/PUT/DELETE calls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By default, fetch method executes a GET call. To make POST (to create data), PUT (to update data), DELETE (to delete data) requests, the parameter object must be supplied with:</a:t>
            </a:r>
          </a:p>
          <a:p>
            <a:pPr lvl="1">
              <a:lnSpc>
                <a:spcPct val="120000"/>
              </a:lnSpc>
              <a:buFont typeface="Wingdings" panose="05000000000000000000" pitchFamily="2" charset="2"/>
              <a:buChar char="§"/>
            </a:pPr>
            <a:r>
              <a:rPr lang="en-US" sz="3800" dirty="0">
                <a:solidFill>
                  <a:srgbClr val="3B3B3B"/>
                </a:solidFill>
                <a:latin typeface="Consolas" panose="020B0609020204030204" pitchFamily="49" charset="0"/>
              </a:rPr>
              <a:t>method: ‘POST’ // or other</a:t>
            </a:r>
          </a:p>
          <a:p>
            <a:pPr lvl="1">
              <a:lnSpc>
                <a:spcPct val="120000"/>
              </a:lnSpc>
              <a:buFont typeface="Wingdings" panose="05000000000000000000" pitchFamily="2" charset="2"/>
              <a:buChar char="§"/>
            </a:pPr>
            <a:r>
              <a:rPr lang="en-US" sz="3800" dirty="0">
                <a:solidFill>
                  <a:srgbClr val="3B3B3B"/>
                </a:solidFill>
                <a:latin typeface="Consolas" panose="020B0609020204030204" pitchFamily="49" charset="0"/>
              </a:rPr>
              <a:t>headers: {</a:t>
            </a:r>
          </a:p>
          <a:p>
            <a:pPr marL="914400" lvl="2" indent="0">
              <a:lnSpc>
                <a:spcPct val="120000"/>
              </a:lnSpc>
              <a:buNone/>
            </a:pPr>
            <a:r>
              <a:rPr lang="en-US" sz="3800" dirty="0">
                <a:solidFill>
                  <a:srgbClr val="3B3B3B"/>
                </a:solidFill>
                <a:latin typeface="Consolas" panose="020B0609020204030204" pitchFamily="49" charset="0"/>
              </a:rPr>
              <a:t>Accept: ‘application/</a:t>
            </a:r>
            <a:r>
              <a:rPr lang="en-US" sz="3800" dirty="0" err="1">
                <a:solidFill>
                  <a:srgbClr val="3B3B3B"/>
                </a:solidFill>
                <a:latin typeface="Consolas" panose="020B0609020204030204" pitchFamily="49" charset="0"/>
              </a:rPr>
              <a:t>json</a:t>
            </a:r>
            <a:r>
              <a:rPr lang="en-US" sz="3800" dirty="0">
                <a:solidFill>
                  <a:srgbClr val="3B3B3B"/>
                </a:solidFill>
                <a:latin typeface="Consolas" panose="020B0609020204030204" pitchFamily="49" charset="0"/>
              </a:rPr>
              <a:t>’,</a:t>
            </a:r>
          </a:p>
          <a:p>
            <a:pPr marL="914400" lvl="2" indent="0">
              <a:lnSpc>
                <a:spcPct val="120000"/>
              </a:lnSpc>
              <a:buNone/>
            </a:pPr>
            <a:r>
              <a:rPr lang="en-US" sz="3800" dirty="0">
                <a:solidFill>
                  <a:srgbClr val="3B3B3B"/>
                </a:solidFill>
                <a:latin typeface="Consolas" panose="020B0609020204030204" pitchFamily="49" charset="0"/>
              </a:rPr>
              <a:t>Content-Type: ‘application/</a:t>
            </a:r>
            <a:r>
              <a:rPr lang="en-US" sz="3800" dirty="0" err="1">
                <a:solidFill>
                  <a:srgbClr val="3B3B3B"/>
                </a:solidFill>
                <a:latin typeface="Consolas" panose="020B0609020204030204" pitchFamily="49" charset="0"/>
              </a:rPr>
              <a:t>json</a:t>
            </a:r>
            <a:r>
              <a:rPr lang="en-US" sz="3800" dirty="0">
                <a:solidFill>
                  <a:srgbClr val="3B3B3B"/>
                </a:solidFill>
                <a:latin typeface="Consolas" panose="020B0609020204030204" pitchFamily="49" charset="0"/>
              </a:rPr>
              <a:t>’,</a:t>
            </a:r>
          </a:p>
          <a:p>
            <a:pPr marL="914400" lvl="2" indent="0">
              <a:lnSpc>
                <a:spcPct val="120000"/>
              </a:lnSpc>
              <a:buNone/>
            </a:pPr>
            <a:r>
              <a:rPr lang="en-US" sz="3800" dirty="0">
                <a:solidFill>
                  <a:srgbClr val="3B3B3B"/>
                </a:solidFill>
                <a:latin typeface="Consolas" panose="020B0609020204030204" pitchFamily="49" charset="0"/>
              </a:rPr>
              <a:t>body: </a:t>
            </a:r>
            <a:r>
              <a:rPr lang="en-US" sz="3800" dirty="0" err="1">
                <a:solidFill>
                  <a:srgbClr val="3B3B3B"/>
                </a:solidFill>
                <a:latin typeface="Consolas" panose="020B0609020204030204" pitchFamily="49" charset="0"/>
              </a:rPr>
              <a:t>JSON.stringify</a:t>
            </a:r>
            <a:r>
              <a:rPr lang="en-US" sz="3800" dirty="0">
                <a:solidFill>
                  <a:srgbClr val="3B3B3B"/>
                </a:solidFill>
                <a:latin typeface="Consolas" panose="020B0609020204030204" pitchFamily="49" charset="0"/>
              </a:rPr>
              <a:t>({// the object here})</a:t>
            </a:r>
          </a:p>
          <a:p>
            <a:pPr>
              <a:lnSpc>
                <a:spcPct val="120000"/>
              </a:lnSpc>
              <a:buFont typeface="Wingdings" panose="05000000000000000000" pitchFamily="2" charset="2"/>
              <a:buChar char="§"/>
            </a:pPr>
            <a:r>
              <a:rPr lang="en-US" sz="3800" dirty="0"/>
              <a:t>The example on next slide sends a POST request to create a Vehicle model object. Note that there’s a GET request before the POST to obtain a CSRF token.</a:t>
            </a:r>
          </a:p>
          <a:p>
            <a:pPr>
              <a:lnSpc>
                <a:spcPct val="120000"/>
              </a:lnSpc>
              <a:buFont typeface="Wingdings" panose="05000000000000000000" pitchFamily="2" charset="2"/>
              <a:buChar char="§"/>
            </a:pPr>
            <a:endParaRPr lang="en-US" sz="3800" dirty="0"/>
          </a:p>
        </p:txBody>
      </p:sp>
    </p:spTree>
    <p:extLst>
      <p:ext uri="{BB962C8B-B14F-4D97-AF65-F5344CB8AC3E}">
        <p14:creationId xmlns:p14="http://schemas.microsoft.com/office/powerpoint/2010/main" val="204283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 to Web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5" name="TextBox 4">
            <a:extLst>
              <a:ext uri="{FF2B5EF4-FFF2-40B4-BE49-F238E27FC236}">
                <a16:creationId xmlns:a16="http://schemas.microsoft.com/office/drawing/2014/main" id="{FBCEC9B7-FCFB-C4D3-EE21-BE9FB47C7A0B}"/>
              </a:ext>
            </a:extLst>
          </p:cNvPr>
          <p:cNvSpPr txBox="1"/>
          <p:nvPr/>
        </p:nvSpPr>
        <p:spPr>
          <a:xfrm>
            <a:off x="220384" y="1371600"/>
            <a:ext cx="11743016" cy="3539430"/>
          </a:xfrm>
          <a:prstGeom prst="rect">
            <a:avLst/>
          </a:prstGeom>
          <a:noFill/>
        </p:spPr>
        <p:txBody>
          <a:bodyPr wrap="square">
            <a:spAutoFit/>
          </a:bodyPr>
          <a:lstStyle/>
          <a:p>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createVehicleModel</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async</a:t>
            </a:r>
            <a:r>
              <a:rPr lang="en-US" sz="1600" b="0" dirty="0">
                <a:solidFill>
                  <a:srgbClr val="3B3B3B"/>
                </a:solidFill>
                <a:effectLst/>
                <a:latin typeface="Consolas" panose="020B0609020204030204" pitchFamily="49" charset="0"/>
              </a:rPr>
              <a:t> () </a:t>
            </a:r>
            <a:r>
              <a:rPr lang="en-US" sz="1600" b="0" dirty="0">
                <a:solidFill>
                  <a:srgbClr val="0000FF"/>
                </a:solidFill>
                <a:effectLst/>
                <a:latin typeface="Consolas" panose="020B0609020204030204" pitchFamily="49" charset="0"/>
              </a:rPr>
              <a:t>=&gt;</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try</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First, get a CSRF token to be passed to the POST call header</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let</a:t>
            </a:r>
            <a:r>
              <a:rPr lang="en-US" sz="1600" b="0" dirty="0">
                <a:solidFill>
                  <a:srgbClr val="3B3B3B"/>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csrf_token</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encodedCredentials</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encode</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70C1"/>
                </a:solidFill>
                <a:effectLst/>
                <a:latin typeface="Consolas" panose="020B0609020204030204" pitchFamily="49" charset="0"/>
              </a:rPr>
              <a:t>USERNAME</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a:solidFill>
                  <a:srgbClr val="0070C1"/>
                </a:solidFill>
                <a:effectLst/>
                <a:latin typeface="Consolas" panose="020B0609020204030204" pitchFamily="49" charset="0"/>
              </a:rPr>
              <a:t>PASSWORD</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let</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response</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await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fetch</a:t>
            </a:r>
            <a:r>
              <a:rPr lang="en-US" sz="1600" b="0" dirty="0">
                <a:solidFill>
                  <a:srgbClr val="3B3B3B"/>
                </a:solidFill>
                <a:effectLst/>
                <a:latin typeface="Consolas" panose="020B0609020204030204" pitchFamily="49" charset="0"/>
              </a:rPr>
              <a:t>(</a:t>
            </a:r>
            <a:r>
              <a:rPr lang="en-US" sz="1600" b="0" dirty="0">
                <a:solidFill>
                  <a:srgbClr val="0070C1"/>
                </a:solidFill>
                <a:effectLst/>
                <a:latin typeface="Consolas" panose="020B0609020204030204" pitchFamily="49" charset="0"/>
              </a:rPr>
              <a:t>API_ROOT</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csrftoken</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headers:</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"Authorization"</a:t>
            </a:r>
            <a:r>
              <a:rPr lang="en-US" sz="1600" b="0" dirty="0">
                <a:solidFill>
                  <a:srgbClr val="00108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`Basic </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encodedCredentials</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json</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await</a:t>
            </a:r>
            <a:r>
              <a:rPr lang="en-US" sz="1600" b="0" dirty="0">
                <a:solidFill>
                  <a:srgbClr val="3B3B3B"/>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response</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json</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csrf_token</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json</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csrf_token</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br>
              <a:rPr lang="en-US" sz="1600" b="0" dirty="0">
                <a:solidFill>
                  <a:srgbClr val="3B3B3B"/>
                </a:solidFill>
                <a:effectLst/>
                <a:latin typeface="Consolas" panose="020B0609020204030204" pitchFamily="49" charset="0"/>
              </a:rPr>
            </a:br>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Continued…</a:t>
            </a:r>
            <a:endParaRPr lang="en-US" sz="1600"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733251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Async call to Web Server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5" name="TextBox 4">
            <a:extLst>
              <a:ext uri="{FF2B5EF4-FFF2-40B4-BE49-F238E27FC236}">
                <a16:creationId xmlns:a16="http://schemas.microsoft.com/office/drawing/2014/main" id="{FBCEC9B7-FCFB-C4D3-EE21-BE9FB47C7A0B}"/>
              </a:ext>
            </a:extLst>
          </p:cNvPr>
          <p:cNvSpPr txBox="1"/>
          <p:nvPr/>
        </p:nvSpPr>
        <p:spPr>
          <a:xfrm>
            <a:off x="220384" y="1371600"/>
            <a:ext cx="11751232" cy="5509200"/>
          </a:xfrm>
          <a:prstGeom prst="rect">
            <a:avLst/>
          </a:prstGeom>
          <a:noFill/>
        </p:spPr>
        <p:txBody>
          <a:bodyPr wrap="square">
            <a:spAutoFit/>
          </a:bodyPr>
          <a:lstStyle/>
          <a:p>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Make the POST call</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response</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await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fetch</a:t>
            </a:r>
            <a:r>
              <a:rPr lang="en-US" sz="1600" b="0" dirty="0">
                <a:solidFill>
                  <a:srgbClr val="3B3B3B"/>
                </a:solidFill>
                <a:effectLst/>
                <a:latin typeface="Consolas" panose="020B0609020204030204" pitchFamily="49" charset="0"/>
              </a:rPr>
              <a:t>(</a:t>
            </a:r>
            <a:r>
              <a:rPr lang="en-US" sz="1600" b="0" dirty="0">
                <a:solidFill>
                  <a:srgbClr val="0070C1"/>
                </a:solidFill>
                <a:effectLst/>
                <a:latin typeface="Consolas" panose="020B0609020204030204" pitchFamily="49" charset="0"/>
              </a:rPr>
              <a:t>API_ROOT</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"create/</a:t>
            </a:r>
            <a:r>
              <a:rPr lang="en-US" sz="1600" b="0" dirty="0" err="1">
                <a:solidFill>
                  <a:srgbClr val="A31515"/>
                </a:solidFill>
                <a:effectLst/>
                <a:latin typeface="Consolas" panose="020B0609020204030204" pitchFamily="49" charset="0"/>
              </a:rPr>
              <a:t>vehiclemodel</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method:</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'POST'</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headers:</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'Authorization'</a:t>
            </a:r>
            <a:r>
              <a:rPr lang="en-US" sz="1600" b="0" dirty="0">
                <a:solidFill>
                  <a:srgbClr val="00108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`Basic </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encodedCredentials</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'Accept'</a:t>
            </a:r>
            <a:r>
              <a:rPr lang="en-US" sz="1600" b="0" dirty="0">
                <a:solidFill>
                  <a:srgbClr val="00108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'application/</a:t>
            </a:r>
            <a:r>
              <a:rPr lang="en-US" sz="1600" b="0" dirty="0" err="1">
                <a:solidFill>
                  <a:srgbClr val="A31515"/>
                </a:solidFill>
                <a:effectLst/>
                <a:latin typeface="Consolas" panose="020B0609020204030204" pitchFamily="49" charset="0"/>
              </a:rPr>
              <a:t>json</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'Content-Type'</a:t>
            </a:r>
            <a:r>
              <a:rPr lang="en-US" sz="1600" b="0" dirty="0">
                <a:solidFill>
                  <a:srgbClr val="00108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'application/</a:t>
            </a:r>
            <a:r>
              <a:rPr lang="en-US" sz="1600" b="0" dirty="0" err="1">
                <a:solidFill>
                  <a:srgbClr val="A31515"/>
                </a:solidFill>
                <a:effectLst/>
                <a:latin typeface="Consolas" panose="020B0609020204030204" pitchFamily="49" charset="0"/>
              </a:rPr>
              <a:t>json</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'X-</a:t>
            </a:r>
            <a:r>
              <a:rPr lang="en-US" sz="1600" b="0" dirty="0" err="1">
                <a:solidFill>
                  <a:srgbClr val="A31515"/>
                </a:solidFill>
                <a:effectLst/>
                <a:latin typeface="Consolas" panose="020B0609020204030204" pitchFamily="49" charset="0"/>
              </a:rPr>
              <a:t>CSRFToken</a:t>
            </a:r>
            <a:r>
              <a:rPr lang="en-US" sz="1600" b="0" dirty="0">
                <a:solidFill>
                  <a:srgbClr val="A31515"/>
                </a:solidFill>
                <a:effectLst/>
                <a:latin typeface="Consolas" panose="020B0609020204030204" pitchFamily="49" charset="0"/>
              </a:rPr>
              <a:t>'</a:t>
            </a:r>
            <a:r>
              <a:rPr lang="en-US" sz="1600" b="0" dirty="0">
                <a:solidFill>
                  <a:srgbClr val="00108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getCSRFToken</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body:</a:t>
            </a:r>
            <a:r>
              <a:rPr lang="en-US" sz="1600" b="0" dirty="0">
                <a:solidFill>
                  <a:srgbClr val="3B3B3B"/>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JSON</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stringify</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vendor:</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koenigsegg</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model:</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Agera</a:t>
            </a:r>
            <a:r>
              <a:rPr lang="en-US" sz="1600" b="0" dirty="0">
                <a:solidFill>
                  <a:srgbClr val="A31515"/>
                </a:solidFill>
                <a:effectLst/>
                <a:latin typeface="Consolas" panose="020B0609020204030204" pitchFamily="49" charset="0"/>
              </a:rPr>
              <a:t>'</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type:</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'Sedan'</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capacity:</a:t>
            </a:r>
            <a:r>
              <a:rPr lang="en-US" sz="1600" b="0" dirty="0">
                <a:solidFill>
                  <a:srgbClr val="3B3B3B"/>
                </a:solidFill>
                <a:effectLst/>
                <a:latin typeface="Consolas" panose="020B0609020204030204" pitchFamily="49" charset="0"/>
              </a:rPr>
              <a:t> </a:t>
            </a:r>
            <a:r>
              <a:rPr lang="en-US" sz="1600" b="0" dirty="0">
                <a:solidFill>
                  <a:srgbClr val="098658"/>
                </a:solidFill>
                <a:effectLst/>
                <a:latin typeface="Consolas" panose="020B0609020204030204" pitchFamily="49" charset="0"/>
              </a:rPr>
              <a:t>4</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responseJson</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await</a:t>
            </a:r>
            <a:r>
              <a:rPr lang="en-US" sz="1600" b="0" dirty="0">
                <a:solidFill>
                  <a:srgbClr val="3B3B3B"/>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response</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json</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console</a:t>
            </a:r>
            <a:r>
              <a:rPr lang="en-US" sz="1600" b="0" dirty="0">
                <a:solidFill>
                  <a:srgbClr val="3B3B3B"/>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responseJson</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 </a:t>
            </a:r>
            <a:r>
              <a:rPr lang="en-US" sz="1600" b="0" dirty="0">
                <a:solidFill>
                  <a:srgbClr val="AF00DB"/>
                </a:solidFill>
                <a:effectLst/>
                <a:latin typeface="Consolas" panose="020B0609020204030204" pitchFamily="49" charset="0"/>
              </a:rPr>
              <a:t>catch</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error</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console</a:t>
            </a:r>
            <a:r>
              <a:rPr lang="en-US" sz="1600" b="0" dirty="0">
                <a:solidFill>
                  <a:srgbClr val="3B3B3B"/>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3B3B3B"/>
                </a:solidFill>
                <a:effectLst/>
                <a:latin typeface="Consolas" panose="020B0609020204030204" pitchFamily="49" charset="0"/>
              </a:rPr>
              <a:t>(</a:t>
            </a:r>
            <a:r>
              <a:rPr lang="en-US" sz="1600" b="0" dirty="0">
                <a:solidFill>
                  <a:srgbClr val="001080"/>
                </a:solidFill>
                <a:effectLst/>
                <a:latin typeface="Consolas" panose="020B0609020204030204" pitchFamily="49" charset="0"/>
              </a:rPr>
              <a:t>error</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2959669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Working with Data - SQLite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SQLite is a File-based, platform independent DBMS which provides basic relational functions.</a:t>
            </a:r>
          </a:p>
          <a:p>
            <a:pPr>
              <a:lnSpc>
                <a:spcPct val="120000"/>
              </a:lnSpc>
              <a:buFont typeface="Wingdings" panose="05000000000000000000" pitchFamily="2" charset="2"/>
              <a:buChar char="§"/>
            </a:pPr>
            <a:r>
              <a:rPr lang="en-US" sz="3600" dirty="0"/>
              <a:t>It does not require any configuration to setup, and is operationally fast.</a:t>
            </a:r>
          </a:p>
          <a:p>
            <a:pPr>
              <a:lnSpc>
                <a:spcPct val="120000"/>
              </a:lnSpc>
              <a:buFont typeface="Wingdings" panose="05000000000000000000" pitchFamily="2" charset="2"/>
              <a:buChar char="§"/>
            </a:pPr>
            <a:r>
              <a:rPr lang="en-US" sz="3600" dirty="0"/>
              <a:t>It is tried, tested, trusted DBMS. This should be first preference</a:t>
            </a:r>
          </a:p>
          <a:p>
            <a:pPr>
              <a:lnSpc>
                <a:spcPct val="120000"/>
              </a:lnSpc>
              <a:buFont typeface="Wingdings" panose="05000000000000000000" pitchFamily="2" charset="2"/>
              <a:buChar char="§"/>
            </a:pPr>
            <a:r>
              <a:rPr lang="en-US" sz="3600" dirty="0"/>
              <a:t>Expo SQLite dependency is needed if you’re using Expo:</a:t>
            </a:r>
          </a:p>
          <a:p>
            <a:pPr marL="0" indent="0">
              <a:lnSpc>
                <a:spcPct val="120000"/>
              </a:lnSpc>
              <a:buNone/>
            </a:pPr>
            <a:r>
              <a:rPr lang="en-US" sz="3600" dirty="0" err="1">
                <a:latin typeface="Cascadia Code" panose="020B0609020000020004" pitchFamily="49" charset="0"/>
                <a:ea typeface="Cascadia Code" panose="020B0609020000020004" pitchFamily="49" charset="0"/>
                <a:cs typeface="Cascadia Code" panose="020B0609020000020004" pitchFamily="49" charset="0"/>
              </a:rPr>
              <a:t>npx</a:t>
            </a:r>
            <a:r>
              <a:rPr lang="en-US" sz="3600" dirty="0">
                <a:latin typeface="Cascadia Code" panose="020B0609020000020004" pitchFamily="49" charset="0"/>
                <a:ea typeface="Cascadia Code" panose="020B0609020000020004" pitchFamily="49" charset="0"/>
                <a:cs typeface="Cascadia Code" panose="020B0609020000020004" pitchFamily="49" charset="0"/>
              </a:rPr>
              <a:t> expo install expo-</a:t>
            </a:r>
            <a:r>
              <a:rPr lang="en-US" sz="3600" dirty="0" err="1">
                <a:latin typeface="Cascadia Code" panose="020B0609020000020004" pitchFamily="49" charset="0"/>
                <a:ea typeface="Cascadia Code" panose="020B0609020000020004" pitchFamily="49" charset="0"/>
                <a:cs typeface="Cascadia Code" panose="020B0609020000020004" pitchFamily="49" charset="0"/>
              </a:rPr>
              <a:t>sqlite</a:t>
            </a:r>
            <a:endParaRPr lang="en-US" sz="36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00018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Working with Data - SQLite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Create a new file “FavouritesMenu.js” (clone the Menu.js)</a:t>
            </a:r>
          </a:p>
          <a:p>
            <a:pPr>
              <a:lnSpc>
                <a:spcPct val="120000"/>
              </a:lnSpc>
              <a:buFont typeface="Wingdings" panose="05000000000000000000" pitchFamily="2" charset="2"/>
              <a:buChar char="§"/>
            </a:pPr>
            <a:r>
              <a:rPr lang="en-US" sz="3800" dirty="0"/>
              <a:t>Import SQLite as:</a:t>
            </a:r>
          </a:p>
          <a:p>
            <a:pPr marL="0" indent="0">
              <a:lnSpc>
                <a:spcPct val="12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Import * as SQLite from ‘expo-</a:t>
            </a:r>
            <a:r>
              <a:rPr lang="en-US" sz="2800" dirty="0" err="1">
                <a:latin typeface="Cascadia Code" panose="020B0609020000020004" pitchFamily="49" charset="0"/>
                <a:ea typeface="Cascadia Code" panose="020B0609020000020004" pitchFamily="49" charset="0"/>
                <a:cs typeface="Cascadia Code" panose="020B0609020000020004" pitchFamily="49" charset="0"/>
              </a:rPr>
              <a:t>sqlite</a:t>
            </a:r>
            <a:r>
              <a:rPr lang="en-US" sz="2800" dirty="0">
                <a:latin typeface="Cascadia Code" panose="020B0609020000020004" pitchFamily="49" charset="0"/>
                <a:ea typeface="Cascadia Code" panose="020B0609020000020004" pitchFamily="49" charset="0"/>
                <a:cs typeface="Cascadia Code" panose="020B0609020000020004" pitchFamily="49" charset="0"/>
              </a:rPr>
              <a:t>’;</a:t>
            </a:r>
          </a:p>
          <a:p>
            <a:pPr>
              <a:lnSpc>
                <a:spcPct val="120000"/>
              </a:lnSpc>
              <a:buFont typeface="Wingdings" panose="05000000000000000000" pitchFamily="2" charset="2"/>
              <a:buChar char="§"/>
            </a:pPr>
            <a:r>
              <a:rPr lang="en-US" sz="3800" dirty="0"/>
              <a:t>Open database ‘</a:t>
            </a:r>
            <a:r>
              <a:rPr lang="en-US" sz="3800" dirty="0" err="1"/>
              <a:t>baham</a:t>
            </a:r>
            <a:r>
              <a:rPr lang="en-US" sz="3800" dirty="0"/>
              <a:t>’ (one will be created if it doesn’t already exist).</a:t>
            </a:r>
          </a:p>
          <a:p>
            <a:pPr marL="0" indent="0">
              <a:lnSpc>
                <a:spcPct val="12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const </a:t>
            </a:r>
            <a:r>
              <a:rPr lang="en-US" sz="2800" dirty="0" err="1">
                <a:latin typeface="Cascadia Code" panose="020B0609020000020004" pitchFamily="49" charset="0"/>
                <a:ea typeface="Cascadia Code" panose="020B0609020000020004" pitchFamily="49" charset="0"/>
                <a:cs typeface="Cascadia Code" panose="020B0609020000020004" pitchFamily="49" charset="0"/>
              </a:rPr>
              <a:t>db</a:t>
            </a:r>
            <a:r>
              <a:rPr lang="en-US" sz="2800" dirty="0">
                <a:latin typeface="Cascadia Code" panose="020B0609020000020004" pitchFamily="49" charset="0"/>
                <a:ea typeface="Cascadia Code" panose="020B0609020000020004" pitchFamily="49" charset="0"/>
                <a:cs typeface="Cascadia Code" panose="020B0609020000020004" pitchFamily="49" charset="0"/>
              </a:rPr>
              <a:t> = </a:t>
            </a:r>
            <a:r>
              <a:rPr lang="en-US" sz="2800" dirty="0" err="1">
                <a:latin typeface="Cascadia Code" panose="020B0609020000020004" pitchFamily="49" charset="0"/>
                <a:ea typeface="Cascadia Code" panose="020B0609020000020004" pitchFamily="49" charset="0"/>
                <a:cs typeface="Cascadia Code" panose="020B0609020000020004" pitchFamily="49" charset="0"/>
              </a:rPr>
              <a:t>SQLite.openDatabase</a:t>
            </a:r>
            <a:r>
              <a:rPr lang="en-US" sz="2800" dirty="0">
                <a:latin typeface="Cascadia Code" panose="020B0609020000020004" pitchFamily="49" charset="0"/>
                <a:ea typeface="Cascadia Code" panose="020B0609020000020004" pitchFamily="49" charset="0"/>
                <a:cs typeface="Cascadia Code" panose="020B0609020000020004" pitchFamily="49" charset="0"/>
              </a:rPr>
              <a:t>(‘</a:t>
            </a:r>
            <a:r>
              <a:rPr lang="en-US" sz="2800" dirty="0" err="1">
                <a:latin typeface="Cascadia Code" panose="020B0609020000020004" pitchFamily="49" charset="0"/>
                <a:ea typeface="Cascadia Code" panose="020B0609020000020004" pitchFamily="49" charset="0"/>
                <a:cs typeface="Cascadia Code" panose="020B0609020000020004" pitchFamily="49" charset="0"/>
              </a:rPr>
              <a:t>baham</a:t>
            </a:r>
            <a:r>
              <a:rPr lang="en-US" sz="28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323851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Working with Data - SQLite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144313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The best way to work with Database is to create a separate utility, DBUtil.js and define all the functions used throughout the app.</a:t>
            </a:r>
          </a:p>
          <a:p>
            <a:pPr>
              <a:lnSpc>
                <a:spcPct val="120000"/>
              </a:lnSpc>
              <a:buFont typeface="Wingdings" panose="05000000000000000000" pitchFamily="2" charset="2"/>
              <a:buChar char="§"/>
            </a:pPr>
            <a:endParaRPr lang="en-US" sz="36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TextBox 6">
            <a:extLst>
              <a:ext uri="{FF2B5EF4-FFF2-40B4-BE49-F238E27FC236}">
                <a16:creationId xmlns:a16="http://schemas.microsoft.com/office/drawing/2014/main" id="{F778A947-9447-13D1-88DA-D856E3F06065}"/>
              </a:ext>
            </a:extLst>
          </p:cNvPr>
          <p:cNvSpPr txBox="1"/>
          <p:nvPr/>
        </p:nvSpPr>
        <p:spPr>
          <a:xfrm>
            <a:off x="236817" y="2975724"/>
            <a:ext cx="11734799" cy="3693319"/>
          </a:xfrm>
          <a:prstGeom prst="rect">
            <a:avLst/>
          </a:prstGeom>
          <a:noFill/>
        </p:spPr>
        <p:txBody>
          <a:bodyPr wrap="square">
            <a:spAutoFit/>
          </a:bodyPr>
          <a:lstStyle/>
          <a:p>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a:t>
            </a:r>
            <a:r>
              <a:rPr lang="en-US" b="0" dirty="0">
                <a:solidFill>
                  <a:srgbClr val="000000"/>
                </a:solidFill>
                <a:effectLst/>
                <a:latin typeface="Consolas" panose="020B0609020204030204" pitchFamily="49" charset="0"/>
              </a:rPr>
              <a:t> SQLite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'expo-</a:t>
            </a:r>
            <a:r>
              <a:rPr lang="en-US" b="0" dirty="0" err="1">
                <a:solidFill>
                  <a:srgbClr val="A31515"/>
                </a:solidFill>
                <a:effectLst/>
                <a:latin typeface="Consolas" panose="020B0609020204030204" pitchFamily="49" charset="0"/>
              </a:rPr>
              <a:t>sqlite</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SQLite.openDatabase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baham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GB" b="0" dirty="0" err="1">
                <a:solidFill>
                  <a:srgbClr val="0000FF"/>
                </a:solidFill>
                <a:effectLst/>
                <a:latin typeface="Consolas" panose="020B0609020204030204" pitchFamily="49" charset="0"/>
              </a:rPr>
              <a:t>const</a:t>
            </a:r>
            <a:r>
              <a:rPr lang="en-GB" b="0" dirty="0">
                <a:solidFill>
                  <a:srgbClr val="000000"/>
                </a:solidFill>
                <a:effectLst/>
                <a:latin typeface="Consolas" panose="020B0609020204030204" pitchFamily="49" charset="0"/>
              </a:rPr>
              <a:t> </a:t>
            </a:r>
            <a:r>
              <a:rPr lang="en-GB" b="0" dirty="0" err="1">
                <a:solidFill>
                  <a:srgbClr val="000000"/>
                </a:solidFill>
                <a:effectLst/>
                <a:latin typeface="Consolas" panose="020B0609020204030204" pitchFamily="49" charset="0"/>
              </a:rPr>
              <a:t>createDatabase</a:t>
            </a:r>
            <a:r>
              <a:rPr lang="en-GB" b="0" dirty="0">
                <a:solidFill>
                  <a:srgbClr val="000000"/>
                </a:solidFill>
                <a:effectLst/>
                <a:latin typeface="Consolas" panose="020B0609020204030204" pitchFamily="49" charset="0"/>
              </a:rPr>
              <a:t> = () </a:t>
            </a:r>
            <a:r>
              <a:rPr lang="en-GB" b="0" dirty="0">
                <a:solidFill>
                  <a:srgbClr val="0000FF"/>
                </a:solidFill>
                <a:effectLst/>
                <a:latin typeface="Consolas" panose="020B0609020204030204" pitchFamily="49" charset="0"/>
              </a:rPr>
              <a:t>=&gt;</a:t>
            </a:r>
            <a:r>
              <a:rPr lang="en-GB" b="0" dirty="0">
                <a:solidFill>
                  <a:srgbClr val="000000"/>
                </a:solidFill>
                <a:effectLst/>
                <a:latin typeface="Consolas" panose="020B0609020204030204" pitchFamily="49" charset="0"/>
              </a:rPr>
              <a:t> {</a:t>
            </a:r>
          </a:p>
          <a:p>
            <a:r>
              <a:rPr lang="en-GB" b="0" dirty="0">
                <a:solidFill>
                  <a:srgbClr val="000000"/>
                </a:solidFill>
                <a:effectLst/>
                <a:latin typeface="Consolas" panose="020B0609020204030204" pitchFamily="49" charset="0"/>
              </a:rPr>
              <a:t>    </a:t>
            </a:r>
            <a:r>
              <a:rPr lang="en-GB" b="0" dirty="0" err="1">
                <a:solidFill>
                  <a:srgbClr val="0000FF"/>
                </a:solidFill>
                <a:effectLst/>
                <a:latin typeface="Consolas" panose="020B0609020204030204" pitchFamily="49" charset="0"/>
              </a:rPr>
              <a:t>const</a:t>
            </a:r>
            <a:r>
              <a:rPr lang="en-GB" b="0" dirty="0">
                <a:solidFill>
                  <a:srgbClr val="000000"/>
                </a:solidFill>
                <a:effectLst/>
                <a:latin typeface="Consolas" panose="020B0609020204030204" pitchFamily="49" charset="0"/>
              </a:rPr>
              <a:t> </a:t>
            </a:r>
            <a:r>
              <a:rPr lang="en-GB" b="0" dirty="0" err="1">
                <a:solidFill>
                  <a:srgbClr val="000000"/>
                </a:solidFill>
                <a:effectLst/>
                <a:latin typeface="Consolas" panose="020B0609020204030204" pitchFamily="49" charset="0"/>
              </a:rPr>
              <a:t>db</a:t>
            </a:r>
            <a:r>
              <a:rPr lang="en-GB" b="0" dirty="0">
                <a:solidFill>
                  <a:srgbClr val="000000"/>
                </a:solidFill>
                <a:effectLst/>
                <a:latin typeface="Consolas" panose="020B0609020204030204" pitchFamily="49" charset="0"/>
              </a:rPr>
              <a:t> = </a:t>
            </a:r>
            <a:r>
              <a:rPr lang="en-GB" b="0" dirty="0" err="1">
                <a:solidFill>
                  <a:srgbClr val="000000"/>
                </a:solidFill>
                <a:effectLst/>
                <a:latin typeface="Consolas" panose="020B0609020204030204" pitchFamily="49" charset="0"/>
              </a:rPr>
              <a:t>openDatabase</a:t>
            </a:r>
            <a:r>
              <a:rPr lang="en-GB" b="0" dirty="0">
                <a:solidFill>
                  <a:srgbClr val="000000"/>
                </a:solidFill>
                <a:effectLst/>
                <a:latin typeface="Consolas" panose="020B0609020204030204" pitchFamily="49" charset="0"/>
              </a:rPr>
              <a:t>();</a:t>
            </a:r>
          </a:p>
          <a:p>
            <a:r>
              <a:rPr lang="en-GB" b="0" dirty="0">
                <a:solidFill>
                  <a:srgbClr val="000000"/>
                </a:solidFill>
                <a:effectLst/>
                <a:latin typeface="Consolas" panose="020B0609020204030204" pitchFamily="49" charset="0"/>
              </a:rPr>
              <a:t>    </a:t>
            </a:r>
            <a:r>
              <a:rPr lang="en-GB" b="0" dirty="0" err="1">
                <a:solidFill>
                  <a:srgbClr val="000000"/>
                </a:solidFill>
                <a:effectLst/>
                <a:latin typeface="Consolas" panose="020B0609020204030204" pitchFamily="49" charset="0"/>
              </a:rPr>
              <a:t>db.transaction</a:t>
            </a:r>
            <a:r>
              <a:rPr lang="en-GB" b="0" dirty="0">
                <a:solidFill>
                  <a:srgbClr val="000000"/>
                </a:solidFill>
                <a:effectLst/>
                <a:latin typeface="Consolas" panose="020B0609020204030204" pitchFamily="49" charset="0"/>
              </a:rPr>
              <a:t>((</a:t>
            </a:r>
            <a:r>
              <a:rPr lang="en-GB" b="0" dirty="0" err="1">
                <a:solidFill>
                  <a:srgbClr val="000000"/>
                </a:solidFill>
                <a:effectLst/>
                <a:latin typeface="Consolas" panose="020B0609020204030204" pitchFamily="49" charset="0"/>
              </a:rPr>
              <a:t>tx</a:t>
            </a:r>
            <a:r>
              <a:rPr lang="en-GB" b="0" dirty="0">
                <a:solidFill>
                  <a:srgbClr val="000000"/>
                </a:solidFill>
                <a:effectLst/>
                <a:latin typeface="Consolas" panose="020B0609020204030204" pitchFamily="49" charset="0"/>
              </a:rPr>
              <a:t>) </a:t>
            </a:r>
            <a:r>
              <a:rPr lang="en-GB" b="0" dirty="0">
                <a:solidFill>
                  <a:srgbClr val="0000FF"/>
                </a:solidFill>
                <a:effectLst/>
                <a:latin typeface="Consolas" panose="020B0609020204030204" pitchFamily="49" charset="0"/>
              </a:rPr>
              <a:t>=&gt;</a:t>
            </a:r>
            <a:r>
              <a:rPr lang="en-GB" b="0" dirty="0">
                <a:solidFill>
                  <a:srgbClr val="000000"/>
                </a:solidFill>
                <a:effectLst/>
                <a:latin typeface="Consolas" panose="020B0609020204030204" pitchFamily="49" charset="0"/>
              </a:rPr>
              <a:t> {</a:t>
            </a:r>
          </a:p>
          <a:p>
            <a:r>
              <a:rPr lang="en-GB" b="0" dirty="0">
                <a:solidFill>
                  <a:srgbClr val="000000"/>
                </a:solidFill>
                <a:effectLst/>
                <a:latin typeface="Consolas" panose="020B0609020204030204" pitchFamily="49" charset="0"/>
              </a:rPr>
              <a:t>        </a:t>
            </a:r>
            <a:r>
              <a:rPr lang="en-GB" b="0" dirty="0" err="1">
                <a:solidFill>
                  <a:srgbClr val="000000"/>
                </a:solidFill>
                <a:effectLst/>
                <a:latin typeface="Consolas" panose="020B0609020204030204" pitchFamily="49" charset="0"/>
              </a:rPr>
              <a:t>tx.executeSql</a:t>
            </a:r>
            <a:r>
              <a:rPr lang="en-GB" b="0" dirty="0">
                <a:solidFill>
                  <a:srgbClr val="000000"/>
                </a:solidFill>
                <a:effectLst/>
                <a:latin typeface="Consolas" panose="020B0609020204030204" pitchFamily="49" charset="0"/>
              </a:rPr>
              <a:t>(</a:t>
            </a:r>
          </a:p>
          <a:p>
            <a:r>
              <a:rPr lang="en-GB" b="0" dirty="0">
                <a:solidFill>
                  <a:srgbClr val="000000"/>
                </a:solidFill>
                <a:effectLst/>
                <a:latin typeface="Consolas" panose="020B0609020204030204" pitchFamily="49" charset="0"/>
              </a:rPr>
              <a:t>            </a:t>
            </a:r>
            <a:r>
              <a:rPr lang="en-GB" dirty="0">
                <a:solidFill>
                  <a:srgbClr val="A31515"/>
                </a:solidFill>
                <a:latin typeface="Consolas" panose="020B0609020204030204" pitchFamily="49" charset="0"/>
              </a:rPr>
              <a:t>'</a:t>
            </a:r>
            <a:r>
              <a:rPr lang="en-GB" b="0" dirty="0">
                <a:solidFill>
                  <a:srgbClr val="A31515"/>
                </a:solidFill>
                <a:effectLst/>
                <a:latin typeface="Consolas" panose="020B0609020204030204" pitchFamily="49" charset="0"/>
              </a:rPr>
              <a:t>create table if not exists favourite (id integer primary key, model text, type text);'</a:t>
            </a:r>
            <a:endParaRPr lang="en-GB" b="0" dirty="0">
              <a:solidFill>
                <a:srgbClr val="000000"/>
              </a:solidFill>
              <a:effectLst/>
              <a:latin typeface="Consolas" panose="020B0609020204030204" pitchFamily="49" charset="0"/>
            </a:endParaRPr>
          </a:p>
          <a:p>
            <a:r>
              <a:rPr lang="en-GB" b="0" dirty="0">
                <a:solidFill>
                  <a:srgbClr val="000000"/>
                </a:solidFill>
                <a:effectLst/>
                <a:latin typeface="Consolas" panose="020B0609020204030204" pitchFamily="49" charset="0"/>
              </a:rPr>
              <a:t>        );</a:t>
            </a:r>
          </a:p>
          <a:p>
            <a:r>
              <a:rPr lang="en-GB" b="0" dirty="0">
                <a:solidFill>
                  <a:srgbClr val="000000"/>
                </a:solidFill>
                <a:effectLst/>
                <a:latin typeface="Consolas" panose="020B0609020204030204" pitchFamily="49" charset="0"/>
              </a:rPr>
              <a:t>    });</a:t>
            </a:r>
          </a:p>
          <a:p>
            <a:r>
              <a:rPr lang="en-GB"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2790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Working with Data - SQLite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7" name="TextBox 6">
            <a:extLst>
              <a:ext uri="{FF2B5EF4-FFF2-40B4-BE49-F238E27FC236}">
                <a16:creationId xmlns:a16="http://schemas.microsoft.com/office/drawing/2014/main" id="{F778A947-9447-13D1-88DA-D856E3F06065}"/>
              </a:ext>
            </a:extLst>
          </p:cNvPr>
          <p:cNvSpPr txBox="1"/>
          <p:nvPr/>
        </p:nvSpPr>
        <p:spPr>
          <a:xfrm>
            <a:off x="236817" y="1700242"/>
            <a:ext cx="11734799" cy="4801314"/>
          </a:xfrm>
          <a:prstGeom prst="rect">
            <a:avLst/>
          </a:prstGeom>
          <a:noFill/>
        </p:spPr>
        <p:txBody>
          <a:bodyPr wrap="square">
            <a:spAutoFit/>
          </a:bodyPr>
          <a:lstStyle/>
          <a:p>
            <a:r>
              <a:rPr lang="en-US" b="0" dirty="0">
                <a:solidFill>
                  <a:srgbClr val="008000"/>
                </a:solidFill>
                <a:effectLst/>
                <a:latin typeface="Consolas" panose="020B0609020204030204" pitchFamily="49" charset="0"/>
              </a:rPr>
              <a:t>// Fetch the list of vehicles as raw records</a:t>
            </a:r>
            <a:endParaRPr lang="en-US" b="0" dirty="0">
              <a:solidFill>
                <a:srgbClr val="0000FF"/>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getVehicles</a:t>
            </a:r>
            <a:r>
              <a:rPr lang="en-US" b="0" dirty="0">
                <a:solidFill>
                  <a:srgbClr val="000000"/>
                </a:solidFill>
                <a:effectLst/>
                <a:latin typeface="Consolas" panose="020B0609020204030204" pitchFamily="49" charset="0"/>
              </a:rPr>
              <a:t> =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db.transaction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tx</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tx.executeSql</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'select * from vehicle'</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tx</a:t>
            </a:r>
            <a:r>
              <a:rPr lang="en-US" b="0" dirty="0">
                <a:solidFill>
                  <a:srgbClr val="000000"/>
                </a:solidFill>
                <a:effectLst/>
                <a:latin typeface="Consolas" panose="020B0609020204030204" pitchFamily="49" charset="0"/>
              </a:rPr>
              <a:t>, results)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results.rows.raw</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Return a shallow copy</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Insert a row in the DB</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insertVehicle</a:t>
            </a:r>
            <a:r>
              <a:rPr lang="en-US" b="0" dirty="0">
                <a:solidFill>
                  <a:srgbClr val="000000"/>
                </a:solidFill>
                <a:effectLst/>
                <a:latin typeface="Consolas" panose="020B0609020204030204" pitchFamily="49" charset="0"/>
              </a:rPr>
              <a:t> = (vehicle)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db.transaction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tx</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tx.executeSql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'insert into vehicle (id, name, type) values (?, ?, ?)'</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[vehicle.id, vehicle.name, </a:t>
            </a:r>
            <a:r>
              <a:rPr lang="en-US" b="0" dirty="0" err="1">
                <a:solidFill>
                  <a:srgbClr val="000000"/>
                </a:solidFill>
                <a:effectLst/>
                <a:latin typeface="Consolas" panose="020B0609020204030204" pitchFamily="49" charset="0"/>
              </a:rPr>
              <a:t>vehicle.type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74248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Working with Data - SQLite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7" name="TextBox 6">
            <a:extLst>
              <a:ext uri="{FF2B5EF4-FFF2-40B4-BE49-F238E27FC236}">
                <a16:creationId xmlns:a16="http://schemas.microsoft.com/office/drawing/2014/main" id="{F778A947-9447-13D1-88DA-D856E3F06065}"/>
              </a:ext>
            </a:extLst>
          </p:cNvPr>
          <p:cNvSpPr txBox="1"/>
          <p:nvPr/>
        </p:nvSpPr>
        <p:spPr>
          <a:xfrm>
            <a:off x="228601" y="1502688"/>
            <a:ext cx="11734799" cy="5078313"/>
          </a:xfrm>
          <a:prstGeom prst="rect">
            <a:avLst/>
          </a:prstGeom>
          <a:noFill/>
        </p:spPr>
        <p:txBody>
          <a:bodyPr wrap="square">
            <a:spAutoFit/>
          </a:bodyPr>
          <a:lstStyle/>
          <a:p>
            <a:r>
              <a:rPr lang="en-US" b="0" dirty="0">
                <a:solidFill>
                  <a:srgbClr val="008000"/>
                </a:solidFill>
                <a:effectLst/>
                <a:latin typeface="Consolas" panose="020B0609020204030204" pitchFamily="49" charset="0"/>
              </a:rPr>
              <a:t>// Update vehicle fields by id</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updateVehicle</a:t>
            </a:r>
            <a:r>
              <a:rPr lang="en-US" b="0" dirty="0">
                <a:solidFill>
                  <a:srgbClr val="000000"/>
                </a:solidFill>
                <a:effectLst/>
                <a:latin typeface="Consolas" panose="020B0609020204030204" pitchFamily="49" charset="0"/>
              </a:rPr>
              <a:t> = (vehicle)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db.transaction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tx</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tx.executeSql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'update vehicle set name=?, type=? where id=?'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[vehicle.name, </a:t>
            </a:r>
            <a:r>
              <a:rPr lang="en-US" b="0" dirty="0" err="1">
                <a:solidFill>
                  <a:srgbClr val="000000"/>
                </a:solidFill>
                <a:effectLst/>
                <a:latin typeface="Consolas" panose="020B0609020204030204" pitchFamily="49" charset="0"/>
              </a:rPr>
              <a:t>vehicle.type</a:t>
            </a:r>
            <a:r>
              <a:rPr lang="en-US" b="0" dirty="0">
                <a:solidFill>
                  <a:srgbClr val="000000"/>
                </a:solidFill>
                <a:effectLst/>
                <a:latin typeface="Consolas" panose="020B0609020204030204" pitchFamily="49" charset="0"/>
              </a:rPr>
              <a:t>, vehicle.id]</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Delete a vehicle</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deleteVehicle</a:t>
            </a:r>
            <a:r>
              <a:rPr lang="en-US" b="0" dirty="0">
                <a:solidFill>
                  <a:srgbClr val="000000"/>
                </a:solidFill>
                <a:effectLst/>
                <a:latin typeface="Consolas" panose="020B0609020204030204" pitchFamily="49" charset="0"/>
              </a:rPr>
              <a:t> = (vehicle)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db.transaction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tx</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tx.executeSql</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'delete from vehicle where id = ?'</a:t>
            </a:r>
            <a:r>
              <a:rPr lang="en-US" b="0" dirty="0">
                <a:solidFill>
                  <a:srgbClr val="000000"/>
                </a:solidFill>
                <a:effectLst/>
                <a:latin typeface="Consolas" panose="020B0609020204030204" pitchFamily="49" charset="0"/>
              </a:rPr>
              <a:t>, [vehicle.id]);</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Export all functions to be used globally</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createTables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insertVehicle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getVehicles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updateVehicle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deleteVehicle</a:t>
            </a:r>
            <a:r>
              <a:rPr lang="en-US"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661266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Working with Data - SQLite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152651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The examples shown are NOT asynchronous. For limited data, the SQLite is fast enough to skip the asynchronous implementation. However, if the data grows to hundreds of records, then it’s better to write functions with Promises.</a:t>
            </a:r>
          </a:p>
        </p:txBody>
      </p:sp>
      <p:sp>
        <p:nvSpPr>
          <p:cNvPr id="5" name="TextBox 4">
            <a:extLst>
              <a:ext uri="{FF2B5EF4-FFF2-40B4-BE49-F238E27FC236}">
                <a16:creationId xmlns:a16="http://schemas.microsoft.com/office/drawing/2014/main" id="{56B6228D-4075-80AB-0559-D51578780FDB}"/>
              </a:ext>
            </a:extLst>
          </p:cNvPr>
          <p:cNvSpPr txBox="1"/>
          <p:nvPr/>
        </p:nvSpPr>
        <p:spPr>
          <a:xfrm>
            <a:off x="220384" y="3059096"/>
            <a:ext cx="11751232" cy="3416320"/>
          </a:xfrm>
          <a:prstGeom prst="rect">
            <a:avLst/>
          </a:prstGeom>
          <a:noFill/>
        </p:spPr>
        <p:txBody>
          <a:bodyPr wrap="square">
            <a:spAutoFit/>
          </a:bodyPr>
          <a:lstStyle/>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createTables</a:t>
            </a:r>
            <a:r>
              <a:rPr lang="en-US" b="0" dirty="0">
                <a:solidFill>
                  <a:srgbClr val="000000"/>
                </a:solidFill>
                <a:effectLst/>
                <a:latin typeface="Consolas" panose="020B0609020204030204" pitchFamily="49" charset="0"/>
              </a:rPr>
              <a:t> =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Promise((resolve, reject)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db.transaction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tx</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tx.executeSql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'create table if not exists vehicle (id integer primary key not null, type text, name text, capacity integer not null, </a:t>
            </a:r>
            <a:r>
              <a:rPr lang="en-US" b="0" dirty="0" err="1">
                <a:solidFill>
                  <a:srgbClr val="A31515"/>
                </a:solidFill>
                <a:effectLst/>
                <a:latin typeface="Consolas" panose="020B0609020204030204" pitchFamily="49" charset="0"/>
              </a:rPr>
              <a:t>image_url</a:t>
            </a:r>
            <a:r>
              <a:rPr lang="en-US" b="0" dirty="0">
                <a:solidFill>
                  <a:srgbClr val="A31515"/>
                </a:solidFill>
                <a:effectLst/>
                <a:latin typeface="Consolas" panose="020B0609020204030204" pitchFamily="49" charset="0"/>
              </a:rPr>
              <a:t> text)'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 reject, resolve</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875906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Working with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React Native can work with a file based light weight key-value pair based </a:t>
            </a:r>
            <a:r>
              <a:rPr lang="en-US" sz="3800" dirty="0" err="1"/>
              <a:t>AsyncStorage</a:t>
            </a:r>
            <a:r>
              <a:rPr lang="en-US" sz="3800" dirty="0"/>
              <a:t> for small datasets. This is fully cross-platform compatible.</a:t>
            </a:r>
          </a:p>
          <a:p>
            <a:pPr>
              <a:lnSpc>
                <a:spcPct val="120000"/>
              </a:lnSpc>
              <a:buFont typeface="Wingdings" panose="05000000000000000000" pitchFamily="2" charset="2"/>
              <a:buChar char="§"/>
            </a:pPr>
            <a:r>
              <a:rPr lang="en-US" sz="3800" dirty="0" err="1"/>
              <a:t>AsyncStorage</a:t>
            </a:r>
            <a:r>
              <a:rPr lang="en-US" sz="3800" dirty="0"/>
              <a:t> is a globally accessible asynchronous which allows us to perform DB operations without blocking the main JavaScript thread.</a:t>
            </a:r>
          </a:p>
          <a:p>
            <a:pPr>
              <a:lnSpc>
                <a:spcPct val="120000"/>
              </a:lnSpc>
              <a:buFont typeface="Wingdings" panose="05000000000000000000" pitchFamily="2" charset="2"/>
              <a:buChar char="§"/>
            </a:pPr>
            <a:r>
              <a:rPr lang="en-US" sz="3800" dirty="0" err="1"/>
              <a:t>AsyncStorage</a:t>
            </a:r>
            <a:r>
              <a:rPr lang="en-US" sz="3800" dirty="0"/>
              <a:t> is NOT encrypted. It is also not the best performing DB.</a:t>
            </a:r>
          </a:p>
          <a:p>
            <a:pPr>
              <a:lnSpc>
                <a:spcPct val="120000"/>
              </a:lnSpc>
              <a:buFont typeface="Wingdings" panose="05000000000000000000" pitchFamily="2" charset="2"/>
              <a:buChar char="§"/>
            </a:pPr>
            <a:r>
              <a:rPr lang="en-US" sz="3800" dirty="0"/>
              <a:t>Install the Expo dependency.</a:t>
            </a:r>
          </a:p>
          <a:p>
            <a:pPr marL="0" indent="0">
              <a:lnSpc>
                <a:spcPct val="120000"/>
              </a:lnSpc>
              <a:buNone/>
            </a:pPr>
            <a:r>
              <a:rPr lang="en-US" sz="3200" dirty="0" err="1">
                <a:latin typeface="Cascadia Code" panose="020B0609020000020004" pitchFamily="49" charset="0"/>
                <a:ea typeface="Cascadia Code" panose="020B0609020000020004" pitchFamily="49" charset="0"/>
                <a:cs typeface="Cascadia Code" panose="020B0609020000020004" pitchFamily="49" charset="0"/>
              </a:rPr>
              <a:t>npx</a:t>
            </a:r>
            <a:r>
              <a:rPr lang="en-US" sz="3200" dirty="0">
                <a:latin typeface="Cascadia Code" panose="020B0609020000020004" pitchFamily="49" charset="0"/>
                <a:ea typeface="Cascadia Code" panose="020B0609020000020004" pitchFamily="49" charset="0"/>
                <a:cs typeface="Cascadia Code" panose="020B0609020000020004" pitchFamily="49" charset="0"/>
              </a:rPr>
              <a:t> expo install @react-native-async-storage/async-storage</a:t>
            </a:r>
            <a:br>
              <a:rPr lang="en-US" sz="3200" dirty="0">
                <a:solidFill>
                  <a:srgbClr val="3B3B3B"/>
                </a:solidFill>
                <a:latin typeface="Consolas" panose="020B0609020204030204" pitchFamily="49" charset="0"/>
              </a:rPr>
            </a:br>
            <a:r>
              <a:rPr lang="en-US" sz="3200" dirty="0">
                <a:latin typeface="Cascadia Mono" panose="020B0609020000020004" pitchFamily="49" charset="0"/>
                <a:ea typeface="Cascadia Mono" panose="020B0609020000020004" pitchFamily="49" charset="0"/>
                <a:cs typeface="Cascadia Mono" panose="020B0609020000020004" pitchFamily="49" charset="0"/>
              </a:rPr>
              <a:t>// Import into your component</a:t>
            </a:r>
          </a:p>
          <a:p>
            <a:pPr marL="0" indent="0">
              <a:lnSpc>
                <a:spcPct val="120000"/>
              </a:lnSpc>
              <a:buNone/>
            </a:pPr>
            <a:r>
              <a:rPr lang="en-US" sz="3200" dirty="0">
                <a:latin typeface="Cascadia Mono" panose="020B0609020000020004" pitchFamily="49" charset="0"/>
                <a:ea typeface="Cascadia Mono" panose="020B0609020000020004" pitchFamily="49" charset="0"/>
                <a:cs typeface="Cascadia Mono" panose="020B0609020000020004" pitchFamily="49" charset="0"/>
              </a:rPr>
              <a:t>import </a:t>
            </a:r>
            <a:r>
              <a:rPr lang="en-US" sz="3200" dirty="0" err="1">
                <a:latin typeface="Cascadia Mono" panose="020B0609020000020004" pitchFamily="49" charset="0"/>
                <a:ea typeface="Cascadia Mono" panose="020B0609020000020004" pitchFamily="49" charset="0"/>
                <a:cs typeface="Cascadia Mono" panose="020B0609020000020004" pitchFamily="49" charset="0"/>
              </a:rPr>
              <a:t>AsyncStorage</a:t>
            </a:r>
            <a:r>
              <a:rPr lang="en-US" sz="3200" dirty="0">
                <a:latin typeface="Cascadia Mono" panose="020B0609020000020004" pitchFamily="49" charset="0"/>
                <a:ea typeface="Cascadia Mono" panose="020B0609020000020004" pitchFamily="49" charset="0"/>
                <a:cs typeface="Cascadia Mono" panose="020B0609020000020004" pitchFamily="49" charset="0"/>
              </a:rPr>
              <a:t> from "@react-native-async-storage/async-storage";</a:t>
            </a:r>
          </a:p>
        </p:txBody>
      </p:sp>
    </p:spTree>
    <p:extLst>
      <p:ext uri="{BB962C8B-B14F-4D97-AF65-F5344CB8AC3E}">
        <p14:creationId xmlns:p14="http://schemas.microsoft.com/office/powerpoint/2010/main" val="3155264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Working with Data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The 3 main methods we use to work with </a:t>
            </a:r>
            <a:r>
              <a:rPr lang="en-US" sz="3800" dirty="0" err="1"/>
              <a:t>AsyncStorage</a:t>
            </a:r>
            <a:r>
              <a:rPr lang="en-US" sz="3800" dirty="0"/>
              <a:t> are:</a:t>
            </a:r>
          </a:p>
          <a:p>
            <a:pPr lvl="1">
              <a:lnSpc>
                <a:spcPct val="120000"/>
              </a:lnSpc>
              <a:buFont typeface="Wingdings" panose="05000000000000000000" pitchFamily="2" charset="2"/>
              <a:buChar char="§"/>
            </a:pPr>
            <a:r>
              <a:rPr lang="en-US" sz="3600" dirty="0" err="1"/>
              <a:t>setItem</a:t>
            </a:r>
            <a:r>
              <a:rPr lang="en-US" sz="3600" dirty="0"/>
              <a:t>(key): to save or update an object, i.e., UPSERT</a:t>
            </a:r>
          </a:p>
          <a:p>
            <a:pPr lvl="1">
              <a:lnSpc>
                <a:spcPct val="120000"/>
              </a:lnSpc>
              <a:buFont typeface="Wingdings" panose="05000000000000000000" pitchFamily="2" charset="2"/>
              <a:buChar char="§"/>
            </a:pPr>
            <a:r>
              <a:rPr lang="en-US" sz="3600" dirty="0" err="1"/>
              <a:t>getItem</a:t>
            </a:r>
            <a:r>
              <a:rPr lang="en-US" sz="3600" dirty="0"/>
              <a:t> (key): to get an object by its key</a:t>
            </a:r>
          </a:p>
          <a:p>
            <a:pPr lvl="1">
              <a:lnSpc>
                <a:spcPct val="120000"/>
              </a:lnSpc>
              <a:buFont typeface="Wingdings" panose="05000000000000000000" pitchFamily="2" charset="2"/>
              <a:buChar char="§"/>
            </a:pPr>
            <a:r>
              <a:rPr lang="en-US" sz="3600" dirty="0" err="1"/>
              <a:t>removeItem</a:t>
            </a:r>
            <a:r>
              <a:rPr lang="en-US" sz="3600" dirty="0"/>
              <a:t> (key): to delete an object from the storage</a:t>
            </a:r>
          </a:p>
          <a:p>
            <a:pPr>
              <a:lnSpc>
                <a:spcPct val="120000"/>
              </a:lnSpc>
              <a:buFont typeface="Wingdings" panose="05000000000000000000" pitchFamily="2" charset="2"/>
              <a:buChar char="§"/>
            </a:pPr>
            <a:r>
              <a:rPr lang="en-US" sz="3800"/>
              <a:t>DIY!</a:t>
            </a:r>
            <a:endParaRPr lang="en-US" sz="3800" dirty="0"/>
          </a:p>
        </p:txBody>
      </p:sp>
    </p:spTree>
    <p:extLst>
      <p:ext uri="{BB962C8B-B14F-4D97-AF65-F5344CB8AC3E}">
        <p14:creationId xmlns:p14="http://schemas.microsoft.com/office/powerpoint/2010/main" val="239947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3565</TotalTime>
  <Words>2445</Words>
  <Application>Microsoft Office PowerPoint</Application>
  <PresentationFormat>Widescreen</PresentationFormat>
  <Paragraphs>299</Paragraphs>
  <Slides>23</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Calibri Light</vt:lpstr>
      <vt:lpstr>Cascadia Code</vt:lpstr>
      <vt:lpstr>Cascadia Mono</vt:lpstr>
      <vt:lpstr>Consolas</vt:lpstr>
      <vt:lpstr>Trebuchet MS</vt:lpstr>
      <vt:lpstr>Wingdings</vt:lpstr>
      <vt:lpstr>Office Theme</vt:lpstr>
      <vt:lpstr>MOBILE APPLICATION Development (114155)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241</cp:revision>
  <dcterms:created xsi:type="dcterms:W3CDTF">2022-11-22T20:08:03Z</dcterms:created>
  <dcterms:modified xsi:type="dcterms:W3CDTF">2024-01-06T09:53:17Z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