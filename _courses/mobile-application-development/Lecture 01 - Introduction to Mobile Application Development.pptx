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448" r:id="rId5"/>
    <p:sldId id="2462" r:id="rId6"/>
    <p:sldId id="256" r:id="rId7"/>
    <p:sldId id="2493" r:id="rId8"/>
    <p:sldId id="2479" r:id="rId9"/>
    <p:sldId id="2494" r:id="rId10"/>
    <p:sldId id="2495" r:id="rId11"/>
    <p:sldId id="2496" r:id="rId12"/>
    <p:sldId id="2497" r:id="rId13"/>
    <p:sldId id="243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12863D-286B-4A55-947A-0F23593B899C}" v="603" dt="2023-09-30T11:44:57.2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9150" autoAdjust="0"/>
  </p:normalViewPr>
  <p:slideViewPr>
    <p:cSldViewPr snapToGrid="0">
      <p:cViewPr varScale="1">
        <p:scale>
          <a:sx n="73" d="100"/>
          <a:sy n="73" d="100"/>
        </p:scale>
        <p:origin x="1027" y="7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8F00A2F1-148C-41E7-BBD4-DD1C4D6A43F6}"/>
    <pc:docChg chg="modSld">
      <pc:chgData name="Owais Ahmed" userId="6abc7d4556b3b071" providerId="LiveId" clId="{8F00A2F1-148C-41E7-BBD4-DD1C4D6A43F6}" dt="2023-09-29T20:08:08.359" v="5" actId="20577"/>
      <pc:docMkLst>
        <pc:docMk/>
      </pc:docMkLst>
      <pc:sldChg chg="modSp mod">
        <pc:chgData name="Owais Ahmed" userId="6abc7d4556b3b071" providerId="LiveId" clId="{8F00A2F1-148C-41E7-BBD4-DD1C4D6A43F6}" dt="2023-09-29T20:08:08.359" v="5" actId="20577"/>
        <pc:sldMkLst>
          <pc:docMk/>
          <pc:sldMk cId="3927832306" sldId="2448"/>
        </pc:sldMkLst>
        <pc:spChg chg="mod">
          <ac:chgData name="Owais Ahmed" userId="6abc7d4556b3b071" providerId="LiveId" clId="{8F00A2F1-148C-41E7-BBD4-DD1C4D6A43F6}" dt="2023-09-29T20:08:08.359" v="5" actId="20577"/>
          <ac:spMkLst>
            <pc:docMk/>
            <pc:sldMk cId="3927832306" sldId="2448"/>
            <ac:spMk id="9" creationId="{79DC1498-E692-42BA-B69F-6D37E6CFACA0}"/>
          </ac:spMkLst>
        </pc:spChg>
      </pc:sldChg>
    </pc:docChg>
  </pc:docChgLst>
  <pc:docChgLst>
    <pc:chgData name="Owais Ahmed" userId="6abc7d4556b3b071" providerId="LiveId" clId="{1312863D-286B-4A55-947A-0F23593B899C}"/>
    <pc:docChg chg="undo custSel addSld delSld modSld sldOrd">
      <pc:chgData name="Owais Ahmed" userId="6abc7d4556b3b071" providerId="LiveId" clId="{1312863D-286B-4A55-947A-0F23593B899C}" dt="2023-09-30T11:50:29.373" v="672" actId="47"/>
      <pc:docMkLst>
        <pc:docMk/>
      </pc:docMkLst>
      <pc:sldChg chg="modSp mod ord modAnim">
        <pc:chgData name="Owais Ahmed" userId="6abc7d4556b3b071" providerId="LiveId" clId="{1312863D-286B-4A55-947A-0F23593B899C}" dt="2023-09-30T11:40:56.460" v="548"/>
        <pc:sldMkLst>
          <pc:docMk/>
          <pc:sldMk cId="973217284" sldId="2496"/>
        </pc:sldMkLst>
        <pc:spChg chg="mod">
          <ac:chgData name="Owais Ahmed" userId="6abc7d4556b3b071" providerId="LiveId" clId="{1312863D-286B-4A55-947A-0F23593B899C}" dt="2023-09-30T11:40:14.969" v="543" actId="113"/>
          <ac:spMkLst>
            <pc:docMk/>
            <pc:sldMk cId="973217284" sldId="2496"/>
            <ac:spMk id="7" creationId="{58E18CCB-C12A-CE61-C62D-D36DFB332830}"/>
          </ac:spMkLst>
        </pc:spChg>
        <pc:spChg chg="mod">
          <ac:chgData name="Owais Ahmed" userId="6abc7d4556b3b071" providerId="LiveId" clId="{1312863D-286B-4A55-947A-0F23593B899C}" dt="2023-09-30T11:40:17.023" v="544" actId="113"/>
          <ac:spMkLst>
            <pc:docMk/>
            <pc:sldMk cId="973217284" sldId="2496"/>
            <ac:spMk id="8" creationId="{88AA701F-85F6-FC3E-3B72-6880763186CC}"/>
          </ac:spMkLst>
        </pc:spChg>
        <pc:spChg chg="mod">
          <ac:chgData name="Owais Ahmed" userId="6abc7d4556b3b071" providerId="LiveId" clId="{1312863D-286B-4A55-947A-0F23593B899C}" dt="2023-09-30T11:40:19.387" v="545" actId="113"/>
          <ac:spMkLst>
            <pc:docMk/>
            <pc:sldMk cId="973217284" sldId="2496"/>
            <ac:spMk id="9" creationId="{F9737E49-5420-5C4F-5140-9029C3036D8A}"/>
          </ac:spMkLst>
        </pc:spChg>
      </pc:sldChg>
      <pc:sldChg chg="modSp add mod ord modAnim">
        <pc:chgData name="Owais Ahmed" userId="6abc7d4556b3b071" providerId="LiveId" clId="{1312863D-286B-4A55-947A-0F23593B899C}" dt="2023-09-30T11:44:05.636" v="653" actId="6549"/>
        <pc:sldMkLst>
          <pc:docMk/>
          <pc:sldMk cId="1217482473" sldId="2497"/>
        </pc:sldMkLst>
        <pc:spChg chg="mod">
          <ac:chgData name="Owais Ahmed" userId="6abc7d4556b3b071" providerId="LiveId" clId="{1312863D-286B-4A55-947A-0F23593B899C}" dt="2023-09-30T11:44:01.706" v="652" actId="6549"/>
          <ac:spMkLst>
            <pc:docMk/>
            <pc:sldMk cId="1217482473" sldId="2497"/>
            <ac:spMk id="3" creationId="{4A1C0383-58FE-E486-295E-B33B8683B938}"/>
          </ac:spMkLst>
        </pc:spChg>
        <pc:spChg chg="mod">
          <ac:chgData name="Owais Ahmed" userId="6abc7d4556b3b071" providerId="LiveId" clId="{1312863D-286B-4A55-947A-0F23593B899C}" dt="2023-09-30T11:36:50.363" v="123" actId="20577"/>
          <ac:spMkLst>
            <pc:docMk/>
            <pc:sldMk cId="1217482473" sldId="2497"/>
            <ac:spMk id="215" creationId="{00000000-0000-0000-0000-000000000000}"/>
          </ac:spMkLst>
        </pc:spChg>
      </pc:sldChg>
      <pc:sldChg chg="add del">
        <pc:chgData name="Owais Ahmed" userId="6abc7d4556b3b071" providerId="LiveId" clId="{1312863D-286B-4A55-947A-0F23593B899C}" dt="2023-09-30T11:36:02.203" v="1" actId="2890"/>
        <pc:sldMkLst>
          <pc:docMk/>
          <pc:sldMk cId="2221185230" sldId="2497"/>
        </pc:sldMkLst>
      </pc:sldChg>
      <pc:sldChg chg="modSp add del mod ord modAnim">
        <pc:chgData name="Owais Ahmed" userId="6abc7d4556b3b071" providerId="LiveId" clId="{1312863D-286B-4A55-947A-0F23593B899C}" dt="2023-09-30T11:50:29.373" v="672" actId="47"/>
        <pc:sldMkLst>
          <pc:docMk/>
          <pc:sldMk cId="1343576824" sldId="2498"/>
        </pc:sldMkLst>
        <pc:spChg chg="mod">
          <ac:chgData name="Owais Ahmed" userId="6abc7d4556b3b071" providerId="LiveId" clId="{1312863D-286B-4A55-947A-0F23593B899C}" dt="2023-09-30T11:44:57.253" v="671" actId="20577"/>
          <ac:spMkLst>
            <pc:docMk/>
            <pc:sldMk cId="1343576824" sldId="2498"/>
            <ac:spMk id="3" creationId="{4A1C0383-58FE-E486-295E-B33B8683B938}"/>
          </ac:spMkLst>
        </pc:spChg>
        <pc:spChg chg="mod">
          <ac:chgData name="Owais Ahmed" userId="6abc7d4556b3b071" providerId="LiveId" clId="{1312863D-286B-4A55-947A-0F23593B899C}" dt="2023-09-30T11:43:22.983" v="552"/>
          <ac:spMkLst>
            <pc:docMk/>
            <pc:sldMk cId="1343576824" sldId="2498"/>
            <ac:spMk id="21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pverticals.com/blog/evolution-of-mobile-apps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pverticals.com/blog/evolution-of-mobile-apps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Evolution of Mobile Applications: 1993-2020 (appverticals.com)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863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Evolution of Mobile Applications: 1993-2020 (appverticals.com)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54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382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353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486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514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200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7CFE-323D-F6B5-AFCF-14EA5F2F0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9E795-7F81-21E8-A19B-B3538BC59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9B049-BD2D-2332-0DE1-946B29807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BAF59-A04C-9AC7-C0B0-CF8B1F98E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60CE-EA75-4883-A795-1AD34334FFB0}" type="datetimeFigureOut">
              <a:rPr lang="en-PK" smtClean="0"/>
              <a:t>30/09/2023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E5675-C061-41B3-2132-54BAE856C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584B7-71E7-99FE-92EF-4B2A9ECF7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F85B-41B8-426E-9A25-E81C4648110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5451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  <p:sldLayoutId id="2147483682" r:id="rId13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microsoft.com/office/2007/relationships/hdphoto" Target="../media/hdphoto1.wdp"/><Relationship Id="rId7" Type="http://schemas.openxmlformats.org/officeDocument/2006/relationships/image" Target="../media/image2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MOBILE APPLICATION Development (114115)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  <a:p>
            <a:r>
              <a:rPr lang="en-US" dirty="0"/>
              <a:t>Differences from desktop/web application</a:t>
            </a:r>
          </a:p>
          <a:p>
            <a:r>
              <a:rPr lang="en-US" dirty="0"/>
              <a:t>Modern platforms, languages and tools</a:t>
            </a:r>
          </a:p>
          <a:p>
            <a:r>
              <a:rPr lang="en-US" dirty="0"/>
              <a:t>Types of Mobile App development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B5DCB6-4358-037D-2AAC-2F1B1119C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0384" y="1511408"/>
            <a:ext cx="5799416" cy="4964007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1993: IBM introduces SIMON. Touchscreen + Utilities and Games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2002: RIM releases Blackberry with Wireless email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2007: Apple unveils iPhone with suite of smart apps including Maps, Photos, Weather, etc.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2008: Apple launches AppStore; Google joins the club with first linux-based Android phone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2010: Blackberry World is released; Apple launches iPad with 3000 apps on AppStore; Android reaches 1Billion downloads; Samsung enters the market with its flagship Galaxy series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CB1E63D-64B2-DEEA-A2F5-2807220433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2" y="1764886"/>
            <a:ext cx="2004234" cy="1615580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F8DF268-CC40-9C40-2D1C-E8340153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EE95FA-7E6C-9450-66FD-4F118356AE1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Brief history of smart Mobile devices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8ACBE-0268-334C-943C-9619AC159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1ABC8C-8F12-48B3-9A07-8DF4518AA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10D211F-3677-5883-3186-E5DDDBB40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011" y="1722973"/>
            <a:ext cx="1943268" cy="1699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C00F229-480F-B0DE-3DC8-64253EAFAC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9279" y="1769883"/>
            <a:ext cx="2042337" cy="140982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9C06A5D-9C84-9F61-EC8D-F6157C9E46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2" y="3435621"/>
            <a:ext cx="2804403" cy="22633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771571-5871-D2ED-DF10-2D0449C5FF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2107" y="3300407"/>
            <a:ext cx="1996613" cy="313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4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B5DCB6-4358-037D-2AAC-2F1B1119C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0384" y="1511408"/>
            <a:ext cx="5799416" cy="4964007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2012: things begin to scale to millions &amp; billions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2019: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Huawei releases Harmony OS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App Stores record 204B downloads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TikTok grosses to $177M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Disney becomes 2</a:t>
            </a:r>
            <a:r>
              <a:rPr lang="en-US" sz="2000" baseline="30000" dirty="0"/>
              <a:t>nd</a:t>
            </a:r>
            <a:r>
              <a:rPr lang="en-US" sz="2000" dirty="0"/>
              <a:t> most popular app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Amazon, Samsung, and more companies have own independent app stores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2020 to date: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5G and Internet of Things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Blockchain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AR, VR, AI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u="sng" dirty="0"/>
              <a:t>GAMING INDUSTRY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8DF268-CC40-9C40-2D1C-E8340153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EE95FA-7E6C-9450-66FD-4F118356AE1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Brief history of smart Mobile devices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8ACBE-0268-334C-943C-9619AC159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1ABC8C-8F12-48B3-9A07-8DF4518AA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7B1C91F-05D4-B1F7-A0DF-28C1E8A48C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2" y="1371600"/>
            <a:ext cx="1958510" cy="3619814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FC2955-6468-CC4D-8FE4-B855FFAA8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2455" y="1816208"/>
            <a:ext cx="2234728" cy="301855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D2F74F3-3F71-2E43-E1BF-F794EE1CB226}"/>
              </a:ext>
            </a:extLst>
          </p:cNvPr>
          <p:cNvGrpSpPr/>
          <p:nvPr/>
        </p:nvGrpSpPr>
        <p:grpSpPr>
          <a:xfrm>
            <a:off x="6844864" y="5293443"/>
            <a:ext cx="3904804" cy="1103102"/>
            <a:chOff x="6844864" y="5293443"/>
            <a:chExt cx="3904804" cy="1103102"/>
          </a:xfrm>
        </p:grpSpPr>
        <p:pic>
          <p:nvPicPr>
            <p:cNvPr id="2052" name="Picture 4" descr="Pubg Icon - Game and Movie">
              <a:extLst>
                <a:ext uri="{FF2B5EF4-FFF2-40B4-BE49-F238E27FC236}">
                  <a16:creationId xmlns:a16="http://schemas.microsoft.com/office/drawing/2014/main" id="{67576CE9-A15B-4909-7BA8-F1FDCA288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4864" y="5316545"/>
              <a:ext cx="108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 descr="See the source image">
              <a:extLst>
                <a:ext uri="{FF2B5EF4-FFF2-40B4-BE49-F238E27FC236}">
                  <a16:creationId xmlns:a16="http://schemas.microsoft.com/office/drawing/2014/main" id="{552C944E-75CA-D398-FE87-47C2DCEA1F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7266" y="5293443"/>
              <a:ext cx="108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8" name="Picture 10" descr="candy crush icon png 20 free Cliparts | Download images on Clipground 2022">
              <a:extLst>
                <a:ext uri="{FF2B5EF4-FFF2-40B4-BE49-F238E27FC236}">
                  <a16:creationId xmlns:a16="http://schemas.microsoft.com/office/drawing/2014/main" id="{EFDB8EEB-47D3-0B1F-9D26-71264E6ADE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9668" y="5316545"/>
              <a:ext cx="144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39872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Differences from Desktop/Web Applications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346841" y="1532587"/>
            <a:ext cx="5749159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Broad range of hardware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OS-level compatibility needs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Limitations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Processing power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Memory/Storage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Human-interfacing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Several input channels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Offline function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Lack of User training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D4EEDB-5B8B-4EF0-C6F7-11363869C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983" y="1371600"/>
            <a:ext cx="3863675" cy="516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03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Differences from Desktop/Web Applications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346841" y="1532587"/>
            <a:ext cx="11616559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Relatively new field with lack of standardization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Mobile Platforms have their own set of tools and frameworks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Cumbersome Testing and Quality Assurance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Rapid changes in the industry</a:t>
            </a:r>
          </a:p>
        </p:txBody>
      </p:sp>
    </p:spTree>
    <p:extLst>
      <p:ext uri="{BB962C8B-B14F-4D97-AF65-F5344CB8AC3E}">
        <p14:creationId xmlns:p14="http://schemas.microsoft.com/office/powerpoint/2010/main" val="103126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E18CCB-C12A-CE61-C62D-D36DFB3328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Android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Java/Kotlin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Android Studio</a:t>
            </a:r>
            <a:endParaRPr lang="en-PK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AA701F-85F6-FC3E-3B72-6880763186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Swift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Xcode/</a:t>
            </a:r>
            <a:r>
              <a:rPr lang="en-US" dirty="0" err="1"/>
              <a:t>Appcode</a:t>
            </a:r>
            <a:endParaRPr lang="en-PK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737E49-5420-5C4F-5140-9029C3036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Win UI (.NET)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C#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Visual Studio (Code)</a:t>
            </a:r>
            <a:endParaRPr lang="en-PK" dirty="0"/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Modern Platforms, Languages, and Tools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4098" name="Picture 2" descr="Google Logo | All Logos Pictures">
            <a:extLst>
              <a:ext uri="{FF2B5EF4-FFF2-40B4-BE49-F238E27FC236}">
                <a16:creationId xmlns:a16="http://schemas.microsoft.com/office/drawing/2014/main" id="{A464ECB9-BADA-7310-CB93-6DB923F161EC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4" b="9414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 descr="Apple Logo - Download Free 3D model by Anthony Yanez (@paulyanez ...">
            <a:extLst>
              <a:ext uri="{FF2B5EF4-FFF2-40B4-BE49-F238E27FC236}">
                <a16:creationId xmlns:a16="http://schemas.microsoft.com/office/drawing/2014/main" id="{704A588E-34BB-E74B-323D-40E53DA883BA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1" r="380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6" name="Picture 20" descr="Microsoft Train the Trainer Event Announced for NCCE Week in Portland ...">
            <a:extLst>
              <a:ext uri="{FF2B5EF4-FFF2-40B4-BE49-F238E27FC236}">
                <a16:creationId xmlns:a16="http://schemas.microsoft.com/office/drawing/2014/main" id="{35E360FC-2B93-0ADB-54B9-3A8F0FA19CF5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61" b="1956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4242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E18CCB-C12A-CE61-C62D-D36DFB3328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384" y="1511409"/>
            <a:ext cx="3848063" cy="4725085"/>
          </a:xfrm>
        </p:spPr>
        <p:txBody>
          <a:bodyPr/>
          <a:lstStyle/>
          <a:p>
            <a:r>
              <a:rPr lang="en-US" b="1" spc="0" dirty="0"/>
              <a:t>NATIVE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pc="0" dirty="0"/>
              <a:t>All native features available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pc="0" dirty="0"/>
              <a:t>Highly compatible across devices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pc="0" dirty="0"/>
              <a:t>High development and maintenance cost</a:t>
            </a:r>
            <a:endParaRPr lang="en-PK" spc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AA701F-85F6-FC3E-3B72-6880763186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8446" y="1511409"/>
            <a:ext cx="4054471" cy="4736991"/>
          </a:xfrm>
        </p:spPr>
        <p:txBody>
          <a:bodyPr/>
          <a:lstStyle/>
          <a:p>
            <a:r>
              <a:rPr lang="en-US" b="1" spc="0" dirty="0"/>
              <a:t>HYBRID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pc="0" dirty="0"/>
              <a:t>Limited native features available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pc="0" dirty="0"/>
              <a:t>Web browser as base App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pc="0" dirty="0"/>
              <a:t>Highly dependent on internet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pc="0" dirty="0"/>
              <a:t>Low development cost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737E49-5420-5C4F-5140-9029C3036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2918" y="1511409"/>
            <a:ext cx="3840481" cy="4736991"/>
          </a:xfrm>
        </p:spPr>
        <p:txBody>
          <a:bodyPr/>
          <a:lstStyle/>
          <a:p>
            <a:r>
              <a:rPr lang="en-US" b="1" spc="0" dirty="0"/>
              <a:t>CROSS-PLATFORM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pc="0" dirty="0"/>
              <a:t>Most of native features available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pc="0" dirty="0"/>
              <a:t>Can work offline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pc="0" dirty="0"/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Types of Mobile App development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21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build="p"/>
      <p:bldP spid="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Unofficial Quiz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346841" y="1532587"/>
            <a:ext cx="11616559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Can you answer the following questions?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Why aren’t we learning Android or iOS app development?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What 3 major aspects make mobile app development challenging?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Why React Native, when there are more recent and promising options available?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What guarantees that React Native will stay for long in the mobile app industry?</a:t>
            </a:r>
          </a:p>
        </p:txBody>
      </p:sp>
    </p:spTree>
    <p:extLst>
      <p:ext uri="{BB962C8B-B14F-4D97-AF65-F5344CB8AC3E}">
        <p14:creationId xmlns:p14="http://schemas.microsoft.com/office/powerpoint/2010/main" val="121748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1432</TotalTime>
  <Words>447</Words>
  <Application>Microsoft Office PowerPoint</Application>
  <PresentationFormat>Widescreen</PresentationFormat>
  <Paragraphs>90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MOBILE APPLICATION Development (114115)</vt:lpstr>
      <vt:lpstr>Agenda</vt:lpstr>
      <vt:lpstr>PowerPoint Presentation</vt:lpstr>
      <vt:lpstr>PowerPoint Presentation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147</cp:revision>
  <dcterms:created xsi:type="dcterms:W3CDTF">2022-11-22T20:08:03Z</dcterms:created>
  <dcterms:modified xsi:type="dcterms:W3CDTF">2023-09-30T11:50:30Z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