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448" r:id="rId5"/>
    <p:sldId id="2491" r:id="rId6"/>
    <p:sldId id="2505" r:id="rId7"/>
    <p:sldId id="2516" r:id="rId8"/>
    <p:sldId id="2519" r:id="rId9"/>
    <p:sldId id="2521" r:id="rId10"/>
    <p:sldId id="2522" r:id="rId11"/>
    <p:sldId id="2523" r:id="rId12"/>
    <p:sldId id="2524" r:id="rId13"/>
    <p:sldId id="2525" r:id="rId14"/>
    <p:sldId id="2526" r:id="rId15"/>
    <p:sldId id="2527" r:id="rId16"/>
    <p:sldId id="2520" r:id="rId17"/>
    <p:sldId id="2528" r:id="rId18"/>
    <p:sldId id="2530" r:id="rId19"/>
    <p:sldId id="2529" r:id="rId20"/>
    <p:sldId id="2531" r:id="rId21"/>
    <p:sldId id="2532" r:id="rId22"/>
    <p:sldId id="2518" r:id="rId23"/>
    <p:sldId id="243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ABB05F-6717-40A7-973E-244C3D11866A}">
          <p14:sldIdLst>
            <p14:sldId id="2448"/>
            <p14:sldId id="2491"/>
            <p14:sldId id="2505"/>
            <p14:sldId id="2516"/>
            <p14:sldId id="2519"/>
            <p14:sldId id="2521"/>
            <p14:sldId id="2522"/>
            <p14:sldId id="2523"/>
            <p14:sldId id="2524"/>
            <p14:sldId id="2525"/>
            <p14:sldId id="2526"/>
            <p14:sldId id="2527"/>
            <p14:sldId id="2520"/>
            <p14:sldId id="2528"/>
            <p14:sldId id="2530"/>
            <p14:sldId id="2529"/>
            <p14:sldId id="2531"/>
            <p14:sldId id="2532"/>
            <p14:sldId id="2518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5743FE-88C7-4A6A-9A5C-7D7AB39D62B0}" v="223" dt="2023-06-08T09:15:31.227"/>
    <p1510:client id="{BB3CD2EA-10E7-4B7D-89DE-89241959B4B3}" v="7652" dt="2023-06-07T22:20:20.3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4" autoAdjust="0"/>
    <p:restoredTop sz="90957" autoAdjust="0"/>
  </p:normalViewPr>
  <p:slideViewPr>
    <p:cSldViewPr snapToGrid="0">
      <p:cViewPr varScale="1">
        <p:scale>
          <a:sx n="75" d="100"/>
          <a:sy n="75" d="100"/>
        </p:scale>
        <p:origin x="634" y="53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BB3CD2EA-10E7-4B7D-89DE-89241959B4B3}"/>
    <pc:docChg chg="undo redo custSel addSld delSld modSld sldOrd delSection modSection">
      <pc:chgData name="Owais Ahmed" userId="6abc7d4556b3b071" providerId="LiveId" clId="{BB3CD2EA-10E7-4B7D-89DE-89241959B4B3}" dt="2023-06-07T22:20:20.394" v="8377" actId="20577"/>
      <pc:docMkLst>
        <pc:docMk/>
      </pc:docMkLst>
      <pc:sldChg chg="ord">
        <pc:chgData name="Owais Ahmed" userId="6abc7d4556b3b071" providerId="LiveId" clId="{BB3CD2EA-10E7-4B7D-89DE-89241959B4B3}" dt="2023-06-07T18:20:05.859" v="9"/>
        <pc:sldMkLst>
          <pc:docMk/>
          <pc:sldMk cId="927727573" sldId="2436"/>
        </pc:sldMkLst>
      </pc:sldChg>
      <pc:sldChg chg="modSp mod">
        <pc:chgData name="Owais Ahmed" userId="6abc7d4556b3b071" providerId="LiveId" clId="{BB3CD2EA-10E7-4B7D-89DE-89241959B4B3}" dt="2023-06-07T20:39:34.608" v="3214" actId="20577"/>
        <pc:sldMkLst>
          <pc:docMk/>
          <pc:sldMk cId="1649098948" sldId="2462"/>
        </pc:sldMkLst>
        <pc:spChg chg="mod">
          <ac:chgData name="Owais Ahmed" userId="6abc7d4556b3b071" providerId="LiveId" clId="{BB3CD2EA-10E7-4B7D-89DE-89241959B4B3}" dt="2023-06-07T20:39:34.608" v="3214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ord modNotesTx">
        <pc:chgData name="Owais Ahmed" userId="6abc7d4556b3b071" providerId="LiveId" clId="{BB3CD2EA-10E7-4B7D-89DE-89241959B4B3}" dt="2023-06-07T19:16:58.304" v="1489" actId="404"/>
        <pc:sldMkLst>
          <pc:docMk/>
          <pc:sldMk cId="4001030377" sldId="2515"/>
        </pc:sldMkLst>
      </pc:sldChg>
      <pc:sldChg chg="modSp mod ord modAnim modNotesTx">
        <pc:chgData name="Owais Ahmed" userId="6abc7d4556b3b071" providerId="LiveId" clId="{BB3CD2EA-10E7-4B7D-89DE-89241959B4B3}" dt="2023-06-07T20:32:52.725" v="3079" actId="20577"/>
        <pc:sldMkLst>
          <pc:docMk/>
          <pc:sldMk cId="3984703614" sldId="2516"/>
        </pc:sldMkLst>
        <pc:spChg chg="mod">
          <ac:chgData name="Owais Ahmed" userId="6abc7d4556b3b071" providerId="LiveId" clId="{BB3CD2EA-10E7-4B7D-89DE-89241959B4B3}" dt="2023-06-07T20:32:52.725" v="3079" actId="20577"/>
          <ac:spMkLst>
            <pc:docMk/>
            <pc:sldMk cId="3984703614" sldId="2516"/>
            <ac:spMk id="3" creationId="{4A1C0383-58FE-E486-295E-B33B8683B938}"/>
          </ac:spMkLst>
        </pc:spChg>
      </pc:sldChg>
      <pc:sldChg chg="del ord modNotesTx">
        <pc:chgData name="Owais Ahmed" userId="6abc7d4556b3b071" providerId="LiveId" clId="{BB3CD2EA-10E7-4B7D-89DE-89241959B4B3}" dt="2023-06-07T18:58:06.850" v="413" actId="47"/>
        <pc:sldMkLst>
          <pc:docMk/>
          <pc:sldMk cId="2168097399" sldId="2517"/>
        </pc:sldMkLst>
      </pc:sldChg>
      <pc:sldChg chg="modSp mod ord modAnim modNotesTx">
        <pc:chgData name="Owais Ahmed" userId="6abc7d4556b3b071" providerId="LiveId" clId="{BB3CD2EA-10E7-4B7D-89DE-89241959B4B3}" dt="2023-06-07T20:34:16.652" v="3143" actId="20577"/>
        <pc:sldMkLst>
          <pc:docMk/>
          <pc:sldMk cId="1485904615" sldId="2518"/>
        </pc:sldMkLst>
        <pc:spChg chg="mod">
          <ac:chgData name="Owais Ahmed" userId="6abc7d4556b3b071" providerId="LiveId" clId="{BB3CD2EA-10E7-4B7D-89DE-89241959B4B3}" dt="2023-06-07T20:05:49.003" v="2663" actId="20577"/>
          <ac:spMkLst>
            <pc:docMk/>
            <pc:sldMk cId="1485904615" sldId="2518"/>
            <ac:spMk id="3" creationId="{4A1C0383-58FE-E486-295E-B33B8683B938}"/>
          </ac:spMkLst>
        </pc:spChg>
        <pc:spChg chg="mod">
          <ac:chgData name="Owais Ahmed" userId="6abc7d4556b3b071" providerId="LiveId" clId="{BB3CD2EA-10E7-4B7D-89DE-89241959B4B3}" dt="2023-06-07T20:34:16.652" v="3143" actId="20577"/>
          <ac:spMkLst>
            <pc:docMk/>
            <pc:sldMk cId="1485904615" sldId="2518"/>
            <ac:spMk id="215" creationId="{00000000-0000-0000-0000-000000000000}"/>
          </ac:spMkLst>
        </pc:spChg>
      </pc:sldChg>
      <pc:sldChg chg="modSp add mod ord addAnim delAnim modAnim modNotesTx">
        <pc:chgData name="Owais Ahmed" userId="6abc7d4556b3b071" providerId="LiveId" clId="{BB3CD2EA-10E7-4B7D-89DE-89241959B4B3}" dt="2023-06-07T20:40:03.646" v="3265" actId="20577"/>
        <pc:sldMkLst>
          <pc:docMk/>
          <pc:sldMk cId="2052478925" sldId="2519"/>
        </pc:sldMkLst>
        <pc:spChg chg="mod">
          <ac:chgData name="Owais Ahmed" userId="6abc7d4556b3b071" providerId="LiveId" clId="{BB3CD2EA-10E7-4B7D-89DE-89241959B4B3}" dt="2023-06-07T20:40:03.646" v="3265" actId="20577"/>
          <ac:spMkLst>
            <pc:docMk/>
            <pc:sldMk cId="2052478925" sldId="2519"/>
            <ac:spMk id="3" creationId="{4A1C0383-58FE-E486-295E-B33B8683B938}"/>
          </ac:spMkLst>
        </pc:spChg>
        <pc:spChg chg="mod">
          <ac:chgData name="Owais Ahmed" userId="6abc7d4556b3b071" providerId="LiveId" clId="{BB3CD2EA-10E7-4B7D-89DE-89241959B4B3}" dt="2023-06-07T19:03:29.029" v="966"/>
          <ac:spMkLst>
            <pc:docMk/>
            <pc:sldMk cId="2052478925" sldId="2519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BB3CD2EA-10E7-4B7D-89DE-89241959B4B3}" dt="2023-06-07T21:49:30.358" v="6845" actId="27636"/>
        <pc:sldMkLst>
          <pc:docMk/>
          <pc:sldMk cId="1911734787" sldId="2520"/>
        </pc:sldMkLst>
        <pc:spChg chg="mod">
          <ac:chgData name="Owais Ahmed" userId="6abc7d4556b3b071" providerId="LiveId" clId="{BB3CD2EA-10E7-4B7D-89DE-89241959B4B3}" dt="2023-06-07T21:49:30.358" v="6845" actId="27636"/>
          <ac:spMkLst>
            <pc:docMk/>
            <pc:sldMk cId="1911734787" sldId="2520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B3CD2EA-10E7-4B7D-89DE-89241959B4B3}" dt="2023-06-07T20:46:29.796" v="3976" actId="20577"/>
        <pc:sldMkLst>
          <pc:docMk/>
          <pc:sldMk cId="1498609015" sldId="2521"/>
        </pc:sldMkLst>
        <pc:spChg chg="mod">
          <ac:chgData name="Owais Ahmed" userId="6abc7d4556b3b071" providerId="LiveId" clId="{BB3CD2EA-10E7-4B7D-89DE-89241959B4B3}" dt="2023-06-07T20:46:29.796" v="3976" actId="20577"/>
          <ac:spMkLst>
            <pc:docMk/>
            <pc:sldMk cId="1498609015" sldId="2521"/>
            <ac:spMk id="3" creationId="{4A1C0383-58FE-E486-295E-B33B8683B938}"/>
          </ac:spMkLst>
        </pc:spChg>
        <pc:spChg chg="mod">
          <ac:chgData name="Owais Ahmed" userId="6abc7d4556b3b071" providerId="LiveId" clId="{BB3CD2EA-10E7-4B7D-89DE-89241959B4B3}" dt="2023-06-07T20:40:19.316" v="3293" actId="20577"/>
          <ac:spMkLst>
            <pc:docMk/>
            <pc:sldMk cId="1498609015" sldId="2521"/>
            <ac:spMk id="215" creationId="{00000000-0000-0000-0000-000000000000}"/>
          </ac:spMkLst>
        </pc:spChg>
      </pc:sldChg>
      <pc:sldChg chg="addSp delSp modSp add mod delAnim">
        <pc:chgData name="Owais Ahmed" userId="6abc7d4556b3b071" providerId="LiveId" clId="{BB3CD2EA-10E7-4B7D-89DE-89241959B4B3}" dt="2023-06-07T20:46:00.471" v="3891" actId="1076"/>
        <pc:sldMkLst>
          <pc:docMk/>
          <pc:sldMk cId="3076318124" sldId="2522"/>
        </pc:sldMkLst>
        <pc:spChg chg="del">
          <ac:chgData name="Owais Ahmed" userId="6abc7d4556b3b071" providerId="LiveId" clId="{BB3CD2EA-10E7-4B7D-89DE-89241959B4B3}" dt="2023-06-07T20:45:01.158" v="3883" actId="478"/>
          <ac:spMkLst>
            <pc:docMk/>
            <pc:sldMk cId="3076318124" sldId="2522"/>
            <ac:spMk id="3" creationId="{4A1C0383-58FE-E486-295E-B33B8683B938}"/>
          </ac:spMkLst>
        </pc:spChg>
        <pc:picChg chg="add del">
          <ac:chgData name="Owais Ahmed" userId="6abc7d4556b3b071" providerId="LiveId" clId="{BB3CD2EA-10E7-4B7D-89DE-89241959B4B3}" dt="2023-06-07T20:44:48.268" v="3881" actId="22"/>
          <ac:picMkLst>
            <pc:docMk/>
            <pc:sldMk cId="3076318124" sldId="2522"/>
            <ac:picMk id="5" creationId="{E3D601AA-07AA-A017-4A92-2C924EBA6769}"/>
          </ac:picMkLst>
        </pc:picChg>
        <pc:picChg chg="add mod">
          <ac:chgData name="Owais Ahmed" userId="6abc7d4556b3b071" providerId="LiveId" clId="{BB3CD2EA-10E7-4B7D-89DE-89241959B4B3}" dt="2023-06-07T20:45:58.440" v="3890" actId="1076"/>
          <ac:picMkLst>
            <pc:docMk/>
            <pc:sldMk cId="3076318124" sldId="2522"/>
            <ac:picMk id="7" creationId="{A7C1C6D2-3B4F-7E4B-DC63-192AECB18C90}"/>
          </ac:picMkLst>
        </pc:picChg>
        <pc:picChg chg="add mod modCrop">
          <ac:chgData name="Owais Ahmed" userId="6abc7d4556b3b071" providerId="LiveId" clId="{BB3CD2EA-10E7-4B7D-89DE-89241959B4B3}" dt="2023-06-07T20:46:00.471" v="3891" actId="1076"/>
          <ac:picMkLst>
            <pc:docMk/>
            <pc:sldMk cId="3076318124" sldId="2522"/>
            <ac:picMk id="9" creationId="{215CC8C9-3808-7AE7-CB8D-87559740D362}"/>
          </ac:picMkLst>
        </pc:picChg>
      </pc:sldChg>
      <pc:sldChg chg="addSp delSp modSp add mod ord modAnim">
        <pc:chgData name="Owais Ahmed" userId="6abc7d4556b3b071" providerId="LiveId" clId="{BB3CD2EA-10E7-4B7D-89DE-89241959B4B3}" dt="2023-06-07T20:52:33.133" v="4577" actId="20577"/>
        <pc:sldMkLst>
          <pc:docMk/>
          <pc:sldMk cId="3806833476" sldId="2523"/>
        </pc:sldMkLst>
        <pc:spChg chg="mod">
          <ac:chgData name="Owais Ahmed" userId="6abc7d4556b3b071" providerId="LiveId" clId="{BB3CD2EA-10E7-4B7D-89DE-89241959B4B3}" dt="2023-06-07T20:52:33.133" v="4577" actId="20577"/>
          <ac:spMkLst>
            <pc:docMk/>
            <pc:sldMk cId="3806833476" sldId="2523"/>
            <ac:spMk id="3" creationId="{4A1C0383-58FE-E486-295E-B33B8683B938}"/>
          </ac:spMkLst>
        </pc:spChg>
        <pc:picChg chg="add del">
          <ac:chgData name="Owais Ahmed" userId="6abc7d4556b3b071" providerId="LiveId" clId="{BB3CD2EA-10E7-4B7D-89DE-89241959B4B3}" dt="2023-06-07T20:48:10.958" v="4154" actId="478"/>
          <ac:picMkLst>
            <pc:docMk/>
            <pc:sldMk cId="3806833476" sldId="2523"/>
            <ac:picMk id="5" creationId="{4204D357-F2E7-CA5E-F17D-F1BF5E708759}"/>
          </ac:picMkLst>
        </pc:picChg>
        <pc:picChg chg="add mod ord">
          <ac:chgData name="Owais Ahmed" userId="6abc7d4556b3b071" providerId="LiveId" clId="{BB3CD2EA-10E7-4B7D-89DE-89241959B4B3}" dt="2023-06-07T20:51:14.909" v="4447" actId="166"/>
          <ac:picMkLst>
            <pc:docMk/>
            <pc:sldMk cId="3806833476" sldId="2523"/>
            <ac:picMk id="7" creationId="{00DFA45E-E503-4641-EF7B-8B8105D87175}"/>
          </ac:picMkLst>
        </pc:picChg>
        <pc:picChg chg="add mod">
          <ac:chgData name="Owais Ahmed" userId="6abc7d4556b3b071" providerId="LiveId" clId="{BB3CD2EA-10E7-4B7D-89DE-89241959B4B3}" dt="2023-06-07T20:51:19.390" v="4448" actId="1076"/>
          <ac:picMkLst>
            <pc:docMk/>
            <pc:sldMk cId="3806833476" sldId="2523"/>
            <ac:picMk id="9" creationId="{DD43AD68-5C53-50D8-BF9C-26CA2951431D}"/>
          </ac:picMkLst>
        </pc:picChg>
      </pc:sldChg>
      <pc:sldChg chg="delSp modSp add mod delAnim modAnim">
        <pc:chgData name="Owais Ahmed" userId="6abc7d4556b3b071" providerId="LiveId" clId="{BB3CD2EA-10E7-4B7D-89DE-89241959B4B3}" dt="2023-06-07T20:59:35.040" v="5048" actId="20577"/>
        <pc:sldMkLst>
          <pc:docMk/>
          <pc:sldMk cId="2703326997" sldId="2524"/>
        </pc:sldMkLst>
        <pc:spChg chg="mod">
          <ac:chgData name="Owais Ahmed" userId="6abc7d4556b3b071" providerId="LiveId" clId="{BB3CD2EA-10E7-4B7D-89DE-89241959B4B3}" dt="2023-06-07T20:59:35.040" v="5048" actId="20577"/>
          <ac:spMkLst>
            <pc:docMk/>
            <pc:sldMk cId="2703326997" sldId="2524"/>
            <ac:spMk id="3" creationId="{4A1C0383-58FE-E486-295E-B33B8683B938}"/>
          </ac:spMkLst>
        </pc:spChg>
        <pc:picChg chg="del">
          <ac:chgData name="Owais Ahmed" userId="6abc7d4556b3b071" providerId="LiveId" clId="{BB3CD2EA-10E7-4B7D-89DE-89241959B4B3}" dt="2023-06-07T20:52:39.278" v="4579" actId="478"/>
          <ac:picMkLst>
            <pc:docMk/>
            <pc:sldMk cId="2703326997" sldId="2524"/>
            <ac:picMk id="7" creationId="{00DFA45E-E503-4641-EF7B-8B8105D87175}"/>
          </ac:picMkLst>
        </pc:picChg>
        <pc:picChg chg="del">
          <ac:chgData name="Owais Ahmed" userId="6abc7d4556b3b071" providerId="LiveId" clId="{BB3CD2EA-10E7-4B7D-89DE-89241959B4B3}" dt="2023-06-07T20:52:40.594" v="4580" actId="478"/>
          <ac:picMkLst>
            <pc:docMk/>
            <pc:sldMk cId="2703326997" sldId="2524"/>
            <ac:picMk id="9" creationId="{DD43AD68-5C53-50D8-BF9C-26CA2951431D}"/>
          </ac:picMkLst>
        </pc:picChg>
      </pc:sldChg>
      <pc:sldChg chg="modSp add mod addAnim delAnim modAnim">
        <pc:chgData name="Owais Ahmed" userId="6abc7d4556b3b071" providerId="LiveId" clId="{BB3CD2EA-10E7-4B7D-89DE-89241959B4B3}" dt="2023-06-07T21:13:21.469" v="5518" actId="27636"/>
        <pc:sldMkLst>
          <pc:docMk/>
          <pc:sldMk cId="478407460" sldId="2525"/>
        </pc:sldMkLst>
        <pc:spChg chg="mod">
          <ac:chgData name="Owais Ahmed" userId="6abc7d4556b3b071" providerId="LiveId" clId="{BB3CD2EA-10E7-4B7D-89DE-89241959B4B3}" dt="2023-06-07T21:13:21.469" v="5518" actId="27636"/>
          <ac:spMkLst>
            <pc:docMk/>
            <pc:sldMk cId="478407460" sldId="2525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B3CD2EA-10E7-4B7D-89DE-89241959B4B3}" dt="2023-06-07T22:16:49.982" v="8240" actId="27636"/>
        <pc:sldMkLst>
          <pc:docMk/>
          <pc:sldMk cId="470220948" sldId="2526"/>
        </pc:sldMkLst>
        <pc:spChg chg="mod">
          <ac:chgData name="Owais Ahmed" userId="6abc7d4556b3b071" providerId="LiveId" clId="{BB3CD2EA-10E7-4B7D-89DE-89241959B4B3}" dt="2023-06-07T22:16:49.982" v="8240" actId="27636"/>
          <ac:spMkLst>
            <pc:docMk/>
            <pc:sldMk cId="470220948" sldId="2526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B3CD2EA-10E7-4B7D-89DE-89241959B4B3}" dt="2023-06-07T22:16:23.804" v="8210" actId="27636"/>
        <pc:sldMkLst>
          <pc:docMk/>
          <pc:sldMk cId="2308561236" sldId="2527"/>
        </pc:sldMkLst>
        <pc:spChg chg="mod">
          <ac:chgData name="Owais Ahmed" userId="6abc7d4556b3b071" providerId="LiveId" clId="{BB3CD2EA-10E7-4B7D-89DE-89241959B4B3}" dt="2023-06-07T22:16:23.804" v="8210" actId="27636"/>
          <ac:spMkLst>
            <pc:docMk/>
            <pc:sldMk cId="2308561236" sldId="2527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B3CD2EA-10E7-4B7D-89DE-89241959B4B3}" dt="2023-06-07T21:39:01.742" v="6566" actId="27636"/>
        <pc:sldMkLst>
          <pc:docMk/>
          <pc:sldMk cId="475937064" sldId="2528"/>
        </pc:sldMkLst>
        <pc:spChg chg="mod">
          <ac:chgData name="Owais Ahmed" userId="6abc7d4556b3b071" providerId="LiveId" clId="{BB3CD2EA-10E7-4B7D-89DE-89241959B4B3}" dt="2023-06-07T21:39:01.742" v="6566" actId="27636"/>
          <ac:spMkLst>
            <pc:docMk/>
            <pc:sldMk cId="475937064" sldId="2528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B3CD2EA-10E7-4B7D-89DE-89241959B4B3}" dt="2023-06-07T21:57:48.932" v="7225" actId="20577"/>
        <pc:sldMkLst>
          <pc:docMk/>
          <pc:sldMk cId="1195808722" sldId="2529"/>
        </pc:sldMkLst>
        <pc:spChg chg="mod">
          <ac:chgData name="Owais Ahmed" userId="6abc7d4556b3b071" providerId="LiveId" clId="{BB3CD2EA-10E7-4B7D-89DE-89241959B4B3}" dt="2023-06-07T21:57:48.932" v="7225" actId="20577"/>
          <ac:spMkLst>
            <pc:docMk/>
            <pc:sldMk cId="1195808722" sldId="2529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B3CD2EA-10E7-4B7D-89DE-89241959B4B3}" dt="2023-06-07T21:46:51.695" v="6843" actId="20577"/>
        <pc:sldMkLst>
          <pc:docMk/>
          <pc:sldMk cId="1612843597" sldId="2530"/>
        </pc:sldMkLst>
        <pc:spChg chg="mod">
          <ac:chgData name="Owais Ahmed" userId="6abc7d4556b3b071" providerId="LiveId" clId="{BB3CD2EA-10E7-4B7D-89DE-89241959B4B3}" dt="2023-06-07T21:46:51.695" v="6843" actId="20577"/>
          <ac:spMkLst>
            <pc:docMk/>
            <pc:sldMk cId="1612843597" sldId="2530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BB3CD2EA-10E7-4B7D-89DE-89241959B4B3}" dt="2023-06-07T22:05:28.419" v="7971"/>
        <pc:sldMkLst>
          <pc:docMk/>
          <pc:sldMk cId="467265299" sldId="2531"/>
        </pc:sldMkLst>
        <pc:spChg chg="mod">
          <ac:chgData name="Owais Ahmed" userId="6abc7d4556b3b071" providerId="LiveId" clId="{BB3CD2EA-10E7-4B7D-89DE-89241959B4B3}" dt="2023-06-07T22:05:22.018" v="7970" actId="20577"/>
          <ac:spMkLst>
            <pc:docMk/>
            <pc:sldMk cId="467265299" sldId="2531"/>
            <ac:spMk id="3" creationId="{4A1C0383-58FE-E486-295E-B33B8683B938}"/>
          </ac:spMkLst>
        </pc:spChg>
        <pc:picChg chg="add mod">
          <ac:chgData name="Owais Ahmed" userId="6abc7d4556b3b071" providerId="LiveId" clId="{BB3CD2EA-10E7-4B7D-89DE-89241959B4B3}" dt="2023-06-07T22:04:02.032" v="7923" actId="1076"/>
          <ac:picMkLst>
            <pc:docMk/>
            <pc:sldMk cId="467265299" sldId="2531"/>
            <ac:picMk id="1026" creationId="{56C7A1FB-815C-424B-909D-602C0F45533C}"/>
          </ac:picMkLst>
        </pc:picChg>
      </pc:sldChg>
      <pc:sldChg chg="modSp add mod ord modAnim">
        <pc:chgData name="Owais Ahmed" userId="6abc7d4556b3b071" providerId="LiveId" clId="{BB3CD2EA-10E7-4B7D-89DE-89241959B4B3}" dt="2023-06-07T22:20:20.394" v="8377" actId="20577"/>
        <pc:sldMkLst>
          <pc:docMk/>
          <pc:sldMk cId="1133534393" sldId="2532"/>
        </pc:sldMkLst>
        <pc:spChg chg="mod">
          <ac:chgData name="Owais Ahmed" userId="6abc7d4556b3b071" providerId="LiveId" clId="{BB3CD2EA-10E7-4B7D-89DE-89241959B4B3}" dt="2023-06-07T22:20:20.394" v="8377" actId="20577"/>
          <ac:spMkLst>
            <pc:docMk/>
            <pc:sldMk cId="1133534393" sldId="2532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F2F5802D-354D-407D-8D81-A3C636993E9B}"/>
    <pc:docChg chg="undo redo custSel addSld modSld">
      <pc:chgData name="Owais Ahmed" userId="6abc7d4556b3b071" providerId="LiveId" clId="{F2F5802D-354D-407D-8D81-A3C636993E9B}" dt="2023-05-25T09:32:15.877" v="3973" actId="27636"/>
      <pc:docMkLst>
        <pc:docMk/>
      </pc:docMkLst>
      <pc:sldChg chg="modSp mod">
        <pc:chgData name="Owais Ahmed" userId="6abc7d4556b3b071" providerId="LiveId" clId="{F2F5802D-354D-407D-8D81-A3C636993E9B}" dt="2023-05-25T07:17:40.690" v="2369" actId="20577"/>
        <pc:sldMkLst>
          <pc:docMk/>
          <pc:sldMk cId="1649098948" sldId="2462"/>
        </pc:sldMkLst>
        <pc:spChg chg="mod">
          <ac:chgData name="Owais Ahmed" userId="6abc7d4556b3b071" providerId="LiveId" clId="{F2F5802D-354D-407D-8D81-A3C636993E9B}" dt="2023-05-25T07:17:40.690" v="236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mod modAnim">
        <pc:chgData name="Owais Ahmed" userId="6abc7d4556b3b071" providerId="LiveId" clId="{F2F5802D-354D-407D-8D81-A3C636993E9B}" dt="2023-05-25T09:32:15.877" v="3973" actId="27636"/>
        <pc:sldMkLst>
          <pc:docMk/>
          <pc:sldMk cId="2508916948" sldId="2508"/>
        </pc:sldMkLst>
        <pc:spChg chg="mod">
          <ac:chgData name="Owais Ahmed" userId="6abc7d4556b3b071" providerId="LiveId" clId="{F2F5802D-354D-407D-8D81-A3C636993E9B}" dt="2023-05-25T09:32:15.877" v="3973" actId="27636"/>
          <ac:spMkLst>
            <pc:docMk/>
            <pc:sldMk cId="2508916948" sldId="2508"/>
            <ac:spMk id="3" creationId="{4A1C0383-58FE-E486-295E-B33B8683B938}"/>
          </ac:spMkLst>
        </pc:spChg>
      </pc:sldChg>
      <pc:sldChg chg="modAnim">
        <pc:chgData name="Owais Ahmed" userId="6abc7d4556b3b071" providerId="LiveId" clId="{F2F5802D-354D-407D-8D81-A3C636993E9B}" dt="2023-05-25T07:08:41.865" v="2174"/>
        <pc:sldMkLst>
          <pc:docMk/>
          <pc:sldMk cId="1296916818" sldId="2519"/>
        </pc:sldMkLst>
      </pc:sldChg>
      <pc:sldChg chg="modAnim">
        <pc:chgData name="Owais Ahmed" userId="6abc7d4556b3b071" providerId="LiveId" clId="{F2F5802D-354D-407D-8D81-A3C636993E9B}" dt="2023-05-25T07:08:50.635" v="2175"/>
        <pc:sldMkLst>
          <pc:docMk/>
          <pc:sldMk cId="1014548738" sldId="2520"/>
        </pc:sldMkLst>
      </pc:sldChg>
      <pc:sldChg chg="modSp modAnim">
        <pc:chgData name="Owais Ahmed" userId="6abc7d4556b3b071" providerId="LiveId" clId="{F2F5802D-354D-407D-8D81-A3C636993E9B}" dt="2023-05-25T07:09:21.099" v="2177"/>
        <pc:sldMkLst>
          <pc:docMk/>
          <pc:sldMk cId="81605483" sldId="2523"/>
        </pc:sldMkLst>
        <pc:spChg chg="mod">
          <ac:chgData name="Owais Ahmed" userId="6abc7d4556b3b071" providerId="LiveId" clId="{F2F5802D-354D-407D-8D81-A3C636993E9B}" dt="2023-05-22T06:14:30.508" v="356" actId="20577"/>
          <ac:spMkLst>
            <pc:docMk/>
            <pc:sldMk cId="81605483" sldId="2523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F2F5802D-354D-407D-8D81-A3C636993E9B}" dt="2023-05-22T06:32:41.632" v="777" actId="20577"/>
        <pc:sldMkLst>
          <pc:docMk/>
          <pc:sldMk cId="601257443" sldId="2524"/>
        </pc:sldMkLst>
        <pc:spChg chg="mod">
          <ac:chgData name="Owais Ahmed" userId="6abc7d4556b3b071" providerId="LiveId" clId="{F2F5802D-354D-407D-8D81-A3C636993E9B}" dt="2023-05-22T06:32:41.632" v="777" actId="20577"/>
          <ac:spMkLst>
            <pc:docMk/>
            <pc:sldMk cId="601257443" sldId="2524"/>
            <ac:spMk id="3" creationId="{4A1C0383-58FE-E486-295E-B33B8683B938}"/>
          </ac:spMkLst>
        </pc:spChg>
        <pc:spChg chg="add mod">
          <ac:chgData name="Owais Ahmed" userId="6abc7d4556b3b071" providerId="LiveId" clId="{F2F5802D-354D-407D-8D81-A3C636993E9B}" dt="2023-05-22T06:29:29.990" v="569" actId="21"/>
          <ac:spMkLst>
            <pc:docMk/>
            <pc:sldMk cId="601257443" sldId="2524"/>
            <ac:spMk id="5" creationId="{9FA844E9-FC49-56DE-9B36-E953401DB884}"/>
          </ac:spMkLst>
        </pc:spChg>
      </pc:sldChg>
      <pc:sldChg chg="modSp modAnim">
        <pc:chgData name="Owais Ahmed" userId="6abc7d4556b3b071" providerId="LiveId" clId="{F2F5802D-354D-407D-8D81-A3C636993E9B}" dt="2023-05-25T08:37:45.733" v="3059"/>
        <pc:sldMkLst>
          <pc:docMk/>
          <pc:sldMk cId="875869451" sldId="2526"/>
        </pc:sldMkLst>
        <pc:spChg chg="mod">
          <ac:chgData name="Owais Ahmed" userId="6abc7d4556b3b071" providerId="LiveId" clId="{F2F5802D-354D-407D-8D81-A3C636993E9B}" dt="2023-05-25T08:37:45.733" v="3059"/>
          <ac:spMkLst>
            <pc:docMk/>
            <pc:sldMk cId="875869451" sldId="2526"/>
            <ac:spMk id="3" creationId="{4A1C0383-58FE-E486-295E-B33B8683B938}"/>
          </ac:spMkLst>
        </pc:spChg>
      </pc:sldChg>
      <pc:sldChg chg="modAnim">
        <pc:chgData name="Owais Ahmed" userId="6abc7d4556b3b071" providerId="LiveId" clId="{F2F5802D-354D-407D-8D81-A3C636993E9B}" dt="2023-05-25T07:09:30.657" v="2178"/>
        <pc:sldMkLst>
          <pc:docMk/>
          <pc:sldMk cId="4066448691" sldId="2527"/>
        </pc:sldMkLst>
      </pc:sldChg>
      <pc:sldChg chg="modSp mod modAnim">
        <pc:chgData name="Owais Ahmed" userId="6abc7d4556b3b071" providerId="LiveId" clId="{F2F5802D-354D-407D-8D81-A3C636993E9B}" dt="2023-05-25T08:37:38.200" v="3058" actId="27636"/>
        <pc:sldMkLst>
          <pc:docMk/>
          <pc:sldMk cId="2793464527" sldId="2528"/>
        </pc:sldMkLst>
        <pc:spChg chg="mod">
          <ac:chgData name="Owais Ahmed" userId="6abc7d4556b3b071" providerId="LiveId" clId="{F2F5802D-354D-407D-8D81-A3C636993E9B}" dt="2023-05-25T08:37:38.200" v="3058" actId="27636"/>
          <ac:spMkLst>
            <pc:docMk/>
            <pc:sldMk cId="2793464527" sldId="2528"/>
            <ac:spMk id="3" creationId="{4A1C0383-58FE-E486-295E-B33B8683B938}"/>
          </ac:spMkLst>
        </pc:spChg>
      </pc:sldChg>
      <pc:sldChg chg="modAnim">
        <pc:chgData name="Owais Ahmed" userId="6abc7d4556b3b071" providerId="LiveId" clId="{F2F5802D-354D-407D-8D81-A3C636993E9B}" dt="2023-05-25T07:09:37.119" v="2179"/>
        <pc:sldMkLst>
          <pc:docMk/>
          <pc:sldMk cId="1629157134" sldId="2529"/>
        </pc:sldMkLst>
      </pc:sldChg>
      <pc:sldChg chg="modAnim">
        <pc:chgData name="Owais Ahmed" userId="6abc7d4556b3b071" providerId="LiveId" clId="{F2F5802D-354D-407D-8D81-A3C636993E9B}" dt="2023-05-25T07:09:39.447" v="2180"/>
        <pc:sldMkLst>
          <pc:docMk/>
          <pc:sldMk cId="3744298312" sldId="2530"/>
        </pc:sldMkLst>
      </pc:sldChg>
      <pc:sldChg chg="modAnim">
        <pc:chgData name="Owais Ahmed" userId="6abc7d4556b3b071" providerId="LiveId" clId="{F2F5802D-354D-407D-8D81-A3C636993E9B}" dt="2023-05-25T07:09:42.805" v="2181"/>
        <pc:sldMkLst>
          <pc:docMk/>
          <pc:sldMk cId="1019156805" sldId="2531"/>
        </pc:sldMkLst>
      </pc:sldChg>
      <pc:sldChg chg="modAnim">
        <pc:chgData name="Owais Ahmed" userId="6abc7d4556b3b071" providerId="LiveId" clId="{F2F5802D-354D-407D-8D81-A3C636993E9B}" dt="2023-05-25T07:09:47.159" v="2182"/>
        <pc:sldMkLst>
          <pc:docMk/>
          <pc:sldMk cId="1746260340" sldId="2532"/>
        </pc:sldMkLst>
      </pc:sldChg>
      <pc:sldChg chg="modSp mod modAnim">
        <pc:chgData name="Owais Ahmed" userId="6abc7d4556b3b071" providerId="LiveId" clId="{F2F5802D-354D-407D-8D81-A3C636993E9B}" dt="2023-05-25T09:09:16.597" v="3474" actId="20577"/>
        <pc:sldMkLst>
          <pc:docMk/>
          <pc:sldMk cId="1841206640" sldId="2534"/>
        </pc:sldMkLst>
        <pc:spChg chg="mod">
          <ac:chgData name="Owais Ahmed" userId="6abc7d4556b3b071" providerId="LiveId" clId="{F2F5802D-354D-407D-8D81-A3C636993E9B}" dt="2023-05-25T09:09:16.597" v="3474" actId="20577"/>
          <ac:spMkLst>
            <pc:docMk/>
            <pc:sldMk cId="1841206640" sldId="2534"/>
            <ac:spMk id="3" creationId="{4A1C0383-58FE-E486-295E-B33B8683B938}"/>
          </ac:spMkLst>
        </pc:spChg>
      </pc:sldChg>
      <pc:sldChg chg="modSp">
        <pc:chgData name="Owais Ahmed" userId="6abc7d4556b3b071" providerId="LiveId" clId="{F2F5802D-354D-407D-8D81-A3C636993E9B}" dt="2023-05-25T09:06:40.678" v="3089" actId="20577"/>
        <pc:sldMkLst>
          <pc:docMk/>
          <pc:sldMk cId="3044777693" sldId="2536"/>
        </pc:sldMkLst>
        <pc:spChg chg="mod">
          <ac:chgData name="Owais Ahmed" userId="6abc7d4556b3b071" providerId="LiveId" clId="{F2F5802D-354D-407D-8D81-A3C636993E9B}" dt="2023-05-25T09:06:40.678" v="3089" actId="20577"/>
          <ac:spMkLst>
            <pc:docMk/>
            <pc:sldMk cId="3044777693" sldId="2536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F2F5802D-354D-407D-8D81-A3C636993E9B}" dt="2023-05-25T06:32:28.055" v="1398" actId="20577"/>
        <pc:sldMkLst>
          <pc:docMk/>
          <pc:sldMk cId="962106567" sldId="2537"/>
        </pc:sldMkLst>
        <pc:spChg chg="mod">
          <ac:chgData name="Owais Ahmed" userId="6abc7d4556b3b071" providerId="LiveId" clId="{F2F5802D-354D-407D-8D81-A3C636993E9B}" dt="2023-05-25T06:32:28.055" v="1398" actId="20577"/>
          <ac:spMkLst>
            <pc:docMk/>
            <pc:sldMk cId="962106567" sldId="2537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F2F5802D-354D-407D-8D81-A3C636993E9B}" dt="2023-05-25T07:12:56.270" v="2351"/>
        <pc:sldMkLst>
          <pc:docMk/>
          <pc:sldMk cId="818698008" sldId="2538"/>
        </pc:sldMkLst>
        <pc:spChg chg="mod">
          <ac:chgData name="Owais Ahmed" userId="6abc7d4556b3b071" providerId="LiveId" clId="{F2F5802D-354D-407D-8D81-A3C636993E9B}" dt="2023-05-25T07:12:51.649" v="2350" actId="27636"/>
          <ac:spMkLst>
            <pc:docMk/>
            <pc:sldMk cId="818698008" sldId="2538"/>
            <ac:spMk id="3" creationId="{4A1C0383-58FE-E486-295E-B33B8683B938}"/>
          </ac:spMkLst>
        </pc:spChg>
        <pc:spChg chg="add mod">
          <ac:chgData name="Owais Ahmed" userId="6abc7d4556b3b071" providerId="LiveId" clId="{F2F5802D-354D-407D-8D81-A3C636993E9B}" dt="2023-05-25T07:12:48.308" v="2348" actId="1076"/>
          <ac:spMkLst>
            <pc:docMk/>
            <pc:sldMk cId="818698008" sldId="2538"/>
            <ac:spMk id="5" creationId="{AF0E53FD-D06B-900F-EE80-3951D3129C9F}"/>
          </ac:spMkLst>
        </pc:spChg>
        <pc:spChg chg="mod">
          <ac:chgData name="Owais Ahmed" userId="6abc7d4556b3b071" providerId="LiveId" clId="{F2F5802D-354D-407D-8D81-A3C636993E9B}" dt="2023-05-25T06:32:43.772" v="1419" actId="20577"/>
          <ac:spMkLst>
            <pc:docMk/>
            <pc:sldMk cId="818698008" sldId="2538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F2F5802D-354D-407D-8D81-A3C636993E9B}" dt="2023-05-25T09:05:41.537" v="3084" actId="113"/>
        <pc:sldMkLst>
          <pc:docMk/>
          <pc:sldMk cId="2712496299" sldId="2539"/>
        </pc:sldMkLst>
        <pc:spChg chg="mod">
          <ac:chgData name="Owais Ahmed" userId="6abc7d4556b3b071" providerId="LiveId" clId="{F2F5802D-354D-407D-8D81-A3C636993E9B}" dt="2023-05-25T09:05:41.537" v="3084" actId="113"/>
          <ac:spMkLst>
            <pc:docMk/>
            <pc:sldMk cId="2712496299" sldId="2539"/>
            <ac:spMk id="3" creationId="{4A1C0383-58FE-E486-295E-B33B8683B938}"/>
          </ac:spMkLst>
        </pc:spChg>
        <pc:spChg chg="mod">
          <ac:chgData name="Owais Ahmed" userId="6abc7d4556b3b071" providerId="LiveId" clId="{F2F5802D-354D-407D-8D81-A3C636993E9B}" dt="2023-05-25T07:21:28.892" v="2728" actId="20577"/>
          <ac:spMkLst>
            <pc:docMk/>
            <pc:sldMk cId="2712496299" sldId="2539"/>
            <ac:spMk id="215" creationId="{00000000-0000-0000-0000-000000000000}"/>
          </ac:spMkLst>
        </pc:spChg>
      </pc:sldChg>
      <pc:sldChg chg="addSp delSp modSp add mod modAnim">
        <pc:chgData name="Owais Ahmed" userId="6abc7d4556b3b071" providerId="LiveId" clId="{F2F5802D-354D-407D-8D81-A3C636993E9B}" dt="2023-05-25T07:26:20.508" v="2786" actId="20577"/>
        <pc:sldMkLst>
          <pc:docMk/>
          <pc:sldMk cId="1660717226" sldId="2540"/>
        </pc:sldMkLst>
        <pc:spChg chg="mod">
          <ac:chgData name="Owais Ahmed" userId="6abc7d4556b3b071" providerId="LiveId" clId="{F2F5802D-354D-407D-8D81-A3C636993E9B}" dt="2023-05-25T07:20:04.909" v="2687" actId="20577"/>
          <ac:spMkLst>
            <pc:docMk/>
            <pc:sldMk cId="1660717226" sldId="2540"/>
            <ac:spMk id="3" creationId="{4A1C0383-58FE-E486-295E-B33B8683B938}"/>
          </ac:spMkLst>
        </pc:spChg>
        <pc:spChg chg="mod">
          <ac:chgData name="Owais Ahmed" userId="6abc7d4556b3b071" providerId="LiveId" clId="{F2F5802D-354D-407D-8D81-A3C636993E9B}" dt="2023-05-25T07:20:59.707" v="2711"/>
          <ac:spMkLst>
            <pc:docMk/>
            <pc:sldMk cId="1660717226" sldId="2540"/>
            <ac:spMk id="5" creationId="{AF0E53FD-D06B-900F-EE80-3951D3129C9F}"/>
          </ac:spMkLst>
        </pc:spChg>
        <pc:spChg chg="add del mod">
          <ac:chgData name="Owais Ahmed" userId="6abc7d4556b3b071" providerId="LiveId" clId="{F2F5802D-354D-407D-8D81-A3C636993E9B}" dt="2023-05-25T07:18:45.571" v="2502" actId="478"/>
          <ac:spMkLst>
            <pc:docMk/>
            <pc:sldMk cId="1660717226" sldId="2540"/>
            <ac:spMk id="6" creationId="{A12BB30C-02CA-79C4-86ED-EB93F07CBC59}"/>
          </ac:spMkLst>
        </pc:spChg>
        <pc:spChg chg="add del">
          <ac:chgData name="Owais Ahmed" userId="6abc7d4556b3b071" providerId="LiveId" clId="{F2F5802D-354D-407D-8D81-A3C636993E9B}" dt="2023-05-25T07:21:00.881" v="2712" actId="22"/>
          <ac:spMkLst>
            <pc:docMk/>
            <pc:sldMk cId="1660717226" sldId="2540"/>
            <ac:spMk id="8" creationId="{010214A6-6E21-2474-5131-630026FD85C3}"/>
          </ac:spMkLst>
        </pc:spChg>
        <pc:spChg chg="mod">
          <ac:chgData name="Owais Ahmed" userId="6abc7d4556b3b071" providerId="LiveId" clId="{F2F5802D-354D-407D-8D81-A3C636993E9B}" dt="2023-05-25T07:26:20.508" v="2786" actId="20577"/>
          <ac:spMkLst>
            <pc:docMk/>
            <pc:sldMk cId="1660717226" sldId="2540"/>
            <ac:spMk id="215" creationId="{00000000-0000-0000-0000-000000000000}"/>
          </ac:spMkLst>
        </pc:spChg>
      </pc:sldChg>
      <pc:sldChg chg="add">
        <pc:chgData name="Owais Ahmed" userId="6abc7d4556b3b071" providerId="LiveId" clId="{F2F5802D-354D-407D-8D81-A3C636993E9B}" dt="2023-05-25T07:20:11.163" v="2688" actId="2890"/>
        <pc:sldMkLst>
          <pc:docMk/>
          <pc:sldMk cId="747134569" sldId="2541"/>
        </pc:sldMkLst>
      </pc:sldChg>
      <pc:sldChg chg="addSp delSp modSp add mod modAnim">
        <pc:chgData name="Owais Ahmed" userId="6abc7d4556b3b071" providerId="LiveId" clId="{F2F5802D-354D-407D-8D81-A3C636993E9B}" dt="2023-05-25T07:27:54.469" v="3053" actId="20577"/>
        <pc:sldMkLst>
          <pc:docMk/>
          <pc:sldMk cId="2657552081" sldId="2542"/>
        </pc:sldMkLst>
        <pc:spChg chg="mod">
          <ac:chgData name="Owais Ahmed" userId="6abc7d4556b3b071" providerId="LiveId" clId="{F2F5802D-354D-407D-8D81-A3C636993E9B}" dt="2023-05-25T07:27:54.469" v="3053" actId="20577"/>
          <ac:spMkLst>
            <pc:docMk/>
            <pc:sldMk cId="2657552081" sldId="2542"/>
            <ac:spMk id="3" creationId="{4A1C0383-58FE-E486-295E-B33B8683B938}"/>
          </ac:spMkLst>
        </pc:spChg>
        <pc:spChg chg="mod">
          <ac:chgData name="Owais Ahmed" userId="6abc7d4556b3b071" providerId="LiveId" clId="{F2F5802D-354D-407D-8D81-A3C636993E9B}" dt="2023-05-25T07:27:20.529" v="2910" actId="1076"/>
          <ac:spMkLst>
            <pc:docMk/>
            <pc:sldMk cId="2657552081" sldId="2542"/>
            <ac:spMk id="5" creationId="{AF0E53FD-D06B-900F-EE80-3951D3129C9F}"/>
          </ac:spMkLst>
        </pc:spChg>
        <pc:spChg chg="add del mod">
          <ac:chgData name="Owais Ahmed" userId="6abc7d4556b3b071" providerId="LiveId" clId="{F2F5802D-354D-407D-8D81-A3C636993E9B}" dt="2023-05-25T07:27:16.354" v="2909" actId="478"/>
          <ac:spMkLst>
            <pc:docMk/>
            <pc:sldMk cId="2657552081" sldId="2542"/>
            <ac:spMk id="6" creationId="{C093E565-106C-7086-3378-A1BC4772F49A}"/>
          </ac:spMkLst>
        </pc:spChg>
        <pc:spChg chg="mod">
          <ac:chgData name="Owais Ahmed" userId="6abc7d4556b3b071" providerId="LiveId" clId="{F2F5802D-354D-407D-8D81-A3C636993E9B}" dt="2023-05-25T07:26:28.245" v="2802" actId="20577"/>
          <ac:spMkLst>
            <pc:docMk/>
            <pc:sldMk cId="2657552081" sldId="2542"/>
            <ac:spMk id="215" creationId="{00000000-0000-0000-0000-000000000000}"/>
          </ac:spMkLst>
        </pc:spChg>
      </pc:sldChg>
      <pc:sldChg chg="delSp modSp add mod delAnim modAnim">
        <pc:chgData name="Owais Ahmed" userId="6abc7d4556b3b071" providerId="LiveId" clId="{F2F5802D-354D-407D-8D81-A3C636993E9B}" dt="2023-05-25T09:14:12.838" v="3808" actId="20577"/>
        <pc:sldMkLst>
          <pc:docMk/>
          <pc:sldMk cId="864876933" sldId="2543"/>
        </pc:sldMkLst>
        <pc:spChg chg="mod">
          <ac:chgData name="Owais Ahmed" userId="6abc7d4556b3b071" providerId="LiveId" clId="{F2F5802D-354D-407D-8D81-A3C636993E9B}" dt="2023-05-25T09:14:12.838" v="3808" actId="20577"/>
          <ac:spMkLst>
            <pc:docMk/>
            <pc:sldMk cId="864876933" sldId="2543"/>
            <ac:spMk id="3" creationId="{4A1C0383-58FE-E486-295E-B33B8683B938}"/>
          </ac:spMkLst>
        </pc:spChg>
        <pc:spChg chg="del">
          <ac:chgData name="Owais Ahmed" userId="6abc7d4556b3b071" providerId="LiveId" clId="{F2F5802D-354D-407D-8D81-A3C636993E9B}" dt="2023-05-25T09:10:00.716" v="3478" actId="478"/>
          <ac:spMkLst>
            <pc:docMk/>
            <pc:sldMk cId="864876933" sldId="2543"/>
            <ac:spMk id="5" creationId="{AF0E53FD-D06B-900F-EE80-3951D3129C9F}"/>
          </ac:spMkLst>
        </pc:spChg>
      </pc:sldChg>
    </pc:docChg>
  </pc:docChgLst>
  <pc:docChgLst>
    <pc:chgData name="Owais Ahmed" userId="6abc7d4556b3b071" providerId="LiveId" clId="{DC2C46C7-22A2-4A3D-883F-7F049058F57D}"/>
    <pc:docChg chg="undo redo custSel addSld delSld modSld sldOrd">
      <pc:chgData name="Owais Ahmed" userId="6abc7d4556b3b071" providerId="LiveId" clId="{DC2C46C7-22A2-4A3D-883F-7F049058F57D}" dt="2023-05-25T16:46:17.745" v="11075"/>
      <pc:docMkLst>
        <pc:docMk/>
      </pc:docMkLst>
      <pc:sldChg chg="modSp mod">
        <pc:chgData name="Owais Ahmed" userId="6abc7d4556b3b071" providerId="LiveId" clId="{DC2C46C7-22A2-4A3D-883F-7F049058F57D}" dt="2023-05-24T17:08:26.839" v="9219" actId="20577"/>
        <pc:sldMkLst>
          <pc:docMk/>
          <pc:sldMk cId="1649098948" sldId="2462"/>
        </pc:sldMkLst>
        <pc:spChg chg="mod">
          <ac:chgData name="Owais Ahmed" userId="6abc7d4556b3b071" providerId="LiveId" clId="{DC2C46C7-22A2-4A3D-883F-7F049058F57D}" dt="2023-05-24T17:08:26.839" v="921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DC2C46C7-22A2-4A3D-883F-7F049058F57D}" dt="2023-05-20T19:10:39.335" v="1249" actId="20577"/>
        <pc:sldMkLst>
          <pc:docMk/>
          <pc:sldMk cId="4001030377" sldId="2515"/>
        </pc:sldMkLst>
        <pc:spChg chg="mod">
          <ac:chgData name="Owais Ahmed" userId="6abc7d4556b3b071" providerId="LiveId" clId="{DC2C46C7-22A2-4A3D-883F-7F049058F57D}" dt="2023-05-20T19:10:39.335" v="1249" actId="20577"/>
          <ac:spMkLst>
            <pc:docMk/>
            <pc:sldMk cId="4001030377" sldId="2515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0T19:03:04.761" v="122" actId="20577"/>
          <ac:spMkLst>
            <pc:docMk/>
            <pc:sldMk cId="4001030377" sldId="2515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DC2C46C7-22A2-4A3D-883F-7F049058F57D}" dt="2023-05-20T19:10:23.998" v="1239" actId="20577"/>
        <pc:sldMkLst>
          <pc:docMk/>
          <pc:sldMk cId="1506516009" sldId="2516"/>
        </pc:sldMkLst>
        <pc:spChg chg="mod">
          <ac:chgData name="Owais Ahmed" userId="6abc7d4556b3b071" providerId="LiveId" clId="{DC2C46C7-22A2-4A3D-883F-7F049058F57D}" dt="2023-05-20T19:10:23.998" v="1239" actId="20577"/>
          <ac:spMkLst>
            <pc:docMk/>
            <pc:sldMk cId="1506516009" sldId="2516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0T19:06:53.558" v="780" actId="20577"/>
          <ac:spMkLst>
            <pc:docMk/>
            <pc:sldMk cId="1506516009" sldId="2516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DC2C46C7-22A2-4A3D-883F-7F049058F57D}" dt="2023-05-20T19:38:07.749" v="4010" actId="20577"/>
        <pc:sldMkLst>
          <pc:docMk/>
          <pc:sldMk cId="3601543426" sldId="2517"/>
        </pc:sldMkLst>
        <pc:spChg chg="mod">
          <ac:chgData name="Owais Ahmed" userId="6abc7d4556b3b071" providerId="LiveId" clId="{DC2C46C7-22A2-4A3D-883F-7F049058F57D}" dt="2023-05-20T19:38:07.749" v="4010" actId="20577"/>
          <ac:spMkLst>
            <pc:docMk/>
            <pc:sldMk cId="3601543426" sldId="2517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0T19:27:36.346" v="3149" actId="6549"/>
          <ac:spMkLst>
            <pc:docMk/>
            <pc:sldMk cId="3601543426" sldId="251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DC2C46C7-22A2-4A3D-883F-7F049058F57D}" dt="2023-05-20T19:38:26.935" v="4012" actId="20577"/>
        <pc:sldMkLst>
          <pc:docMk/>
          <pc:sldMk cId="2871443556" sldId="2518"/>
        </pc:sldMkLst>
        <pc:spChg chg="mod">
          <ac:chgData name="Owais Ahmed" userId="6abc7d4556b3b071" providerId="LiveId" clId="{DC2C46C7-22A2-4A3D-883F-7F049058F57D}" dt="2023-05-20T19:38:26.935" v="4012" actId="20577"/>
          <ac:spMkLst>
            <pc:docMk/>
            <pc:sldMk cId="2871443556" sldId="2518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0T19:30:29.044" v="3479" actId="20577"/>
          <ac:spMkLst>
            <pc:docMk/>
            <pc:sldMk cId="2871443556" sldId="2518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DC2C46C7-22A2-4A3D-883F-7F049058F57D}" dt="2023-05-20T19:42:41.448" v="4448" actId="20577"/>
        <pc:sldMkLst>
          <pc:docMk/>
          <pc:sldMk cId="1296916818" sldId="2519"/>
        </pc:sldMkLst>
        <pc:spChg chg="mod">
          <ac:chgData name="Owais Ahmed" userId="6abc7d4556b3b071" providerId="LiveId" clId="{DC2C46C7-22A2-4A3D-883F-7F049058F57D}" dt="2023-05-20T19:42:41.448" v="4448" actId="20577"/>
          <ac:spMkLst>
            <pc:docMk/>
            <pc:sldMk cId="1296916818" sldId="2519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DC2C46C7-22A2-4A3D-883F-7F049058F57D}" dt="2023-05-20T20:13:48.997" v="5782" actId="33524"/>
        <pc:sldMkLst>
          <pc:docMk/>
          <pc:sldMk cId="1014548738" sldId="2520"/>
        </pc:sldMkLst>
        <pc:spChg chg="mod">
          <ac:chgData name="Owais Ahmed" userId="6abc7d4556b3b071" providerId="LiveId" clId="{DC2C46C7-22A2-4A3D-883F-7F049058F57D}" dt="2023-05-20T20:13:48.997" v="5782" actId="33524"/>
          <ac:spMkLst>
            <pc:docMk/>
            <pc:sldMk cId="1014548738" sldId="2520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0T19:53:01.605" v="5101"/>
          <ac:spMkLst>
            <pc:docMk/>
            <pc:sldMk cId="1014548738" sldId="2520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DC2C46C7-22A2-4A3D-883F-7F049058F57D}" dt="2023-05-20T20:19:04.569" v="5937" actId="1076"/>
        <pc:sldMkLst>
          <pc:docMk/>
          <pc:sldMk cId="2203886764" sldId="2521"/>
        </pc:sldMkLst>
        <pc:spChg chg="del mod">
          <ac:chgData name="Owais Ahmed" userId="6abc7d4556b3b071" providerId="LiveId" clId="{DC2C46C7-22A2-4A3D-883F-7F049058F57D}" dt="2023-05-20T20:15:13.842" v="5786" actId="478"/>
          <ac:spMkLst>
            <pc:docMk/>
            <pc:sldMk cId="2203886764" sldId="2521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0T19:57:48.465" v="5556" actId="20577"/>
          <ac:spMkLst>
            <pc:docMk/>
            <pc:sldMk cId="2203886764" sldId="2521"/>
            <ac:spMk id="215" creationId="{00000000-0000-0000-0000-000000000000}"/>
          </ac:spMkLst>
        </pc:spChg>
        <pc:graphicFrameChg chg="add del mod modGraphic">
          <ac:chgData name="Owais Ahmed" userId="6abc7d4556b3b071" providerId="LiveId" clId="{DC2C46C7-22A2-4A3D-883F-7F049058F57D}" dt="2023-05-20T20:14:00.592" v="5783" actId="478"/>
          <ac:graphicFrameMkLst>
            <pc:docMk/>
            <pc:sldMk cId="2203886764" sldId="2521"/>
            <ac:graphicFrameMk id="4" creationId="{212CDD64-700A-8493-850D-74C4ECB1D9A5}"/>
          </ac:graphicFrameMkLst>
        </pc:graphicFrameChg>
        <pc:graphicFrameChg chg="add mod ord modGraphic">
          <ac:chgData name="Owais Ahmed" userId="6abc7d4556b3b071" providerId="LiveId" clId="{DC2C46C7-22A2-4A3D-883F-7F049058F57D}" dt="2023-05-20T20:19:04.569" v="5937" actId="1076"/>
          <ac:graphicFrameMkLst>
            <pc:docMk/>
            <pc:sldMk cId="2203886764" sldId="2521"/>
            <ac:graphicFrameMk id="5" creationId="{10D08672-FFE7-A6C7-D504-A88D452BD615}"/>
          </ac:graphicFrameMkLst>
        </pc:graphicFrameChg>
      </pc:sldChg>
      <pc:sldChg chg="modSp add mod ord modAnim">
        <pc:chgData name="Owais Ahmed" userId="6abc7d4556b3b071" providerId="LiveId" clId="{DC2C46C7-22A2-4A3D-883F-7F049058F57D}" dt="2023-05-20T21:00:56.584" v="6192" actId="20577"/>
        <pc:sldMkLst>
          <pc:docMk/>
          <pc:sldMk cId="2803296191" sldId="2522"/>
        </pc:sldMkLst>
        <pc:spChg chg="mod">
          <ac:chgData name="Owais Ahmed" userId="6abc7d4556b3b071" providerId="LiveId" clId="{DC2C46C7-22A2-4A3D-883F-7F049058F57D}" dt="2023-05-20T21:00:56.584" v="6192" actId="20577"/>
          <ac:spMkLst>
            <pc:docMk/>
            <pc:sldMk cId="2803296191" sldId="2522"/>
            <ac:spMk id="3" creationId="{4A1C0383-58FE-E486-295E-B33B8683B938}"/>
          </ac:spMkLst>
        </pc:spChg>
      </pc:sldChg>
      <pc:sldChg chg="modSp add mod ord modAnim">
        <pc:chgData name="Owais Ahmed" userId="6abc7d4556b3b071" providerId="LiveId" clId="{DC2C46C7-22A2-4A3D-883F-7F049058F57D}" dt="2023-05-25T16:46:17.745" v="11075"/>
        <pc:sldMkLst>
          <pc:docMk/>
          <pc:sldMk cId="81605483" sldId="2523"/>
        </pc:sldMkLst>
        <pc:spChg chg="mod">
          <ac:chgData name="Owais Ahmed" userId="6abc7d4556b3b071" providerId="LiveId" clId="{DC2C46C7-22A2-4A3D-883F-7F049058F57D}" dt="2023-05-21T07:23:17.275" v="6197" actId="20577"/>
          <ac:spMkLst>
            <pc:docMk/>
            <pc:sldMk cId="81605483" sldId="2523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1T07:23:13.383" v="6194"/>
          <ac:spMkLst>
            <pc:docMk/>
            <pc:sldMk cId="81605483" sldId="2523"/>
            <ac:spMk id="215" creationId="{00000000-0000-0000-0000-000000000000}"/>
          </ac:spMkLst>
        </pc:spChg>
      </pc:sldChg>
      <pc:sldChg chg="addSp delSp modSp mod modAnim modNotesTx">
        <pc:chgData name="Owais Ahmed" userId="6abc7d4556b3b071" providerId="LiveId" clId="{DC2C46C7-22A2-4A3D-883F-7F049058F57D}" dt="2023-05-24T16:36:30.133" v="7039" actId="20577"/>
        <pc:sldMkLst>
          <pc:docMk/>
          <pc:sldMk cId="601257443" sldId="2524"/>
        </pc:sldMkLst>
        <pc:spChg chg="mod">
          <ac:chgData name="Owais Ahmed" userId="6abc7d4556b3b071" providerId="LiveId" clId="{DC2C46C7-22A2-4A3D-883F-7F049058F57D}" dt="2023-05-24T16:29:32.390" v="6407" actId="20577"/>
          <ac:spMkLst>
            <pc:docMk/>
            <pc:sldMk cId="601257443" sldId="2524"/>
            <ac:spMk id="3" creationId="{4A1C0383-58FE-E486-295E-B33B8683B938}"/>
          </ac:spMkLst>
        </pc:spChg>
        <pc:spChg chg="del mod">
          <ac:chgData name="Owais Ahmed" userId="6abc7d4556b3b071" providerId="LiveId" clId="{DC2C46C7-22A2-4A3D-883F-7F049058F57D}" dt="2023-05-24T16:29:09.792" v="6404" actId="478"/>
          <ac:spMkLst>
            <pc:docMk/>
            <pc:sldMk cId="601257443" sldId="2524"/>
            <ac:spMk id="5" creationId="{9FA844E9-FC49-56DE-9B36-E953401DB884}"/>
          </ac:spMkLst>
        </pc:spChg>
        <pc:spChg chg="add mod">
          <ac:chgData name="Owais Ahmed" userId="6abc7d4556b3b071" providerId="LiveId" clId="{DC2C46C7-22A2-4A3D-883F-7F049058F57D}" dt="2023-05-24T16:35:52.133" v="6860" actId="20577"/>
          <ac:spMkLst>
            <pc:docMk/>
            <pc:sldMk cId="601257443" sldId="2524"/>
            <ac:spMk id="6" creationId="{7F1216D1-AF96-87A8-9DF8-873D5E92B973}"/>
          </ac:spMkLst>
        </pc:spChg>
      </pc:sldChg>
      <pc:sldChg chg="modSp add del mod modAnim">
        <pc:chgData name="Owais Ahmed" userId="6abc7d4556b3b071" providerId="LiveId" clId="{DC2C46C7-22A2-4A3D-883F-7F049058F57D}" dt="2023-05-24T16:26:08.217" v="6383" actId="2696"/>
        <pc:sldMkLst>
          <pc:docMk/>
          <pc:sldMk cId="1844657545" sldId="2525"/>
        </pc:sldMkLst>
        <pc:spChg chg="mod">
          <ac:chgData name="Owais Ahmed" userId="6abc7d4556b3b071" providerId="LiveId" clId="{DC2C46C7-22A2-4A3D-883F-7F049058F57D}" dt="2023-05-24T16:06:06.436" v="6307" actId="20577"/>
          <ac:spMkLst>
            <pc:docMk/>
            <pc:sldMk cId="1844657545" sldId="2525"/>
            <ac:spMk id="3" creationId="{4A1C0383-58FE-E486-295E-B33B8683B938}"/>
          </ac:spMkLst>
        </pc:spChg>
      </pc:sldChg>
      <pc:sldChg chg="new del">
        <pc:chgData name="Owais Ahmed" userId="6abc7d4556b3b071" providerId="LiveId" clId="{DC2C46C7-22A2-4A3D-883F-7F049058F57D}" dt="2023-05-24T16:05:18.175" v="6273" actId="680"/>
        <pc:sldMkLst>
          <pc:docMk/>
          <pc:sldMk cId="444764039" sldId="2526"/>
        </pc:sldMkLst>
      </pc:sldChg>
      <pc:sldChg chg="modSp add mod modAnim">
        <pc:chgData name="Owais Ahmed" userId="6abc7d4556b3b071" providerId="LiveId" clId="{DC2C46C7-22A2-4A3D-883F-7F049058F57D}" dt="2023-05-24T17:51:09.560" v="9629" actId="20577"/>
        <pc:sldMkLst>
          <pc:docMk/>
          <pc:sldMk cId="875869451" sldId="2526"/>
        </pc:sldMkLst>
        <pc:spChg chg="mod">
          <ac:chgData name="Owais Ahmed" userId="6abc7d4556b3b071" providerId="LiveId" clId="{DC2C46C7-22A2-4A3D-883F-7F049058F57D}" dt="2023-05-24T17:51:09.560" v="9629" actId="20577"/>
          <ac:spMkLst>
            <pc:docMk/>
            <pc:sldMk cId="875869451" sldId="2526"/>
            <ac:spMk id="3" creationId="{4A1C0383-58FE-E486-295E-B33B8683B938}"/>
          </ac:spMkLst>
        </pc:spChg>
      </pc:sldChg>
      <pc:sldChg chg="new del">
        <pc:chgData name="Owais Ahmed" userId="6abc7d4556b3b071" providerId="LiveId" clId="{DC2C46C7-22A2-4A3D-883F-7F049058F57D}" dt="2023-05-24T16:05:15.438" v="6271" actId="680"/>
        <pc:sldMkLst>
          <pc:docMk/>
          <pc:sldMk cId="2330573932" sldId="2526"/>
        </pc:sldMkLst>
      </pc:sldChg>
      <pc:sldChg chg="modSp add del ord modAnim">
        <pc:chgData name="Owais Ahmed" userId="6abc7d4556b3b071" providerId="LiveId" clId="{DC2C46C7-22A2-4A3D-883F-7F049058F57D}" dt="2023-05-24T16:05:01.209" v="6269" actId="47"/>
        <pc:sldMkLst>
          <pc:docMk/>
          <pc:sldMk cId="3354252069" sldId="2526"/>
        </pc:sldMkLst>
        <pc:spChg chg="mod">
          <ac:chgData name="Owais Ahmed" userId="6abc7d4556b3b071" providerId="LiveId" clId="{DC2C46C7-22A2-4A3D-883F-7F049058F57D}" dt="2023-05-24T16:04:54.578" v="6268" actId="20577"/>
          <ac:spMkLst>
            <pc:docMk/>
            <pc:sldMk cId="3354252069" sldId="2526"/>
            <ac:spMk id="3" creationId="{4A1C0383-58FE-E486-295E-B33B8683B938}"/>
          </ac:spMkLst>
        </pc:spChg>
      </pc:sldChg>
      <pc:sldChg chg="addSp delSp modSp add mod ord addAnim delAnim modAnim modNotesTx">
        <pc:chgData name="Owais Ahmed" userId="6abc7d4556b3b071" providerId="LiveId" clId="{DC2C46C7-22A2-4A3D-883F-7F049058F57D}" dt="2023-05-24T16:39:16.156" v="7224" actId="404"/>
        <pc:sldMkLst>
          <pc:docMk/>
          <pc:sldMk cId="4066448691" sldId="2527"/>
        </pc:sldMkLst>
        <pc:spChg chg="add del">
          <ac:chgData name="Owais Ahmed" userId="6abc7d4556b3b071" providerId="LiveId" clId="{DC2C46C7-22A2-4A3D-883F-7F049058F57D}" dt="2023-05-24T16:34:23.348" v="6858" actId="478"/>
          <ac:spMkLst>
            <pc:docMk/>
            <pc:sldMk cId="4066448691" sldId="2527"/>
            <ac:spMk id="3" creationId="{4A1C0383-58FE-E486-295E-B33B8683B938}"/>
          </ac:spMkLst>
        </pc:spChg>
        <pc:spChg chg="add mod">
          <ac:chgData name="Owais Ahmed" userId="6abc7d4556b3b071" providerId="LiveId" clId="{DC2C46C7-22A2-4A3D-883F-7F049058F57D}" dt="2023-05-24T16:39:16.156" v="7224" actId="404"/>
          <ac:spMkLst>
            <pc:docMk/>
            <pc:sldMk cId="4066448691" sldId="2527"/>
            <ac:spMk id="5" creationId="{CE8F3F05-E07D-C27A-CA80-3EC783A1F7CF}"/>
          </ac:spMkLst>
        </pc:spChg>
        <pc:spChg chg="del">
          <ac:chgData name="Owais Ahmed" userId="6abc7d4556b3b071" providerId="LiveId" clId="{DC2C46C7-22A2-4A3D-883F-7F049058F57D}" dt="2023-05-24T16:34:30.060" v="6859" actId="478"/>
          <ac:spMkLst>
            <pc:docMk/>
            <pc:sldMk cId="4066448691" sldId="2527"/>
            <ac:spMk id="6" creationId="{7F1216D1-AF96-87A8-9DF8-873D5E92B973}"/>
          </ac:spMkLst>
        </pc:spChg>
        <pc:spChg chg="add del mod">
          <ac:chgData name="Owais Ahmed" userId="6abc7d4556b3b071" providerId="LiveId" clId="{DC2C46C7-22A2-4A3D-883F-7F049058F57D}" dt="2023-05-24T16:39:15.214" v="7222"/>
          <ac:spMkLst>
            <pc:docMk/>
            <pc:sldMk cId="4066448691" sldId="2527"/>
            <ac:spMk id="7" creationId="{E7534808-DC0C-4012-CD9A-83122C72DAA8}"/>
          </ac:spMkLst>
        </pc:spChg>
        <pc:spChg chg="mod">
          <ac:chgData name="Owais Ahmed" userId="6abc7d4556b3b071" providerId="LiveId" clId="{DC2C46C7-22A2-4A3D-883F-7F049058F57D}" dt="2023-05-24T16:34:06.521" v="6855" actId="20577"/>
          <ac:spMkLst>
            <pc:docMk/>
            <pc:sldMk cId="4066448691" sldId="2527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DC2C46C7-22A2-4A3D-883F-7F049058F57D}" dt="2023-05-24T17:51:20.976" v="9633" actId="20577"/>
        <pc:sldMkLst>
          <pc:docMk/>
          <pc:sldMk cId="2793464527" sldId="2528"/>
        </pc:sldMkLst>
        <pc:spChg chg="mod">
          <ac:chgData name="Owais Ahmed" userId="6abc7d4556b3b071" providerId="LiveId" clId="{DC2C46C7-22A2-4A3D-883F-7F049058F57D}" dt="2023-05-24T17:51:20.976" v="9633" actId="20577"/>
          <ac:spMkLst>
            <pc:docMk/>
            <pc:sldMk cId="2793464527" sldId="2528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4T16:39:31.387" v="7229" actId="20577"/>
          <ac:spMkLst>
            <pc:docMk/>
            <pc:sldMk cId="2793464527" sldId="2528"/>
            <ac:spMk id="215" creationId="{00000000-0000-0000-0000-000000000000}"/>
          </ac:spMkLst>
        </pc:spChg>
      </pc:sldChg>
      <pc:sldChg chg="modSp add mod ord modNotesTx">
        <pc:chgData name="Owais Ahmed" userId="6abc7d4556b3b071" providerId="LiveId" clId="{DC2C46C7-22A2-4A3D-883F-7F049058F57D}" dt="2023-05-24T17:56:19.205" v="9900" actId="20577"/>
        <pc:sldMkLst>
          <pc:docMk/>
          <pc:sldMk cId="1629157134" sldId="2529"/>
        </pc:sldMkLst>
        <pc:spChg chg="mod">
          <ac:chgData name="Owais Ahmed" userId="6abc7d4556b3b071" providerId="LiveId" clId="{DC2C46C7-22A2-4A3D-883F-7F049058F57D}" dt="2023-05-24T17:55:26.863" v="9866" actId="9"/>
          <ac:spMkLst>
            <pc:docMk/>
            <pc:sldMk cId="1629157134" sldId="2529"/>
            <ac:spMk id="5" creationId="{CE8F3F05-E07D-C27A-CA80-3EC783A1F7CF}"/>
          </ac:spMkLst>
        </pc:spChg>
        <pc:spChg chg="mod">
          <ac:chgData name="Owais Ahmed" userId="6abc7d4556b3b071" providerId="LiveId" clId="{DC2C46C7-22A2-4A3D-883F-7F049058F57D}" dt="2023-05-24T16:55:53.178" v="7549" actId="20577"/>
          <ac:spMkLst>
            <pc:docMk/>
            <pc:sldMk cId="1629157134" sldId="2529"/>
            <ac:spMk id="215" creationId="{00000000-0000-0000-0000-000000000000}"/>
          </ac:spMkLst>
        </pc:spChg>
      </pc:sldChg>
      <pc:sldChg chg="del">
        <pc:chgData name="Owais Ahmed" userId="6abc7d4556b3b071" providerId="LiveId" clId="{DC2C46C7-22A2-4A3D-883F-7F049058F57D}" dt="2023-05-20T19:01:44.080" v="58" actId="47"/>
        <pc:sldMkLst>
          <pc:docMk/>
          <pc:sldMk cId="2129901203" sldId="2530"/>
        </pc:sldMkLst>
      </pc:sldChg>
      <pc:sldChg chg="modSp add mod">
        <pc:chgData name="Owais Ahmed" userId="6abc7d4556b3b071" providerId="LiveId" clId="{DC2C46C7-22A2-4A3D-883F-7F049058F57D}" dt="2023-05-24T17:53:57.125" v="9861" actId="6549"/>
        <pc:sldMkLst>
          <pc:docMk/>
          <pc:sldMk cId="3744298312" sldId="2530"/>
        </pc:sldMkLst>
        <pc:spChg chg="mod">
          <ac:chgData name="Owais Ahmed" userId="6abc7d4556b3b071" providerId="LiveId" clId="{DC2C46C7-22A2-4A3D-883F-7F049058F57D}" dt="2023-05-24T17:53:57.125" v="9861" actId="6549"/>
          <ac:spMkLst>
            <pc:docMk/>
            <pc:sldMk cId="3744298312" sldId="2530"/>
            <ac:spMk id="5" creationId="{CE8F3F05-E07D-C27A-CA80-3EC783A1F7CF}"/>
          </ac:spMkLst>
        </pc:spChg>
        <pc:spChg chg="mod">
          <ac:chgData name="Owais Ahmed" userId="6abc7d4556b3b071" providerId="LiveId" clId="{DC2C46C7-22A2-4A3D-883F-7F049058F57D}" dt="2023-05-24T16:58:50.896" v="7765" actId="20577"/>
          <ac:spMkLst>
            <pc:docMk/>
            <pc:sldMk cId="3744298312" sldId="2530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DC2C46C7-22A2-4A3D-883F-7F049058F57D}" dt="2023-05-24T17:54:40.086" v="9863" actId="20577"/>
        <pc:sldMkLst>
          <pc:docMk/>
          <pc:sldMk cId="1019156805" sldId="2531"/>
        </pc:sldMkLst>
        <pc:spChg chg="mod">
          <ac:chgData name="Owais Ahmed" userId="6abc7d4556b3b071" providerId="LiveId" clId="{DC2C46C7-22A2-4A3D-883F-7F049058F57D}" dt="2023-05-24T17:54:00.381" v="9862" actId="6549"/>
          <ac:spMkLst>
            <pc:docMk/>
            <pc:sldMk cId="1019156805" sldId="2531"/>
            <ac:spMk id="5" creationId="{CE8F3F05-E07D-C27A-CA80-3EC783A1F7CF}"/>
          </ac:spMkLst>
        </pc:spChg>
        <pc:spChg chg="mod">
          <ac:chgData name="Owais Ahmed" userId="6abc7d4556b3b071" providerId="LiveId" clId="{DC2C46C7-22A2-4A3D-883F-7F049058F57D}" dt="2023-05-24T16:59:16.203" v="7773" actId="20577"/>
          <ac:spMkLst>
            <pc:docMk/>
            <pc:sldMk cId="1019156805" sldId="2531"/>
            <ac:spMk id="215" creationId="{00000000-0000-0000-0000-000000000000}"/>
          </ac:spMkLst>
        </pc:spChg>
      </pc:sldChg>
      <pc:sldChg chg="del">
        <pc:chgData name="Owais Ahmed" userId="6abc7d4556b3b071" providerId="LiveId" clId="{DC2C46C7-22A2-4A3D-883F-7F049058F57D}" dt="2023-05-20T19:01:43.941" v="57" actId="47"/>
        <pc:sldMkLst>
          <pc:docMk/>
          <pc:sldMk cId="3132135952" sldId="2531"/>
        </pc:sldMkLst>
      </pc:sldChg>
      <pc:sldChg chg="addSp modSp add mod modAnim">
        <pc:chgData name="Owais Ahmed" userId="6abc7d4556b3b071" providerId="LiveId" clId="{DC2C46C7-22A2-4A3D-883F-7F049058F57D}" dt="2023-05-24T17:53:25.273" v="9856" actId="20577"/>
        <pc:sldMkLst>
          <pc:docMk/>
          <pc:sldMk cId="1746260340" sldId="2532"/>
        </pc:sldMkLst>
        <pc:spChg chg="mod">
          <ac:chgData name="Owais Ahmed" userId="6abc7d4556b3b071" providerId="LiveId" clId="{DC2C46C7-22A2-4A3D-883F-7F049058F57D}" dt="2023-05-24T17:53:25.273" v="9856" actId="20577"/>
          <ac:spMkLst>
            <pc:docMk/>
            <pc:sldMk cId="1746260340" sldId="2532"/>
            <ac:spMk id="3" creationId="{4A1C0383-58FE-E486-295E-B33B8683B938}"/>
          </ac:spMkLst>
        </pc:spChg>
        <pc:spChg chg="add mod">
          <ac:chgData name="Owais Ahmed" userId="6abc7d4556b3b071" providerId="LiveId" clId="{DC2C46C7-22A2-4A3D-883F-7F049058F57D}" dt="2023-05-24T17:53:04.159" v="9758" actId="403"/>
          <ac:spMkLst>
            <pc:docMk/>
            <pc:sldMk cId="1746260340" sldId="2532"/>
            <ac:spMk id="5" creationId="{611A9468-5EF1-CE3C-6B89-706C0101C17B}"/>
          </ac:spMkLst>
        </pc:spChg>
        <pc:spChg chg="mod">
          <ac:chgData name="Owais Ahmed" userId="6abc7d4556b3b071" providerId="LiveId" clId="{DC2C46C7-22A2-4A3D-883F-7F049058F57D}" dt="2023-05-24T17:51:55.351" v="9635"/>
          <ac:spMkLst>
            <pc:docMk/>
            <pc:sldMk cId="1746260340" sldId="2532"/>
            <ac:spMk id="215" creationId="{00000000-0000-0000-0000-000000000000}"/>
          </ac:spMkLst>
        </pc:spChg>
      </pc:sldChg>
      <pc:sldChg chg="modSp add del mod ord">
        <pc:chgData name="Owais Ahmed" userId="6abc7d4556b3b071" providerId="LiveId" clId="{DC2C46C7-22A2-4A3D-883F-7F049058F57D}" dt="2023-05-24T16:59:59.561" v="7798" actId="47"/>
        <pc:sldMkLst>
          <pc:docMk/>
          <pc:sldMk cId="2253517571" sldId="2532"/>
        </pc:sldMkLst>
        <pc:spChg chg="mod">
          <ac:chgData name="Owais Ahmed" userId="6abc7d4556b3b071" providerId="LiveId" clId="{DC2C46C7-22A2-4A3D-883F-7F049058F57D}" dt="2023-05-24T16:59:49.883" v="7796" actId="20577"/>
          <ac:spMkLst>
            <pc:docMk/>
            <pc:sldMk cId="2253517571" sldId="2532"/>
            <ac:spMk id="215" creationId="{00000000-0000-0000-0000-000000000000}"/>
          </ac:spMkLst>
        </pc:spChg>
      </pc:sldChg>
      <pc:sldChg chg="del">
        <pc:chgData name="Owais Ahmed" userId="6abc7d4556b3b071" providerId="LiveId" clId="{DC2C46C7-22A2-4A3D-883F-7F049058F57D}" dt="2023-05-20T19:01:44.241" v="59" actId="47"/>
        <pc:sldMkLst>
          <pc:docMk/>
          <pc:sldMk cId="3060833738" sldId="2532"/>
        </pc:sldMkLst>
      </pc:sldChg>
      <pc:sldChg chg="modSp add mod modAnim">
        <pc:chgData name="Owais Ahmed" userId="6abc7d4556b3b071" providerId="LiveId" clId="{DC2C46C7-22A2-4A3D-883F-7F049058F57D}" dt="2023-05-24T17:10:28.082" v="9469" actId="20577"/>
        <pc:sldMkLst>
          <pc:docMk/>
          <pc:sldMk cId="1928162152" sldId="2533"/>
        </pc:sldMkLst>
        <pc:spChg chg="mod">
          <ac:chgData name="Owais Ahmed" userId="6abc7d4556b3b071" providerId="LiveId" clId="{DC2C46C7-22A2-4A3D-883F-7F049058F57D}" dt="2023-05-24T17:10:28.082" v="9469" actId="20577"/>
          <ac:spMkLst>
            <pc:docMk/>
            <pc:sldMk cId="1928162152" sldId="2533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4T17:08:33.650" v="9223" actId="20577"/>
          <ac:spMkLst>
            <pc:docMk/>
            <pc:sldMk cId="1928162152" sldId="2533"/>
            <ac:spMk id="215" creationId="{00000000-0000-0000-0000-000000000000}"/>
          </ac:spMkLst>
        </pc:spChg>
      </pc:sldChg>
      <pc:sldChg chg="del">
        <pc:chgData name="Owais Ahmed" userId="6abc7d4556b3b071" providerId="LiveId" clId="{DC2C46C7-22A2-4A3D-883F-7F049058F57D}" dt="2023-05-20T19:01:44.570" v="61" actId="47"/>
        <pc:sldMkLst>
          <pc:docMk/>
          <pc:sldMk cId="2353601686" sldId="2533"/>
        </pc:sldMkLst>
      </pc:sldChg>
      <pc:sldChg chg="modSp add del modAnim">
        <pc:chgData name="Owais Ahmed" userId="6abc7d4556b3b071" providerId="LiveId" clId="{DC2C46C7-22A2-4A3D-883F-7F049058F57D}" dt="2023-05-24T17:00:04.094" v="7800" actId="47"/>
        <pc:sldMkLst>
          <pc:docMk/>
          <pc:sldMk cId="3717021017" sldId="2533"/>
        </pc:sldMkLst>
        <pc:spChg chg="mod">
          <ac:chgData name="Owais Ahmed" userId="6abc7d4556b3b071" providerId="LiveId" clId="{DC2C46C7-22A2-4A3D-883F-7F049058F57D}" dt="2023-05-24T17:00:01.826" v="7799" actId="20577"/>
          <ac:spMkLst>
            <pc:docMk/>
            <pc:sldMk cId="3717021017" sldId="2533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DC2C46C7-22A2-4A3D-883F-7F049058F57D}" dt="2023-05-24T17:59:11.584" v="10312" actId="27636"/>
        <pc:sldMkLst>
          <pc:docMk/>
          <pc:sldMk cId="1841206640" sldId="2534"/>
        </pc:sldMkLst>
        <pc:spChg chg="mod">
          <ac:chgData name="Owais Ahmed" userId="6abc7d4556b3b071" providerId="LiveId" clId="{DC2C46C7-22A2-4A3D-883F-7F049058F57D}" dt="2023-05-24T17:59:11.584" v="10312" actId="27636"/>
          <ac:spMkLst>
            <pc:docMk/>
            <pc:sldMk cId="1841206640" sldId="2534"/>
            <ac:spMk id="3" creationId="{4A1C0383-58FE-E486-295E-B33B8683B938}"/>
          </ac:spMkLst>
        </pc:spChg>
      </pc:sldChg>
      <pc:sldChg chg="del">
        <pc:chgData name="Owais Ahmed" userId="6abc7d4556b3b071" providerId="LiveId" clId="{DC2C46C7-22A2-4A3D-883F-7F049058F57D}" dt="2023-05-20T19:01:44.761" v="62" actId="47"/>
        <pc:sldMkLst>
          <pc:docMk/>
          <pc:sldMk cId="3932395040" sldId="2534"/>
        </pc:sldMkLst>
      </pc:sldChg>
      <pc:sldChg chg="add">
        <pc:chgData name="Owais Ahmed" userId="6abc7d4556b3b071" providerId="LiveId" clId="{DC2C46C7-22A2-4A3D-883F-7F049058F57D}" dt="2023-05-24T17:51:46.901" v="9634" actId="2890"/>
        <pc:sldMkLst>
          <pc:docMk/>
          <pc:sldMk cId="1110748888" sldId="2535"/>
        </pc:sldMkLst>
      </pc:sldChg>
      <pc:sldChg chg="del">
        <pc:chgData name="Owais Ahmed" userId="6abc7d4556b3b071" providerId="LiveId" clId="{DC2C46C7-22A2-4A3D-883F-7F049058F57D}" dt="2023-05-20T19:01:44.925" v="63" actId="47"/>
        <pc:sldMkLst>
          <pc:docMk/>
          <pc:sldMk cId="1150363664" sldId="2536"/>
        </pc:sldMkLst>
      </pc:sldChg>
      <pc:sldChg chg="addSp delSp modSp add mod modAnim">
        <pc:chgData name="Owais Ahmed" userId="6abc7d4556b3b071" providerId="LiveId" clId="{DC2C46C7-22A2-4A3D-883F-7F049058F57D}" dt="2023-05-24T18:03:53.189" v="10733" actId="20577"/>
        <pc:sldMkLst>
          <pc:docMk/>
          <pc:sldMk cId="3044777693" sldId="2536"/>
        </pc:sldMkLst>
        <pc:spChg chg="mod">
          <ac:chgData name="Owais Ahmed" userId="6abc7d4556b3b071" providerId="LiveId" clId="{DC2C46C7-22A2-4A3D-883F-7F049058F57D}" dt="2023-05-24T18:03:53.189" v="10733" actId="20577"/>
          <ac:spMkLst>
            <pc:docMk/>
            <pc:sldMk cId="3044777693" sldId="2536"/>
            <ac:spMk id="3" creationId="{4A1C0383-58FE-E486-295E-B33B8683B938}"/>
          </ac:spMkLst>
        </pc:spChg>
        <pc:spChg chg="add del mod">
          <ac:chgData name="Owais Ahmed" userId="6abc7d4556b3b071" providerId="LiveId" clId="{DC2C46C7-22A2-4A3D-883F-7F049058F57D}" dt="2023-05-24T18:01:29.918" v="10465" actId="478"/>
          <ac:spMkLst>
            <pc:docMk/>
            <pc:sldMk cId="3044777693" sldId="2536"/>
            <ac:spMk id="5" creationId="{FDD7A6B9-C9F0-9FA7-160B-905E929F22EA}"/>
          </ac:spMkLst>
        </pc:spChg>
      </pc:sldChg>
      <pc:sldChg chg="modSp add mod modAnim">
        <pc:chgData name="Owais Ahmed" userId="6abc7d4556b3b071" providerId="LiveId" clId="{DC2C46C7-22A2-4A3D-883F-7F049058F57D}" dt="2023-05-24T18:05:41.191" v="11065" actId="20577"/>
        <pc:sldMkLst>
          <pc:docMk/>
          <pc:sldMk cId="962106567" sldId="2537"/>
        </pc:sldMkLst>
        <pc:spChg chg="mod">
          <ac:chgData name="Owais Ahmed" userId="6abc7d4556b3b071" providerId="LiveId" clId="{DC2C46C7-22A2-4A3D-883F-7F049058F57D}" dt="2023-05-24T18:05:41.191" v="11065" actId="20577"/>
          <ac:spMkLst>
            <pc:docMk/>
            <pc:sldMk cId="962106567" sldId="2537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4T18:04:23.458" v="10766" actId="20577"/>
          <ac:spMkLst>
            <pc:docMk/>
            <pc:sldMk cId="962106567" sldId="2537"/>
            <ac:spMk id="215" creationId="{00000000-0000-0000-0000-000000000000}"/>
          </ac:spMkLst>
        </pc:spChg>
      </pc:sldChg>
      <pc:sldChg chg="del">
        <pc:chgData name="Owais Ahmed" userId="6abc7d4556b3b071" providerId="LiveId" clId="{DC2C46C7-22A2-4A3D-883F-7F049058F57D}" dt="2023-05-20T19:01:44.416" v="60" actId="47"/>
        <pc:sldMkLst>
          <pc:docMk/>
          <pc:sldMk cId="1449794329" sldId="2537"/>
        </pc:sldMkLst>
      </pc:sldChg>
      <pc:sldChg chg="del">
        <pc:chgData name="Owais Ahmed" userId="6abc7d4556b3b071" providerId="LiveId" clId="{DC2C46C7-22A2-4A3D-883F-7F049058F57D}" dt="2023-05-20T19:01:45.572" v="64" actId="47"/>
        <pc:sldMkLst>
          <pc:docMk/>
          <pc:sldMk cId="2503695629" sldId="2538"/>
        </pc:sldMkLst>
      </pc:sldChg>
    </pc:docChg>
  </pc:docChgLst>
  <pc:docChgLst>
    <pc:chgData name="Owais Ahmed" userId="6abc7d4556b3b071" providerId="LiveId" clId="{F3750F2E-066A-4969-BB22-AA4B2440C81E}"/>
    <pc:docChg chg="undo redo custSel addSld delSld modSld sldOrd">
      <pc:chgData name="Owais Ahmed" userId="6abc7d4556b3b071" providerId="LiveId" clId="{F3750F2E-066A-4969-BB22-AA4B2440C81E}" dt="2023-06-01T07:15:02.348" v="17084" actId="20577"/>
      <pc:docMkLst>
        <pc:docMk/>
      </pc:docMkLst>
      <pc:sldChg chg="modSp mod">
        <pc:chgData name="Owais Ahmed" userId="6abc7d4556b3b071" providerId="LiveId" clId="{F3750F2E-066A-4969-BB22-AA4B2440C81E}" dt="2023-06-01T04:53:42.325" v="9018" actId="14100"/>
        <pc:sldMkLst>
          <pc:docMk/>
          <pc:sldMk cId="1649098948" sldId="2462"/>
        </pc:sldMkLst>
        <pc:spChg chg="mod">
          <ac:chgData name="Owais Ahmed" userId="6abc7d4556b3b071" providerId="LiveId" clId="{F3750F2E-066A-4969-BB22-AA4B2440C81E}" dt="2023-06-01T04:53:42.325" v="9018" actId="14100"/>
          <ac:spMkLst>
            <pc:docMk/>
            <pc:sldMk cId="1649098948" sldId="2462"/>
            <ac:spMk id="2" creationId="{BE3A87B3-0A27-4EE9-979E-B69581E476F0}"/>
          </ac:spMkLst>
        </pc:spChg>
        <pc:spChg chg="mod">
          <ac:chgData name="Owais Ahmed" userId="6abc7d4556b3b071" providerId="LiveId" clId="{F3750F2E-066A-4969-BB22-AA4B2440C81E}" dt="2023-06-01T04:53:40.406" v="9017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F3750F2E-066A-4969-BB22-AA4B2440C81E}" dt="2023-06-01T03:31:23.338" v="157" actId="47"/>
        <pc:sldMkLst>
          <pc:docMk/>
          <pc:sldMk cId="2508916948" sldId="2508"/>
        </pc:sldMkLst>
      </pc:sldChg>
      <pc:sldChg chg="modSp mod modAnim modNotesTx">
        <pc:chgData name="Owais Ahmed" userId="6abc7d4556b3b071" providerId="LiveId" clId="{F3750F2E-066A-4969-BB22-AA4B2440C81E}" dt="2023-06-01T03:37:22.567" v="1048" actId="20577"/>
        <pc:sldMkLst>
          <pc:docMk/>
          <pc:sldMk cId="4001030377" sldId="2515"/>
        </pc:sldMkLst>
        <pc:spChg chg="mod">
          <ac:chgData name="Owais Ahmed" userId="6abc7d4556b3b071" providerId="LiveId" clId="{F3750F2E-066A-4969-BB22-AA4B2440C81E}" dt="2023-06-01T03:37:22.567" v="1048" actId="20577"/>
          <ac:spMkLst>
            <pc:docMk/>
            <pc:sldMk cId="4001030377" sldId="2515"/>
            <ac:spMk id="3" creationId="{4A1C0383-58FE-E486-295E-B33B8683B938}"/>
          </ac:spMkLst>
        </pc:spChg>
        <pc:spChg chg="mod">
          <ac:chgData name="Owais Ahmed" userId="6abc7d4556b3b071" providerId="LiveId" clId="{F3750F2E-066A-4969-BB22-AA4B2440C81E}" dt="2023-06-01T03:31:38.221" v="174" actId="20577"/>
          <ac:spMkLst>
            <pc:docMk/>
            <pc:sldMk cId="4001030377" sldId="2515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F3750F2E-066A-4969-BB22-AA4B2440C81E}" dt="2023-06-01T04:38:57.862" v="7996" actId="20577"/>
        <pc:sldMkLst>
          <pc:docMk/>
          <pc:sldMk cId="420060563" sldId="2516"/>
        </pc:sldMkLst>
        <pc:spChg chg="mod">
          <ac:chgData name="Owais Ahmed" userId="6abc7d4556b3b071" providerId="LiveId" clId="{F3750F2E-066A-4969-BB22-AA4B2440C81E}" dt="2023-06-01T04:38:57.862" v="7996" actId="20577"/>
          <ac:spMkLst>
            <pc:docMk/>
            <pc:sldMk cId="420060563" sldId="2516"/>
            <ac:spMk id="3" creationId="{4A1C0383-58FE-E486-295E-B33B8683B938}"/>
          </ac:spMkLst>
        </pc:spChg>
        <pc:spChg chg="mod">
          <ac:chgData name="Owais Ahmed" userId="6abc7d4556b3b071" providerId="LiveId" clId="{F3750F2E-066A-4969-BB22-AA4B2440C81E}" dt="2023-06-01T04:37:27.746" v="7769" actId="20577"/>
          <ac:spMkLst>
            <pc:docMk/>
            <pc:sldMk cId="420060563" sldId="2516"/>
            <ac:spMk id="215" creationId="{00000000-0000-0000-0000-000000000000}"/>
          </ac:spMkLst>
        </pc:spChg>
      </pc:sldChg>
      <pc:sldChg chg="modSp add del mod">
        <pc:chgData name="Owais Ahmed" userId="6abc7d4556b3b071" providerId="LiveId" clId="{F3750F2E-066A-4969-BB22-AA4B2440C81E}" dt="2023-06-01T03:37:39.259" v="1062" actId="2890"/>
        <pc:sldMkLst>
          <pc:docMk/>
          <pc:sldMk cId="612935694" sldId="2516"/>
        </pc:sldMkLst>
        <pc:spChg chg="mod">
          <ac:chgData name="Owais Ahmed" userId="6abc7d4556b3b071" providerId="LiveId" clId="{F3750F2E-066A-4969-BB22-AA4B2440C81E}" dt="2023-06-01T03:37:38.532" v="1061" actId="20577"/>
          <ac:spMkLst>
            <pc:docMk/>
            <pc:sldMk cId="612935694" sldId="2516"/>
            <ac:spMk id="215" creationId="{00000000-0000-0000-0000-000000000000}"/>
          </ac:spMkLst>
        </pc:spChg>
      </pc:sldChg>
      <pc:sldChg chg="del">
        <pc:chgData name="Owais Ahmed" userId="6abc7d4556b3b071" providerId="LiveId" clId="{F3750F2E-066A-4969-BB22-AA4B2440C81E}" dt="2023-06-01T03:31:18.572" v="130" actId="47"/>
        <pc:sldMkLst>
          <pc:docMk/>
          <pc:sldMk cId="1506516009" sldId="2516"/>
        </pc:sldMkLst>
      </pc:sldChg>
      <pc:sldChg chg="modSp add del mod modAnim modNotesTx">
        <pc:chgData name="Owais Ahmed" userId="6abc7d4556b3b071" providerId="LiveId" clId="{F3750F2E-066A-4969-BB22-AA4B2440C81E}" dt="2023-06-01T04:01:05.330" v="3499" actId="47"/>
        <pc:sldMkLst>
          <pc:docMk/>
          <pc:sldMk cId="2127351537" sldId="2517"/>
        </pc:sldMkLst>
        <pc:spChg chg="mod">
          <ac:chgData name="Owais Ahmed" userId="6abc7d4556b3b071" providerId="LiveId" clId="{F3750F2E-066A-4969-BB22-AA4B2440C81E}" dt="2023-06-01T04:01:01.254" v="3498" actId="27636"/>
          <ac:spMkLst>
            <pc:docMk/>
            <pc:sldMk cId="2127351537" sldId="2517"/>
            <ac:spMk id="3" creationId="{4A1C0383-58FE-E486-295E-B33B8683B938}"/>
          </ac:spMkLst>
        </pc:spChg>
      </pc:sldChg>
      <pc:sldChg chg="del">
        <pc:chgData name="Owais Ahmed" userId="6abc7d4556b3b071" providerId="LiveId" clId="{F3750F2E-066A-4969-BB22-AA4B2440C81E}" dt="2023-06-01T03:31:19.059" v="131" actId="47"/>
        <pc:sldMkLst>
          <pc:docMk/>
          <pc:sldMk cId="3601543426" sldId="2517"/>
        </pc:sldMkLst>
      </pc:sldChg>
      <pc:sldChg chg="addSp delSp modSp add del mod delAnim modAnim modNotesTx">
        <pc:chgData name="Owais Ahmed" userId="6abc7d4556b3b071" providerId="LiveId" clId="{F3750F2E-066A-4969-BB22-AA4B2440C81E}" dt="2023-06-01T04:37:54.165" v="7795" actId="20577"/>
        <pc:sldMkLst>
          <pc:docMk/>
          <pc:sldMk cId="394054088" sldId="2518"/>
        </pc:sldMkLst>
        <pc:spChg chg="del mod">
          <ac:chgData name="Owais Ahmed" userId="6abc7d4556b3b071" providerId="LiveId" clId="{F3750F2E-066A-4969-BB22-AA4B2440C81E}" dt="2023-06-01T03:50:31.058" v="2828" actId="478"/>
          <ac:spMkLst>
            <pc:docMk/>
            <pc:sldMk cId="394054088" sldId="2518"/>
            <ac:spMk id="3" creationId="{4A1C0383-58FE-E486-295E-B33B8683B938}"/>
          </ac:spMkLst>
        </pc:spChg>
        <pc:spChg chg="add mod">
          <ac:chgData name="Owais Ahmed" userId="6abc7d4556b3b071" providerId="LiveId" clId="{F3750F2E-066A-4969-BB22-AA4B2440C81E}" dt="2023-06-01T04:31:11.019" v="6827" actId="114"/>
          <ac:spMkLst>
            <pc:docMk/>
            <pc:sldMk cId="394054088" sldId="2518"/>
            <ac:spMk id="4" creationId="{39262F6D-1BAF-B835-1D02-26E1824314EE}"/>
          </ac:spMkLst>
        </pc:spChg>
        <pc:spChg chg="mod">
          <ac:chgData name="Owais Ahmed" userId="6abc7d4556b3b071" providerId="LiveId" clId="{F3750F2E-066A-4969-BB22-AA4B2440C81E}" dt="2023-06-01T04:37:54.165" v="7795" actId="20577"/>
          <ac:spMkLst>
            <pc:docMk/>
            <pc:sldMk cId="394054088" sldId="2518"/>
            <ac:spMk id="215" creationId="{00000000-0000-0000-0000-000000000000}"/>
          </ac:spMkLst>
        </pc:spChg>
      </pc:sldChg>
      <pc:sldChg chg="del">
        <pc:chgData name="Owais Ahmed" userId="6abc7d4556b3b071" providerId="LiveId" clId="{F3750F2E-066A-4969-BB22-AA4B2440C81E}" dt="2023-06-01T03:31:19.090" v="132" actId="47"/>
        <pc:sldMkLst>
          <pc:docMk/>
          <pc:sldMk cId="2871443556" sldId="2518"/>
        </pc:sldMkLst>
      </pc:sldChg>
      <pc:sldChg chg="del">
        <pc:chgData name="Owais Ahmed" userId="6abc7d4556b3b071" providerId="LiveId" clId="{F3750F2E-066A-4969-BB22-AA4B2440C81E}" dt="2023-06-01T03:31:19.119" v="133" actId="47"/>
        <pc:sldMkLst>
          <pc:docMk/>
          <pc:sldMk cId="1296916818" sldId="2519"/>
        </pc:sldMkLst>
      </pc:sldChg>
      <pc:sldChg chg="addSp delSp modSp add mod modAnim modNotesTx">
        <pc:chgData name="Owais Ahmed" userId="6abc7d4556b3b071" providerId="LiveId" clId="{F3750F2E-066A-4969-BB22-AA4B2440C81E}" dt="2023-06-01T04:37:46.765" v="7787" actId="20577"/>
        <pc:sldMkLst>
          <pc:docMk/>
          <pc:sldMk cId="1999492525" sldId="2519"/>
        </pc:sldMkLst>
        <pc:spChg chg="mod">
          <ac:chgData name="Owais Ahmed" userId="6abc7d4556b3b071" providerId="LiveId" clId="{F3750F2E-066A-4969-BB22-AA4B2440C81E}" dt="2023-06-01T03:57:23.152" v="3374" actId="114"/>
          <ac:spMkLst>
            <pc:docMk/>
            <pc:sldMk cId="1999492525" sldId="2519"/>
            <ac:spMk id="3" creationId="{4A1C0383-58FE-E486-295E-B33B8683B938}"/>
          </ac:spMkLst>
        </pc:spChg>
        <pc:spChg chg="add del">
          <ac:chgData name="Owais Ahmed" userId="6abc7d4556b3b071" providerId="LiveId" clId="{F3750F2E-066A-4969-BB22-AA4B2440C81E}" dt="2023-06-01T03:53:46.460" v="3003"/>
          <ac:spMkLst>
            <pc:docMk/>
            <pc:sldMk cId="1999492525" sldId="2519"/>
            <ac:spMk id="4" creationId="{FF7EF112-950A-C874-81CE-95569B741A64}"/>
          </ac:spMkLst>
        </pc:spChg>
        <pc:spChg chg="add del">
          <ac:chgData name="Owais Ahmed" userId="6abc7d4556b3b071" providerId="LiveId" clId="{F3750F2E-066A-4969-BB22-AA4B2440C81E}" dt="2023-06-01T03:55:37.838" v="3156"/>
          <ac:spMkLst>
            <pc:docMk/>
            <pc:sldMk cId="1999492525" sldId="2519"/>
            <ac:spMk id="5" creationId="{6C50EB5B-5438-2A91-944C-1F5CDD1E5D03}"/>
          </ac:spMkLst>
        </pc:spChg>
        <pc:spChg chg="mod">
          <ac:chgData name="Owais Ahmed" userId="6abc7d4556b3b071" providerId="LiveId" clId="{F3750F2E-066A-4969-BB22-AA4B2440C81E}" dt="2023-06-01T04:37:46.765" v="7787" actId="20577"/>
          <ac:spMkLst>
            <pc:docMk/>
            <pc:sldMk cId="1999492525" sldId="2519"/>
            <ac:spMk id="215" creationId="{00000000-0000-0000-0000-000000000000}"/>
          </ac:spMkLst>
        </pc:spChg>
      </pc:sldChg>
      <pc:sldChg chg="del">
        <pc:chgData name="Owais Ahmed" userId="6abc7d4556b3b071" providerId="LiveId" clId="{F3750F2E-066A-4969-BB22-AA4B2440C81E}" dt="2023-06-01T03:31:19.162" v="134" actId="47"/>
        <pc:sldMkLst>
          <pc:docMk/>
          <pc:sldMk cId="1014548738" sldId="2520"/>
        </pc:sldMkLst>
      </pc:sldChg>
      <pc:sldChg chg="addSp delSp modSp add mod setBg modAnim">
        <pc:chgData name="Owais Ahmed" userId="6abc7d4556b3b071" providerId="LiveId" clId="{F3750F2E-066A-4969-BB22-AA4B2440C81E}" dt="2023-06-01T06:58:06.923" v="14929"/>
        <pc:sldMkLst>
          <pc:docMk/>
          <pc:sldMk cId="2250370139" sldId="2520"/>
        </pc:sldMkLst>
        <pc:spChg chg="mod">
          <ac:chgData name="Owais Ahmed" userId="6abc7d4556b3b071" providerId="LiveId" clId="{F3750F2E-066A-4969-BB22-AA4B2440C81E}" dt="2023-06-01T06:58:06.923" v="14929"/>
          <ac:spMkLst>
            <pc:docMk/>
            <pc:sldMk cId="2250370139" sldId="2520"/>
            <ac:spMk id="3" creationId="{4A1C0383-58FE-E486-295E-B33B8683B938}"/>
          </ac:spMkLst>
        </pc:spChg>
        <pc:spChg chg="add del">
          <ac:chgData name="Owais Ahmed" userId="6abc7d4556b3b071" providerId="LiveId" clId="{F3750F2E-066A-4969-BB22-AA4B2440C81E}" dt="2023-06-01T03:57:39.061" v="3377"/>
          <ac:spMkLst>
            <pc:docMk/>
            <pc:sldMk cId="2250370139" sldId="2520"/>
            <ac:spMk id="4" creationId="{3C609D3A-E35E-8EF9-D6FC-BF63977FFF9E}"/>
          </ac:spMkLst>
        </pc:spChg>
        <pc:spChg chg="add del">
          <ac:chgData name="Owais Ahmed" userId="6abc7d4556b3b071" providerId="LiveId" clId="{F3750F2E-066A-4969-BB22-AA4B2440C81E}" dt="2023-06-01T03:57:41.512" v="3379"/>
          <ac:spMkLst>
            <pc:docMk/>
            <pc:sldMk cId="2250370139" sldId="2520"/>
            <ac:spMk id="5" creationId="{EC9A4F4D-533F-5259-F286-CC07D274EAB7}"/>
          </ac:spMkLst>
        </pc:spChg>
        <pc:spChg chg="mod">
          <ac:chgData name="Owais Ahmed" userId="6abc7d4556b3b071" providerId="LiveId" clId="{F3750F2E-066A-4969-BB22-AA4B2440C81E}" dt="2023-06-01T04:37:50.428" v="7791" actId="20577"/>
          <ac:spMkLst>
            <pc:docMk/>
            <pc:sldMk cId="2250370139" sldId="2520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F3750F2E-066A-4969-BB22-AA4B2440C81E}" dt="2023-06-01T04:37:39.346" v="7780" actId="20577"/>
        <pc:sldMkLst>
          <pc:docMk/>
          <pc:sldMk cId="2132847474" sldId="2521"/>
        </pc:sldMkLst>
        <pc:spChg chg="mod">
          <ac:chgData name="Owais Ahmed" userId="6abc7d4556b3b071" providerId="LiveId" clId="{F3750F2E-066A-4969-BB22-AA4B2440C81E}" dt="2023-06-01T04:23:18.745" v="6383" actId="20577"/>
          <ac:spMkLst>
            <pc:docMk/>
            <pc:sldMk cId="2132847474" sldId="2521"/>
            <ac:spMk id="3" creationId="{4A1C0383-58FE-E486-295E-B33B8683B938}"/>
          </ac:spMkLst>
        </pc:spChg>
        <pc:spChg chg="mod">
          <ac:chgData name="Owais Ahmed" userId="6abc7d4556b3b071" providerId="LiveId" clId="{F3750F2E-066A-4969-BB22-AA4B2440C81E}" dt="2023-06-01T04:37:39.346" v="7780" actId="20577"/>
          <ac:spMkLst>
            <pc:docMk/>
            <pc:sldMk cId="2132847474" sldId="2521"/>
            <ac:spMk id="215" creationId="{00000000-0000-0000-0000-000000000000}"/>
          </ac:spMkLst>
        </pc:spChg>
      </pc:sldChg>
      <pc:sldChg chg="del">
        <pc:chgData name="Owais Ahmed" userId="6abc7d4556b3b071" providerId="LiveId" clId="{F3750F2E-066A-4969-BB22-AA4B2440C81E}" dt="2023-06-01T03:31:19.184" v="135" actId="47"/>
        <pc:sldMkLst>
          <pc:docMk/>
          <pc:sldMk cId="2203886764" sldId="2521"/>
        </pc:sldMkLst>
      </pc:sldChg>
      <pc:sldChg chg="modSp add mod modAnim modNotesTx">
        <pc:chgData name="Owais Ahmed" userId="6abc7d4556b3b071" providerId="LiveId" clId="{F3750F2E-066A-4969-BB22-AA4B2440C81E}" dt="2023-06-01T04:37:31.589" v="7773" actId="20577"/>
        <pc:sldMkLst>
          <pc:docMk/>
          <pc:sldMk cId="2205227670" sldId="2522"/>
        </pc:sldMkLst>
        <pc:spChg chg="mod">
          <ac:chgData name="Owais Ahmed" userId="6abc7d4556b3b071" providerId="LiveId" clId="{F3750F2E-066A-4969-BB22-AA4B2440C81E}" dt="2023-06-01T04:13:18.537" v="4931" actId="20577"/>
          <ac:spMkLst>
            <pc:docMk/>
            <pc:sldMk cId="2205227670" sldId="2522"/>
            <ac:spMk id="3" creationId="{4A1C0383-58FE-E486-295E-B33B8683B938}"/>
          </ac:spMkLst>
        </pc:spChg>
        <pc:spChg chg="mod">
          <ac:chgData name="Owais Ahmed" userId="6abc7d4556b3b071" providerId="LiveId" clId="{F3750F2E-066A-4969-BB22-AA4B2440C81E}" dt="2023-06-01T04:37:31.589" v="7773" actId="20577"/>
          <ac:spMkLst>
            <pc:docMk/>
            <pc:sldMk cId="2205227670" sldId="2522"/>
            <ac:spMk id="215" creationId="{00000000-0000-0000-0000-000000000000}"/>
          </ac:spMkLst>
        </pc:spChg>
      </pc:sldChg>
      <pc:sldChg chg="del">
        <pc:chgData name="Owais Ahmed" userId="6abc7d4556b3b071" providerId="LiveId" clId="{F3750F2E-066A-4969-BB22-AA4B2440C81E}" dt="2023-06-01T03:31:19.229" v="136" actId="47"/>
        <pc:sldMkLst>
          <pc:docMk/>
          <pc:sldMk cId="2803296191" sldId="2522"/>
        </pc:sldMkLst>
      </pc:sldChg>
      <pc:sldChg chg="del">
        <pc:chgData name="Owais Ahmed" userId="6abc7d4556b3b071" providerId="LiveId" clId="{F3750F2E-066A-4969-BB22-AA4B2440C81E}" dt="2023-06-01T03:31:20.551" v="149" actId="47"/>
        <pc:sldMkLst>
          <pc:docMk/>
          <pc:sldMk cId="81605483" sldId="2523"/>
        </pc:sldMkLst>
      </pc:sldChg>
      <pc:sldChg chg="addSp delSp modSp add mod modAnim modNotesTx">
        <pc:chgData name="Owais Ahmed" userId="6abc7d4556b3b071" providerId="LiveId" clId="{F3750F2E-066A-4969-BB22-AA4B2440C81E}" dt="2023-06-01T06:57:22.971" v="14927" actId="20577"/>
        <pc:sldMkLst>
          <pc:docMk/>
          <pc:sldMk cId="195327952" sldId="2523"/>
        </pc:sldMkLst>
        <pc:spChg chg="mod">
          <ac:chgData name="Owais Ahmed" userId="6abc7d4556b3b071" providerId="LiveId" clId="{F3750F2E-066A-4969-BB22-AA4B2440C81E}" dt="2023-06-01T06:05:49.659" v="14502" actId="27636"/>
          <ac:spMkLst>
            <pc:docMk/>
            <pc:sldMk cId="195327952" sldId="2523"/>
            <ac:spMk id="3" creationId="{4A1C0383-58FE-E486-295E-B33B8683B938}"/>
          </ac:spMkLst>
        </pc:spChg>
        <pc:spChg chg="mod">
          <ac:chgData name="Owais Ahmed" userId="6abc7d4556b3b071" providerId="LiveId" clId="{F3750F2E-066A-4969-BB22-AA4B2440C81E}" dt="2023-06-01T04:37:35.382" v="7776" actId="20577"/>
          <ac:spMkLst>
            <pc:docMk/>
            <pc:sldMk cId="195327952" sldId="2523"/>
            <ac:spMk id="215" creationId="{00000000-0000-0000-0000-000000000000}"/>
          </ac:spMkLst>
        </pc:spChg>
        <pc:picChg chg="add del">
          <ac:chgData name="Owais Ahmed" userId="6abc7d4556b3b071" providerId="LiveId" clId="{F3750F2E-066A-4969-BB22-AA4B2440C81E}" dt="2023-06-01T06:05:16.708" v="14484" actId="22"/>
          <ac:picMkLst>
            <pc:docMk/>
            <pc:sldMk cId="195327952" sldId="2523"/>
            <ac:picMk id="5" creationId="{989546CD-3749-02A0-AEE5-77396EACB09A}"/>
          </ac:picMkLst>
        </pc:picChg>
        <pc:picChg chg="add mod">
          <ac:chgData name="Owais Ahmed" userId="6abc7d4556b3b071" providerId="LiveId" clId="{F3750F2E-066A-4969-BB22-AA4B2440C81E}" dt="2023-06-01T06:05:40.865" v="14496" actId="1076"/>
          <ac:picMkLst>
            <pc:docMk/>
            <pc:sldMk cId="195327952" sldId="2523"/>
            <ac:picMk id="7" creationId="{0D17D74C-A1E3-F2EB-7301-28691B52A592}"/>
          </ac:picMkLst>
        </pc:picChg>
      </pc:sldChg>
      <pc:sldChg chg="del">
        <pc:chgData name="Owais Ahmed" userId="6abc7d4556b3b071" providerId="LiveId" clId="{F3750F2E-066A-4969-BB22-AA4B2440C81E}" dt="2023-06-01T03:31:19.255" v="137" actId="47"/>
        <pc:sldMkLst>
          <pc:docMk/>
          <pc:sldMk cId="601257443" sldId="2524"/>
        </pc:sldMkLst>
      </pc:sldChg>
      <pc:sldChg chg="modSp add mod modAnim modNotesTx">
        <pc:chgData name="Owais Ahmed" userId="6abc7d4556b3b071" providerId="LiveId" clId="{F3750F2E-066A-4969-BB22-AA4B2440C81E}" dt="2023-06-01T06:56:33.851" v="14849" actId="20577"/>
        <pc:sldMkLst>
          <pc:docMk/>
          <pc:sldMk cId="2476493420" sldId="2524"/>
        </pc:sldMkLst>
        <pc:spChg chg="mod">
          <ac:chgData name="Owais Ahmed" userId="6abc7d4556b3b071" providerId="LiveId" clId="{F3750F2E-066A-4969-BB22-AA4B2440C81E}" dt="2023-06-01T06:56:33.851" v="14849" actId="20577"/>
          <ac:spMkLst>
            <pc:docMk/>
            <pc:sldMk cId="2476493420" sldId="2524"/>
            <ac:spMk id="3" creationId="{4A1C0383-58FE-E486-295E-B33B8683B938}"/>
          </ac:spMkLst>
        </pc:spChg>
        <pc:spChg chg="mod">
          <ac:chgData name="Owais Ahmed" userId="6abc7d4556b3b071" providerId="LiveId" clId="{F3750F2E-066A-4969-BB22-AA4B2440C81E}" dt="2023-06-01T04:37:43.326" v="7783" actId="20577"/>
          <ac:spMkLst>
            <pc:docMk/>
            <pc:sldMk cId="2476493420" sldId="2524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F3750F2E-066A-4969-BB22-AA4B2440C81E}" dt="2023-06-01T04:37:57.325" v="7797" actId="20577"/>
        <pc:sldMkLst>
          <pc:docMk/>
          <pc:sldMk cId="3632414245" sldId="2525"/>
        </pc:sldMkLst>
        <pc:spChg chg="mod">
          <ac:chgData name="Owais Ahmed" userId="6abc7d4556b3b071" providerId="LiveId" clId="{F3750F2E-066A-4969-BB22-AA4B2440C81E}" dt="2023-06-01T04:30:58.127" v="6809" actId="27636"/>
          <ac:spMkLst>
            <pc:docMk/>
            <pc:sldMk cId="3632414245" sldId="2525"/>
            <ac:spMk id="4" creationId="{39262F6D-1BAF-B835-1D02-26E1824314EE}"/>
          </ac:spMkLst>
        </pc:spChg>
        <pc:spChg chg="mod">
          <ac:chgData name="Owais Ahmed" userId="6abc7d4556b3b071" providerId="LiveId" clId="{F3750F2E-066A-4969-BB22-AA4B2440C81E}" dt="2023-06-01T04:37:57.325" v="7797" actId="20577"/>
          <ac:spMkLst>
            <pc:docMk/>
            <pc:sldMk cId="3632414245" sldId="2525"/>
            <ac:spMk id="215" creationId="{00000000-0000-0000-0000-000000000000}"/>
          </ac:spMkLst>
        </pc:spChg>
      </pc:sldChg>
      <pc:sldChg chg="del">
        <pc:chgData name="Owais Ahmed" userId="6abc7d4556b3b071" providerId="LiveId" clId="{F3750F2E-066A-4969-BB22-AA4B2440C81E}" dt="2023-06-01T03:31:19.294" v="138" actId="47"/>
        <pc:sldMkLst>
          <pc:docMk/>
          <pc:sldMk cId="875869451" sldId="2526"/>
        </pc:sldMkLst>
      </pc:sldChg>
      <pc:sldChg chg="modSp add mod ord modAnim">
        <pc:chgData name="Owais Ahmed" userId="6abc7d4556b3b071" providerId="LiveId" clId="{F3750F2E-066A-4969-BB22-AA4B2440C81E}" dt="2023-06-01T04:37:59.956" v="7798" actId="20577"/>
        <pc:sldMkLst>
          <pc:docMk/>
          <pc:sldMk cId="2306874849" sldId="2526"/>
        </pc:sldMkLst>
        <pc:spChg chg="mod">
          <ac:chgData name="Owais Ahmed" userId="6abc7d4556b3b071" providerId="LiveId" clId="{F3750F2E-066A-4969-BB22-AA4B2440C81E}" dt="2023-06-01T04:37:00.262" v="7765" actId="20577"/>
          <ac:spMkLst>
            <pc:docMk/>
            <pc:sldMk cId="2306874849" sldId="2526"/>
            <ac:spMk id="4" creationId="{39262F6D-1BAF-B835-1D02-26E1824314EE}"/>
          </ac:spMkLst>
        </pc:spChg>
        <pc:spChg chg="mod">
          <ac:chgData name="Owais Ahmed" userId="6abc7d4556b3b071" providerId="LiveId" clId="{F3750F2E-066A-4969-BB22-AA4B2440C81E}" dt="2023-06-01T04:37:59.956" v="7798" actId="20577"/>
          <ac:spMkLst>
            <pc:docMk/>
            <pc:sldMk cId="2306874849" sldId="2526"/>
            <ac:spMk id="215" creationId="{00000000-0000-0000-0000-000000000000}"/>
          </ac:spMkLst>
        </pc:spChg>
      </pc:sldChg>
      <pc:sldChg chg="modSp add del mod">
        <pc:chgData name="Owais Ahmed" userId="6abc7d4556b3b071" providerId="LiveId" clId="{F3750F2E-066A-4969-BB22-AA4B2440C81E}" dt="2023-06-01T06:06:24.493" v="14503" actId="47"/>
        <pc:sldMkLst>
          <pc:docMk/>
          <pc:sldMk cId="2008551533" sldId="2527"/>
        </pc:sldMkLst>
        <pc:spChg chg="mod">
          <ac:chgData name="Owais Ahmed" userId="6abc7d4556b3b071" providerId="LiveId" clId="{F3750F2E-066A-4969-BB22-AA4B2440C81E}" dt="2023-06-01T04:38:03.940" v="7799" actId="20577"/>
          <ac:spMkLst>
            <pc:docMk/>
            <pc:sldMk cId="2008551533" sldId="2527"/>
            <ac:spMk id="215" creationId="{00000000-0000-0000-0000-000000000000}"/>
          </ac:spMkLst>
        </pc:spChg>
      </pc:sldChg>
      <pc:sldChg chg="del">
        <pc:chgData name="Owais Ahmed" userId="6abc7d4556b3b071" providerId="LiveId" clId="{F3750F2E-066A-4969-BB22-AA4B2440C81E}" dt="2023-06-01T03:31:19.323" v="139" actId="47"/>
        <pc:sldMkLst>
          <pc:docMk/>
          <pc:sldMk cId="4066448691" sldId="2527"/>
        </pc:sldMkLst>
      </pc:sldChg>
      <pc:sldChg chg="modSp add mod modAnim">
        <pc:chgData name="Owais Ahmed" userId="6abc7d4556b3b071" providerId="LiveId" clId="{F3750F2E-066A-4969-BB22-AA4B2440C81E}" dt="2023-06-01T06:06:51.743" v="14525" actId="20577"/>
        <pc:sldMkLst>
          <pc:docMk/>
          <pc:sldMk cId="2132479376" sldId="2528"/>
        </pc:sldMkLst>
        <pc:spChg chg="mod">
          <ac:chgData name="Owais Ahmed" userId="6abc7d4556b3b071" providerId="LiveId" clId="{F3750F2E-066A-4969-BB22-AA4B2440C81E}" dt="2023-06-01T06:06:51.743" v="14525" actId="20577"/>
          <ac:spMkLst>
            <pc:docMk/>
            <pc:sldMk cId="2132479376" sldId="2528"/>
            <ac:spMk id="4" creationId="{39262F6D-1BAF-B835-1D02-26E1824314EE}"/>
          </ac:spMkLst>
        </pc:spChg>
        <pc:spChg chg="mod">
          <ac:chgData name="Owais Ahmed" userId="6abc7d4556b3b071" providerId="LiveId" clId="{F3750F2E-066A-4969-BB22-AA4B2440C81E}" dt="2023-06-01T04:40:13.591" v="8167" actId="20577"/>
          <ac:spMkLst>
            <pc:docMk/>
            <pc:sldMk cId="2132479376" sldId="2528"/>
            <ac:spMk id="215" creationId="{00000000-0000-0000-0000-000000000000}"/>
          </ac:spMkLst>
        </pc:spChg>
      </pc:sldChg>
      <pc:sldChg chg="del">
        <pc:chgData name="Owais Ahmed" userId="6abc7d4556b3b071" providerId="LiveId" clId="{F3750F2E-066A-4969-BB22-AA4B2440C81E}" dt="2023-06-01T03:31:19.354" v="140" actId="47"/>
        <pc:sldMkLst>
          <pc:docMk/>
          <pc:sldMk cId="2793464527" sldId="2528"/>
        </pc:sldMkLst>
      </pc:sldChg>
      <pc:sldChg chg="del">
        <pc:chgData name="Owais Ahmed" userId="6abc7d4556b3b071" providerId="LiveId" clId="{F3750F2E-066A-4969-BB22-AA4B2440C81E}" dt="2023-06-01T03:31:19.400" v="141" actId="47"/>
        <pc:sldMkLst>
          <pc:docMk/>
          <pc:sldMk cId="1629157134" sldId="2529"/>
        </pc:sldMkLst>
      </pc:sldChg>
      <pc:sldChg chg="modSp add del mod modAnim">
        <pc:chgData name="Owais Ahmed" userId="6abc7d4556b3b071" providerId="LiveId" clId="{F3750F2E-066A-4969-BB22-AA4B2440C81E}" dt="2023-06-01T05:08:42.805" v="10455" actId="47"/>
        <pc:sldMkLst>
          <pc:docMk/>
          <pc:sldMk cId="4041133048" sldId="2529"/>
        </pc:sldMkLst>
        <pc:spChg chg="mod">
          <ac:chgData name="Owais Ahmed" userId="6abc7d4556b3b071" providerId="LiveId" clId="{F3750F2E-066A-4969-BB22-AA4B2440C81E}" dt="2023-06-01T05:08:32.842" v="10454" actId="20577"/>
          <ac:spMkLst>
            <pc:docMk/>
            <pc:sldMk cId="4041133048" sldId="2529"/>
            <ac:spMk id="4" creationId="{39262F6D-1BAF-B835-1D02-26E1824314EE}"/>
          </ac:spMkLst>
        </pc:spChg>
        <pc:spChg chg="mod">
          <ac:chgData name="Owais Ahmed" userId="6abc7d4556b3b071" providerId="LiveId" clId="{F3750F2E-066A-4969-BB22-AA4B2440C81E}" dt="2023-06-01T04:53:50.742" v="9025" actId="20577"/>
          <ac:spMkLst>
            <pc:docMk/>
            <pc:sldMk cId="4041133048" sldId="2529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F3750F2E-066A-4969-BB22-AA4B2440C81E}" dt="2023-06-01T05:02:42.196" v="9977" actId="20577"/>
        <pc:sldMkLst>
          <pc:docMk/>
          <pc:sldMk cId="302847877" sldId="2530"/>
        </pc:sldMkLst>
        <pc:spChg chg="mod">
          <ac:chgData name="Owais Ahmed" userId="6abc7d4556b3b071" providerId="LiveId" clId="{F3750F2E-066A-4969-BB22-AA4B2440C81E}" dt="2023-06-01T05:02:26.257" v="9919" actId="20577"/>
          <ac:spMkLst>
            <pc:docMk/>
            <pc:sldMk cId="302847877" sldId="2530"/>
            <ac:spMk id="4" creationId="{39262F6D-1BAF-B835-1D02-26E1824314EE}"/>
          </ac:spMkLst>
        </pc:spChg>
        <pc:spChg chg="mod">
          <ac:chgData name="Owais Ahmed" userId="6abc7d4556b3b071" providerId="LiveId" clId="{F3750F2E-066A-4969-BB22-AA4B2440C81E}" dt="2023-06-01T04:59:38.780" v="9365" actId="20577"/>
          <ac:spMkLst>
            <pc:docMk/>
            <pc:sldMk cId="302847877" sldId="2530"/>
            <ac:spMk id="215" creationId="{00000000-0000-0000-0000-000000000000}"/>
          </ac:spMkLst>
        </pc:spChg>
        <pc:picChg chg="add del">
          <ac:chgData name="Owais Ahmed" userId="6abc7d4556b3b071" providerId="LiveId" clId="{F3750F2E-066A-4969-BB22-AA4B2440C81E}" dt="2023-06-01T04:59:12.736" v="9330" actId="22"/>
          <ac:picMkLst>
            <pc:docMk/>
            <pc:sldMk cId="302847877" sldId="2530"/>
            <ac:picMk id="5" creationId="{87D8304A-8494-DE4C-A04D-F17C5577F482}"/>
          </ac:picMkLst>
        </pc:picChg>
        <pc:picChg chg="add del">
          <ac:chgData name="Owais Ahmed" userId="6abc7d4556b3b071" providerId="LiveId" clId="{F3750F2E-066A-4969-BB22-AA4B2440C81E}" dt="2023-06-01T04:59:15.920" v="9332" actId="22"/>
          <ac:picMkLst>
            <pc:docMk/>
            <pc:sldMk cId="302847877" sldId="2530"/>
            <ac:picMk id="7" creationId="{9150D488-148E-2C22-C344-09D5F20D2B19}"/>
          </ac:picMkLst>
        </pc:picChg>
        <pc:picChg chg="add mod">
          <ac:chgData name="Owais Ahmed" userId="6abc7d4556b3b071" providerId="LiveId" clId="{F3750F2E-066A-4969-BB22-AA4B2440C81E}" dt="2023-06-01T04:59:22.063" v="9334" actId="1076"/>
          <ac:picMkLst>
            <pc:docMk/>
            <pc:sldMk cId="302847877" sldId="2530"/>
            <ac:picMk id="9" creationId="{2FC1C3C0-1CE8-E575-BF76-0E9D5D577B5B}"/>
          </ac:picMkLst>
        </pc:picChg>
      </pc:sldChg>
      <pc:sldChg chg="new del">
        <pc:chgData name="Owais Ahmed" userId="6abc7d4556b3b071" providerId="LiveId" clId="{F3750F2E-066A-4969-BB22-AA4B2440C81E}" dt="2023-06-01T04:58:59.191" v="9324" actId="680"/>
        <pc:sldMkLst>
          <pc:docMk/>
          <pc:sldMk cId="2787762162" sldId="2530"/>
        </pc:sldMkLst>
      </pc:sldChg>
      <pc:sldChg chg="del">
        <pc:chgData name="Owais Ahmed" userId="6abc7d4556b3b071" providerId="LiveId" clId="{F3750F2E-066A-4969-BB22-AA4B2440C81E}" dt="2023-06-01T03:31:19.422" v="142" actId="47"/>
        <pc:sldMkLst>
          <pc:docMk/>
          <pc:sldMk cId="3744298312" sldId="2530"/>
        </pc:sldMkLst>
      </pc:sldChg>
      <pc:sldChg chg="del">
        <pc:chgData name="Owais Ahmed" userId="6abc7d4556b3b071" providerId="LiveId" clId="{F3750F2E-066A-4969-BB22-AA4B2440C81E}" dt="2023-06-01T03:31:19.441" v="143" actId="47"/>
        <pc:sldMkLst>
          <pc:docMk/>
          <pc:sldMk cId="1019156805" sldId="2531"/>
        </pc:sldMkLst>
      </pc:sldChg>
      <pc:sldChg chg="modSp add mod modAnim">
        <pc:chgData name="Owais Ahmed" userId="6abc7d4556b3b071" providerId="LiveId" clId="{F3750F2E-066A-4969-BB22-AA4B2440C81E}" dt="2023-06-01T05:37:38.476" v="13113" actId="27636"/>
        <pc:sldMkLst>
          <pc:docMk/>
          <pc:sldMk cId="3317015397" sldId="2531"/>
        </pc:sldMkLst>
        <pc:spChg chg="mod">
          <ac:chgData name="Owais Ahmed" userId="6abc7d4556b3b071" providerId="LiveId" clId="{F3750F2E-066A-4969-BB22-AA4B2440C81E}" dt="2023-06-01T05:37:38.476" v="13113" actId="27636"/>
          <ac:spMkLst>
            <pc:docMk/>
            <pc:sldMk cId="3317015397" sldId="2531"/>
            <ac:spMk id="4" creationId="{39262F6D-1BAF-B835-1D02-26E1824314EE}"/>
          </ac:spMkLst>
        </pc:spChg>
      </pc:sldChg>
      <pc:sldChg chg="modSp add mod modAnim">
        <pc:chgData name="Owais Ahmed" userId="6abc7d4556b3b071" providerId="LiveId" clId="{F3750F2E-066A-4969-BB22-AA4B2440C81E}" dt="2023-06-01T05:33:31.326" v="12750" actId="20577"/>
        <pc:sldMkLst>
          <pc:docMk/>
          <pc:sldMk cId="1218442297" sldId="2532"/>
        </pc:sldMkLst>
        <pc:spChg chg="mod">
          <ac:chgData name="Owais Ahmed" userId="6abc7d4556b3b071" providerId="LiveId" clId="{F3750F2E-066A-4969-BB22-AA4B2440C81E}" dt="2023-06-01T05:33:31.326" v="12750" actId="20577"/>
          <ac:spMkLst>
            <pc:docMk/>
            <pc:sldMk cId="1218442297" sldId="2532"/>
            <ac:spMk id="4" creationId="{39262F6D-1BAF-B835-1D02-26E1824314EE}"/>
          </ac:spMkLst>
        </pc:spChg>
        <pc:spChg chg="mod">
          <ac:chgData name="Owais Ahmed" userId="6abc7d4556b3b071" providerId="LiveId" clId="{F3750F2E-066A-4969-BB22-AA4B2440C81E}" dt="2023-06-01T05:03:29.059" v="10002" actId="20577"/>
          <ac:spMkLst>
            <pc:docMk/>
            <pc:sldMk cId="1218442297" sldId="2532"/>
            <ac:spMk id="215" creationId="{00000000-0000-0000-0000-000000000000}"/>
          </ac:spMkLst>
        </pc:spChg>
      </pc:sldChg>
      <pc:sldChg chg="del">
        <pc:chgData name="Owais Ahmed" userId="6abc7d4556b3b071" providerId="LiveId" clId="{F3750F2E-066A-4969-BB22-AA4B2440C81E}" dt="2023-06-01T03:31:19.474" v="144" actId="47"/>
        <pc:sldMkLst>
          <pc:docMk/>
          <pc:sldMk cId="1746260340" sldId="2532"/>
        </pc:sldMkLst>
      </pc:sldChg>
      <pc:sldChg chg="del">
        <pc:chgData name="Owais Ahmed" userId="6abc7d4556b3b071" providerId="LiveId" clId="{F3750F2E-066A-4969-BB22-AA4B2440C81E}" dt="2023-06-01T03:31:19.744" v="146" actId="47"/>
        <pc:sldMkLst>
          <pc:docMk/>
          <pc:sldMk cId="1928162152" sldId="2533"/>
        </pc:sldMkLst>
      </pc:sldChg>
      <pc:sldChg chg="modSp add mod modAnim">
        <pc:chgData name="Owais Ahmed" userId="6abc7d4556b3b071" providerId="LiveId" clId="{F3750F2E-066A-4969-BB22-AA4B2440C81E}" dt="2023-06-01T05:17:44.096" v="10844" actId="20577"/>
        <pc:sldMkLst>
          <pc:docMk/>
          <pc:sldMk cId="3849023359" sldId="2533"/>
        </pc:sldMkLst>
        <pc:spChg chg="mod">
          <ac:chgData name="Owais Ahmed" userId="6abc7d4556b3b071" providerId="LiveId" clId="{F3750F2E-066A-4969-BB22-AA4B2440C81E}" dt="2023-06-01T05:17:44.096" v="10844" actId="20577"/>
          <ac:spMkLst>
            <pc:docMk/>
            <pc:sldMk cId="3849023359" sldId="2533"/>
            <ac:spMk id="4" creationId="{39262F6D-1BAF-B835-1D02-26E1824314EE}"/>
          </ac:spMkLst>
        </pc:spChg>
        <pc:spChg chg="mod">
          <ac:chgData name="Owais Ahmed" userId="6abc7d4556b3b071" providerId="LiveId" clId="{F3750F2E-066A-4969-BB22-AA4B2440C81E}" dt="2023-06-01T05:09:17.064" v="10473" actId="20577"/>
          <ac:spMkLst>
            <pc:docMk/>
            <pc:sldMk cId="3849023359" sldId="2533"/>
            <ac:spMk id="215" creationId="{00000000-0000-0000-0000-000000000000}"/>
          </ac:spMkLst>
        </pc:spChg>
      </pc:sldChg>
      <pc:sldChg chg="del">
        <pc:chgData name="Owais Ahmed" userId="6abc7d4556b3b071" providerId="LiveId" clId="{F3750F2E-066A-4969-BB22-AA4B2440C81E}" dt="2023-06-01T03:31:20.084" v="147" actId="47"/>
        <pc:sldMkLst>
          <pc:docMk/>
          <pc:sldMk cId="1841206640" sldId="2534"/>
        </pc:sldMkLst>
      </pc:sldChg>
      <pc:sldChg chg="modSp add mod modAnim">
        <pc:chgData name="Owais Ahmed" userId="6abc7d4556b3b071" providerId="LiveId" clId="{F3750F2E-066A-4969-BB22-AA4B2440C81E}" dt="2023-06-01T05:23:00.958" v="11459" actId="20577"/>
        <pc:sldMkLst>
          <pc:docMk/>
          <pc:sldMk cId="3908721446" sldId="2534"/>
        </pc:sldMkLst>
        <pc:spChg chg="mod">
          <ac:chgData name="Owais Ahmed" userId="6abc7d4556b3b071" providerId="LiveId" clId="{F3750F2E-066A-4969-BB22-AA4B2440C81E}" dt="2023-06-01T05:23:00.958" v="11459" actId="20577"/>
          <ac:spMkLst>
            <pc:docMk/>
            <pc:sldMk cId="3908721446" sldId="2534"/>
            <ac:spMk id="4" creationId="{39262F6D-1BAF-B835-1D02-26E1824314EE}"/>
          </ac:spMkLst>
        </pc:spChg>
      </pc:sldChg>
      <pc:sldChg chg="modSp add mod modAnim modNotesTx">
        <pc:chgData name="Owais Ahmed" userId="6abc7d4556b3b071" providerId="LiveId" clId="{F3750F2E-066A-4969-BB22-AA4B2440C81E}" dt="2023-06-01T05:41:47.334" v="13628" actId="20577"/>
        <pc:sldMkLst>
          <pc:docMk/>
          <pc:sldMk cId="80640812" sldId="2535"/>
        </pc:sldMkLst>
        <pc:spChg chg="mod">
          <ac:chgData name="Owais Ahmed" userId="6abc7d4556b3b071" providerId="LiveId" clId="{F3750F2E-066A-4969-BB22-AA4B2440C81E}" dt="2023-06-01T05:41:47.334" v="13628" actId="20577"/>
          <ac:spMkLst>
            <pc:docMk/>
            <pc:sldMk cId="80640812" sldId="2535"/>
            <ac:spMk id="4" creationId="{39262F6D-1BAF-B835-1D02-26E1824314EE}"/>
          </ac:spMkLst>
        </pc:spChg>
      </pc:sldChg>
      <pc:sldChg chg="del">
        <pc:chgData name="Owais Ahmed" userId="6abc7d4556b3b071" providerId="LiveId" clId="{F3750F2E-066A-4969-BB22-AA4B2440C81E}" dt="2023-06-01T03:31:19.494" v="145" actId="47"/>
        <pc:sldMkLst>
          <pc:docMk/>
          <pc:sldMk cId="1110748888" sldId="2535"/>
        </pc:sldMkLst>
      </pc:sldChg>
      <pc:sldChg chg="add del">
        <pc:chgData name="Owais Ahmed" userId="6abc7d4556b3b071" providerId="LiveId" clId="{F3750F2E-066A-4969-BB22-AA4B2440C81E}" dt="2023-06-01T05:42:31.322" v="13630" actId="2890"/>
        <pc:sldMkLst>
          <pc:docMk/>
          <pc:sldMk cId="2191877352" sldId="2536"/>
        </pc:sldMkLst>
      </pc:sldChg>
      <pc:sldChg chg="del">
        <pc:chgData name="Owais Ahmed" userId="6abc7d4556b3b071" providerId="LiveId" clId="{F3750F2E-066A-4969-BB22-AA4B2440C81E}" dt="2023-06-01T03:31:20.385" v="148" actId="47"/>
        <pc:sldMkLst>
          <pc:docMk/>
          <pc:sldMk cId="3044777693" sldId="2536"/>
        </pc:sldMkLst>
      </pc:sldChg>
      <pc:sldChg chg="modSp add mod ord modAnim">
        <pc:chgData name="Owais Ahmed" userId="6abc7d4556b3b071" providerId="LiveId" clId="{F3750F2E-066A-4969-BB22-AA4B2440C81E}" dt="2023-06-01T05:46:26.821" v="14038" actId="20577"/>
        <pc:sldMkLst>
          <pc:docMk/>
          <pc:sldMk cId="3882252491" sldId="2536"/>
        </pc:sldMkLst>
        <pc:spChg chg="mod">
          <ac:chgData name="Owais Ahmed" userId="6abc7d4556b3b071" providerId="LiveId" clId="{F3750F2E-066A-4969-BB22-AA4B2440C81E}" dt="2023-06-01T05:46:26.821" v="14038" actId="20577"/>
          <ac:spMkLst>
            <pc:docMk/>
            <pc:sldMk cId="3882252491" sldId="2536"/>
            <ac:spMk id="4" creationId="{39262F6D-1BAF-B835-1D02-26E1824314EE}"/>
          </ac:spMkLst>
        </pc:spChg>
        <pc:spChg chg="mod">
          <ac:chgData name="Owais Ahmed" userId="6abc7d4556b3b071" providerId="LiveId" clId="{F3750F2E-066A-4969-BB22-AA4B2440C81E}" dt="2023-06-01T05:43:36.879" v="13753" actId="20577"/>
          <ac:spMkLst>
            <pc:docMk/>
            <pc:sldMk cId="3882252491" sldId="2536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F3750F2E-066A-4969-BB22-AA4B2440C81E}" dt="2023-06-01T06:07:20.673" v="14528"/>
        <pc:sldMkLst>
          <pc:docMk/>
          <pc:sldMk cId="758741776" sldId="2537"/>
        </pc:sldMkLst>
        <pc:spChg chg="mod">
          <ac:chgData name="Owais Ahmed" userId="6abc7d4556b3b071" providerId="LiveId" clId="{F3750F2E-066A-4969-BB22-AA4B2440C81E}" dt="2023-06-01T05:59:44.827" v="14482" actId="20577"/>
          <ac:spMkLst>
            <pc:docMk/>
            <pc:sldMk cId="758741776" sldId="2537"/>
            <ac:spMk id="3" creationId="{4A1C0383-58FE-E486-295E-B33B8683B938}"/>
          </ac:spMkLst>
        </pc:spChg>
        <pc:picChg chg="add mod">
          <ac:chgData name="Owais Ahmed" userId="6abc7d4556b3b071" providerId="LiveId" clId="{F3750F2E-066A-4969-BB22-AA4B2440C81E}" dt="2023-06-01T05:49:15.374" v="14047" actId="14100"/>
          <ac:picMkLst>
            <pc:docMk/>
            <pc:sldMk cId="758741776" sldId="2537"/>
            <ac:picMk id="3074" creationId="{4CF866DF-3062-EC7E-C6A4-37288E9994B9}"/>
          </ac:picMkLst>
        </pc:picChg>
      </pc:sldChg>
      <pc:sldChg chg="del">
        <pc:chgData name="Owais Ahmed" userId="6abc7d4556b3b071" providerId="LiveId" clId="{F3750F2E-066A-4969-BB22-AA4B2440C81E}" dt="2023-06-01T03:31:20.807" v="150" actId="47"/>
        <pc:sldMkLst>
          <pc:docMk/>
          <pc:sldMk cId="962106567" sldId="2537"/>
        </pc:sldMkLst>
      </pc:sldChg>
      <pc:sldChg chg="del">
        <pc:chgData name="Owais Ahmed" userId="6abc7d4556b3b071" providerId="LiveId" clId="{F3750F2E-066A-4969-BB22-AA4B2440C81E}" dt="2023-06-01T03:31:20.968" v="151" actId="47"/>
        <pc:sldMkLst>
          <pc:docMk/>
          <pc:sldMk cId="818698008" sldId="2538"/>
        </pc:sldMkLst>
      </pc:sldChg>
      <pc:sldChg chg="add del">
        <pc:chgData name="Owais Ahmed" userId="6abc7d4556b3b071" providerId="LiveId" clId="{F3750F2E-066A-4969-BB22-AA4B2440C81E}" dt="2023-06-01T06:57:01.397" v="14851" actId="2890"/>
        <pc:sldMkLst>
          <pc:docMk/>
          <pc:sldMk cId="2592816849" sldId="2538"/>
        </pc:sldMkLst>
      </pc:sldChg>
      <pc:sldChg chg="modSp add mod ord modAnim">
        <pc:chgData name="Owais Ahmed" userId="6abc7d4556b3b071" providerId="LiveId" clId="{F3750F2E-066A-4969-BB22-AA4B2440C81E}" dt="2023-06-01T07:06:49.224" v="16006" actId="20577"/>
        <pc:sldMkLst>
          <pc:docMk/>
          <pc:sldMk cId="2949597636" sldId="2538"/>
        </pc:sldMkLst>
        <pc:spChg chg="mod">
          <ac:chgData name="Owais Ahmed" userId="6abc7d4556b3b071" providerId="LiveId" clId="{F3750F2E-066A-4969-BB22-AA4B2440C81E}" dt="2023-06-01T07:06:49.224" v="16006" actId="20577"/>
          <ac:spMkLst>
            <pc:docMk/>
            <pc:sldMk cId="2949597636" sldId="2538"/>
            <ac:spMk id="4" creationId="{39262F6D-1BAF-B835-1D02-26E1824314EE}"/>
          </ac:spMkLst>
        </pc:spChg>
        <pc:spChg chg="mod">
          <ac:chgData name="Owais Ahmed" userId="6abc7d4556b3b071" providerId="LiveId" clId="{F3750F2E-066A-4969-BB22-AA4B2440C81E}" dt="2023-06-01T06:58:50.002" v="14938" actId="20577"/>
          <ac:spMkLst>
            <pc:docMk/>
            <pc:sldMk cId="2949597636" sldId="2538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F3750F2E-066A-4969-BB22-AA4B2440C81E}" dt="2023-06-01T07:09:36.945" v="16349" actId="20577"/>
        <pc:sldMkLst>
          <pc:docMk/>
          <pc:sldMk cId="860287846" sldId="2539"/>
        </pc:sldMkLst>
        <pc:spChg chg="mod">
          <ac:chgData name="Owais Ahmed" userId="6abc7d4556b3b071" providerId="LiveId" clId="{F3750F2E-066A-4969-BB22-AA4B2440C81E}" dt="2023-06-01T07:09:36.945" v="16349" actId="20577"/>
          <ac:spMkLst>
            <pc:docMk/>
            <pc:sldMk cId="860287846" sldId="2539"/>
            <ac:spMk id="4" creationId="{39262F6D-1BAF-B835-1D02-26E1824314EE}"/>
          </ac:spMkLst>
        </pc:spChg>
      </pc:sldChg>
      <pc:sldChg chg="del">
        <pc:chgData name="Owais Ahmed" userId="6abc7d4556b3b071" providerId="LiveId" clId="{F3750F2E-066A-4969-BB22-AA4B2440C81E}" dt="2023-06-01T03:31:21.698" v="155" actId="47"/>
        <pc:sldMkLst>
          <pc:docMk/>
          <pc:sldMk cId="2712496299" sldId="2539"/>
        </pc:sldMkLst>
      </pc:sldChg>
      <pc:sldChg chg="del">
        <pc:chgData name="Owais Ahmed" userId="6abc7d4556b3b071" providerId="LiveId" clId="{F3750F2E-066A-4969-BB22-AA4B2440C81E}" dt="2023-06-01T03:31:21.172" v="152" actId="47"/>
        <pc:sldMkLst>
          <pc:docMk/>
          <pc:sldMk cId="1660717226" sldId="2540"/>
        </pc:sldMkLst>
      </pc:sldChg>
      <pc:sldChg chg="modSp add mod modAnim">
        <pc:chgData name="Owais Ahmed" userId="6abc7d4556b3b071" providerId="LiveId" clId="{F3750F2E-066A-4969-BB22-AA4B2440C81E}" dt="2023-06-01T07:15:02.348" v="17084" actId="20577"/>
        <pc:sldMkLst>
          <pc:docMk/>
          <pc:sldMk cId="2510303600" sldId="2540"/>
        </pc:sldMkLst>
        <pc:spChg chg="mod">
          <ac:chgData name="Owais Ahmed" userId="6abc7d4556b3b071" providerId="LiveId" clId="{F3750F2E-066A-4969-BB22-AA4B2440C81E}" dt="2023-06-01T07:15:02.348" v="17084" actId="20577"/>
          <ac:spMkLst>
            <pc:docMk/>
            <pc:sldMk cId="2510303600" sldId="2540"/>
            <ac:spMk id="4" creationId="{39262F6D-1BAF-B835-1D02-26E1824314EE}"/>
          </ac:spMkLst>
        </pc:spChg>
      </pc:sldChg>
      <pc:sldChg chg="del">
        <pc:chgData name="Owais Ahmed" userId="6abc7d4556b3b071" providerId="LiveId" clId="{F3750F2E-066A-4969-BB22-AA4B2440C81E}" dt="2023-06-01T03:31:22.784" v="156" actId="47"/>
        <pc:sldMkLst>
          <pc:docMk/>
          <pc:sldMk cId="747134569" sldId="2541"/>
        </pc:sldMkLst>
      </pc:sldChg>
      <pc:sldChg chg="del">
        <pc:chgData name="Owais Ahmed" userId="6abc7d4556b3b071" providerId="LiveId" clId="{F3750F2E-066A-4969-BB22-AA4B2440C81E}" dt="2023-06-01T03:31:21.352" v="153" actId="47"/>
        <pc:sldMkLst>
          <pc:docMk/>
          <pc:sldMk cId="2657552081" sldId="2542"/>
        </pc:sldMkLst>
      </pc:sldChg>
      <pc:sldChg chg="del">
        <pc:chgData name="Owais Ahmed" userId="6abc7d4556b3b071" providerId="LiveId" clId="{F3750F2E-066A-4969-BB22-AA4B2440C81E}" dt="2023-06-01T03:31:21.536" v="154" actId="47"/>
        <pc:sldMkLst>
          <pc:docMk/>
          <pc:sldMk cId="864876933" sldId="2543"/>
        </pc:sldMkLst>
      </pc:sldChg>
    </pc:docChg>
  </pc:docChgLst>
  <pc:docChgLst>
    <pc:chgData name="Owais Ahmed" userId="6abc7d4556b3b071" providerId="LiveId" clId="{A55743FE-88C7-4A6A-9A5C-7D7AB39D62B0}"/>
    <pc:docChg chg="custSel addSld delSld modSld addSection modSection">
      <pc:chgData name="Owais Ahmed" userId="6abc7d4556b3b071" providerId="LiveId" clId="{A55743FE-88C7-4A6A-9A5C-7D7AB39D62B0}" dt="2023-06-08T09:15:31.227" v="2229" actId="20577"/>
      <pc:docMkLst>
        <pc:docMk/>
      </pc:docMkLst>
      <pc:sldChg chg="modSp del mod">
        <pc:chgData name="Owais Ahmed" userId="6abc7d4556b3b071" providerId="LiveId" clId="{A55743FE-88C7-4A6A-9A5C-7D7AB39D62B0}" dt="2023-06-08T07:29:45.841" v="2006" actId="47"/>
        <pc:sldMkLst>
          <pc:docMk/>
          <pc:sldMk cId="1649098948" sldId="2462"/>
        </pc:sldMkLst>
        <pc:spChg chg="mod">
          <ac:chgData name="Owais Ahmed" userId="6abc7d4556b3b071" providerId="LiveId" clId="{A55743FE-88C7-4A6A-9A5C-7D7AB39D62B0}" dt="2023-06-08T07:28:37.763" v="2002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">
        <pc:chgData name="Owais Ahmed" userId="6abc7d4556b3b071" providerId="LiveId" clId="{A55743FE-88C7-4A6A-9A5C-7D7AB39D62B0}" dt="2023-06-08T07:29:29.574" v="2003"/>
        <pc:sldMkLst>
          <pc:docMk/>
          <pc:sldMk cId="690293853" sldId="2491"/>
        </pc:sldMkLst>
      </pc:sldChg>
      <pc:sldChg chg="modSp add mod modAnim">
        <pc:chgData name="Owais Ahmed" userId="6abc7d4556b3b071" providerId="LiveId" clId="{A55743FE-88C7-4A6A-9A5C-7D7AB39D62B0}" dt="2023-06-08T09:15:31.227" v="2229" actId="20577"/>
        <pc:sldMkLst>
          <pc:docMk/>
          <pc:sldMk cId="3713406757" sldId="2505"/>
        </pc:sldMkLst>
        <pc:spChg chg="mod">
          <ac:chgData name="Owais Ahmed" userId="6abc7d4556b3b071" providerId="LiveId" clId="{A55743FE-88C7-4A6A-9A5C-7D7AB39D62B0}" dt="2023-06-08T09:15:31.227" v="2229" actId="20577"/>
          <ac:spMkLst>
            <pc:docMk/>
            <pc:sldMk cId="3713406757" sldId="2505"/>
            <ac:spMk id="3" creationId="{4A1C0383-58FE-E486-295E-B33B8683B938}"/>
          </ac:spMkLst>
        </pc:spChg>
      </pc:sldChg>
      <pc:sldChg chg="modSp del mod modAnim">
        <pc:chgData name="Owais Ahmed" userId="6abc7d4556b3b071" providerId="LiveId" clId="{A55743FE-88C7-4A6A-9A5C-7D7AB39D62B0}" dt="2023-06-08T07:29:44.445" v="2005" actId="47"/>
        <pc:sldMkLst>
          <pc:docMk/>
          <pc:sldMk cId="4001030377" sldId="2515"/>
        </pc:sldMkLst>
        <pc:spChg chg="mod">
          <ac:chgData name="Owais Ahmed" userId="6abc7d4556b3b071" providerId="LiveId" clId="{A55743FE-88C7-4A6A-9A5C-7D7AB39D62B0}" dt="2023-06-01T07:27:49.179" v="970" actId="20577"/>
          <ac:spMkLst>
            <pc:docMk/>
            <pc:sldMk cId="4001030377" sldId="2515"/>
            <ac:spMk id="3" creationId="{4A1C0383-58FE-E486-295E-B33B8683B938}"/>
          </ac:spMkLst>
        </pc:spChg>
        <pc:spChg chg="mod">
          <ac:chgData name="Owais Ahmed" userId="6abc7d4556b3b071" providerId="LiveId" clId="{A55743FE-88C7-4A6A-9A5C-7D7AB39D62B0}" dt="2023-06-01T07:24:08.572" v="263" actId="20577"/>
          <ac:spMkLst>
            <pc:docMk/>
            <pc:sldMk cId="4001030377" sldId="2515"/>
            <ac:spMk id="215" creationId="{00000000-0000-0000-0000-000000000000}"/>
          </ac:spMkLst>
        </pc:spChg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420060563" sldId="2516"/>
        </pc:sldMkLst>
      </pc:sldChg>
      <pc:sldChg chg="modSp add mod modAnim">
        <pc:chgData name="Owais Ahmed" userId="6abc7d4556b3b071" providerId="LiveId" clId="{A55743FE-88C7-4A6A-9A5C-7D7AB39D62B0}" dt="2023-06-01T07:32:25.163" v="1649" actId="20577"/>
        <pc:sldMkLst>
          <pc:docMk/>
          <pc:sldMk cId="3984703614" sldId="2516"/>
        </pc:sldMkLst>
        <pc:spChg chg="mod">
          <ac:chgData name="Owais Ahmed" userId="6abc7d4556b3b071" providerId="LiveId" clId="{A55743FE-88C7-4A6A-9A5C-7D7AB39D62B0}" dt="2023-06-01T07:32:25.163" v="1649" actId="20577"/>
          <ac:spMkLst>
            <pc:docMk/>
            <pc:sldMk cId="3984703614" sldId="2516"/>
            <ac:spMk id="3" creationId="{4A1C0383-58FE-E486-295E-B33B8683B938}"/>
          </ac:spMkLst>
        </pc:spChg>
        <pc:spChg chg="mod">
          <ac:chgData name="Owais Ahmed" userId="6abc7d4556b3b071" providerId="LiveId" clId="{A55743FE-88C7-4A6A-9A5C-7D7AB39D62B0}" dt="2023-06-01T07:28:00.339" v="990" actId="20577"/>
          <ac:spMkLst>
            <pc:docMk/>
            <pc:sldMk cId="3984703614" sldId="2516"/>
            <ac:spMk id="215" creationId="{00000000-0000-0000-0000-000000000000}"/>
          </ac:spMkLst>
        </pc:spChg>
      </pc:sldChg>
      <pc:sldChg chg="add">
        <pc:chgData name="Owais Ahmed" userId="6abc7d4556b3b071" providerId="LiveId" clId="{A55743FE-88C7-4A6A-9A5C-7D7AB39D62B0}" dt="2023-06-01T09:20:28.911" v="1650" actId="2890"/>
        <pc:sldMkLst>
          <pc:docMk/>
          <pc:sldMk cId="2168097399" sldId="2517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394054088" sldId="2518"/>
        </pc:sldMkLst>
      </pc:sldChg>
      <pc:sldChg chg="modSp add mod modAnim">
        <pc:chgData name="Owais Ahmed" userId="6abc7d4556b3b071" providerId="LiveId" clId="{A55743FE-88C7-4A6A-9A5C-7D7AB39D62B0}" dt="2023-06-01T09:25:08.030" v="1980" actId="20577"/>
        <pc:sldMkLst>
          <pc:docMk/>
          <pc:sldMk cId="1485904615" sldId="2518"/>
        </pc:sldMkLst>
        <pc:spChg chg="mod">
          <ac:chgData name="Owais Ahmed" userId="6abc7d4556b3b071" providerId="LiveId" clId="{A55743FE-88C7-4A6A-9A5C-7D7AB39D62B0}" dt="2023-06-01T09:25:08.030" v="1980" actId="20577"/>
          <ac:spMkLst>
            <pc:docMk/>
            <pc:sldMk cId="1485904615" sldId="2518"/>
            <ac:spMk id="3" creationId="{4A1C0383-58FE-E486-295E-B33B8683B938}"/>
          </ac:spMkLst>
        </pc:spChg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1999492525" sldId="2519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2250370139" sldId="2520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2132847474" sldId="2521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2205227670" sldId="2522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195327952" sldId="2523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2476493420" sldId="2524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3632414245" sldId="2525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2306874849" sldId="2526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2132479376" sldId="2528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302847877" sldId="2530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3317015397" sldId="2531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1218442297" sldId="2532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3849023359" sldId="2533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3908721446" sldId="2534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80640812" sldId="2535"/>
        </pc:sldMkLst>
      </pc:sldChg>
      <pc:sldChg chg="del">
        <pc:chgData name="Owais Ahmed" userId="6abc7d4556b3b071" providerId="LiveId" clId="{A55743FE-88C7-4A6A-9A5C-7D7AB39D62B0}" dt="2023-06-01T07:23:44.038" v="237" actId="47"/>
        <pc:sldMkLst>
          <pc:docMk/>
          <pc:sldMk cId="3882252491" sldId="2536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758741776" sldId="2537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2949597636" sldId="2538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860287846" sldId="2539"/>
        </pc:sldMkLst>
      </pc:sldChg>
      <pc:sldChg chg="del">
        <pc:chgData name="Owais Ahmed" userId="6abc7d4556b3b071" providerId="LiveId" clId="{A55743FE-88C7-4A6A-9A5C-7D7AB39D62B0}" dt="2023-06-01T07:23:41.395" v="236" actId="47"/>
        <pc:sldMkLst>
          <pc:docMk/>
          <pc:sldMk cId="2510303600" sldId="254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6/8/2023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6/8/2023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227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Caution! When SECRET_KEY is regenerated, it is copied only before final step of deployment, not right 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047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957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685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223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298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096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338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33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361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827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9905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674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8960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3925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1172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000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For this tutorial, we will use a simpler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613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33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andomkeygen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1.wdp"/><Relationship Id="rId7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Web APPLICATION Development (111834)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1760219"/>
            <a:ext cx="4114800" cy="4454853"/>
          </a:xfrm>
        </p:spPr>
        <p:txBody>
          <a:bodyPr/>
          <a:lstStyle/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Where to, from here?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293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Where to, from here?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000000"/>
                </a:solidFill>
              </a:rPr>
              <a:t>Web Caching using Memcached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000000"/>
                </a:solidFill>
              </a:rPr>
              <a:t>Logging using Django’s built-in logging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000000"/>
                </a:solidFill>
              </a:rPr>
              <a:t>Using PostgreSQL Server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000000"/>
                </a:solidFill>
              </a:rPr>
              <a:t>Monitoring using Datadog or Prometheus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000000"/>
                </a:solidFill>
              </a:rPr>
              <a:t>Continuous Integration and Delivery using Jenkins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000000"/>
                </a:solidFill>
              </a:rPr>
              <a:t>Automated Code Reviews </a:t>
            </a:r>
            <a:r>
              <a:rPr lang="en-US" sz="4000">
                <a:solidFill>
                  <a:srgbClr val="000000"/>
                </a:solidFill>
              </a:rPr>
              <a:t>using SonarQube</a:t>
            </a:r>
            <a:endParaRPr lang="en-US" sz="4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40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Production Settings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Before moving to production server, certain settings are required: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000" dirty="0"/>
              <a:t>In settings.py file, set DEBUG=False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000" dirty="0"/>
              <a:t>Set ALLOWED_HOSTS to ‘*’ or provide IP address range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000" dirty="0"/>
              <a:t>SECRET_KEY must be regenerated. The same key which is on your </a:t>
            </a:r>
            <a:r>
              <a:rPr lang="en-US" sz="3000" dirty="0" err="1"/>
              <a:t>Github</a:t>
            </a:r>
            <a:r>
              <a:rPr lang="en-US" sz="3000" dirty="0"/>
              <a:t> account or developers’ computer must never be used. Tip! Use </a:t>
            </a:r>
            <a:r>
              <a:rPr lang="en-US" sz="3000" dirty="0">
                <a:hlinkClick r:id="rId3"/>
              </a:rPr>
              <a:t>https://randomkeygen.com</a:t>
            </a:r>
            <a:endParaRPr lang="en-US" sz="30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000" dirty="0"/>
              <a:t>The default database in DATABASES should be configured to the production DBMS.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000" dirty="0"/>
              <a:t>TIME_ZONE must match with the Server’s time zone.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000" dirty="0"/>
              <a:t>STATIC_URL and other path settings should be according to the server’s file system.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All of these settings will be configured on the </a:t>
            </a:r>
            <a:r>
              <a:rPr lang="en-US" sz="3000" u="sng" dirty="0"/>
              <a:t>Production server</a:t>
            </a:r>
          </a:p>
        </p:txBody>
      </p:sp>
    </p:spTree>
    <p:extLst>
      <p:ext uri="{BB962C8B-B14F-4D97-AF65-F5344CB8AC3E}">
        <p14:creationId xmlns:p14="http://schemas.microsoft.com/office/powerpoint/2010/main" val="398470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Production Settings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Before moving to deployment settings, ensure that no tests are failing: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 manage.py test</a:t>
            </a:r>
            <a:endParaRPr lang="en-US" sz="3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Run the freeze command to collect the list of all dependencies: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pip freeze &gt; requirements.txt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This will generate a new file containing all dependencies with versions required to run the project.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Run the following command to confirm that the requirements files are not throwing any errors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pip install -r requirements.txt</a:t>
            </a:r>
            <a:endParaRPr lang="en-US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Commit the code and move to “production” branch. You’re ready to deploy now.</a:t>
            </a:r>
          </a:p>
        </p:txBody>
      </p:sp>
    </p:spTree>
    <p:extLst>
      <p:ext uri="{BB962C8B-B14F-4D97-AF65-F5344CB8AC3E}">
        <p14:creationId xmlns:p14="http://schemas.microsoft.com/office/powerpoint/2010/main" val="205247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Deployment on AWS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Lightsail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 typical web app is deployed on a Linux distribution like Ubuntu, CentOS, or SUSE Linux. We will use Amazon AWS’s </a:t>
            </a:r>
            <a:r>
              <a:rPr lang="en-US" sz="3000" dirty="0" err="1"/>
              <a:t>Lightsail</a:t>
            </a:r>
            <a:r>
              <a:rPr lang="en-US" sz="3000" dirty="0"/>
              <a:t> service as an example of cloud server deployment.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You can alternatively create a virtual machine on Windows Hypervisor, VirtualBox, or any other tool for a local deployment as well.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Log into AWS account and go to </a:t>
            </a:r>
            <a:r>
              <a:rPr lang="en-US" sz="3000" dirty="0" err="1"/>
              <a:t>Lightsail</a:t>
            </a:r>
            <a:r>
              <a:rPr lang="en-US" sz="3000" dirty="0"/>
              <a:t>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Create a new instance and pick Ubuntu Linux (OS only) as instance image.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Choose an instance payment plan, preferably the one with a free trial.</a:t>
            </a:r>
          </a:p>
        </p:txBody>
      </p:sp>
    </p:spTree>
    <p:extLst>
      <p:ext uri="{BB962C8B-B14F-4D97-AF65-F5344CB8AC3E}">
        <p14:creationId xmlns:p14="http://schemas.microsoft.com/office/powerpoint/2010/main" val="149860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Deployment on AWS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Lightsail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C1C6D2-3B4F-7E4B-DC63-192AECB18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8" y="1770511"/>
            <a:ext cx="7036036" cy="4625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5CC8C9-3808-7AE7-CB8D-87559740D3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5475"/>
          <a:stretch/>
        </p:blipFill>
        <p:spPr>
          <a:xfrm>
            <a:off x="7110644" y="1770511"/>
            <a:ext cx="4558320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318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Deployment on AWS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Lightsail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Name your instance “</a:t>
            </a:r>
            <a:r>
              <a:rPr lang="en-US" sz="3000" dirty="0" err="1"/>
              <a:t>dareecha</a:t>
            </a:r>
            <a:r>
              <a:rPr lang="en-US" sz="3000" dirty="0"/>
              <a:t>” and press “Create Instance”.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You should see a new </a:t>
            </a:r>
            <a:r>
              <a:rPr lang="en-US" sz="3000" dirty="0" err="1"/>
              <a:t>lightsail</a:t>
            </a:r>
            <a:r>
              <a:rPr lang="en-US" sz="3000" dirty="0"/>
              <a:t> instance in your dashboard.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Click on this instance to connect with its CLI.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recommended way to connect with this instance is through SSH client. But for quick setup, we will use the web version.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43AD68-5C53-50D8-BF9C-26CA29514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793" y="1532587"/>
            <a:ext cx="5544665" cy="4887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DFA45E-E503-4641-EF7B-8B8105D87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636" y="1454087"/>
            <a:ext cx="5082980" cy="252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83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Deployment on AWS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Lightsail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Click “Connect using SSH” button.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Note that AWS has assigned a public IP to you. This is where you will be able to access the app.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As the Command Terminal windows appears, the first thing to do is to update &amp; upgrade the OS: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sudo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apt update</a:t>
            </a:r>
            <a:b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sudo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apt upgrade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Clone the </a:t>
            </a:r>
            <a:r>
              <a:rPr lang="en-US" sz="3000" dirty="0" err="1"/>
              <a:t>baham</a:t>
            </a:r>
            <a:r>
              <a:rPr lang="en-US" sz="3000" dirty="0"/>
              <a:t>-web repository’s production branch to /home/ubuntu: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git clone –b production https://github.com/esquaredsystems/baham-web.git</a:t>
            </a:r>
            <a:endParaRPr lang="en-US" sz="3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32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Deployment on AWS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Lightsail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Install the pre-requisites: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 err="1"/>
              <a:t>sudo</a:t>
            </a:r>
            <a:r>
              <a:rPr lang="en-US" sz="3000" dirty="0"/>
              <a:t> apt install nginx </a:t>
            </a:r>
            <a:r>
              <a:rPr lang="en-US" sz="3000" dirty="0" err="1"/>
              <a:t>gunicorn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 err="1"/>
              <a:t>sudo</a:t>
            </a:r>
            <a:r>
              <a:rPr lang="en-US" sz="3000" dirty="0"/>
              <a:t> apt install python3 python3-pip build-essential python3-dev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 err="1"/>
              <a:t>sudo</a:t>
            </a:r>
            <a:r>
              <a:rPr lang="en-US" sz="3000" dirty="0"/>
              <a:t> reboot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Copy the cloned project to /opt/ as it’s a recommended practice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 err="1"/>
              <a:t>sudo</a:t>
            </a:r>
            <a:r>
              <a:rPr lang="en-US" sz="3000" dirty="0"/>
              <a:t> cp –R /home/ubuntu/</a:t>
            </a:r>
            <a:r>
              <a:rPr lang="en-US" sz="3000" dirty="0" err="1"/>
              <a:t>baham</a:t>
            </a:r>
            <a:r>
              <a:rPr lang="en-US" sz="3000" dirty="0"/>
              <a:t>-web /opt/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cd /opt/</a:t>
            </a:r>
            <a:r>
              <a:rPr lang="en-US" sz="3000" dirty="0" err="1"/>
              <a:t>baham</a:t>
            </a:r>
            <a:r>
              <a:rPr lang="en-US" sz="3000" dirty="0"/>
              <a:t>-web/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40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Deployment on AWS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Lightsail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production environment, ALWAYS create a virtual environment. This can be done in /home/ubuntu as it does not have to require root.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cd /home/ubuntu/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python3 -m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venv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venv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source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venv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/bin/activate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Install the project dependencies: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pip3 install -r requirements.txt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Sometimes, one or more packages fail to install. Try to troubleshoot or install the dependencies one by one: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pip3 install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django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Pillow</a:t>
            </a:r>
            <a:endParaRPr lang="en-US" sz="3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22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Deployment on AWS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Lightsail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default </a:t>
            </a:r>
            <a:r>
              <a:rPr lang="en-US" sz="3000" dirty="0" err="1"/>
              <a:t>SQLiteDB</a:t>
            </a:r>
            <a:r>
              <a:rPr lang="en-US" sz="3000" dirty="0"/>
              <a:t> is suitable only for development and testing, for production, we will be using MySQL Server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sudo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apt install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mysql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-server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libmysqlclient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-dev python3-mysqldb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Configure MySQL instance, set the root user password and create empty DB: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 err="1"/>
              <a:t>sudo</a:t>
            </a:r>
            <a:r>
              <a:rPr lang="en-US" sz="3000" dirty="0"/>
              <a:t> </a:t>
            </a:r>
            <a:r>
              <a:rPr lang="en-US" sz="3000" dirty="0" err="1"/>
              <a:t>mysql</a:t>
            </a:r>
            <a:br>
              <a:rPr lang="en-US" sz="3000" dirty="0"/>
            </a:br>
            <a:r>
              <a:rPr lang="en-US" sz="3000" dirty="0" err="1"/>
              <a:t>mysql</a:t>
            </a:r>
            <a:r>
              <a:rPr lang="en-US" sz="3000" dirty="0"/>
              <a:t>&gt;ALTER USER '</a:t>
            </a:r>
            <a:r>
              <a:rPr lang="en-US" sz="3000" dirty="0" err="1"/>
              <a:t>root'@'localhost</a:t>
            </a:r>
            <a:r>
              <a:rPr lang="en-US" sz="3000" dirty="0"/>
              <a:t>' IDENTIFIED WITH </a:t>
            </a:r>
            <a:r>
              <a:rPr lang="en-US" sz="3000" dirty="0" err="1"/>
              <a:t>mysql_native_password</a:t>
            </a:r>
            <a:r>
              <a:rPr lang="en-US" sz="3000" dirty="0"/>
              <a:t> BY ‘</a:t>
            </a:r>
            <a:r>
              <a:rPr lang="en-US" sz="3000" dirty="0" err="1"/>
              <a:t>MyPassword</a:t>
            </a:r>
            <a:r>
              <a:rPr lang="en-US" sz="3000" dirty="0"/>
              <a:t>’;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create database </a:t>
            </a:r>
            <a:r>
              <a:rPr lang="en-US" sz="3000" dirty="0" err="1"/>
              <a:t>baham</a:t>
            </a:r>
            <a:r>
              <a:rPr lang="en-US" sz="3000" dirty="0"/>
              <a:t>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We will now make all changes required to be made for the production settings.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Run the following to check if the settings are ready for production: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python3 manage.py check --deploy --settings=</a:t>
            </a:r>
            <a:r>
              <a:rPr lang="en-US" sz="3000" dirty="0" err="1"/>
              <a:t>dareecha.settings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30856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Production Settings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Some of the warnings you’ll see can be fixed quite simply: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Open the settings.py file via nano editor: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 err="1"/>
              <a:t>sudo</a:t>
            </a:r>
            <a:r>
              <a:rPr lang="en-US" sz="3000" dirty="0"/>
              <a:t> nano dareecha/settings.py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Make all the required changes in this file, including those to fix the warnings.</a:t>
            </a:r>
          </a:p>
        </p:txBody>
      </p:sp>
    </p:spTree>
    <p:extLst>
      <p:ext uri="{BB962C8B-B14F-4D97-AF65-F5344CB8AC3E}">
        <p14:creationId xmlns:p14="http://schemas.microsoft.com/office/powerpoint/2010/main" val="191173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Production Settings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Set DEBUG=False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Set ALLOWED_HOSTS to ‘*’ (or provide IP address range)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SECRET_KEY must be regenerated. The same key which is on your </a:t>
            </a:r>
            <a:r>
              <a:rPr lang="en-US" sz="3000" dirty="0" err="1"/>
              <a:t>Github</a:t>
            </a:r>
            <a:r>
              <a:rPr lang="en-US" sz="3000" dirty="0"/>
              <a:t> account or developers’ computer must never be used. Tip! Use https://randomkeygen.com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default database in DATABASES should be configured to the production DBMS.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TIME_ZONE must match with the Server’s time zone.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STATIC_URL and other path settings should be according to the server’s file system.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Set CSRF_COOKIE_SECURE = True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Set SESSION_COOKIE_SECURE = True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Set SECURE_SSL_REDIRECT = True</a:t>
            </a:r>
          </a:p>
        </p:txBody>
      </p:sp>
    </p:spTree>
    <p:extLst>
      <p:ext uri="{BB962C8B-B14F-4D97-AF65-F5344CB8AC3E}">
        <p14:creationId xmlns:p14="http://schemas.microsoft.com/office/powerpoint/2010/main" val="47593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Production Settings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Change the default Database settings to MySQL Server connection: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DATABASES =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	'default':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		'ENGINE': '</a:t>
            </a:r>
            <a:r>
              <a:rPr lang="en-US" sz="3000" dirty="0" err="1"/>
              <a:t>django.db.backends.mysql</a:t>
            </a:r>
            <a:r>
              <a:rPr lang="en-US" sz="3000" dirty="0"/>
              <a:t>',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		'NAME': '</a:t>
            </a:r>
            <a:r>
              <a:rPr lang="en-US" sz="3000" dirty="0" err="1"/>
              <a:t>baham</a:t>
            </a:r>
            <a:r>
              <a:rPr lang="en-US" sz="3000" dirty="0"/>
              <a:t>’,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		'USER': 'root’,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		'PASSWORD': '</a:t>
            </a:r>
            <a:r>
              <a:rPr lang="en-US" sz="3000" dirty="0" err="1"/>
              <a:t>MyPassword</a:t>
            </a:r>
            <a:r>
              <a:rPr lang="en-US" sz="3000" dirty="0"/>
              <a:t>',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		'HOST': 'localhost’,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		'PORT': '3306',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	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}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61284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Production Settings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Save the file (Ctrl + O) and exit.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It is important to make a copy of this file so that in future builds it does not get overridden.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 err="1"/>
              <a:t>sudo</a:t>
            </a:r>
            <a:r>
              <a:rPr lang="en-US" sz="3000" dirty="0"/>
              <a:t> cp dareecha/settings.py /home/ubuntu/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Now run migrations to create schema for the MySQL sever DB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python3 manage.py migrate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Since we moved to MySQL server, there might be some bugs during migrations. You can migrate to specific version or remove migrations files and run </a:t>
            </a:r>
            <a:r>
              <a:rPr lang="en-US" sz="3000" dirty="0" err="1"/>
              <a:t>makemigrations</a:t>
            </a:r>
            <a:r>
              <a:rPr lang="en-US" sz="3000" dirty="0"/>
              <a:t> again to make it work.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Create superuser: python3 manage.py </a:t>
            </a:r>
            <a:r>
              <a:rPr lang="en-US" sz="3000" dirty="0" err="1"/>
              <a:t>createsuperuser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19580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Production Settings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2371541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You are now ready to run on NGINX Server with </a:t>
            </a:r>
            <a:r>
              <a:rPr lang="en-US" sz="3000" dirty="0" err="1"/>
              <a:t>Gunicorn</a:t>
            </a:r>
            <a:r>
              <a:rPr lang="en-US" sz="3000" dirty="0"/>
              <a:t>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NGINX is a Proxy Server, which serves like a waiter in a restaurant.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 err="1"/>
              <a:t>Gunicorn</a:t>
            </a:r>
            <a:r>
              <a:rPr lang="en-US" sz="3000" dirty="0"/>
              <a:t> is a python WSGI server, just like </a:t>
            </a:r>
            <a:r>
              <a:rPr lang="en-US" sz="3000" dirty="0" err="1"/>
              <a:t>runserver</a:t>
            </a:r>
            <a:r>
              <a:rPr lang="en-US" sz="3000" dirty="0"/>
              <a:t>. It processes the HTTP requests and returns response, like the Chef in a restaurant. This way, the HTTP client has no information of what’s running behind the scenes.</a:t>
            </a:r>
          </a:p>
        </p:txBody>
      </p:sp>
      <p:pic>
        <p:nvPicPr>
          <p:cNvPr id="1026" name="Picture 2" descr="Villoro - nginx gunicorn">
            <a:extLst>
              <a:ext uri="{FF2B5EF4-FFF2-40B4-BE49-F238E27FC236}">
                <a16:creationId xmlns:a16="http://schemas.microsoft.com/office/drawing/2014/main" id="{56C7A1FB-815C-424B-909D-602C0F455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995" y="3904128"/>
            <a:ext cx="9560560" cy="26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726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Production Settings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Finally, run the server with </a:t>
            </a:r>
            <a:r>
              <a:rPr lang="en-US" sz="3000" dirty="0" err="1"/>
              <a:t>Gunicorn</a:t>
            </a:r>
            <a:r>
              <a:rPr lang="en-US" sz="3000" dirty="0"/>
              <a:t> from /opt/</a:t>
            </a:r>
            <a:r>
              <a:rPr lang="en-US" sz="3000" dirty="0" err="1"/>
              <a:t>baham</a:t>
            </a:r>
            <a:r>
              <a:rPr lang="en-US" sz="3000" dirty="0"/>
              <a:t>-web: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 err="1"/>
              <a:t>gunicorn</a:t>
            </a:r>
            <a:r>
              <a:rPr lang="en-US" sz="3000" dirty="0"/>
              <a:t> --bind 0.0.0.0:8000 </a:t>
            </a:r>
            <a:r>
              <a:rPr lang="en-US" sz="3000" dirty="0" err="1"/>
              <a:t>dareecha.wsgi</a:t>
            </a:r>
            <a:endParaRPr lang="en-US" sz="3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However,</a:t>
            </a:r>
          </a:p>
        </p:txBody>
      </p:sp>
    </p:spTree>
    <p:extLst>
      <p:ext uri="{BB962C8B-B14F-4D97-AF65-F5344CB8AC3E}">
        <p14:creationId xmlns:p14="http://schemas.microsoft.com/office/powerpoint/2010/main" val="113353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Deploying for Enterprise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839536" cy="5020613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Using </a:t>
            </a:r>
            <a:r>
              <a:rPr lang="en-US" sz="3000" dirty="0" err="1"/>
              <a:t>cookiecutter</a:t>
            </a:r>
            <a:r>
              <a:rPr lang="en-US" sz="3000" dirty="0"/>
              <a:t> (python package) is a good way to setup the app for production:</a:t>
            </a:r>
            <a:br>
              <a:rPr lang="en-US" sz="3000" dirty="0"/>
            </a:br>
            <a:r>
              <a:rPr lang="en-US" sz="2600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cookiecutter</a:t>
            </a:r>
            <a:r>
              <a:rPr lang="en-US" sz="26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https://github.com/pydanny/cookiecutter-djangopackage.git</a:t>
            </a:r>
            <a:endParaRPr lang="en-US" sz="5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This will create a new project which will be highly suitable to be deployed in production. You will notice new files which did not come when you created the Django project, for example: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.</a:t>
            </a:r>
            <a:r>
              <a:rPr lang="en-US" sz="3000" dirty="0" err="1"/>
              <a:t>travis.yml</a:t>
            </a:r>
            <a:r>
              <a:rPr lang="en-US" sz="3000" dirty="0"/>
              <a:t> is build configuration file for Travis, a Continuous Integration utility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AUTHORS, CONTRIBUTING, HISTORY, LICENSE, README are </a:t>
            </a:r>
            <a:r>
              <a:rPr lang="en-US" sz="3000" b="1" dirty="0" err="1"/>
              <a:t>reStructured</a:t>
            </a:r>
            <a:r>
              <a:rPr lang="en-US" sz="3000" dirty="0"/>
              <a:t> text format files to provide various project-related descriptions.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requirements_xyz.txt files list all dependencies which can be installed via a single command.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b="1" dirty="0"/>
              <a:t>setup.py</a:t>
            </a:r>
            <a:r>
              <a:rPr lang="en-US" sz="3000" dirty="0"/>
              <a:t> file is used to publish the app; </a:t>
            </a:r>
            <a:r>
              <a:rPr lang="en-US" sz="3000" b="1" dirty="0"/>
              <a:t>tasks.py</a:t>
            </a:r>
            <a:r>
              <a:rPr lang="en-US" sz="3000" dirty="0"/>
              <a:t> provides functions to clean, lint, rebuild, test, generate docs and release the app; </a:t>
            </a:r>
            <a:r>
              <a:rPr lang="en-US" sz="3000" b="1" dirty="0"/>
              <a:t>tox.ini</a:t>
            </a:r>
            <a:r>
              <a:rPr lang="en-US" sz="3000" dirty="0"/>
              <a:t> is a config file for a test command line tool that is used to automate testing in Python.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Follow the official documentation: </a:t>
            </a:r>
            <a:r>
              <a:rPr lang="en-US" sz="3000" b="1" dirty="0"/>
              <a:t>https://cookiecutter.readthedocs.io/en/stable</a:t>
            </a:r>
          </a:p>
        </p:txBody>
      </p:sp>
    </p:spTree>
    <p:extLst>
      <p:ext uri="{BB962C8B-B14F-4D97-AF65-F5344CB8AC3E}">
        <p14:creationId xmlns:p14="http://schemas.microsoft.com/office/powerpoint/2010/main" val="148590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4570</TotalTime>
  <Words>1501</Words>
  <Application>Microsoft Office PowerPoint</Application>
  <PresentationFormat>Widescreen</PresentationFormat>
  <Paragraphs>167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Cascadia Code</vt:lpstr>
      <vt:lpstr>Consolas</vt:lpstr>
      <vt:lpstr>Trebuchet MS</vt:lpstr>
      <vt:lpstr>Wingdings</vt:lpstr>
      <vt:lpstr>Office Theme</vt:lpstr>
      <vt:lpstr>Web APPLICATION Development (111834)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361</cp:revision>
  <dcterms:created xsi:type="dcterms:W3CDTF">2022-11-22T20:08:03Z</dcterms:created>
  <dcterms:modified xsi:type="dcterms:W3CDTF">2023-06-08T09:15:32Z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