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handoutMasterIdLst>
    <p:handoutMasterId r:id="rId30"/>
  </p:handoutMasterIdLst>
  <p:sldIdLst>
    <p:sldId id="2448" r:id="rId5"/>
    <p:sldId id="2462" r:id="rId6"/>
    <p:sldId id="2487" r:id="rId7"/>
    <p:sldId id="2486" r:id="rId8"/>
    <p:sldId id="2488" r:id="rId9"/>
    <p:sldId id="2489" r:id="rId10"/>
    <p:sldId id="2490" r:id="rId11"/>
    <p:sldId id="2491" r:id="rId12"/>
    <p:sldId id="2492" r:id="rId13"/>
    <p:sldId id="2493" r:id="rId14"/>
    <p:sldId id="2494" r:id="rId15"/>
    <p:sldId id="2495" r:id="rId16"/>
    <p:sldId id="2496" r:id="rId17"/>
    <p:sldId id="2497" r:id="rId18"/>
    <p:sldId id="2498" r:id="rId19"/>
    <p:sldId id="2499" r:id="rId20"/>
    <p:sldId id="2500" r:id="rId21"/>
    <p:sldId id="2501" r:id="rId22"/>
    <p:sldId id="2502" r:id="rId23"/>
    <p:sldId id="2503" r:id="rId24"/>
    <p:sldId id="2504" r:id="rId25"/>
    <p:sldId id="2505" r:id="rId26"/>
    <p:sldId id="2506" r:id="rId27"/>
    <p:sldId id="243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D2E12A-CC47-45F8-B963-B58408823847}" v="1" dt="2023-03-18T12:51:24.2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1242" autoAdjust="0"/>
  </p:normalViewPr>
  <p:slideViewPr>
    <p:cSldViewPr snapToGrid="0">
      <p:cViewPr varScale="1">
        <p:scale>
          <a:sx n="75" d="100"/>
          <a:sy n="75" d="100"/>
        </p:scale>
        <p:origin x="931" y="58"/>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D973DB92-2E30-4D3E-AA38-B172040B75C2}"/>
    <pc:docChg chg="undo custSel addSld delSld modSld sldOrd">
      <pc:chgData name="Owais Ahmed" userId="6abc7d4556b3b071" providerId="LiveId" clId="{D973DB92-2E30-4D3E-AA38-B172040B75C2}" dt="2023-03-15T10:55:32.627" v="7077" actId="20577"/>
      <pc:docMkLst>
        <pc:docMk/>
      </pc:docMkLst>
      <pc:sldChg chg="modSp mod">
        <pc:chgData name="Owais Ahmed" userId="6abc7d4556b3b071" providerId="LiveId" clId="{D973DB92-2E30-4D3E-AA38-B172040B75C2}" dt="2023-03-15T10:33:51.942" v="6015" actId="20577"/>
        <pc:sldMkLst>
          <pc:docMk/>
          <pc:sldMk cId="1649098948" sldId="2462"/>
        </pc:sldMkLst>
        <pc:spChg chg="mod">
          <ac:chgData name="Owais Ahmed" userId="6abc7d4556b3b071" providerId="LiveId" clId="{D973DB92-2E30-4D3E-AA38-B172040B75C2}" dt="2023-03-15T10:33:51.942" v="6015" actId="20577"/>
          <ac:spMkLst>
            <pc:docMk/>
            <pc:sldMk cId="1649098948" sldId="2462"/>
            <ac:spMk id="6" creationId="{F3C89A40-EEAA-43AB-9A3A-B2CFDE450F1B}"/>
          </ac:spMkLst>
        </pc:spChg>
      </pc:sldChg>
      <pc:sldChg chg="modSp mod modAnim modNotesTx">
        <pc:chgData name="Owais Ahmed" userId="6abc7d4556b3b071" providerId="LiveId" clId="{D973DB92-2E30-4D3E-AA38-B172040B75C2}" dt="2023-03-15T09:42:40.453" v="2672"/>
        <pc:sldMkLst>
          <pc:docMk/>
          <pc:sldMk cId="2392008630" sldId="2486"/>
        </pc:sldMkLst>
        <pc:spChg chg="mod">
          <ac:chgData name="Owais Ahmed" userId="6abc7d4556b3b071" providerId="LiveId" clId="{D973DB92-2E30-4D3E-AA38-B172040B75C2}" dt="2023-03-15T08:29:43.892" v="1504" actId="20577"/>
          <ac:spMkLst>
            <pc:docMk/>
            <pc:sldMk cId="2392008630" sldId="2486"/>
            <ac:spMk id="3" creationId="{4A1C0383-58FE-E486-295E-B33B8683B938}"/>
          </ac:spMkLst>
        </pc:spChg>
        <pc:spChg chg="mod">
          <ac:chgData name="Owais Ahmed" userId="6abc7d4556b3b071" providerId="LiveId" clId="{D973DB92-2E30-4D3E-AA38-B172040B75C2}" dt="2023-03-15T07:45:16.429" v="1038" actId="20577"/>
          <ac:spMkLst>
            <pc:docMk/>
            <pc:sldMk cId="2392008630" sldId="2486"/>
            <ac:spMk id="215" creationId="{00000000-0000-0000-0000-000000000000}"/>
          </ac:spMkLst>
        </pc:spChg>
      </pc:sldChg>
      <pc:sldChg chg="addSp delSp modSp add mod ord modAnim">
        <pc:chgData name="Owais Ahmed" userId="6abc7d4556b3b071" providerId="LiveId" clId="{D973DB92-2E30-4D3E-AA38-B172040B75C2}" dt="2023-03-15T07:21:06.289" v="653"/>
        <pc:sldMkLst>
          <pc:docMk/>
          <pc:sldMk cId="1924801277" sldId="2487"/>
        </pc:sldMkLst>
        <pc:spChg chg="mod">
          <ac:chgData name="Owais Ahmed" userId="6abc7d4556b3b071" providerId="LiveId" clId="{D973DB92-2E30-4D3E-AA38-B172040B75C2}" dt="2023-03-15T07:20:53.812" v="650" actId="20577"/>
          <ac:spMkLst>
            <pc:docMk/>
            <pc:sldMk cId="1924801277" sldId="2487"/>
            <ac:spMk id="3" creationId="{4A1C0383-58FE-E486-295E-B33B8683B938}"/>
          </ac:spMkLst>
        </pc:spChg>
        <pc:picChg chg="add del">
          <ac:chgData name="Owais Ahmed" userId="6abc7d4556b3b071" providerId="LiveId" clId="{D973DB92-2E30-4D3E-AA38-B172040B75C2}" dt="2023-03-15T07:20:01.078" v="615" actId="22"/>
          <ac:picMkLst>
            <pc:docMk/>
            <pc:sldMk cId="1924801277" sldId="2487"/>
            <ac:picMk id="5" creationId="{BA83ABEA-7B82-91C4-BA9B-F0A8F132110E}"/>
          </ac:picMkLst>
        </pc:picChg>
        <pc:picChg chg="add mod">
          <ac:chgData name="Owais Ahmed" userId="6abc7d4556b3b071" providerId="LiveId" clId="{D973DB92-2E30-4D3E-AA38-B172040B75C2}" dt="2023-03-15T07:20:17.671" v="618" actId="1076"/>
          <ac:picMkLst>
            <pc:docMk/>
            <pc:sldMk cId="1924801277" sldId="2487"/>
            <ac:picMk id="7" creationId="{6F4A1CFE-123E-08F2-2F5A-7F109E06DEED}"/>
          </ac:picMkLst>
        </pc:picChg>
      </pc:sldChg>
      <pc:sldChg chg="modSp add mod modAnim modNotesTx">
        <pc:chgData name="Owais Ahmed" userId="6abc7d4556b3b071" providerId="LiveId" clId="{D973DB92-2E30-4D3E-AA38-B172040B75C2}" dt="2023-03-15T09:43:46.676" v="2725" actId="6549"/>
        <pc:sldMkLst>
          <pc:docMk/>
          <pc:sldMk cId="2438268924" sldId="2488"/>
        </pc:sldMkLst>
        <pc:spChg chg="mod">
          <ac:chgData name="Owais Ahmed" userId="6abc7d4556b3b071" providerId="LiveId" clId="{D973DB92-2E30-4D3E-AA38-B172040B75C2}" dt="2023-03-15T08:49:13.869" v="2304" actId="114"/>
          <ac:spMkLst>
            <pc:docMk/>
            <pc:sldMk cId="2438268924" sldId="2488"/>
            <ac:spMk id="3" creationId="{4A1C0383-58FE-E486-295E-B33B8683B938}"/>
          </ac:spMkLst>
        </pc:spChg>
        <pc:spChg chg="mod">
          <ac:chgData name="Owais Ahmed" userId="6abc7d4556b3b071" providerId="LiveId" clId="{D973DB92-2E30-4D3E-AA38-B172040B75C2}" dt="2023-03-15T08:30:19.037" v="1545" actId="20577"/>
          <ac:spMkLst>
            <pc:docMk/>
            <pc:sldMk cId="2438268924" sldId="2488"/>
            <ac:spMk id="215" creationId="{00000000-0000-0000-0000-000000000000}"/>
          </ac:spMkLst>
        </pc:spChg>
      </pc:sldChg>
      <pc:sldChg chg="add del ord">
        <pc:chgData name="Owais Ahmed" userId="6abc7d4556b3b071" providerId="LiveId" clId="{D973DB92-2E30-4D3E-AA38-B172040B75C2}" dt="2023-03-15T08:30:10.093" v="1509" actId="2890"/>
        <pc:sldMkLst>
          <pc:docMk/>
          <pc:sldMk cId="3078871595" sldId="2488"/>
        </pc:sldMkLst>
      </pc:sldChg>
      <pc:sldChg chg="addSp modSp add mod modAnim modNotesTx">
        <pc:chgData name="Owais Ahmed" userId="6abc7d4556b3b071" providerId="LiveId" clId="{D973DB92-2E30-4D3E-AA38-B172040B75C2}" dt="2023-03-15T09:49:40.029" v="3303" actId="404"/>
        <pc:sldMkLst>
          <pc:docMk/>
          <pc:sldMk cId="2535675126" sldId="2489"/>
        </pc:sldMkLst>
        <pc:spChg chg="mod">
          <ac:chgData name="Owais Ahmed" userId="6abc7d4556b3b071" providerId="LiveId" clId="{D973DB92-2E30-4D3E-AA38-B172040B75C2}" dt="2023-03-15T09:49:40.029" v="3303" actId="404"/>
          <ac:spMkLst>
            <pc:docMk/>
            <pc:sldMk cId="2535675126" sldId="2489"/>
            <ac:spMk id="3" creationId="{4A1C0383-58FE-E486-295E-B33B8683B938}"/>
          </ac:spMkLst>
        </pc:spChg>
        <pc:spChg chg="mod">
          <ac:chgData name="Owais Ahmed" userId="6abc7d4556b3b071" providerId="LiveId" clId="{D973DB92-2E30-4D3E-AA38-B172040B75C2}" dt="2023-03-15T09:34:18.438" v="2333" actId="20577"/>
          <ac:spMkLst>
            <pc:docMk/>
            <pc:sldMk cId="2535675126" sldId="2489"/>
            <ac:spMk id="215" creationId="{00000000-0000-0000-0000-000000000000}"/>
          </ac:spMkLst>
        </pc:spChg>
        <pc:picChg chg="add mod">
          <ac:chgData name="Owais Ahmed" userId="6abc7d4556b3b071" providerId="LiveId" clId="{D973DB92-2E30-4D3E-AA38-B172040B75C2}" dt="2023-03-15T09:38:36.369" v="2557" actId="1076"/>
          <ac:picMkLst>
            <pc:docMk/>
            <pc:sldMk cId="2535675126" sldId="2489"/>
            <ac:picMk id="5" creationId="{B6483E92-7B4D-CAB2-EB45-25F539FE10E0}"/>
          </ac:picMkLst>
        </pc:picChg>
      </pc:sldChg>
      <pc:sldChg chg="delSp modSp add mod modAnim modNotesTx">
        <pc:chgData name="Owais Ahmed" userId="6abc7d4556b3b071" providerId="LiveId" clId="{D973DB92-2E30-4D3E-AA38-B172040B75C2}" dt="2023-03-15T09:54:22.453" v="3613" actId="20577"/>
        <pc:sldMkLst>
          <pc:docMk/>
          <pc:sldMk cId="1482311959" sldId="2490"/>
        </pc:sldMkLst>
        <pc:spChg chg="mod">
          <ac:chgData name="Owais Ahmed" userId="6abc7d4556b3b071" providerId="LiveId" clId="{D973DB92-2E30-4D3E-AA38-B172040B75C2}" dt="2023-03-15T09:53:12.375" v="3587" actId="27636"/>
          <ac:spMkLst>
            <pc:docMk/>
            <pc:sldMk cId="1482311959" sldId="2490"/>
            <ac:spMk id="3" creationId="{4A1C0383-58FE-E486-295E-B33B8683B938}"/>
          </ac:spMkLst>
        </pc:spChg>
        <pc:spChg chg="mod">
          <ac:chgData name="Owais Ahmed" userId="6abc7d4556b3b071" providerId="LiveId" clId="{D973DB92-2E30-4D3E-AA38-B172040B75C2}" dt="2023-03-15T09:54:22.453" v="3613" actId="20577"/>
          <ac:spMkLst>
            <pc:docMk/>
            <pc:sldMk cId="1482311959" sldId="2490"/>
            <ac:spMk id="215" creationId="{00000000-0000-0000-0000-000000000000}"/>
          </ac:spMkLst>
        </pc:spChg>
        <pc:picChg chg="del">
          <ac:chgData name="Owais Ahmed" userId="6abc7d4556b3b071" providerId="LiveId" clId="{D973DB92-2E30-4D3E-AA38-B172040B75C2}" dt="2023-03-15T09:41:13.498" v="2661" actId="478"/>
          <ac:picMkLst>
            <pc:docMk/>
            <pc:sldMk cId="1482311959" sldId="2490"/>
            <ac:picMk id="5" creationId="{B6483E92-7B4D-CAB2-EB45-25F539FE10E0}"/>
          </ac:picMkLst>
        </pc:picChg>
      </pc:sldChg>
      <pc:sldChg chg="addSp modSp add mod modAnim modNotesTx">
        <pc:chgData name="Owais Ahmed" userId="6abc7d4556b3b071" providerId="LiveId" clId="{D973DB92-2E30-4D3E-AA38-B172040B75C2}" dt="2023-03-15T09:58:48.443" v="4077" actId="20577"/>
        <pc:sldMkLst>
          <pc:docMk/>
          <pc:sldMk cId="2034277488" sldId="2491"/>
        </pc:sldMkLst>
        <pc:spChg chg="mod">
          <ac:chgData name="Owais Ahmed" userId="6abc7d4556b3b071" providerId="LiveId" clId="{D973DB92-2E30-4D3E-AA38-B172040B75C2}" dt="2023-03-15T09:58:03.870" v="3958" actId="20577"/>
          <ac:spMkLst>
            <pc:docMk/>
            <pc:sldMk cId="2034277488" sldId="2491"/>
            <ac:spMk id="3" creationId="{4A1C0383-58FE-E486-295E-B33B8683B938}"/>
          </ac:spMkLst>
        </pc:spChg>
        <pc:spChg chg="mod">
          <ac:chgData name="Owais Ahmed" userId="6abc7d4556b3b071" providerId="LiveId" clId="{D973DB92-2E30-4D3E-AA38-B172040B75C2}" dt="2023-03-15T09:54:27.185" v="3623" actId="20577"/>
          <ac:spMkLst>
            <pc:docMk/>
            <pc:sldMk cId="2034277488" sldId="2491"/>
            <ac:spMk id="215" creationId="{00000000-0000-0000-0000-000000000000}"/>
          </ac:spMkLst>
        </pc:spChg>
        <pc:picChg chg="add mod">
          <ac:chgData name="Owais Ahmed" userId="6abc7d4556b3b071" providerId="LiveId" clId="{D973DB92-2E30-4D3E-AA38-B172040B75C2}" dt="2023-03-15T09:57:25.242" v="3865" actId="1076"/>
          <ac:picMkLst>
            <pc:docMk/>
            <pc:sldMk cId="2034277488" sldId="2491"/>
            <ac:picMk id="5" creationId="{7971DD92-7C9C-B54D-D889-021773C9126D}"/>
          </ac:picMkLst>
        </pc:picChg>
      </pc:sldChg>
      <pc:sldChg chg="modSp add mod ord modAnim modNotesTx">
        <pc:chgData name="Owais Ahmed" userId="6abc7d4556b3b071" providerId="LiveId" clId="{D973DB92-2E30-4D3E-AA38-B172040B75C2}" dt="2023-03-15T10:11:15.085" v="4860" actId="20577"/>
        <pc:sldMkLst>
          <pc:docMk/>
          <pc:sldMk cId="1475048650" sldId="2492"/>
        </pc:sldMkLst>
        <pc:spChg chg="mod">
          <ac:chgData name="Owais Ahmed" userId="6abc7d4556b3b071" providerId="LiveId" clId="{D973DB92-2E30-4D3E-AA38-B172040B75C2}" dt="2023-03-15T10:11:15.085" v="4860" actId="20577"/>
          <ac:spMkLst>
            <pc:docMk/>
            <pc:sldMk cId="1475048650" sldId="2492"/>
            <ac:spMk id="3" creationId="{4A1C0383-58FE-E486-295E-B33B8683B938}"/>
          </ac:spMkLst>
        </pc:spChg>
        <pc:spChg chg="mod">
          <ac:chgData name="Owais Ahmed" userId="6abc7d4556b3b071" providerId="LiveId" clId="{D973DB92-2E30-4D3E-AA38-B172040B75C2}" dt="2023-03-15T10:00:16.598" v="4087" actId="20577"/>
          <ac:spMkLst>
            <pc:docMk/>
            <pc:sldMk cId="1475048650" sldId="2492"/>
            <ac:spMk id="215" creationId="{00000000-0000-0000-0000-000000000000}"/>
          </ac:spMkLst>
        </pc:spChg>
      </pc:sldChg>
      <pc:sldChg chg="addSp modSp add mod modAnim">
        <pc:chgData name="Owais Ahmed" userId="6abc7d4556b3b071" providerId="LiveId" clId="{D973DB92-2E30-4D3E-AA38-B172040B75C2}" dt="2023-03-15T10:15:30.553" v="5268" actId="115"/>
        <pc:sldMkLst>
          <pc:docMk/>
          <pc:sldMk cId="2816993553" sldId="2493"/>
        </pc:sldMkLst>
        <pc:spChg chg="mod">
          <ac:chgData name="Owais Ahmed" userId="6abc7d4556b3b071" providerId="LiveId" clId="{D973DB92-2E30-4D3E-AA38-B172040B75C2}" dt="2023-03-15T10:15:30.553" v="5268" actId="115"/>
          <ac:spMkLst>
            <pc:docMk/>
            <pc:sldMk cId="2816993553" sldId="2493"/>
            <ac:spMk id="3" creationId="{4A1C0383-58FE-E486-295E-B33B8683B938}"/>
          </ac:spMkLst>
        </pc:spChg>
        <pc:spChg chg="mod">
          <ac:chgData name="Owais Ahmed" userId="6abc7d4556b3b071" providerId="LiveId" clId="{D973DB92-2E30-4D3E-AA38-B172040B75C2}" dt="2023-03-15T10:11:42.437" v="4866" actId="20577"/>
          <ac:spMkLst>
            <pc:docMk/>
            <pc:sldMk cId="2816993553" sldId="2493"/>
            <ac:spMk id="215" creationId="{00000000-0000-0000-0000-000000000000}"/>
          </ac:spMkLst>
        </pc:spChg>
        <pc:graphicFrameChg chg="add mod">
          <ac:chgData name="Owais Ahmed" userId="6abc7d4556b3b071" providerId="LiveId" clId="{D973DB92-2E30-4D3E-AA38-B172040B75C2}" dt="2023-03-15T10:14:39.173" v="5221" actId="1076"/>
          <ac:graphicFrameMkLst>
            <pc:docMk/>
            <pc:sldMk cId="2816993553" sldId="2493"/>
            <ac:graphicFrameMk id="4" creationId="{F5D698A0-8888-51FA-F2F3-3514DA25FD2B}"/>
          </ac:graphicFrameMkLst>
        </pc:graphicFrameChg>
      </pc:sldChg>
      <pc:sldChg chg="modSp add del mod">
        <pc:chgData name="Owais Ahmed" userId="6abc7d4556b3b071" providerId="LiveId" clId="{D973DB92-2E30-4D3E-AA38-B172040B75C2}" dt="2023-03-15T10:16:04.309" v="5273" actId="2890"/>
        <pc:sldMkLst>
          <pc:docMk/>
          <pc:sldMk cId="1274123899" sldId="2494"/>
        </pc:sldMkLst>
        <pc:spChg chg="mod">
          <ac:chgData name="Owais Ahmed" userId="6abc7d4556b3b071" providerId="LiveId" clId="{D973DB92-2E30-4D3E-AA38-B172040B75C2}" dt="2023-03-15T10:16:02.214" v="5272" actId="20577"/>
          <ac:spMkLst>
            <pc:docMk/>
            <pc:sldMk cId="1274123899" sldId="2494"/>
            <ac:spMk id="215" creationId="{00000000-0000-0000-0000-000000000000}"/>
          </ac:spMkLst>
        </pc:spChg>
      </pc:sldChg>
      <pc:sldChg chg="modSp add del mod ord modAnim">
        <pc:chgData name="Owais Ahmed" userId="6abc7d4556b3b071" providerId="LiveId" clId="{D973DB92-2E30-4D3E-AA38-B172040B75C2}" dt="2023-03-15T10:16:33.941" v="5284" actId="47"/>
        <pc:sldMkLst>
          <pc:docMk/>
          <pc:sldMk cId="3443479169" sldId="2494"/>
        </pc:sldMkLst>
        <pc:spChg chg="mod">
          <ac:chgData name="Owais Ahmed" userId="6abc7d4556b3b071" providerId="LiveId" clId="{D973DB92-2E30-4D3E-AA38-B172040B75C2}" dt="2023-03-15T10:16:29.591" v="5283" actId="20577"/>
          <ac:spMkLst>
            <pc:docMk/>
            <pc:sldMk cId="3443479169" sldId="2494"/>
            <ac:spMk id="3" creationId="{4A1C0383-58FE-E486-295E-B33B8683B938}"/>
          </ac:spMkLst>
        </pc:spChg>
        <pc:spChg chg="mod">
          <ac:chgData name="Owais Ahmed" userId="6abc7d4556b3b071" providerId="LiveId" clId="{D973DB92-2E30-4D3E-AA38-B172040B75C2}" dt="2023-03-15T10:16:20.335" v="5280" actId="20577"/>
          <ac:spMkLst>
            <pc:docMk/>
            <pc:sldMk cId="3443479169" sldId="2494"/>
            <ac:spMk id="215" creationId="{00000000-0000-0000-0000-000000000000}"/>
          </ac:spMkLst>
        </pc:spChg>
      </pc:sldChg>
      <pc:sldChg chg="addSp delSp modSp add mod modAnim modNotesTx">
        <pc:chgData name="Owais Ahmed" userId="6abc7d4556b3b071" providerId="LiveId" clId="{D973DB92-2E30-4D3E-AA38-B172040B75C2}" dt="2023-03-15T10:42:30.547" v="6232" actId="20577"/>
        <pc:sldMkLst>
          <pc:docMk/>
          <pc:sldMk cId="3909228132" sldId="2494"/>
        </pc:sldMkLst>
        <pc:spChg chg="mod">
          <ac:chgData name="Owais Ahmed" userId="6abc7d4556b3b071" providerId="LiveId" clId="{D973DB92-2E30-4D3E-AA38-B172040B75C2}" dt="2023-03-15T10:25:48.914" v="5989" actId="20577"/>
          <ac:spMkLst>
            <pc:docMk/>
            <pc:sldMk cId="3909228132" sldId="2494"/>
            <ac:spMk id="3" creationId="{4A1C0383-58FE-E486-295E-B33B8683B938}"/>
          </ac:spMkLst>
        </pc:spChg>
        <pc:spChg chg="add del">
          <ac:chgData name="Owais Ahmed" userId="6abc7d4556b3b071" providerId="LiveId" clId="{D973DB92-2E30-4D3E-AA38-B172040B75C2}" dt="2023-03-15T10:18:11.399" v="5450"/>
          <ac:spMkLst>
            <pc:docMk/>
            <pc:sldMk cId="3909228132" sldId="2494"/>
            <ac:spMk id="4" creationId="{0605BF9C-D85C-A188-A468-D08D46107176}"/>
          </ac:spMkLst>
        </pc:spChg>
        <pc:spChg chg="add del">
          <ac:chgData name="Owais Ahmed" userId="6abc7d4556b3b071" providerId="LiveId" clId="{D973DB92-2E30-4D3E-AA38-B172040B75C2}" dt="2023-03-15T10:18:13.063" v="5453"/>
          <ac:spMkLst>
            <pc:docMk/>
            <pc:sldMk cId="3909228132" sldId="2494"/>
            <ac:spMk id="5" creationId="{ADDB1547-B36A-A687-97C3-524174F955DC}"/>
          </ac:spMkLst>
        </pc:spChg>
        <pc:spChg chg="mod">
          <ac:chgData name="Owais Ahmed" userId="6abc7d4556b3b071" providerId="LiveId" clId="{D973DB92-2E30-4D3E-AA38-B172040B75C2}" dt="2023-03-15T10:21:20.153" v="5466" actId="20577"/>
          <ac:spMkLst>
            <pc:docMk/>
            <pc:sldMk cId="3909228132" sldId="2494"/>
            <ac:spMk id="215" creationId="{00000000-0000-0000-0000-000000000000}"/>
          </ac:spMkLst>
        </pc:spChg>
      </pc:sldChg>
      <pc:sldChg chg="addSp delSp modSp add mod modAnim modNotesTx">
        <pc:chgData name="Owais Ahmed" userId="6abc7d4556b3b071" providerId="LiveId" clId="{D973DB92-2E30-4D3E-AA38-B172040B75C2}" dt="2023-03-15T10:52:01.289" v="6920" actId="20577"/>
        <pc:sldMkLst>
          <pc:docMk/>
          <pc:sldMk cId="2416465802" sldId="2495"/>
        </pc:sldMkLst>
        <pc:spChg chg="mod">
          <ac:chgData name="Owais Ahmed" userId="6abc7d4556b3b071" providerId="LiveId" clId="{D973DB92-2E30-4D3E-AA38-B172040B75C2}" dt="2023-03-15T10:52:01.289" v="6920" actId="20577"/>
          <ac:spMkLst>
            <pc:docMk/>
            <pc:sldMk cId="2416465802" sldId="2495"/>
            <ac:spMk id="3" creationId="{4A1C0383-58FE-E486-295E-B33B8683B938}"/>
          </ac:spMkLst>
        </pc:spChg>
        <pc:spChg chg="mod">
          <ac:chgData name="Owais Ahmed" userId="6abc7d4556b3b071" providerId="LiveId" clId="{D973DB92-2E30-4D3E-AA38-B172040B75C2}" dt="2023-03-15T10:33:45.240" v="6002" actId="20577"/>
          <ac:spMkLst>
            <pc:docMk/>
            <pc:sldMk cId="2416465802" sldId="2495"/>
            <ac:spMk id="215" creationId="{00000000-0000-0000-0000-000000000000}"/>
          </ac:spMkLst>
        </pc:spChg>
        <pc:picChg chg="add del mod">
          <ac:chgData name="Owais Ahmed" userId="6abc7d4556b3b071" providerId="LiveId" clId="{D973DB92-2E30-4D3E-AA38-B172040B75C2}" dt="2023-03-15T10:41:31.212" v="6116" actId="478"/>
          <ac:picMkLst>
            <pc:docMk/>
            <pc:sldMk cId="2416465802" sldId="2495"/>
            <ac:picMk id="5" creationId="{27CF46D5-F899-231F-6B35-69873C1F96D9}"/>
          </ac:picMkLst>
        </pc:picChg>
      </pc:sldChg>
      <pc:sldChg chg="modSp add mod modNotesTx">
        <pc:chgData name="Owais Ahmed" userId="6abc7d4556b3b071" providerId="LiveId" clId="{D973DB92-2E30-4D3E-AA38-B172040B75C2}" dt="2023-03-15T10:52:34.121" v="6926" actId="20577"/>
        <pc:sldMkLst>
          <pc:docMk/>
          <pc:sldMk cId="2362747596" sldId="2496"/>
        </pc:sldMkLst>
        <pc:spChg chg="mod">
          <ac:chgData name="Owais Ahmed" userId="6abc7d4556b3b071" providerId="LiveId" clId="{D973DB92-2E30-4D3E-AA38-B172040B75C2}" dt="2023-03-15T10:50:51.459" v="6853" actId="27636"/>
          <ac:spMkLst>
            <pc:docMk/>
            <pc:sldMk cId="2362747596" sldId="2496"/>
            <ac:spMk id="3" creationId="{4A1C0383-58FE-E486-295E-B33B8683B938}"/>
          </ac:spMkLst>
        </pc:spChg>
        <pc:spChg chg="mod">
          <ac:chgData name="Owais Ahmed" userId="6abc7d4556b3b071" providerId="LiveId" clId="{D973DB92-2E30-4D3E-AA38-B172040B75C2}" dt="2023-03-15T10:52:34.121" v="6926" actId="20577"/>
          <ac:spMkLst>
            <pc:docMk/>
            <pc:sldMk cId="2362747596" sldId="2496"/>
            <ac:spMk id="215" creationId="{00000000-0000-0000-0000-000000000000}"/>
          </ac:spMkLst>
        </pc:spChg>
      </pc:sldChg>
      <pc:sldChg chg="modSp add mod ord modNotesTx">
        <pc:chgData name="Owais Ahmed" userId="6abc7d4556b3b071" providerId="LiveId" clId="{D973DB92-2E30-4D3E-AA38-B172040B75C2}" dt="2023-03-15T10:54:59.492" v="7063" actId="27636"/>
        <pc:sldMkLst>
          <pc:docMk/>
          <pc:sldMk cId="3096876490" sldId="2497"/>
        </pc:sldMkLst>
        <pc:spChg chg="mod">
          <ac:chgData name="Owais Ahmed" userId="6abc7d4556b3b071" providerId="LiveId" clId="{D973DB92-2E30-4D3E-AA38-B172040B75C2}" dt="2023-03-15T10:54:59.492" v="7063" actId="27636"/>
          <ac:spMkLst>
            <pc:docMk/>
            <pc:sldMk cId="3096876490" sldId="2497"/>
            <ac:spMk id="3" creationId="{4A1C0383-58FE-E486-295E-B33B8683B938}"/>
          </ac:spMkLst>
        </pc:spChg>
        <pc:spChg chg="mod">
          <ac:chgData name="Owais Ahmed" userId="6abc7d4556b3b071" providerId="LiveId" clId="{D973DB92-2E30-4D3E-AA38-B172040B75C2}" dt="2023-03-15T10:52:45.819" v="6938" actId="20577"/>
          <ac:spMkLst>
            <pc:docMk/>
            <pc:sldMk cId="3096876490" sldId="2497"/>
            <ac:spMk id="215" creationId="{00000000-0000-0000-0000-000000000000}"/>
          </ac:spMkLst>
        </pc:spChg>
      </pc:sldChg>
      <pc:sldChg chg="modSp add mod">
        <pc:chgData name="Owais Ahmed" userId="6abc7d4556b3b071" providerId="LiveId" clId="{D973DB92-2E30-4D3E-AA38-B172040B75C2}" dt="2023-03-15T10:55:32.627" v="7077" actId="20577"/>
        <pc:sldMkLst>
          <pc:docMk/>
          <pc:sldMk cId="1401833206" sldId="2498"/>
        </pc:sldMkLst>
        <pc:spChg chg="mod">
          <ac:chgData name="Owais Ahmed" userId="6abc7d4556b3b071" providerId="LiveId" clId="{D973DB92-2E30-4D3E-AA38-B172040B75C2}" dt="2023-03-15T10:55:32.627" v="7077" actId="20577"/>
          <ac:spMkLst>
            <pc:docMk/>
            <pc:sldMk cId="1401833206" sldId="2498"/>
            <ac:spMk id="215" creationId="{00000000-0000-0000-0000-000000000000}"/>
          </ac:spMkLst>
        </pc:spChg>
      </pc:sldChg>
      <pc:sldChg chg="del">
        <pc:chgData name="Owais Ahmed" userId="6abc7d4556b3b071" providerId="LiveId" clId="{D973DB92-2E30-4D3E-AA38-B172040B75C2}" dt="2023-03-15T07:15:46.613" v="165" actId="47"/>
        <pc:sldMkLst>
          <pc:docMk/>
          <pc:sldMk cId="2461819977" sldId="2499"/>
        </pc:sldMkLst>
      </pc:sldChg>
      <pc:sldChg chg="del">
        <pc:chgData name="Owais Ahmed" userId="6abc7d4556b3b071" providerId="LiveId" clId="{D973DB92-2E30-4D3E-AA38-B172040B75C2}" dt="2023-03-15T07:15:45.903" v="161" actId="47"/>
        <pc:sldMkLst>
          <pc:docMk/>
          <pc:sldMk cId="1569340604" sldId="2500"/>
        </pc:sldMkLst>
      </pc:sldChg>
      <pc:sldChg chg="del">
        <pc:chgData name="Owais Ahmed" userId="6abc7d4556b3b071" providerId="LiveId" clId="{D973DB92-2E30-4D3E-AA38-B172040B75C2}" dt="2023-03-15T07:15:46.080" v="162" actId="47"/>
        <pc:sldMkLst>
          <pc:docMk/>
          <pc:sldMk cId="4096403042" sldId="2501"/>
        </pc:sldMkLst>
      </pc:sldChg>
      <pc:sldChg chg="del">
        <pc:chgData name="Owais Ahmed" userId="6abc7d4556b3b071" providerId="LiveId" clId="{D973DB92-2E30-4D3E-AA38-B172040B75C2}" dt="2023-03-15T07:15:46.247" v="163" actId="47"/>
        <pc:sldMkLst>
          <pc:docMk/>
          <pc:sldMk cId="194166090" sldId="2502"/>
        </pc:sldMkLst>
      </pc:sldChg>
      <pc:sldChg chg="del">
        <pc:chgData name="Owais Ahmed" userId="6abc7d4556b3b071" providerId="LiveId" clId="{D973DB92-2E30-4D3E-AA38-B172040B75C2}" dt="2023-03-15T07:15:46.432" v="164" actId="47"/>
        <pc:sldMkLst>
          <pc:docMk/>
          <pc:sldMk cId="1020505974" sldId="2503"/>
        </pc:sldMkLst>
      </pc:sldChg>
      <pc:sldChg chg="del">
        <pc:chgData name="Owais Ahmed" userId="6abc7d4556b3b071" providerId="LiveId" clId="{D973DB92-2E30-4D3E-AA38-B172040B75C2}" dt="2023-03-15T07:15:46.814" v="166" actId="47"/>
        <pc:sldMkLst>
          <pc:docMk/>
          <pc:sldMk cId="3525142213" sldId="2504"/>
        </pc:sldMkLst>
      </pc:sldChg>
      <pc:sldChg chg="del">
        <pc:chgData name="Owais Ahmed" userId="6abc7d4556b3b071" providerId="LiveId" clId="{D973DB92-2E30-4D3E-AA38-B172040B75C2}" dt="2023-03-15T07:15:47.857" v="167" actId="47"/>
        <pc:sldMkLst>
          <pc:docMk/>
          <pc:sldMk cId="3110229929" sldId="2505"/>
        </pc:sldMkLst>
      </pc:sldChg>
      <pc:sldChg chg="del">
        <pc:chgData name="Owais Ahmed" userId="6abc7d4556b3b071" providerId="LiveId" clId="{D973DB92-2E30-4D3E-AA38-B172040B75C2}" dt="2023-03-15T07:15:48.038" v="168" actId="47"/>
        <pc:sldMkLst>
          <pc:docMk/>
          <pc:sldMk cId="3557178733" sldId="2508"/>
        </pc:sldMkLst>
      </pc:sldChg>
      <pc:sldChg chg="del">
        <pc:chgData name="Owais Ahmed" userId="6abc7d4556b3b071" providerId="LiveId" clId="{D973DB92-2E30-4D3E-AA38-B172040B75C2}" dt="2023-03-15T07:15:49.231" v="169" actId="47"/>
        <pc:sldMkLst>
          <pc:docMk/>
          <pc:sldMk cId="1473069472" sldId="2509"/>
        </pc:sldMkLst>
      </pc:sldChg>
      <pc:sldChg chg="del">
        <pc:chgData name="Owais Ahmed" userId="6abc7d4556b3b071" providerId="LiveId" clId="{D973DB92-2E30-4D3E-AA38-B172040B75C2}" dt="2023-03-15T07:15:49.439" v="170" actId="47"/>
        <pc:sldMkLst>
          <pc:docMk/>
          <pc:sldMk cId="1492833906" sldId="2510"/>
        </pc:sldMkLst>
      </pc:sldChg>
      <pc:sldChg chg="del">
        <pc:chgData name="Owais Ahmed" userId="6abc7d4556b3b071" providerId="LiveId" clId="{D973DB92-2E30-4D3E-AA38-B172040B75C2}" dt="2023-03-15T07:15:50.522" v="171" actId="47"/>
        <pc:sldMkLst>
          <pc:docMk/>
          <pc:sldMk cId="2941033464" sldId="2511"/>
        </pc:sldMkLst>
      </pc:sldChg>
      <pc:sldChg chg="modSp del modAnim">
        <pc:chgData name="Owais Ahmed" userId="6abc7d4556b3b071" providerId="LiveId" clId="{D973DB92-2E30-4D3E-AA38-B172040B75C2}" dt="2023-03-15T07:15:58.639" v="173" actId="47"/>
        <pc:sldMkLst>
          <pc:docMk/>
          <pc:sldMk cId="3081681808" sldId="2512"/>
        </pc:sldMkLst>
        <pc:spChg chg="mod">
          <ac:chgData name="Owais Ahmed" userId="6abc7d4556b3b071" providerId="LiveId" clId="{D973DB92-2E30-4D3E-AA38-B172040B75C2}" dt="2023-03-15T07:15:54.694" v="172" actId="20577"/>
          <ac:spMkLst>
            <pc:docMk/>
            <pc:sldMk cId="3081681808" sldId="2512"/>
            <ac:spMk id="3" creationId="{4A1C0383-58FE-E486-295E-B33B8683B938}"/>
          </ac:spMkLst>
        </pc:spChg>
      </pc:sldChg>
      <pc:sldMasterChg chg="delSldLayout">
        <pc:chgData name="Owais Ahmed" userId="6abc7d4556b3b071" providerId="LiveId" clId="{D973DB92-2E30-4D3E-AA38-B172040B75C2}" dt="2023-03-15T07:15:46.613" v="165" actId="47"/>
        <pc:sldMasterMkLst>
          <pc:docMk/>
          <pc:sldMasterMk cId="692820" sldId="2147483648"/>
        </pc:sldMasterMkLst>
        <pc:sldLayoutChg chg="del">
          <pc:chgData name="Owais Ahmed" userId="6abc7d4556b3b071" providerId="LiveId" clId="{D973DB92-2E30-4D3E-AA38-B172040B75C2}" dt="2023-03-15T07:15:46.613" v="165" actId="47"/>
          <pc:sldLayoutMkLst>
            <pc:docMk/>
            <pc:sldMasterMk cId="692820" sldId="2147483648"/>
            <pc:sldLayoutMk cId="105451964" sldId="2147483682"/>
          </pc:sldLayoutMkLst>
        </pc:sldLayoutChg>
      </pc:sldMasterChg>
    </pc:docChg>
  </pc:docChgLst>
  <pc:docChgLst>
    <pc:chgData name="Owais Ahmed" userId="6abc7d4556b3b071" providerId="LiveId" clId="{6864A3F8-DEDE-46FB-9A37-33BD97B65025}"/>
    <pc:docChg chg="undo custSel addSld delSld modSld sldOrd">
      <pc:chgData name="Owais Ahmed" userId="6abc7d4556b3b071" providerId="LiveId" clId="{6864A3F8-DEDE-46FB-9A37-33BD97B65025}" dt="2023-03-06T18:37:13.356" v="6932" actId="47"/>
      <pc:docMkLst>
        <pc:docMk/>
      </pc:docMkLst>
      <pc:sldChg chg="modSp mod">
        <pc:chgData name="Owais Ahmed" userId="6abc7d4556b3b071" providerId="LiveId" clId="{6864A3F8-DEDE-46FB-9A37-33BD97B65025}" dt="2023-03-06T11:28:43.963" v="2847" actId="6549"/>
        <pc:sldMkLst>
          <pc:docMk/>
          <pc:sldMk cId="1649098948" sldId="2462"/>
        </pc:sldMkLst>
        <pc:spChg chg="mod">
          <ac:chgData name="Owais Ahmed" userId="6abc7d4556b3b071" providerId="LiveId" clId="{6864A3F8-DEDE-46FB-9A37-33BD97B65025}" dt="2023-03-06T11:28:43.963" v="2847" actId="6549"/>
          <ac:spMkLst>
            <pc:docMk/>
            <pc:sldMk cId="1649098948" sldId="2462"/>
            <ac:spMk id="6" creationId="{F3C89A40-EEAA-43AB-9A3A-B2CFDE450F1B}"/>
          </ac:spMkLst>
        </pc:spChg>
      </pc:sldChg>
      <pc:sldChg chg="del">
        <pc:chgData name="Owais Ahmed" userId="6abc7d4556b3b071" providerId="LiveId" clId="{6864A3F8-DEDE-46FB-9A37-33BD97B65025}" dt="2023-03-06T10:29:39.635" v="307" actId="47"/>
        <pc:sldMkLst>
          <pc:docMk/>
          <pc:sldMk cId="2835548672" sldId="2467"/>
        </pc:sldMkLst>
      </pc:sldChg>
      <pc:sldChg chg="del">
        <pc:chgData name="Owais Ahmed" userId="6abc7d4556b3b071" providerId="LiveId" clId="{6864A3F8-DEDE-46FB-9A37-33BD97B65025}" dt="2023-03-06T10:29:36.863" v="306" actId="47"/>
        <pc:sldMkLst>
          <pc:docMk/>
          <pc:sldMk cId="2564172473" sldId="2468"/>
        </pc:sldMkLst>
      </pc:sldChg>
      <pc:sldChg chg="del">
        <pc:chgData name="Owais Ahmed" userId="6abc7d4556b3b071" providerId="LiveId" clId="{6864A3F8-DEDE-46FB-9A37-33BD97B65025}" dt="2023-03-06T10:29:34.116" v="304" actId="47"/>
        <pc:sldMkLst>
          <pc:docMk/>
          <pc:sldMk cId="1810203590" sldId="2482"/>
        </pc:sldMkLst>
      </pc:sldChg>
      <pc:sldChg chg="del">
        <pc:chgData name="Owais Ahmed" userId="6abc7d4556b3b071" providerId="LiveId" clId="{6864A3F8-DEDE-46FB-9A37-33BD97B65025}" dt="2023-03-06T10:29:41.060" v="308" actId="47"/>
        <pc:sldMkLst>
          <pc:docMk/>
          <pc:sldMk cId="2426892836" sldId="2485"/>
        </pc:sldMkLst>
      </pc:sldChg>
      <pc:sldChg chg="modSp mod ord modAnim modNotesTx">
        <pc:chgData name="Owais Ahmed" userId="6abc7d4556b3b071" providerId="LiveId" clId="{6864A3F8-DEDE-46FB-9A37-33BD97B65025}" dt="2023-03-06T12:36:31.872" v="3053" actId="20577"/>
        <pc:sldMkLst>
          <pc:docMk/>
          <pc:sldMk cId="2392008630" sldId="2486"/>
        </pc:sldMkLst>
        <pc:spChg chg="mod">
          <ac:chgData name="Owais Ahmed" userId="6abc7d4556b3b071" providerId="LiveId" clId="{6864A3F8-DEDE-46FB-9A37-33BD97B65025}" dt="2023-03-06T12:36:31.872" v="3053" actId="20577"/>
          <ac:spMkLst>
            <pc:docMk/>
            <pc:sldMk cId="2392008630" sldId="2486"/>
            <ac:spMk id="3" creationId="{4A1C0383-58FE-E486-295E-B33B8683B938}"/>
          </ac:spMkLst>
        </pc:spChg>
        <pc:spChg chg="mod">
          <ac:chgData name="Owais Ahmed" userId="6abc7d4556b3b071" providerId="LiveId" clId="{6864A3F8-DEDE-46FB-9A37-33BD97B65025}" dt="2023-03-06T10:30:05.555" v="339" actId="20577"/>
          <ac:spMkLst>
            <pc:docMk/>
            <pc:sldMk cId="2392008630" sldId="2486"/>
            <ac:spMk id="215" creationId="{00000000-0000-0000-0000-000000000000}"/>
          </ac:spMkLst>
        </pc:spChg>
      </pc:sldChg>
      <pc:sldChg chg="del">
        <pc:chgData name="Owais Ahmed" userId="6abc7d4556b3b071" providerId="LiveId" clId="{6864A3F8-DEDE-46FB-9A37-33BD97B65025}" dt="2023-03-06T10:29:36.588" v="305" actId="47"/>
        <pc:sldMkLst>
          <pc:docMk/>
          <pc:sldMk cId="2180074341" sldId="2487"/>
        </pc:sldMkLst>
      </pc:sldChg>
      <pc:sldChg chg="del">
        <pc:chgData name="Owais Ahmed" userId="6abc7d4556b3b071" providerId="LiveId" clId="{6864A3F8-DEDE-46FB-9A37-33BD97B65025}" dt="2023-03-06T10:29:25.741" v="299" actId="47"/>
        <pc:sldMkLst>
          <pc:docMk/>
          <pc:sldMk cId="692629543" sldId="2490"/>
        </pc:sldMkLst>
      </pc:sldChg>
      <pc:sldChg chg="del">
        <pc:chgData name="Owais Ahmed" userId="6abc7d4556b3b071" providerId="LiveId" clId="{6864A3F8-DEDE-46FB-9A37-33BD97B65025}" dt="2023-03-06T10:29:45.038" v="309" actId="47"/>
        <pc:sldMkLst>
          <pc:docMk/>
          <pc:sldMk cId="1357650666" sldId="2491"/>
        </pc:sldMkLst>
      </pc:sldChg>
      <pc:sldChg chg="del">
        <pc:chgData name="Owais Ahmed" userId="6abc7d4556b3b071" providerId="LiveId" clId="{6864A3F8-DEDE-46FB-9A37-33BD97B65025}" dt="2023-03-06T10:29:46.592" v="310" actId="47"/>
        <pc:sldMkLst>
          <pc:docMk/>
          <pc:sldMk cId="332028716" sldId="2492"/>
        </pc:sldMkLst>
      </pc:sldChg>
      <pc:sldChg chg="del">
        <pc:chgData name="Owais Ahmed" userId="6abc7d4556b3b071" providerId="LiveId" clId="{6864A3F8-DEDE-46FB-9A37-33BD97B65025}" dt="2023-03-06T10:29:32.820" v="303" actId="47"/>
        <pc:sldMkLst>
          <pc:docMk/>
          <pc:sldMk cId="2744016673" sldId="2493"/>
        </pc:sldMkLst>
      </pc:sldChg>
      <pc:sldChg chg="del">
        <pc:chgData name="Owais Ahmed" userId="6abc7d4556b3b071" providerId="LiveId" clId="{6864A3F8-DEDE-46FB-9A37-33BD97B65025}" dt="2023-03-06T10:29:29.969" v="302" actId="47"/>
        <pc:sldMkLst>
          <pc:docMk/>
          <pc:sldMk cId="910229267" sldId="2494"/>
        </pc:sldMkLst>
      </pc:sldChg>
      <pc:sldChg chg="del">
        <pc:chgData name="Owais Ahmed" userId="6abc7d4556b3b071" providerId="LiveId" clId="{6864A3F8-DEDE-46FB-9A37-33BD97B65025}" dt="2023-03-06T10:29:28.135" v="301" actId="47"/>
        <pc:sldMkLst>
          <pc:docMk/>
          <pc:sldMk cId="4183735996" sldId="2496"/>
        </pc:sldMkLst>
      </pc:sldChg>
      <pc:sldChg chg="del">
        <pc:chgData name="Owais Ahmed" userId="6abc7d4556b3b071" providerId="LiveId" clId="{6864A3F8-DEDE-46FB-9A37-33BD97B65025}" dt="2023-03-06T10:29:26.982" v="300" actId="47"/>
        <pc:sldMkLst>
          <pc:docMk/>
          <pc:sldMk cId="2021183974" sldId="2497"/>
        </pc:sldMkLst>
      </pc:sldChg>
      <pc:sldChg chg="addSp delSp modSp mod modAnim modNotesTx">
        <pc:chgData name="Owais Ahmed" userId="6abc7d4556b3b071" providerId="LiveId" clId="{6864A3F8-DEDE-46FB-9A37-33BD97B65025}" dt="2023-03-06T12:35:59.936" v="3040" actId="20577"/>
        <pc:sldMkLst>
          <pc:docMk/>
          <pc:sldMk cId="2461819977" sldId="2499"/>
        </pc:sldMkLst>
        <pc:spChg chg="add del mod">
          <ac:chgData name="Owais Ahmed" userId="6abc7d4556b3b071" providerId="LiveId" clId="{6864A3F8-DEDE-46FB-9A37-33BD97B65025}" dt="2023-03-06T11:27:19.846" v="2796"/>
          <ac:spMkLst>
            <pc:docMk/>
            <pc:sldMk cId="2461819977" sldId="2499"/>
            <ac:spMk id="2" creationId="{3A354AF7-AA77-B4A0-A261-FC7D8F7D6A4E}"/>
          </ac:spMkLst>
        </pc:spChg>
        <pc:spChg chg="mod">
          <ac:chgData name="Owais Ahmed" userId="6abc7d4556b3b071" providerId="LiveId" clId="{6864A3F8-DEDE-46FB-9A37-33BD97B65025}" dt="2023-03-06T12:35:25.443" v="2948" actId="20577"/>
          <ac:spMkLst>
            <pc:docMk/>
            <pc:sldMk cId="2461819977" sldId="2499"/>
            <ac:spMk id="5" creationId="{D6B5DCB6-4358-037D-2AAC-2F1B1119C128}"/>
          </ac:spMkLst>
        </pc:spChg>
        <pc:spChg chg="mod">
          <ac:chgData name="Owais Ahmed" userId="6abc7d4556b3b071" providerId="LiveId" clId="{6864A3F8-DEDE-46FB-9A37-33BD97B65025}" dt="2023-03-06T11:11:17.901" v="2709" actId="20577"/>
          <ac:spMkLst>
            <pc:docMk/>
            <pc:sldMk cId="2461819977" sldId="2499"/>
            <ac:spMk id="9" creationId="{27EE95FA-7E6C-9450-66FD-4F118356AE19}"/>
          </ac:spMkLst>
        </pc:spChg>
        <pc:picChg chg="del">
          <ac:chgData name="Owais Ahmed" userId="6abc7d4556b3b071" providerId="LiveId" clId="{6864A3F8-DEDE-46FB-9A37-33BD97B65025}" dt="2023-03-06T10:29:52.054" v="314" actId="478"/>
          <ac:picMkLst>
            <pc:docMk/>
            <pc:sldMk cId="2461819977" sldId="2499"/>
            <ac:picMk id="3" creationId="{C7D15564-73D0-93EB-9ECE-ABE1AF60AC39}"/>
          </ac:picMkLst>
        </pc:picChg>
        <pc:picChg chg="add mod">
          <ac:chgData name="Owais Ahmed" userId="6abc7d4556b3b071" providerId="LiveId" clId="{6864A3F8-DEDE-46FB-9A37-33BD97B65025}" dt="2023-03-06T11:28:15.252" v="2845" actId="1076"/>
          <ac:picMkLst>
            <pc:docMk/>
            <pc:sldMk cId="2461819977" sldId="2499"/>
            <ac:picMk id="4" creationId="{0CB86E18-AEC0-6872-91F2-3F7C2E372C2A}"/>
          </ac:picMkLst>
        </pc:picChg>
        <pc:picChg chg="del">
          <ac:chgData name="Owais Ahmed" userId="6abc7d4556b3b071" providerId="LiveId" clId="{6864A3F8-DEDE-46FB-9A37-33BD97B65025}" dt="2023-03-06T10:29:55.418" v="318" actId="478"/>
          <ac:picMkLst>
            <pc:docMk/>
            <pc:sldMk cId="2461819977" sldId="2499"/>
            <ac:picMk id="1026" creationId="{4E9BC237-8DFF-7D68-3479-17D18AE1EDB9}"/>
          </ac:picMkLst>
        </pc:picChg>
        <pc:picChg chg="del">
          <ac:chgData name="Owais Ahmed" userId="6abc7d4556b3b071" providerId="LiveId" clId="{6864A3F8-DEDE-46FB-9A37-33BD97B65025}" dt="2023-03-06T10:29:54.706" v="317" actId="478"/>
          <ac:picMkLst>
            <pc:docMk/>
            <pc:sldMk cId="2461819977" sldId="2499"/>
            <ac:picMk id="1028" creationId="{1D0FCAD3-8A03-E23C-1D6C-B9F4A1A4C503}"/>
          </ac:picMkLst>
        </pc:picChg>
        <pc:picChg chg="del">
          <ac:chgData name="Owais Ahmed" userId="6abc7d4556b3b071" providerId="LiveId" clId="{6864A3F8-DEDE-46FB-9A37-33BD97B65025}" dt="2023-03-06T10:29:53.991" v="316" actId="478"/>
          <ac:picMkLst>
            <pc:docMk/>
            <pc:sldMk cId="2461819977" sldId="2499"/>
            <ac:picMk id="1030" creationId="{7295A43C-8BB3-BF50-274C-F773C06F244B}"/>
          </ac:picMkLst>
        </pc:picChg>
        <pc:picChg chg="del">
          <ac:chgData name="Owais Ahmed" userId="6abc7d4556b3b071" providerId="LiveId" clId="{6864A3F8-DEDE-46FB-9A37-33BD97B65025}" dt="2023-03-06T10:29:53.356" v="315" actId="478"/>
          <ac:picMkLst>
            <pc:docMk/>
            <pc:sldMk cId="2461819977" sldId="2499"/>
            <ac:picMk id="1032" creationId="{58D7C36B-5032-1278-7DB4-7235C150FE0D}"/>
          </ac:picMkLst>
        </pc:picChg>
        <pc:picChg chg="del">
          <ac:chgData name="Owais Ahmed" userId="6abc7d4556b3b071" providerId="LiveId" clId="{6864A3F8-DEDE-46FB-9A37-33BD97B65025}" dt="2023-03-06T10:29:51.547" v="313" actId="478"/>
          <ac:picMkLst>
            <pc:docMk/>
            <pc:sldMk cId="2461819977" sldId="2499"/>
            <ac:picMk id="1036" creationId="{0AC7BD4F-2C68-F990-BF52-0723B70406CA}"/>
          </ac:picMkLst>
        </pc:picChg>
      </pc:sldChg>
      <pc:sldChg chg="modSp add mod modAnim modNotesTx">
        <pc:chgData name="Owais Ahmed" userId="6abc7d4556b3b071" providerId="LiveId" clId="{6864A3F8-DEDE-46FB-9A37-33BD97B65025}" dt="2023-03-06T10:59:15.771" v="2203"/>
        <pc:sldMkLst>
          <pc:docMk/>
          <pc:sldMk cId="1569340604" sldId="2500"/>
        </pc:sldMkLst>
        <pc:spChg chg="mod">
          <ac:chgData name="Owais Ahmed" userId="6abc7d4556b3b071" providerId="LiveId" clId="{6864A3F8-DEDE-46FB-9A37-33BD97B65025}" dt="2023-03-06T10:42:40.740" v="1254" actId="20577"/>
          <ac:spMkLst>
            <pc:docMk/>
            <pc:sldMk cId="1569340604" sldId="2500"/>
            <ac:spMk id="3" creationId="{4A1C0383-58FE-E486-295E-B33B8683B938}"/>
          </ac:spMkLst>
        </pc:spChg>
        <pc:spChg chg="mod">
          <ac:chgData name="Owais Ahmed" userId="6abc7d4556b3b071" providerId="LiveId" clId="{6864A3F8-DEDE-46FB-9A37-33BD97B65025}" dt="2023-03-06T10:37:33.639" v="853" actId="20577"/>
          <ac:spMkLst>
            <pc:docMk/>
            <pc:sldMk cId="1569340604" sldId="2500"/>
            <ac:spMk id="215" creationId="{00000000-0000-0000-0000-000000000000}"/>
          </ac:spMkLst>
        </pc:spChg>
      </pc:sldChg>
      <pc:sldChg chg="del">
        <pc:chgData name="Owais Ahmed" userId="6abc7d4556b3b071" providerId="LiveId" clId="{6864A3F8-DEDE-46FB-9A37-33BD97B65025}" dt="2023-03-06T10:29:23.991" v="298" actId="47"/>
        <pc:sldMkLst>
          <pc:docMk/>
          <pc:sldMk cId="1735756904" sldId="2500"/>
        </pc:sldMkLst>
      </pc:sldChg>
      <pc:sldChg chg="modSp add mod modNotesTx">
        <pc:chgData name="Owais Ahmed" userId="6abc7d4556b3b071" providerId="LiveId" clId="{6864A3F8-DEDE-46FB-9A37-33BD97B65025}" dt="2023-03-06T10:58:01.855" v="2150" actId="20577"/>
        <pc:sldMkLst>
          <pc:docMk/>
          <pc:sldMk cId="4096403042" sldId="2501"/>
        </pc:sldMkLst>
        <pc:spChg chg="mod">
          <ac:chgData name="Owais Ahmed" userId="6abc7d4556b3b071" providerId="LiveId" clId="{6864A3F8-DEDE-46FB-9A37-33BD97B65025}" dt="2023-03-06T10:54:43.011" v="2016" actId="20577"/>
          <ac:spMkLst>
            <pc:docMk/>
            <pc:sldMk cId="4096403042" sldId="2501"/>
            <ac:spMk id="3" creationId="{4A1C0383-58FE-E486-295E-B33B8683B938}"/>
          </ac:spMkLst>
        </pc:spChg>
        <pc:spChg chg="mod">
          <ac:chgData name="Owais Ahmed" userId="6abc7d4556b3b071" providerId="LiveId" clId="{6864A3F8-DEDE-46FB-9A37-33BD97B65025}" dt="2023-03-06T10:44:26.075" v="1396" actId="20577"/>
          <ac:spMkLst>
            <pc:docMk/>
            <pc:sldMk cId="4096403042" sldId="2501"/>
            <ac:spMk id="215" creationId="{00000000-0000-0000-0000-000000000000}"/>
          </ac:spMkLst>
        </pc:spChg>
      </pc:sldChg>
      <pc:sldChg chg="modSp add mod modNotesTx">
        <pc:chgData name="Owais Ahmed" userId="6abc7d4556b3b071" providerId="LiveId" clId="{6864A3F8-DEDE-46FB-9A37-33BD97B65025}" dt="2023-03-06T10:57:58.868" v="2149" actId="20577"/>
        <pc:sldMkLst>
          <pc:docMk/>
          <pc:sldMk cId="194166090" sldId="2502"/>
        </pc:sldMkLst>
        <pc:spChg chg="mod">
          <ac:chgData name="Owais Ahmed" userId="6abc7d4556b3b071" providerId="LiveId" clId="{6864A3F8-DEDE-46FB-9A37-33BD97B65025}" dt="2023-03-06T10:55:47.580" v="2129" actId="20577"/>
          <ac:spMkLst>
            <pc:docMk/>
            <pc:sldMk cId="194166090" sldId="2502"/>
            <ac:spMk id="3" creationId="{4A1C0383-58FE-E486-295E-B33B8683B938}"/>
          </ac:spMkLst>
        </pc:spChg>
        <pc:spChg chg="mod">
          <ac:chgData name="Owais Ahmed" userId="6abc7d4556b3b071" providerId="LiveId" clId="{6864A3F8-DEDE-46FB-9A37-33BD97B65025}" dt="2023-03-06T10:52:00.554" v="1820" actId="20577"/>
          <ac:spMkLst>
            <pc:docMk/>
            <pc:sldMk cId="194166090" sldId="2502"/>
            <ac:spMk id="215" creationId="{00000000-0000-0000-0000-000000000000}"/>
          </ac:spMkLst>
        </pc:spChg>
      </pc:sldChg>
      <pc:sldChg chg="add del">
        <pc:chgData name="Owais Ahmed" userId="6abc7d4556b3b071" providerId="LiveId" clId="{6864A3F8-DEDE-46FB-9A37-33BD97B65025}" dt="2023-03-06T10:51:29.974" v="1739" actId="2890"/>
        <pc:sldMkLst>
          <pc:docMk/>
          <pc:sldMk cId="2332049988" sldId="2502"/>
        </pc:sldMkLst>
      </pc:sldChg>
      <pc:sldChg chg="addSp modSp add mod ord modAnim">
        <pc:chgData name="Owais Ahmed" userId="6abc7d4556b3b071" providerId="LiveId" clId="{6864A3F8-DEDE-46FB-9A37-33BD97B65025}" dt="2023-03-06T11:10:01.397" v="2686" actId="20577"/>
        <pc:sldMkLst>
          <pc:docMk/>
          <pc:sldMk cId="1020505974" sldId="2503"/>
        </pc:sldMkLst>
        <pc:spChg chg="mod">
          <ac:chgData name="Owais Ahmed" userId="6abc7d4556b3b071" providerId="LiveId" clId="{6864A3F8-DEDE-46FB-9A37-33BD97B65025}" dt="2023-03-06T11:06:25.330" v="2437" actId="27636"/>
          <ac:spMkLst>
            <pc:docMk/>
            <pc:sldMk cId="1020505974" sldId="2503"/>
            <ac:spMk id="3" creationId="{4A1C0383-58FE-E486-295E-B33B8683B938}"/>
          </ac:spMkLst>
        </pc:spChg>
        <pc:spChg chg="add mod">
          <ac:chgData name="Owais Ahmed" userId="6abc7d4556b3b071" providerId="LiveId" clId="{6864A3F8-DEDE-46FB-9A37-33BD97B65025}" dt="2023-03-06T11:10:01.397" v="2686" actId="20577"/>
          <ac:spMkLst>
            <pc:docMk/>
            <pc:sldMk cId="1020505974" sldId="2503"/>
            <ac:spMk id="4" creationId="{8E334DDB-72B7-9ADC-892D-EC414FC40353}"/>
          </ac:spMkLst>
        </pc:spChg>
        <pc:spChg chg="mod">
          <ac:chgData name="Owais Ahmed" userId="6abc7d4556b3b071" providerId="LiveId" clId="{6864A3F8-DEDE-46FB-9A37-33BD97B65025}" dt="2023-03-06T10:56:59.881" v="2146" actId="20577"/>
          <ac:spMkLst>
            <pc:docMk/>
            <pc:sldMk cId="1020505974" sldId="2503"/>
            <ac:spMk id="215" creationId="{00000000-0000-0000-0000-000000000000}"/>
          </ac:spMkLst>
        </pc:spChg>
      </pc:sldChg>
      <pc:sldChg chg="add del">
        <pc:chgData name="Owais Ahmed" userId="6abc7d4556b3b071" providerId="LiveId" clId="{6864A3F8-DEDE-46FB-9A37-33BD97B65025}" dt="2023-03-06T12:36:25.588" v="3041" actId="47"/>
        <pc:sldMkLst>
          <pc:docMk/>
          <pc:sldMk cId="3469959760" sldId="2504"/>
        </pc:sldMkLst>
      </pc:sldChg>
      <pc:sldChg chg="modSp add mod modAnim">
        <pc:chgData name="Owais Ahmed" userId="6abc7d4556b3b071" providerId="LiveId" clId="{6864A3F8-DEDE-46FB-9A37-33BD97B65025}" dt="2023-03-06T12:43:14.291" v="3713" actId="14"/>
        <pc:sldMkLst>
          <pc:docMk/>
          <pc:sldMk cId="3525142213" sldId="2504"/>
        </pc:sldMkLst>
        <pc:spChg chg="mod">
          <ac:chgData name="Owais Ahmed" userId="6abc7d4556b3b071" providerId="LiveId" clId="{6864A3F8-DEDE-46FB-9A37-33BD97B65025}" dt="2023-03-06T12:43:14.291" v="3713" actId="14"/>
          <ac:spMkLst>
            <pc:docMk/>
            <pc:sldMk cId="3525142213" sldId="2504"/>
            <ac:spMk id="3" creationId="{4A1C0383-58FE-E486-295E-B33B8683B938}"/>
          </ac:spMkLst>
        </pc:spChg>
        <pc:spChg chg="mod">
          <ac:chgData name="Owais Ahmed" userId="6abc7d4556b3b071" providerId="LiveId" clId="{6864A3F8-DEDE-46FB-9A37-33BD97B65025}" dt="2023-03-06T12:36:44.011" v="3074" actId="20577"/>
          <ac:spMkLst>
            <pc:docMk/>
            <pc:sldMk cId="3525142213" sldId="2504"/>
            <ac:spMk id="215" creationId="{00000000-0000-0000-0000-000000000000}"/>
          </ac:spMkLst>
        </pc:spChg>
      </pc:sldChg>
      <pc:sldChg chg="addSp modSp add mod modAnim modNotesTx">
        <pc:chgData name="Owais Ahmed" userId="6abc7d4556b3b071" providerId="LiveId" clId="{6864A3F8-DEDE-46FB-9A37-33BD97B65025}" dt="2023-03-06T12:50:09.886" v="4144" actId="20577"/>
        <pc:sldMkLst>
          <pc:docMk/>
          <pc:sldMk cId="3110229929" sldId="2505"/>
        </pc:sldMkLst>
        <pc:spChg chg="mod">
          <ac:chgData name="Owais Ahmed" userId="6abc7d4556b3b071" providerId="LiveId" clId="{6864A3F8-DEDE-46FB-9A37-33BD97B65025}" dt="2023-03-06T12:49:36.941" v="4109" actId="14100"/>
          <ac:spMkLst>
            <pc:docMk/>
            <pc:sldMk cId="3110229929" sldId="2505"/>
            <ac:spMk id="3" creationId="{4A1C0383-58FE-E486-295E-B33B8683B938}"/>
          </ac:spMkLst>
        </pc:spChg>
        <pc:spChg chg="add mod">
          <ac:chgData name="Owais Ahmed" userId="6abc7d4556b3b071" providerId="LiveId" clId="{6864A3F8-DEDE-46FB-9A37-33BD97B65025}" dt="2023-03-06T12:50:09.886" v="4144" actId="20577"/>
          <ac:spMkLst>
            <pc:docMk/>
            <pc:sldMk cId="3110229929" sldId="2505"/>
            <ac:spMk id="5" creationId="{C7480DFC-04C3-BB80-21C9-D940F6237932}"/>
          </ac:spMkLst>
        </pc:spChg>
        <pc:spChg chg="mod">
          <ac:chgData name="Owais Ahmed" userId="6abc7d4556b3b071" providerId="LiveId" clId="{6864A3F8-DEDE-46FB-9A37-33BD97B65025}" dt="2023-03-06T12:45:46.069" v="3850" actId="20577"/>
          <ac:spMkLst>
            <pc:docMk/>
            <pc:sldMk cId="3110229929" sldId="2505"/>
            <ac:spMk id="215" creationId="{00000000-0000-0000-0000-000000000000}"/>
          </ac:spMkLst>
        </pc:spChg>
      </pc:sldChg>
      <pc:sldChg chg="addSp delSp modSp add del mod">
        <pc:chgData name="Owais Ahmed" userId="6abc7d4556b3b071" providerId="LiveId" clId="{6864A3F8-DEDE-46FB-9A37-33BD97B65025}" dt="2023-03-06T12:35:16.371" v="2945" actId="47"/>
        <pc:sldMkLst>
          <pc:docMk/>
          <pc:sldMk cId="3643635207" sldId="2505"/>
        </pc:sldMkLst>
        <pc:spChg chg="add del mod">
          <ac:chgData name="Owais Ahmed" userId="6abc7d4556b3b071" providerId="LiveId" clId="{6864A3F8-DEDE-46FB-9A37-33BD97B65025}" dt="2023-03-06T12:35:06.782" v="2943" actId="478"/>
          <ac:spMkLst>
            <pc:docMk/>
            <pc:sldMk cId="3643635207" sldId="2505"/>
            <ac:spMk id="2" creationId="{0FD5D1FA-B0E7-06FB-31C7-DE2457BA6B39}"/>
          </ac:spMkLst>
        </pc:spChg>
        <pc:spChg chg="mod">
          <ac:chgData name="Owais Ahmed" userId="6abc7d4556b3b071" providerId="LiveId" clId="{6864A3F8-DEDE-46FB-9A37-33BD97B65025}" dt="2023-03-06T12:35:10.631" v="2944" actId="14100"/>
          <ac:spMkLst>
            <pc:docMk/>
            <pc:sldMk cId="3643635207" sldId="2505"/>
            <ac:spMk id="5" creationId="{D6B5DCB6-4358-037D-2AAC-2F1B1119C128}"/>
          </ac:spMkLst>
        </pc:spChg>
        <pc:spChg chg="mod">
          <ac:chgData name="Owais Ahmed" userId="6abc7d4556b3b071" providerId="LiveId" clId="{6864A3F8-DEDE-46FB-9A37-33BD97B65025}" dt="2023-03-06T11:29:06.997" v="2867" actId="20577"/>
          <ac:spMkLst>
            <pc:docMk/>
            <pc:sldMk cId="3643635207" sldId="2505"/>
            <ac:spMk id="9" creationId="{27EE95FA-7E6C-9450-66FD-4F118356AE19}"/>
          </ac:spMkLst>
        </pc:spChg>
        <pc:picChg chg="del">
          <ac:chgData name="Owais Ahmed" userId="6abc7d4556b3b071" providerId="LiveId" clId="{6864A3F8-DEDE-46FB-9A37-33BD97B65025}" dt="2023-03-06T12:35:01.329" v="2942" actId="478"/>
          <ac:picMkLst>
            <pc:docMk/>
            <pc:sldMk cId="3643635207" sldId="2505"/>
            <ac:picMk id="4" creationId="{0CB86E18-AEC0-6872-91F2-3F7C2E372C2A}"/>
          </ac:picMkLst>
        </pc:picChg>
      </pc:sldChg>
      <pc:sldChg chg="modSp add del mod">
        <pc:chgData name="Owais Ahmed" userId="6abc7d4556b3b071" providerId="LiveId" clId="{6864A3F8-DEDE-46FB-9A37-33BD97B65025}" dt="2023-03-06T17:24:31.389" v="4166" actId="47"/>
        <pc:sldMkLst>
          <pc:docMk/>
          <pc:sldMk cId="1282711935" sldId="2506"/>
        </pc:sldMkLst>
        <pc:spChg chg="mod">
          <ac:chgData name="Owais Ahmed" userId="6abc7d4556b3b071" providerId="LiveId" clId="{6864A3F8-DEDE-46FB-9A37-33BD97B65025}" dt="2023-03-06T17:24:23.263" v="4162" actId="20577"/>
          <ac:spMkLst>
            <pc:docMk/>
            <pc:sldMk cId="1282711935" sldId="2506"/>
            <ac:spMk id="215" creationId="{00000000-0000-0000-0000-000000000000}"/>
          </ac:spMkLst>
        </pc:spChg>
      </pc:sldChg>
      <pc:sldChg chg="modSp add del mod ord modAnim modNotesTx">
        <pc:chgData name="Owais Ahmed" userId="6abc7d4556b3b071" providerId="LiveId" clId="{6864A3F8-DEDE-46FB-9A37-33BD97B65025}" dt="2023-03-06T17:46:49.395" v="5580" actId="47"/>
        <pc:sldMkLst>
          <pc:docMk/>
          <pc:sldMk cId="3326915312" sldId="2507"/>
        </pc:sldMkLst>
        <pc:spChg chg="mod">
          <ac:chgData name="Owais Ahmed" userId="6abc7d4556b3b071" providerId="LiveId" clId="{6864A3F8-DEDE-46FB-9A37-33BD97B65025}" dt="2023-03-06T17:36:53.743" v="5088" actId="948"/>
          <ac:spMkLst>
            <pc:docMk/>
            <pc:sldMk cId="3326915312" sldId="2507"/>
            <ac:spMk id="3" creationId="{4A1C0383-58FE-E486-295E-B33B8683B938}"/>
          </ac:spMkLst>
        </pc:spChg>
        <pc:spChg chg="mod">
          <ac:chgData name="Owais Ahmed" userId="6abc7d4556b3b071" providerId="LiveId" clId="{6864A3F8-DEDE-46FB-9A37-33BD97B65025}" dt="2023-03-06T17:24:52.487" v="4196" actId="20577"/>
          <ac:spMkLst>
            <pc:docMk/>
            <pc:sldMk cId="3326915312" sldId="2507"/>
            <ac:spMk id="215" creationId="{00000000-0000-0000-0000-000000000000}"/>
          </ac:spMkLst>
        </pc:spChg>
      </pc:sldChg>
      <pc:sldChg chg="modSp add mod modAnim">
        <pc:chgData name="Owais Ahmed" userId="6abc7d4556b3b071" providerId="LiveId" clId="{6864A3F8-DEDE-46FB-9A37-33BD97B65025}" dt="2023-03-06T17:40:35.533" v="5349" actId="948"/>
        <pc:sldMkLst>
          <pc:docMk/>
          <pc:sldMk cId="3557178733" sldId="2508"/>
        </pc:sldMkLst>
        <pc:spChg chg="mod">
          <ac:chgData name="Owais Ahmed" userId="6abc7d4556b3b071" providerId="LiveId" clId="{6864A3F8-DEDE-46FB-9A37-33BD97B65025}" dt="2023-03-06T17:40:35.533" v="5349" actId="948"/>
          <ac:spMkLst>
            <pc:docMk/>
            <pc:sldMk cId="3557178733" sldId="2508"/>
            <ac:spMk id="3" creationId="{4A1C0383-58FE-E486-295E-B33B8683B938}"/>
          </ac:spMkLst>
        </pc:spChg>
      </pc:sldChg>
      <pc:sldChg chg="modSp add mod modAnim modNotesTx">
        <pc:chgData name="Owais Ahmed" userId="6abc7d4556b3b071" providerId="LiveId" clId="{6864A3F8-DEDE-46FB-9A37-33BD97B65025}" dt="2023-03-06T18:01:27.355" v="5966" actId="20577"/>
        <pc:sldMkLst>
          <pc:docMk/>
          <pc:sldMk cId="1473069472" sldId="2509"/>
        </pc:sldMkLst>
        <pc:spChg chg="mod">
          <ac:chgData name="Owais Ahmed" userId="6abc7d4556b3b071" providerId="LiveId" clId="{6864A3F8-DEDE-46FB-9A37-33BD97B65025}" dt="2023-03-06T18:01:27.355" v="5966" actId="20577"/>
          <ac:spMkLst>
            <pc:docMk/>
            <pc:sldMk cId="1473069472" sldId="2509"/>
            <ac:spMk id="3" creationId="{4A1C0383-58FE-E486-295E-B33B8683B938}"/>
          </ac:spMkLst>
        </pc:spChg>
        <pc:spChg chg="mod">
          <ac:chgData name="Owais Ahmed" userId="6abc7d4556b3b071" providerId="LiveId" clId="{6864A3F8-DEDE-46FB-9A37-33BD97B65025}" dt="2023-03-06T17:40:52.483" v="5367" actId="20577"/>
          <ac:spMkLst>
            <pc:docMk/>
            <pc:sldMk cId="1473069472" sldId="2509"/>
            <ac:spMk id="215" creationId="{00000000-0000-0000-0000-000000000000}"/>
          </ac:spMkLst>
        </pc:spChg>
      </pc:sldChg>
      <pc:sldChg chg="addSp delSp modSp add mod addAnim delAnim modAnim modNotesTx">
        <pc:chgData name="Owais Ahmed" userId="6abc7d4556b3b071" providerId="LiveId" clId="{6864A3F8-DEDE-46FB-9A37-33BD97B65025}" dt="2023-03-06T18:30:50.582" v="6343" actId="114"/>
        <pc:sldMkLst>
          <pc:docMk/>
          <pc:sldMk cId="1492833906" sldId="2510"/>
        </pc:sldMkLst>
        <pc:spChg chg="add del mod">
          <ac:chgData name="Owais Ahmed" userId="6abc7d4556b3b071" providerId="LiveId" clId="{6864A3F8-DEDE-46FB-9A37-33BD97B65025}" dt="2023-03-06T18:30:50.582" v="6343" actId="114"/>
          <ac:spMkLst>
            <pc:docMk/>
            <pc:sldMk cId="1492833906" sldId="2510"/>
            <ac:spMk id="3" creationId="{4A1C0383-58FE-E486-295E-B33B8683B938}"/>
          </ac:spMkLst>
        </pc:spChg>
        <pc:spChg chg="add del">
          <ac:chgData name="Owais Ahmed" userId="6abc7d4556b3b071" providerId="LiveId" clId="{6864A3F8-DEDE-46FB-9A37-33BD97B65025}" dt="2023-03-06T18:25:38.022" v="5983" actId="22"/>
          <ac:spMkLst>
            <pc:docMk/>
            <pc:sldMk cId="1492833906" sldId="2510"/>
            <ac:spMk id="5" creationId="{4F5A8C6C-3B3A-4817-6C01-46AEA1D40008}"/>
          </ac:spMkLst>
        </pc:spChg>
      </pc:sldChg>
      <pc:sldChg chg="modSp add modAnim">
        <pc:chgData name="Owais Ahmed" userId="6abc7d4556b3b071" providerId="LiveId" clId="{6864A3F8-DEDE-46FB-9A37-33BD97B65025}" dt="2023-03-06T18:35:42.131" v="6920" actId="20577"/>
        <pc:sldMkLst>
          <pc:docMk/>
          <pc:sldMk cId="2941033464" sldId="2511"/>
        </pc:sldMkLst>
        <pc:spChg chg="mod">
          <ac:chgData name="Owais Ahmed" userId="6abc7d4556b3b071" providerId="LiveId" clId="{6864A3F8-DEDE-46FB-9A37-33BD97B65025}" dt="2023-03-06T18:35:42.131" v="6920" actId="20577"/>
          <ac:spMkLst>
            <pc:docMk/>
            <pc:sldMk cId="2941033464" sldId="2511"/>
            <ac:spMk id="3" creationId="{4A1C0383-58FE-E486-295E-B33B8683B938}"/>
          </ac:spMkLst>
        </pc:spChg>
      </pc:sldChg>
      <pc:sldChg chg="modSp add del mod">
        <pc:chgData name="Owais Ahmed" userId="6abc7d4556b3b071" providerId="LiveId" clId="{6864A3F8-DEDE-46FB-9A37-33BD97B65025}" dt="2023-03-06T18:37:13.356" v="6932" actId="47"/>
        <pc:sldMkLst>
          <pc:docMk/>
          <pc:sldMk cId="2107783757" sldId="2512"/>
        </pc:sldMkLst>
        <pc:spChg chg="mod">
          <ac:chgData name="Owais Ahmed" userId="6abc7d4556b3b071" providerId="LiveId" clId="{6864A3F8-DEDE-46FB-9A37-33BD97B65025}" dt="2023-03-06T18:37:06.046" v="6931" actId="20577"/>
          <ac:spMkLst>
            <pc:docMk/>
            <pc:sldMk cId="2107783757" sldId="2512"/>
            <ac:spMk id="215" creationId="{00000000-0000-0000-0000-000000000000}"/>
          </ac:spMkLst>
        </pc:spChg>
      </pc:sldChg>
    </pc:docChg>
  </pc:docChgLst>
  <pc:docChgLst>
    <pc:chgData name="Owais Ahmed" userId="6abc7d4556b3b071" providerId="LiveId" clId="{36542103-18F1-477E-B1A3-2758C3E1EAA4}"/>
    <pc:docChg chg="undo redo custSel addSld delSld modSld">
      <pc:chgData name="Owais Ahmed" userId="6abc7d4556b3b071" providerId="LiveId" clId="{36542103-18F1-477E-B1A3-2758C3E1EAA4}" dt="2023-03-01T09:12:54.212" v="3802" actId="20577"/>
      <pc:docMkLst>
        <pc:docMk/>
      </pc:docMkLst>
      <pc:sldChg chg="modSp">
        <pc:chgData name="Owais Ahmed" userId="6abc7d4556b3b071" providerId="LiveId" clId="{36542103-18F1-477E-B1A3-2758C3E1EAA4}" dt="2023-03-01T09:06:22.474" v="3412" actId="403"/>
        <pc:sldMkLst>
          <pc:docMk/>
          <pc:sldMk cId="4226644250" sldId="256"/>
        </pc:sldMkLst>
        <pc:spChg chg="mod">
          <ac:chgData name="Owais Ahmed" userId="6abc7d4556b3b071" providerId="LiveId" clId="{36542103-18F1-477E-B1A3-2758C3E1EAA4}" dt="2023-03-01T09:06:22.474" v="3412" actId="403"/>
          <ac:spMkLst>
            <pc:docMk/>
            <pc:sldMk cId="4226644250" sldId="256"/>
            <ac:spMk id="5" creationId="{D6B5DCB6-4358-037D-2AAC-2F1B1119C128}"/>
          </ac:spMkLst>
        </pc:spChg>
      </pc:sldChg>
      <pc:sldChg chg="modSp del mod">
        <pc:chgData name="Owais Ahmed" userId="6abc7d4556b3b071" providerId="LiveId" clId="{36542103-18F1-477E-B1A3-2758C3E1EAA4}" dt="2023-03-01T09:06:41.202" v="3416" actId="47"/>
        <pc:sldMkLst>
          <pc:docMk/>
          <pc:sldMk cId="505738359" sldId="2464"/>
        </pc:sldMkLst>
        <pc:spChg chg="mod">
          <ac:chgData name="Owais Ahmed" userId="6abc7d4556b3b071" providerId="LiveId" clId="{36542103-18F1-477E-B1A3-2758C3E1EAA4}" dt="2023-03-01T09:06:37.784" v="3414" actId="21"/>
          <ac:spMkLst>
            <pc:docMk/>
            <pc:sldMk cId="505738359" sldId="2464"/>
            <ac:spMk id="5" creationId="{D6B5DCB6-4358-037D-2AAC-2F1B1119C128}"/>
          </ac:spMkLst>
        </pc:spChg>
      </pc:sldChg>
      <pc:sldChg chg="modSp modAnim modNotesTx">
        <pc:chgData name="Owais Ahmed" userId="6abc7d4556b3b071" providerId="LiveId" clId="{36542103-18F1-477E-B1A3-2758C3E1EAA4}" dt="2023-03-01T08:18:05.251" v="1705" actId="20577"/>
        <pc:sldMkLst>
          <pc:docMk/>
          <pc:sldMk cId="2797597492" sldId="2465"/>
        </pc:sldMkLst>
        <pc:spChg chg="mod">
          <ac:chgData name="Owais Ahmed" userId="6abc7d4556b3b071" providerId="LiveId" clId="{36542103-18F1-477E-B1A3-2758C3E1EAA4}" dt="2023-03-01T08:18:05.251" v="1705" actId="20577"/>
          <ac:spMkLst>
            <pc:docMk/>
            <pc:sldMk cId="2797597492" sldId="2465"/>
            <ac:spMk id="5" creationId="{D6B5DCB6-4358-037D-2AAC-2F1B1119C128}"/>
          </ac:spMkLst>
        </pc:spChg>
      </pc:sldChg>
      <pc:sldChg chg="delSp modSp mod modAnim modNotesTx">
        <pc:chgData name="Owais Ahmed" userId="6abc7d4556b3b071" providerId="LiveId" clId="{36542103-18F1-477E-B1A3-2758C3E1EAA4}" dt="2023-03-01T08:23:58.781" v="2119" actId="20577"/>
        <pc:sldMkLst>
          <pc:docMk/>
          <pc:sldMk cId="1288171314" sldId="2466"/>
        </pc:sldMkLst>
        <pc:spChg chg="del">
          <ac:chgData name="Owais Ahmed" userId="6abc7d4556b3b071" providerId="LiveId" clId="{36542103-18F1-477E-B1A3-2758C3E1EAA4}" dt="2023-03-01T08:09:03.047" v="811" actId="478"/>
          <ac:spMkLst>
            <pc:docMk/>
            <pc:sldMk cId="1288171314" sldId="2466"/>
            <ac:spMk id="3" creationId="{D176E863-9DE0-14DD-7A0F-7D505E61BFEC}"/>
          </ac:spMkLst>
        </pc:spChg>
        <pc:spChg chg="mod">
          <ac:chgData name="Owais Ahmed" userId="6abc7d4556b3b071" providerId="LiveId" clId="{36542103-18F1-477E-B1A3-2758C3E1EAA4}" dt="2023-03-01T08:23:58.781" v="2119" actId="20577"/>
          <ac:spMkLst>
            <pc:docMk/>
            <pc:sldMk cId="1288171314" sldId="2466"/>
            <ac:spMk id="5" creationId="{D6B5DCB6-4358-037D-2AAC-2F1B1119C128}"/>
          </ac:spMkLst>
        </pc:spChg>
        <pc:spChg chg="mod">
          <ac:chgData name="Owais Ahmed" userId="6abc7d4556b3b071" providerId="LiveId" clId="{36542103-18F1-477E-B1A3-2758C3E1EAA4}" dt="2023-03-01T07:48:22.561" v="6" actId="20577"/>
          <ac:spMkLst>
            <pc:docMk/>
            <pc:sldMk cId="1288171314" sldId="2466"/>
            <ac:spMk id="9" creationId="{27EE95FA-7E6C-9450-66FD-4F118356AE19}"/>
          </ac:spMkLst>
        </pc:spChg>
      </pc:sldChg>
      <pc:sldChg chg="modSp add mod modAnim">
        <pc:chgData name="Owais Ahmed" userId="6abc7d4556b3b071" providerId="LiveId" clId="{36542103-18F1-477E-B1A3-2758C3E1EAA4}" dt="2023-03-01T08:07:43.604" v="809" actId="20577"/>
        <pc:sldMkLst>
          <pc:docMk/>
          <pc:sldMk cId="2835548672" sldId="2467"/>
        </pc:sldMkLst>
        <pc:spChg chg="mod">
          <ac:chgData name="Owais Ahmed" userId="6abc7d4556b3b071" providerId="LiveId" clId="{36542103-18F1-477E-B1A3-2758C3E1EAA4}" dt="2023-03-01T08:07:43.604" v="809" actId="20577"/>
          <ac:spMkLst>
            <pc:docMk/>
            <pc:sldMk cId="2835548672" sldId="2467"/>
            <ac:spMk id="5" creationId="{D6B5DCB6-4358-037D-2AAC-2F1B1119C128}"/>
          </ac:spMkLst>
        </pc:spChg>
        <pc:spChg chg="mod">
          <ac:chgData name="Owais Ahmed" userId="6abc7d4556b3b071" providerId="LiveId" clId="{36542103-18F1-477E-B1A3-2758C3E1EAA4}" dt="2023-03-01T07:48:46.694" v="35" actId="20577"/>
          <ac:spMkLst>
            <pc:docMk/>
            <pc:sldMk cId="2835548672" sldId="2467"/>
            <ac:spMk id="9" creationId="{27EE95FA-7E6C-9450-66FD-4F118356AE19}"/>
          </ac:spMkLst>
        </pc:spChg>
      </pc:sldChg>
      <pc:sldChg chg="addSp delSp modSp add mod modAnim modNotesTx">
        <pc:chgData name="Owais Ahmed" userId="6abc7d4556b3b071" providerId="LiveId" clId="{36542103-18F1-477E-B1A3-2758C3E1EAA4}" dt="2023-03-01T08:55:14.070" v="2656" actId="1076"/>
        <pc:sldMkLst>
          <pc:docMk/>
          <pc:sldMk cId="2564172473" sldId="2468"/>
        </pc:sldMkLst>
        <pc:spChg chg="del mod">
          <ac:chgData name="Owais Ahmed" userId="6abc7d4556b3b071" providerId="LiveId" clId="{36542103-18F1-477E-B1A3-2758C3E1EAA4}" dt="2023-03-01T08:27:29.732" v="2235"/>
          <ac:spMkLst>
            <pc:docMk/>
            <pc:sldMk cId="2564172473" sldId="2468"/>
            <ac:spMk id="3" creationId="{D176E863-9DE0-14DD-7A0F-7D505E61BFEC}"/>
          </ac:spMkLst>
        </pc:spChg>
        <pc:spChg chg="add del">
          <ac:chgData name="Owais Ahmed" userId="6abc7d4556b3b071" providerId="LiveId" clId="{36542103-18F1-477E-B1A3-2758C3E1EAA4}" dt="2023-03-01T08:31:34.587" v="2302" actId="22"/>
          <ac:spMkLst>
            <pc:docMk/>
            <pc:sldMk cId="2564172473" sldId="2468"/>
            <ac:spMk id="4" creationId="{8A891969-3D80-CC18-9A58-4D1ACB4889A1}"/>
          </ac:spMkLst>
        </pc:spChg>
        <pc:spChg chg="mod">
          <ac:chgData name="Owais Ahmed" userId="6abc7d4556b3b071" providerId="LiveId" clId="{36542103-18F1-477E-B1A3-2758C3E1EAA4}" dt="2023-03-01T08:54:36.206" v="2653" actId="20577"/>
          <ac:spMkLst>
            <pc:docMk/>
            <pc:sldMk cId="2564172473" sldId="2468"/>
            <ac:spMk id="5" creationId="{D6B5DCB6-4358-037D-2AAC-2F1B1119C128}"/>
          </ac:spMkLst>
        </pc:spChg>
        <pc:spChg chg="mod">
          <ac:chgData name="Owais Ahmed" userId="6abc7d4556b3b071" providerId="LiveId" clId="{36542103-18F1-477E-B1A3-2758C3E1EAA4}" dt="2023-03-01T08:24:22.184" v="2156" actId="20577"/>
          <ac:spMkLst>
            <pc:docMk/>
            <pc:sldMk cId="2564172473" sldId="2468"/>
            <ac:spMk id="9" creationId="{27EE95FA-7E6C-9450-66FD-4F118356AE19}"/>
          </ac:spMkLst>
        </pc:spChg>
        <pc:picChg chg="add mod">
          <ac:chgData name="Owais Ahmed" userId="6abc7d4556b3b071" providerId="LiveId" clId="{36542103-18F1-477E-B1A3-2758C3E1EAA4}" dt="2023-03-01T08:28:16.253" v="2240" actId="1076"/>
          <ac:picMkLst>
            <pc:docMk/>
            <pc:sldMk cId="2564172473" sldId="2468"/>
            <ac:picMk id="1026" creationId="{B52B6349-72B8-80CF-DA1C-C5486174747D}"/>
          </ac:picMkLst>
        </pc:picChg>
        <pc:picChg chg="add del mod">
          <ac:chgData name="Owais Ahmed" userId="6abc7d4556b3b071" providerId="LiveId" clId="{36542103-18F1-477E-B1A3-2758C3E1EAA4}" dt="2023-03-01T08:28:17.476" v="2241"/>
          <ac:picMkLst>
            <pc:docMk/>
            <pc:sldMk cId="2564172473" sldId="2468"/>
            <ac:picMk id="1028" creationId="{2A67EFA5-7B75-527F-8245-7A648D1CBD3A}"/>
          </ac:picMkLst>
        </pc:picChg>
        <pc:picChg chg="add mod">
          <ac:chgData name="Owais Ahmed" userId="6abc7d4556b3b071" providerId="LiveId" clId="{36542103-18F1-477E-B1A3-2758C3E1EAA4}" dt="2023-03-01T08:28:28.253" v="2245" actId="1076"/>
          <ac:picMkLst>
            <pc:docMk/>
            <pc:sldMk cId="2564172473" sldId="2468"/>
            <ac:picMk id="1030" creationId="{937909F9-9B17-7819-16D9-0A5467D24F10}"/>
          </ac:picMkLst>
        </pc:picChg>
        <pc:picChg chg="add mod">
          <ac:chgData name="Owais Ahmed" userId="6abc7d4556b3b071" providerId="LiveId" clId="{36542103-18F1-477E-B1A3-2758C3E1EAA4}" dt="2023-03-01T08:29:01.821" v="2248" actId="1076"/>
          <ac:picMkLst>
            <pc:docMk/>
            <pc:sldMk cId="2564172473" sldId="2468"/>
            <ac:picMk id="1032" creationId="{7CBE8AC6-1EBF-7FB2-D6EB-F9BB600F73C3}"/>
          </ac:picMkLst>
        </pc:picChg>
        <pc:picChg chg="add mod">
          <ac:chgData name="Owais Ahmed" userId="6abc7d4556b3b071" providerId="LiveId" clId="{36542103-18F1-477E-B1A3-2758C3E1EAA4}" dt="2023-03-01T08:30:28.741" v="2296" actId="1076"/>
          <ac:picMkLst>
            <pc:docMk/>
            <pc:sldMk cId="2564172473" sldId="2468"/>
            <ac:picMk id="1034" creationId="{C1426860-0002-4F9C-A184-C2CEC2C2EE80}"/>
          </ac:picMkLst>
        </pc:picChg>
        <pc:picChg chg="add mod">
          <ac:chgData name="Owais Ahmed" userId="6abc7d4556b3b071" providerId="LiveId" clId="{36542103-18F1-477E-B1A3-2758C3E1EAA4}" dt="2023-03-01T08:31:47.817" v="2305" actId="1076"/>
          <ac:picMkLst>
            <pc:docMk/>
            <pc:sldMk cId="2564172473" sldId="2468"/>
            <ac:picMk id="1036" creationId="{75D01A3D-4670-7C8F-147C-FB516418D76A}"/>
          </ac:picMkLst>
        </pc:picChg>
        <pc:picChg chg="add mod">
          <ac:chgData name="Owais Ahmed" userId="6abc7d4556b3b071" providerId="LiveId" clId="{36542103-18F1-477E-B1A3-2758C3E1EAA4}" dt="2023-03-01T08:33:03.104" v="2317" actId="1076"/>
          <ac:picMkLst>
            <pc:docMk/>
            <pc:sldMk cId="2564172473" sldId="2468"/>
            <ac:picMk id="1038" creationId="{C88242AB-2EAA-BA69-5988-EDB7E50964EB}"/>
          </ac:picMkLst>
        </pc:picChg>
        <pc:picChg chg="add mod">
          <ac:chgData name="Owais Ahmed" userId="6abc7d4556b3b071" providerId="LiveId" clId="{36542103-18F1-477E-B1A3-2758C3E1EAA4}" dt="2023-03-01T08:34:43.048" v="2333" actId="1076"/>
          <ac:picMkLst>
            <pc:docMk/>
            <pc:sldMk cId="2564172473" sldId="2468"/>
            <ac:picMk id="1040" creationId="{5A8D6D8F-C097-A63B-FC87-5AAA61887AD8}"/>
          </ac:picMkLst>
        </pc:picChg>
        <pc:picChg chg="add mod">
          <ac:chgData name="Owais Ahmed" userId="6abc7d4556b3b071" providerId="LiveId" clId="{36542103-18F1-477E-B1A3-2758C3E1EAA4}" dt="2023-03-01T08:55:14.070" v="2656" actId="1076"/>
          <ac:picMkLst>
            <pc:docMk/>
            <pc:sldMk cId="2564172473" sldId="2468"/>
            <ac:picMk id="1042" creationId="{46AA148E-1148-E8E6-4A54-C7C189AFCED4}"/>
          </ac:picMkLst>
        </pc:picChg>
        <pc:picChg chg="add mod">
          <ac:chgData name="Owais Ahmed" userId="6abc7d4556b3b071" providerId="LiveId" clId="{36542103-18F1-477E-B1A3-2758C3E1EAA4}" dt="2023-03-01T08:37:51.965" v="2364" actId="1076"/>
          <ac:picMkLst>
            <pc:docMk/>
            <pc:sldMk cId="2564172473" sldId="2468"/>
            <ac:picMk id="1044" creationId="{1095811A-A7C8-B8F6-7CF5-11472B45F658}"/>
          </ac:picMkLst>
        </pc:picChg>
        <pc:picChg chg="add mod">
          <ac:chgData name="Owais Ahmed" userId="6abc7d4556b3b071" providerId="LiveId" clId="{36542103-18F1-477E-B1A3-2758C3E1EAA4}" dt="2023-03-01T08:40:09.827" v="2395" actId="1076"/>
          <ac:picMkLst>
            <pc:docMk/>
            <pc:sldMk cId="2564172473" sldId="2468"/>
            <ac:picMk id="1046" creationId="{4D5EC02C-232A-E9E5-EC01-B58D1804CA7D}"/>
          </ac:picMkLst>
        </pc:picChg>
        <pc:picChg chg="add mod">
          <ac:chgData name="Owais Ahmed" userId="6abc7d4556b3b071" providerId="LiveId" clId="{36542103-18F1-477E-B1A3-2758C3E1EAA4}" dt="2023-03-01T08:54:52.038" v="2654" actId="1076"/>
          <ac:picMkLst>
            <pc:docMk/>
            <pc:sldMk cId="2564172473" sldId="2468"/>
            <ac:picMk id="1048" creationId="{D468CF6D-A89A-19B5-3AE9-B6948626587B}"/>
          </ac:picMkLst>
        </pc:picChg>
        <pc:picChg chg="add mod">
          <ac:chgData name="Owais Ahmed" userId="6abc7d4556b3b071" providerId="LiveId" clId="{36542103-18F1-477E-B1A3-2758C3E1EAA4}" dt="2023-03-01T08:54:52.038" v="2654" actId="1076"/>
          <ac:picMkLst>
            <pc:docMk/>
            <pc:sldMk cId="2564172473" sldId="2468"/>
            <ac:picMk id="1050" creationId="{35738118-63CC-CB61-5B20-3C94196E8DF1}"/>
          </ac:picMkLst>
        </pc:picChg>
        <pc:picChg chg="add mod">
          <ac:chgData name="Owais Ahmed" userId="6abc7d4556b3b071" providerId="LiveId" clId="{36542103-18F1-477E-B1A3-2758C3E1EAA4}" dt="2023-03-01T08:54:52.038" v="2654" actId="1076"/>
          <ac:picMkLst>
            <pc:docMk/>
            <pc:sldMk cId="2564172473" sldId="2468"/>
            <ac:picMk id="1052" creationId="{BF7E1FFF-0CFA-27D4-9300-9C801C052FAA}"/>
          </ac:picMkLst>
        </pc:picChg>
        <pc:picChg chg="add mod">
          <ac:chgData name="Owais Ahmed" userId="6abc7d4556b3b071" providerId="LiveId" clId="{36542103-18F1-477E-B1A3-2758C3E1EAA4}" dt="2023-03-01T08:54:52.038" v="2654" actId="1076"/>
          <ac:picMkLst>
            <pc:docMk/>
            <pc:sldMk cId="2564172473" sldId="2468"/>
            <ac:picMk id="1054" creationId="{7FCC54F9-0056-984F-40DE-18E6FCB11BEC}"/>
          </ac:picMkLst>
        </pc:picChg>
        <pc:picChg chg="add mod">
          <ac:chgData name="Owais Ahmed" userId="6abc7d4556b3b071" providerId="LiveId" clId="{36542103-18F1-477E-B1A3-2758C3E1EAA4}" dt="2023-03-01T08:54:52.038" v="2654" actId="1076"/>
          <ac:picMkLst>
            <pc:docMk/>
            <pc:sldMk cId="2564172473" sldId="2468"/>
            <ac:picMk id="1056" creationId="{ED1C7EDF-74CC-FC33-285C-59A51EC93A90}"/>
          </ac:picMkLst>
        </pc:picChg>
        <pc:picChg chg="add del">
          <ac:chgData name="Owais Ahmed" userId="6abc7d4556b3b071" providerId="LiveId" clId="{36542103-18F1-477E-B1A3-2758C3E1EAA4}" dt="2023-03-01T08:51:51.165" v="2629" actId="478"/>
          <ac:picMkLst>
            <pc:docMk/>
            <pc:sldMk cId="2564172473" sldId="2468"/>
            <ac:picMk id="1058" creationId="{1F35332A-00C8-AF0E-F1B6-69B5DE71861E}"/>
          </ac:picMkLst>
        </pc:picChg>
        <pc:picChg chg="add mod">
          <ac:chgData name="Owais Ahmed" userId="6abc7d4556b3b071" providerId="LiveId" clId="{36542103-18F1-477E-B1A3-2758C3E1EAA4}" dt="2023-03-01T08:54:52.038" v="2654" actId="1076"/>
          <ac:picMkLst>
            <pc:docMk/>
            <pc:sldMk cId="2564172473" sldId="2468"/>
            <ac:picMk id="1060" creationId="{1CCE3F63-D372-42A0-B788-182E353BE074}"/>
          </ac:picMkLst>
        </pc:picChg>
        <pc:picChg chg="add del">
          <ac:chgData name="Owais Ahmed" userId="6abc7d4556b3b071" providerId="LiveId" clId="{36542103-18F1-477E-B1A3-2758C3E1EAA4}" dt="2023-03-01T08:52:59.251" v="2638"/>
          <ac:picMkLst>
            <pc:docMk/>
            <pc:sldMk cId="2564172473" sldId="2468"/>
            <ac:picMk id="1062" creationId="{4149B8C2-8A21-D6DE-97A4-30B459F15977}"/>
          </ac:picMkLst>
        </pc:picChg>
        <pc:picChg chg="add mod">
          <ac:chgData name="Owais Ahmed" userId="6abc7d4556b3b071" providerId="LiveId" clId="{36542103-18F1-477E-B1A3-2758C3E1EAA4}" dt="2023-03-01T08:54:52.038" v="2654" actId="1076"/>
          <ac:picMkLst>
            <pc:docMk/>
            <pc:sldMk cId="2564172473" sldId="2468"/>
            <ac:picMk id="1064" creationId="{0EFF1FD0-A435-B34D-C9E5-2A09341DAA14}"/>
          </ac:picMkLst>
        </pc:picChg>
        <pc:picChg chg="add mod">
          <ac:chgData name="Owais Ahmed" userId="6abc7d4556b3b071" providerId="LiveId" clId="{36542103-18F1-477E-B1A3-2758C3E1EAA4}" dt="2023-03-01T08:54:52.038" v="2654" actId="1076"/>
          <ac:picMkLst>
            <pc:docMk/>
            <pc:sldMk cId="2564172473" sldId="2468"/>
            <ac:picMk id="1066" creationId="{9F58BC05-1927-7EA6-94BF-C04942B2E1B3}"/>
          </ac:picMkLst>
        </pc:picChg>
        <pc:picChg chg="add del mod">
          <ac:chgData name="Owais Ahmed" userId="6abc7d4556b3b071" providerId="LiveId" clId="{36542103-18F1-477E-B1A3-2758C3E1EAA4}" dt="2023-03-01T08:54:33.706" v="2650" actId="478"/>
          <ac:picMkLst>
            <pc:docMk/>
            <pc:sldMk cId="2564172473" sldId="2468"/>
            <ac:picMk id="1068" creationId="{885917AC-0558-2F54-1E23-5FD0C2D83E0E}"/>
          </ac:picMkLst>
        </pc:picChg>
      </pc:sldChg>
      <pc:sldChg chg="addSp delSp modSp add mod modClrScheme modAnim chgLayout">
        <pc:chgData name="Owais Ahmed" userId="6abc7d4556b3b071" providerId="LiveId" clId="{36542103-18F1-477E-B1A3-2758C3E1EAA4}" dt="2023-03-01T09:06:11.459" v="3411" actId="20577"/>
        <pc:sldMkLst>
          <pc:docMk/>
          <pc:sldMk cId="1870517188" sldId="2469"/>
        </pc:sldMkLst>
        <pc:spChg chg="add del mod">
          <ac:chgData name="Owais Ahmed" userId="6abc7d4556b3b071" providerId="LiveId" clId="{36542103-18F1-477E-B1A3-2758C3E1EAA4}" dt="2023-03-01T09:00:26.499" v="2771" actId="478"/>
          <ac:spMkLst>
            <pc:docMk/>
            <pc:sldMk cId="1870517188" sldId="2469"/>
            <ac:spMk id="2" creationId="{CFF223DC-3CA3-FFF1-5576-45716986B769}"/>
          </ac:spMkLst>
        </pc:spChg>
        <pc:spChg chg="add del mod ord">
          <ac:chgData name="Owais Ahmed" userId="6abc7d4556b3b071" providerId="LiveId" clId="{36542103-18F1-477E-B1A3-2758C3E1EAA4}" dt="2023-03-01T08:56:32.354" v="2729" actId="700"/>
          <ac:spMkLst>
            <pc:docMk/>
            <pc:sldMk cId="1870517188" sldId="2469"/>
            <ac:spMk id="3" creationId="{CABAE5EC-F67A-5744-393C-1F289C372DD4}"/>
          </ac:spMkLst>
        </pc:spChg>
        <pc:spChg chg="add del mod ord">
          <ac:chgData name="Owais Ahmed" userId="6abc7d4556b3b071" providerId="LiveId" clId="{36542103-18F1-477E-B1A3-2758C3E1EAA4}" dt="2023-03-01T08:56:32.354" v="2729" actId="700"/>
          <ac:spMkLst>
            <pc:docMk/>
            <pc:sldMk cId="1870517188" sldId="2469"/>
            <ac:spMk id="4" creationId="{C5E72A6B-1CB4-081E-4D8D-6B4B558B9790}"/>
          </ac:spMkLst>
        </pc:spChg>
        <pc:spChg chg="mod ord">
          <ac:chgData name="Owais Ahmed" userId="6abc7d4556b3b071" providerId="LiveId" clId="{36542103-18F1-477E-B1A3-2758C3E1EAA4}" dt="2023-03-01T09:05:56.936" v="3399" actId="403"/>
          <ac:spMkLst>
            <pc:docMk/>
            <pc:sldMk cId="1870517188" sldId="2469"/>
            <ac:spMk id="5" creationId="{D6B5DCB6-4358-037D-2AAC-2F1B1119C128}"/>
          </ac:spMkLst>
        </pc:spChg>
        <pc:spChg chg="add del mod ord">
          <ac:chgData name="Owais Ahmed" userId="6abc7d4556b3b071" providerId="LiveId" clId="{36542103-18F1-477E-B1A3-2758C3E1EAA4}" dt="2023-03-01T09:00:22.937" v="2766" actId="700"/>
          <ac:spMkLst>
            <pc:docMk/>
            <pc:sldMk cId="1870517188" sldId="2469"/>
            <ac:spMk id="6" creationId="{EE38476D-0BB4-3A9F-DC79-D3570EFF0273}"/>
          </ac:spMkLst>
        </pc:spChg>
        <pc:spChg chg="add del mod ord">
          <ac:chgData name="Owais Ahmed" userId="6abc7d4556b3b071" providerId="LiveId" clId="{36542103-18F1-477E-B1A3-2758C3E1EAA4}" dt="2023-03-01T09:00:22.937" v="2766" actId="700"/>
          <ac:spMkLst>
            <pc:docMk/>
            <pc:sldMk cId="1870517188" sldId="2469"/>
            <ac:spMk id="7" creationId="{7C450C07-660A-B2BE-8115-42CC21C5CC73}"/>
          </ac:spMkLst>
        </pc:spChg>
        <pc:spChg chg="mod">
          <ac:chgData name="Owais Ahmed" userId="6abc7d4556b3b071" providerId="LiveId" clId="{36542103-18F1-477E-B1A3-2758C3E1EAA4}" dt="2023-03-01T08:56:51.712" v="2733" actId="14100"/>
          <ac:spMkLst>
            <pc:docMk/>
            <pc:sldMk cId="1870517188" sldId="2469"/>
            <ac:spMk id="8" creationId="{FF8DF268-CC40-9C40-2D1C-E83401534CE9}"/>
          </ac:spMkLst>
        </pc:spChg>
        <pc:spChg chg="mod">
          <ac:chgData name="Owais Ahmed" userId="6abc7d4556b3b071" providerId="LiveId" clId="{36542103-18F1-477E-B1A3-2758C3E1EAA4}" dt="2023-03-01T09:06:11.459" v="3411" actId="20577"/>
          <ac:spMkLst>
            <pc:docMk/>
            <pc:sldMk cId="1870517188" sldId="2469"/>
            <ac:spMk id="9" creationId="{27EE95FA-7E6C-9450-66FD-4F118356AE19}"/>
          </ac:spMkLst>
        </pc:spChg>
        <pc:spChg chg="add del">
          <ac:chgData name="Owais Ahmed" userId="6abc7d4556b3b071" providerId="LiveId" clId="{36542103-18F1-477E-B1A3-2758C3E1EAA4}" dt="2023-03-01T09:00:21.672" v="2759" actId="478"/>
          <ac:spMkLst>
            <pc:docMk/>
            <pc:sldMk cId="1870517188" sldId="2469"/>
            <ac:spMk id="11" creationId="{7B1ABC8C-8F12-48B3-9A07-8DF4518AA283}"/>
          </ac:spMkLst>
        </pc:spChg>
        <pc:spChg chg="add del mod ord">
          <ac:chgData name="Owais Ahmed" userId="6abc7d4556b3b071" providerId="LiveId" clId="{36542103-18F1-477E-B1A3-2758C3E1EAA4}" dt="2023-03-01T09:00:22.937" v="2766" actId="700"/>
          <ac:spMkLst>
            <pc:docMk/>
            <pc:sldMk cId="1870517188" sldId="2469"/>
            <ac:spMk id="12" creationId="{63842672-E58E-4703-D71C-40B913AB2591}"/>
          </ac:spMkLst>
        </pc:spChg>
        <pc:spChg chg="add del mod ord">
          <ac:chgData name="Owais Ahmed" userId="6abc7d4556b3b071" providerId="LiveId" clId="{36542103-18F1-477E-B1A3-2758C3E1EAA4}" dt="2023-03-01T09:00:22.937" v="2766" actId="700"/>
          <ac:spMkLst>
            <pc:docMk/>
            <pc:sldMk cId="1870517188" sldId="2469"/>
            <ac:spMk id="13" creationId="{B380B516-64A4-B580-705A-1823F0486898}"/>
          </ac:spMkLst>
        </pc:spChg>
        <pc:spChg chg="add del mod ord">
          <ac:chgData name="Owais Ahmed" userId="6abc7d4556b3b071" providerId="LiveId" clId="{36542103-18F1-477E-B1A3-2758C3E1EAA4}" dt="2023-03-01T09:00:22.937" v="2766" actId="700"/>
          <ac:spMkLst>
            <pc:docMk/>
            <pc:sldMk cId="1870517188" sldId="2469"/>
            <ac:spMk id="14" creationId="{6831A05B-F344-060C-9501-A13DBCD9D296}"/>
          </ac:spMkLst>
        </pc:spChg>
        <pc:spChg chg="add del mod ord">
          <ac:chgData name="Owais Ahmed" userId="6abc7d4556b3b071" providerId="LiveId" clId="{36542103-18F1-477E-B1A3-2758C3E1EAA4}" dt="2023-03-01T09:00:22.937" v="2766" actId="700"/>
          <ac:spMkLst>
            <pc:docMk/>
            <pc:sldMk cId="1870517188" sldId="2469"/>
            <ac:spMk id="15" creationId="{022E519C-6F64-34FA-749B-258C28A2A145}"/>
          </ac:spMkLst>
        </pc:spChg>
        <pc:spChg chg="add del mod ord">
          <ac:chgData name="Owais Ahmed" userId="6abc7d4556b3b071" providerId="LiveId" clId="{36542103-18F1-477E-B1A3-2758C3E1EAA4}" dt="2023-03-01T09:00:22.937" v="2766" actId="700"/>
          <ac:spMkLst>
            <pc:docMk/>
            <pc:sldMk cId="1870517188" sldId="2469"/>
            <ac:spMk id="16" creationId="{4FCE375B-3296-F6D2-7C33-C17B227667B4}"/>
          </ac:spMkLst>
        </pc:spChg>
        <pc:spChg chg="add del mod">
          <ac:chgData name="Owais Ahmed" userId="6abc7d4556b3b071" providerId="LiveId" clId="{36542103-18F1-477E-B1A3-2758C3E1EAA4}" dt="2023-03-01T08:59:34.203" v="2749" actId="931"/>
          <ac:spMkLst>
            <pc:docMk/>
            <pc:sldMk cId="1870517188" sldId="2469"/>
            <ac:spMk id="19" creationId="{6ACB0E0D-1937-1BB7-4F07-CDF3D84F6802}"/>
          </ac:spMkLst>
        </pc:spChg>
        <pc:spChg chg="add del mod">
          <ac:chgData name="Owais Ahmed" userId="6abc7d4556b3b071" providerId="LiveId" clId="{36542103-18F1-477E-B1A3-2758C3E1EAA4}" dt="2023-03-01T08:59:33.840" v="2747" actId="931"/>
          <ac:spMkLst>
            <pc:docMk/>
            <pc:sldMk cId="1870517188" sldId="2469"/>
            <ac:spMk id="22" creationId="{F6EEB7DC-73FF-8889-788D-D5B9A985ACB1}"/>
          </ac:spMkLst>
        </pc:spChg>
        <pc:picChg chg="add del mod">
          <ac:chgData name="Owais Ahmed" userId="6abc7d4556b3b071" providerId="LiveId" clId="{36542103-18F1-477E-B1A3-2758C3E1EAA4}" dt="2023-03-01T08:59:34.203" v="2749" actId="931"/>
          <ac:picMkLst>
            <pc:docMk/>
            <pc:sldMk cId="1870517188" sldId="2469"/>
            <ac:picMk id="18" creationId="{65109187-29E0-0B88-4E4C-FA6D382572FE}"/>
          </ac:picMkLst>
        </pc:picChg>
        <pc:picChg chg="add del mod">
          <ac:chgData name="Owais Ahmed" userId="6abc7d4556b3b071" providerId="LiveId" clId="{36542103-18F1-477E-B1A3-2758C3E1EAA4}" dt="2023-03-01T08:59:33.840" v="2747" actId="931"/>
          <ac:picMkLst>
            <pc:docMk/>
            <pc:sldMk cId="1870517188" sldId="2469"/>
            <ac:picMk id="21" creationId="{9538D330-65EF-5591-62B2-C76901DED2B0}"/>
          </ac:picMkLst>
        </pc:picChg>
        <pc:picChg chg="add del">
          <ac:chgData name="Owais Ahmed" userId="6abc7d4556b3b071" providerId="LiveId" clId="{36542103-18F1-477E-B1A3-2758C3E1EAA4}" dt="2023-03-01T09:00:26.285" v="2770" actId="478"/>
          <ac:picMkLst>
            <pc:docMk/>
            <pc:sldMk cId="1870517188" sldId="2469"/>
            <ac:picMk id="1026" creationId="{B52B6349-72B8-80CF-DA1C-C5486174747D}"/>
          </ac:picMkLst>
        </pc:picChg>
        <pc:picChg chg="add del">
          <ac:chgData name="Owais Ahmed" userId="6abc7d4556b3b071" providerId="LiveId" clId="{36542103-18F1-477E-B1A3-2758C3E1EAA4}" dt="2023-03-01T09:00:26.285" v="2770" actId="478"/>
          <ac:picMkLst>
            <pc:docMk/>
            <pc:sldMk cId="1870517188" sldId="2469"/>
            <ac:picMk id="1030" creationId="{937909F9-9B17-7819-16D9-0A5467D24F10}"/>
          </ac:picMkLst>
        </pc:picChg>
        <pc:picChg chg="add del">
          <ac:chgData name="Owais Ahmed" userId="6abc7d4556b3b071" providerId="LiveId" clId="{36542103-18F1-477E-B1A3-2758C3E1EAA4}" dt="2023-03-01T09:00:26.285" v="2770" actId="478"/>
          <ac:picMkLst>
            <pc:docMk/>
            <pc:sldMk cId="1870517188" sldId="2469"/>
            <ac:picMk id="1032" creationId="{7CBE8AC6-1EBF-7FB2-D6EB-F9BB600F73C3}"/>
          </ac:picMkLst>
        </pc:picChg>
        <pc:picChg chg="add del">
          <ac:chgData name="Owais Ahmed" userId="6abc7d4556b3b071" providerId="LiveId" clId="{36542103-18F1-477E-B1A3-2758C3E1EAA4}" dt="2023-03-01T09:00:26.285" v="2770" actId="478"/>
          <ac:picMkLst>
            <pc:docMk/>
            <pc:sldMk cId="1870517188" sldId="2469"/>
            <ac:picMk id="1034" creationId="{C1426860-0002-4F9C-A184-C2CEC2C2EE80}"/>
          </ac:picMkLst>
        </pc:picChg>
        <pc:picChg chg="add del">
          <ac:chgData name="Owais Ahmed" userId="6abc7d4556b3b071" providerId="LiveId" clId="{36542103-18F1-477E-B1A3-2758C3E1EAA4}" dt="2023-03-01T09:00:26.285" v="2770" actId="478"/>
          <ac:picMkLst>
            <pc:docMk/>
            <pc:sldMk cId="1870517188" sldId="2469"/>
            <ac:picMk id="1036" creationId="{75D01A3D-4670-7C8F-147C-FB516418D76A}"/>
          </ac:picMkLst>
        </pc:picChg>
        <pc:picChg chg="add del">
          <ac:chgData name="Owais Ahmed" userId="6abc7d4556b3b071" providerId="LiveId" clId="{36542103-18F1-477E-B1A3-2758C3E1EAA4}" dt="2023-03-01T09:00:26.285" v="2770" actId="478"/>
          <ac:picMkLst>
            <pc:docMk/>
            <pc:sldMk cId="1870517188" sldId="2469"/>
            <ac:picMk id="1038" creationId="{C88242AB-2EAA-BA69-5988-EDB7E50964EB}"/>
          </ac:picMkLst>
        </pc:picChg>
        <pc:picChg chg="add del">
          <ac:chgData name="Owais Ahmed" userId="6abc7d4556b3b071" providerId="LiveId" clId="{36542103-18F1-477E-B1A3-2758C3E1EAA4}" dt="2023-03-01T09:00:26.285" v="2770" actId="478"/>
          <ac:picMkLst>
            <pc:docMk/>
            <pc:sldMk cId="1870517188" sldId="2469"/>
            <ac:picMk id="1040" creationId="{5A8D6D8F-C097-A63B-FC87-5AAA61887AD8}"/>
          </ac:picMkLst>
        </pc:picChg>
        <pc:picChg chg="add del">
          <ac:chgData name="Owais Ahmed" userId="6abc7d4556b3b071" providerId="LiveId" clId="{36542103-18F1-477E-B1A3-2758C3E1EAA4}" dt="2023-03-01T09:00:26.285" v="2770" actId="478"/>
          <ac:picMkLst>
            <pc:docMk/>
            <pc:sldMk cId="1870517188" sldId="2469"/>
            <ac:picMk id="1042" creationId="{46AA148E-1148-E8E6-4A54-C7C189AFCED4}"/>
          </ac:picMkLst>
        </pc:picChg>
        <pc:picChg chg="add del">
          <ac:chgData name="Owais Ahmed" userId="6abc7d4556b3b071" providerId="LiveId" clId="{36542103-18F1-477E-B1A3-2758C3E1EAA4}" dt="2023-03-01T09:00:26.285" v="2770" actId="478"/>
          <ac:picMkLst>
            <pc:docMk/>
            <pc:sldMk cId="1870517188" sldId="2469"/>
            <ac:picMk id="1044" creationId="{1095811A-A7C8-B8F6-7CF5-11472B45F658}"/>
          </ac:picMkLst>
        </pc:picChg>
        <pc:picChg chg="add del">
          <ac:chgData name="Owais Ahmed" userId="6abc7d4556b3b071" providerId="LiveId" clId="{36542103-18F1-477E-B1A3-2758C3E1EAA4}" dt="2023-03-01T09:00:26.285" v="2770" actId="478"/>
          <ac:picMkLst>
            <pc:docMk/>
            <pc:sldMk cId="1870517188" sldId="2469"/>
            <ac:picMk id="1046" creationId="{4D5EC02C-232A-E9E5-EC01-B58D1804CA7D}"/>
          </ac:picMkLst>
        </pc:picChg>
        <pc:picChg chg="add del">
          <ac:chgData name="Owais Ahmed" userId="6abc7d4556b3b071" providerId="LiveId" clId="{36542103-18F1-477E-B1A3-2758C3E1EAA4}" dt="2023-03-01T09:00:26.285" v="2770" actId="478"/>
          <ac:picMkLst>
            <pc:docMk/>
            <pc:sldMk cId="1870517188" sldId="2469"/>
            <ac:picMk id="1048" creationId="{D468CF6D-A89A-19B5-3AE9-B6948626587B}"/>
          </ac:picMkLst>
        </pc:picChg>
        <pc:picChg chg="add del">
          <ac:chgData name="Owais Ahmed" userId="6abc7d4556b3b071" providerId="LiveId" clId="{36542103-18F1-477E-B1A3-2758C3E1EAA4}" dt="2023-03-01T09:00:26.285" v="2770" actId="478"/>
          <ac:picMkLst>
            <pc:docMk/>
            <pc:sldMk cId="1870517188" sldId="2469"/>
            <ac:picMk id="1050" creationId="{35738118-63CC-CB61-5B20-3C94196E8DF1}"/>
          </ac:picMkLst>
        </pc:picChg>
        <pc:picChg chg="add del">
          <ac:chgData name="Owais Ahmed" userId="6abc7d4556b3b071" providerId="LiveId" clId="{36542103-18F1-477E-B1A3-2758C3E1EAA4}" dt="2023-03-01T09:00:26.285" v="2770" actId="478"/>
          <ac:picMkLst>
            <pc:docMk/>
            <pc:sldMk cId="1870517188" sldId="2469"/>
            <ac:picMk id="1052" creationId="{BF7E1FFF-0CFA-27D4-9300-9C801C052FAA}"/>
          </ac:picMkLst>
        </pc:picChg>
        <pc:picChg chg="add del">
          <ac:chgData name="Owais Ahmed" userId="6abc7d4556b3b071" providerId="LiveId" clId="{36542103-18F1-477E-B1A3-2758C3E1EAA4}" dt="2023-03-01T09:00:26.285" v="2770" actId="478"/>
          <ac:picMkLst>
            <pc:docMk/>
            <pc:sldMk cId="1870517188" sldId="2469"/>
            <ac:picMk id="1054" creationId="{7FCC54F9-0056-984F-40DE-18E6FCB11BEC}"/>
          </ac:picMkLst>
        </pc:picChg>
        <pc:picChg chg="add del">
          <ac:chgData name="Owais Ahmed" userId="6abc7d4556b3b071" providerId="LiveId" clId="{36542103-18F1-477E-B1A3-2758C3E1EAA4}" dt="2023-03-01T09:00:26.285" v="2770" actId="478"/>
          <ac:picMkLst>
            <pc:docMk/>
            <pc:sldMk cId="1870517188" sldId="2469"/>
            <ac:picMk id="1056" creationId="{ED1C7EDF-74CC-FC33-285C-59A51EC93A90}"/>
          </ac:picMkLst>
        </pc:picChg>
        <pc:picChg chg="add del">
          <ac:chgData name="Owais Ahmed" userId="6abc7d4556b3b071" providerId="LiveId" clId="{36542103-18F1-477E-B1A3-2758C3E1EAA4}" dt="2023-03-01T09:00:26.285" v="2770" actId="478"/>
          <ac:picMkLst>
            <pc:docMk/>
            <pc:sldMk cId="1870517188" sldId="2469"/>
            <ac:picMk id="1060" creationId="{1CCE3F63-D372-42A0-B788-182E353BE074}"/>
          </ac:picMkLst>
        </pc:picChg>
        <pc:picChg chg="add del">
          <ac:chgData name="Owais Ahmed" userId="6abc7d4556b3b071" providerId="LiveId" clId="{36542103-18F1-477E-B1A3-2758C3E1EAA4}" dt="2023-03-01T09:00:26.285" v="2770" actId="478"/>
          <ac:picMkLst>
            <pc:docMk/>
            <pc:sldMk cId="1870517188" sldId="2469"/>
            <ac:picMk id="1064" creationId="{0EFF1FD0-A435-B34D-C9E5-2A09341DAA14}"/>
          </ac:picMkLst>
        </pc:picChg>
        <pc:picChg chg="add del">
          <ac:chgData name="Owais Ahmed" userId="6abc7d4556b3b071" providerId="LiveId" clId="{36542103-18F1-477E-B1A3-2758C3E1EAA4}" dt="2023-03-01T09:00:26.285" v="2770" actId="478"/>
          <ac:picMkLst>
            <pc:docMk/>
            <pc:sldMk cId="1870517188" sldId="2469"/>
            <ac:picMk id="1066" creationId="{9F58BC05-1927-7EA6-94BF-C04942B2E1B3}"/>
          </ac:picMkLst>
        </pc:picChg>
        <pc:picChg chg="add del mod">
          <ac:chgData name="Owais Ahmed" userId="6abc7d4556b3b071" providerId="LiveId" clId="{36542103-18F1-477E-B1A3-2758C3E1EAA4}" dt="2023-03-01T08:59:54.463" v="2753"/>
          <ac:picMkLst>
            <pc:docMk/>
            <pc:sldMk cId="1870517188" sldId="2469"/>
            <ac:picMk id="2050" creationId="{4AC6709D-0F5B-C721-8AFC-E0D67534FCA7}"/>
          </ac:picMkLst>
        </pc:picChg>
        <pc:picChg chg="add del mod">
          <ac:chgData name="Owais Ahmed" userId="6abc7d4556b3b071" providerId="LiveId" clId="{36542103-18F1-477E-B1A3-2758C3E1EAA4}" dt="2023-03-01T09:00:08.733" v="2755"/>
          <ac:picMkLst>
            <pc:docMk/>
            <pc:sldMk cId="1870517188" sldId="2469"/>
            <ac:picMk id="2052" creationId="{75ADEFA1-127A-A8D5-EDD2-560B13BFAF5E}"/>
          </ac:picMkLst>
        </pc:picChg>
        <pc:picChg chg="add del mod">
          <ac:chgData name="Owais Ahmed" userId="6abc7d4556b3b071" providerId="LiveId" clId="{36542103-18F1-477E-B1A3-2758C3E1EAA4}" dt="2023-03-01T09:00:18.137" v="2757"/>
          <ac:picMkLst>
            <pc:docMk/>
            <pc:sldMk cId="1870517188" sldId="2469"/>
            <ac:picMk id="2054" creationId="{85063C02-B830-F61C-A629-E105AA3CA561}"/>
          </ac:picMkLst>
        </pc:picChg>
      </pc:sldChg>
      <pc:sldChg chg="modSp add modAnim">
        <pc:chgData name="Owais Ahmed" userId="6abc7d4556b3b071" providerId="LiveId" clId="{36542103-18F1-477E-B1A3-2758C3E1EAA4}" dt="2023-03-01T09:06:39.417" v="3415"/>
        <pc:sldMkLst>
          <pc:docMk/>
          <pc:sldMk cId="773770613" sldId="2470"/>
        </pc:sldMkLst>
        <pc:spChg chg="mod">
          <ac:chgData name="Owais Ahmed" userId="6abc7d4556b3b071" providerId="LiveId" clId="{36542103-18F1-477E-B1A3-2758C3E1EAA4}" dt="2023-03-01T09:06:39.417" v="3415"/>
          <ac:spMkLst>
            <pc:docMk/>
            <pc:sldMk cId="773770613" sldId="2470"/>
            <ac:spMk id="5" creationId="{D6B5DCB6-4358-037D-2AAC-2F1B1119C128}"/>
          </ac:spMkLst>
        </pc:spChg>
      </pc:sldChg>
      <pc:sldChg chg="modSp add mod modAnim">
        <pc:chgData name="Owais Ahmed" userId="6abc7d4556b3b071" providerId="LiveId" clId="{36542103-18F1-477E-B1A3-2758C3E1EAA4}" dt="2023-03-01T09:11:37.101" v="3780" actId="20577"/>
        <pc:sldMkLst>
          <pc:docMk/>
          <pc:sldMk cId="246082422" sldId="2471"/>
        </pc:sldMkLst>
        <pc:spChg chg="mod">
          <ac:chgData name="Owais Ahmed" userId="6abc7d4556b3b071" providerId="LiveId" clId="{36542103-18F1-477E-B1A3-2758C3E1EAA4}" dt="2023-03-01T09:11:36.476" v="3779" actId="20577"/>
          <ac:spMkLst>
            <pc:docMk/>
            <pc:sldMk cId="246082422" sldId="2471"/>
            <ac:spMk id="5" creationId="{D6B5DCB6-4358-037D-2AAC-2F1B1119C128}"/>
          </ac:spMkLst>
        </pc:spChg>
        <pc:spChg chg="mod">
          <ac:chgData name="Owais Ahmed" userId="6abc7d4556b3b071" providerId="LiveId" clId="{36542103-18F1-477E-B1A3-2758C3E1EAA4}" dt="2023-03-01T09:08:09.846" v="3439" actId="20577"/>
          <ac:spMkLst>
            <pc:docMk/>
            <pc:sldMk cId="246082422" sldId="2471"/>
            <ac:spMk id="9" creationId="{27EE95FA-7E6C-9450-66FD-4F118356AE19}"/>
          </ac:spMkLst>
        </pc:spChg>
      </pc:sldChg>
      <pc:sldChg chg="modSp add mod modAnim">
        <pc:chgData name="Owais Ahmed" userId="6abc7d4556b3b071" providerId="LiveId" clId="{36542103-18F1-477E-B1A3-2758C3E1EAA4}" dt="2023-03-01T09:12:54.212" v="3802" actId="20577"/>
        <pc:sldMkLst>
          <pc:docMk/>
          <pc:sldMk cId="104746486" sldId="2472"/>
        </pc:sldMkLst>
        <pc:spChg chg="mod">
          <ac:chgData name="Owais Ahmed" userId="6abc7d4556b3b071" providerId="LiveId" clId="{36542103-18F1-477E-B1A3-2758C3E1EAA4}" dt="2023-03-01T09:12:54.212" v="3802" actId="20577"/>
          <ac:spMkLst>
            <pc:docMk/>
            <pc:sldMk cId="104746486" sldId="2472"/>
            <ac:spMk id="5" creationId="{D6B5DCB6-4358-037D-2AAC-2F1B1119C128}"/>
          </ac:spMkLst>
        </pc:spChg>
        <pc:spChg chg="mod">
          <ac:chgData name="Owais Ahmed" userId="6abc7d4556b3b071" providerId="LiveId" clId="{36542103-18F1-477E-B1A3-2758C3E1EAA4}" dt="2023-03-01T09:12:06.290" v="3789" actId="20577"/>
          <ac:spMkLst>
            <pc:docMk/>
            <pc:sldMk cId="104746486" sldId="2472"/>
            <ac:spMk id="9" creationId="{27EE95FA-7E6C-9450-66FD-4F118356AE19}"/>
          </ac:spMkLst>
        </pc:spChg>
      </pc:sldChg>
    </pc:docChg>
  </pc:docChgLst>
  <pc:docChgLst>
    <pc:chgData name="Owais Ahmed" userId="6abc7d4556b3b071" providerId="LiveId" clId="{F7D2E12A-CC47-45F8-B963-B58408823847}"/>
    <pc:docChg chg="undo redo custSel addSld delSld modSld sldOrd">
      <pc:chgData name="Owais Ahmed" userId="6abc7d4556b3b071" providerId="LiveId" clId="{F7D2E12A-CC47-45F8-B963-B58408823847}" dt="2023-03-18T15:36:19.546" v="4623" actId="47"/>
      <pc:docMkLst>
        <pc:docMk/>
      </pc:docMkLst>
      <pc:sldChg chg="modSp mod modNotesTx">
        <pc:chgData name="Owais Ahmed" userId="6abc7d4556b3b071" providerId="LiveId" clId="{F7D2E12A-CC47-45F8-B963-B58408823847}" dt="2023-03-18T12:52:27.938" v="1297" actId="20577"/>
        <pc:sldMkLst>
          <pc:docMk/>
          <pc:sldMk cId="1401833206" sldId="2498"/>
        </pc:sldMkLst>
        <pc:spChg chg="mod">
          <ac:chgData name="Owais Ahmed" userId="6abc7d4556b3b071" providerId="LiveId" clId="{F7D2E12A-CC47-45F8-B963-B58408823847}" dt="2023-03-18T12:52:27.938" v="1297" actId="20577"/>
          <ac:spMkLst>
            <pc:docMk/>
            <pc:sldMk cId="1401833206" sldId="2498"/>
            <ac:spMk id="3" creationId="{4A1C0383-58FE-E486-295E-B33B8683B938}"/>
          </ac:spMkLst>
        </pc:spChg>
        <pc:spChg chg="mod">
          <ac:chgData name="Owais Ahmed" userId="6abc7d4556b3b071" providerId="LiveId" clId="{F7D2E12A-CC47-45F8-B963-B58408823847}" dt="2023-03-18T12:34:38.900" v="190" actId="20577"/>
          <ac:spMkLst>
            <pc:docMk/>
            <pc:sldMk cId="1401833206" sldId="2498"/>
            <ac:spMk id="215" creationId="{00000000-0000-0000-0000-000000000000}"/>
          </ac:spMkLst>
        </pc:spChg>
      </pc:sldChg>
      <pc:sldChg chg="modSp add mod modNotesTx">
        <pc:chgData name="Owais Ahmed" userId="6abc7d4556b3b071" providerId="LiveId" clId="{F7D2E12A-CC47-45F8-B963-B58408823847}" dt="2023-03-18T13:16:04.134" v="2156" actId="20577"/>
        <pc:sldMkLst>
          <pc:docMk/>
          <pc:sldMk cId="2488591089" sldId="2499"/>
        </pc:sldMkLst>
        <pc:spChg chg="mod">
          <ac:chgData name="Owais Ahmed" userId="6abc7d4556b3b071" providerId="LiveId" clId="{F7D2E12A-CC47-45F8-B963-B58408823847}" dt="2023-03-18T12:56:15.685" v="1461" actId="20577"/>
          <ac:spMkLst>
            <pc:docMk/>
            <pc:sldMk cId="2488591089" sldId="2499"/>
            <ac:spMk id="3" creationId="{4A1C0383-58FE-E486-295E-B33B8683B938}"/>
          </ac:spMkLst>
        </pc:spChg>
        <pc:spChg chg="mod">
          <ac:chgData name="Owais Ahmed" userId="6abc7d4556b3b071" providerId="LiveId" clId="{F7D2E12A-CC47-45F8-B963-B58408823847}" dt="2023-03-18T13:16:04.134" v="2156" actId="20577"/>
          <ac:spMkLst>
            <pc:docMk/>
            <pc:sldMk cId="2488591089" sldId="2499"/>
            <ac:spMk id="215" creationId="{00000000-0000-0000-0000-000000000000}"/>
          </ac:spMkLst>
        </pc:spChg>
      </pc:sldChg>
      <pc:sldChg chg="modSp add mod">
        <pc:chgData name="Owais Ahmed" userId="6abc7d4556b3b071" providerId="LiveId" clId="{F7D2E12A-CC47-45F8-B963-B58408823847}" dt="2023-03-18T13:16:01.645" v="2154" actId="20577"/>
        <pc:sldMkLst>
          <pc:docMk/>
          <pc:sldMk cId="1696626642" sldId="2500"/>
        </pc:sldMkLst>
        <pc:spChg chg="mod">
          <ac:chgData name="Owais Ahmed" userId="6abc7d4556b3b071" providerId="LiveId" clId="{F7D2E12A-CC47-45F8-B963-B58408823847}" dt="2023-03-18T13:15:09.007" v="2113"/>
          <ac:spMkLst>
            <pc:docMk/>
            <pc:sldMk cId="1696626642" sldId="2500"/>
            <ac:spMk id="3" creationId="{4A1C0383-58FE-E486-295E-B33B8683B938}"/>
          </ac:spMkLst>
        </pc:spChg>
        <pc:spChg chg="mod">
          <ac:chgData name="Owais Ahmed" userId="6abc7d4556b3b071" providerId="LiveId" clId="{F7D2E12A-CC47-45F8-B963-B58408823847}" dt="2023-03-18T13:16:01.645" v="2154" actId="20577"/>
          <ac:spMkLst>
            <pc:docMk/>
            <pc:sldMk cId="1696626642" sldId="2500"/>
            <ac:spMk id="215" creationId="{00000000-0000-0000-0000-000000000000}"/>
          </ac:spMkLst>
        </pc:spChg>
      </pc:sldChg>
      <pc:sldChg chg="modSp add mod ord">
        <pc:chgData name="Owais Ahmed" userId="6abc7d4556b3b071" providerId="LiveId" clId="{F7D2E12A-CC47-45F8-B963-B58408823847}" dt="2023-03-18T13:35:42.760" v="2800" actId="20577"/>
        <pc:sldMkLst>
          <pc:docMk/>
          <pc:sldMk cId="3652868979" sldId="2501"/>
        </pc:sldMkLst>
        <pc:spChg chg="mod">
          <ac:chgData name="Owais Ahmed" userId="6abc7d4556b3b071" providerId="LiveId" clId="{F7D2E12A-CC47-45F8-B963-B58408823847}" dt="2023-03-18T13:35:42.760" v="2800" actId="20577"/>
          <ac:spMkLst>
            <pc:docMk/>
            <pc:sldMk cId="3652868979" sldId="2501"/>
            <ac:spMk id="3" creationId="{4A1C0383-58FE-E486-295E-B33B8683B938}"/>
          </ac:spMkLst>
        </pc:spChg>
        <pc:spChg chg="mod">
          <ac:chgData name="Owais Ahmed" userId="6abc7d4556b3b071" providerId="LiveId" clId="{F7D2E12A-CC47-45F8-B963-B58408823847}" dt="2023-03-18T13:16:10.899" v="2167" actId="5793"/>
          <ac:spMkLst>
            <pc:docMk/>
            <pc:sldMk cId="3652868979" sldId="2501"/>
            <ac:spMk id="215" creationId="{00000000-0000-0000-0000-000000000000}"/>
          </ac:spMkLst>
        </pc:spChg>
      </pc:sldChg>
      <pc:sldChg chg="modSp add mod">
        <pc:chgData name="Owais Ahmed" userId="6abc7d4556b3b071" providerId="LiveId" clId="{F7D2E12A-CC47-45F8-B963-B58408823847}" dt="2023-03-18T13:39:52.180" v="3193" actId="20577"/>
        <pc:sldMkLst>
          <pc:docMk/>
          <pc:sldMk cId="4262776764" sldId="2502"/>
        </pc:sldMkLst>
        <pc:spChg chg="mod">
          <ac:chgData name="Owais Ahmed" userId="6abc7d4556b3b071" providerId="LiveId" clId="{F7D2E12A-CC47-45F8-B963-B58408823847}" dt="2023-03-18T13:39:52.180" v="3193" actId="20577"/>
          <ac:spMkLst>
            <pc:docMk/>
            <pc:sldMk cId="4262776764" sldId="2502"/>
            <ac:spMk id="3" creationId="{4A1C0383-58FE-E486-295E-B33B8683B938}"/>
          </ac:spMkLst>
        </pc:spChg>
        <pc:spChg chg="mod">
          <ac:chgData name="Owais Ahmed" userId="6abc7d4556b3b071" providerId="LiveId" clId="{F7D2E12A-CC47-45F8-B963-B58408823847}" dt="2023-03-18T13:36:07.323" v="2808" actId="20577"/>
          <ac:spMkLst>
            <pc:docMk/>
            <pc:sldMk cId="4262776764" sldId="2502"/>
            <ac:spMk id="215" creationId="{00000000-0000-0000-0000-000000000000}"/>
          </ac:spMkLst>
        </pc:spChg>
      </pc:sldChg>
      <pc:sldChg chg="modSp add mod ord">
        <pc:chgData name="Owais Ahmed" userId="6abc7d4556b3b071" providerId="LiveId" clId="{F7D2E12A-CC47-45F8-B963-B58408823847}" dt="2023-03-18T13:45:52.156" v="3733" actId="20577"/>
        <pc:sldMkLst>
          <pc:docMk/>
          <pc:sldMk cId="3975834223" sldId="2503"/>
        </pc:sldMkLst>
        <pc:spChg chg="mod">
          <ac:chgData name="Owais Ahmed" userId="6abc7d4556b3b071" providerId="LiveId" clId="{F7D2E12A-CC47-45F8-B963-B58408823847}" dt="2023-03-18T13:45:52.156" v="3733" actId="20577"/>
          <ac:spMkLst>
            <pc:docMk/>
            <pc:sldMk cId="3975834223" sldId="2503"/>
            <ac:spMk id="3" creationId="{4A1C0383-58FE-E486-295E-B33B8683B938}"/>
          </ac:spMkLst>
        </pc:spChg>
        <pc:spChg chg="mod">
          <ac:chgData name="Owais Ahmed" userId="6abc7d4556b3b071" providerId="LiveId" clId="{F7D2E12A-CC47-45F8-B963-B58408823847}" dt="2023-03-18T13:40:17.840" v="3201" actId="20577"/>
          <ac:spMkLst>
            <pc:docMk/>
            <pc:sldMk cId="3975834223" sldId="2503"/>
            <ac:spMk id="215" creationId="{00000000-0000-0000-0000-000000000000}"/>
          </ac:spMkLst>
        </pc:spChg>
      </pc:sldChg>
      <pc:sldChg chg="modSp add mod">
        <pc:chgData name="Owais Ahmed" userId="6abc7d4556b3b071" providerId="LiveId" clId="{F7D2E12A-CC47-45F8-B963-B58408823847}" dt="2023-03-18T14:42:26.928" v="4070" actId="20577"/>
        <pc:sldMkLst>
          <pc:docMk/>
          <pc:sldMk cId="3687126207" sldId="2504"/>
        </pc:sldMkLst>
        <pc:spChg chg="mod">
          <ac:chgData name="Owais Ahmed" userId="6abc7d4556b3b071" providerId="LiveId" clId="{F7D2E12A-CC47-45F8-B963-B58408823847}" dt="2023-03-18T14:42:26.928" v="4070" actId="20577"/>
          <ac:spMkLst>
            <pc:docMk/>
            <pc:sldMk cId="3687126207" sldId="2504"/>
            <ac:spMk id="3" creationId="{4A1C0383-58FE-E486-295E-B33B8683B938}"/>
          </ac:spMkLst>
        </pc:spChg>
        <pc:spChg chg="mod">
          <ac:chgData name="Owais Ahmed" userId="6abc7d4556b3b071" providerId="LiveId" clId="{F7D2E12A-CC47-45F8-B963-B58408823847}" dt="2023-03-18T13:48:19.523" v="3741" actId="20577"/>
          <ac:spMkLst>
            <pc:docMk/>
            <pc:sldMk cId="3687126207" sldId="2504"/>
            <ac:spMk id="215" creationId="{00000000-0000-0000-0000-000000000000}"/>
          </ac:spMkLst>
        </pc:spChg>
      </pc:sldChg>
      <pc:sldChg chg="modSp add mod modNotesTx">
        <pc:chgData name="Owais Ahmed" userId="6abc7d4556b3b071" providerId="LiveId" clId="{F7D2E12A-CC47-45F8-B963-B58408823847}" dt="2023-03-18T15:05:20.435" v="4314" actId="20577"/>
        <pc:sldMkLst>
          <pc:docMk/>
          <pc:sldMk cId="357785969" sldId="2505"/>
        </pc:sldMkLst>
        <pc:spChg chg="mod">
          <ac:chgData name="Owais Ahmed" userId="6abc7d4556b3b071" providerId="LiveId" clId="{F7D2E12A-CC47-45F8-B963-B58408823847}" dt="2023-03-18T15:04:55.499" v="4219" actId="20577"/>
          <ac:spMkLst>
            <pc:docMk/>
            <pc:sldMk cId="357785969" sldId="2505"/>
            <ac:spMk id="3" creationId="{4A1C0383-58FE-E486-295E-B33B8683B938}"/>
          </ac:spMkLst>
        </pc:spChg>
        <pc:spChg chg="mod">
          <ac:chgData name="Owais Ahmed" userId="6abc7d4556b3b071" providerId="LiveId" clId="{F7D2E12A-CC47-45F8-B963-B58408823847}" dt="2023-03-18T15:05:01.865" v="4235" actId="20577"/>
          <ac:spMkLst>
            <pc:docMk/>
            <pc:sldMk cId="357785969" sldId="2505"/>
            <ac:spMk id="215" creationId="{00000000-0000-0000-0000-000000000000}"/>
          </ac:spMkLst>
        </pc:spChg>
      </pc:sldChg>
      <pc:sldChg chg="modSp add del mod ord">
        <pc:chgData name="Owais Ahmed" userId="6abc7d4556b3b071" providerId="LiveId" clId="{F7D2E12A-CC47-45F8-B963-B58408823847}" dt="2023-03-18T15:36:09.573" v="4621" actId="20577"/>
        <pc:sldMkLst>
          <pc:docMk/>
          <pc:sldMk cId="3997071868" sldId="2506"/>
        </pc:sldMkLst>
        <pc:spChg chg="mod">
          <ac:chgData name="Owais Ahmed" userId="6abc7d4556b3b071" providerId="LiveId" clId="{F7D2E12A-CC47-45F8-B963-B58408823847}" dt="2023-03-18T15:36:09.573" v="4621" actId="20577"/>
          <ac:spMkLst>
            <pc:docMk/>
            <pc:sldMk cId="3997071868" sldId="2506"/>
            <ac:spMk id="3" creationId="{4A1C0383-58FE-E486-295E-B33B8683B938}"/>
          </ac:spMkLst>
        </pc:spChg>
        <pc:spChg chg="mod">
          <ac:chgData name="Owais Ahmed" userId="6abc7d4556b3b071" providerId="LiveId" clId="{F7D2E12A-CC47-45F8-B963-B58408823847}" dt="2023-03-18T15:27:51.694" v="4361" actId="5793"/>
          <ac:spMkLst>
            <pc:docMk/>
            <pc:sldMk cId="3997071868" sldId="2506"/>
            <ac:spMk id="215" creationId="{00000000-0000-0000-0000-000000000000}"/>
          </ac:spMkLst>
        </pc:spChg>
      </pc:sldChg>
      <pc:sldChg chg="add del">
        <pc:chgData name="Owais Ahmed" userId="6abc7d4556b3b071" providerId="LiveId" clId="{F7D2E12A-CC47-45F8-B963-B58408823847}" dt="2023-03-18T15:36:19.546" v="4623" actId="47"/>
        <pc:sldMkLst>
          <pc:docMk/>
          <pc:sldMk cId="3595565126" sldId="2507"/>
        </pc:sldMkLst>
      </pc:sldChg>
    </pc:docChg>
  </pc:docChgLst>
  <pc:docChgLst>
    <pc:chgData name="Owais Ahmed" userId="6abc7d4556b3b071" providerId="LiveId" clId="{34695503-CF25-4871-9EA9-61F2B2450D0B}"/>
    <pc:docChg chg="addSld modSld">
      <pc:chgData name="Owais Ahmed" userId="6abc7d4556b3b071" providerId="LiveId" clId="{34695503-CF25-4871-9EA9-61F2B2450D0B}" dt="2023-03-15T07:12:17.527" v="32" actId="20577"/>
      <pc:docMkLst>
        <pc:docMk/>
      </pc:docMkLst>
      <pc:sldChg chg="modSp mod">
        <pc:chgData name="Owais Ahmed" userId="6abc7d4556b3b071" providerId="LiveId" clId="{34695503-CF25-4871-9EA9-61F2B2450D0B}" dt="2023-03-15T07:11:38.843" v="2" actId="20577"/>
        <pc:sldMkLst>
          <pc:docMk/>
          <pc:sldMk cId="1020505974" sldId="2503"/>
        </pc:sldMkLst>
        <pc:spChg chg="mod">
          <ac:chgData name="Owais Ahmed" userId="6abc7d4556b3b071" providerId="LiveId" clId="{34695503-CF25-4871-9EA9-61F2B2450D0B}" dt="2023-03-15T07:11:38.843" v="2" actId="20577"/>
          <ac:spMkLst>
            <pc:docMk/>
            <pc:sldMk cId="1020505974" sldId="2503"/>
            <ac:spMk id="215" creationId="{00000000-0000-0000-0000-000000000000}"/>
          </ac:spMkLst>
        </pc:spChg>
      </pc:sldChg>
      <pc:sldChg chg="modSp mod modNotesTx">
        <pc:chgData name="Owais Ahmed" userId="6abc7d4556b3b071" providerId="LiveId" clId="{34695503-CF25-4871-9EA9-61F2B2450D0B}" dt="2023-03-15T07:12:17.527" v="32" actId="20577"/>
        <pc:sldMkLst>
          <pc:docMk/>
          <pc:sldMk cId="3110229929" sldId="2505"/>
        </pc:sldMkLst>
        <pc:spChg chg="mod">
          <ac:chgData name="Owais Ahmed" userId="6abc7d4556b3b071" providerId="LiveId" clId="{34695503-CF25-4871-9EA9-61F2B2450D0B}" dt="2023-03-15T07:12:17.527" v="32" actId="20577"/>
          <ac:spMkLst>
            <pc:docMk/>
            <pc:sldMk cId="3110229929" sldId="2505"/>
            <ac:spMk id="5" creationId="{C7480DFC-04C3-BB80-21C9-D940F6237932}"/>
          </ac:spMkLst>
        </pc:spChg>
      </pc:sldChg>
      <pc:sldChg chg="add">
        <pc:chgData name="Owais Ahmed" userId="6abc7d4556b3b071" providerId="LiveId" clId="{34695503-CF25-4871-9EA9-61F2B2450D0B}" dt="2023-03-15T07:10:38.975" v="0" actId="2890"/>
        <pc:sldMkLst>
          <pc:docMk/>
          <pc:sldMk cId="3081681808" sldId="2512"/>
        </pc:sldMkLst>
      </pc:sldChg>
    </pc:docChg>
  </pc:docChgLst>
  <pc:docChgLst>
    <pc:chgData name="Owais Ahmed" userId="6abc7d4556b3b071" providerId="LiveId" clId="{B625B757-8EA5-47D7-8626-DA1020D487D0}"/>
    <pc:docChg chg="undo redo custSel addSld delSld modSld sldOrd addSection delSection modSection">
      <pc:chgData name="Owais Ahmed" userId="6abc7d4556b3b071" providerId="LiveId" clId="{B625B757-8EA5-47D7-8626-DA1020D487D0}" dt="2023-02-28T06:44:59.946" v="2629" actId="20577"/>
      <pc:docMkLst>
        <pc:docMk/>
      </pc:docMkLst>
      <pc:sldChg chg="del">
        <pc:chgData name="Owais Ahmed" userId="6abc7d4556b3b071" providerId="LiveId" clId="{B625B757-8EA5-47D7-8626-DA1020D487D0}" dt="2023-02-28T06:04:27.712" v="384" actId="47"/>
        <pc:sldMkLst>
          <pc:docMk/>
          <pc:sldMk cId="1459829511" sldId="278"/>
        </pc:sldMkLst>
      </pc:sldChg>
      <pc:sldChg chg="modSp">
        <pc:chgData name="Owais Ahmed" userId="6abc7d4556b3b071" providerId="LiveId" clId="{B625B757-8EA5-47D7-8626-DA1020D487D0}" dt="2023-02-28T05:39:27.204" v="51" actId="20577"/>
        <pc:sldMkLst>
          <pc:docMk/>
          <pc:sldMk cId="1287457047" sldId="522"/>
        </pc:sldMkLst>
        <pc:spChg chg="mod">
          <ac:chgData name="Owais Ahmed" userId="6abc7d4556b3b071" providerId="LiveId" clId="{B625B757-8EA5-47D7-8626-DA1020D487D0}" dt="2023-02-28T05:39:24.499" v="50" actId="20577"/>
          <ac:spMkLst>
            <pc:docMk/>
            <pc:sldMk cId="1287457047" sldId="522"/>
            <ac:spMk id="210" creationId="{00000000-0000-0000-0000-000000000000}"/>
          </ac:spMkLst>
        </pc:spChg>
        <pc:spChg chg="mod">
          <ac:chgData name="Owais Ahmed" userId="6abc7d4556b3b071" providerId="LiveId" clId="{B625B757-8EA5-47D7-8626-DA1020D487D0}" dt="2023-02-28T05:39:27.204" v="51" actId="20577"/>
          <ac:spMkLst>
            <pc:docMk/>
            <pc:sldMk cId="1287457047" sldId="522"/>
            <ac:spMk id="211" creationId="{00000000-0000-0000-0000-000000000000}"/>
          </ac:spMkLst>
        </pc:spChg>
      </pc:sldChg>
      <pc:sldChg chg="modSp add del mod ord">
        <pc:chgData name="Owais Ahmed" userId="6abc7d4556b3b071" providerId="LiveId" clId="{B625B757-8EA5-47D7-8626-DA1020D487D0}" dt="2023-02-28T06:04:32.575" v="388"/>
        <pc:sldMkLst>
          <pc:docMk/>
          <pc:sldMk cId="927727573" sldId="2436"/>
        </pc:sldMkLst>
        <pc:spChg chg="mod">
          <ac:chgData name="Owais Ahmed" userId="6abc7d4556b3b071" providerId="LiveId" clId="{B625B757-8EA5-47D7-8626-DA1020D487D0}" dt="2023-02-28T06:04:21.019" v="383" actId="20577"/>
          <ac:spMkLst>
            <pc:docMk/>
            <pc:sldMk cId="927727573" sldId="2436"/>
            <ac:spMk id="9" creationId="{9E2524A0-105C-4170-BB48-CD0756FB3DFE}"/>
          </ac:spMkLst>
        </pc:spChg>
        <pc:spChg chg="mod">
          <ac:chgData name="Owais Ahmed" userId="6abc7d4556b3b071" providerId="LiveId" clId="{B625B757-8EA5-47D7-8626-DA1020D487D0}" dt="2023-02-28T06:04:03.887" v="377" actId="27636"/>
          <ac:spMkLst>
            <pc:docMk/>
            <pc:sldMk cId="927727573" sldId="2436"/>
            <ac:spMk id="10" creationId="{6E57A531-5B0F-485D-A015-BC78AD089BA6}"/>
          </ac:spMkLst>
        </pc:spChg>
      </pc:sldChg>
      <pc:sldChg chg="modSp mod">
        <pc:chgData name="Owais Ahmed" userId="6abc7d4556b3b071" providerId="LiveId" clId="{B625B757-8EA5-47D7-8626-DA1020D487D0}" dt="2023-02-28T05:39:19.635" v="49" actId="20577"/>
        <pc:sldMkLst>
          <pc:docMk/>
          <pc:sldMk cId="3927832306" sldId="2448"/>
        </pc:sldMkLst>
        <pc:spChg chg="mod">
          <ac:chgData name="Owais Ahmed" userId="6abc7d4556b3b071" providerId="LiveId" clId="{B625B757-8EA5-47D7-8626-DA1020D487D0}" dt="2023-02-28T05:39:19.635" v="49" actId="20577"/>
          <ac:spMkLst>
            <pc:docMk/>
            <pc:sldMk cId="3927832306" sldId="2448"/>
            <ac:spMk id="3" creationId="{C0AE828D-1E63-455F-949D-0C5454A7FE88}"/>
          </ac:spMkLst>
        </pc:spChg>
        <pc:spChg chg="mod">
          <ac:chgData name="Owais Ahmed" userId="6abc7d4556b3b071" providerId="LiveId" clId="{B625B757-8EA5-47D7-8626-DA1020D487D0}" dt="2023-02-28T05:39:07.271" v="28" actId="20577"/>
          <ac:spMkLst>
            <pc:docMk/>
            <pc:sldMk cId="3927832306" sldId="2448"/>
            <ac:spMk id="9" creationId="{79DC1498-E692-42BA-B69F-6D37E6CFACA0}"/>
          </ac:spMkLst>
        </pc:spChg>
      </pc:sldChg>
      <pc:sldChg chg="modSp mod">
        <pc:chgData name="Owais Ahmed" userId="6abc7d4556b3b071" providerId="LiveId" clId="{B625B757-8EA5-47D7-8626-DA1020D487D0}" dt="2023-02-28T06:35:33.047" v="1909"/>
        <pc:sldMkLst>
          <pc:docMk/>
          <pc:sldMk cId="1649098948" sldId="2462"/>
        </pc:sldMkLst>
        <pc:spChg chg="mod">
          <ac:chgData name="Owais Ahmed" userId="6abc7d4556b3b071" providerId="LiveId" clId="{B625B757-8EA5-47D7-8626-DA1020D487D0}" dt="2023-02-28T06:35:33.047" v="1909"/>
          <ac:spMkLst>
            <pc:docMk/>
            <pc:sldMk cId="1649098948" sldId="2462"/>
            <ac:spMk id="6" creationId="{F3C89A40-EEAA-43AB-9A3A-B2CFDE450F1B}"/>
          </ac:spMkLst>
        </pc:spChg>
      </pc:sldChg>
      <pc:sldChg chg="modSp mod modAnim modNotesTx">
        <pc:chgData name="Owais Ahmed" userId="6abc7d4556b3b071" providerId="LiveId" clId="{B625B757-8EA5-47D7-8626-DA1020D487D0}" dt="2023-02-28T06:09:15.858" v="668"/>
        <pc:sldMkLst>
          <pc:docMk/>
          <pc:sldMk cId="641030253" sldId="2479"/>
        </pc:sldMkLst>
        <pc:spChg chg="mod">
          <ac:chgData name="Owais Ahmed" userId="6abc7d4556b3b071" providerId="LiveId" clId="{B625B757-8EA5-47D7-8626-DA1020D487D0}" dt="2023-02-28T06:08:38.926" v="645" actId="20577"/>
          <ac:spMkLst>
            <pc:docMk/>
            <pc:sldMk cId="641030253" sldId="2479"/>
            <ac:spMk id="3" creationId="{4A1C0383-58FE-E486-295E-B33B8683B938}"/>
          </ac:spMkLst>
        </pc:spChg>
        <pc:spChg chg="mod">
          <ac:chgData name="Owais Ahmed" userId="6abc7d4556b3b071" providerId="LiveId" clId="{B625B757-8EA5-47D7-8626-DA1020D487D0}" dt="2023-02-28T06:04:54.278" v="401" actId="20577"/>
          <ac:spMkLst>
            <pc:docMk/>
            <pc:sldMk cId="641030253" sldId="2479"/>
            <ac:spMk id="215" creationId="{00000000-0000-0000-0000-000000000000}"/>
          </ac:spMkLst>
        </pc:spChg>
      </pc:sldChg>
      <pc:sldChg chg="del">
        <pc:chgData name="Owais Ahmed" userId="6abc7d4556b3b071" providerId="LiveId" clId="{B625B757-8EA5-47D7-8626-DA1020D487D0}" dt="2023-02-28T06:32:48.590" v="1580" actId="47"/>
        <pc:sldMkLst>
          <pc:docMk/>
          <pc:sldMk cId="1476319960" sldId="2480"/>
        </pc:sldMkLst>
      </pc:sldChg>
      <pc:sldChg chg="del">
        <pc:chgData name="Owais Ahmed" userId="6abc7d4556b3b071" providerId="LiveId" clId="{B625B757-8EA5-47D7-8626-DA1020D487D0}" dt="2023-02-28T06:32:49.489" v="1581" actId="47"/>
        <pc:sldMkLst>
          <pc:docMk/>
          <pc:sldMk cId="3336402349" sldId="2481"/>
        </pc:sldMkLst>
      </pc:sldChg>
      <pc:sldChg chg="del">
        <pc:chgData name="Owais Ahmed" userId="6abc7d4556b3b071" providerId="LiveId" clId="{B625B757-8EA5-47D7-8626-DA1020D487D0}" dt="2023-02-28T06:32:50.572" v="1582" actId="47"/>
        <pc:sldMkLst>
          <pc:docMk/>
          <pc:sldMk cId="1810203590" sldId="2482"/>
        </pc:sldMkLst>
      </pc:sldChg>
      <pc:sldChg chg="del">
        <pc:chgData name="Owais Ahmed" userId="6abc7d4556b3b071" providerId="LiveId" clId="{B625B757-8EA5-47D7-8626-DA1020D487D0}" dt="2023-02-28T06:32:52.990" v="1583" actId="47"/>
        <pc:sldMkLst>
          <pc:docMk/>
          <pc:sldMk cId="1304413050" sldId="2483"/>
        </pc:sldMkLst>
      </pc:sldChg>
      <pc:sldChg chg="modSp mod modAnim modNotesTx">
        <pc:chgData name="Owais Ahmed" userId="6abc7d4556b3b071" providerId="LiveId" clId="{B625B757-8EA5-47D7-8626-DA1020D487D0}" dt="2023-02-28T06:40:56.305" v="2388" actId="20577"/>
        <pc:sldMkLst>
          <pc:docMk/>
          <pc:sldMk cId="2426892836" sldId="2485"/>
        </pc:sldMkLst>
        <pc:spChg chg="mod">
          <ac:chgData name="Owais Ahmed" userId="6abc7d4556b3b071" providerId="LiveId" clId="{B625B757-8EA5-47D7-8626-DA1020D487D0}" dt="2023-02-28T06:35:09.643" v="1907" actId="27636"/>
          <ac:spMkLst>
            <pc:docMk/>
            <pc:sldMk cId="2426892836" sldId="2485"/>
            <ac:spMk id="3" creationId="{4A1C0383-58FE-E486-295E-B33B8683B938}"/>
          </ac:spMkLst>
        </pc:spChg>
        <pc:spChg chg="mod">
          <ac:chgData name="Owais Ahmed" userId="6abc7d4556b3b071" providerId="LiveId" clId="{B625B757-8EA5-47D7-8626-DA1020D487D0}" dt="2023-02-28T06:39:26.178" v="2299" actId="20577"/>
          <ac:spMkLst>
            <pc:docMk/>
            <pc:sldMk cId="2426892836" sldId="2485"/>
            <ac:spMk id="215" creationId="{00000000-0000-0000-0000-000000000000}"/>
          </ac:spMkLst>
        </pc:spChg>
      </pc:sldChg>
      <pc:sldChg chg="addSp delSp modSp add mod modClrScheme modAnim chgLayout modNotesTx">
        <pc:chgData name="Owais Ahmed" userId="6abc7d4556b3b071" providerId="LiveId" clId="{B625B757-8EA5-47D7-8626-DA1020D487D0}" dt="2023-02-28T06:14:22.100" v="962" actId="20577"/>
        <pc:sldMkLst>
          <pc:docMk/>
          <pc:sldMk cId="3132224988" sldId="2486"/>
        </pc:sldMkLst>
        <pc:spChg chg="mod ord">
          <ac:chgData name="Owais Ahmed" userId="6abc7d4556b3b071" providerId="LiveId" clId="{B625B757-8EA5-47D7-8626-DA1020D487D0}" dt="2023-02-28T06:12:02.897" v="865" actId="700"/>
          <ac:spMkLst>
            <pc:docMk/>
            <pc:sldMk cId="3132224988" sldId="2486"/>
            <ac:spMk id="2" creationId="{00000000-0000-0000-0000-000000000000}"/>
          </ac:spMkLst>
        </pc:spChg>
        <pc:spChg chg="mod">
          <ac:chgData name="Owais Ahmed" userId="6abc7d4556b3b071" providerId="LiveId" clId="{B625B757-8EA5-47D7-8626-DA1020D487D0}" dt="2023-02-28T06:13:50.755" v="956" actId="14100"/>
          <ac:spMkLst>
            <pc:docMk/>
            <pc:sldMk cId="3132224988" sldId="2486"/>
            <ac:spMk id="3" creationId="{4A1C0383-58FE-E486-295E-B33B8683B938}"/>
          </ac:spMkLst>
        </pc:spChg>
        <pc:spChg chg="add del mod ord">
          <ac:chgData name="Owais Ahmed" userId="6abc7d4556b3b071" providerId="LiveId" clId="{B625B757-8EA5-47D7-8626-DA1020D487D0}" dt="2023-02-28T06:12:02.897" v="865" actId="700"/>
          <ac:spMkLst>
            <pc:docMk/>
            <pc:sldMk cId="3132224988" sldId="2486"/>
            <ac:spMk id="4" creationId="{859AAD20-7314-E559-7D8A-0DC34160522F}"/>
          </ac:spMkLst>
        </pc:spChg>
        <pc:spChg chg="add del mod ord">
          <ac:chgData name="Owais Ahmed" userId="6abc7d4556b3b071" providerId="LiveId" clId="{B625B757-8EA5-47D7-8626-DA1020D487D0}" dt="2023-02-28T06:12:02.897" v="865" actId="700"/>
          <ac:spMkLst>
            <pc:docMk/>
            <pc:sldMk cId="3132224988" sldId="2486"/>
            <ac:spMk id="5" creationId="{8A5BE477-AA8E-D072-D852-46674083989F}"/>
          </ac:spMkLst>
        </pc:spChg>
        <pc:spChg chg="add del mod ord">
          <ac:chgData name="Owais Ahmed" userId="6abc7d4556b3b071" providerId="LiveId" clId="{B625B757-8EA5-47D7-8626-DA1020D487D0}" dt="2023-02-28T06:12:02.897" v="865" actId="700"/>
          <ac:spMkLst>
            <pc:docMk/>
            <pc:sldMk cId="3132224988" sldId="2486"/>
            <ac:spMk id="6" creationId="{035E1E46-D674-BB9A-8DF9-0424EF92AF7D}"/>
          </ac:spMkLst>
        </pc:spChg>
        <pc:spChg chg="add del mod ord">
          <ac:chgData name="Owais Ahmed" userId="6abc7d4556b3b071" providerId="LiveId" clId="{B625B757-8EA5-47D7-8626-DA1020D487D0}" dt="2023-02-28T06:12:02.897" v="865" actId="700"/>
          <ac:spMkLst>
            <pc:docMk/>
            <pc:sldMk cId="3132224988" sldId="2486"/>
            <ac:spMk id="7" creationId="{C2F19D94-40EB-8143-72C2-8C85F8BEEAE5}"/>
          </ac:spMkLst>
        </pc:spChg>
        <pc:spChg chg="add del mod ord">
          <ac:chgData name="Owais Ahmed" userId="6abc7d4556b3b071" providerId="LiveId" clId="{B625B757-8EA5-47D7-8626-DA1020D487D0}" dt="2023-02-28T06:12:02.897" v="865" actId="700"/>
          <ac:spMkLst>
            <pc:docMk/>
            <pc:sldMk cId="3132224988" sldId="2486"/>
            <ac:spMk id="8" creationId="{3D11E90D-CD49-EC3B-6B2E-8C0EA25556E2}"/>
          </ac:spMkLst>
        </pc:spChg>
        <pc:spChg chg="add del mod ord">
          <ac:chgData name="Owais Ahmed" userId="6abc7d4556b3b071" providerId="LiveId" clId="{B625B757-8EA5-47D7-8626-DA1020D487D0}" dt="2023-02-28T06:12:02.897" v="865" actId="700"/>
          <ac:spMkLst>
            <pc:docMk/>
            <pc:sldMk cId="3132224988" sldId="2486"/>
            <ac:spMk id="9" creationId="{CB758099-0357-038B-3804-2B9CC6C5EBD3}"/>
          </ac:spMkLst>
        </pc:spChg>
        <pc:spChg chg="mod">
          <ac:chgData name="Owais Ahmed" userId="6abc7d4556b3b071" providerId="LiveId" clId="{B625B757-8EA5-47D7-8626-DA1020D487D0}" dt="2023-02-28T06:08:54.639" v="667" actId="20577"/>
          <ac:spMkLst>
            <pc:docMk/>
            <pc:sldMk cId="3132224988" sldId="2486"/>
            <ac:spMk id="215" creationId="{00000000-0000-0000-0000-000000000000}"/>
          </ac:spMkLst>
        </pc:spChg>
      </pc:sldChg>
      <pc:sldChg chg="addSp delSp modSp add mod modAnim modNotesTx">
        <pc:chgData name="Owais Ahmed" userId="6abc7d4556b3b071" providerId="LiveId" clId="{B625B757-8EA5-47D7-8626-DA1020D487D0}" dt="2023-02-28T06:36:21.024" v="2026" actId="20577"/>
        <pc:sldMkLst>
          <pc:docMk/>
          <pc:sldMk cId="2805003587" sldId="2487"/>
        </pc:sldMkLst>
        <pc:spChg chg="mod">
          <ac:chgData name="Owais Ahmed" userId="6abc7d4556b3b071" providerId="LiveId" clId="{B625B757-8EA5-47D7-8626-DA1020D487D0}" dt="2023-02-28T06:20:30.704" v="1209" actId="20577"/>
          <ac:spMkLst>
            <pc:docMk/>
            <pc:sldMk cId="2805003587" sldId="2487"/>
            <ac:spMk id="3" creationId="{4A1C0383-58FE-E486-295E-B33B8683B938}"/>
          </ac:spMkLst>
        </pc:spChg>
        <pc:spChg chg="add mod">
          <ac:chgData name="Owais Ahmed" userId="6abc7d4556b3b071" providerId="LiveId" clId="{B625B757-8EA5-47D7-8626-DA1020D487D0}" dt="2023-02-28T06:31:10.700" v="1459" actId="5793"/>
          <ac:spMkLst>
            <pc:docMk/>
            <pc:sldMk cId="2805003587" sldId="2487"/>
            <ac:spMk id="4" creationId="{6BAD1345-C97E-6E2D-586E-9183375409AA}"/>
          </ac:spMkLst>
        </pc:spChg>
        <pc:spChg chg="add mod">
          <ac:chgData name="Owais Ahmed" userId="6abc7d4556b3b071" providerId="LiveId" clId="{B625B757-8EA5-47D7-8626-DA1020D487D0}" dt="2023-02-28T06:25:38.358" v="1241" actId="207"/>
          <ac:spMkLst>
            <pc:docMk/>
            <pc:sldMk cId="2805003587" sldId="2487"/>
            <ac:spMk id="7" creationId="{DDF95A81-328D-B22D-EF9C-0D6CA6F15F2A}"/>
          </ac:spMkLst>
        </pc:spChg>
        <pc:spChg chg="add mod">
          <ac:chgData name="Owais Ahmed" userId="6abc7d4556b3b071" providerId="LiveId" clId="{B625B757-8EA5-47D7-8626-DA1020D487D0}" dt="2023-02-28T06:31:58.545" v="1479" actId="20577"/>
          <ac:spMkLst>
            <pc:docMk/>
            <pc:sldMk cId="2805003587" sldId="2487"/>
            <ac:spMk id="8" creationId="{3FF9B1FB-1044-C275-C723-970AE674B69E}"/>
          </ac:spMkLst>
        </pc:spChg>
        <pc:spChg chg="mod">
          <ac:chgData name="Owais Ahmed" userId="6abc7d4556b3b071" providerId="LiveId" clId="{B625B757-8EA5-47D7-8626-DA1020D487D0}" dt="2023-02-28T06:14:50.738" v="984" actId="20577"/>
          <ac:spMkLst>
            <pc:docMk/>
            <pc:sldMk cId="2805003587" sldId="2487"/>
            <ac:spMk id="215" creationId="{00000000-0000-0000-0000-000000000000}"/>
          </ac:spMkLst>
        </pc:spChg>
        <pc:picChg chg="add del">
          <ac:chgData name="Owais Ahmed" userId="6abc7d4556b3b071" providerId="LiveId" clId="{B625B757-8EA5-47D7-8626-DA1020D487D0}" dt="2023-02-28T06:24:04.666" v="1215"/>
          <ac:picMkLst>
            <pc:docMk/>
            <pc:sldMk cId="2805003587" sldId="2487"/>
            <ac:picMk id="1026" creationId="{DEF79F96-A87A-18B9-64F0-926009C470C0}"/>
          </ac:picMkLst>
        </pc:picChg>
        <pc:inkChg chg="add del">
          <ac:chgData name="Owais Ahmed" userId="6abc7d4556b3b071" providerId="LiveId" clId="{B625B757-8EA5-47D7-8626-DA1020D487D0}" dt="2023-02-28T06:22:55.231" v="1213" actId="9405"/>
          <ac:inkMkLst>
            <pc:docMk/>
            <pc:sldMk cId="2805003587" sldId="2487"/>
            <ac:inkMk id="5" creationId="{FE5E47C1-73F8-2AB0-9A6E-2ED6C4D27FD4}"/>
          </ac:inkMkLst>
        </pc:inkChg>
        <pc:inkChg chg="add del">
          <ac:chgData name="Owais Ahmed" userId="6abc7d4556b3b071" providerId="LiveId" clId="{B625B757-8EA5-47D7-8626-DA1020D487D0}" dt="2023-02-28T06:22:54.933" v="1212" actId="9405"/>
          <ac:inkMkLst>
            <pc:docMk/>
            <pc:sldMk cId="2805003587" sldId="2487"/>
            <ac:inkMk id="6" creationId="{DBB01586-36AC-0D2F-2518-46E376963A01}"/>
          </ac:inkMkLst>
        </pc:inkChg>
      </pc:sldChg>
      <pc:sldChg chg="add del">
        <pc:chgData name="Owais Ahmed" userId="6abc7d4556b3b071" providerId="LiveId" clId="{B625B757-8EA5-47D7-8626-DA1020D487D0}" dt="2023-02-28T06:36:36.836" v="2027" actId="47"/>
        <pc:sldMkLst>
          <pc:docMk/>
          <pc:sldMk cId="50712674" sldId="2488"/>
        </pc:sldMkLst>
      </pc:sldChg>
      <pc:sldChg chg="modSp add modAnim">
        <pc:chgData name="Owais Ahmed" userId="6abc7d4556b3b071" providerId="LiveId" clId="{B625B757-8EA5-47D7-8626-DA1020D487D0}" dt="2023-02-28T06:38:59.463" v="2284" actId="20577"/>
        <pc:sldMkLst>
          <pc:docMk/>
          <pc:sldMk cId="918376006" sldId="2488"/>
        </pc:sldMkLst>
        <pc:spChg chg="mod">
          <ac:chgData name="Owais Ahmed" userId="6abc7d4556b3b071" providerId="LiveId" clId="{B625B757-8EA5-47D7-8626-DA1020D487D0}" dt="2023-02-28T06:38:59.463" v="2284" actId="20577"/>
          <ac:spMkLst>
            <pc:docMk/>
            <pc:sldMk cId="918376006" sldId="2488"/>
            <ac:spMk id="3" creationId="{4A1C0383-58FE-E486-295E-B33B8683B938}"/>
          </ac:spMkLst>
        </pc:spChg>
        <pc:spChg chg="mod">
          <ac:chgData name="Owais Ahmed" userId="6abc7d4556b3b071" providerId="LiveId" clId="{B625B757-8EA5-47D7-8626-DA1020D487D0}" dt="2023-02-28T06:36:59.830" v="2067" actId="20577"/>
          <ac:spMkLst>
            <pc:docMk/>
            <pc:sldMk cId="918376006" sldId="2488"/>
            <ac:spMk id="215" creationId="{00000000-0000-0000-0000-000000000000}"/>
          </ac:spMkLst>
        </pc:spChg>
      </pc:sldChg>
      <pc:sldChg chg="modSp add mod ord modAnim modNotesTx">
        <pc:chgData name="Owais Ahmed" userId="6abc7d4556b3b071" providerId="LiveId" clId="{B625B757-8EA5-47D7-8626-DA1020D487D0}" dt="2023-02-28T06:44:30.393" v="2606" actId="20577"/>
        <pc:sldMkLst>
          <pc:docMk/>
          <pc:sldMk cId="3454217637" sldId="2489"/>
        </pc:sldMkLst>
        <pc:spChg chg="mod">
          <ac:chgData name="Owais Ahmed" userId="6abc7d4556b3b071" providerId="LiveId" clId="{B625B757-8EA5-47D7-8626-DA1020D487D0}" dt="2023-02-28T06:44:18.315" v="2605" actId="20577"/>
          <ac:spMkLst>
            <pc:docMk/>
            <pc:sldMk cId="3454217637" sldId="2489"/>
            <ac:spMk id="3" creationId="{4A1C0383-58FE-E486-295E-B33B8683B938}"/>
          </ac:spMkLst>
        </pc:spChg>
        <pc:spChg chg="mod">
          <ac:chgData name="Owais Ahmed" userId="6abc7d4556b3b071" providerId="LiveId" clId="{B625B757-8EA5-47D7-8626-DA1020D487D0}" dt="2023-02-28T06:41:26.557" v="2410" actId="20577"/>
          <ac:spMkLst>
            <pc:docMk/>
            <pc:sldMk cId="3454217637" sldId="2489"/>
            <ac:spMk id="215" creationId="{00000000-0000-0000-0000-000000000000}"/>
          </ac:spMkLst>
        </pc:spChg>
      </pc:sldChg>
      <pc:sldChg chg="modSp add mod">
        <pc:chgData name="Owais Ahmed" userId="6abc7d4556b3b071" providerId="LiveId" clId="{B625B757-8EA5-47D7-8626-DA1020D487D0}" dt="2023-02-28T06:44:59.946" v="2629" actId="20577"/>
        <pc:sldMkLst>
          <pc:docMk/>
          <pc:sldMk cId="3828703945" sldId="2490"/>
        </pc:sldMkLst>
        <pc:spChg chg="mod">
          <ac:chgData name="Owais Ahmed" userId="6abc7d4556b3b071" providerId="LiveId" clId="{B625B757-8EA5-47D7-8626-DA1020D487D0}" dt="2023-02-28T06:44:59.946" v="2629" actId="20577"/>
          <ac:spMkLst>
            <pc:docMk/>
            <pc:sldMk cId="3828703945" sldId="2490"/>
            <ac:spMk id="215" creationId="{00000000-0000-0000-0000-000000000000}"/>
          </ac:spMkLst>
        </pc:spChg>
      </pc:sldChg>
      <pc:sldMasterChg chg="delSldLayout">
        <pc:chgData name="Owais Ahmed" userId="6abc7d4556b3b071" providerId="LiveId" clId="{B625B757-8EA5-47D7-8626-DA1020D487D0}" dt="2023-02-28T06:04:27.712" v="384" actId="47"/>
        <pc:sldMasterMkLst>
          <pc:docMk/>
          <pc:sldMasterMk cId="692820" sldId="2147483648"/>
        </pc:sldMasterMkLst>
        <pc:sldLayoutChg chg="del">
          <pc:chgData name="Owais Ahmed" userId="6abc7d4556b3b071" providerId="LiveId" clId="{B625B757-8EA5-47D7-8626-DA1020D487D0}" dt="2023-02-28T06:04:27.712" v="384" actId="47"/>
          <pc:sldLayoutMkLst>
            <pc:docMk/>
            <pc:sldMasterMk cId="692820" sldId="2147483648"/>
            <pc:sldLayoutMk cId="1939976995" sldId="2147483682"/>
          </pc:sldLayoutMkLst>
        </pc:sldLayoutChg>
      </pc:sldMasterChg>
    </pc:docChg>
  </pc:docChgLst>
  <pc:docChgLst>
    <pc:chgData name="Owais Ahmed" userId="6abc7d4556b3b071" providerId="LiveId" clId="{57AE1D6D-A5CE-4F6A-9493-265C0424249A}"/>
    <pc:docChg chg="undo custSel addSld delSld modSld sldOrd">
      <pc:chgData name="Owais Ahmed" userId="6abc7d4556b3b071" providerId="LiveId" clId="{57AE1D6D-A5CE-4F6A-9493-265C0424249A}" dt="2023-03-06T10:20:29.035" v="8275" actId="20577"/>
      <pc:docMkLst>
        <pc:docMk/>
      </pc:docMkLst>
      <pc:sldChg chg="del">
        <pc:chgData name="Owais Ahmed" userId="6abc7d4556b3b071" providerId="LiveId" clId="{57AE1D6D-A5CE-4F6A-9493-265C0424249A}" dt="2023-03-06T05:11:24.272" v="23" actId="47"/>
        <pc:sldMkLst>
          <pc:docMk/>
          <pc:sldMk cId="4226644250" sldId="256"/>
        </pc:sldMkLst>
      </pc:sldChg>
      <pc:sldChg chg="modSp mod">
        <pc:chgData name="Owais Ahmed" userId="6abc7d4556b3b071" providerId="LiveId" clId="{57AE1D6D-A5CE-4F6A-9493-265C0424249A}" dt="2023-03-06T10:09:34.467" v="7171" actId="14100"/>
        <pc:sldMkLst>
          <pc:docMk/>
          <pc:sldMk cId="1649098948" sldId="2462"/>
        </pc:sldMkLst>
        <pc:spChg chg="mod">
          <ac:chgData name="Owais Ahmed" userId="6abc7d4556b3b071" providerId="LiveId" clId="{57AE1D6D-A5CE-4F6A-9493-265C0424249A}" dt="2023-03-06T10:09:34.467" v="7171" actId="14100"/>
          <ac:spMkLst>
            <pc:docMk/>
            <pc:sldMk cId="1649098948" sldId="2462"/>
            <ac:spMk id="6" creationId="{F3C89A40-EEAA-43AB-9A3A-B2CFDE450F1B}"/>
          </ac:spMkLst>
        </pc:spChg>
      </pc:sldChg>
      <pc:sldChg chg="del">
        <pc:chgData name="Owais Ahmed" userId="6abc7d4556b3b071" providerId="LiveId" clId="{57AE1D6D-A5CE-4F6A-9493-265C0424249A}" dt="2023-03-06T05:11:24.562" v="24" actId="47"/>
        <pc:sldMkLst>
          <pc:docMk/>
          <pc:sldMk cId="3603977170" sldId="2463"/>
        </pc:sldMkLst>
      </pc:sldChg>
      <pc:sldChg chg="del">
        <pc:chgData name="Owais Ahmed" userId="6abc7d4556b3b071" providerId="LiveId" clId="{57AE1D6D-A5CE-4F6A-9493-265C0424249A}" dt="2023-03-06T05:11:28.254" v="26" actId="47"/>
        <pc:sldMkLst>
          <pc:docMk/>
          <pc:sldMk cId="2797597492" sldId="2465"/>
        </pc:sldMkLst>
      </pc:sldChg>
      <pc:sldChg chg="del">
        <pc:chgData name="Owais Ahmed" userId="6abc7d4556b3b071" providerId="LiveId" clId="{57AE1D6D-A5CE-4F6A-9493-265C0424249A}" dt="2023-03-06T05:11:30.359" v="27" actId="47"/>
        <pc:sldMkLst>
          <pc:docMk/>
          <pc:sldMk cId="1288171314" sldId="2466"/>
        </pc:sldMkLst>
      </pc:sldChg>
      <pc:sldChg chg="modSp mod modAnim">
        <pc:chgData name="Owais Ahmed" userId="6abc7d4556b3b071" providerId="LiveId" clId="{57AE1D6D-A5CE-4F6A-9493-265C0424249A}" dt="2023-03-06T05:19:20.537" v="161" actId="404"/>
        <pc:sldMkLst>
          <pc:docMk/>
          <pc:sldMk cId="2835548672" sldId="2467"/>
        </pc:sldMkLst>
        <pc:spChg chg="mod">
          <ac:chgData name="Owais Ahmed" userId="6abc7d4556b3b071" providerId="LiveId" clId="{57AE1D6D-A5CE-4F6A-9493-265C0424249A}" dt="2023-03-06T05:19:20.537" v="161" actId="404"/>
          <ac:spMkLst>
            <pc:docMk/>
            <pc:sldMk cId="2835548672" sldId="2467"/>
            <ac:spMk id="5" creationId="{D6B5DCB6-4358-037D-2AAC-2F1B1119C128}"/>
          </ac:spMkLst>
        </pc:spChg>
        <pc:spChg chg="mod">
          <ac:chgData name="Owais Ahmed" userId="6abc7d4556b3b071" providerId="LiveId" clId="{57AE1D6D-A5CE-4F6A-9493-265C0424249A}" dt="2023-03-06T05:15:03.624" v="62" actId="20577"/>
          <ac:spMkLst>
            <pc:docMk/>
            <pc:sldMk cId="2835548672" sldId="2467"/>
            <ac:spMk id="9" creationId="{27EE95FA-7E6C-9450-66FD-4F118356AE19}"/>
          </ac:spMkLst>
        </pc:spChg>
      </pc:sldChg>
      <pc:sldChg chg="addSp delSp modSp mod ord addAnim delAnim modAnim">
        <pc:chgData name="Owais Ahmed" userId="6abc7d4556b3b071" providerId="LiveId" clId="{57AE1D6D-A5CE-4F6A-9493-265C0424249A}" dt="2023-03-06T06:05:48.465" v="2208" actId="20577"/>
        <pc:sldMkLst>
          <pc:docMk/>
          <pc:sldMk cId="2564172473" sldId="2468"/>
        </pc:sldMkLst>
        <pc:spChg chg="add del mod">
          <ac:chgData name="Owais Ahmed" userId="6abc7d4556b3b071" providerId="LiveId" clId="{57AE1D6D-A5CE-4F6A-9493-265C0424249A}" dt="2023-03-06T05:49:20.706" v="1553" actId="478"/>
          <ac:spMkLst>
            <pc:docMk/>
            <pc:sldMk cId="2564172473" sldId="2468"/>
            <ac:spMk id="2" creationId="{5BD75907-4EF7-3426-B22D-F53125E3D807}"/>
          </ac:spMkLst>
        </pc:spChg>
        <pc:spChg chg="mod">
          <ac:chgData name="Owais Ahmed" userId="6abc7d4556b3b071" providerId="LiveId" clId="{57AE1D6D-A5CE-4F6A-9493-265C0424249A}" dt="2023-03-06T05:52:36.035" v="1736" actId="20577"/>
          <ac:spMkLst>
            <pc:docMk/>
            <pc:sldMk cId="2564172473" sldId="2468"/>
            <ac:spMk id="5" creationId="{D6B5DCB6-4358-037D-2AAC-2F1B1119C128}"/>
          </ac:spMkLst>
        </pc:spChg>
        <pc:spChg chg="mod">
          <ac:chgData name="Owais Ahmed" userId="6abc7d4556b3b071" providerId="LiveId" clId="{57AE1D6D-A5CE-4F6A-9493-265C0424249A}" dt="2023-03-06T05:49:00.023" v="1547" actId="20577"/>
          <ac:spMkLst>
            <pc:docMk/>
            <pc:sldMk cId="2564172473" sldId="2468"/>
            <ac:spMk id="9" creationId="{27EE95FA-7E6C-9450-66FD-4F118356AE19}"/>
          </ac:spMkLst>
        </pc:spChg>
        <pc:graphicFrameChg chg="add mod modGraphic">
          <ac:chgData name="Owais Ahmed" userId="6abc7d4556b3b071" providerId="LiveId" clId="{57AE1D6D-A5CE-4F6A-9493-265C0424249A}" dt="2023-03-06T06:05:48.465" v="2208" actId="20577"/>
          <ac:graphicFrameMkLst>
            <pc:docMk/>
            <pc:sldMk cId="2564172473" sldId="2468"/>
            <ac:graphicFrameMk id="3" creationId="{9AEEB574-55E6-EBD0-248C-E37F602D2887}"/>
          </ac:graphicFrameMkLst>
        </pc:graphicFrameChg>
        <pc:picChg chg="del">
          <ac:chgData name="Owais Ahmed" userId="6abc7d4556b3b071" providerId="LiveId" clId="{57AE1D6D-A5CE-4F6A-9493-265C0424249A}" dt="2023-03-06T05:14:20.863" v="48" actId="478"/>
          <ac:picMkLst>
            <pc:docMk/>
            <pc:sldMk cId="2564172473" sldId="2468"/>
            <ac:picMk id="1026" creationId="{B52B6349-72B8-80CF-DA1C-C5486174747D}"/>
          </ac:picMkLst>
        </pc:picChg>
        <pc:picChg chg="del">
          <ac:chgData name="Owais Ahmed" userId="6abc7d4556b3b071" providerId="LiveId" clId="{57AE1D6D-A5CE-4F6A-9493-265C0424249A}" dt="2023-03-06T05:14:20.460" v="47" actId="478"/>
          <ac:picMkLst>
            <pc:docMk/>
            <pc:sldMk cId="2564172473" sldId="2468"/>
            <ac:picMk id="1030" creationId="{937909F9-9B17-7819-16D9-0A5467D24F10}"/>
          </ac:picMkLst>
        </pc:picChg>
        <pc:picChg chg="del">
          <ac:chgData name="Owais Ahmed" userId="6abc7d4556b3b071" providerId="LiveId" clId="{57AE1D6D-A5CE-4F6A-9493-265C0424249A}" dt="2023-03-06T05:14:20.010" v="46" actId="478"/>
          <ac:picMkLst>
            <pc:docMk/>
            <pc:sldMk cId="2564172473" sldId="2468"/>
            <ac:picMk id="1032" creationId="{7CBE8AC6-1EBF-7FB2-D6EB-F9BB600F73C3}"/>
          </ac:picMkLst>
        </pc:picChg>
        <pc:picChg chg="del">
          <ac:chgData name="Owais Ahmed" userId="6abc7d4556b3b071" providerId="LiveId" clId="{57AE1D6D-A5CE-4F6A-9493-265C0424249A}" dt="2023-03-06T05:14:19.618" v="45" actId="478"/>
          <ac:picMkLst>
            <pc:docMk/>
            <pc:sldMk cId="2564172473" sldId="2468"/>
            <ac:picMk id="1034" creationId="{C1426860-0002-4F9C-A184-C2CEC2C2EE80}"/>
          </ac:picMkLst>
        </pc:picChg>
        <pc:picChg chg="del">
          <ac:chgData name="Owais Ahmed" userId="6abc7d4556b3b071" providerId="LiveId" clId="{57AE1D6D-A5CE-4F6A-9493-265C0424249A}" dt="2023-03-06T05:14:19.238" v="44" actId="478"/>
          <ac:picMkLst>
            <pc:docMk/>
            <pc:sldMk cId="2564172473" sldId="2468"/>
            <ac:picMk id="1036" creationId="{75D01A3D-4670-7C8F-147C-FB516418D76A}"/>
          </ac:picMkLst>
        </pc:picChg>
        <pc:picChg chg="del">
          <ac:chgData name="Owais Ahmed" userId="6abc7d4556b3b071" providerId="LiveId" clId="{57AE1D6D-A5CE-4F6A-9493-265C0424249A}" dt="2023-03-06T05:14:18.483" v="43" actId="478"/>
          <ac:picMkLst>
            <pc:docMk/>
            <pc:sldMk cId="2564172473" sldId="2468"/>
            <ac:picMk id="1038" creationId="{C88242AB-2EAA-BA69-5988-EDB7E50964EB}"/>
          </ac:picMkLst>
        </pc:picChg>
        <pc:picChg chg="del">
          <ac:chgData name="Owais Ahmed" userId="6abc7d4556b3b071" providerId="LiveId" clId="{57AE1D6D-A5CE-4F6A-9493-265C0424249A}" dt="2023-03-06T05:14:18.073" v="42" actId="478"/>
          <ac:picMkLst>
            <pc:docMk/>
            <pc:sldMk cId="2564172473" sldId="2468"/>
            <ac:picMk id="1040" creationId="{5A8D6D8F-C097-A63B-FC87-5AAA61887AD8}"/>
          </ac:picMkLst>
        </pc:picChg>
        <pc:picChg chg="del">
          <ac:chgData name="Owais Ahmed" userId="6abc7d4556b3b071" providerId="LiveId" clId="{57AE1D6D-A5CE-4F6A-9493-265C0424249A}" dt="2023-03-06T05:14:17.668" v="41" actId="478"/>
          <ac:picMkLst>
            <pc:docMk/>
            <pc:sldMk cId="2564172473" sldId="2468"/>
            <ac:picMk id="1042" creationId="{46AA148E-1148-E8E6-4A54-C7C189AFCED4}"/>
          </ac:picMkLst>
        </pc:picChg>
        <pc:picChg chg="del">
          <ac:chgData name="Owais Ahmed" userId="6abc7d4556b3b071" providerId="LiveId" clId="{57AE1D6D-A5CE-4F6A-9493-265C0424249A}" dt="2023-03-06T05:14:17.236" v="40" actId="478"/>
          <ac:picMkLst>
            <pc:docMk/>
            <pc:sldMk cId="2564172473" sldId="2468"/>
            <ac:picMk id="1044" creationId="{1095811A-A7C8-B8F6-7CF5-11472B45F658}"/>
          </ac:picMkLst>
        </pc:picChg>
        <pc:picChg chg="del">
          <ac:chgData name="Owais Ahmed" userId="6abc7d4556b3b071" providerId="LiveId" clId="{57AE1D6D-A5CE-4F6A-9493-265C0424249A}" dt="2023-03-06T05:14:16.789" v="39" actId="478"/>
          <ac:picMkLst>
            <pc:docMk/>
            <pc:sldMk cId="2564172473" sldId="2468"/>
            <ac:picMk id="1046" creationId="{4D5EC02C-232A-E9E5-EC01-B58D1804CA7D}"/>
          </ac:picMkLst>
        </pc:picChg>
        <pc:picChg chg="del">
          <ac:chgData name="Owais Ahmed" userId="6abc7d4556b3b071" providerId="LiveId" clId="{57AE1D6D-A5CE-4F6A-9493-265C0424249A}" dt="2023-03-06T05:14:15.207" v="35" actId="478"/>
          <ac:picMkLst>
            <pc:docMk/>
            <pc:sldMk cId="2564172473" sldId="2468"/>
            <ac:picMk id="1048" creationId="{D468CF6D-A89A-19B5-3AE9-B6948626587B}"/>
          </ac:picMkLst>
        </pc:picChg>
        <pc:picChg chg="del">
          <ac:chgData name="Owais Ahmed" userId="6abc7d4556b3b071" providerId="LiveId" clId="{57AE1D6D-A5CE-4F6A-9493-265C0424249A}" dt="2023-03-06T05:14:15.590" v="36" actId="478"/>
          <ac:picMkLst>
            <pc:docMk/>
            <pc:sldMk cId="2564172473" sldId="2468"/>
            <ac:picMk id="1050" creationId="{35738118-63CC-CB61-5B20-3C94196E8DF1}"/>
          </ac:picMkLst>
        </pc:picChg>
        <pc:picChg chg="del">
          <ac:chgData name="Owais Ahmed" userId="6abc7d4556b3b071" providerId="LiveId" clId="{57AE1D6D-A5CE-4F6A-9493-265C0424249A}" dt="2023-03-06T05:14:15.961" v="37" actId="478"/>
          <ac:picMkLst>
            <pc:docMk/>
            <pc:sldMk cId="2564172473" sldId="2468"/>
            <ac:picMk id="1052" creationId="{BF7E1FFF-0CFA-27D4-9300-9C801C052FAA}"/>
          </ac:picMkLst>
        </pc:picChg>
        <pc:picChg chg="del">
          <ac:chgData name="Owais Ahmed" userId="6abc7d4556b3b071" providerId="LiveId" clId="{57AE1D6D-A5CE-4F6A-9493-265C0424249A}" dt="2023-03-06T05:14:16.379" v="38" actId="478"/>
          <ac:picMkLst>
            <pc:docMk/>
            <pc:sldMk cId="2564172473" sldId="2468"/>
            <ac:picMk id="1054" creationId="{7FCC54F9-0056-984F-40DE-18E6FCB11BEC}"/>
          </ac:picMkLst>
        </pc:picChg>
        <pc:picChg chg="del">
          <ac:chgData name="Owais Ahmed" userId="6abc7d4556b3b071" providerId="LiveId" clId="{57AE1D6D-A5CE-4F6A-9493-265C0424249A}" dt="2023-03-06T05:14:14.757" v="34" actId="478"/>
          <ac:picMkLst>
            <pc:docMk/>
            <pc:sldMk cId="2564172473" sldId="2468"/>
            <ac:picMk id="1056" creationId="{ED1C7EDF-74CC-FC33-285C-59A51EC93A90}"/>
          </ac:picMkLst>
        </pc:picChg>
        <pc:picChg chg="del">
          <ac:chgData name="Owais Ahmed" userId="6abc7d4556b3b071" providerId="LiveId" clId="{57AE1D6D-A5CE-4F6A-9493-265C0424249A}" dt="2023-03-06T05:14:14.326" v="33" actId="478"/>
          <ac:picMkLst>
            <pc:docMk/>
            <pc:sldMk cId="2564172473" sldId="2468"/>
            <ac:picMk id="1060" creationId="{1CCE3F63-D372-42A0-B788-182E353BE074}"/>
          </ac:picMkLst>
        </pc:picChg>
        <pc:picChg chg="del">
          <ac:chgData name="Owais Ahmed" userId="6abc7d4556b3b071" providerId="LiveId" clId="{57AE1D6D-A5CE-4F6A-9493-265C0424249A}" dt="2023-03-06T05:14:13.837" v="32" actId="478"/>
          <ac:picMkLst>
            <pc:docMk/>
            <pc:sldMk cId="2564172473" sldId="2468"/>
            <ac:picMk id="1064" creationId="{0EFF1FD0-A435-B34D-C9E5-2A09341DAA14}"/>
          </ac:picMkLst>
        </pc:picChg>
        <pc:picChg chg="del">
          <ac:chgData name="Owais Ahmed" userId="6abc7d4556b3b071" providerId="LiveId" clId="{57AE1D6D-A5CE-4F6A-9493-265C0424249A}" dt="2023-03-06T05:14:13.341" v="31" actId="478"/>
          <ac:picMkLst>
            <pc:docMk/>
            <pc:sldMk cId="2564172473" sldId="2468"/>
            <ac:picMk id="1066" creationId="{9F58BC05-1927-7EA6-94BF-C04942B2E1B3}"/>
          </ac:picMkLst>
        </pc:picChg>
      </pc:sldChg>
      <pc:sldChg chg="add del">
        <pc:chgData name="Owais Ahmed" userId="6abc7d4556b3b071" providerId="LiveId" clId="{57AE1D6D-A5CE-4F6A-9493-265C0424249A}" dt="2023-03-06T05:16:40.316" v="75" actId="2890"/>
        <pc:sldMkLst>
          <pc:docMk/>
          <pc:sldMk cId="167876563" sldId="2469"/>
        </pc:sldMkLst>
      </pc:sldChg>
      <pc:sldChg chg="del">
        <pc:chgData name="Owais Ahmed" userId="6abc7d4556b3b071" providerId="LiveId" clId="{57AE1D6D-A5CE-4F6A-9493-265C0424249A}" dt="2023-03-06T05:14:08.406" v="28" actId="47"/>
        <pc:sldMkLst>
          <pc:docMk/>
          <pc:sldMk cId="1870517188" sldId="2469"/>
        </pc:sldMkLst>
      </pc:sldChg>
      <pc:sldChg chg="add del">
        <pc:chgData name="Owais Ahmed" userId="6abc7d4556b3b071" providerId="LiveId" clId="{57AE1D6D-A5CE-4F6A-9493-265C0424249A}" dt="2023-03-06T05:16:43.431" v="77" actId="2890"/>
        <pc:sldMkLst>
          <pc:docMk/>
          <pc:sldMk cId="2100283133" sldId="2469"/>
        </pc:sldMkLst>
      </pc:sldChg>
      <pc:sldChg chg="del">
        <pc:chgData name="Owais Ahmed" userId="6abc7d4556b3b071" providerId="LiveId" clId="{57AE1D6D-A5CE-4F6A-9493-265C0424249A}" dt="2023-03-06T05:11:24.867" v="25" actId="47"/>
        <pc:sldMkLst>
          <pc:docMk/>
          <pc:sldMk cId="773770613" sldId="2470"/>
        </pc:sldMkLst>
      </pc:sldChg>
      <pc:sldChg chg="del">
        <pc:chgData name="Owais Ahmed" userId="6abc7d4556b3b071" providerId="LiveId" clId="{57AE1D6D-A5CE-4F6A-9493-265C0424249A}" dt="2023-03-06T05:14:09.321" v="30" actId="47"/>
        <pc:sldMkLst>
          <pc:docMk/>
          <pc:sldMk cId="246082422" sldId="2471"/>
        </pc:sldMkLst>
      </pc:sldChg>
      <pc:sldChg chg="del">
        <pc:chgData name="Owais Ahmed" userId="6abc7d4556b3b071" providerId="LiveId" clId="{57AE1D6D-A5CE-4F6A-9493-265C0424249A}" dt="2023-03-06T05:14:08.637" v="29" actId="47"/>
        <pc:sldMkLst>
          <pc:docMk/>
          <pc:sldMk cId="104746486" sldId="2472"/>
        </pc:sldMkLst>
      </pc:sldChg>
      <pc:sldChg chg="modSp add mod modAnim modNotesTx">
        <pc:chgData name="Owais Ahmed" userId="6abc7d4556b3b071" providerId="LiveId" clId="{57AE1D6D-A5CE-4F6A-9493-265C0424249A}" dt="2023-03-06T08:56:55.536" v="5481" actId="20577"/>
        <pc:sldMkLst>
          <pc:docMk/>
          <pc:sldMk cId="1810203590" sldId="2482"/>
        </pc:sldMkLst>
        <pc:spChg chg="mod">
          <ac:chgData name="Owais Ahmed" userId="6abc7d4556b3b071" providerId="LiveId" clId="{57AE1D6D-A5CE-4F6A-9493-265C0424249A}" dt="2023-03-06T08:56:37.220" v="5440" actId="20577"/>
          <ac:spMkLst>
            <pc:docMk/>
            <pc:sldMk cId="1810203590" sldId="2482"/>
            <ac:spMk id="3" creationId="{4A1C0383-58FE-E486-295E-B33B8683B938}"/>
          </ac:spMkLst>
        </pc:spChg>
        <pc:spChg chg="mod">
          <ac:chgData name="Owais Ahmed" userId="6abc7d4556b3b071" providerId="LiveId" clId="{57AE1D6D-A5CE-4F6A-9493-265C0424249A}" dt="2023-03-06T08:53:32.212" v="5205" actId="20577"/>
          <ac:spMkLst>
            <pc:docMk/>
            <pc:sldMk cId="1810203590" sldId="2482"/>
            <ac:spMk id="215" creationId="{00000000-0000-0000-0000-000000000000}"/>
          </ac:spMkLst>
        </pc:spChg>
      </pc:sldChg>
      <pc:sldChg chg="modSp add mod ord modAnim modNotesTx">
        <pc:chgData name="Owais Ahmed" userId="6abc7d4556b3b071" providerId="LiveId" clId="{57AE1D6D-A5CE-4F6A-9493-265C0424249A}" dt="2023-03-06T05:18:42.810" v="157" actId="20577"/>
        <pc:sldMkLst>
          <pc:docMk/>
          <pc:sldMk cId="2426892836" sldId="2485"/>
        </pc:sldMkLst>
        <pc:spChg chg="mod">
          <ac:chgData name="Owais Ahmed" userId="6abc7d4556b3b071" providerId="LiveId" clId="{57AE1D6D-A5CE-4F6A-9493-265C0424249A}" dt="2023-03-06T05:18:33.993" v="154" actId="27636"/>
          <ac:spMkLst>
            <pc:docMk/>
            <pc:sldMk cId="2426892836" sldId="2485"/>
            <ac:spMk id="3" creationId="{4A1C0383-58FE-E486-295E-B33B8683B938}"/>
          </ac:spMkLst>
        </pc:spChg>
        <pc:spChg chg="mod">
          <ac:chgData name="Owais Ahmed" userId="6abc7d4556b3b071" providerId="LiveId" clId="{57AE1D6D-A5CE-4F6A-9493-265C0424249A}" dt="2023-03-06T05:17:35.540" v="94" actId="20577"/>
          <ac:spMkLst>
            <pc:docMk/>
            <pc:sldMk cId="2426892836" sldId="2485"/>
            <ac:spMk id="215" creationId="{00000000-0000-0000-0000-000000000000}"/>
          </ac:spMkLst>
        </pc:spChg>
      </pc:sldChg>
      <pc:sldChg chg="modSp add mod modAnim modNotesTx">
        <pc:chgData name="Owais Ahmed" userId="6abc7d4556b3b071" providerId="LiveId" clId="{57AE1D6D-A5CE-4F6A-9493-265C0424249A}" dt="2023-03-06T05:24:40.967" v="296" actId="255"/>
        <pc:sldMkLst>
          <pc:docMk/>
          <pc:sldMk cId="2392008630" sldId="2486"/>
        </pc:sldMkLst>
        <pc:spChg chg="mod">
          <ac:chgData name="Owais Ahmed" userId="6abc7d4556b3b071" providerId="LiveId" clId="{57AE1D6D-A5CE-4F6A-9493-265C0424249A}" dt="2023-03-06T05:24:40.967" v="296" actId="255"/>
          <ac:spMkLst>
            <pc:docMk/>
            <pc:sldMk cId="2392008630" sldId="2486"/>
            <ac:spMk id="3" creationId="{4A1C0383-58FE-E486-295E-B33B8683B938}"/>
          </ac:spMkLst>
        </pc:spChg>
        <pc:spChg chg="mod">
          <ac:chgData name="Owais Ahmed" userId="6abc7d4556b3b071" providerId="LiveId" clId="{57AE1D6D-A5CE-4F6A-9493-265C0424249A}" dt="2023-03-06T05:22:31.640" v="175" actId="20577"/>
          <ac:spMkLst>
            <pc:docMk/>
            <pc:sldMk cId="2392008630" sldId="2486"/>
            <ac:spMk id="215" creationId="{00000000-0000-0000-0000-000000000000}"/>
          </ac:spMkLst>
        </pc:spChg>
      </pc:sldChg>
      <pc:sldChg chg="modSp add mod modNotesTx">
        <pc:chgData name="Owais Ahmed" userId="6abc7d4556b3b071" providerId="LiveId" clId="{57AE1D6D-A5CE-4F6A-9493-265C0424249A}" dt="2023-03-06T05:47:29.351" v="1507" actId="27636"/>
        <pc:sldMkLst>
          <pc:docMk/>
          <pc:sldMk cId="2180074341" sldId="2487"/>
        </pc:sldMkLst>
        <pc:spChg chg="mod">
          <ac:chgData name="Owais Ahmed" userId="6abc7d4556b3b071" providerId="LiveId" clId="{57AE1D6D-A5CE-4F6A-9493-265C0424249A}" dt="2023-03-06T05:47:29.351" v="1507" actId="27636"/>
          <ac:spMkLst>
            <pc:docMk/>
            <pc:sldMk cId="2180074341" sldId="2487"/>
            <ac:spMk id="3" creationId="{4A1C0383-58FE-E486-295E-B33B8683B938}"/>
          </ac:spMkLst>
        </pc:spChg>
        <pc:spChg chg="mod">
          <ac:chgData name="Owais Ahmed" userId="6abc7d4556b3b071" providerId="LiveId" clId="{57AE1D6D-A5CE-4F6A-9493-265C0424249A}" dt="2023-03-06T05:25:03.688" v="297" actId="20577"/>
          <ac:spMkLst>
            <pc:docMk/>
            <pc:sldMk cId="2180074341" sldId="2487"/>
            <ac:spMk id="215" creationId="{00000000-0000-0000-0000-000000000000}"/>
          </ac:spMkLst>
        </pc:spChg>
      </pc:sldChg>
      <pc:sldChg chg="modSp add del mod">
        <pc:chgData name="Owais Ahmed" userId="6abc7d4556b3b071" providerId="LiveId" clId="{57AE1D6D-A5CE-4F6A-9493-265C0424249A}" dt="2023-03-06T05:48:49.281" v="1514" actId="47"/>
        <pc:sldMkLst>
          <pc:docMk/>
          <pc:sldMk cId="4084489540" sldId="2488"/>
        </pc:sldMkLst>
        <pc:spChg chg="mod">
          <ac:chgData name="Owais Ahmed" userId="6abc7d4556b3b071" providerId="LiveId" clId="{57AE1D6D-A5CE-4F6A-9493-265C0424249A}" dt="2023-03-06T05:47:42.452" v="1510" actId="27636"/>
          <ac:spMkLst>
            <pc:docMk/>
            <pc:sldMk cId="4084489540" sldId="2488"/>
            <ac:spMk id="3" creationId="{4A1C0383-58FE-E486-295E-B33B8683B938}"/>
          </ac:spMkLst>
        </pc:spChg>
      </pc:sldChg>
      <pc:sldChg chg="add del">
        <pc:chgData name="Owais Ahmed" userId="6abc7d4556b3b071" providerId="LiveId" clId="{57AE1D6D-A5CE-4F6A-9493-265C0424249A}" dt="2023-03-06T10:07:18.740" v="7130" actId="47"/>
        <pc:sldMkLst>
          <pc:docMk/>
          <pc:sldMk cId="1422298590" sldId="2489"/>
        </pc:sldMkLst>
      </pc:sldChg>
      <pc:sldChg chg="delSp modSp add mod ord delAnim modAnim">
        <pc:chgData name="Owais Ahmed" userId="6abc7d4556b3b071" providerId="LiveId" clId="{57AE1D6D-A5CE-4F6A-9493-265C0424249A}" dt="2023-03-06T10:17:43.074" v="8063" actId="255"/>
        <pc:sldMkLst>
          <pc:docMk/>
          <pc:sldMk cId="692629543" sldId="2490"/>
        </pc:sldMkLst>
        <pc:spChg chg="mod">
          <ac:chgData name="Owais Ahmed" userId="6abc7d4556b3b071" providerId="LiveId" clId="{57AE1D6D-A5CE-4F6A-9493-265C0424249A}" dt="2023-03-06T10:17:43.074" v="8063" actId="255"/>
          <ac:spMkLst>
            <pc:docMk/>
            <pc:sldMk cId="692629543" sldId="2490"/>
            <ac:spMk id="5" creationId="{D6B5DCB6-4358-037D-2AAC-2F1B1119C128}"/>
          </ac:spMkLst>
        </pc:spChg>
        <pc:spChg chg="mod">
          <ac:chgData name="Owais Ahmed" userId="6abc7d4556b3b071" providerId="LiveId" clId="{57AE1D6D-A5CE-4F6A-9493-265C0424249A}" dt="2023-03-06T10:09:10.100" v="7149" actId="20577"/>
          <ac:spMkLst>
            <pc:docMk/>
            <pc:sldMk cId="692629543" sldId="2490"/>
            <ac:spMk id="9" creationId="{27EE95FA-7E6C-9450-66FD-4F118356AE19}"/>
          </ac:spMkLst>
        </pc:spChg>
        <pc:graphicFrameChg chg="del modGraphic">
          <ac:chgData name="Owais Ahmed" userId="6abc7d4556b3b071" providerId="LiveId" clId="{57AE1D6D-A5CE-4F6A-9493-265C0424249A}" dt="2023-03-06T06:06:18.246" v="2219" actId="478"/>
          <ac:graphicFrameMkLst>
            <pc:docMk/>
            <pc:sldMk cId="692629543" sldId="2490"/>
            <ac:graphicFrameMk id="3" creationId="{9AEEB574-55E6-EBD0-248C-E37F602D2887}"/>
          </ac:graphicFrameMkLst>
        </pc:graphicFrameChg>
      </pc:sldChg>
      <pc:sldChg chg="delSp modSp add mod delAnim modAnim modNotesTx">
        <pc:chgData name="Owais Ahmed" userId="6abc7d4556b3b071" providerId="LiveId" clId="{57AE1D6D-A5CE-4F6A-9493-265C0424249A}" dt="2023-03-06T06:30:30.857" v="4789" actId="20577"/>
        <pc:sldMkLst>
          <pc:docMk/>
          <pc:sldMk cId="1357650666" sldId="2491"/>
        </pc:sldMkLst>
        <pc:spChg chg="mod">
          <ac:chgData name="Owais Ahmed" userId="6abc7d4556b3b071" providerId="LiveId" clId="{57AE1D6D-A5CE-4F6A-9493-265C0424249A}" dt="2023-03-06T06:30:30.857" v="4789" actId="20577"/>
          <ac:spMkLst>
            <pc:docMk/>
            <pc:sldMk cId="1357650666" sldId="2491"/>
            <ac:spMk id="5" creationId="{D6B5DCB6-4358-037D-2AAC-2F1B1119C128}"/>
          </ac:spMkLst>
        </pc:spChg>
        <pc:spChg chg="mod">
          <ac:chgData name="Owais Ahmed" userId="6abc7d4556b3b071" providerId="LiveId" clId="{57AE1D6D-A5CE-4F6A-9493-265C0424249A}" dt="2023-03-06T06:25:05.433" v="3968" actId="20577"/>
          <ac:spMkLst>
            <pc:docMk/>
            <pc:sldMk cId="1357650666" sldId="2491"/>
            <ac:spMk id="9" creationId="{27EE95FA-7E6C-9450-66FD-4F118356AE19}"/>
          </ac:spMkLst>
        </pc:spChg>
        <pc:graphicFrameChg chg="del">
          <ac:chgData name="Owais Ahmed" userId="6abc7d4556b3b071" providerId="LiveId" clId="{57AE1D6D-A5CE-4F6A-9493-265C0424249A}" dt="2023-03-06T06:25:08.310" v="3969" actId="478"/>
          <ac:graphicFrameMkLst>
            <pc:docMk/>
            <pc:sldMk cId="1357650666" sldId="2491"/>
            <ac:graphicFrameMk id="3" creationId="{9AEEB574-55E6-EBD0-248C-E37F602D2887}"/>
          </ac:graphicFrameMkLst>
        </pc:graphicFrameChg>
      </pc:sldChg>
      <pc:sldChg chg="modSp add mod modAnim modNotesTx">
        <pc:chgData name="Owais Ahmed" userId="6abc7d4556b3b071" providerId="LiveId" clId="{57AE1D6D-A5CE-4F6A-9493-265C0424249A}" dt="2023-03-06T09:06:05.726" v="6075" actId="20577"/>
        <pc:sldMkLst>
          <pc:docMk/>
          <pc:sldMk cId="332028716" sldId="2492"/>
        </pc:sldMkLst>
        <pc:spChg chg="mod">
          <ac:chgData name="Owais Ahmed" userId="6abc7d4556b3b071" providerId="LiveId" clId="{57AE1D6D-A5CE-4F6A-9493-265C0424249A}" dt="2023-03-06T09:06:05.726" v="6075" actId="20577"/>
          <ac:spMkLst>
            <pc:docMk/>
            <pc:sldMk cId="332028716" sldId="2492"/>
            <ac:spMk id="3" creationId="{4A1C0383-58FE-E486-295E-B33B8683B938}"/>
          </ac:spMkLst>
        </pc:spChg>
        <pc:spChg chg="mod">
          <ac:chgData name="Owais Ahmed" userId="6abc7d4556b3b071" providerId="LiveId" clId="{57AE1D6D-A5CE-4F6A-9493-265C0424249A}" dt="2023-03-06T08:58:45.579" v="5486" actId="20577"/>
          <ac:spMkLst>
            <pc:docMk/>
            <pc:sldMk cId="332028716" sldId="2492"/>
            <ac:spMk id="215" creationId="{00000000-0000-0000-0000-000000000000}"/>
          </ac:spMkLst>
        </pc:spChg>
      </pc:sldChg>
      <pc:sldChg chg="modSp add mod modAnim modNotesTx">
        <pc:chgData name="Owais Ahmed" userId="6abc7d4556b3b071" providerId="LiveId" clId="{57AE1D6D-A5CE-4F6A-9493-265C0424249A}" dt="2023-03-06T09:11:33.018" v="6243" actId="20577"/>
        <pc:sldMkLst>
          <pc:docMk/>
          <pc:sldMk cId="2744016673" sldId="2493"/>
        </pc:sldMkLst>
        <pc:spChg chg="mod">
          <ac:chgData name="Owais Ahmed" userId="6abc7d4556b3b071" providerId="LiveId" clId="{57AE1D6D-A5CE-4F6A-9493-265C0424249A}" dt="2023-03-06T09:11:33.018" v="6243" actId="20577"/>
          <ac:spMkLst>
            <pc:docMk/>
            <pc:sldMk cId="2744016673" sldId="2493"/>
            <ac:spMk id="3" creationId="{4A1C0383-58FE-E486-295E-B33B8683B938}"/>
          </ac:spMkLst>
        </pc:spChg>
        <pc:spChg chg="mod">
          <ac:chgData name="Owais Ahmed" userId="6abc7d4556b3b071" providerId="LiveId" clId="{57AE1D6D-A5CE-4F6A-9493-265C0424249A}" dt="2023-03-06T09:06:39.200" v="6094" actId="20577"/>
          <ac:spMkLst>
            <pc:docMk/>
            <pc:sldMk cId="2744016673" sldId="2493"/>
            <ac:spMk id="215" creationId="{00000000-0000-0000-0000-000000000000}"/>
          </ac:spMkLst>
        </pc:spChg>
      </pc:sldChg>
      <pc:sldChg chg="modSp add mod modAnim">
        <pc:chgData name="Owais Ahmed" userId="6abc7d4556b3b071" providerId="LiveId" clId="{57AE1D6D-A5CE-4F6A-9493-265C0424249A}" dt="2023-03-06T09:18:13.627" v="6598" actId="14100"/>
        <pc:sldMkLst>
          <pc:docMk/>
          <pc:sldMk cId="910229267" sldId="2494"/>
        </pc:sldMkLst>
        <pc:spChg chg="mod">
          <ac:chgData name="Owais Ahmed" userId="6abc7d4556b3b071" providerId="LiveId" clId="{57AE1D6D-A5CE-4F6A-9493-265C0424249A}" dt="2023-03-06T09:18:13.627" v="6598" actId="14100"/>
          <ac:spMkLst>
            <pc:docMk/>
            <pc:sldMk cId="910229267" sldId="2494"/>
            <ac:spMk id="3" creationId="{4A1C0383-58FE-E486-295E-B33B8683B938}"/>
          </ac:spMkLst>
        </pc:spChg>
        <pc:spChg chg="mod">
          <ac:chgData name="Owais Ahmed" userId="6abc7d4556b3b071" providerId="LiveId" clId="{57AE1D6D-A5CE-4F6A-9493-265C0424249A}" dt="2023-03-06T09:12:15.928" v="6269" actId="20577"/>
          <ac:spMkLst>
            <pc:docMk/>
            <pc:sldMk cId="910229267" sldId="2494"/>
            <ac:spMk id="215" creationId="{00000000-0000-0000-0000-000000000000}"/>
          </ac:spMkLst>
        </pc:spChg>
      </pc:sldChg>
      <pc:sldChg chg="modSp add del mod modAnim">
        <pc:chgData name="Owais Ahmed" userId="6abc7d4556b3b071" providerId="LiveId" clId="{57AE1D6D-A5CE-4F6A-9493-265C0424249A}" dt="2023-03-06T09:21:54.547" v="6672" actId="47"/>
        <pc:sldMkLst>
          <pc:docMk/>
          <pc:sldMk cId="313325256" sldId="2495"/>
        </pc:sldMkLst>
        <pc:spChg chg="mod">
          <ac:chgData name="Owais Ahmed" userId="6abc7d4556b3b071" providerId="LiveId" clId="{57AE1D6D-A5CE-4F6A-9493-265C0424249A}" dt="2023-03-06T09:20:06.384" v="6666" actId="20577"/>
          <ac:spMkLst>
            <pc:docMk/>
            <pc:sldMk cId="313325256" sldId="2495"/>
            <ac:spMk id="3" creationId="{4A1C0383-58FE-E486-295E-B33B8683B938}"/>
          </ac:spMkLst>
        </pc:spChg>
      </pc:sldChg>
      <pc:sldChg chg="modSp add">
        <pc:chgData name="Owais Ahmed" userId="6abc7d4556b3b071" providerId="LiveId" clId="{57AE1D6D-A5CE-4F6A-9493-265C0424249A}" dt="2023-03-06T09:21:45.405" v="6670" actId="403"/>
        <pc:sldMkLst>
          <pc:docMk/>
          <pc:sldMk cId="4183735996" sldId="2496"/>
        </pc:sldMkLst>
        <pc:spChg chg="mod">
          <ac:chgData name="Owais Ahmed" userId="6abc7d4556b3b071" providerId="LiveId" clId="{57AE1D6D-A5CE-4F6A-9493-265C0424249A}" dt="2023-03-06T09:21:45.405" v="6670" actId="403"/>
          <ac:spMkLst>
            <pc:docMk/>
            <pc:sldMk cId="4183735996" sldId="2496"/>
            <ac:spMk id="3" creationId="{4A1C0383-58FE-E486-295E-B33B8683B938}"/>
          </ac:spMkLst>
        </pc:spChg>
      </pc:sldChg>
      <pc:sldChg chg="modSp add mod modAnim">
        <pc:chgData name="Owais Ahmed" userId="6abc7d4556b3b071" providerId="LiveId" clId="{57AE1D6D-A5CE-4F6A-9493-265C0424249A}" dt="2023-03-06T09:24:13.222" v="6842" actId="404"/>
        <pc:sldMkLst>
          <pc:docMk/>
          <pc:sldMk cId="2021183974" sldId="2497"/>
        </pc:sldMkLst>
        <pc:spChg chg="mod">
          <ac:chgData name="Owais Ahmed" userId="6abc7d4556b3b071" providerId="LiveId" clId="{57AE1D6D-A5CE-4F6A-9493-265C0424249A}" dt="2023-03-06T09:24:13.222" v="6842" actId="404"/>
          <ac:spMkLst>
            <pc:docMk/>
            <pc:sldMk cId="2021183974" sldId="2497"/>
            <ac:spMk id="3" creationId="{4A1C0383-58FE-E486-295E-B33B8683B938}"/>
          </ac:spMkLst>
        </pc:spChg>
      </pc:sldChg>
      <pc:sldChg chg="modSp add del mod ord modAnim">
        <pc:chgData name="Owais Ahmed" userId="6abc7d4556b3b071" providerId="LiveId" clId="{57AE1D6D-A5CE-4F6A-9493-265C0424249A}" dt="2023-03-06T10:06:18.106" v="7129" actId="47"/>
        <pc:sldMkLst>
          <pc:docMk/>
          <pc:sldMk cId="277066834" sldId="2498"/>
        </pc:sldMkLst>
        <pc:spChg chg="mod">
          <ac:chgData name="Owais Ahmed" userId="6abc7d4556b3b071" providerId="LiveId" clId="{57AE1D6D-A5CE-4F6A-9493-265C0424249A}" dt="2023-03-06T09:45:27.069" v="7049" actId="403"/>
          <ac:spMkLst>
            <pc:docMk/>
            <pc:sldMk cId="277066834" sldId="2498"/>
            <ac:spMk id="3" creationId="{4A1C0383-58FE-E486-295E-B33B8683B938}"/>
          </ac:spMkLst>
        </pc:spChg>
        <pc:spChg chg="mod">
          <ac:chgData name="Owais Ahmed" userId="6abc7d4556b3b071" providerId="LiveId" clId="{57AE1D6D-A5CE-4F6A-9493-265C0424249A}" dt="2023-03-06T09:45:15.162" v="7031" actId="20577"/>
          <ac:spMkLst>
            <pc:docMk/>
            <pc:sldMk cId="277066834" sldId="2498"/>
            <ac:spMk id="215" creationId="{00000000-0000-0000-0000-000000000000}"/>
          </ac:spMkLst>
        </pc:spChg>
      </pc:sldChg>
      <pc:sldChg chg="modSp add del modAnim">
        <pc:chgData name="Owais Ahmed" userId="6abc7d4556b3b071" providerId="LiveId" clId="{57AE1D6D-A5CE-4F6A-9493-265C0424249A}" dt="2023-03-06T09:41:36.429" v="6846" actId="2890"/>
        <pc:sldMkLst>
          <pc:docMk/>
          <pc:sldMk cId="1082873489" sldId="2498"/>
        </pc:sldMkLst>
        <pc:spChg chg="mod">
          <ac:chgData name="Owais Ahmed" userId="6abc7d4556b3b071" providerId="LiveId" clId="{57AE1D6D-A5CE-4F6A-9493-265C0424249A}" dt="2023-03-06T09:41:31.568" v="6844" actId="20577"/>
          <ac:spMkLst>
            <pc:docMk/>
            <pc:sldMk cId="1082873489" sldId="2498"/>
            <ac:spMk id="5" creationId="{D6B5DCB6-4358-037D-2AAC-2F1B1119C128}"/>
          </ac:spMkLst>
        </pc:spChg>
      </pc:sldChg>
      <pc:sldChg chg="addSp delSp modSp add mod modAnim">
        <pc:chgData name="Owais Ahmed" userId="6abc7d4556b3b071" providerId="LiveId" clId="{57AE1D6D-A5CE-4F6A-9493-265C0424249A}" dt="2023-03-06T10:04:15.262" v="7128"/>
        <pc:sldMkLst>
          <pc:docMk/>
          <pc:sldMk cId="2461819977" sldId="2499"/>
        </pc:sldMkLst>
        <pc:spChg chg="del">
          <ac:chgData name="Owais Ahmed" userId="6abc7d4556b3b071" providerId="LiveId" clId="{57AE1D6D-A5CE-4F6A-9493-265C0424249A}" dt="2023-03-06T09:48:21.879" v="7057"/>
          <ac:spMkLst>
            <pc:docMk/>
            <pc:sldMk cId="2461819977" sldId="2499"/>
            <ac:spMk id="2" creationId="{5BD75907-4EF7-3426-B22D-F53125E3D807}"/>
          </ac:spMkLst>
        </pc:spChg>
        <pc:spChg chg="mod">
          <ac:chgData name="Owais Ahmed" userId="6abc7d4556b3b071" providerId="LiveId" clId="{57AE1D6D-A5CE-4F6A-9493-265C0424249A}" dt="2023-03-06T09:46:21.347" v="7056" actId="403"/>
          <ac:spMkLst>
            <pc:docMk/>
            <pc:sldMk cId="2461819977" sldId="2499"/>
            <ac:spMk id="5" creationId="{D6B5DCB6-4358-037D-2AAC-2F1B1119C128}"/>
          </ac:spMkLst>
        </pc:spChg>
        <pc:spChg chg="mod">
          <ac:chgData name="Owais Ahmed" userId="6abc7d4556b3b071" providerId="LiveId" clId="{57AE1D6D-A5CE-4F6A-9493-265C0424249A}" dt="2023-03-06T09:46:11.927" v="7051"/>
          <ac:spMkLst>
            <pc:docMk/>
            <pc:sldMk cId="2461819977" sldId="2499"/>
            <ac:spMk id="9" creationId="{27EE95FA-7E6C-9450-66FD-4F118356AE19}"/>
          </ac:spMkLst>
        </pc:spChg>
        <pc:picChg chg="add mod">
          <ac:chgData name="Owais Ahmed" userId="6abc7d4556b3b071" providerId="LiveId" clId="{57AE1D6D-A5CE-4F6A-9493-265C0424249A}" dt="2023-03-06T10:02:30.925" v="7123" actId="732"/>
          <ac:picMkLst>
            <pc:docMk/>
            <pc:sldMk cId="2461819977" sldId="2499"/>
            <ac:picMk id="3" creationId="{C7D15564-73D0-93EB-9ECE-ABE1AF60AC39}"/>
          </ac:picMkLst>
        </pc:picChg>
        <pc:picChg chg="add mod">
          <ac:chgData name="Owais Ahmed" userId="6abc7d4556b3b071" providerId="LiveId" clId="{57AE1D6D-A5CE-4F6A-9493-265C0424249A}" dt="2023-03-06T09:48:21.879" v="7057"/>
          <ac:picMkLst>
            <pc:docMk/>
            <pc:sldMk cId="2461819977" sldId="2499"/>
            <ac:picMk id="1026" creationId="{4E9BC237-8DFF-7D68-3479-17D18AE1EDB9}"/>
          </ac:picMkLst>
        </pc:picChg>
        <pc:picChg chg="add mod">
          <ac:chgData name="Owais Ahmed" userId="6abc7d4556b3b071" providerId="LiveId" clId="{57AE1D6D-A5CE-4F6A-9493-265C0424249A}" dt="2023-03-06T09:53:05.214" v="7064" actId="1076"/>
          <ac:picMkLst>
            <pc:docMk/>
            <pc:sldMk cId="2461819977" sldId="2499"/>
            <ac:picMk id="1028" creationId="{1D0FCAD3-8A03-E23C-1D6C-B9F4A1A4C503}"/>
          </ac:picMkLst>
        </pc:picChg>
        <pc:picChg chg="add mod">
          <ac:chgData name="Owais Ahmed" userId="6abc7d4556b3b071" providerId="LiveId" clId="{57AE1D6D-A5CE-4F6A-9493-265C0424249A}" dt="2023-03-06T10:01:24.971" v="7101" actId="1076"/>
          <ac:picMkLst>
            <pc:docMk/>
            <pc:sldMk cId="2461819977" sldId="2499"/>
            <ac:picMk id="1030" creationId="{7295A43C-8BB3-BF50-274C-F773C06F244B}"/>
          </ac:picMkLst>
        </pc:picChg>
        <pc:picChg chg="add mod">
          <ac:chgData name="Owais Ahmed" userId="6abc7d4556b3b071" providerId="LiveId" clId="{57AE1D6D-A5CE-4F6A-9493-265C0424249A}" dt="2023-03-06T10:01:48.755" v="7119" actId="1076"/>
          <ac:picMkLst>
            <pc:docMk/>
            <pc:sldMk cId="2461819977" sldId="2499"/>
            <ac:picMk id="1032" creationId="{58D7C36B-5032-1278-7DB4-7235C150FE0D}"/>
          </ac:picMkLst>
        </pc:picChg>
        <pc:picChg chg="add del mod">
          <ac:chgData name="Owais Ahmed" userId="6abc7d4556b3b071" providerId="LiveId" clId="{57AE1D6D-A5CE-4F6A-9493-265C0424249A}" dt="2023-03-06T10:01:43.013" v="7118" actId="21"/>
          <ac:picMkLst>
            <pc:docMk/>
            <pc:sldMk cId="2461819977" sldId="2499"/>
            <ac:picMk id="1034" creationId="{912C4941-AF8D-8DEE-C8C1-F331B840ED1E}"/>
          </ac:picMkLst>
        </pc:picChg>
        <pc:picChg chg="add mod">
          <ac:chgData name="Owais Ahmed" userId="6abc7d4556b3b071" providerId="LiveId" clId="{57AE1D6D-A5CE-4F6A-9493-265C0424249A}" dt="2023-03-06T10:04:09.787" v="7126" actId="1076"/>
          <ac:picMkLst>
            <pc:docMk/>
            <pc:sldMk cId="2461819977" sldId="2499"/>
            <ac:picMk id="1036" creationId="{0AC7BD4F-2C68-F990-BF52-0723B70406CA}"/>
          </ac:picMkLst>
        </pc:picChg>
      </pc:sldChg>
      <pc:sldChg chg="modSp add mod modAnim">
        <pc:chgData name="Owais Ahmed" userId="6abc7d4556b3b071" providerId="LiveId" clId="{57AE1D6D-A5CE-4F6A-9493-265C0424249A}" dt="2023-03-06T10:20:29.035" v="8275" actId="20577"/>
        <pc:sldMkLst>
          <pc:docMk/>
          <pc:sldMk cId="1735756904" sldId="2500"/>
        </pc:sldMkLst>
        <pc:spChg chg="mod">
          <ac:chgData name="Owais Ahmed" userId="6abc7d4556b3b071" providerId="LiveId" clId="{57AE1D6D-A5CE-4F6A-9493-265C0424249A}" dt="2023-03-06T10:20:29.035" v="8275" actId="20577"/>
          <ac:spMkLst>
            <pc:docMk/>
            <pc:sldMk cId="1735756904" sldId="2500"/>
            <ac:spMk id="5" creationId="{D6B5DCB6-4358-037D-2AAC-2F1B1119C128}"/>
          </ac:spMkLst>
        </pc:spChg>
        <pc:spChg chg="mod">
          <ac:chgData name="Owais Ahmed" userId="6abc7d4556b3b071" providerId="LiveId" clId="{57AE1D6D-A5CE-4F6A-9493-265C0424249A}" dt="2023-03-06T10:09:20.169" v="7161" actId="20577"/>
          <ac:spMkLst>
            <pc:docMk/>
            <pc:sldMk cId="1735756904" sldId="2500"/>
            <ac:spMk id="9" creationId="{27EE95FA-7E6C-9450-66FD-4F118356AE1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4/21/2023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4/21/2023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The way selectors are defined are not like JSON. There are also no Arrays in CSS</a:t>
            </a:r>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2751149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IOC or Inversion of Control is a software pattern which hands over the control over the code to an external entity</a:t>
            </a:r>
          </a:p>
          <a:p>
            <a:pPr marL="228600" indent="-228600">
              <a:buAutoNum type="arabicPeriod"/>
            </a:pPr>
            <a:r>
              <a:rPr lang="en-US" sz="1200" dirty="0"/>
              <a:t>Open the index.html file for reference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2081705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Go to https://hslpicker.com for </a:t>
            </a:r>
            <a:r>
              <a:rPr lang="en-US" sz="1200" dirty="0" err="1"/>
              <a:t>Colour</a:t>
            </a:r>
            <a:r>
              <a:rPr lang="en-US" sz="1200" dirty="0"/>
              <a:t> pickers</a:t>
            </a:r>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2685354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sz="1200"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4182565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At this point, remind the students to try these examples out</a:t>
            </a:r>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37644635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Total width = element width + left padding + right padding + border + left margin + right margin</a:t>
            </a:r>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4242881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Just like letter-spacing, we also have word-spacing </a:t>
            </a:r>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33375020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Just like letter-spacing, we also have word-spacing </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21643033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sz="1200"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24211121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Try these yourself. Turn a div into rounded corner and a paragraph to multi-column</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29192762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Arguably the most frequently used Layout element to design flexible and responsive layouts</a:t>
            </a:r>
          </a:p>
          <a:p>
            <a:pPr marL="228600" indent="-228600">
              <a:buAutoNum type="arabicPeriod"/>
            </a:pPr>
            <a:endParaRPr lang="en-US" sz="1200"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29609469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But why use CDN instead of assets?</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5789279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The rem system. 1rem = the font size of element; 1.5rem is 150% of its font size. If the font size is 16px, then 3rem=48px</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861049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sz="1200"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27858573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sz="1200"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1314832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sz="1200"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29653351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sz="1200"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1913005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sz="1200"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25434426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sz="1200"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21</a:t>
            </a:fld>
            <a:endParaRPr lang="en-US" dirty="0"/>
          </a:p>
        </p:txBody>
      </p:sp>
    </p:spTree>
    <p:extLst>
      <p:ext uri="{BB962C8B-B14F-4D97-AF65-F5344CB8AC3E}">
        <p14:creationId xmlns:p14="http://schemas.microsoft.com/office/powerpoint/2010/main" val="41504096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sz="1200" dirty="0"/>
              <a:t>The progress can be changed via JavaScript</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22</a:t>
            </a:fld>
            <a:endParaRPr lang="en-US" dirty="0"/>
          </a:p>
        </p:txBody>
      </p:sp>
    </p:spTree>
    <p:extLst>
      <p:ext uri="{BB962C8B-B14F-4D97-AF65-F5344CB8AC3E}">
        <p14:creationId xmlns:p14="http://schemas.microsoft.com/office/powerpoint/2010/main" val="8083824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sz="1200"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23</a:t>
            </a:fld>
            <a:endParaRPr lang="en-US" dirty="0"/>
          </a:p>
        </p:txBody>
      </p:sp>
    </p:spTree>
    <p:extLst>
      <p:ext uri="{BB962C8B-B14F-4D97-AF65-F5344CB8AC3E}">
        <p14:creationId xmlns:p14="http://schemas.microsoft.com/office/powerpoint/2010/main" val="2420844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510565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3"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8" Type="http://schemas.openxmlformats.org/officeDocument/2006/relationships/image" Target="../media/image10.png"/><Relationship Id="rId3" Type="http://schemas.microsoft.com/office/2007/relationships/hdphoto" Target="../media/hdphoto1.wdp"/><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Web APPLICATION Development (111834)</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392783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20" y="2078874"/>
            <a:ext cx="4114800" cy="4220325"/>
          </a:xfrm>
        </p:spPr>
        <p:txBody>
          <a:bodyPr/>
          <a:lstStyle/>
          <a:p>
            <a:r>
              <a:rPr lang="en-US" sz="1800" b="0" i="0" u="none" strike="noStrike" baseline="0" dirty="0">
                <a:solidFill>
                  <a:srgbClr val="404040"/>
                </a:solidFill>
                <a:latin typeface="Trebuchet MS" panose="020B0603020202020204" pitchFamily="34" charset="0"/>
              </a:rPr>
              <a:t>Cascading Style Sheets</a:t>
            </a:r>
          </a:p>
          <a:p>
            <a:r>
              <a:rPr lang="en-US" dirty="0">
                <a:solidFill>
                  <a:srgbClr val="404040"/>
                </a:solidFill>
                <a:latin typeface="Trebuchet MS" panose="020B0603020202020204" pitchFamily="34" charset="0"/>
              </a:rPr>
              <a:t>Styling elements, groups and sections (IOC pattern)</a:t>
            </a:r>
          </a:p>
          <a:p>
            <a:r>
              <a:rPr lang="en-US" dirty="0">
                <a:solidFill>
                  <a:srgbClr val="404040"/>
                </a:solidFill>
                <a:latin typeface="Trebuchet MS" panose="020B0603020202020204" pitchFamily="34" charset="0"/>
              </a:rPr>
              <a:t>Common Styling Attributes</a:t>
            </a:r>
          </a:p>
          <a:p>
            <a:r>
              <a:rPr lang="en-US" dirty="0">
                <a:solidFill>
                  <a:srgbClr val="404040"/>
                </a:solidFill>
                <a:latin typeface="Trebuchet MS" panose="020B0603020202020204" pitchFamily="34" charset="0"/>
              </a:rPr>
              <a:t>Advanced CSS</a:t>
            </a:r>
          </a:p>
          <a:p>
            <a:r>
              <a:rPr lang="en-US" dirty="0">
                <a:solidFill>
                  <a:srgbClr val="404040"/>
                </a:solidFill>
                <a:latin typeface="Trebuchet MS" panose="020B0603020202020204" pitchFamily="34" charset="0"/>
              </a:rPr>
              <a:t>Bootstrap</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Cascading Style Sheets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3733439"/>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 non-compiled, asset file with .</a:t>
            </a:r>
            <a:r>
              <a:rPr lang="en-US" sz="3200" dirty="0" err="1"/>
              <a:t>css</a:t>
            </a:r>
            <a:r>
              <a:rPr lang="en-US" sz="3200" dirty="0"/>
              <a:t> extension</a:t>
            </a:r>
          </a:p>
          <a:p>
            <a:pPr>
              <a:lnSpc>
                <a:spcPct val="120000"/>
              </a:lnSpc>
              <a:buFont typeface="Wingdings" panose="05000000000000000000" pitchFamily="2" charset="2"/>
              <a:buChar char="§"/>
            </a:pPr>
            <a:r>
              <a:rPr lang="en-US" sz="3200" dirty="0"/>
              <a:t>Similar to JSON, but not the same</a:t>
            </a:r>
          </a:p>
          <a:p>
            <a:pPr>
              <a:lnSpc>
                <a:spcPct val="120000"/>
              </a:lnSpc>
              <a:buFont typeface="Wingdings" panose="05000000000000000000" pitchFamily="2" charset="2"/>
              <a:buChar char="§"/>
            </a:pPr>
            <a:r>
              <a:rPr lang="en-US" sz="3200" dirty="0"/>
              <a:t>Syntax:</a:t>
            </a:r>
          </a:p>
          <a:p>
            <a:pPr lvl="1">
              <a:lnSpc>
                <a:spcPct val="120000"/>
              </a:lnSpc>
              <a:buFont typeface="Wingdings" panose="05000000000000000000" pitchFamily="2" charset="2"/>
              <a:buChar char="§"/>
            </a:pPr>
            <a:r>
              <a:rPr lang="en-US" sz="3000" dirty="0"/>
              <a:t>Selector: name/group/class of the tag(s) to apply styles on</a:t>
            </a:r>
          </a:p>
          <a:p>
            <a:pPr lvl="1">
              <a:lnSpc>
                <a:spcPct val="120000"/>
              </a:lnSpc>
              <a:buFont typeface="Wingdings" panose="05000000000000000000" pitchFamily="2" charset="2"/>
              <a:buChar char="§"/>
            </a:pPr>
            <a:r>
              <a:rPr lang="en-US" sz="3000" dirty="0"/>
              <a:t>Declaration: key-value pairs of styling attributes and their values</a:t>
            </a:r>
          </a:p>
        </p:txBody>
      </p:sp>
      <p:pic>
        <p:nvPicPr>
          <p:cNvPr id="7" name="Picture 6">
            <a:extLst>
              <a:ext uri="{FF2B5EF4-FFF2-40B4-BE49-F238E27FC236}">
                <a16:creationId xmlns:a16="http://schemas.microsoft.com/office/drawing/2014/main" id="{6F4A1CFE-123E-08F2-2F5A-7F109E06DEED}"/>
              </a:ext>
            </a:extLst>
          </p:cNvPr>
          <p:cNvPicPr>
            <a:picLocks noChangeAspect="1"/>
          </p:cNvPicPr>
          <p:nvPr/>
        </p:nvPicPr>
        <p:blipFill>
          <a:blip r:embed="rId3"/>
          <a:stretch>
            <a:fillRect/>
          </a:stretch>
        </p:blipFill>
        <p:spPr>
          <a:xfrm>
            <a:off x="3390665" y="5266026"/>
            <a:ext cx="5410669" cy="1158340"/>
          </a:xfrm>
          <a:prstGeom prst="rect">
            <a:avLst/>
          </a:prstGeom>
        </p:spPr>
      </p:pic>
    </p:spTree>
    <p:extLst>
      <p:ext uri="{BB962C8B-B14F-4D97-AF65-F5344CB8AC3E}">
        <p14:creationId xmlns:p14="http://schemas.microsoft.com/office/powerpoint/2010/main" val="1924801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Styling Elements, Groups, and Sections, </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numCol="2">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Styling individual elements using </a:t>
            </a:r>
            <a:r>
              <a:rPr lang="en-US" sz="3200" i="1" dirty="0"/>
              <a:t>id</a:t>
            </a:r>
            <a:r>
              <a:rPr lang="en-US" sz="3200" dirty="0"/>
              <a:t>:</a:t>
            </a:r>
          </a:p>
          <a:p>
            <a:pPr marL="0" indent="0">
              <a:lnSpc>
                <a:spcPct val="100000"/>
              </a:lnSpc>
              <a:buNone/>
            </a:pPr>
            <a:r>
              <a:rPr lang="en-US" sz="2600" dirty="0">
                <a:solidFill>
                  <a:schemeClr val="accent5">
                    <a:lumMod val="75000"/>
                    <a:lumOff val="25000"/>
                  </a:schemeClr>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#aboutus {</a:t>
            </a:r>
          </a:p>
          <a:p>
            <a:pPr marL="0" indent="0">
              <a:lnSpc>
                <a:spcPct val="100000"/>
              </a:lnSpc>
              <a:buNone/>
            </a:pPr>
            <a:r>
              <a:rPr lang="en-US" sz="2600" dirty="0">
                <a:solidFill>
                  <a:schemeClr val="accent5">
                    <a:lumMod val="75000"/>
                    <a:lumOff val="25000"/>
                  </a:schemeClr>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   font-family: cursive;</a:t>
            </a:r>
          </a:p>
          <a:p>
            <a:pPr marL="0" indent="0">
              <a:lnSpc>
                <a:spcPct val="100000"/>
              </a:lnSpc>
              <a:buNone/>
            </a:pPr>
            <a:r>
              <a:rPr lang="en-US" sz="2600" dirty="0">
                <a:solidFill>
                  <a:schemeClr val="accent5">
                    <a:lumMod val="75000"/>
                    <a:lumOff val="25000"/>
                  </a:schemeClr>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   text-align: center;</a:t>
            </a:r>
          </a:p>
          <a:p>
            <a:pPr marL="0" indent="0">
              <a:lnSpc>
                <a:spcPct val="100000"/>
              </a:lnSpc>
              <a:buNone/>
            </a:pPr>
            <a:r>
              <a:rPr lang="en-US" sz="2600" dirty="0">
                <a:solidFill>
                  <a:schemeClr val="accent5">
                    <a:lumMod val="75000"/>
                    <a:lumOff val="25000"/>
                  </a:schemeClr>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a:t>
            </a:r>
          </a:p>
          <a:p>
            <a:pPr>
              <a:lnSpc>
                <a:spcPct val="120000"/>
              </a:lnSpc>
              <a:buFont typeface="Wingdings" panose="05000000000000000000" pitchFamily="2" charset="2"/>
              <a:buChar char="§"/>
            </a:pPr>
            <a:r>
              <a:rPr lang="en-US" sz="3200" dirty="0"/>
              <a:t>Styling HTML tags using tag name:</a:t>
            </a:r>
          </a:p>
          <a:p>
            <a:pPr marL="0" indent="0">
              <a:lnSpc>
                <a:spcPct val="100000"/>
              </a:lnSpc>
              <a:buNone/>
            </a:pPr>
            <a:r>
              <a:rPr lang="en-US" sz="2600" dirty="0">
                <a:solidFill>
                  <a:schemeClr val="accent5">
                    <a:lumMod val="75000"/>
                    <a:lumOff val="25000"/>
                  </a:schemeClr>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h1 {</a:t>
            </a:r>
          </a:p>
          <a:p>
            <a:pPr marL="0" indent="0">
              <a:lnSpc>
                <a:spcPct val="100000"/>
              </a:lnSpc>
              <a:buNone/>
            </a:pPr>
            <a:r>
              <a:rPr lang="en-US" sz="2600" dirty="0">
                <a:solidFill>
                  <a:schemeClr val="accent5">
                    <a:lumMod val="75000"/>
                    <a:lumOff val="25000"/>
                  </a:schemeClr>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   font-size: 50px;</a:t>
            </a:r>
          </a:p>
          <a:p>
            <a:pPr marL="0" indent="0">
              <a:lnSpc>
                <a:spcPct val="100000"/>
              </a:lnSpc>
              <a:buNone/>
            </a:pPr>
            <a:r>
              <a:rPr lang="en-US" sz="2600" dirty="0">
                <a:solidFill>
                  <a:schemeClr val="accent5">
                    <a:lumMod val="75000"/>
                    <a:lumOff val="25000"/>
                  </a:schemeClr>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a:t>
            </a:r>
          </a:p>
          <a:p>
            <a:pPr>
              <a:lnSpc>
                <a:spcPct val="120000"/>
              </a:lnSpc>
              <a:buFont typeface="Wingdings" panose="05000000000000000000" pitchFamily="2" charset="2"/>
              <a:buChar char="§"/>
            </a:pPr>
            <a:r>
              <a:rPr lang="en-US" sz="3200" dirty="0"/>
              <a:t>Styling groups using class:</a:t>
            </a:r>
          </a:p>
          <a:p>
            <a:pPr marL="0" indent="0">
              <a:lnSpc>
                <a:spcPct val="100000"/>
              </a:lnSpc>
              <a:buNone/>
            </a:pPr>
            <a:r>
              <a:rPr lang="en-US" sz="2600" dirty="0">
                <a:solidFill>
                  <a:schemeClr val="accent5">
                    <a:lumMod val="75000"/>
                    <a:lumOff val="25000"/>
                  </a:schemeClr>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.header {</a:t>
            </a:r>
          </a:p>
          <a:p>
            <a:pPr marL="0" indent="0">
              <a:lnSpc>
                <a:spcPct val="100000"/>
              </a:lnSpc>
              <a:buNone/>
            </a:pPr>
            <a:r>
              <a:rPr lang="en-US" sz="2600" dirty="0">
                <a:solidFill>
                  <a:schemeClr val="accent5">
                    <a:lumMod val="75000"/>
                    <a:lumOff val="25000"/>
                  </a:schemeClr>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   padding: 30px;</a:t>
            </a:r>
          </a:p>
          <a:p>
            <a:pPr marL="0" indent="0">
              <a:lnSpc>
                <a:spcPct val="100000"/>
              </a:lnSpc>
              <a:buNone/>
            </a:pPr>
            <a:r>
              <a:rPr lang="en-US" sz="2600" dirty="0">
                <a:solidFill>
                  <a:schemeClr val="accent5">
                    <a:lumMod val="75000"/>
                    <a:lumOff val="25000"/>
                  </a:schemeClr>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   text-align: center;</a:t>
            </a:r>
          </a:p>
          <a:p>
            <a:pPr marL="0" indent="0">
              <a:lnSpc>
                <a:spcPct val="100000"/>
              </a:lnSpc>
              <a:buNone/>
            </a:pPr>
            <a:r>
              <a:rPr lang="en-US" sz="2600" dirty="0">
                <a:solidFill>
                  <a:schemeClr val="accent5">
                    <a:lumMod val="75000"/>
                    <a:lumOff val="25000"/>
                  </a:schemeClr>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   background: white;</a:t>
            </a:r>
          </a:p>
          <a:p>
            <a:pPr marL="0" indent="0">
              <a:lnSpc>
                <a:spcPct val="100000"/>
              </a:lnSpc>
              <a:buNone/>
            </a:pPr>
            <a:r>
              <a:rPr lang="en-US" sz="2600" dirty="0">
                <a:solidFill>
                  <a:schemeClr val="accent5">
                    <a:lumMod val="75000"/>
                    <a:lumOff val="25000"/>
                  </a:schemeClr>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a:t>
            </a:r>
            <a:endParaRPr lang="en-US" sz="2600" dirty="0"/>
          </a:p>
          <a:p>
            <a:pPr>
              <a:lnSpc>
                <a:spcPct val="120000"/>
              </a:lnSpc>
              <a:buFont typeface="Wingdings" panose="05000000000000000000" pitchFamily="2" charset="2"/>
              <a:buChar char="§"/>
            </a:pPr>
            <a:r>
              <a:rPr lang="en-US" sz="3200" dirty="0"/>
              <a:t>Wild card styling</a:t>
            </a:r>
          </a:p>
          <a:p>
            <a:pPr marL="0" indent="0">
              <a:lnSpc>
                <a:spcPct val="100000"/>
              </a:lnSpc>
              <a:buNone/>
            </a:pPr>
            <a:r>
              <a:rPr lang="en-US" sz="2600" dirty="0">
                <a:solidFill>
                  <a:schemeClr val="accent5">
                    <a:lumMod val="75000"/>
                    <a:lumOff val="25000"/>
                  </a:schemeClr>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 {</a:t>
            </a:r>
          </a:p>
          <a:p>
            <a:pPr marL="0" indent="0">
              <a:lnSpc>
                <a:spcPct val="100000"/>
              </a:lnSpc>
              <a:buNone/>
            </a:pPr>
            <a:r>
              <a:rPr lang="en-US" sz="2600" dirty="0">
                <a:solidFill>
                  <a:schemeClr val="accent5">
                    <a:lumMod val="75000"/>
                    <a:lumOff val="25000"/>
                  </a:schemeClr>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   box-sizing: border-box;</a:t>
            </a:r>
          </a:p>
          <a:p>
            <a:pPr marL="0" indent="0">
              <a:lnSpc>
                <a:spcPct val="100000"/>
              </a:lnSpc>
              <a:buNone/>
            </a:pPr>
            <a:r>
              <a:rPr lang="en-US" sz="2600" dirty="0">
                <a:solidFill>
                  <a:schemeClr val="accent5">
                    <a:lumMod val="75000"/>
                    <a:lumOff val="25000"/>
                  </a:schemeClr>
                </a:solidFill>
                <a:latin typeface="Cascadia Code SemiLight" panose="020B0609020000020004" pitchFamily="49" charset="0"/>
                <a:ea typeface="Cascadia Code SemiLight" panose="020B0609020000020004" pitchFamily="49" charset="0"/>
                <a:cs typeface="Cascadia Code SemiLight" panose="020B0609020000020004" pitchFamily="49" charset="0"/>
              </a:rPr>
              <a:t>}</a:t>
            </a:r>
            <a:endParaRPr lang="en-US" sz="3000" dirty="0"/>
          </a:p>
          <a:p>
            <a:pPr>
              <a:lnSpc>
                <a:spcPct val="120000"/>
              </a:lnSpc>
              <a:buFont typeface="Wingdings" panose="05000000000000000000" pitchFamily="2" charset="2"/>
              <a:buChar char="§"/>
            </a:pPr>
            <a:r>
              <a:rPr lang="en-US" sz="3000" dirty="0"/>
              <a:t>Tips: Use comma-separated selectors. Use ‘&gt;’ for child elements</a:t>
            </a:r>
          </a:p>
        </p:txBody>
      </p:sp>
    </p:spTree>
    <p:extLst>
      <p:ext uri="{BB962C8B-B14F-4D97-AF65-F5344CB8AC3E}">
        <p14:creationId xmlns:p14="http://schemas.microsoft.com/office/powerpoint/2010/main" val="2392008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6" end="1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17" end="17"/>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Common Styling Attributes - </a:t>
            </a:r>
            <a:r>
              <a:rPr lang="en-US" sz="3200" dirty="0" err="1">
                <a:solidFill>
                  <a:srgbClr val="FFFFFF"/>
                </a:solidFill>
                <a:latin typeface="Arial"/>
                <a:cs typeface="Arial"/>
              </a:rPr>
              <a:t>Colours</a:t>
            </a:r>
            <a:endParaRPr lang="en-US" sz="3200" dirty="0">
              <a:solidFill>
                <a:srgbClr val="FFFFFF"/>
              </a:solidFill>
              <a:latin typeface="Arial"/>
              <a:cs typeface="Arial"/>
            </a:endParaRP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numCol="1">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Attribute: </a:t>
            </a:r>
            <a:r>
              <a:rPr lang="en-US" sz="3200" u="sng" dirty="0"/>
              <a:t>color: &lt;value&gt;</a:t>
            </a:r>
            <a:r>
              <a:rPr lang="en-US" sz="3200" dirty="0"/>
              <a:t> for text </a:t>
            </a:r>
            <a:r>
              <a:rPr lang="en-US" sz="3200" dirty="0" err="1"/>
              <a:t>colour</a:t>
            </a:r>
            <a:endParaRPr lang="en-US" sz="3200" dirty="0"/>
          </a:p>
          <a:p>
            <a:pPr>
              <a:lnSpc>
                <a:spcPct val="120000"/>
              </a:lnSpc>
              <a:buFont typeface="Wingdings" panose="05000000000000000000" pitchFamily="2" charset="2"/>
              <a:buChar char="§"/>
            </a:pPr>
            <a:r>
              <a:rPr lang="en-US" sz="3200" dirty="0"/>
              <a:t>Attribute: </a:t>
            </a:r>
            <a:r>
              <a:rPr lang="en-US" sz="3200" u="sng" dirty="0"/>
              <a:t>background-color: &lt;value&gt;</a:t>
            </a:r>
            <a:r>
              <a:rPr lang="en-US" sz="3200" dirty="0"/>
              <a:t> for background</a:t>
            </a:r>
          </a:p>
          <a:p>
            <a:pPr>
              <a:lnSpc>
                <a:spcPct val="120000"/>
              </a:lnSpc>
              <a:buFont typeface="Wingdings" panose="05000000000000000000" pitchFamily="2" charset="2"/>
              <a:buChar char="§"/>
            </a:pPr>
            <a:r>
              <a:rPr lang="en-US" sz="3200" dirty="0"/>
              <a:t>Attribute: </a:t>
            </a:r>
            <a:r>
              <a:rPr lang="en-US" sz="3200" u="sng" dirty="0"/>
              <a:t>border: &lt;value&gt;</a:t>
            </a:r>
            <a:r>
              <a:rPr lang="en-US" sz="3200" dirty="0"/>
              <a:t> to define border </a:t>
            </a:r>
            <a:r>
              <a:rPr lang="en-US" sz="3200" dirty="0" err="1"/>
              <a:t>colour</a:t>
            </a:r>
            <a:r>
              <a:rPr lang="en-US" sz="3200" dirty="0"/>
              <a:t>:</a:t>
            </a:r>
          </a:p>
          <a:p>
            <a:pPr lvl="1">
              <a:lnSpc>
                <a:spcPct val="120000"/>
              </a:lnSpc>
              <a:buFont typeface="Wingdings" panose="05000000000000000000" pitchFamily="2" charset="2"/>
              <a:buChar char="§"/>
            </a:pPr>
            <a:r>
              <a:rPr lang="en-US" sz="3000" dirty="0"/>
              <a:t>E.g.: { border: 2px dotted Tomato }</a:t>
            </a:r>
          </a:p>
          <a:p>
            <a:pPr>
              <a:lnSpc>
                <a:spcPct val="120000"/>
              </a:lnSpc>
              <a:buFont typeface="Wingdings" panose="05000000000000000000" pitchFamily="2" charset="2"/>
              <a:buChar char="§"/>
            </a:pPr>
            <a:r>
              <a:rPr lang="en-US" sz="3200" dirty="0"/>
              <a:t>You can use </a:t>
            </a:r>
            <a:r>
              <a:rPr lang="en-US" sz="3200" dirty="0" err="1"/>
              <a:t>colours</a:t>
            </a:r>
            <a:r>
              <a:rPr lang="en-US" sz="3200" dirty="0"/>
              <a:t> by Names, RGB values, Hex value, HSLA values:</a:t>
            </a:r>
          </a:p>
          <a:p>
            <a:pPr lvl="1">
              <a:lnSpc>
                <a:spcPct val="120000"/>
              </a:lnSpc>
              <a:buFont typeface="Wingdings" panose="05000000000000000000" pitchFamily="2" charset="2"/>
              <a:buChar char="§"/>
            </a:pPr>
            <a:r>
              <a:rPr lang="en-US" sz="3000" dirty="0"/>
              <a:t>The </a:t>
            </a:r>
            <a:r>
              <a:rPr lang="en-US" sz="3000" dirty="0" err="1"/>
              <a:t>colour</a:t>
            </a:r>
            <a:r>
              <a:rPr lang="en-US" sz="3000" dirty="0"/>
              <a:t> </a:t>
            </a:r>
            <a:r>
              <a:rPr lang="en-US" sz="3000" dirty="0">
                <a:solidFill>
                  <a:srgbClr val="FF00FF"/>
                </a:solidFill>
              </a:rPr>
              <a:t>Fuchsia </a:t>
            </a:r>
            <a:r>
              <a:rPr lang="en-US" sz="3000" dirty="0"/>
              <a:t>has a Red-Green-Blue value of </a:t>
            </a:r>
            <a:r>
              <a:rPr lang="en-US" sz="3000" b="1" dirty="0" err="1"/>
              <a:t>rgb</a:t>
            </a:r>
            <a:r>
              <a:rPr lang="en-US" sz="3000" b="1" dirty="0"/>
              <a:t>(255, 0, 255)</a:t>
            </a:r>
            <a:r>
              <a:rPr lang="en-US" sz="3000" dirty="0"/>
              <a:t>, Hex value of </a:t>
            </a:r>
            <a:r>
              <a:rPr lang="en-US" sz="3000" b="1" dirty="0"/>
              <a:t>#FF00FF</a:t>
            </a:r>
            <a:r>
              <a:rPr lang="en-US" sz="3000" dirty="0"/>
              <a:t>, HSLA value of </a:t>
            </a:r>
            <a:r>
              <a:rPr lang="en-US" sz="3000" b="1" dirty="0" err="1"/>
              <a:t>hsl</a:t>
            </a:r>
            <a:r>
              <a:rPr lang="en-US" sz="3000" b="1" dirty="0"/>
              <a:t>(300, 100%, 50%, 1)</a:t>
            </a:r>
          </a:p>
          <a:p>
            <a:pPr>
              <a:lnSpc>
                <a:spcPct val="120000"/>
              </a:lnSpc>
              <a:buFont typeface="Wingdings" panose="05000000000000000000" pitchFamily="2" charset="2"/>
              <a:buChar char="§"/>
            </a:pPr>
            <a:r>
              <a:rPr lang="en-US" sz="3200" dirty="0"/>
              <a:t>The HSLA wheel takes 4 inputs: </a:t>
            </a:r>
            <a:r>
              <a:rPr lang="en-US" sz="3200" i="1" dirty="0"/>
              <a:t>Hue, Saturation, Light, Visibility</a:t>
            </a:r>
            <a:r>
              <a:rPr lang="en-US" sz="3200" dirty="0"/>
              <a:t>.</a:t>
            </a:r>
          </a:p>
        </p:txBody>
      </p:sp>
    </p:spTree>
    <p:extLst>
      <p:ext uri="{BB962C8B-B14F-4D97-AF65-F5344CB8AC3E}">
        <p14:creationId xmlns:p14="http://schemas.microsoft.com/office/powerpoint/2010/main" val="2438268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Common Styling Attributes - Borders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Attribute: </a:t>
            </a:r>
            <a:r>
              <a:rPr lang="en-US" sz="3200" u="sng" dirty="0"/>
              <a:t>border: &lt;size&gt; &lt;style&gt; &lt;</a:t>
            </a:r>
            <a:r>
              <a:rPr lang="en-US" sz="3200" u="sng" dirty="0" err="1"/>
              <a:t>colour</a:t>
            </a:r>
            <a:r>
              <a:rPr lang="en-US" sz="3200" u="sng" dirty="0"/>
              <a:t>&gt;</a:t>
            </a:r>
          </a:p>
          <a:p>
            <a:pPr lvl="1">
              <a:lnSpc>
                <a:spcPct val="120000"/>
              </a:lnSpc>
              <a:buFont typeface="Wingdings" panose="05000000000000000000" pitchFamily="2" charset="2"/>
              <a:buChar char="§"/>
            </a:pPr>
            <a:r>
              <a:rPr lang="en-US" sz="3000" dirty="0"/>
              <a:t>Size: defines how wide the border will be (e.g. 2px)</a:t>
            </a:r>
          </a:p>
          <a:p>
            <a:pPr lvl="1">
              <a:lnSpc>
                <a:spcPct val="120000"/>
              </a:lnSpc>
              <a:buFont typeface="Wingdings" panose="05000000000000000000" pitchFamily="2" charset="2"/>
              <a:buChar char="§"/>
            </a:pPr>
            <a:r>
              <a:rPr lang="en-US" sz="3000" dirty="0"/>
              <a:t>Type: defines border style, like </a:t>
            </a:r>
            <a:r>
              <a:rPr lang="en-US" sz="3000" i="1" dirty="0"/>
              <a:t>dotted, solid, double, onset</a:t>
            </a:r>
            <a:r>
              <a:rPr lang="en-US" sz="3000" dirty="0"/>
              <a:t>, or a mixed type like </a:t>
            </a:r>
            <a:r>
              <a:rPr lang="en-US" sz="2400" dirty="0">
                <a:latin typeface="Cascadia Code" panose="020B0609020000020004" pitchFamily="49" charset="0"/>
                <a:ea typeface="Cascadia Code" panose="020B0609020000020004" pitchFamily="49" charset="0"/>
                <a:cs typeface="Cascadia Code" panose="020B0609020000020004" pitchFamily="49" charset="0"/>
              </a:rPr>
              <a:t>{ border-style: dotted dashed solid double; } </a:t>
            </a:r>
            <a:r>
              <a:rPr lang="en-US" sz="3000" dirty="0"/>
              <a:t>which will result in:</a:t>
            </a:r>
          </a:p>
          <a:p>
            <a:pPr>
              <a:lnSpc>
                <a:spcPct val="120000"/>
              </a:lnSpc>
              <a:buFont typeface="Wingdings" panose="05000000000000000000" pitchFamily="2" charset="2"/>
              <a:buChar char="§"/>
            </a:pPr>
            <a:r>
              <a:rPr lang="en-US" sz="3200" dirty="0"/>
              <a:t>The common way to define a border is inline:</a:t>
            </a:r>
          </a:p>
          <a:p>
            <a:pPr lvl="1">
              <a:lnSpc>
                <a:spcPct val="120000"/>
              </a:lnSpc>
              <a:buFont typeface="Wingdings" panose="05000000000000000000" pitchFamily="2" charset="2"/>
              <a:buChar char="§"/>
            </a:pPr>
            <a:r>
              <a:rPr lang="en-US" sz="3000" dirty="0"/>
              <a:t>E.g. </a:t>
            </a:r>
            <a:r>
              <a:rPr lang="en-US" sz="2400" dirty="0">
                <a:latin typeface="Cascadia Code" panose="020B0609020000020004" pitchFamily="49" charset="0"/>
                <a:ea typeface="Cascadia Code" panose="020B0609020000020004" pitchFamily="49" charset="0"/>
                <a:cs typeface="Cascadia Code" panose="020B0609020000020004" pitchFamily="49" charset="0"/>
              </a:rPr>
              <a:t>{ border: 2px dashed </a:t>
            </a:r>
            <a:r>
              <a:rPr lang="en-US" sz="2400" dirty="0" err="1">
                <a:latin typeface="Cascadia Code" panose="020B0609020000020004" pitchFamily="49" charset="0"/>
                <a:ea typeface="Cascadia Code" panose="020B0609020000020004" pitchFamily="49" charset="0"/>
                <a:cs typeface="Cascadia Code" panose="020B0609020000020004" pitchFamily="49" charset="0"/>
              </a:rPr>
              <a:t>navyblue</a:t>
            </a:r>
            <a:r>
              <a:rPr lang="en-US" sz="2400" dirty="0">
                <a:latin typeface="Cascadia Code" panose="020B0609020000020004" pitchFamily="49" charset="0"/>
                <a:ea typeface="Cascadia Code" panose="020B0609020000020004" pitchFamily="49" charset="0"/>
                <a:cs typeface="Cascadia Code" panose="020B0609020000020004" pitchFamily="49" charset="0"/>
              </a:rPr>
              <a:t> }</a:t>
            </a:r>
            <a:endParaRPr lang="en-US" sz="3000" dirty="0">
              <a:latin typeface="Cascadia Code" panose="020B0609020000020004" pitchFamily="49" charset="0"/>
              <a:ea typeface="Cascadia Code" panose="020B0609020000020004" pitchFamily="49" charset="0"/>
              <a:cs typeface="Cascadia Code" panose="020B0609020000020004" pitchFamily="49" charset="0"/>
            </a:endParaRPr>
          </a:p>
        </p:txBody>
      </p:sp>
      <p:pic>
        <p:nvPicPr>
          <p:cNvPr id="5" name="Picture 4">
            <a:extLst>
              <a:ext uri="{FF2B5EF4-FFF2-40B4-BE49-F238E27FC236}">
                <a16:creationId xmlns:a16="http://schemas.microsoft.com/office/drawing/2014/main" id="{B6483E92-7B4D-CAB2-EB45-25F539FE10E0}"/>
              </a:ext>
            </a:extLst>
          </p:cNvPr>
          <p:cNvPicPr>
            <a:picLocks noChangeAspect="1"/>
          </p:cNvPicPr>
          <p:nvPr/>
        </p:nvPicPr>
        <p:blipFill>
          <a:blip r:embed="rId3"/>
          <a:stretch>
            <a:fillRect/>
          </a:stretch>
        </p:blipFill>
        <p:spPr>
          <a:xfrm>
            <a:off x="1607431" y="3976526"/>
            <a:ext cx="8977138" cy="365792"/>
          </a:xfrm>
          <a:prstGeom prst="rect">
            <a:avLst/>
          </a:prstGeom>
        </p:spPr>
      </p:pic>
    </p:spTree>
    <p:extLst>
      <p:ext uri="{BB962C8B-B14F-4D97-AF65-F5344CB8AC3E}">
        <p14:creationId xmlns:p14="http://schemas.microsoft.com/office/powerpoint/2010/main" val="2535675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Common Styling Attributes – Margins and Padding</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numCol="1">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800" dirty="0"/>
              <a:t>Margins make space </a:t>
            </a:r>
            <a:r>
              <a:rPr lang="en-US" sz="2800" u="sng" dirty="0"/>
              <a:t>outside</a:t>
            </a:r>
            <a:r>
              <a:rPr lang="en-US" sz="2800" dirty="0"/>
              <a:t> an element, whether they have a border or not.</a:t>
            </a:r>
          </a:p>
          <a:p>
            <a:pPr>
              <a:lnSpc>
                <a:spcPct val="120000"/>
              </a:lnSpc>
              <a:buFont typeface="Wingdings" panose="05000000000000000000" pitchFamily="2" charset="2"/>
              <a:buChar char="§"/>
            </a:pPr>
            <a:r>
              <a:rPr lang="en-US" sz="2800" dirty="0"/>
              <a:t>Attribute: </a:t>
            </a:r>
            <a:r>
              <a:rPr lang="en-US" sz="2800" u="sng" dirty="0"/>
              <a:t>margin-&lt;position&gt; &lt;size&gt;</a:t>
            </a:r>
            <a:r>
              <a:rPr lang="en-US" sz="2800" dirty="0"/>
              <a:t> for spacing</a:t>
            </a:r>
          </a:p>
          <a:p>
            <a:pPr lvl="1">
              <a:lnSpc>
                <a:spcPct val="120000"/>
              </a:lnSpc>
              <a:buFont typeface="Wingdings" panose="05000000000000000000" pitchFamily="2" charset="2"/>
              <a:buChar char="§"/>
            </a:pPr>
            <a:r>
              <a:rPr lang="en-US" sz="2800" dirty="0"/>
              <a:t>Position: top, right, bottom, left</a:t>
            </a:r>
          </a:p>
          <a:p>
            <a:pPr lvl="1">
              <a:lnSpc>
                <a:spcPct val="120000"/>
              </a:lnSpc>
              <a:buFont typeface="Wingdings" panose="05000000000000000000" pitchFamily="2" charset="2"/>
              <a:buChar char="§"/>
            </a:pPr>
            <a:r>
              <a:rPr lang="en-US" sz="2800" dirty="0"/>
              <a:t>Size: in pixels</a:t>
            </a:r>
          </a:p>
          <a:p>
            <a:pPr>
              <a:lnSpc>
                <a:spcPct val="120000"/>
              </a:lnSpc>
              <a:buFont typeface="Wingdings" panose="05000000000000000000" pitchFamily="2" charset="2"/>
              <a:buChar char="§"/>
            </a:pPr>
            <a:r>
              <a:rPr lang="en-US" sz="2800" dirty="0"/>
              <a:t>Margins are commonly in two ways:</a:t>
            </a:r>
          </a:p>
          <a:p>
            <a:pPr lvl="1">
              <a:lnSpc>
                <a:spcPct val="120000"/>
              </a:lnSpc>
              <a:buFont typeface="Wingdings" panose="05000000000000000000" pitchFamily="2" charset="2"/>
              <a:buChar char="§"/>
            </a:pPr>
            <a:r>
              <a:rPr lang="en-US" sz="2400" dirty="0">
                <a:latin typeface="Cascadia Code" panose="020B0609020000020004" pitchFamily="49" charset="0"/>
                <a:ea typeface="Cascadia Code" panose="020B0609020000020004" pitchFamily="49" charset="0"/>
                <a:cs typeface="Cascadia Code" panose="020B0609020000020004" pitchFamily="49" charset="0"/>
              </a:rPr>
              <a:t>{ margins: 20px; } </a:t>
            </a:r>
            <a:r>
              <a:rPr lang="en-US" sz="2800" dirty="0"/>
              <a:t>to give a space of 20px on all edges of the element</a:t>
            </a:r>
          </a:p>
          <a:p>
            <a:pPr lvl="1">
              <a:lnSpc>
                <a:spcPct val="120000"/>
              </a:lnSpc>
              <a:buFont typeface="Wingdings" panose="05000000000000000000" pitchFamily="2" charset="2"/>
              <a:buChar char="§"/>
            </a:pPr>
            <a:r>
              <a:rPr lang="en-US" sz="2400" dirty="0">
                <a:latin typeface="Cascadia Code" panose="020B0609020000020004" pitchFamily="49" charset="0"/>
                <a:ea typeface="Cascadia Code" panose="020B0609020000020004" pitchFamily="49" charset="0"/>
                <a:cs typeface="Cascadia Code" panose="020B0609020000020004" pitchFamily="49" charset="0"/>
              </a:rPr>
              <a:t>{ margins: 20px 25px 5px 25px; } </a:t>
            </a:r>
            <a:r>
              <a:rPr lang="en-US" sz="2800" dirty="0"/>
              <a:t>to give custom spacing</a:t>
            </a:r>
          </a:p>
          <a:p>
            <a:pPr>
              <a:lnSpc>
                <a:spcPct val="120000"/>
              </a:lnSpc>
              <a:buFont typeface="Wingdings" panose="05000000000000000000" pitchFamily="2" charset="2"/>
              <a:buChar char="§"/>
            </a:pPr>
            <a:r>
              <a:rPr lang="en-US" sz="2800" dirty="0"/>
              <a:t>Auto margins will horizontally align the element in the center of defined width:</a:t>
            </a:r>
          </a:p>
          <a:p>
            <a:pPr lvl="1">
              <a:lnSpc>
                <a:spcPct val="120000"/>
              </a:lnSpc>
              <a:buFont typeface="Wingdings" panose="05000000000000000000" pitchFamily="2" charset="2"/>
              <a:buChar char="§"/>
            </a:pPr>
            <a:r>
              <a:rPr lang="en-US" sz="2400" dirty="0">
                <a:latin typeface="Cascadia Code" panose="020B0609020000020004" pitchFamily="49" charset="0"/>
                <a:ea typeface="Cascadia Code" panose="020B0609020000020004" pitchFamily="49" charset="0"/>
                <a:cs typeface="Cascadia Code" panose="020B0609020000020004" pitchFamily="49" charset="0"/>
              </a:rPr>
              <a:t>{ width: 400px; margins: auto }</a:t>
            </a:r>
          </a:p>
          <a:p>
            <a:pPr>
              <a:lnSpc>
                <a:spcPct val="120000"/>
              </a:lnSpc>
              <a:buFont typeface="Wingdings" panose="05000000000000000000" pitchFamily="2" charset="2"/>
              <a:buChar char="§"/>
            </a:pPr>
            <a:r>
              <a:rPr lang="en-US" sz="2800" dirty="0"/>
              <a:t>Paddings make space </a:t>
            </a:r>
            <a:r>
              <a:rPr lang="en-US" sz="2800" u="sng" dirty="0"/>
              <a:t>inside</a:t>
            </a:r>
            <a:r>
              <a:rPr lang="en-US" sz="2800" dirty="0"/>
              <a:t> an element. Everything else is exactly same as margins.</a:t>
            </a:r>
            <a:endParaRPr lang="en-US" sz="280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482311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Common Styling Attributes – Box Model</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1896413"/>
          </a:xfrm>
          <a:prstGeom prst="rect">
            <a:avLst/>
          </a:prstGeom>
        </p:spPr>
        <p:txBody>
          <a:bodyPr numCol="1">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CSS Box model allows us to understand the precise spacing.</a:t>
            </a:r>
          </a:p>
          <a:p>
            <a:pPr>
              <a:lnSpc>
                <a:spcPct val="120000"/>
              </a:lnSpc>
              <a:buFont typeface="Wingdings" panose="05000000000000000000" pitchFamily="2" charset="2"/>
              <a:buChar char="§"/>
            </a:pPr>
            <a:r>
              <a:rPr lang="en-US" sz="3200" dirty="0"/>
              <a:t>Can you guess the total width of an element if the content width is 200px, paddings are 15px, border size is 2px and left, right margins are 12px while top, bottom margins are 16px?</a:t>
            </a:r>
          </a:p>
        </p:txBody>
      </p:sp>
      <p:pic>
        <p:nvPicPr>
          <p:cNvPr id="5" name="Picture 4">
            <a:extLst>
              <a:ext uri="{FF2B5EF4-FFF2-40B4-BE49-F238E27FC236}">
                <a16:creationId xmlns:a16="http://schemas.microsoft.com/office/drawing/2014/main" id="{7971DD92-7C9C-B54D-D889-021773C9126D}"/>
              </a:ext>
            </a:extLst>
          </p:cNvPr>
          <p:cNvPicPr>
            <a:picLocks noChangeAspect="1"/>
          </p:cNvPicPr>
          <p:nvPr/>
        </p:nvPicPr>
        <p:blipFill>
          <a:blip r:embed="rId3"/>
          <a:stretch>
            <a:fillRect/>
          </a:stretch>
        </p:blipFill>
        <p:spPr>
          <a:xfrm>
            <a:off x="2243689" y="3421034"/>
            <a:ext cx="7685172" cy="3132166"/>
          </a:xfrm>
          <a:prstGeom prst="rect">
            <a:avLst/>
          </a:prstGeom>
        </p:spPr>
      </p:pic>
    </p:spTree>
    <p:extLst>
      <p:ext uri="{BB962C8B-B14F-4D97-AF65-F5344CB8AC3E}">
        <p14:creationId xmlns:p14="http://schemas.microsoft.com/office/powerpoint/2010/main" val="2034277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Common Styling Attributes – Text</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numCol="1">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800" dirty="0"/>
              <a:t>Text </a:t>
            </a:r>
            <a:r>
              <a:rPr lang="en-US" sz="2800" dirty="0" err="1"/>
              <a:t>colours</a:t>
            </a:r>
            <a:r>
              <a:rPr lang="en-US" sz="2800" dirty="0"/>
              <a:t>: { color: blue; background-color: gray; } will do </a:t>
            </a:r>
            <a:r>
              <a:rPr lang="en-US" sz="2800" dirty="0">
                <a:solidFill>
                  <a:srgbClr val="0070C0"/>
                </a:solidFill>
                <a:highlight>
                  <a:srgbClr val="C0C0C0"/>
                </a:highlight>
              </a:rPr>
              <a:t>THIS</a:t>
            </a:r>
          </a:p>
          <a:p>
            <a:pPr>
              <a:lnSpc>
                <a:spcPct val="120000"/>
              </a:lnSpc>
              <a:buFont typeface="Wingdings" panose="05000000000000000000" pitchFamily="2" charset="2"/>
              <a:buChar char="§"/>
            </a:pPr>
            <a:r>
              <a:rPr lang="en-US" sz="2800" dirty="0"/>
              <a:t>Alignment: { text-align: &lt;justify/center/left/right&gt;; }</a:t>
            </a:r>
          </a:p>
          <a:p>
            <a:pPr>
              <a:lnSpc>
                <a:spcPct val="120000"/>
              </a:lnSpc>
              <a:buFont typeface="Wingdings" panose="05000000000000000000" pitchFamily="2" charset="2"/>
              <a:buChar char="§"/>
            </a:pPr>
            <a:r>
              <a:rPr lang="en-US" sz="2800" dirty="0"/>
              <a:t>Direction: { direction: </a:t>
            </a:r>
            <a:r>
              <a:rPr lang="en-US" sz="2800" dirty="0" err="1"/>
              <a:t>rtl</a:t>
            </a:r>
            <a:r>
              <a:rPr lang="en-US" sz="2800" dirty="0"/>
              <a:t>; } will turn text into Right-to-left model</a:t>
            </a:r>
          </a:p>
          <a:p>
            <a:pPr>
              <a:lnSpc>
                <a:spcPct val="120000"/>
              </a:lnSpc>
              <a:buFont typeface="Wingdings" panose="05000000000000000000" pitchFamily="2" charset="2"/>
              <a:buChar char="§"/>
            </a:pPr>
            <a:r>
              <a:rPr lang="en-US" sz="2800" dirty="0"/>
              <a:t>Decoration: { decoration: underline/line-through/overline; }</a:t>
            </a:r>
          </a:p>
          <a:p>
            <a:pPr>
              <a:lnSpc>
                <a:spcPct val="120000"/>
              </a:lnSpc>
              <a:buFont typeface="Wingdings" panose="05000000000000000000" pitchFamily="2" charset="2"/>
              <a:buChar char="§"/>
            </a:pPr>
            <a:r>
              <a:rPr lang="en-US" sz="2800" dirty="0"/>
              <a:t>Transformation: { text-transform: uppercase/lowercase/capitalize; }</a:t>
            </a:r>
          </a:p>
          <a:p>
            <a:pPr>
              <a:lnSpc>
                <a:spcPct val="120000"/>
              </a:lnSpc>
              <a:buFont typeface="Wingdings" panose="05000000000000000000" pitchFamily="2" charset="2"/>
              <a:buChar char="§"/>
            </a:pPr>
            <a:r>
              <a:rPr lang="en-US" sz="2800" dirty="0"/>
              <a:t>Spacing:</a:t>
            </a:r>
          </a:p>
          <a:p>
            <a:pPr lvl="1">
              <a:lnSpc>
                <a:spcPct val="120000"/>
              </a:lnSpc>
              <a:buFont typeface="Wingdings" panose="05000000000000000000" pitchFamily="2" charset="2"/>
              <a:buChar char="§"/>
            </a:pPr>
            <a:r>
              <a:rPr lang="en-US" sz="2600" dirty="0"/>
              <a:t>{ text-indent: 20px; } 		will give a left indentation of 20px to paragraphs</a:t>
            </a:r>
          </a:p>
          <a:p>
            <a:pPr lvl="1">
              <a:lnSpc>
                <a:spcPct val="120000"/>
              </a:lnSpc>
              <a:buFont typeface="Wingdings" panose="05000000000000000000" pitchFamily="2" charset="2"/>
              <a:buChar char="§"/>
            </a:pPr>
            <a:r>
              <a:rPr lang="en-US" sz="2600" dirty="0"/>
              <a:t>{ letter-spacing: 5px; } </a:t>
            </a:r>
            <a:r>
              <a:rPr lang="en-US" sz="2600" spc="300" dirty="0"/>
              <a:t>will increase spacing between letters</a:t>
            </a:r>
          </a:p>
          <a:p>
            <a:pPr lvl="1">
              <a:lnSpc>
                <a:spcPct val="120000"/>
              </a:lnSpc>
              <a:buFont typeface="Wingdings" panose="05000000000000000000" pitchFamily="2" charset="2"/>
              <a:buChar char="§"/>
            </a:pPr>
            <a:r>
              <a:rPr lang="en-US" sz="2600" dirty="0"/>
              <a:t>{ letter-spacing: -5px; } </a:t>
            </a:r>
            <a:r>
              <a:rPr lang="en-US" sz="2600" spc="-150" dirty="0"/>
              <a:t>will decrease spacing between letters</a:t>
            </a:r>
          </a:p>
        </p:txBody>
      </p:sp>
    </p:spTree>
    <p:extLst>
      <p:ext uri="{BB962C8B-B14F-4D97-AF65-F5344CB8AC3E}">
        <p14:creationId xmlns:p14="http://schemas.microsoft.com/office/powerpoint/2010/main" val="1475048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Common Styling Attributes – Fonts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374141" cy="4887878"/>
          </a:xfrm>
          <a:prstGeom prst="rect">
            <a:avLst/>
          </a:prstGeom>
        </p:spPr>
        <p:txBody>
          <a:bodyPr numCol="1">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2800" dirty="0"/>
              <a:t>Right font selection is extremely important. Wrong fonts can:</a:t>
            </a:r>
          </a:p>
          <a:p>
            <a:pPr lvl="1">
              <a:lnSpc>
                <a:spcPct val="120000"/>
              </a:lnSpc>
              <a:buFont typeface="Wingdings" panose="05000000000000000000" pitchFamily="2" charset="2"/>
              <a:buChar char="§"/>
            </a:pPr>
            <a:r>
              <a:rPr lang="en-US" sz="2600" dirty="0"/>
              <a:t>Degrade you by SEO procedures</a:t>
            </a:r>
          </a:p>
          <a:p>
            <a:pPr lvl="1">
              <a:lnSpc>
                <a:spcPct val="120000"/>
              </a:lnSpc>
              <a:buFont typeface="Wingdings" panose="05000000000000000000" pitchFamily="2" charset="2"/>
              <a:buChar char="§"/>
            </a:pPr>
            <a:r>
              <a:rPr lang="en-US" sz="2600" dirty="0"/>
              <a:t>Fallback to default font on different devices</a:t>
            </a:r>
          </a:p>
          <a:p>
            <a:pPr lvl="1">
              <a:lnSpc>
                <a:spcPct val="120000"/>
              </a:lnSpc>
              <a:buFont typeface="Wingdings" panose="05000000000000000000" pitchFamily="2" charset="2"/>
              <a:buChar char="§"/>
            </a:pPr>
            <a:r>
              <a:rPr lang="en-US" sz="2600" dirty="0"/>
              <a:t>Make your text entirely unreadable</a:t>
            </a:r>
          </a:p>
          <a:p>
            <a:pPr>
              <a:lnSpc>
                <a:spcPct val="120000"/>
              </a:lnSpc>
              <a:buFont typeface="Wingdings" panose="05000000000000000000" pitchFamily="2" charset="2"/>
              <a:buChar char="§"/>
            </a:pPr>
            <a:r>
              <a:rPr lang="en-US" sz="2800" dirty="0"/>
              <a:t>Use standard fonts:</a:t>
            </a:r>
          </a:p>
          <a:p>
            <a:pPr>
              <a:lnSpc>
                <a:spcPct val="120000"/>
              </a:lnSpc>
              <a:buFont typeface="Wingdings" panose="05000000000000000000" pitchFamily="2" charset="2"/>
              <a:buChar char="§"/>
            </a:pPr>
            <a:r>
              <a:rPr lang="en-US" sz="2800" dirty="0"/>
              <a:t>Attribute: </a:t>
            </a:r>
            <a:r>
              <a:rPr lang="en-US" sz="2800" u="sng" dirty="0"/>
              <a:t>font-family: &lt;name&gt;</a:t>
            </a:r>
          </a:p>
          <a:p>
            <a:pPr lvl="1">
              <a:lnSpc>
                <a:spcPct val="120000"/>
              </a:lnSpc>
              <a:buFont typeface="Wingdings" panose="05000000000000000000" pitchFamily="2" charset="2"/>
              <a:buChar char="§"/>
            </a:pPr>
            <a:endParaRPr lang="en-US" sz="2600" dirty="0"/>
          </a:p>
        </p:txBody>
      </p:sp>
      <p:graphicFrame>
        <p:nvGraphicFramePr>
          <p:cNvPr id="4" name="Table 3">
            <a:extLst>
              <a:ext uri="{FF2B5EF4-FFF2-40B4-BE49-F238E27FC236}">
                <a16:creationId xmlns:a16="http://schemas.microsoft.com/office/drawing/2014/main" id="{F5D698A0-8888-51FA-F2F3-3514DA25FD2B}"/>
              </a:ext>
            </a:extLst>
          </p:cNvPr>
          <p:cNvGraphicFramePr>
            <a:graphicFrameLocks noGrp="1"/>
          </p:cNvGraphicFramePr>
          <p:nvPr>
            <p:extLst>
              <p:ext uri="{D42A27DB-BD31-4B8C-83A1-F6EECF244321}">
                <p14:modId xmlns:p14="http://schemas.microsoft.com/office/powerpoint/2010/main" val="722235908"/>
              </p:ext>
            </p:extLst>
          </p:nvPr>
        </p:nvGraphicFramePr>
        <p:xfrm>
          <a:off x="5594525" y="1511409"/>
          <a:ext cx="6595887" cy="4811713"/>
        </p:xfrm>
        <a:graphic>
          <a:graphicData uri="http://schemas.openxmlformats.org/drawingml/2006/table">
            <a:tbl>
              <a:tblPr/>
              <a:tblGrid>
                <a:gridCol w="2638338">
                  <a:extLst>
                    <a:ext uri="{9D8B030D-6E8A-4147-A177-3AD203B41FA5}">
                      <a16:colId xmlns:a16="http://schemas.microsoft.com/office/drawing/2014/main" val="3283244665"/>
                    </a:ext>
                  </a:extLst>
                </a:gridCol>
                <a:gridCol w="3957549">
                  <a:extLst>
                    <a:ext uri="{9D8B030D-6E8A-4147-A177-3AD203B41FA5}">
                      <a16:colId xmlns:a16="http://schemas.microsoft.com/office/drawing/2014/main" val="3921686265"/>
                    </a:ext>
                  </a:extLst>
                </a:gridCol>
              </a:tblGrid>
              <a:tr h="353403">
                <a:tc>
                  <a:txBody>
                    <a:bodyPr/>
                    <a:lstStyle/>
                    <a:p>
                      <a:pPr algn="l" fontAlgn="t"/>
                      <a:r>
                        <a:rPr lang="en-US" sz="1600">
                          <a:effectLst/>
                        </a:rPr>
                        <a:t>Generic Font Family</a:t>
                      </a:r>
                    </a:p>
                  </a:txBody>
                  <a:tcPr marL="108739" marR="54370" marT="54370" marB="5437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rPr>
                        <a:t>Examples of Font Names</a:t>
                      </a:r>
                    </a:p>
                  </a:txBody>
                  <a:tcPr marL="54370" marR="54370" marT="54370" marB="5437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64375578"/>
                  </a:ext>
                </a:extLst>
              </a:tr>
              <a:tr h="1087393">
                <a:tc>
                  <a:txBody>
                    <a:bodyPr/>
                    <a:lstStyle/>
                    <a:p>
                      <a:pPr algn="l" fontAlgn="t"/>
                      <a:r>
                        <a:rPr lang="en-US" sz="1600">
                          <a:effectLst/>
                        </a:rPr>
                        <a:t>Serif</a:t>
                      </a:r>
                    </a:p>
                  </a:txBody>
                  <a:tcPr marL="108739" marR="54370" marT="54370" marB="5437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a:effectLst/>
                          <a:latin typeface="Times New Roman" panose="02020603050405020304" pitchFamily="18" charset="0"/>
                        </a:rPr>
                        <a:t>Times New Roman</a:t>
                      </a:r>
                      <a:br>
                        <a:rPr lang="en-US" sz="1600">
                          <a:effectLst/>
                        </a:rPr>
                      </a:br>
                      <a:r>
                        <a:rPr lang="en-US" sz="1600">
                          <a:effectLst/>
                          <a:latin typeface="Georgia" panose="02040502050405020303" pitchFamily="18" charset="0"/>
                        </a:rPr>
                        <a:t>Georgia</a:t>
                      </a:r>
                      <a:br>
                        <a:rPr lang="en-US" sz="1600">
                          <a:effectLst/>
                        </a:rPr>
                      </a:br>
                      <a:r>
                        <a:rPr lang="en-US" sz="1600">
                          <a:effectLst/>
                          <a:latin typeface="Garamond" panose="02020404030301010803" pitchFamily="18" charset="0"/>
                        </a:rPr>
                        <a:t>Garamond</a:t>
                      </a:r>
                      <a:br>
                        <a:rPr lang="en-US" sz="1600">
                          <a:effectLst/>
                        </a:rPr>
                      </a:br>
                      <a:endParaRPr lang="en-US" sz="1600">
                        <a:effectLst/>
                      </a:endParaRPr>
                    </a:p>
                  </a:txBody>
                  <a:tcPr marL="54370" marR="54370" marT="54370" marB="5437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556994304"/>
                  </a:ext>
                </a:extLst>
              </a:tr>
              <a:tr h="1087393">
                <a:tc>
                  <a:txBody>
                    <a:bodyPr/>
                    <a:lstStyle/>
                    <a:p>
                      <a:pPr algn="l" fontAlgn="t"/>
                      <a:r>
                        <a:rPr lang="en-US" sz="1600" dirty="0">
                          <a:effectLst/>
                        </a:rPr>
                        <a:t>Sans-serif</a:t>
                      </a:r>
                    </a:p>
                  </a:txBody>
                  <a:tcPr marL="108739" marR="54370" marT="54370" marB="5437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latin typeface="Arial" panose="020B0604020202020204" pitchFamily="34" charset="0"/>
                        </a:rPr>
                        <a:t>Arial</a:t>
                      </a:r>
                      <a:br>
                        <a:rPr lang="en-US" sz="1600">
                          <a:effectLst/>
                        </a:rPr>
                      </a:br>
                      <a:r>
                        <a:rPr lang="en-US" sz="1600">
                          <a:effectLst/>
                          <a:latin typeface="Verdana" panose="020B0604030504040204" pitchFamily="34" charset="0"/>
                        </a:rPr>
                        <a:t>Verdana</a:t>
                      </a:r>
                      <a:br>
                        <a:rPr lang="en-US" sz="1600">
                          <a:effectLst/>
                        </a:rPr>
                      </a:br>
                      <a:r>
                        <a:rPr lang="en-US" sz="1600">
                          <a:effectLst/>
                          <a:latin typeface="Helvetica" panose="020B0604020202020204" pitchFamily="34" charset="0"/>
                        </a:rPr>
                        <a:t>Helvetica</a:t>
                      </a:r>
                      <a:br>
                        <a:rPr lang="en-US" sz="1600">
                          <a:effectLst/>
                        </a:rPr>
                      </a:br>
                      <a:endParaRPr lang="en-US" sz="1600">
                        <a:effectLst/>
                      </a:endParaRPr>
                    </a:p>
                  </a:txBody>
                  <a:tcPr marL="54370" marR="54370" marT="54370" marB="5437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377982316"/>
                  </a:ext>
                </a:extLst>
              </a:tr>
              <a:tr h="842729">
                <a:tc>
                  <a:txBody>
                    <a:bodyPr/>
                    <a:lstStyle/>
                    <a:p>
                      <a:pPr algn="l" fontAlgn="t"/>
                      <a:r>
                        <a:rPr lang="en-US" sz="1600">
                          <a:effectLst/>
                        </a:rPr>
                        <a:t>Monospace</a:t>
                      </a:r>
                    </a:p>
                  </a:txBody>
                  <a:tcPr marL="108739" marR="54370" marT="54370" marB="5437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600">
                          <a:effectLst/>
                          <a:latin typeface="Courier New" panose="02070309020205020404" pitchFamily="49" charset="0"/>
                        </a:rPr>
                        <a:t>Courier New</a:t>
                      </a:r>
                      <a:br>
                        <a:rPr lang="en-US" sz="1600">
                          <a:effectLst/>
                        </a:rPr>
                      </a:br>
                      <a:r>
                        <a:rPr lang="en-US" sz="1600">
                          <a:effectLst/>
                          <a:latin typeface="Lucida Console" panose="020B0609040504020204" pitchFamily="49" charset="0"/>
                        </a:rPr>
                        <a:t>Lucida Console</a:t>
                      </a:r>
                      <a:br>
                        <a:rPr lang="en-US" sz="1600">
                          <a:effectLst/>
                        </a:rPr>
                      </a:br>
                      <a:r>
                        <a:rPr lang="en-US" sz="1600">
                          <a:effectLst/>
                          <a:latin typeface="Monaco"/>
                        </a:rPr>
                        <a:t>Monaco</a:t>
                      </a:r>
                      <a:endParaRPr lang="en-US" sz="1600">
                        <a:effectLst/>
                      </a:endParaRPr>
                    </a:p>
                  </a:txBody>
                  <a:tcPr marL="54370" marR="54370" marT="54370" marB="5437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2093016044"/>
                  </a:ext>
                </a:extLst>
              </a:tr>
              <a:tr h="842729">
                <a:tc>
                  <a:txBody>
                    <a:bodyPr/>
                    <a:lstStyle/>
                    <a:p>
                      <a:pPr algn="l" fontAlgn="t"/>
                      <a:r>
                        <a:rPr lang="en-US" sz="1600">
                          <a:effectLst/>
                        </a:rPr>
                        <a:t>Cursive</a:t>
                      </a:r>
                    </a:p>
                  </a:txBody>
                  <a:tcPr marL="108739" marR="54370" marT="54370" marB="5437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600">
                          <a:effectLst/>
                          <a:latin typeface="Brush Script MT" panose="03060802040406070304" pitchFamily="66" charset="0"/>
                        </a:rPr>
                        <a:t>Brush Script MT</a:t>
                      </a:r>
                      <a:br>
                        <a:rPr lang="en-US" sz="1600">
                          <a:effectLst/>
                        </a:rPr>
                      </a:br>
                      <a:r>
                        <a:rPr lang="en-US" sz="1600">
                          <a:effectLst/>
                          <a:latin typeface="Lucida Handwriting" panose="03010101010101010101" pitchFamily="66" charset="0"/>
                        </a:rPr>
                        <a:t>Lucida Handwriting</a:t>
                      </a:r>
                      <a:br>
                        <a:rPr lang="en-US" sz="1600">
                          <a:effectLst/>
                        </a:rPr>
                      </a:br>
                      <a:endParaRPr lang="en-US" sz="1600">
                        <a:effectLst/>
                      </a:endParaRPr>
                    </a:p>
                  </a:txBody>
                  <a:tcPr marL="54370" marR="54370" marT="54370" marB="5437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592573921"/>
                  </a:ext>
                </a:extLst>
              </a:tr>
              <a:tr h="598066">
                <a:tc>
                  <a:txBody>
                    <a:bodyPr/>
                    <a:lstStyle/>
                    <a:p>
                      <a:pPr algn="l" fontAlgn="t"/>
                      <a:r>
                        <a:rPr lang="en-US" sz="1600">
                          <a:effectLst/>
                        </a:rPr>
                        <a:t>Fantasy</a:t>
                      </a:r>
                    </a:p>
                  </a:txBody>
                  <a:tcPr marL="108739" marR="54370" marT="54370" marB="5437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7E9EB"/>
                    </a:solidFill>
                  </a:tcPr>
                </a:tc>
                <a:tc>
                  <a:txBody>
                    <a:bodyPr/>
                    <a:lstStyle/>
                    <a:p>
                      <a:pPr algn="l" fontAlgn="t"/>
                      <a:r>
                        <a:rPr lang="en-US" sz="1600" dirty="0">
                          <a:effectLst/>
                          <a:latin typeface="Copperplate"/>
                        </a:rPr>
                        <a:t>Copperplate</a:t>
                      </a:r>
                      <a:br>
                        <a:rPr lang="en-US" sz="1600" dirty="0">
                          <a:effectLst/>
                        </a:rPr>
                      </a:br>
                      <a:r>
                        <a:rPr lang="en-US" sz="1600" dirty="0">
                          <a:effectLst/>
                          <a:latin typeface="Papyrus" panose="03070502060502030205" pitchFamily="66" charset="0"/>
                        </a:rPr>
                        <a:t>Papyrus</a:t>
                      </a:r>
                      <a:endParaRPr lang="en-US" sz="1600" dirty="0">
                        <a:effectLst/>
                      </a:endParaRPr>
                    </a:p>
                  </a:txBody>
                  <a:tcPr marL="54370" marR="54370" marT="54370" marB="54370">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7E9EB"/>
                    </a:solidFill>
                  </a:tcPr>
                </a:tc>
                <a:extLst>
                  <a:ext uri="{0D108BD9-81ED-4DB2-BD59-A6C34878D82A}">
                    <a16:rowId xmlns:a16="http://schemas.microsoft.com/office/drawing/2014/main" val="2506206520"/>
                  </a:ext>
                </a:extLst>
              </a:tr>
            </a:tbl>
          </a:graphicData>
        </a:graphic>
      </p:graphicFrame>
    </p:spTree>
    <p:extLst>
      <p:ext uri="{BB962C8B-B14F-4D97-AF65-F5344CB8AC3E}">
        <p14:creationId xmlns:p14="http://schemas.microsoft.com/office/powerpoint/2010/main" val="2816993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Common Styling Attributes – Display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Division is a block element, i.e., anything defined inside will be on separate blocks</a:t>
            </a:r>
          </a:p>
          <a:p>
            <a:pPr>
              <a:lnSpc>
                <a:spcPct val="120000"/>
              </a:lnSpc>
              <a:buFont typeface="Wingdings" panose="05000000000000000000" pitchFamily="2" charset="2"/>
              <a:buChar char="§"/>
            </a:pPr>
            <a:r>
              <a:rPr lang="en-US" sz="3200" dirty="0"/>
              <a:t>Span is an inline element, i.e., anything defined inside will be kept in a single line</a:t>
            </a:r>
          </a:p>
          <a:p>
            <a:pPr>
              <a:lnSpc>
                <a:spcPct val="120000"/>
              </a:lnSpc>
              <a:buFont typeface="Wingdings" panose="05000000000000000000" pitchFamily="2" charset="2"/>
              <a:buChar char="§"/>
            </a:pPr>
            <a:r>
              <a:rPr lang="en-US" sz="3200" dirty="0"/>
              <a:t>Attribute: </a:t>
            </a:r>
            <a:r>
              <a:rPr lang="en-US" sz="3200" u="sng" dirty="0"/>
              <a:t>display: block/inline</a:t>
            </a:r>
            <a:r>
              <a:rPr lang="en-US" sz="3200" dirty="0"/>
              <a:t> forces the element to adopt the defined display mode</a:t>
            </a:r>
          </a:p>
          <a:p>
            <a:pPr>
              <a:lnSpc>
                <a:spcPct val="120000"/>
              </a:lnSpc>
              <a:buFont typeface="Wingdings" panose="05000000000000000000" pitchFamily="2" charset="2"/>
              <a:buChar char="§"/>
            </a:pPr>
            <a:r>
              <a:rPr lang="en-US" sz="3200" dirty="0"/>
              <a:t>Not often used, but { display: none; } will make the element hidden</a:t>
            </a:r>
          </a:p>
        </p:txBody>
      </p:sp>
    </p:spTree>
    <p:extLst>
      <p:ext uri="{BB962C8B-B14F-4D97-AF65-F5344CB8AC3E}">
        <p14:creationId xmlns:p14="http://schemas.microsoft.com/office/powerpoint/2010/main" val="3909228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Common Styling Attributes – Advanced CSS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Rounded Corners</a:t>
            </a:r>
          </a:p>
          <a:p>
            <a:pPr marL="0" indent="0">
              <a:lnSpc>
                <a:spcPct val="120000"/>
              </a:lnSpc>
              <a:buNone/>
            </a:pPr>
            <a:r>
              <a:rPr lang="en-US" sz="3200" dirty="0"/>
              <a:t>{  border-radius: 25px; border: 2px solid green; padding: 20px; width: 200px; height: 150px;  }</a:t>
            </a:r>
          </a:p>
          <a:p>
            <a:pPr>
              <a:lnSpc>
                <a:spcPct val="120000"/>
              </a:lnSpc>
              <a:buFont typeface="Wingdings" panose="05000000000000000000" pitchFamily="2" charset="2"/>
              <a:buChar char="§"/>
            </a:pPr>
            <a:r>
              <a:rPr lang="en-US" sz="3200" dirty="0"/>
              <a:t>Multi-column:</a:t>
            </a:r>
          </a:p>
          <a:p>
            <a:pPr marL="0" indent="0">
              <a:lnSpc>
                <a:spcPct val="120000"/>
              </a:lnSpc>
              <a:buNone/>
            </a:pPr>
            <a:r>
              <a:rPr lang="en-US" sz="3200" dirty="0"/>
              <a:t>{  column-count: 3; column-gap: 40px; column-rule: 1px solid </a:t>
            </a:r>
            <a:r>
              <a:rPr lang="en-US" sz="3200" dirty="0" err="1"/>
              <a:t>lightblue</a:t>
            </a:r>
            <a:r>
              <a:rPr lang="en-US" sz="3200" dirty="0"/>
              <a:t>; }</a:t>
            </a:r>
          </a:p>
          <a:p>
            <a:pPr>
              <a:lnSpc>
                <a:spcPct val="120000"/>
              </a:lnSpc>
              <a:buFont typeface="Wingdings" panose="05000000000000000000" pitchFamily="2" charset="2"/>
              <a:buChar char="§"/>
            </a:pPr>
            <a:r>
              <a:rPr lang="en-US" sz="3200" dirty="0"/>
              <a:t>Transitions and Animation: DIY and Demo!</a:t>
            </a:r>
          </a:p>
        </p:txBody>
      </p:sp>
    </p:spTree>
    <p:extLst>
      <p:ext uri="{BB962C8B-B14F-4D97-AF65-F5344CB8AC3E}">
        <p14:creationId xmlns:p14="http://schemas.microsoft.com/office/powerpoint/2010/main" val="2416465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Common Styling Attributes – Advanced CSS Flex Box</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2">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To arrange child elements horizontally:</a:t>
            </a:r>
          </a:p>
          <a:p>
            <a:pPr marL="0" indent="0">
              <a:lnSpc>
                <a:spcPct val="120000"/>
              </a:lnSpc>
              <a:buNone/>
            </a:pPr>
            <a:r>
              <a:rPr lang="en-US" sz="2300" dirty="0">
                <a:latin typeface="Cascadia Code" panose="020B0609020000020004" pitchFamily="49" charset="0"/>
                <a:ea typeface="Cascadia Code" panose="020B0609020000020004" pitchFamily="49" charset="0"/>
                <a:cs typeface="Cascadia Code" panose="020B0609020000020004" pitchFamily="49" charset="0"/>
              </a:rPr>
              <a:t>{ display: flex; }</a:t>
            </a:r>
          </a:p>
          <a:p>
            <a:pPr>
              <a:lnSpc>
                <a:spcPct val="120000"/>
              </a:lnSpc>
              <a:buFont typeface="Wingdings" panose="05000000000000000000" pitchFamily="2" charset="2"/>
              <a:buChar char="§"/>
            </a:pPr>
            <a:r>
              <a:rPr lang="en-US" sz="3200" dirty="0"/>
              <a:t>To arrange child elements vertically:</a:t>
            </a:r>
          </a:p>
          <a:p>
            <a:pPr marL="0" indent="0">
              <a:lnSpc>
                <a:spcPct val="120000"/>
              </a:lnSpc>
              <a:buNone/>
            </a:pPr>
            <a:r>
              <a:rPr lang="en-US" sz="2300" dirty="0">
                <a:latin typeface="Cascadia Code" panose="020B0609020000020004" pitchFamily="49" charset="0"/>
                <a:ea typeface="Cascadia Code" panose="020B0609020000020004" pitchFamily="49" charset="0"/>
                <a:cs typeface="Cascadia Code" panose="020B0609020000020004" pitchFamily="49" charset="0"/>
              </a:rPr>
              <a:t>{ display: flex; flex-direction: column; }</a:t>
            </a:r>
          </a:p>
          <a:p>
            <a:pPr>
              <a:lnSpc>
                <a:spcPct val="120000"/>
              </a:lnSpc>
              <a:buFont typeface="Wingdings" panose="05000000000000000000" pitchFamily="2" charset="2"/>
              <a:buChar char="§"/>
            </a:pPr>
            <a:r>
              <a:rPr lang="en-US" sz="3200" dirty="0"/>
              <a:t>To wrap the child elements:</a:t>
            </a:r>
          </a:p>
          <a:p>
            <a:pPr marL="0" indent="0">
              <a:lnSpc>
                <a:spcPct val="120000"/>
              </a:lnSpc>
              <a:buNone/>
            </a:pPr>
            <a:r>
              <a:rPr lang="en-US" sz="2300" dirty="0">
                <a:latin typeface="Cascadia Code" panose="020B0609020000020004" pitchFamily="49" charset="0"/>
                <a:ea typeface="Cascadia Code" panose="020B0609020000020004" pitchFamily="49" charset="0"/>
                <a:cs typeface="Cascadia Code" panose="020B0609020000020004" pitchFamily="49" charset="0"/>
              </a:rPr>
              <a:t>{ display: flex; flex-wrap: wrap/wrap-reverse; }</a:t>
            </a:r>
          </a:p>
          <a:p>
            <a:pPr>
              <a:lnSpc>
                <a:spcPct val="120000"/>
              </a:lnSpc>
              <a:buFont typeface="Wingdings" panose="05000000000000000000" pitchFamily="2" charset="2"/>
              <a:buChar char="§"/>
            </a:pPr>
            <a:r>
              <a:rPr lang="en-US" sz="3200" dirty="0"/>
              <a:t>To arrange child elements in center:</a:t>
            </a:r>
          </a:p>
          <a:p>
            <a:pPr marL="0" indent="0">
              <a:lnSpc>
                <a:spcPct val="120000"/>
              </a:lnSpc>
              <a:buNone/>
            </a:pPr>
            <a:r>
              <a:rPr lang="en-US" sz="2300" dirty="0">
                <a:latin typeface="Cascadia Code" panose="020B0609020000020004" pitchFamily="49" charset="0"/>
                <a:ea typeface="Cascadia Code" panose="020B0609020000020004" pitchFamily="49" charset="0"/>
                <a:cs typeface="Cascadia Code" panose="020B0609020000020004" pitchFamily="49" charset="0"/>
              </a:rPr>
              <a:t>{ display: flex; justify-content: center; }</a:t>
            </a:r>
          </a:p>
          <a:p>
            <a:pPr>
              <a:lnSpc>
                <a:spcPct val="120000"/>
              </a:lnSpc>
              <a:buFont typeface="Wingdings" panose="05000000000000000000" pitchFamily="2" charset="2"/>
              <a:buChar char="§"/>
            </a:pPr>
            <a:r>
              <a:rPr lang="en-US" sz="3200" dirty="0"/>
              <a:t>To arrange child elements in center with even spacing:</a:t>
            </a:r>
          </a:p>
          <a:p>
            <a:pPr marL="0" indent="0">
              <a:lnSpc>
                <a:spcPct val="120000"/>
              </a:lnSpc>
              <a:buNone/>
            </a:pPr>
            <a:r>
              <a:rPr lang="en-US" sz="2300" dirty="0">
                <a:latin typeface="Cascadia Code" panose="020B0609020000020004" pitchFamily="49" charset="0"/>
                <a:ea typeface="Cascadia Code" panose="020B0609020000020004" pitchFamily="49" charset="0"/>
                <a:cs typeface="Cascadia Code" panose="020B0609020000020004" pitchFamily="49" charset="0"/>
              </a:rPr>
              <a:t>{ display: flex; justify-content: space-around; }</a:t>
            </a:r>
          </a:p>
          <a:p>
            <a:pPr>
              <a:lnSpc>
                <a:spcPct val="120000"/>
              </a:lnSpc>
              <a:buFont typeface="Wingdings" panose="05000000000000000000" pitchFamily="2" charset="2"/>
              <a:buChar char="§"/>
            </a:pPr>
            <a:r>
              <a:rPr lang="en-US" sz="3200" dirty="0"/>
              <a:t>To arrange child elements with maximum space between them:</a:t>
            </a:r>
          </a:p>
          <a:p>
            <a:pPr marL="0" indent="0">
              <a:lnSpc>
                <a:spcPct val="120000"/>
              </a:lnSpc>
              <a:buNone/>
            </a:pPr>
            <a:r>
              <a:rPr lang="en-US" sz="2300" dirty="0">
                <a:latin typeface="Cascadia Code" panose="020B0609020000020004" pitchFamily="49" charset="0"/>
                <a:ea typeface="Cascadia Code" panose="020B0609020000020004" pitchFamily="49" charset="0"/>
                <a:cs typeface="Cascadia Code" panose="020B0609020000020004" pitchFamily="49" charset="0"/>
              </a:rPr>
              <a:t>{ display: flex; justify-content: space-between; }</a:t>
            </a:r>
          </a:p>
          <a:p>
            <a:pPr>
              <a:lnSpc>
                <a:spcPct val="120000"/>
              </a:lnSpc>
              <a:buFont typeface="Wingdings" panose="05000000000000000000" pitchFamily="2" charset="2"/>
              <a:buChar char="§"/>
            </a:pPr>
            <a:r>
              <a:rPr lang="en-US" sz="3200" dirty="0"/>
              <a:t>To perfectly center:</a:t>
            </a:r>
          </a:p>
          <a:p>
            <a:pPr marL="0" indent="0">
              <a:lnSpc>
                <a:spcPct val="120000"/>
              </a:lnSpc>
              <a:buNone/>
            </a:pPr>
            <a:r>
              <a:rPr lang="en-US" sz="2300" dirty="0">
                <a:latin typeface="Cascadia Code" panose="020B0609020000020004" pitchFamily="49" charset="0"/>
                <a:ea typeface="Cascadia Code" panose="020B0609020000020004" pitchFamily="49" charset="0"/>
                <a:cs typeface="Cascadia Code" panose="020B0609020000020004" pitchFamily="49" charset="0"/>
              </a:rPr>
              <a:t>{ display: flex; justify-content: center; align-items: center }</a:t>
            </a:r>
          </a:p>
        </p:txBody>
      </p:sp>
    </p:spTree>
    <p:extLst>
      <p:ext uri="{BB962C8B-B14F-4D97-AF65-F5344CB8AC3E}">
        <p14:creationId xmlns:p14="http://schemas.microsoft.com/office/powerpoint/2010/main" val="2362747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Bootstrap</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Importing the Bootstrap CSS and JS files using CDN.</a:t>
            </a:r>
          </a:p>
          <a:p>
            <a:pPr marL="0" indent="0">
              <a:lnSpc>
                <a:spcPct val="120000"/>
              </a:lnSpc>
              <a:buNone/>
            </a:pPr>
            <a:r>
              <a:rPr lang="en-US" sz="3600" b="0" i="0" dirty="0">
                <a:solidFill>
                  <a:srgbClr val="008000"/>
                </a:solidFill>
                <a:effectLst/>
                <a:latin typeface="Consolas" panose="020B0609020204030204" pitchFamily="49" charset="0"/>
              </a:rPr>
              <a:t>&lt;!-- Latest compiled and minified CSS --&gt;</a:t>
            </a:r>
            <a:br>
              <a:rPr lang="en-US" sz="3600" dirty="0"/>
            </a:br>
            <a:r>
              <a:rPr lang="en-US" sz="3600" b="0" i="0" dirty="0">
                <a:solidFill>
                  <a:srgbClr val="0000CD"/>
                </a:solidFill>
                <a:effectLst/>
                <a:latin typeface="Consolas" panose="020B0609020204030204" pitchFamily="49" charset="0"/>
              </a:rPr>
              <a:t>&lt;</a:t>
            </a:r>
            <a:r>
              <a:rPr lang="en-US" sz="3600" b="0" i="0" dirty="0">
                <a:solidFill>
                  <a:srgbClr val="A52A2A"/>
                </a:solidFill>
                <a:effectLst/>
                <a:latin typeface="Consolas" panose="020B0609020204030204" pitchFamily="49" charset="0"/>
              </a:rPr>
              <a:t>link</a:t>
            </a:r>
            <a:r>
              <a:rPr lang="en-US" sz="3600" b="0" i="0" dirty="0">
                <a:solidFill>
                  <a:srgbClr val="FF0000"/>
                </a:solidFill>
                <a:effectLst/>
                <a:latin typeface="Consolas" panose="020B0609020204030204" pitchFamily="49" charset="0"/>
              </a:rPr>
              <a:t> </a:t>
            </a:r>
            <a:r>
              <a:rPr lang="en-US" sz="3600" b="0" i="0" dirty="0" err="1">
                <a:solidFill>
                  <a:srgbClr val="FF0000"/>
                </a:solidFill>
                <a:effectLst/>
                <a:latin typeface="Consolas" panose="020B0609020204030204" pitchFamily="49" charset="0"/>
              </a:rPr>
              <a:t>rel</a:t>
            </a:r>
            <a:r>
              <a:rPr lang="en-US" sz="3600" b="0" i="0" dirty="0">
                <a:solidFill>
                  <a:srgbClr val="0000CD"/>
                </a:solidFill>
                <a:effectLst/>
                <a:latin typeface="Consolas" panose="020B0609020204030204" pitchFamily="49" charset="0"/>
              </a:rPr>
              <a:t>="stylesheet"</a:t>
            </a:r>
            <a:r>
              <a:rPr lang="en-US" sz="3600" b="0" i="0" dirty="0">
                <a:solidFill>
                  <a:srgbClr val="FF0000"/>
                </a:solidFill>
                <a:effectLst/>
                <a:latin typeface="Consolas" panose="020B0609020204030204" pitchFamily="49" charset="0"/>
              </a:rPr>
              <a:t> </a:t>
            </a:r>
            <a:r>
              <a:rPr lang="en-US" sz="3600" b="0" i="0" dirty="0" err="1">
                <a:solidFill>
                  <a:srgbClr val="FF0000"/>
                </a:solidFill>
                <a:effectLst/>
                <a:latin typeface="Consolas" panose="020B0609020204030204" pitchFamily="49" charset="0"/>
              </a:rPr>
              <a:t>href</a:t>
            </a:r>
            <a:r>
              <a:rPr lang="en-US" sz="3600" b="0" i="0" dirty="0">
                <a:solidFill>
                  <a:srgbClr val="0000CD"/>
                </a:solidFill>
                <a:effectLst/>
                <a:latin typeface="Consolas" panose="020B0609020204030204" pitchFamily="49" charset="0"/>
              </a:rPr>
              <a:t>="https://cdn.jsdelivr.net/</a:t>
            </a:r>
            <a:r>
              <a:rPr lang="en-US" sz="3600" b="0" i="0" dirty="0" err="1">
                <a:solidFill>
                  <a:srgbClr val="0000CD"/>
                </a:solidFill>
                <a:effectLst/>
                <a:latin typeface="Consolas" panose="020B0609020204030204" pitchFamily="49" charset="0"/>
              </a:rPr>
              <a:t>npm</a:t>
            </a:r>
            <a:r>
              <a:rPr lang="en-US" sz="3600" b="0" i="0" dirty="0">
                <a:solidFill>
                  <a:srgbClr val="0000CD"/>
                </a:solidFill>
                <a:effectLst/>
                <a:latin typeface="Consolas" panose="020B0609020204030204" pitchFamily="49" charset="0"/>
              </a:rPr>
              <a:t>/bootstrap@4.6.2/</a:t>
            </a:r>
            <a:r>
              <a:rPr lang="en-US" sz="3600" b="0" i="0" dirty="0" err="1">
                <a:solidFill>
                  <a:srgbClr val="0000CD"/>
                </a:solidFill>
                <a:effectLst/>
                <a:latin typeface="Consolas" panose="020B0609020204030204" pitchFamily="49" charset="0"/>
              </a:rPr>
              <a:t>dist</a:t>
            </a:r>
            <a:r>
              <a:rPr lang="en-US" sz="3600" b="0" i="0" dirty="0">
                <a:solidFill>
                  <a:srgbClr val="0000CD"/>
                </a:solidFill>
                <a:effectLst/>
                <a:latin typeface="Consolas" panose="020B0609020204030204" pitchFamily="49" charset="0"/>
              </a:rPr>
              <a:t>/</a:t>
            </a:r>
            <a:r>
              <a:rPr lang="en-US" sz="3600" b="0" i="0" dirty="0" err="1">
                <a:solidFill>
                  <a:srgbClr val="0000CD"/>
                </a:solidFill>
                <a:effectLst/>
                <a:latin typeface="Consolas" panose="020B0609020204030204" pitchFamily="49" charset="0"/>
              </a:rPr>
              <a:t>css</a:t>
            </a:r>
            <a:r>
              <a:rPr lang="en-US" sz="3600" b="0" i="0" dirty="0">
                <a:solidFill>
                  <a:srgbClr val="0000CD"/>
                </a:solidFill>
                <a:effectLst/>
                <a:latin typeface="Consolas" panose="020B0609020204030204" pitchFamily="49" charset="0"/>
              </a:rPr>
              <a:t>/bootstrap.min.css"&gt;</a:t>
            </a:r>
            <a:br>
              <a:rPr lang="en-US" sz="3600" dirty="0"/>
            </a:br>
            <a:r>
              <a:rPr lang="en-US" sz="3600" b="0" i="0" dirty="0">
                <a:solidFill>
                  <a:srgbClr val="008000"/>
                </a:solidFill>
                <a:effectLst/>
                <a:latin typeface="Consolas" panose="020B0609020204030204" pitchFamily="49" charset="0"/>
              </a:rPr>
              <a:t>&lt;!-- jQuery library --&gt;</a:t>
            </a:r>
            <a:br>
              <a:rPr lang="en-US" sz="3600" dirty="0"/>
            </a:br>
            <a:r>
              <a:rPr lang="en-US" sz="3600" b="0" i="0" dirty="0">
                <a:solidFill>
                  <a:srgbClr val="0000CD"/>
                </a:solidFill>
                <a:effectLst/>
                <a:latin typeface="Consolas" panose="020B0609020204030204" pitchFamily="49" charset="0"/>
              </a:rPr>
              <a:t>&lt;</a:t>
            </a:r>
            <a:r>
              <a:rPr lang="en-US" sz="3600" b="0" i="0" dirty="0">
                <a:solidFill>
                  <a:srgbClr val="A52A2A"/>
                </a:solidFill>
                <a:effectLst/>
                <a:latin typeface="Consolas" panose="020B0609020204030204" pitchFamily="49" charset="0"/>
              </a:rPr>
              <a:t>script</a:t>
            </a:r>
            <a:r>
              <a:rPr lang="en-US" sz="3600" b="0" i="0" dirty="0">
                <a:solidFill>
                  <a:srgbClr val="FF0000"/>
                </a:solidFill>
                <a:effectLst/>
                <a:latin typeface="Consolas" panose="020B0609020204030204" pitchFamily="49" charset="0"/>
              </a:rPr>
              <a:t> </a:t>
            </a:r>
            <a:r>
              <a:rPr lang="en-US" sz="3600" b="0" i="0" dirty="0" err="1">
                <a:solidFill>
                  <a:srgbClr val="FF0000"/>
                </a:solidFill>
                <a:effectLst/>
                <a:latin typeface="Consolas" panose="020B0609020204030204" pitchFamily="49" charset="0"/>
              </a:rPr>
              <a:t>src</a:t>
            </a:r>
            <a:r>
              <a:rPr lang="en-US" sz="3600" b="0" i="0" dirty="0">
                <a:solidFill>
                  <a:srgbClr val="0000CD"/>
                </a:solidFill>
                <a:effectLst/>
                <a:latin typeface="Consolas" panose="020B0609020204030204" pitchFamily="49" charset="0"/>
              </a:rPr>
              <a:t>="https://cdn.jsdelivr.net/</a:t>
            </a:r>
            <a:r>
              <a:rPr lang="en-US" sz="3600" b="0" i="0" dirty="0" err="1">
                <a:solidFill>
                  <a:srgbClr val="0000CD"/>
                </a:solidFill>
                <a:effectLst/>
                <a:latin typeface="Consolas" panose="020B0609020204030204" pitchFamily="49" charset="0"/>
              </a:rPr>
              <a:t>npm</a:t>
            </a:r>
            <a:r>
              <a:rPr lang="en-US" sz="3600" b="0" i="0" dirty="0">
                <a:solidFill>
                  <a:srgbClr val="0000CD"/>
                </a:solidFill>
                <a:effectLst/>
                <a:latin typeface="Consolas" panose="020B0609020204030204" pitchFamily="49" charset="0"/>
              </a:rPr>
              <a:t>/jquery@3.6.3/</a:t>
            </a:r>
            <a:r>
              <a:rPr lang="en-US" sz="3600" b="0" i="0" dirty="0" err="1">
                <a:solidFill>
                  <a:srgbClr val="0000CD"/>
                </a:solidFill>
                <a:effectLst/>
                <a:latin typeface="Consolas" panose="020B0609020204030204" pitchFamily="49" charset="0"/>
              </a:rPr>
              <a:t>dist</a:t>
            </a:r>
            <a:r>
              <a:rPr lang="en-US" sz="3600" b="0" i="0" dirty="0">
                <a:solidFill>
                  <a:srgbClr val="0000CD"/>
                </a:solidFill>
                <a:effectLst/>
                <a:latin typeface="Consolas" panose="020B0609020204030204" pitchFamily="49" charset="0"/>
              </a:rPr>
              <a:t>/jquery.slim.min.js"&gt;&lt;</a:t>
            </a:r>
            <a:r>
              <a:rPr lang="en-US" sz="3600" b="0" i="0" dirty="0">
                <a:solidFill>
                  <a:srgbClr val="A52A2A"/>
                </a:solidFill>
                <a:effectLst/>
                <a:latin typeface="Consolas" panose="020B0609020204030204" pitchFamily="49" charset="0"/>
              </a:rPr>
              <a:t>/script</a:t>
            </a:r>
            <a:r>
              <a:rPr lang="en-US" sz="3600" b="0" i="0" dirty="0">
                <a:solidFill>
                  <a:srgbClr val="0000CD"/>
                </a:solidFill>
                <a:effectLst/>
                <a:latin typeface="Consolas" panose="020B0609020204030204" pitchFamily="49" charset="0"/>
              </a:rPr>
              <a:t>&gt;</a:t>
            </a:r>
            <a:br>
              <a:rPr lang="en-US" sz="3600" dirty="0"/>
            </a:br>
            <a:r>
              <a:rPr lang="en-US" sz="3600" b="0" i="0" dirty="0">
                <a:solidFill>
                  <a:srgbClr val="008000"/>
                </a:solidFill>
                <a:effectLst/>
                <a:latin typeface="Consolas" panose="020B0609020204030204" pitchFamily="49" charset="0"/>
              </a:rPr>
              <a:t>&lt;!-- Popper JS --&gt;</a:t>
            </a:r>
            <a:br>
              <a:rPr lang="en-US" sz="3600" dirty="0"/>
            </a:br>
            <a:r>
              <a:rPr lang="en-US" sz="3600" b="0" i="0" dirty="0">
                <a:solidFill>
                  <a:srgbClr val="0000CD"/>
                </a:solidFill>
                <a:effectLst/>
                <a:latin typeface="Consolas" panose="020B0609020204030204" pitchFamily="49" charset="0"/>
              </a:rPr>
              <a:t>&lt;</a:t>
            </a:r>
            <a:r>
              <a:rPr lang="en-US" sz="3600" b="0" i="0" dirty="0">
                <a:solidFill>
                  <a:srgbClr val="A52A2A"/>
                </a:solidFill>
                <a:effectLst/>
                <a:latin typeface="Consolas" panose="020B0609020204030204" pitchFamily="49" charset="0"/>
              </a:rPr>
              <a:t>script</a:t>
            </a:r>
            <a:r>
              <a:rPr lang="en-US" sz="3600" b="0" i="0" dirty="0">
                <a:solidFill>
                  <a:srgbClr val="FF0000"/>
                </a:solidFill>
                <a:effectLst/>
                <a:latin typeface="Consolas" panose="020B0609020204030204" pitchFamily="49" charset="0"/>
              </a:rPr>
              <a:t> </a:t>
            </a:r>
            <a:r>
              <a:rPr lang="en-US" sz="3600" b="0" i="0" dirty="0" err="1">
                <a:solidFill>
                  <a:srgbClr val="FF0000"/>
                </a:solidFill>
                <a:effectLst/>
                <a:latin typeface="Consolas" panose="020B0609020204030204" pitchFamily="49" charset="0"/>
              </a:rPr>
              <a:t>src</a:t>
            </a:r>
            <a:r>
              <a:rPr lang="en-US" sz="3600" b="0" i="0" dirty="0">
                <a:solidFill>
                  <a:srgbClr val="0000CD"/>
                </a:solidFill>
                <a:effectLst/>
                <a:latin typeface="Consolas" panose="020B0609020204030204" pitchFamily="49" charset="0"/>
              </a:rPr>
              <a:t>="https://cdn.jsdelivr.net/</a:t>
            </a:r>
            <a:r>
              <a:rPr lang="en-US" sz="3600" b="0" i="0" dirty="0" err="1">
                <a:solidFill>
                  <a:srgbClr val="0000CD"/>
                </a:solidFill>
                <a:effectLst/>
                <a:latin typeface="Consolas" panose="020B0609020204030204" pitchFamily="49" charset="0"/>
              </a:rPr>
              <a:t>npm</a:t>
            </a:r>
            <a:r>
              <a:rPr lang="en-US" sz="3600" b="0" i="0" dirty="0">
                <a:solidFill>
                  <a:srgbClr val="0000CD"/>
                </a:solidFill>
                <a:effectLst/>
                <a:latin typeface="Consolas" panose="020B0609020204030204" pitchFamily="49" charset="0"/>
              </a:rPr>
              <a:t>/popper.js@1.16.1/</a:t>
            </a:r>
            <a:r>
              <a:rPr lang="en-US" sz="3600" b="0" i="0" dirty="0" err="1">
                <a:solidFill>
                  <a:srgbClr val="0000CD"/>
                </a:solidFill>
                <a:effectLst/>
                <a:latin typeface="Consolas" panose="020B0609020204030204" pitchFamily="49" charset="0"/>
              </a:rPr>
              <a:t>dist</a:t>
            </a:r>
            <a:r>
              <a:rPr lang="en-US" sz="3600" b="0" i="0" dirty="0">
                <a:solidFill>
                  <a:srgbClr val="0000CD"/>
                </a:solidFill>
                <a:effectLst/>
                <a:latin typeface="Consolas" panose="020B0609020204030204" pitchFamily="49" charset="0"/>
              </a:rPr>
              <a:t>/</a:t>
            </a:r>
            <a:r>
              <a:rPr lang="en-US" sz="3600" b="0" i="0" dirty="0" err="1">
                <a:solidFill>
                  <a:srgbClr val="0000CD"/>
                </a:solidFill>
                <a:effectLst/>
                <a:latin typeface="Consolas" panose="020B0609020204030204" pitchFamily="49" charset="0"/>
              </a:rPr>
              <a:t>umd</a:t>
            </a:r>
            <a:r>
              <a:rPr lang="en-US" sz="3600" b="0" i="0" dirty="0">
                <a:solidFill>
                  <a:srgbClr val="0000CD"/>
                </a:solidFill>
                <a:effectLst/>
                <a:latin typeface="Consolas" panose="020B0609020204030204" pitchFamily="49" charset="0"/>
              </a:rPr>
              <a:t>/popper.min.js"&gt;&lt;</a:t>
            </a:r>
            <a:r>
              <a:rPr lang="en-US" sz="3600" b="0" i="0" dirty="0">
                <a:solidFill>
                  <a:srgbClr val="A52A2A"/>
                </a:solidFill>
                <a:effectLst/>
                <a:latin typeface="Consolas" panose="020B0609020204030204" pitchFamily="49" charset="0"/>
              </a:rPr>
              <a:t>/script</a:t>
            </a:r>
            <a:r>
              <a:rPr lang="en-US" sz="3600" b="0" i="0" dirty="0">
                <a:solidFill>
                  <a:srgbClr val="0000CD"/>
                </a:solidFill>
                <a:effectLst/>
                <a:latin typeface="Consolas" panose="020B0609020204030204" pitchFamily="49" charset="0"/>
              </a:rPr>
              <a:t>&gt;</a:t>
            </a:r>
            <a:br>
              <a:rPr lang="en-US" sz="3600" dirty="0"/>
            </a:br>
            <a:r>
              <a:rPr lang="en-US" sz="3600" b="0" i="0" dirty="0">
                <a:solidFill>
                  <a:srgbClr val="008000"/>
                </a:solidFill>
                <a:effectLst/>
                <a:latin typeface="Consolas" panose="020B0609020204030204" pitchFamily="49" charset="0"/>
              </a:rPr>
              <a:t>&lt;!-- Latest compiled JavaScript --&gt;</a:t>
            </a:r>
            <a:br>
              <a:rPr lang="en-US" sz="3600" dirty="0"/>
            </a:br>
            <a:r>
              <a:rPr lang="en-US" sz="3600" b="0" i="0" dirty="0">
                <a:solidFill>
                  <a:srgbClr val="0000CD"/>
                </a:solidFill>
                <a:effectLst/>
                <a:latin typeface="Consolas" panose="020B0609020204030204" pitchFamily="49" charset="0"/>
              </a:rPr>
              <a:t>&lt;</a:t>
            </a:r>
            <a:r>
              <a:rPr lang="en-US" sz="3600" b="0" i="0" dirty="0">
                <a:solidFill>
                  <a:srgbClr val="A52A2A"/>
                </a:solidFill>
                <a:effectLst/>
                <a:latin typeface="Consolas" panose="020B0609020204030204" pitchFamily="49" charset="0"/>
              </a:rPr>
              <a:t>script</a:t>
            </a:r>
            <a:r>
              <a:rPr lang="en-US" sz="3600" b="0" i="0" dirty="0">
                <a:solidFill>
                  <a:srgbClr val="FF0000"/>
                </a:solidFill>
                <a:effectLst/>
                <a:latin typeface="Consolas" panose="020B0609020204030204" pitchFamily="49" charset="0"/>
              </a:rPr>
              <a:t> </a:t>
            </a:r>
            <a:r>
              <a:rPr lang="en-US" sz="3600" b="0" i="0" dirty="0" err="1">
                <a:solidFill>
                  <a:srgbClr val="FF0000"/>
                </a:solidFill>
                <a:effectLst/>
                <a:latin typeface="Consolas" panose="020B0609020204030204" pitchFamily="49" charset="0"/>
              </a:rPr>
              <a:t>src</a:t>
            </a:r>
            <a:r>
              <a:rPr lang="en-US" sz="3600" b="0" i="0" dirty="0">
                <a:solidFill>
                  <a:srgbClr val="0000CD"/>
                </a:solidFill>
                <a:effectLst/>
                <a:latin typeface="Consolas" panose="020B0609020204030204" pitchFamily="49" charset="0"/>
              </a:rPr>
              <a:t>="https://cdn.jsdelivr.net/</a:t>
            </a:r>
            <a:r>
              <a:rPr lang="en-US" sz="3600" b="0" i="0" dirty="0" err="1">
                <a:solidFill>
                  <a:srgbClr val="0000CD"/>
                </a:solidFill>
                <a:effectLst/>
                <a:latin typeface="Consolas" panose="020B0609020204030204" pitchFamily="49" charset="0"/>
              </a:rPr>
              <a:t>npm</a:t>
            </a:r>
            <a:r>
              <a:rPr lang="en-US" sz="3600" b="0" i="0" dirty="0">
                <a:solidFill>
                  <a:srgbClr val="0000CD"/>
                </a:solidFill>
                <a:effectLst/>
                <a:latin typeface="Consolas" panose="020B0609020204030204" pitchFamily="49" charset="0"/>
              </a:rPr>
              <a:t>/bootstrap@4.6.2/</a:t>
            </a:r>
            <a:r>
              <a:rPr lang="en-US" sz="3600" b="0" i="0" dirty="0" err="1">
                <a:solidFill>
                  <a:srgbClr val="0000CD"/>
                </a:solidFill>
                <a:effectLst/>
                <a:latin typeface="Consolas" panose="020B0609020204030204" pitchFamily="49" charset="0"/>
              </a:rPr>
              <a:t>dist</a:t>
            </a:r>
            <a:r>
              <a:rPr lang="en-US" sz="3600" b="0" i="0" dirty="0">
                <a:solidFill>
                  <a:srgbClr val="0000CD"/>
                </a:solidFill>
                <a:effectLst/>
                <a:latin typeface="Consolas" panose="020B0609020204030204" pitchFamily="49" charset="0"/>
              </a:rPr>
              <a:t>/</a:t>
            </a:r>
            <a:r>
              <a:rPr lang="en-US" sz="3600" b="0" i="0" dirty="0" err="1">
                <a:solidFill>
                  <a:srgbClr val="0000CD"/>
                </a:solidFill>
                <a:effectLst/>
                <a:latin typeface="Consolas" panose="020B0609020204030204" pitchFamily="49" charset="0"/>
              </a:rPr>
              <a:t>js</a:t>
            </a:r>
            <a:r>
              <a:rPr lang="en-US" sz="3600" b="0" i="0" dirty="0">
                <a:solidFill>
                  <a:srgbClr val="0000CD"/>
                </a:solidFill>
                <a:effectLst/>
                <a:latin typeface="Consolas" panose="020B0609020204030204" pitchFamily="49" charset="0"/>
              </a:rPr>
              <a:t>/bootstrap.bundle.min.js"&gt;&lt;</a:t>
            </a:r>
            <a:r>
              <a:rPr lang="en-US" sz="3600" b="0" i="0" dirty="0">
                <a:solidFill>
                  <a:srgbClr val="A52A2A"/>
                </a:solidFill>
                <a:effectLst/>
                <a:latin typeface="Consolas" panose="020B0609020204030204" pitchFamily="49" charset="0"/>
              </a:rPr>
              <a:t>/script</a:t>
            </a:r>
            <a:r>
              <a:rPr lang="en-US" sz="3600" b="0" i="0" dirty="0">
                <a:solidFill>
                  <a:srgbClr val="0000CD"/>
                </a:solidFill>
                <a:effectLst/>
                <a:latin typeface="Consolas" panose="020B0609020204030204" pitchFamily="49" charset="0"/>
              </a:rPr>
              <a:t>&gt;</a:t>
            </a:r>
            <a:endParaRPr lang="en-US" sz="3200" dirty="0"/>
          </a:p>
          <a:p>
            <a:pPr>
              <a:lnSpc>
                <a:spcPct val="120000"/>
              </a:lnSpc>
              <a:buFont typeface="Wingdings" panose="05000000000000000000" pitchFamily="2" charset="2"/>
              <a:buChar char="§"/>
            </a:pPr>
            <a:endParaRPr lang="en-US" sz="3200" dirty="0"/>
          </a:p>
        </p:txBody>
      </p:sp>
    </p:spTree>
    <p:extLst>
      <p:ext uri="{BB962C8B-B14F-4D97-AF65-F5344CB8AC3E}">
        <p14:creationId xmlns:p14="http://schemas.microsoft.com/office/powerpoint/2010/main" val="3096876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Bootstrap – Conventions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fontScale="6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Sizes:</a:t>
            </a:r>
          </a:p>
          <a:p>
            <a:pPr lvl="1">
              <a:lnSpc>
                <a:spcPct val="120000"/>
              </a:lnSpc>
              <a:buFont typeface="Wingdings" panose="05000000000000000000" pitchFamily="2" charset="2"/>
              <a:buChar char="§"/>
            </a:pPr>
            <a:r>
              <a:rPr lang="en-US" sz="2800" dirty="0"/>
              <a:t>Small/Medium/Large/</a:t>
            </a:r>
            <a:r>
              <a:rPr lang="en-US" sz="2800" dirty="0" err="1"/>
              <a:t>Xlarge</a:t>
            </a:r>
            <a:r>
              <a:rPr lang="en-US" sz="2800" dirty="0"/>
              <a:t>/</a:t>
            </a:r>
            <a:r>
              <a:rPr lang="en-US" sz="2800" dirty="0" err="1"/>
              <a:t>XXlarge</a:t>
            </a:r>
            <a:r>
              <a:rPr lang="en-US" sz="2800" dirty="0"/>
              <a:t>: </a:t>
            </a:r>
            <a:r>
              <a:rPr lang="en-US" sz="2800" dirty="0" err="1"/>
              <a:t>sm</a:t>
            </a:r>
            <a:r>
              <a:rPr lang="en-US" sz="2800" dirty="0"/>
              <a:t>/md/lg/xl/</a:t>
            </a:r>
            <a:r>
              <a:rPr lang="en-US" sz="2800" dirty="0" err="1"/>
              <a:t>xxl</a:t>
            </a:r>
            <a:endParaRPr lang="en-US" sz="2800" dirty="0"/>
          </a:p>
          <a:p>
            <a:pPr lvl="1">
              <a:lnSpc>
                <a:spcPct val="120000"/>
              </a:lnSpc>
              <a:buFont typeface="Wingdings" panose="05000000000000000000" pitchFamily="2" charset="2"/>
              <a:buChar char="§"/>
            </a:pPr>
            <a:r>
              <a:rPr lang="en-US" sz="3000" dirty="0"/>
              <a:t>E.g.: class=“container-md” will define a medium sized container</a:t>
            </a:r>
          </a:p>
          <a:p>
            <a:pPr lvl="1">
              <a:lnSpc>
                <a:spcPct val="120000"/>
              </a:lnSpc>
              <a:buFont typeface="Wingdings" panose="05000000000000000000" pitchFamily="2" charset="2"/>
              <a:buChar char="§"/>
            </a:pPr>
            <a:r>
              <a:rPr lang="en-US" sz="3000" dirty="0"/>
              <a:t>The “rem” (Root </a:t>
            </a:r>
            <a:r>
              <a:rPr lang="en-US" sz="3000" dirty="0" err="1"/>
              <a:t>em</a:t>
            </a:r>
            <a:r>
              <a:rPr lang="en-US" sz="3000" dirty="0"/>
              <a:t>) system</a:t>
            </a:r>
          </a:p>
          <a:p>
            <a:pPr>
              <a:lnSpc>
                <a:spcPct val="120000"/>
              </a:lnSpc>
              <a:buFont typeface="Wingdings" panose="05000000000000000000" pitchFamily="2" charset="2"/>
              <a:buChar char="§"/>
            </a:pPr>
            <a:r>
              <a:rPr lang="en-US" sz="3200" dirty="0"/>
              <a:t>Margins/Padding:</a:t>
            </a:r>
          </a:p>
          <a:p>
            <a:pPr lvl="1">
              <a:lnSpc>
                <a:spcPct val="120000"/>
              </a:lnSpc>
              <a:buFont typeface="Wingdings" panose="05000000000000000000" pitchFamily="2" charset="2"/>
              <a:buChar char="§"/>
            </a:pPr>
            <a:r>
              <a:rPr lang="en-US" sz="3000" dirty="0"/>
              <a:t>Top/Right/Bottom/Left/Left-Right/Top-Bottom: t/r/b/l/x/y</a:t>
            </a:r>
          </a:p>
          <a:p>
            <a:pPr lvl="1">
              <a:lnSpc>
                <a:spcPct val="120000"/>
              </a:lnSpc>
              <a:buFont typeface="Wingdings" panose="05000000000000000000" pitchFamily="2" charset="2"/>
              <a:buChar char="§"/>
            </a:pPr>
            <a:r>
              <a:rPr lang="en-US" sz="3000" dirty="0"/>
              <a:t>Set class=“pt-3” for 1rem top padding</a:t>
            </a:r>
          </a:p>
          <a:p>
            <a:pPr lvl="1">
              <a:lnSpc>
                <a:spcPct val="120000"/>
              </a:lnSpc>
              <a:buFont typeface="Wingdings" panose="05000000000000000000" pitchFamily="2" charset="2"/>
              <a:buChar char="§"/>
            </a:pPr>
            <a:r>
              <a:rPr lang="en-US" sz="2800" dirty="0"/>
              <a:t>Set class=“mx-4” for 1.5rem margins on both Left and Right</a:t>
            </a:r>
          </a:p>
          <a:p>
            <a:pPr lvl="1">
              <a:lnSpc>
                <a:spcPct val="120000"/>
              </a:lnSpc>
              <a:buFont typeface="Wingdings" panose="05000000000000000000" pitchFamily="2" charset="2"/>
              <a:buChar char="§"/>
            </a:pPr>
            <a:r>
              <a:rPr lang="en-US" sz="2800" dirty="0"/>
              <a:t>Set class=“py-5” for 3rem padding on Top and Bottom</a:t>
            </a:r>
          </a:p>
          <a:p>
            <a:pPr>
              <a:lnSpc>
                <a:spcPct val="120000"/>
              </a:lnSpc>
              <a:buFont typeface="Wingdings" panose="05000000000000000000" pitchFamily="2" charset="2"/>
              <a:buChar char="§"/>
            </a:pPr>
            <a:r>
              <a:rPr lang="en-US" sz="3200" dirty="0"/>
              <a:t>Width/Height:</a:t>
            </a:r>
          </a:p>
          <a:p>
            <a:pPr lvl="1">
              <a:lnSpc>
                <a:spcPct val="120000"/>
              </a:lnSpc>
              <a:buFont typeface="Wingdings" panose="05000000000000000000" pitchFamily="2" charset="2"/>
              <a:buChar char="§"/>
            </a:pPr>
            <a:r>
              <a:rPr lang="en-US" sz="3000" dirty="0"/>
              <a:t>Set class=“w-25” to set width to 25%</a:t>
            </a:r>
          </a:p>
          <a:p>
            <a:pPr lvl="1">
              <a:lnSpc>
                <a:spcPct val="120000"/>
              </a:lnSpc>
              <a:buFont typeface="Wingdings" panose="05000000000000000000" pitchFamily="2" charset="2"/>
              <a:buChar char="§"/>
            </a:pPr>
            <a:r>
              <a:rPr lang="en-US" sz="3000" dirty="0"/>
              <a:t>Set class=“h-50” to set height to 50%</a:t>
            </a:r>
          </a:p>
          <a:p>
            <a:pPr lvl="1">
              <a:lnSpc>
                <a:spcPct val="120000"/>
              </a:lnSpc>
              <a:buFont typeface="Wingdings" panose="05000000000000000000" pitchFamily="2" charset="2"/>
              <a:buChar char="§"/>
            </a:pPr>
            <a:r>
              <a:rPr lang="en-US" sz="3000" dirty="0"/>
              <a:t>Set class=“mw-80” to set maximum width to 80%</a:t>
            </a:r>
          </a:p>
        </p:txBody>
      </p:sp>
    </p:spTree>
    <p:extLst>
      <p:ext uri="{BB962C8B-B14F-4D97-AF65-F5344CB8AC3E}">
        <p14:creationId xmlns:p14="http://schemas.microsoft.com/office/powerpoint/2010/main" val="1401833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Bootstrap Examples – Containers </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1">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Fixed container</a:t>
            </a:r>
          </a:p>
          <a:p>
            <a:pPr marL="0" indent="0">
              <a:lnSpc>
                <a:spcPct val="120000"/>
              </a:lnSpc>
              <a:buNone/>
            </a:pP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="container"&gt;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h1</a:t>
            </a:r>
            <a:r>
              <a:rPr lang="en-US" sz="2400" b="0" i="0" dirty="0">
                <a:solidFill>
                  <a:srgbClr val="0000CD"/>
                </a:solidFill>
                <a:effectLst/>
                <a:latin typeface="Consolas" panose="020B0609020204030204" pitchFamily="49" charset="0"/>
              </a:rPr>
              <a:t>&gt;</a:t>
            </a:r>
            <a:r>
              <a:rPr lang="en-US" sz="2400" b="0" i="0" dirty="0" err="1">
                <a:solidFill>
                  <a:srgbClr val="000000"/>
                </a:solidFill>
                <a:effectLst/>
                <a:latin typeface="Consolas" panose="020B0609020204030204" pitchFamily="49" charset="0"/>
              </a:rPr>
              <a:t>Baham</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/h1</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p</a:t>
            </a:r>
            <a:r>
              <a:rPr lang="en-US" sz="2400" b="0" i="0" dirty="0">
                <a:solidFill>
                  <a:srgbClr val="0000CD"/>
                </a:solidFill>
                <a:effectLst/>
                <a:latin typeface="Consolas" panose="020B0609020204030204" pitchFamily="49" charset="0"/>
              </a:rPr>
              <a:t>&gt;</a:t>
            </a:r>
            <a:r>
              <a:rPr lang="en-US" sz="2400" b="0" i="0" dirty="0">
                <a:solidFill>
                  <a:srgbClr val="000000"/>
                </a:solidFill>
                <a:effectLst/>
                <a:latin typeface="Consolas" panose="020B0609020204030204" pitchFamily="49" charset="0"/>
              </a:rPr>
              <a:t>Reducing your carbon footprint.</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/p</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endParaRPr lang="en-US" sz="2400" dirty="0"/>
          </a:p>
          <a:p>
            <a:pPr>
              <a:lnSpc>
                <a:spcPct val="120000"/>
              </a:lnSpc>
              <a:buFont typeface="Wingdings" panose="05000000000000000000" pitchFamily="2" charset="2"/>
              <a:buChar char="§"/>
            </a:pPr>
            <a:r>
              <a:rPr lang="en-US" sz="3200" dirty="0"/>
              <a:t>Fluid container with width=100%</a:t>
            </a:r>
          </a:p>
          <a:p>
            <a:pPr marL="0" indent="0">
              <a:lnSpc>
                <a:spcPct val="120000"/>
              </a:lnSpc>
              <a:buNone/>
            </a:pP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="container-fluid"&gt;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h1</a:t>
            </a:r>
            <a:r>
              <a:rPr lang="en-US" sz="2400" b="0" i="0" dirty="0">
                <a:solidFill>
                  <a:srgbClr val="0000CD"/>
                </a:solidFill>
                <a:effectLst/>
                <a:latin typeface="Consolas" panose="020B0609020204030204" pitchFamily="49" charset="0"/>
              </a:rPr>
              <a:t>&gt;</a:t>
            </a:r>
            <a:r>
              <a:rPr lang="en-US" sz="2400" b="0" i="0" dirty="0" err="1">
                <a:solidFill>
                  <a:srgbClr val="000000"/>
                </a:solidFill>
                <a:effectLst/>
                <a:latin typeface="Consolas" panose="020B0609020204030204" pitchFamily="49" charset="0"/>
              </a:rPr>
              <a:t>Baham</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/h1</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p</a:t>
            </a:r>
            <a:r>
              <a:rPr lang="en-US" sz="2400" b="0" i="0" dirty="0">
                <a:solidFill>
                  <a:srgbClr val="0000CD"/>
                </a:solidFill>
                <a:effectLst/>
                <a:latin typeface="Consolas" panose="020B0609020204030204" pitchFamily="49" charset="0"/>
              </a:rPr>
              <a:t>&gt;</a:t>
            </a:r>
            <a:r>
              <a:rPr lang="en-US" sz="2400" b="0" i="0" dirty="0">
                <a:solidFill>
                  <a:srgbClr val="000000"/>
                </a:solidFill>
                <a:effectLst/>
                <a:latin typeface="Consolas" panose="020B0609020204030204" pitchFamily="49" charset="0"/>
              </a:rPr>
              <a:t>Reducing your carbon footprint.</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/p</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endParaRPr lang="en-US" sz="2000" dirty="0"/>
          </a:p>
        </p:txBody>
      </p:sp>
    </p:spTree>
    <p:extLst>
      <p:ext uri="{BB962C8B-B14F-4D97-AF65-F5344CB8AC3E}">
        <p14:creationId xmlns:p14="http://schemas.microsoft.com/office/powerpoint/2010/main" val="2488591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Bootstrap Examples – Grid System</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839536" cy="4887878"/>
          </a:xfrm>
          <a:prstGeom prst="rect">
            <a:avLst/>
          </a:prstGeom>
        </p:spPr>
        <p:txBody>
          <a:bodyPr numCol="2">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 grid has a width of 12 units. For two equal medium sized columns:</a:t>
            </a:r>
          </a:p>
          <a:p>
            <a:pPr marL="0" indent="0">
              <a:lnSpc>
                <a:spcPct val="120000"/>
              </a:lnSpc>
              <a:buNone/>
            </a:pP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="row"&gt;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="col-md-6"&gt;</a:t>
            </a:r>
            <a:r>
              <a:rPr lang="en-US" sz="2400" b="0" i="0" dirty="0">
                <a:solidFill>
                  <a:srgbClr val="000000"/>
                </a:solidFill>
                <a:effectLst/>
                <a:latin typeface="Consolas" panose="020B0609020204030204" pitchFamily="49" charset="0"/>
              </a:rPr>
              <a:t>left</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="col-md-6"&gt;</a:t>
            </a:r>
            <a:r>
              <a:rPr lang="en-US" sz="2400" b="0" i="0" dirty="0">
                <a:solidFill>
                  <a:srgbClr val="000000"/>
                </a:solidFill>
                <a:effectLst/>
                <a:latin typeface="Consolas" panose="020B0609020204030204" pitchFamily="49" charset="0"/>
              </a:rPr>
              <a:t>right</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endParaRPr lang="en-US" sz="2100" dirty="0"/>
          </a:p>
          <a:p>
            <a:pPr>
              <a:lnSpc>
                <a:spcPct val="120000"/>
              </a:lnSpc>
              <a:buFont typeface="Wingdings" panose="05000000000000000000" pitchFamily="2" charset="2"/>
              <a:buChar char="§"/>
            </a:pPr>
            <a:r>
              <a:rPr lang="en-US" sz="3200" dirty="0"/>
              <a:t>For three small columns with middle one occupying 50% the space:</a:t>
            </a:r>
          </a:p>
          <a:p>
            <a:pPr marL="0" indent="0">
              <a:lnSpc>
                <a:spcPct val="120000"/>
              </a:lnSpc>
              <a:buNone/>
            </a:pP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="row"&gt;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="col-sm-3"&gt;</a:t>
            </a:r>
            <a:r>
              <a:rPr lang="en-US" sz="2400" b="0" i="0" dirty="0">
                <a:solidFill>
                  <a:srgbClr val="000000"/>
                </a:solidFill>
                <a:effectLst/>
                <a:latin typeface="Consolas" panose="020B0609020204030204" pitchFamily="49" charset="0"/>
              </a:rPr>
              <a:t>Left</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="col-sm-6"&gt;</a:t>
            </a:r>
            <a:r>
              <a:rPr lang="en-US" sz="2400" b="0" i="0" dirty="0">
                <a:solidFill>
                  <a:srgbClr val="000000"/>
                </a:solidFill>
                <a:effectLst/>
                <a:latin typeface="Consolas" panose="020B0609020204030204" pitchFamily="49" charset="0"/>
              </a:rPr>
              <a:t>Middle</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="col-sm-3"&gt;</a:t>
            </a:r>
            <a:r>
              <a:rPr lang="en-US" sz="2400" b="0" i="0" dirty="0">
                <a:solidFill>
                  <a:srgbClr val="000000"/>
                </a:solidFill>
                <a:effectLst/>
                <a:latin typeface="Consolas" panose="020B0609020204030204" pitchFamily="49" charset="0"/>
              </a:rPr>
              <a:t>Right</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endParaRPr lang="en-US" sz="3200" dirty="0"/>
          </a:p>
          <a:p>
            <a:pPr>
              <a:lnSpc>
                <a:spcPct val="120000"/>
              </a:lnSpc>
              <a:buFont typeface="Wingdings" panose="05000000000000000000" pitchFamily="2" charset="2"/>
              <a:buChar char="§"/>
            </a:pPr>
            <a:r>
              <a:rPr lang="en-US" sz="3200" dirty="0"/>
              <a:t>For two rows with first one having 2 equal columns and second one 4 unequal ones:</a:t>
            </a:r>
          </a:p>
          <a:p>
            <a:pPr marL="0" indent="0">
              <a:lnSpc>
                <a:spcPct val="120000"/>
              </a:lnSpc>
              <a:buNone/>
            </a:pP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="row"&gt;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="col-6"&gt;</a:t>
            </a:r>
            <a:r>
              <a:rPr lang="en-US" sz="2400" b="0" i="0" dirty="0">
                <a:solidFill>
                  <a:srgbClr val="000000"/>
                </a:solidFill>
                <a:effectLst/>
                <a:latin typeface="Consolas" panose="020B0609020204030204" pitchFamily="49" charset="0"/>
              </a:rPr>
              <a:t>Left heading</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="col-6"&gt;</a:t>
            </a:r>
            <a:r>
              <a:rPr lang="en-US" sz="2400" b="0" i="0" dirty="0">
                <a:solidFill>
                  <a:srgbClr val="000000"/>
                </a:solidFill>
                <a:effectLst/>
                <a:latin typeface="Consolas" panose="020B0609020204030204" pitchFamily="49" charset="0"/>
              </a:rPr>
              <a:t>Right heading</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p>
          <a:p>
            <a:pPr marL="0" indent="0">
              <a:lnSpc>
                <a:spcPct val="120000"/>
              </a:lnSpc>
              <a:buNone/>
            </a:pP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="row"&gt;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="col-sm-4"&gt;</a:t>
            </a:r>
            <a:r>
              <a:rPr lang="en-US" sz="2400" b="0" i="0" dirty="0">
                <a:solidFill>
                  <a:srgbClr val="000000"/>
                </a:solidFill>
                <a:effectLst/>
                <a:latin typeface="Consolas" panose="020B0609020204030204" pitchFamily="49" charset="0"/>
              </a:rPr>
              <a:t>Left main</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="col-sm-2"&gt;</a:t>
            </a:r>
            <a:r>
              <a:rPr lang="en-US" sz="2400" b="0" i="0" dirty="0">
                <a:solidFill>
                  <a:srgbClr val="000000"/>
                </a:solidFill>
                <a:effectLst/>
                <a:latin typeface="Consolas" panose="020B0609020204030204" pitchFamily="49" charset="0"/>
              </a:rPr>
              <a:t>Left side</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="col-sm-4"&gt;</a:t>
            </a:r>
            <a:r>
              <a:rPr lang="en-US" sz="2400" b="0" i="0" dirty="0">
                <a:solidFill>
                  <a:srgbClr val="000000"/>
                </a:solidFill>
                <a:effectLst/>
                <a:latin typeface="Consolas" panose="020B0609020204030204" pitchFamily="49" charset="0"/>
              </a:rPr>
              <a:t>Right main</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="col-sm-2"&gt;</a:t>
            </a:r>
            <a:r>
              <a:rPr lang="en-US" sz="2400" b="0" i="0" dirty="0">
                <a:solidFill>
                  <a:srgbClr val="000000"/>
                </a:solidFill>
                <a:effectLst/>
                <a:latin typeface="Consolas" panose="020B0609020204030204" pitchFamily="49" charset="0"/>
              </a:rPr>
              <a:t>Right side</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p>
        </p:txBody>
      </p:sp>
    </p:spTree>
    <p:extLst>
      <p:ext uri="{BB962C8B-B14F-4D97-AF65-F5344CB8AC3E}">
        <p14:creationId xmlns:p14="http://schemas.microsoft.com/office/powerpoint/2010/main" val="1696626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Bootstrap Examples – Text </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52907"/>
            <a:ext cx="11839536" cy="4887878"/>
          </a:xfrm>
          <a:prstGeom prst="rect">
            <a:avLst/>
          </a:prstGeom>
        </p:spPr>
        <p:txBody>
          <a:bodyPr numCol="1">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Headings are same as tags:</a:t>
            </a:r>
          </a:p>
          <a:p>
            <a:pPr lvl="1">
              <a:lnSpc>
                <a:spcPct val="120000"/>
              </a:lnSpc>
              <a:buFont typeface="Wingdings" panose="05000000000000000000" pitchFamily="2" charset="2"/>
              <a:buChar char="§"/>
            </a:pPr>
            <a:r>
              <a:rPr lang="en-US" sz="3000" dirty="0"/>
              <a:t>class=“h1”, etc.</a:t>
            </a:r>
          </a:p>
          <a:p>
            <a:pPr>
              <a:lnSpc>
                <a:spcPct val="120000"/>
              </a:lnSpc>
              <a:buFont typeface="Wingdings" panose="05000000000000000000" pitchFamily="2" charset="2"/>
              <a:buChar char="§"/>
            </a:pPr>
            <a:r>
              <a:rPr lang="en-US" sz="3200" dirty="0"/>
              <a:t>Mark tag highlights text:</a:t>
            </a:r>
          </a:p>
          <a:p>
            <a:pPr lvl="1">
              <a:lnSpc>
                <a:spcPct val="120000"/>
              </a:lnSpc>
              <a:buFont typeface="Wingdings" panose="05000000000000000000" pitchFamily="2" charset="2"/>
              <a:buChar char="§"/>
            </a:pPr>
            <a:r>
              <a:rPr lang="en-US" sz="3000" dirty="0"/>
              <a:t>&lt;mark&gt;</a:t>
            </a:r>
            <a:r>
              <a:rPr lang="en-US" sz="3000" dirty="0">
                <a:highlight>
                  <a:srgbClr val="FFFF00"/>
                </a:highlight>
              </a:rPr>
              <a:t>highlight</a:t>
            </a:r>
            <a:r>
              <a:rPr lang="en-US" sz="3000" dirty="0"/>
              <a:t>&lt;/mark&gt; this</a:t>
            </a:r>
          </a:p>
          <a:p>
            <a:pPr>
              <a:lnSpc>
                <a:spcPct val="120000"/>
              </a:lnSpc>
              <a:buFont typeface="Wingdings" panose="05000000000000000000" pitchFamily="2" charset="2"/>
              <a:buChar char="§"/>
            </a:pPr>
            <a:r>
              <a:rPr lang="en-US" sz="3200" dirty="0" err="1"/>
              <a:t>Abbr</a:t>
            </a:r>
            <a:r>
              <a:rPr lang="en-US" sz="3200" dirty="0"/>
              <a:t> tag is used to define abbreviations on mouse hover:</a:t>
            </a:r>
          </a:p>
          <a:p>
            <a:pPr lvl="1">
              <a:lnSpc>
                <a:spcPct val="120000"/>
              </a:lnSpc>
              <a:buFont typeface="Wingdings" panose="05000000000000000000" pitchFamily="2" charset="2"/>
              <a:buChar char="§"/>
            </a:pPr>
            <a:r>
              <a:rPr lang="en-US" sz="3000" dirty="0"/>
              <a:t>&lt;</a:t>
            </a:r>
            <a:r>
              <a:rPr lang="en-US" sz="3000" dirty="0" err="1"/>
              <a:t>abbr</a:t>
            </a:r>
            <a:r>
              <a:rPr lang="en-US" sz="3000" dirty="0"/>
              <a:t> title=“Hypertext Markup Language”&gt;HTML&lt;/</a:t>
            </a:r>
            <a:r>
              <a:rPr lang="en-US" sz="3000" dirty="0" err="1"/>
              <a:t>abbr</a:t>
            </a:r>
            <a:r>
              <a:rPr lang="en-US" sz="3000" dirty="0"/>
              <a:t>&gt;</a:t>
            </a:r>
          </a:p>
          <a:p>
            <a:pPr>
              <a:lnSpc>
                <a:spcPct val="120000"/>
              </a:lnSpc>
              <a:buFont typeface="Wingdings" panose="05000000000000000000" pitchFamily="2" charset="2"/>
              <a:buChar char="§"/>
            </a:pPr>
            <a:r>
              <a:rPr lang="en-US" sz="3200" dirty="0"/>
              <a:t>Code tag is used to specify programming code or script:</a:t>
            </a:r>
          </a:p>
          <a:p>
            <a:pPr lvl="1">
              <a:lnSpc>
                <a:spcPct val="120000"/>
              </a:lnSpc>
              <a:buFont typeface="Wingdings" panose="05000000000000000000" pitchFamily="2" charset="2"/>
              <a:buChar char="§"/>
            </a:pPr>
            <a:r>
              <a:rPr lang="en-US" sz="3000" dirty="0"/>
              <a:t>The linux command of death is &lt;code&gt;$rm –rf&lt;/code&gt;</a:t>
            </a:r>
          </a:p>
          <a:p>
            <a:pPr>
              <a:lnSpc>
                <a:spcPct val="120000"/>
              </a:lnSpc>
              <a:buFont typeface="Wingdings" panose="05000000000000000000" pitchFamily="2" charset="2"/>
              <a:buChar char="§"/>
            </a:pPr>
            <a:r>
              <a:rPr lang="en-US" sz="3200" dirty="0"/>
              <a:t>There’s a variety of Bootstrap classes to deal with text like: “text-center”, “text-lowercase”, “text-uppercase”, “text-</a:t>
            </a:r>
            <a:r>
              <a:rPr lang="en-US" sz="3200" dirty="0" err="1"/>
              <a:t>nowrap</a:t>
            </a:r>
            <a:r>
              <a:rPr lang="en-US" sz="3200" dirty="0"/>
              <a:t>”, “text-end”. Make sure to check them out</a:t>
            </a:r>
          </a:p>
          <a:p>
            <a:pPr>
              <a:lnSpc>
                <a:spcPct val="120000"/>
              </a:lnSpc>
              <a:buFont typeface="Wingdings" panose="05000000000000000000" pitchFamily="2" charset="2"/>
              <a:buChar char="§"/>
            </a:pPr>
            <a:endParaRPr lang="en-US" sz="3200" dirty="0"/>
          </a:p>
        </p:txBody>
      </p:sp>
    </p:spTree>
    <p:extLst>
      <p:ext uri="{BB962C8B-B14F-4D97-AF65-F5344CB8AC3E}">
        <p14:creationId xmlns:p14="http://schemas.microsoft.com/office/powerpoint/2010/main" val="3652868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Bootstrap Examples – </a:t>
            </a:r>
            <a:r>
              <a:rPr lang="en-US" sz="3200" dirty="0" err="1">
                <a:solidFill>
                  <a:srgbClr val="FFFFFF"/>
                </a:solidFill>
                <a:latin typeface="Arial"/>
                <a:cs typeface="Arial"/>
              </a:rPr>
              <a:t>Colours</a:t>
            </a:r>
            <a:r>
              <a:rPr lang="en-US" sz="3200" dirty="0">
                <a:solidFill>
                  <a:srgbClr val="FFFFFF"/>
                </a:solidFill>
                <a:latin typeface="Arial"/>
                <a:cs typeface="Arial"/>
              </a:rPr>
              <a:t> </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52907"/>
            <a:ext cx="11839536" cy="4887878"/>
          </a:xfrm>
          <a:prstGeom prst="rect">
            <a:avLst/>
          </a:prstGeom>
        </p:spPr>
        <p:txBody>
          <a:bodyPr numCol="1">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Bootstrap gives a good default suite of </a:t>
            </a:r>
            <a:r>
              <a:rPr lang="en-US" sz="3200" dirty="0" err="1"/>
              <a:t>colours</a:t>
            </a:r>
            <a:r>
              <a:rPr lang="en-US" sz="3200" dirty="0"/>
              <a:t> if you are not using a custom theme. Use them with text, </a:t>
            </a:r>
            <a:r>
              <a:rPr lang="en-US" sz="3200" dirty="0" err="1"/>
              <a:t>btn</a:t>
            </a:r>
            <a:r>
              <a:rPr lang="en-US" sz="3200" dirty="0"/>
              <a:t>, </a:t>
            </a:r>
            <a:r>
              <a:rPr lang="en-US" sz="3200" dirty="0" err="1"/>
              <a:t>bg</a:t>
            </a:r>
            <a:r>
              <a:rPr lang="en-US" sz="3200" dirty="0"/>
              <a:t>, etc.:</a:t>
            </a:r>
          </a:p>
          <a:p>
            <a:pPr algn="l"/>
            <a:r>
              <a:rPr lang="en-US" sz="2300" dirty="0">
                <a:solidFill>
                  <a:srgbClr val="6C757D"/>
                </a:solidFill>
                <a:latin typeface="Verdana" panose="020B0604030504040204" pitchFamily="34" charset="0"/>
              </a:rPr>
              <a:t>class=“text-</a:t>
            </a:r>
            <a:r>
              <a:rPr lang="en-US" sz="2300" b="0" i="0" dirty="0">
                <a:solidFill>
                  <a:srgbClr val="6C757D"/>
                </a:solidFill>
                <a:effectLst/>
                <a:latin typeface="Verdana" panose="020B0604030504040204" pitchFamily="34" charset="0"/>
              </a:rPr>
              <a:t>muted</a:t>
            </a:r>
            <a:r>
              <a:rPr lang="en-US" sz="2300" dirty="0">
                <a:solidFill>
                  <a:srgbClr val="6C757D"/>
                </a:solidFill>
                <a:latin typeface="Verdana" panose="020B0604030504040204" pitchFamily="34" charset="0"/>
              </a:rPr>
              <a:t>”</a:t>
            </a:r>
            <a:endParaRPr lang="en-US" sz="2300" b="0" i="0" dirty="0">
              <a:solidFill>
                <a:srgbClr val="6C757D"/>
              </a:solidFill>
              <a:effectLst/>
              <a:latin typeface="Verdana" panose="020B0604030504040204" pitchFamily="34" charset="0"/>
            </a:endParaRPr>
          </a:p>
          <a:p>
            <a:pPr algn="l"/>
            <a:r>
              <a:rPr lang="en-US" sz="2300" b="0" i="0" dirty="0">
                <a:solidFill>
                  <a:srgbClr val="0D6EFD"/>
                </a:solidFill>
                <a:effectLst/>
                <a:latin typeface="Verdana" panose="020B0604030504040204" pitchFamily="34" charset="0"/>
              </a:rPr>
              <a:t>class=“text-primary”</a:t>
            </a:r>
          </a:p>
          <a:p>
            <a:pPr algn="l"/>
            <a:r>
              <a:rPr lang="en-US" sz="2300" b="0" i="0" dirty="0">
                <a:solidFill>
                  <a:srgbClr val="198754"/>
                </a:solidFill>
                <a:effectLst/>
                <a:latin typeface="Verdana" panose="020B0604030504040204" pitchFamily="34" charset="0"/>
              </a:rPr>
              <a:t>class=“text-success”</a:t>
            </a:r>
          </a:p>
          <a:p>
            <a:pPr algn="l"/>
            <a:r>
              <a:rPr lang="en-US" sz="2300" b="0" i="0" dirty="0">
                <a:solidFill>
                  <a:srgbClr val="0DCAF0"/>
                </a:solidFill>
                <a:effectLst/>
                <a:latin typeface="Verdana" panose="020B0604030504040204" pitchFamily="34" charset="0"/>
              </a:rPr>
              <a:t>class=“text-info”</a:t>
            </a:r>
          </a:p>
          <a:p>
            <a:pPr algn="l"/>
            <a:r>
              <a:rPr lang="en-US" sz="2300" b="0" i="0" dirty="0">
                <a:solidFill>
                  <a:srgbClr val="FFC107"/>
                </a:solidFill>
                <a:effectLst/>
                <a:latin typeface="Verdana" panose="020B0604030504040204" pitchFamily="34" charset="0"/>
              </a:rPr>
              <a:t>class=“text-warning”</a:t>
            </a:r>
          </a:p>
          <a:p>
            <a:pPr algn="l"/>
            <a:r>
              <a:rPr lang="en-US" sz="2300" b="0" i="0" dirty="0">
                <a:solidFill>
                  <a:srgbClr val="DC3545"/>
                </a:solidFill>
                <a:effectLst/>
                <a:latin typeface="Verdana" panose="020B0604030504040204" pitchFamily="34" charset="0"/>
              </a:rPr>
              <a:t>class=“text-danger”</a:t>
            </a:r>
          </a:p>
          <a:p>
            <a:pPr algn="l"/>
            <a:r>
              <a:rPr lang="en-US" sz="2300" b="0" i="0" dirty="0">
                <a:solidFill>
                  <a:srgbClr val="6C757D"/>
                </a:solidFill>
                <a:effectLst/>
                <a:latin typeface="Verdana" panose="020B0604030504040204" pitchFamily="34" charset="0"/>
              </a:rPr>
              <a:t>class=“text-secondary”</a:t>
            </a:r>
          </a:p>
        </p:txBody>
      </p:sp>
    </p:spTree>
    <p:extLst>
      <p:ext uri="{BB962C8B-B14F-4D97-AF65-F5344CB8AC3E}">
        <p14:creationId xmlns:p14="http://schemas.microsoft.com/office/powerpoint/2010/main" val="4262776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Bootstrap Examples – Tables </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52907"/>
            <a:ext cx="11839536" cy="4887878"/>
          </a:xfrm>
          <a:prstGeom prst="rect">
            <a:avLst/>
          </a:prstGeom>
        </p:spPr>
        <p:txBody>
          <a:bodyPr numCol="1">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Striped table is probably the most useful Bootstrap table:</a:t>
            </a:r>
          </a:p>
          <a:p>
            <a:pPr>
              <a:lnSpc>
                <a:spcPct val="120000"/>
              </a:lnSpc>
              <a:buFont typeface="Wingdings" panose="05000000000000000000" pitchFamily="2" charset="2"/>
              <a:buChar char="§"/>
            </a:pPr>
            <a:r>
              <a:rPr lang="en-US" sz="3200" dirty="0"/>
              <a:t>Start table with &lt;table class=“table-striped”&gt;</a:t>
            </a:r>
          </a:p>
          <a:p>
            <a:pPr lvl="1">
              <a:lnSpc>
                <a:spcPct val="120000"/>
              </a:lnSpc>
              <a:buFont typeface="Wingdings" panose="05000000000000000000" pitchFamily="2" charset="2"/>
              <a:buChar char="§"/>
            </a:pPr>
            <a:r>
              <a:rPr lang="en-US" sz="3000" dirty="0"/>
              <a:t>Start header row with &lt;</a:t>
            </a:r>
            <a:r>
              <a:rPr lang="en-US" sz="3000" dirty="0" err="1"/>
              <a:t>thead</a:t>
            </a:r>
            <a:r>
              <a:rPr lang="en-US" sz="3000" dirty="0"/>
              <a:t>&gt;</a:t>
            </a:r>
          </a:p>
          <a:p>
            <a:pPr lvl="2">
              <a:lnSpc>
                <a:spcPct val="120000"/>
              </a:lnSpc>
              <a:buFont typeface="Wingdings" panose="05000000000000000000" pitchFamily="2" charset="2"/>
              <a:buChar char="§"/>
            </a:pPr>
            <a:r>
              <a:rPr lang="en-US" sz="3000" dirty="0"/>
              <a:t>Start a row with &lt;tr&gt;</a:t>
            </a:r>
          </a:p>
          <a:p>
            <a:pPr lvl="3">
              <a:lnSpc>
                <a:spcPct val="120000"/>
              </a:lnSpc>
              <a:buFont typeface="Wingdings" panose="05000000000000000000" pitchFamily="2" charset="2"/>
              <a:buChar char="§"/>
            </a:pPr>
            <a:r>
              <a:rPr lang="en-US" sz="2800" dirty="0"/>
              <a:t>Add column headings like &lt;</a:t>
            </a:r>
            <a:r>
              <a:rPr lang="en-US" sz="2800" dirty="0" err="1"/>
              <a:t>th</a:t>
            </a:r>
            <a:r>
              <a:rPr lang="en-US" sz="2800" dirty="0"/>
              <a:t>&gt;Vehicle&lt;/</a:t>
            </a:r>
            <a:r>
              <a:rPr lang="en-US" sz="2800" dirty="0" err="1"/>
              <a:t>th</a:t>
            </a:r>
            <a:r>
              <a:rPr lang="en-US" sz="2800" dirty="0"/>
              <a:t>&gt; &lt;</a:t>
            </a:r>
            <a:r>
              <a:rPr lang="en-US" sz="2800" dirty="0" err="1"/>
              <a:t>th</a:t>
            </a:r>
            <a:r>
              <a:rPr lang="en-US" sz="2800" dirty="0"/>
              <a:t>&gt;Owner&lt;/</a:t>
            </a:r>
            <a:r>
              <a:rPr lang="en-US" sz="2800" dirty="0" err="1"/>
              <a:t>th</a:t>
            </a:r>
            <a:r>
              <a:rPr lang="en-US" sz="2800" dirty="0"/>
              <a:t>&gt; &lt;</a:t>
            </a:r>
            <a:r>
              <a:rPr lang="en-US" sz="2800" dirty="0" err="1"/>
              <a:t>th</a:t>
            </a:r>
            <a:r>
              <a:rPr lang="en-US" sz="2800" dirty="0"/>
              <a:t>&gt;Contracts&lt;/</a:t>
            </a:r>
            <a:r>
              <a:rPr lang="en-US" sz="2800" dirty="0" err="1"/>
              <a:t>th</a:t>
            </a:r>
            <a:r>
              <a:rPr lang="en-US" sz="2800" dirty="0"/>
              <a:t>&gt; …</a:t>
            </a:r>
          </a:p>
          <a:p>
            <a:pPr lvl="2">
              <a:lnSpc>
                <a:spcPct val="120000"/>
              </a:lnSpc>
              <a:buFont typeface="Wingdings" panose="05000000000000000000" pitchFamily="2" charset="2"/>
              <a:buChar char="§"/>
            </a:pPr>
            <a:r>
              <a:rPr lang="en-US" sz="3000" dirty="0"/>
              <a:t>End row and table header</a:t>
            </a:r>
          </a:p>
          <a:p>
            <a:pPr lvl="1">
              <a:lnSpc>
                <a:spcPct val="120000"/>
              </a:lnSpc>
              <a:buFont typeface="Wingdings" panose="05000000000000000000" pitchFamily="2" charset="2"/>
              <a:buChar char="§"/>
            </a:pPr>
            <a:r>
              <a:rPr lang="en-US" sz="3000" dirty="0"/>
              <a:t>Start table body with &lt;</a:t>
            </a:r>
            <a:r>
              <a:rPr lang="en-US" sz="3000" dirty="0" err="1"/>
              <a:t>tbody</a:t>
            </a:r>
            <a:r>
              <a:rPr lang="en-US" sz="3000" dirty="0"/>
              <a:t>&gt;</a:t>
            </a:r>
          </a:p>
          <a:p>
            <a:pPr lvl="2">
              <a:lnSpc>
                <a:spcPct val="120000"/>
              </a:lnSpc>
              <a:buFont typeface="Wingdings" panose="05000000000000000000" pitchFamily="2" charset="2"/>
              <a:buChar char="§"/>
            </a:pPr>
            <a:r>
              <a:rPr lang="en-US" sz="3000" dirty="0"/>
              <a:t>Add rows with &lt;tr&gt;</a:t>
            </a:r>
          </a:p>
          <a:p>
            <a:pPr lvl="3">
              <a:lnSpc>
                <a:spcPct val="120000"/>
              </a:lnSpc>
              <a:buFont typeface="Wingdings" panose="05000000000000000000" pitchFamily="2" charset="2"/>
              <a:buChar char="§"/>
            </a:pPr>
            <a:r>
              <a:rPr lang="en-US" sz="2800" dirty="0"/>
              <a:t>In each row, add cells like &lt;td&gt;Value&lt;/td&gt;</a:t>
            </a:r>
          </a:p>
          <a:p>
            <a:pPr lvl="2">
              <a:lnSpc>
                <a:spcPct val="120000"/>
              </a:lnSpc>
              <a:buFont typeface="Wingdings" panose="05000000000000000000" pitchFamily="2" charset="2"/>
              <a:buChar char="§"/>
            </a:pPr>
            <a:r>
              <a:rPr lang="en-US" sz="3000" dirty="0"/>
              <a:t>End table body</a:t>
            </a:r>
          </a:p>
          <a:p>
            <a:pPr>
              <a:lnSpc>
                <a:spcPct val="120000"/>
              </a:lnSpc>
              <a:buFont typeface="Wingdings" panose="05000000000000000000" pitchFamily="2" charset="2"/>
              <a:buChar char="§"/>
            </a:pPr>
            <a:r>
              <a:rPr lang="en-US" sz="3200" dirty="0"/>
              <a:t>End table &lt;/table&gt;</a:t>
            </a:r>
          </a:p>
        </p:txBody>
      </p:sp>
    </p:spTree>
    <p:extLst>
      <p:ext uri="{BB962C8B-B14F-4D97-AF65-F5344CB8AC3E}">
        <p14:creationId xmlns:p14="http://schemas.microsoft.com/office/powerpoint/2010/main" val="3975834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Bootstrap Examples – Buttons </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52907"/>
            <a:ext cx="11839536" cy="4887878"/>
          </a:xfrm>
          <a:prstGeom prst="rect">
            <a:avLst/>
          </a:prstGeom>
        </p:spPr>
        <p:txBody>
          <a:bodyPr numCol="1">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Outlined buttons with hover:</a:t>
            </a:r>
          </a:p>
          <a:p>
            <a:pPr marL="0" indent="0">
              <a:lnSpc>
                <a:spcPct val="120000"/>
              </a:lnSpc>
              <a:buNone/>
            </a:pP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button</a:t>
            </a:r>
            <a:r>
              <a:rPr lang="en-US" sz="2000" b="0" i="0" dirty="0">
                <a:solidFill>
                  <a:srgbClr val="FF0000"/>
                </a:solidFill>
                <a:effectLst/>
                <a:latin typeface="Consolas" panose="020B0609020204030204" pitchFamily="49" charset="0"/>
              </a:rPr>
              <a:t> type</a:t>
            </a:r>
            <a:r>
              <a:rPr lang="en-US" sz="2000" b="0" i="0" dirty="0">
                <a:solidFill>
                  <a:srgbClr val="0000CD"/>
                </a:solidFill>
                <a:effectLst/>
                <a:latin typeface="Consolas" panose="020B0609020204030204" pitchFamily="49" charset="0"/>
              </a:rPr>
              <a:t>="button"</a:t>
            </a:r>
            <a:r>
              <a:rPr lang="en-US" sz="2000" b="0" i="0" dirty="0">
                <a:solidFill>
                  <a:srgbClr val="FF0000"/>
                </a:solidFill>
                <a:effectLst/>
                <a:latin typeface="Consolas" panose="020B0609020204030204" pitchFamily="49" charset="0"/>
              </a:rPr>
              <a:t> class</a:t>
            </a:r>
            <a:r>
              <a:rPr lang="en-US" sz="2000" b="0" i="0" dirty="0">
                <a:solidFill>
                  <a:srgbClr val="0000CD"/>
                </a:solidFill>
                <a:effectLst/>
                <a:latin typeface="Consolas" panose="020B0609020204030204" pitchFamily="49" charset="0"/>
              </a:rPr>
              <a:t>="</a:t>
            </a:r>
            <a:r>
              <a:rPr lang="en-US" sz="2000" b="0" i="0" dirty="0" err="1">
                <a:solidFill>
                  <a:srgbClr val="0000CD"/>
                </a:solidFill>
                <a:effectLst/>
                <a:latin typeface="Consolas" panose="020B0609020204030204" pitchFamily="49" charset="0"/>
              </a:rPr>
              <a:t>btn</a:t>
            </a:r>
            <a:r>
              <a:rPr lang="en-US" sz="2000" b="0" i="0" dirty="0">
                <a:solidFill>
                  <a:srgbClr val="0000CD"/>
                </a:solidFill>
                <a:effectLst/>
                <a:latin typeface="Consolas" panose="020B0609020204030204" pitchFamily="49" charset="0"/>
              </a:rPr>
              <a:t> </a:t>
            </a:r>
            <a:r>
              <a:rPr lang="en-US" sz="2000" b="0" i="0" dirty="0" err="1">
                <a:solidFill>
                  <a:srgbClr val="0000CD"/>
                </a:solidFill>
                <a:effectLst/>
                <a:latin typeface="Consolas" panose="020B0609020204030204" pitchFamily="49" charset="0"/>
              </a:rPr>
              <a:t>btn</a:t>
            </a:r>
            <a:r>
              <a:rPr lang="en-US" sz="2000" b="0" i="0" dirty="0">
                <a:solidFill>
                  <a:srgbClr val="0000CD"/>
                </a:solidFill>
                <a:effectLst/>
                <a:latin typeface="Consolas" panose="020B0609020204030204" pitchFamily="49" charset="0"/>
              </a:rPr>
              <a:t>-outline-primary"&gt;</a:t>
            </a:r>
            <a:r>
              <a:rPr lang="en-US" sz="2000" dirty="0">
                <a:solidFill>
                  <a:srgbClr val="000000"/>
                </a:solidFill>
                <a:latin typeface="Consolas" panose="020B0609020204030204" pitchFamily="49" charset="0"/>
              </a:rPr>
              <a:t>Close contract</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/button</a:t>
            </a:r>
            <a:r>
              <a:rPr lang="en-US" sz="2000" b="0" i="0" dirty="0">
                <a:solidFill>
                  <a:srgbClr val="0000CD"/>
                </a:solidFill>
                <a:effectLst/>
                <a:latin typeface="Consolas" panose="020B0609020204030204" pitchFamily="49" charset="0"/>
              </a:rPr>
              <a:t>&gt;</a:t>
            </a:r>
            <a:endParaRPr lang="en-US" sz="3200" dirty="0"/>
          </a:p>
          <a:p>
            <a:pPr>
              <a:lnSpc>
                <a:spcPct val="120000"/>
              </a:lnSpc>
              <a:buFont typeface="Wingdings" panose="05000000000000000000" pitchFamily="2" charset="2"/>
              <a:buChar char="§"/>
            </a:pPr>
            <a:r>
              <a:rPr lang="en-US" sz="3200" dirty="0"/>
              <a:t>Spinner buttons show spinner animation:</a:t>
            </a:r>
          </a:p>
          <a:p>
            <a:pPr marL="0" indent="0">
              <a:lnSpc>
                <a:spcPct val="120000"/>
              </a:lnSpc>
              <a:buNone/>
            </a:pP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button</a:t>
            </a:r>
            <a:r>
              <a:rPr lang="en-US" sz="2000" b="0" i="0" dirty="0">
                <a:solidFill>
                  <a:srgbClr val="FF0000"/>
                </a:solidFill>
                <a:effectLst/>
                <a:latin typeface="Consolas" panose="020B0609020204030204" pitchFamily="49" charset="0"/>
              </a:rPr>
              <a:t> class</a:t>
            </a:r>
            <a:r>
              <a:rPr lang="en-US" sz="2000" b="0" i="0" dirty="0">
                <a:solidFill>
                  <a:srgbClr val="0000CD"/>
                </a:solidFill>
                <a:effectLst/>
                <a:latin typeface="Consolas" panose="020B0609020204030204" pitchFamily="49" charset="0"/>
              </a:rPr>
              <a:t>="</a:t>
            </a:r>
            <a:r>
              <a:rPr lang="en-US" sz="2000" b="0" i="0" dirty="0" err="1">
                <a:solidFill>
                  <a:srgbClr val="0000CD"/>
                </a:solidFill>
                <a:effectLst/>
                <a:latin typeface="Consolas" panose="020B0609020204030204" pitchFamily="49" charset="0"/>
              </a:rPr>
              <a:t>btn</a:t>
            </a:r>
            <a:r>
              <a:rPr lang="en-US" sz="2000" b="0" i="0" dirty="0">
                <a:solidFill>
                  <a:srgbClr val="0000CD"/>
                </a:solidFill>
                <a:effectLst/>
                <a:latin typeface="Consolas" panose="020B0609020204030204" pitchFamily="49" charset="0"/>
              </a:rPr>
              <a:t> </a:t>
            </a:r>
            <a:r>
              <a:rPr lang="en-US" sz="2000" b="0" i="0" dirty="0" err="1">
                <a:solidFill>
                  <a:srgbClr val="0000CD"/>
                </a:solidFill>
                <a:effectLst/>
                <a:latin typeface="Consolas" panose="020B0609020204030204" pitchFamily="49" charset="0"/>
              </a:rPr>
              <a:t>btn</a:t>
            </a:r>
            <a:r>
              <a:rPr lang="en-US" sz="2000" b="0" i="0" dirty="0">
                <a:solidFill>
                  <a:srgbClr val="0000CD"/>
                </a:solidFill>
                <a:effectLst/>
                <a:latin typeface="Consolas" panose="020B0609020204030204" pitchFamily="49" charset="0"/>
              </a:rPr>
              <a:t>-primary"&gt;</a:t>
            </a:r>
            <a:br>
              <a:rPr lang="en-US" sz="2000" dirty="0"/>
            </a:br>
            <a:r>
              <a:rPr lang="en-US" sz="2000" b="0" i="0" dirty="0">
                <a:solidFill>
                  <a:srgbClr val="000000"/>
                </a:solidFill>
                <a:effectLst/>
                <a:latin typeface="Consolas" panose="020B0609020204030204" pitchFamily="49" charset="0"/>
              </a:rPr>
              <a:t>  </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span</a:t>
            </a:r>
            <a:r>
              <a:rPr lang="en-US" sz="2000" b="0" i="0" dirty="0">
                <a:solidFill>
                  <a:srgbClr val="FF0000"/>
                </a:solidFill>
                <a:effectLst/>
                <a:latin typeface="Consolas" panose="020B0609020204030204" pitchFamily="49" charset="0"/>
              </a:rPr>
              <a:t> class</a:t>
            </a:r>
            <a:r>
              <a:rPr lang="en-US" sz="2000" b="0" i="0" dirty="0">
                <a:solidFill>
                  <a:srgbClr val="0000CD"/>
                </a:solidFill>
                <a:effectLst/>
                <a:latin typeface="Consolas" panose="020B0609020204030204" pitchFamily="49" charset="0"/>
              </a:rPr>
              <a:t>="spinner-border spinner-border-</a:t>
            </a:r>
            <a:r>
              <a:rPr lang="en-US" sz="2000" b="0" i="0" dirty="0" err="1">
                <a:solidFill>
                  <a:srgbClr val="0000CD"/>
                </a:solidFill>
                <a:effectLst/>
                <a:latin typeface="Consolas" panose="020B0609020204030204" pitchFamily="49" charset="0"/>
              </a:rPr>
              <a:t>sm</a:t>
            </a:r>
            <a:r>
              <a:rPr lang="en-US" sz="2000" b="0" i="0" dirty="0">
                <a:solidFill>
                  <a:srgbClr val="0000CD"/>
                </a:solidFill>
                <a:effectLst/>
                <a:latin typeface="Consolas" panose="020B0609020204030204" pitchFamily="49" charset="0"/>
              </a:rPr>
              <a:t>"&gt;&lt;</a:t>
            </a:r>
            <a:r>
              <a:rPr lang="en-US" sz="2000" b="0" i="0" dirty="0">
                <a:solidFill>
                  <a:srgbClr val="A52A2A"/>
                </a:solidFill>
                <a:effectLst/>
                <a:latin typeface="Consolas" panose="020B0609020204030204" pitchFamily="49" charset="0"/>
              </a:rPr>
              <a:t>/span</a:t>
            </a:r>
            <a:r>
              <a:rPr lang="en-US" sz="2000" b="0" i="0" dirty="0">
                <a:solidFill>
                  <a:srgbClr val="0000CD"/>
                </a:solidFill>
                <a:effectLst/>
                <a:latin typeface="Consolas" panose="020B0609020204030204" pitchFamily="49" charset="0"/>
              </a:rPr>
              <a:t>&gt;</a:t>
            </a:r>
            <a:r>
              <a:rPr lang="en-US" sz="2000" b="0" i="0" dirty="0">
                <a:solidFill>
                  <a:srgbClr val="000000"/>
                </a:solidFill>
                <a:effectLst/>
                <a:latin typeface="Consolas" panose="020B0609020204030204" pitchFamily="49" charset="0"/>
              </a:rPr>
              <a:t>Checking map...</a:t>
            </a:r>
            <a:br>
              <a:rPr lang="en-US" sz="2000" dirty="0"/>
            </a:b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/button</a:t>
            </a:r>
            <a:r>
              <a:rPr lang="en-US" sz="2000" b="0" i="0" dirty="0">
                <a:solidFill>
                  <a:srgbClr val="0000CD"/>
                </a:solidFill>
                <a:effectLst/>
                <a:latin typeface="Consolas" panose="020B0609020204030204" pitchFamily="49" charset="0"/>
              </a:rPr>
              <a:t>&gt;</a:t>
            </a:r>
            <a:endParaRPr lang="en-US" sz="3200" dirty="0"/>
          </a:p>
          <a:p>
            <a:pPr>
              <a:lnSpc>
                <a:spcPct val="120000"/>
              </a:lnSpc>
              <a:buFont typeface="Wingdings" panose="05000000000000000000" pitchFamily="2" charset="2"/>
              <a:buChar char="§"/>
            </a:pPr>
            <a:r>
              <a:rPr lang="en-US" sz="3200" dirty="0"/>
              <a:t>Buttons can be grouped horizontally, as well as in form of lists:</a:t>
            </a:r>
          </a:p>
          <a:p>
            <a:pPr marL="0" indent="0">
              <a:lnSpc>
                <a:spcPct val="120000"/>
              </a:lnSpc>
              <a:buNone/>
            </a:pP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div</a:t>
            </a:r>
            <a:r>
              <a:rPr lang="en-US" sz="2000" b="0" i="0" dirty="0">
                <a:solidFill>
                  <a:srgbClr val="FF0000"/>
                </a:solidFill>
                <a:effectLst/>
                <a:latin typeface="Consolas" panose="020B0609020204030204" pitchFamily="49" charset="0"/>
              </a:rPr>
              <a:t> class</a:t>
            </a:r>
            <a:r>
              <a:rPr lang="en-US" sz="2000" b="0" i="0" dirty="0">
                <a:solidFill>
                  <a:srgbClr val="0000CD"/>
                </a:solidFill>
                <a:effectLst/>
                <a:latin typeface="Consolas" panose="020B0609020204030204" pitchFamily="49" charset="0"/>
              </a:rPr>
              <a:t>="</a:t>
            </a:r>
            <a:r>
              <a:rPr lang="en-US" sz="2000" b="0" i="0" dirty="0" err="1">
                <a:solidFill>
                  <a:srgbClr val="0000CD"/>
                </a:solidFill>
                <a:effectLst/>
                <a:latin typeface="Consolas" panose="020B0609020204030204" pitchFamily="49" charset="0"/>
              </a:rPr>
              <a:t>btn</a:t>
            </a:r>
            <a:r>
              <a:rPr lang="en-US" sz="2000" b="0" i="0" dirty="0">
                <a:solidFill>
                  <a:srgbClr val="0000CD"/>
                </a:solidFill>
                <a:effectLst/>
                <a:latin typeface="Consolas" panose="020B0609020204030204" pitchFamily="49" charset="0"/>
              </a:rPr>
              <a:t>-group"&gt;</a:t>
            </a:r>
            <a:br>
              <a:rPr lang="en-US" sz="2000" dirty="0"/>
            </a:br>
            <a:r>
              <a:rPr lang="en-US" sz="2000" b="0" i="0" dirty="0">
                <a:solidFill>
                  <a:srgbClr val="000000"/>
                </a:solidFill>
                <a:effectLst/>
                <a:latin typeface="Consolas" panose="020B0609020204030204" pitchFamily="49" charset="0"/>
              </a:rPr>
              <a:t>  </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button</a:t>
            </a:r>
            <a:r>
              <a:rPr lang="en-US" sz="2000" b="0" i="0" dirty="0">
                <a:solidFill>
                  <a:srgbClr val="FF0000"/>
                </a:solidFill>
                <a:effectLst/>
                <a:latin typeface="Consolas" panose="020B0609020204030204" pitchFamily="49" charset="0"/>
              </a:rPr>
              <a:t> type</a:t>
            </a:r>
            <a:r>
              <a:rPr lang="en-US" sz="2000" b="0" i="0" dirty="0">
                <a:solidFill>
                  <a:srgbClr val="0000CD"/>
                </a:solidFill>
                <a:effectLst/>
                <a:latin typeface="Consolas" panose="020B0609020204030204" pitchFamily="49" charset="0"/>
              </a:rPr>
              <a:t>="button"</a:t>
            </a:r>
            <a:r>
              <a:rPr lang="en-US" sz="2000" b="0" i="0" dirty="0">
                <a:solidFill>
                  <a:srgbClr val="FF0000"/>
                </a:solidFill>
                <a:effectLst/>
                <a:latin typeface="Consolas" panose="020B0609020204030204" pitchFamily="49" charset="0"/>
              </a:rPr>
              <a:t> class</a:t>
            </a:r>
            <a:r>
              <a:rPr lang="en-US" sz="2000" b="0" i="0" dirty="0">
                <a:solidFill>
                  <a:srgbClr val="0000CD"/>
                </a:solidFill>
                <a:effectLst/>
                <a:latin typeface="Consolas" panose="020B0609020204030204" pitchFamily="49" charset="0"/>
              </a:rPr>
              <a:t>="</a:t>
            </a:r>
            <a:r>
              <a:rPr lang="en-US" sz="2000" b="0" i="0" dirty="0" err="1">
                <a:solidFill>
                  <a:srgbClr val="0000CD"/>
                </a:solidFill>
                <a:effectLst/>
                <a:latin typeface="Consolas" panose="020B0609020204030204" pitchFamily="49" charset="0"/>
              </a:rPr>
              <a:t>btn</a:t>
            </a:r>
            <a:r>
              <a:rPr lang="en-US" sz="2000" b="0" i="0" dirty="0">
                <a:solidFill>
                  <a:srgbClr val="0000CD"/>
                </a:solidFill>
                <a:effectLst/>
                <a:latin typeface="Consolas" panose="020B0609020204030204" pitchFamily="49" charset="0"/>
              </a:rPr>
              <a:t> </a:t>
            </a:r>
            <a:r>
              <a:rPr lang="en-US" sz="2000" b="0" i="0" dirty="0" err="1">
                <a:solidFill>
                  <a:srgbClr val="0000CD"/>
                </a:solidFill>
                <a:effectLst/>
                <a:latin typeface="Consolas" panose="020B0609020204030204" pitchFamily="49" charset="0"/>
              </a:rPr>
              <a:t>btn</a:t>
            </a:r>
            <a:r>
              <a:rPr lang="en-US" sz="2000" b="0" i="0" dirty="0">
                <a:solidFill>
                  <a:srgbClr val="0000CD"/>
                </a:solidFill>
                <a:effectLst/>
                <a:latin typeface="Consolas" panose="020B0609020204030204" pitchFamily="49" charset="0"/>
              </a:rPr>
              <a:t>-primary"&gt;</a:t>
            </a:r>
            <a:r>
              <a:rPr lang="en-US" sz="2000" b="0" i="0" dirty="0">
                <a:solidFill>
                  <a:srgbClr val="000000"/>
                </a:solidFill>
                <a:effectLst/>
                <a:latin typeface="Consolas" panose="020B0609020204030204" pitchFamily="49" charset="0"/>
              </a:rPr>
              <a:t>Vehicles</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/button</a:t>
            </a:r>
            <a:r>
              <a:rPr lang="en-US" sz="2000" b="0" i="0" dirty="0">
                <a:solidFill>
                  <a:srgbClr val="0000CD"/>
                </a:solidFill>
                <a:effectLst/>
                <a:latin typeface="Consolas" panose="020B0609020204030204" pitchFamily="49" charset="0"/>
              </a:rPr>
              <a:t>&gt;</a:t>
            </a:r>
            <a:br>
              <a:rPr lang="en-US" sz="2000" dirty="0"/>
            </a:br>
            <a:r>
              <a:rPr lang="en-US" sz="2000" b="0" i="0" dirty="0">
                <a:solidFill>
                  <a:srgbClr val="000000"/>
                </a:solidFill>
                <a:effectLst/>
                <a:latin typeface="Consolas" panose="020B0609020204030204" pitchFamily="49" charset="0"/>
              </a:rPr>
              <a:t>  </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div</a:t>
            </a:r>
            <a:r>
              <a:rPr lang="en-US" sz="2000" b="0" i="0" dirty="0">
                <a:solidFill>
                  <a:srgbClr val="FF0000"/>
                </a:solidFill>
                <a:effectLst/>
                <a:latin typeface="Consolas" panose="020B0609020204030204" pitchFamily="49" charset="0"/>
              </a:rPr>
              <a:t> class</a:t>
            </a:r>
            <a:r>
              <a:rPr lang="en-US" sz="2000" b="0" i="0" dirty="0">
                <a:solidFill>
                  <a:srgbClr val="0000CD"/>
                </a:solidFill>
                <a:effectLst/>
                <a:latin typeface="Consolas" panose="020B0609020204030204" pitchFamily="49" charset="0"/>
              </a:rPr>
              <a:t>="</a:t>
            </a:r>
            <a:r>
              <a:rPr lang="en-US" sz="2000" b="0" i="0" dirty="0" err="1">
                <a:solidFill>
                  <a:srgbClr val="0000CD"/>
                </a:solidFill>
                <a:effectLst/>
                <a:latin typeface="Consolas" panose="020B0609020204030204" pitchFamily="49" charset="0"/>
              </a:rPr>
              <a:t>btn</a:t>
            </a:r>
            <a:r>
              <a:rPr lang="en-US" sz="2000" b="0" i="0" dirty="0">
                <a:solidFill>
                  <a:srgbClr val="0000CD"/>
                </a:solidFill>
                <a:effectLst/>
                <a:latin typeface="Consolas" panose="020B0609020204030204" pitchFamily="49" charset="0"/>
              </a:rPr>
              <a:t>-group"&gt;</a:t>
            </a:r>
            <a:br>
              <a:rPr lang="en-US" sz="2000" dirty="0"/>
            </a:br>
            <a:r>
              <a:rPr lang="en-US" sz="2000" b="0" i="0" dirty="0">
                <a:solidFill>
                  <a:srgbClr val="000000"/>
                </a:solidFill>
                <a:effectLst/>
                <a:latin typeface="Consolas" panose="020B0609020204030204" pitchFamily="49" charset="0"/>
              </a:rPr>
              <a:t>    </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button</a:t>
            </a:r>
            <a:r>
              <a:rPr lang="en-US" sz="2000" b="0" i="0" dirty="0">
                <a:solidFill>
                  <a:srgbClr val="FF0000"/>
                </a:solidFill>
                <a:effectLst/>
                <a:latin typeface="Consolas" panose="020B0609020204030204" pitchFamily="49" charset="0"/>
              </a:rPr>
              <a:t> type</a:t>
            </a:r>
            <a:r>
              <a:rPr lang="en-US" sz="2000" b="0" i="0" dirty="0">
                <a:solidFill>
                  <a:srgbClr val="0000CD"/>
                </a:solidFill>
                <a:effectLst/>
                <a:latin typeface="Consolas" panose="020B0609020204030204" pitchFamily="49" charset="0"/>
              </a:rPr>
              <a:t>="button"</a:t>
            </a:r>
            <a:r>
              <a:rPr lang="en-US" sz="2000" b="0" i="0" dirty="0">
                <a:solidFill>
                  <a:srgbClr val="FF0000"/>
                </a:solidFill>
                <a:effectLst/>
                <a:latin typeface="Consolas" panose="020B0609020204030204" pitchFamily="49" charset="0"/>
              </a:rPr>
              <a:t> class</a:t>
            </a:r>
            <a:r>
              <a:rPr lang="en-US" sz="2000" b="0" i="0" dirty="0">
                <a:solidFill>
                  <a:srgbClr val="0000CD"/>
                </a:solidFill>
                <a:effectLst/>
                <a:latin typeface="Consolas" panose="020B0609020204030204" pitchFamily="49" charset="0"/>
              </a:rPr>
              <a:t>="</a:t>
            </a:r>
            <a:r>
              <a:rPr lang="en-US" sz="2000" b="0" i="0" dirty="0" err="1">
                <a:solidFill>
                  <a:srgbClr val="0000CD"/>
                </a:solidFill>
                <a:effectLst/>
                <a:latin typeface="Consolas" panose="020B0609020204030204" pitchFamily="49" charset="0"/>
              </a:rPr>
              <a:t>btn</a:t>
            </a:r>
            <a:r>
              <a:rPr lang="en-US" sz="2000" b="0" i="0" dirty="0">
                <a:solidFill>
                  <a:srgbClr val="0000CD"/>
                </a:solidFill>
                <a:effectLst/>
                <a:latin typeface="Consolas" panose="020B0609020204030204" pitchFamily="49" charset="0"/>
              </a:rPr>
              <a:t> </a:t>
            </a:r>
            <a:r>
              <a:rPr lang="en-US" sz="2000" b="0" i="0" dirty="0" err="1">
                <a:solidFill>
                  <a:srgbClr val="0000CD"/>
                </a:solidFill>
                <a:effectLst/>
                <a:latin typeface="Consolas" panose="020B0609020204030204" pitchFamily="49" charset="0"/>
              </a:rPr>
              <a:t>btn</a:t>
            </a:r>
            <a:r>
              <a:rPr lang="en-US" sz="2000" b="0" i="0" dirty="0">
                <a:solidFill>
                  <a:srgbClr val="0000CD"/>
                </a:solidFill>
                <a:effectLst/>
                <a:latin typeface="Consolas" panose="020B0609020204030204" pitchFamily="49" charset="0"/>
              </a:rPr>
              <a:t>-secondary dropdown-toggle"</a:t>
            </a:r>
            <a:r>
              <a:rPr lang="en-US" sz="2000" b="0" i="0" dirty="0">
                <a:solidFill>
                  <a:srgbClr val="FF0000"/>
                </a:solidFill>
                <a:effectLst/>
                <a:latin typeface="Consolas" panose="020B0609020204030204" pitchFamily="49" charset="0"/>
              </a:rPr>
              <a:t> data-bs-toggle</a:t>
            </a:r>
            <a:r>
              <a:rPr lang="en-US" sz="2000" b="0" i="0" dirty="0">
                <a:solidFill>
                  <a:srgbClr val="0000CD"/>
                </a:solidFill>
                <a:effectLst/>
                <a:latin typeface="Consolas" panose="020B0609020204030204" pitchFamily="49" charset="0"/>
              </a:rPr>
              <a:t>="dropdown"&gt;</a:t>
            </a:r>
            <a:r>
              <a:rPr lang="en-US" sz="2000" b="0" i="0" dirty="0">
                <a:solidFill>
                  <a:srgbClr val="000000"/>
                </a:solidFill>
                <a:effectLst/>
                <a:latin typeface="Consolas" panose="020B0609020204030204" pitchFamily="49" charset="0"/>
              </a:rPr>
              <a:t>Users</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/button</a:t>
            </a:r>
            <a:r>
              <a:rPr lang="en-US" sz="2000" b="0" i="0" dirty="0">
                <a:solidFill>
                  <a:srgbClr val="0000CD"/>
                </a:solidFill>
                <a:effectLst/>
                <a:latin typeface="Consolas" panose="020B0609020204030204" pitchFamily="49" charset="0"/>
              </a:rPr>
              <a:t>&gt;</a:t>
            </a:r>
            <a:br>
              <a:rPr lang="en-US" sz="2000" dirty="0"/>
            </a:br>
            <a:r>
              <a:rPr lang="en-US" sz="2000" b="0" i="0" dirty="0">
                <a:solidFill>
                  <a:srgbClr val="000000"/>
                </a:solidFill>
                <a:effectLst/>
                <a:latin typeface="Consolas" panose="020B0609020204030204" pitchFamily="49" charset="0"/>
              </a:rPr>
              <a:t>    </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div</a:t>
            </a:r>
            <a:r>
              <a:rPr lang="en-US" sz="2000" b="0" i="0" dirty="0">
                <a:solidFill>
                  <a:srgbClr val="FF0000"/>
                </a:solidFill>
                <a:effectLst/>
                <a:latin typeface="Consolas" panose="020B0609020204030204" pitchFamily="49" charset="0"/>
              </a:rPr>
              <a:t> class</a:t>
            </a:r>
            <a:r>
              <a:rPr lang="en-US" sz="2000" b="0" i="0" dirty="0">
                <a:solidFill>
                  <a:srgbClr val="0000CD"/>
                </a:solidFill>
                <a:effectLst/>
                <a:latin typeface="Consolas" panose="020B0609020204030204" pitchFamily="49" charset="0"/>
              </a:rPr>
              <a:t>="dropdown-menu"&gt;</a:t>
            </a:r>
            <a:br>
              <a:rPr lang="en-US" sz="2000" dirty="0"/>
            </a:br>
            <a:r>
              <a:rPr lang="en-US" sz="2000" b="0" i="0" dirty="0">
                <a:solidFill>
                  <a:srgbClr val="000000"/>
                </a:solidFill>
                <a:effectLst/>
                <a:latin typeface="Consolas" panose="020B0609020204030204" pitchFamily="49" charset="0"/>
              </a:rPr>
              <a:t>      </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a</a:t>
            </a:r>
            <a:r>
              <a:rPr lang="en-US" sz="2000" b="0" i="0" dirty="0">
                <a:solidFill>
                  <a:srgbClr val="FF0000"/>
                </a:solidFill>
                <a:effectLst/>
                <a:latin typeface="Consolas" panose="020B0609020204030204" pitchFamily="49" charset="0"/>
              </a:rPr>
              <a:t> class</a:t>
            </a:r>
            <a:r>
              <a:rPr lang="en-US" sz="2000" b="0" i="0" dirty="0">
                <a:solidFill>
                  <a:srgbClr val="0000CD"/>
                </a:solidFill>
                <a:effectLst/>
                <a:latin typeface="Consolas" panose="020B0609020204030204" pitchFamily="49" charset="0"/>
              </a:rPr>
              <a:t>="dropdown-item"</a:t>
            </a:r>
            <a:r>
              <a:rPr lang="en-US" sz="2000" b="0" i="0" dirty="0">
                <a:solidFill>
                  <a:srgbClr val="FF0000"/>
                </a:solidFill>
                <a:effectLst/>
                <a:latin typeface="Consolas" panose="020B0609020204030204" pitchFamily="49" charset="0"/>
              </a:rPr>
              <a:t> </a:t>
            </a:r>
            <a:r>
              <a:rPr lang="en-US" sz="2000" b="0" i="0" dirty="0" err="1">
                <a:solidFill>
                  <a:srgbClr val="FF0000"/>
                </a:solidFill>
                <a:effectLst/>
                <a:latin typeface="Consolas" panose="020B0609020204030204" pitchFamily="49" charset="0"/>
              </a:rPr>
              <a:t>href</a:t>
            </a:r>
            <a:r>
              <a:rPr lang="en-US" sz="2000" b="0" i="0" dirty="0">
                <a:solidFill>
                  <a:srgbClr val="0000CD"/>
                </a:solidFill>
                <a:effectLst/>
                <a:latin typeface="Consolas" panose="020B0609020204030204" pitchFamily="49" charset="0"/>
              </a:rPr>
              <a:t>="#"&gt;</a:t>
            </a:r>
            <a:r>
              <a:rPr lang="en-US" sz="2000" b="0" i="0" dirty="0">
                <a:solidFill>
                  <a:srgbClr val="000000"/>
                </a:solidFill>
                <a:effectLst/>
                <a:latin typeface="Consolas" panose="020B0609020204030204" pitchFamily="49" charset="0"/>
              </a:rPr>
              <a:t>Owners</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/a</a:t>
            </a:r>
            <a:r>
              <a:rPr lang="en-US" sz="2000" b="0" i="0" dirty="0">
                <a:solidFill>
                  <a:srgbClr val="0000CD"/>
                </a:solidFill>
                <a:effectLst/>
                <a:latin typeface="Consolas" panose="020B0609020204030204" pitchFamily="49" charset="0"/>
              </a:rPr>
              <a:t>&gt;</a:t>
            </a:r>
            <a:br>
              <a:rPr lang="en-US" sz="2000" dirty="0"/>
            </a:br>
            <a:r>
              <a:rPr lang="en-US" sz="2000" b="0" i="0" dirty="0">
                <a:solidFill>
                  <a:srgbClr val="000000"/>
                </a:solidFill>
                <a:effectLst/>
                <a:latin typeface="Consolas" panose="020B0609020204030204" pitchFamily="49" charset="0"/>
              </a:rPr>
              <a:t>      </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a</a:t>
            </a:r>
            <a:r>
              <a:rPr lang="en-US" sz="2000" b="0" i="0" dirty="0">
                <a:solidFill>
                  <a:srgbClr val="FF0000"/>
                </a:solidFill>
                <a:effectLst/>
                <a:latin typeface="Consolas" panose="020B0609020204030204" pitchFamily="49" charset="0"/>
              </a:rPr>
              <a:t> class</a:t>
            </a:r>
            <a:r>
              <a:rPr lang="en-US" sz="2000" b="0" i="0" dirty="0">
                <a:solidFill>
                  <a:srgbClr val="0000CD"/>
                </a:solidFill>
                <a:effectLst/>
                <a:latin typeface="Consolas" panose="020B0609020204030204" pitchFamily="49" charset="0"/>
              </a:rPr>
              <a:t>="dropdown-item"</a:t>
            </a:r>
            <a:r>
              <a:rPr lang="en-US" sz="2000" b="0" i="0" dirty="0">
                <a:solidFill>
                  <a:srgbClr val="FF0000"/>
                </a:solidFill>
                <a:effectLst/>
                <a:latin typeface="Consolas" panose="020B0609020204030204" pitchFamily="49" charset="0"/>
              </a:rPr>
              <a:t> </a:t>
            </a:r>
            <a:r>
              <a:rPr lang="en-US" sz="2000" b="0" i="0" dirty="0" err="1">
                <a:solidFill>
                  <a:srgbClr val="FF0000"/>
                </a:solidFill>
                <a:effectLst/>
                <a:latin typeface="Consolas" panose="020B0609020204030204" pitchFamily="49" charset="0"/>
              </a:rPr>
              <a:t>href</a:t>
            </a:r>
            <a:r>
              <a:rPr lang="en-US" sz="2000" b="0" i="0" dirty="0">
                <a:solidFill>
                  <a:srgbClr val="0000CD"/>
                </a:solidFill>
                <a:effectLst/>
                <a:latin typeface="Consolas" panose="020B0609020204030204" pitchFamily="49" charset="0"/>
              </a:rPr>
              <a:t>="#"&gt;</a:t>
            </a:r>
            <a:r>
              <a:rPr lang="en-US" sz="2000" b="0" i="0" dirty="0">
                <a:solidFill>
                  <a:srgbClr val="000000"/>
                </a:solidFill>
                <a:effectLst/>
                <a:latin typeface="Consolas" panose="020B0609020204030204" pitchFamily="49" charset="0"/>
              </a:rPr>
              <a:t>Companions</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/a</a:t>
            </a:r>
            <a:r>
              <a:rPr lang="en-US" sz="2000" b="0" i="0" dirty="0">
                <a:solidFill>
                  <a:srgbClr val="0000CD"/>
                </a:solidFill>
                <a:effectLst/>
                <a:latin typeface="Consolas" panose="020B0609020204030204" pitchFamily="49" charset="0"/>
              </a:rPr>
              <a:t>&gt;</a:t>
            </a:r>
            <a:br>
              <a:rPr lang="en-US" sz="2000" dirty="0"/>
            </a:br>
            <a:r>
              <a:rPr lang="en-US" sz="2000" b="0" i="0" dirty="0">
                <a:solidFill>
                  <a:srgbClr val="000000"/>
                </a:solidFill>
                <a:effectLst/>
                <a:latin typeface="Consolas" panose="020B0609020204030204" pitchFamily="49" charset="0"/>
              </a:rPr>
              <a:t>    </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/div</a:t>
            </a:r>
            <a:r>
              <a:rPr lang="en-US" sz="2000" b="0" i="0" dirty="0">
                <a:solidFill>
                  <a:srgbClr val="0000CD"/>
                </a:solidFill>
                <a:effectLst/>
                <a:latin typeface="Consolas" panose="020B0609020204030204" pitchFamily="49" charset="0"/>
              </a:rPr>
              <a:t>&gt;</a:t>
            </a:r>
            <a:br>
              <a:rPr lang="en-US" sz="2000" dirty="0"/>
            </a:br>
            <a:r>
              <a:rPr lang="en-US" sz="2000" b="0" i="0" dirty="0">
                <a:solidFill>
                  <a:srgbClr val="000000"/>
                </a:solidFill>
                <a:effectLst/>
                <a:latin typeface="Consolas" panose="020B0609020204030204" pitchFamily="49" charset="0"/>
              </a:rPr>
              <a:t>  </a:t>
            </a: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/div</a:t>
            </a:r>
            <a:r>
              <a:rPr lang="en-US" sz="2000" b="0" i="0" dirty="0">
                <a:solidFill>
                  <a:srgbClr val="0000CD"/>
                </a:solidFill>
                <a:effectLst/>
                <a:latin typeface="Consolas" panose="020B0609020204030204" pitchFamily="49" charset="0"/>
              </a:rPr>
              <a:t>&gt;</a:t>
            </a:r>
            <a:br>
              <a:rPr lang="en-US" sz="2000" dirty="0"/>
            </a:br>
            <a:r>
              <a:rPr lang="en-US" sz="2000" b="0" i="0" dirty="0">
                <a:solidFill>
                  <a:srgbClr val="0000CD"/>
                </a:solidFill>
                <a:effectLst/>
                <a:latin typeface="Consolas" panose="020B0609020204030204" pitchFamily="49" charset="0"/>
              </a:rPr>
              <a:t>&lt;</a:t>
            </a:r>
            <a:r>
              <a:rPr lang="en-US" sz="2000" b="0" i="0" dirty="0">
                <a:solidFill>
                  <a:srgbClr val="A52A2A"/>
                </a:solidFill>
                <a:effectLst/>
                <a:latin typeface="Consolas" panose="020B0609020204030204" pitchFamily="49" charset="0"/>
              </a:rPr>
              <a:t>/div</a:t>
            </a:r>
            <a:r>
              <a:rPr lang="en-US" sz="2000" b="0" i="0" dirty="0">
                <a:solidFill>
                  <a:srgbClr val="0000CD"/>
                </a:solidFill>
                <a:effectLst/>
                <a:latin typeface="Consolas" panose="020B0609020204030204" pitchFamily="49" charset="0"/>
              </a:rPr>
              <a:t>&gt;</a:t>
            </a:r>
          </a:p>
          <a:p>
            <a:pPr>
              <a:lnSpc>
                <a:spcPct val="120000"/>
              </a:lnSpc>
              <a:buFont typeface="Wingdings" panose="05000000000000000000" pitchFamily="2" charset="2"/>
              <a:buChar char="§"/>
            </a:pPr>
            <a:endParaRPr lang="en-US" sz="3200" dirty="0"/>
          </a:p>
        </p:txBody>
      </p:sp>
    </p:spTree>
    <p:extLst>
      <p:ext uri="{BB962C8B-B14F-4D97-AF65-F5344CB8AC3E}">
        <p14:creationId xmlns:p14="http://schemas.microsoft.com/office/powerpoint/2010/main" val="36871262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Bootstrap Examples – Progress bar </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52907"/>
            <a:ext cx="11839536" cy="4887878"/>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Progress bars. Apart from class, an additional width property has to be passed to style to control progress:</a:t>
            </a:r>
          </a:p>
          <a:p>
            <a:pPr marL="0" indent="0">
              <a:lnSpc>
                <a:spcPct val="120000"/>
              </a:lnSpc>
              <a:buNone/>
            </a:pP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="progress"&gt;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="progress-bar"</a:t>
            </a:r>
            <a:r>
              <a:rPr lang="en-US" sz="2400" b="0" i="0" dirty="0">
                <a:solidFill>
                  <a:srgbClr val="FF0000"/>
                </a:solidFill>
                <a:effectLst/>
                <a:latin typeface="Consolas" panose="020B0609020204030204" pitchFamily="49" charset="0"/>
              </a:rPr>
              <a:t> style</a:t>
            </a:r>
            <a:r>
              <a:rPr lang="en-US" sz="2400" b="0" i="0" dirty="0">
                <a:solidFill>
                  <a:srgbClr val="0000CD"/>
                </a:solidFill>
                <a:effectLst/>
                <a:latin typeface="Consolas" panose="020B0609020204030204" pitchFamily="49" charset="0"/>
              </a:rPr>
              <a:t>="width:10%"&gt;&lt;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p>
          <a:p>
            <a:pPr marL="0" indent="0">
              <a:lnSpc>
                <a:spcPct val="120000"/>
              </a:lnSpc>
              <a:buNone/>
            </a:pP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="progress"&gt;</a:t>
            </a:r>
            <a:br>
              <a:rPr lang="en-US" sz="2400" dirty="0"/>
            </a:br>
            <a:r>
              <a:rPr lang="en-US" sz="2400"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FF0000"/>
                </a:solidFill>
                <a:effectLst/>
                <a:latin typeface="Consolas" panose="020B0609020204030204" pitchFamily="49" charset="0"/>
              </a:rPr>
              <a:t> class</a:t>
            </a:r>
            <a:r>
              <a:rPr lang="en-US" sz="2400" b="0" i="0" dirty="0">
                <a:solidFill>
                  <a:srgbClr val="0000CD"/>
                </a:solidFill>
                <a:effectLst/>
                <a:latin typeface="Consolas" panose="020B0609020204030204" pitchFamily="49" charset="0"/>
              </a:rPr>
              <a:t>="progress-bar"</a:t>
            </a:r>
            <a:r>
              <a:rPr lang="en-US" sz="2400" b="0" i="0" dirty="0">
                <a:solidFill>
                  <a:srgbClr val="FF0000"/>
                </a:solidFill>
                <a:effectLst/>
                <a:latin typeface="Consolas" panose="020B0609020204030204" pitchFamily="49" charset="0"/>
              </a:rPr>
              <a:t> style</a:t>
            </a:r>
            <a:r>
              <a:rPr lang="en-US" sz="2400" b="0" i="0" dirty="0">
                <a:solidFill>
                  <a:srgbClr val="0000CD"/>
                </a:solidFill>
                <a:effectLst/>
                <a:latin typeface="Consolas" panose="020B0609020204030204" pitchFamily="49" charset="0"/>
              </a:rPr>
              <a:t>="width:50%"&gt;&lt;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br>
              <a:rPr lang="en-US" sz="2400" dirty="0"/>
            </a:b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/div</a:t>
            </a:r>
            <a:r>
              <a:rPr lang="en-US" sz="2400" b="0" i="0" dirty="0">
                <a:solidFill>
                  <a:srgbClr val="0000CD"/>
                </a:solidFill>
                <a:effectLst/>
                <a:latin typeface="Consolas" panose="020B0609020204030204" pitchFamily="49" charset="0"/>
              </a:rPr>
              <a:t>&gt;</a:t>
            </a:r>
            <a:endParaRPr lang="en-US" sz="3200" dirty="0"/>
          </a:p>
        </p:txBody>
      </p:sp>
    </p:spTree>
    <p:extLst>
      <p:ext uri="{BB962C8B-B14F-4D97-AF65-F5344CB8AC3E}">
        <p14:creationId xmlns:p14="http://schemas.microsoft.com/office/powerpoint/2010/main" val="357785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Bootstrap Examples – More…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52907"/>
            <a:ext cx="11839536" cy="4887878"/>
          </a:xfrm>
          <a:prstGeom prst="rect">
            <a:avLst/>
          </a:prstGeom>
        </p:spPr>
        <p:txBody>
          <a:bodyPr numCol="1">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Bootstrap brings plenty of new enhancements:</a:t>
            </a:r>
          </a:p>
          <a:p>
            <a:pPr lvl="1">
              <a:lnSpc>
                <a:spcPct val="120000"/>
              </a:lnSpc>
              <a:buFont typeface="Wingdings" panose="05000000000000000000" pitchFamily="2" charset="2"/>
              <a:buChar char="§"/>
            </a:pPr>
            <a:r>
              <a:rPr lang="en-US" sz="3000" dirty="0"/>
              <a:t>Collapsible</a:t>
            </a:r>
          </a:p>
          <a:p>
            <a:pPr lvl="1">
              <a:lnSpc>
                <a:spcPct val="120000"/>
              </a:lnSpc>
              <a:buFont typeface="Wingdings" panose="05000000000000000000" pitchFamily="2" charset="2"/>
              <a:buChar char="§"/>
            </a:pPr>
            <a:r>
              <a:rPr lang="en-US" sz="3000" dirty="0"/>
              <a:t>Modal</a:t>
            </a:r>
          </a:p>
          <a:p>
            <a:pPr lvl="1">
              <a:lnSpc>
                <a:spcPct val="120000"/>
              </a:lnSpc>
              <a:buFont typeface="Wingdings" panose="05000000000000000000" pitchFamily="2" charset="2"/>
              <a:buChar char="§"/>
            </a:pPr>
            <a:r>
              <a:rPr lang="en-US" sz="3000" dirty="0"/>
              <a:t>Carousel</a:t>
            </a:r>
          </a:p>
          <a:p>
            <a:pPr lvl="1">
              <a:lnSpc>
                <a:spcPct val="120000"/>
              </a:lnSpc>
              <a:buFont typeface="Wingdings" panose="05000000000000000000" pitchFamily="2" charset="2"/>
              <a:buChar char="§"/>
            </a:pPr>
            <a:r>
              <a:rPr lang="en-US" sz="3000" dirty="0"/>
              <a:t>Toast</a:t>
            </a:r>
          </a:p>
          <a:p>
            <a:pPr lvl="1">
              <a:lnSpc>
                <a:spcPct val="120000"/>
              </a:lnSpc>
              <a:buFont typeface="Wingdings" panose="05000000000000000000" pitchFamily="2" charset="2"/>
              <a:buChar char="§"/>
            </a:pPr>
            <a:r>
              <a:rPr lang="en-US" sz="3000" dirty="0"/>
              <a:t>Popover</a:t>
            </a:r>
          </a:p>
          <a:p>
            <a:pPr>
              <a:lnSpc>
                <a:spcPct val="120000"/>
              </a:lnSpc>
              <a:buFont typeface="Wingdings" panose="05000000000000000000" pitchFamily="2" charset="2"/>
              <a:buChar char="§"/>
            </a:pPr>
            <a:r>
              <a:rPr lang="en-US" sz="3200" dirty="0"/>
              <a:t>Form controls:</a:t>
            </a:r>
          </a:p>
          <a:p>
            <a:pPr lvl="1">
              <a:lnSpc>
                <a:spcPct val="120000"/>
              </a:lnSpc>
              <a:buFont typeface="Wingdings" panose="05000000000000000000" pitchFamily="2" charset="2"/>
              <a:buChar char="§"/>
            </a:pPr>
            <a:r>
              <a:rPr lang="en-US" sz="3000" dirty="0"/>
              <a:t>Range input</a:t>
            </a:r>
          </a:p>
          <a:p>
            <a:pPr lvl="1">
              <a:lnSpc>
                <a:spcPct val="120000"/>
              </a:lnSpc>
              <a:buFont typeface="Wingdings" panose="05000000000000000000" pitchFamily="2" charset="2"/>
              <a:buChar char="§"/>
            </a:pPr>
            <a:r>
              <a:rPr lang="en-US" sz="3000" dirty="0"/>
              <a:t>Input groups</a:t>
            </a:r>
          </a:p>
          <a:p>
            <a:pPr lvl="1">
              <a:lnSpc>
                <a:spcPct val="120000"/>
              </a:lnSpc>
              <a:buFont typeface="Wingdings" panose="05000000000000000000" pitchFamily="2" charset="2"/>
              <a:buChar char="§"/>
            </a:pPr>
            <a:r>
              <a:rPr lang="en-US" sz="3000" dirty="0"/>
              <a:t>Validations</a:t>
            </a:r>
          </a:p>
        </p:txBody>
      </p:sp>
    </p:spTree>
    <p:extLst>
      <p:ext uri="{BB962C8B-B14F-4D97-AF65-F5344CB8AC3E}">
        <p14:creationId xmlns:p14="http://schemas.microsoft.com/office/powerpoint/2010/main" val="3997071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presentation</Template>
  <TotalTime>2533</TotalTime>
  <Words>2445</Words>
  <Application>Microsoft Office PowerPoint</Application>
  <PresentationFormat>Widescreen</PresentationFormat>
  <Paragraphs>262</Paragraphs>
  <Slides>24</Slides>
  <Notes>21</Notes>
  <HiddenSlides>0</HiddenSlides>
  <MMClips>0</MMClips>
  <ScaleCrop>false</ScaleCrop>
  <HeadingPairs>
    <vt:vector size="6" baseType="variant">
      <vt:variant>
        <vt:lpstr>Fonts Used</vt:lpstr>
      </vt:variant>
      <vt:variant>
        <vt:i4>20</vt:i4>
      </vt:variant>
      <vt:variant>
        <vt:lpstr>Theme</vt:lpstr>
      </vt:variant>
      <vt:variant>
        <vt:i4>1</vt:i4>
      </vt:variant>
      <vt:variant>
        <vt:lpstr>Slide Titles</vt:lpstr>
      </vt:variant>
      <vt:variant>
        <vt:i4>24</vt:i4>
      </vt:variant>
    </vt:vector>
  </HeadingPairs>
  <TitlesOfParts>
    <vt:vector size="45" baseType="lpstr">
      <vt:lpstr>Arial</vt:lpstr>
      <vt:lpstr>Brush Script MT</vt:lpstr>
      <vt:lpstr>Calibri</vt:lpstr>
      <vt:lpstr>Calibri Light</vt:lpstr>
      <vt:lpstr>Cascadia Code</vt:lpstr>
      <vt:lpstr>Cascadia Code SemiLight</vt:lpstr>
      <vt:lpstr>Consolas</vt:lpstr>
      <vt:lpstr>Copperplate</vt:lpstr>
      <vt:lpstr>Courier New</vt:lpstr>
      <vt:lpstr>Garamond</vt:lpstr>
      <vt:lpstr>Georgia</vt:lpstr>
      <vt:lpstr>Helvetica</vt:lpstr>
      <vt:lpstr>Lucida Console</vt:lpstr>
      <vt:lpstr>Lucida Handwriting</vt:lpstr>
      <vt:lpstr>Monaco</vt:lpstr>
      <vt:lpstr>Papyrus</vt:lpstr>
      <vt:lpstr>Times New Roman</vt:lpstr>
      <vt:lpstr>Trebuchet MS</vt:lpstr>
      <vt:lpstr>Verdana</vt:lpstr>
      <vt:lpstr>Wingdings</vt:lpstr>
      <vt:lpstr>Office Theme</vt:lpstr>
      <vt:lpstr>Web APPLICATION Development (111834)</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168</cp:revision>
  <dcterms:created xsi:type="dcterms:W3CDTF">2022-11-22T20:08:03Z</dcterms:created>
  <dcterms:modified xsi:type="dcterms:W3CDTF">2023-04-21T13:00:09Z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