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448" r:id="rId5"/>
    <p:sldId id="2462" r:id="rId6"/>
    <p:sldId id="2486" r:id="rId7"/>
    <p:sldId id="2500" r:id="rId8"/>
    <p:sldId id="2501" r:id="rId9"/>
    <p:sldId id="2502" r:id="rId10"/>
    <p:sldId id="2503" r:id="rId11"/>
    <p:sldId id="2499" r:id="rId12"/>
    <p:sldId id="2504" r:id="rId13"/>
    <p:sldId id="2505" r:id="rId14"/>
    <p:sldId id="2508" r:id="rId15"/>
    <p:sldId id="2509" r:id="rId16"/>
    <p:sldId id="2510" r:id="rId17"/>
    <p:sldId id="2511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242" autoAdjust="0"/>
  </p:normalViewPr>
  <p:slideViewPr>
    <p:cSldViewPr snapToGrid="0">
      <p:cViewPr varScale="1">
        <p:scale>
          <a:sx n="75" d="100"/>
          <a:sy n="75" d="100"/>
        </p:scale>
        <p:origin x="931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864A3F8-DEDE-46FB-9A37-33BD97B65025}"/>
    <pc:docChg chg="undo custSel addSld delSld modSld sldOrd">
      <pc:chgData name="Owais Ahmed" userId="6abc7d4556b3b071" providerId="LiveId" clId="{6864A3F8-DEDE-46FB-9A37-33BD97B65025}" dt="2023-03-06T18:37:13.356" v="6932" actId="47"/>
      <pc:docMkLst>
        <pc:docMk/>
      </pc:docMkLst>
      <pc:sldChg chg="modSp mod">
        <pc:chgData name="Owais Ahmed" userId="6abc7d4556b3b071" providerId="LiveId" clId="{6864A3F8-DEDE-46FB-9A37-33BD97B65025}" dt="2023-03-06T11:28:43.963" v="2847" actId="6549"/>
        <pc:sldMkLst>
          <pc:docMk/>
          <pc:sldMk cId="1649098948" sldId="2462"/>
        </pc:sldMkLst>
        <pc:spChg chg="mod">
          <ac:chgData name="Owais Ahmed" userId="6abc7d4556b3b071" providerId="LiveId" clId="{6864A3F8-DEDE-46FB-9A37-33BD97B65025}" dt="2023-03-06T11:28:43.963" v="2847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864A3F8-DEDE-46FB-9A37-33BD97B65025}" dt="2023-03-06T10:29:39.635" v="307" actId="47"/>
        <pc:sldMkLst>
          <pc:docMk/>
          <pc:sldMk cId="2835548672" sldId="2467"/>
        </pc:sldMkLst>
      </pc:sldChg>
      <pc:sldChg chg="del">
        <pc:chgData name="Owais Ahmed" userId="6abc7d4556b3b071" providerId="LiveId" clId="{6864A3F8-DEDE-46FB-9A37-33BD97B65025}" dt="2023-03-06T10:29:36.863" v="306" actId="47"/>
        <pc:sldMkLst>
          <pc:docMk/>
          <pc:sldMk cId="2564172473" sldId="2468"/>
        </pc:sldMkLst>
      </pc:sldChg>
      <pc:sldChg chg="del">
        <pc:chgData name="Owais Ahmed" userId="6abc7d4556b3b071" providerId="LiveId" clId="{6864A3F8-DEDE-46FB-9A37-33BD97B65025}" dt="2023-03-06T10:29:34.116" v="304" actId="47"/>
        <pc:sldMkLst>
          <pc:docMk/>
          <pc:sldMk cId="1810203590" sldId="2482"/>
        </pc:sldMkLst>
      </pc:sldChg>
      <pc:sldChg chg="del">
        <pc:chgData name="Owais Ahmed" userId="6abc7d4556b3b071" providerId="LiveId" clId="{6864A3F8-DEDE-46FB-9A37-33BD97B65025}" dt="2023-03-06T10:29:41.060" v="308" actId="47"/>
        <pc:sldMkLst>
          <pc:docMk/>
          <pc:sldMk cId="2426892836" sldId="2485"/>
        </pc:sldMkLst>
      </pc:sldChg>
      <pc:sldChg chg="modSp mod ord modAnim modNotesTx">
        <pc:chgData name="Owais Ahmed" userId="6abc7d4556b3b071" providerId="LiveId" clId="{6864A3F8-DEDE-46FB-9A37-33BD97B65025}" dt="2023-03-06T12:36:31.872" v="3053" actId="20577"/>
        <pc:sldMkLst>
          <pc:docMk/>
          <pc:sldMk cId="2392008630" sldId="2486"/>
        </pc:sldMkLst>
        <pc:spChg chg="mod">
          <ac:chgData name="Owais Ahmed" userId="6abc7d4556b3b071" providerId="LiveId" clId="{6864A3F8-DEDE-46FB-9A37-33BD97B65025}" dt="2023-03-06T12:36:31.872" v="3053" actId="20577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0:05.555" v="339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36.588" v="305" actId="47"/>
        <pc:sldMkLst>
          <pc:docMk/>
          <pc:sldMk cId="2180074341" sldId="2487"/>
        </pc:sldMkLst>
      </pc:sldChg>
      <pc:sldChg chg="del">
        <pc:chgData name="Owais Ahmed" userId="6abc7d4556b3b071" providerId="LiveId" clId="{6864A3F8-DEDE-46FB-9A37-33BD97B65025}" dt="2023-03-06T10:29:25.741" v="299" actId="47"/>
        <pc:sldMkLst>
          <pc:docMk/>
          <pc:sldMk cId="692629543" sldId="2490"/>
        </pc:sldMkLst>
      </pc:sldChg>
      <pc:sldChg chg="del">
        <pc:chgData name="Owais Ahmed" userId="6abc7d4556b3b071" providerId="LiveId" clId="{6864A3F8-DEDE-46FB-9A37-33BD97B65025}" dt="2023-03-06T10:29:45.038" v="309" actId="47"/>
        <pc:sldMkLst>
          <pc:docMk/>
          <pc:sldMk cId="1357650666" sldId="2491"/>
        </pc:sldMkLst>
      </pc:sldChg>
      <pc:sldChg chg="del">
        <pc:chgData name="Owais Ahmed" userId="6abc7d4556b3b071" providerId="LiveId" clId="{6864A3F8-DEDE-46FB-9A37-33BD97B65025}" dt="2023-03-06T10:29:46.592" v="310" actId="47"/>
        <pc:sldMkLst>
          <pc:docMk/>
          <pc:sldMk cId="332028716" sldId="2492"/>
        </pc:sldMkLst>
      </pc:sldChg>
      <pc:sldChg chg="del">
        <pc:chgData name="Owais Ahmed" userId="6abc7d4556b3b071" providerId="LiveId" clId="{6864A3F8-DEDE-46FB-9A37-33BD97B65025}" dt="2023-03-06T10:29:32.820" v="303" actId="47"/>
        <pc:sldMkLst>
          <pc:docMk/>
          <pc:sldMk cId="2744016673" sldId="2493"/>
        </pc:sldMkLst>
      </pc:sldChg>
      <pc:sldChg chg="del">
        <pc:chgData name="Owais Ahmed" userId="6abc7d4556b3b071" providerId="LiveId" clId="{6864A3F8-DEDE-46FB-9A37-33BD97B65025}" dt="2023-03-06T10:29:29.969" v="302" actId="47"/>
        <pc:sldMkLst>
          <pc:docMk/>
          <pc:sldMk cId="910229267" sldId="2494"/>
        </pc:sldMkLst>
      </pc:sldChg>
      <pc:sldChg chg="del">
        <pc:chgData name="Owais Ahmed" userId="6abc7d4556b3b071" providerId="LiveId" clId="{6864A3F8-DEDE-46FB-9A37-33BD97B65025}" dt="2023-03-06T10:29:28.135" v="301" actId="47"/>
        <pc:sldMkLst>
          <pc:docMk/>
          <pc:sldMk cId="4183735996" sldId="2496"/>
        </pc:sldMkLst>
      </pc:sldChg>
      <pc:sldChg chg="del">
        <pc:chgData name="Owais Ahmed" userId="6abc7d4556b3b071" providerId="LiveId" clId="{6864A3F8-DEDE-46FB-9A37-33BD97B65025}" dt="2023-03-06T10:29:26.982" v="300" actId="47"/>
        <pc:sldMkLst>
          <pc:docMk/>
          <pc:sldMk cId="2021183974" sldId="2497"/>
        </pc:sldMkLst>
      </pc:sldChg>
      <pc:sldChg chg="addSp delSp modSp mod modAnim modNotesTx">
        <pc:chgData name="Owais Ahmed" userId="6abc7d4556b3b071" providerId="LiveId" clId="{6864A3F8-DEDE-46FB-9A37-33BD97B65025}" dt="2023-03-06T12:35:59.936" v="3040" actId="20577"/>
        <pc:sldMkLst>
          <pc:docMk/>
          <pc:sldMk cId="2461819977" sldId="2499"/>
        </pc:sldMkLst>
        <pc:spChg chg="add del mod">
          <ac:chgData name="Owais Ahmed" userId="6abc7d4556b3b071" providerId="LiveId" clId="{6864A3F8-DEDE-46FB-9A37-33BD97B65025}" dt="2023-03-06T11:27:19.846" v="2796"/>
          <ac:spMkLst>
            <pc:docMk/>
            <pc:sldMk cId="2461819977" sldId="2499"/>
            <ac:spMk id="2" creationId="{3A354AF7-AA77-B4A0-A261-FC7D8F7D6A4E}"/>
          </ac:spMkLst>
        </pc:spChg>
        <pc:spChg chg="mod">
          <ac:chgData name="Owais Ahmed" userId="6abc7d4556b3b071" providerId="LiveId" clId="{6864A3F8-DEDE-46FB-9A37-33BD97B65025}" dt="2023-03-06T12:35:25.443" v="2948" actId="20577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11:17.901" v="2709" actId="20577"/>
          <ac:spMkLst>
            <pc:docMk/>
            <pc:sldMk cId="2461819977" sldId="2499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0:29:52.054" v="314" actId="478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6864A3F8-DEDE-46FB-9A37-33BD97B65025}" dt="2023-03-06T11:28:15.252" v="2845" actId="1076"/>
          <ac:picMkLst>
            <pc:docMk/>
            <pc:sldMk cId="2461819977" sldId="2499"/>
            <ac:picMk id="4" creationId="{0CB86E18-AEC0-6872-91F2-3F7C2E372C2A}"/>
          </ac:picMkLst>
        </pc:picChg>
        <pc:picChg chg="del">
          <ac:chgData name="Owais Ahmed" userId="6abc7d4556b3b071" providerId="LiveId" clId="{6864A3F8-DEDE-46FB-9A37-33BD97B65025}" dt="2023-03-06T10:29:55.418" v="318" actId="478"/>
          <ac:picMkLst>
            <pc:docMk/>
            <pc:sldMk cId="2461819977" sldId="2499"/>
            <ac:picMk id="1026" creationId="{4E9BC237-8DFF-7D68-3479-17D18AE1EDB9}"/>
          </ac:picMkLst>
        </pc:picChg>
        <pc:picChg chg="del">
          <ac:chgData name="Owais Ahmed" userId="6abc7d4556b3b071" providerId="LiveId" clId="{6864A3F8-DEDE-46FB-9A37-33BD97B65025}" dt="2023-03-06T10:29:54.706" v="317" actId="478"/>
          <ac:picMkLst>
            <pc:docMk/>
            <pc:sldMk cId="2461819977" sldId="2499"/>
            <ac:picMk id="1028" creationId="{1D0FCAD3-8A03-E23C-1D6C-B9F4A1A4C503}"/>
          </ac:picMkLst>
        </pc:picChg>
        <pc:picChg chg="del">
          <ac:chgData name="Owais Ahmed" userId="6abc7d4556b3b071" providerId="LiveId" clId="{6864A3F8-DEDE-46FB-9A37-33BD97B65025}" dt="2023-03-06T10:29:53.991" v="316" actId="478"/>
          <ac:picMkLst>
            <pc:docMk/>
            <pc:sldMk cId="2461819977" sldId="2499"/>
            <ac:picMk id="1030" creationId="{7295A43C-8BB3-BF50-274C-F773C06F244B}"/>
          </ac:picMkLst>
        </pc:picChg>
        <pc:picChg chg="del">
          <ac:chgData name="Owais Ahmed" userId="6abc7d4556b3b071" providerId="LiveId" clId="{6864A3F8-DEDE-46FB-9A37-33BD97B65025}" dt="2023-03-06T10:29:53.356" v="315" actId="478"/>
          <ac:picMkLst>
            <pc:docMk/>
            <pc:sldMk cId="2461819977" sldId="2499"/>
            <ac:picMk id="1032" creationId="{58D7C36B-5032-1278-7DB4-7235C150FE0D}"/>
          </ac:picMkLst>
        </pc:picChg>
        <pc:picChg chg="del">
          <ac:chgData name="Owais Ahmed" userId="6abc7d4556b3b071" providerId="LiveId" clId="{6864A3F8-DEDE-46FB-9A37-33BD97B65025}" dt="2023-03-06T10:29:51.547" v="313" actId="478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 modNotesTx">
        <pc:chgData name="Owais Ahmed" userId="6abc7d4556b3b071" providerId="LiveId" clId="{6864A3F8-DEDE-46FB-9A37-33BD97B65025}" dt="2023-03-06T10:59:15.771" v="2203"/>
        <pc:sldMkLst>
          <pc:docMk/>
          <pc:sldMk cId="1569340604" sldId="2500"/>
        </pc:sldMkLst>
        <pc:spChg chg="mod">
          <ac:chgData name="Owais Ahmed" userId="6abc7d4556b3b071" providerId="LiveId" clId="{6864A3F8-DEDE-46FB-9A37-33BD97B65025}" dt="2023-03-06T10:42:40.740" v="1254" actId="20577"/>
          <ac:spMkLst>
            <pc:docMk/>
            <pc:sldMk cId="1569340604" sldId="2500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37:33.639" v="853" actId="20577"/>
          <ac:spMkLst>
            <pc:docMk/>
            <pc:sldMk cId="1569340604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6864A3F8-DEDE-46FB-9A37-33BD97B65025}" dt="2023-03-06T10:29:23.991" v="298" actId="47"/>
        <pc:sldMkLst>
          <pc:docMk/>
          <pc:sldMk cId="1735756904" sldId="2500"/>
        </pc:sldMkLst>
      </pc:sldChg>
      <pc:sldChg chg="modSp add mod modNotesTx">
        <pc:chgData name="Owais Ahmed" userId="6abc7d4556b3b071" providerId="LiveId" clId="{6864A3F8-DEDE-46FB-9A37-33BD97B65025}" dt="2023-03-06T10:58:01.855" v="2150" actId="20577"/>
        <pc:sldMkLst>
          <pc:docMk/>
          <pc:sldMk cId="4096403042" sldId="2501"/>
        </pc:sldMkLst>
        <pc:spChg chg="mod">
          <ac:chgData name="Owais Ahmed" userId="6abc7d4556b3b071" providerId="LiveId" clId="{6864A3F8-DEDE-46FB-9A37-33BD97B65025}" dt="2023-03-06T10:54:43.011" v="2016" actId="20577"/>
          <ac:spMkLst>
            <pc:docMk/>
            <pc:sldMk cId="4096403042" sldId="2501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44:26.075" v="1396" actId="20577"/>
          <ac:spMkLst>
            <pc:docMk/>
            <pc:sldMk cId="4096403042" sldId="2501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6864A3F8-DEDE-46FB-9A37-33BD97B65025}" dt="2023-03-06T10:57:58.868" v="2149" actId="20577"/>
        <pc:sldMkLst>
          <pc:docMk/>
          <pc:sldMk cId="194166090" sldId="2502"/>
        </pc:sldMkLst>
        <pc:spChg chg="mod">
          <ac:chgData name="Owais Ahmed" userId="6abc7d4556b3b071" providerId="LiveId" clId="{6864A3F8-DEDE-46FB-9A37-33BD97B65025}" dt="2023-03-06T10:55:47.580" v="2129" actId="20577"/>
          <ac:spMkLst>
            <pc:docMk/>
            <pc:sldMk cId="194166090" sldId="2502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0:52:00.554" v="1820" actId="20577"/>
          <ac:spMkLst>
            <pc:docMk/>
            <pc:sldMk cId="194166090" sldId="2502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0:51:29.974" v="1739" actId="2890"/>
        <pc:sldMkLst>
          <pc:docMk/>
          <pc:sldMk cId="2332049988" sldId="2502"/>
        </pc:sldMkLst>
      </pc:sldChg>
      <pc:sldChg chg="addSp modSp add mod ord modAnim">
        <pc:chgData name="Owais Ahmed" userId="6abc7d4556b3b071" providerId="LiveId" clId="{6864A3F8-DEDE-46FB-9A37-33BD97B65025}" dt="2023-03-06T11:10:01.397" v="2686" actId="20577"/>
        <pc:sldMkLst>
          <pc:docMk/>
          <pc:sldMk cId="1020505974" sldId="2503"/>
        </pc:sldMkLst>
        <pc:spChg chg="mod">
          <ac:chgData name="Owais Ahmed" userId="6abc7d4556b3b071" providerId="LiveId" clId="{6864A3F8-DEDE-46FB-9A37-33BD97B65025}" dt="2023-03-06T11:06:25.330" v="2437" actId="27636"/>
          <ac:spMkLst>
            <pc:docMk/>
            <pc:sldMk cId="1020505974" sldId="2503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1:10:01.397" v="2686" actId="20577"/>
          <ac:spMkLst>
            <pc:docMk/>
            <pc:sldMk cId="1020505974" sldId="2503"/>
            <ac:spMk id="4" creationId="{8E334DDB-72B7-9ADC-892D-EC414FC40353}"/>
          </ac:spMkLst>
        </pc:spChg>
        <pc:spChg chg="mod">
          <ac:chgData name="Owais Ahmed" userId="6abc7d4556b3b071" providerId="LiveId" clId="{6864A3F8-DEDE-46FB-9A37-33BD97B65025}" dt="2023-03-06T10:56:59.881" v="2146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add del">
        <pc:chgData name="Owais Ahmed" userId="6abc7d4556b3b071" providerId="LiveId" clId="{6864A3F8-DEDE-46FB-9A37-33BD97B65025}" dt="2023-03-06T12:36:25.588" v="3041" actId="47"/>
        <pc:sldMkLst>
          <pc:docMk/>
          <pc:sldMk cId="3469959760" sldId="2504"/>
        </pc:sldMkLst>
      </pc:sldChg>
      <pc:sldChg chg="modSp add mod modAnim">
        <pc:chgData name="Owais Ahmed" userId="6abc7d4556b3b071" providerId="LiveId" clId="{6864A3F8-DEDE-46FB-9A37-33BD97B65025}" dt="2023-03-06T12:43:14.291" v="3713" actId="14"/>
        <pc:sldMkLst>
          <pc:docMk/>
          <pc:sldMk cId="3525142213" sldId="2504"/>
        </pc:sldMkLst>
        <pc:spChg chg="mod">
          <ac:chgData name="Owais Ahmed" userId="6abc7d4556b3b071" providerId="LiveId" clId="{6864A3F8-DEDE-46FB-9A37-33BD97B65025}" dt="2023-03-06T12:43:14.291" v="3713" actId="14"/>
          <ac:spMkLst>
            <pc:docMk/>
            <pc:sldMk cId="3525142213" sldId="2504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2:36:44.011" v="3074" actId="20577"/>
          <ac:spMkLst>
            <pc:docMk/>
            <pc:sldMk cId="3525142213" sldId="2504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6864A3F8-DEDE-46FB-9A37-33BD97B65025}" dt="2023-03-06T12:50:09.886" v="4144" actId="20577"/>
        <pc:sldMkLst>
          <pc:docMk/>
          <pc:sldMk cId="3110229929" sldId="2505"/>
        </pc:sldMkLst>
        <pc:spChg chg="mod">
          <ac:chgData name="Owais Ahmed" userId="6abc7d4556b3b071" providerId="LiveId" clId="{6864A3F8-DEDE-46FB-9A37-33BD97B65025}" dt="2023-03-06T12:49:36.941" v="4109" actId="14100"/>
          <ac:spMkLst>
            <pc:docMk/>
            <pc:sldMk cId="3110229929" sldId="2505"/>
            <ac:spMk id="3" creationId="{4A1C0383-58FE-E486-295E-B33B8683B938}"/>
          </ac:spMkLst>
        </pc:spChg>
        <pc:spChg chg="add mod">
          <ac:chgData name="Owais Ahmed" userId="6abc7d4556b3b071" providerId="LiveId" clId="{6864A3F8-DEDE-46FB-9A37-33BD97B65025}" dt="2023-03-06T12:50:09.886" v="4144" actId="20577"/>
          <ac:spMkLst>
            <pc:docMk/>
            <pc:sldMk cId="3110229929" sldId="2505"/>
            <ac:spMk id="5" creationId="{C7480DFC-04C3-BB80-21C9-D940F6237932}"/>
          </ac:spMkLst>
        </pc:spChg>
        <pc:spChg chg="mod">
          <ac:chgData name="Owais Ahmed" userId="6abc7d4556b3b071" providerId="LiveId" clId="{6864A3F8-DEDE-46FB-9A37-33BD97B65025}" dt="2023-03-06T12:45:46.069" v="3850" actId="20577"/>
          <ac:spMkLst>
            <pc:docMk/>
            <pc:sldMk cId="3110229929" sldId="2505"/>
            <ac:spMk id="215" creationId="{00000000-0000-0000-0000-000000000000}"/>
          </ac:spMkLst>
        </pc:spChg>
      </pc:sldChg>
      <pc:sldChg chg="addSp delSp modSp add del mod">
        <pc:chgData name="Owais Ahmed" userId="6abc7d4556b3b071" providerId="LiveId" clId="{6864A3F8-DEDE-46FB-9A37-33BD97B65025}" dt="2023-03-06T12:35:16.371" v="2945" actId="47"/>
        <pc:sldMkLst>
          <pc:docMk/>
          <pc:sldMk cId="3643635207" sldId="2505"/>
        </pc:sldMkLst>
        <pc:spChg chg="add del mod">
          <ac:chgData name="Owais Ahmed" userId="6abc7d4556b3b071" providerId="LiveId" clId="{6864A3F8-DEDE-46FB-9A37-33BD97B65025}" dt="2023-03-06T12:35:06.782" v="2943" actId="478"/>
          <ac:spMkLst>
            <pc:docMk/>
            <pc:sldMk cId="3643635207" sldId="2505"/>
            <ac:spMk id="2" creationId="{0FD5D1FA-B0E7-06FB-31C7-DE2457BA6B39}"/>
          </ac:spMkLst>
        </pc:spChg>
        <pc:spChg chg="mod">
          <ac:chgData name="Owais Ahmed" userId="6abc7d4556b3b071" providerId="LiveId" clId="{6864A3F8-DEDE-46FB-9A37-33BD97B65025}" dt="2023-03-06T12:35:10.631" v="2944" actId="14100"/>
          <ac:spMkLst>
            <pc:docMk/>
            <pc:sldMk cId="3643635207" sldId="2505"/>
            <ac:spMk id="5" creationId="{D6B5DCB6-4358-037D-2AAC-2F1B1119C128}"/>
          </ac:spMkLst>
        </pc:spChg>
        <pc:spChg chg="mod">
          <ac:chgData name="Owais Ahmed" userId="6abc7d4556b3b071" providerId="LiveId" clId="{6864A3F8-DEDE-46FB-9A37-33BD97B65025}" dt="2023-03-06T11:29:06.997" v="2867" actId="20577"/>
          <ac:spMkLst>
            <pc:docMk/>
            <pc:sldMk cId="3643635207" sldId="2505"/>
            <ac:spMk id="9" creationId="{27EE95FA-7E6C-9450-66FD-4F118356AE19}"/>
          </ac:spMkLst>
        </pc:spChg>
        <pc:picChg chg="del">
          <ac:chgData name="Owais Ahmed" userId="6abc7d4556b3b071" providerId="LiveId" clId="{6864A3F8-DEDE-46FB-9A37-33BD97B65025}" dt="2023-03-06T12:35:01.329" v="2942" actId="478"/>
          <ac:picMkLst>
            <pc:docMk/>
            <pc:sldMk cId="3643635207" sldId="2505"/>
            <ac:picMk id="4" creationId="{0CB86E18-AEC0-6872-91F2-3F7C2E372C2A}"/>
          </ac:picMkLst>
        </pc:picChg>
      </pc:sldChg>
      <pc:sldChg chg="modSp add del mod">
        <pc:chgData name="Owais Ahmed" userId="6abc7d4556b3b071" providerId="LiveId" clId="{6864A3F8-DEDE-46FB-9A37-33BD97B65025}" dt="2023-03-06T17:24:31.389" v="4166" actId="47"/>
        <pc:sldMkLst>
          <pc:docMk/>
          <pc:sldMk cId="1282711935" sldId="2506"/>
        </pc:sldMkLst>
        <pc:spChg chg="mod">
          <ac:chgData name="Owais Ahmed" userId="6abc7d4556b3b071" providerId="LiveId" clId="{6864A3F8-DEDE-46FB-9A37-33BD97B65025}" dt="2023-03-06T17:24:23.263" v="4162" actId="20577"/>
          <ac:spMkLst>
            <pc:docMk/>
            <pc:sldMk cId="1282711935" sldId="2506"/>
            <ac:spMk id="215" creationId="{00000000-0000-0000-0000-000000000000}"/>
          </ac:spMkLst>
        </pc:spChg>
      </pc:sldChg>
      <pc:sldChg chg="modSp add del mod ord modAnim modNotesTx">
        <pc:chgData name="Owais Ahmed" userId="6abc7d4556b3b071" providerId="LiveId" clId="{6864A3F8-DEDE-46FB-9A37-33BD97B65025}" dt="2023-03-06T17:46:49.395" v="5580" actId="47"/>
        <pc:sldMkLst>
          <pc:docMk/>
          <pc:sldMk cId="3326915312" sldId="2507"/>
        </pc:sldMkLst>
        <pc:spChg chg="mod">
          <ac:chgData name="Owais Ahmed" userId="6abc7d4556b3b071" providerId="LiveId" clId="{6864A3F8-DEDE-46FB-9A37-33BD97B65025}" dt="2023-03-06T17:36:53.743" v="5088" actId="948"/>
          <ac:spMkLst>
            <pc:docMk/>
            <pc:sldMk cId="3326915312" sldId="2507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24:52.487" v="4196" actId="20577"/>
          <ac:spMkLst>
            <pc:docMk/>
            <pc:sldMk cId="3326915312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6864A3F8-DEDE-46FB-9A37-33BD97B65025}" dt="2023-03-06T17:40:35.533" v="5349" actId="948"/>
        <pc:sldMkLst>
          <pc:docMk/>
          <pc:sldMk cId="3557178733" sldId="2508"/>
        </pc:sldMkLst>
        <pc:spChg chg="mod">
          <ac:chgData name="Owais Ahmed" userId="6abc7d4556b3b071" providerId="LiveId" clId="{6864A3F8-DEDE-46FB-9A37-33BD97B65025}" dt="2023-03-06T17:40:35.533" v="5349" actId="948"/>
          <ac:spMkLst>
            <pc:docMk/>
            <pc:sldMk cId="3557178733" sldId="2508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864A3F8-DEDE-46FB-9A37-33BD97B65025}" dt="2023-03-06T18:01:27.355" v="5966" actId="20577"/>
        <pc:sldMkLst>
          <pc:docMk/>
          <pc:sldMk cId="1473069472" sldId="2509"/>
        </pc:sldMkLst>
        <pc:spChg chg="mod">
          <ac:chgData name="Owais Ahmed" userId="6abc7d4556b3b071" providerId="LiveId" clId="{6864A3F8-DEDE-46FB-9A37-33BD97B65025}" dt="2023-03-06T18:01:27.355" v="5966" actId="20577"/>
          <ac:spMkLst>
            <pc:docMk/>
            <pc:sldMk cId="1473069472" sldId="2509"/>
            <ac:spMk id="3" creationId="{4A1C0383-58FE-E486-295E-B33B8683B938}"/>
          </ac:spMkLst>
        </pc:spChg>
        <pc:spChg chg="mod">
          <ac:chgData name="Owais Ahmed" userId="6abc7d4556b3b071" providerId="LiveId" clId="{6864A3F8-DEDE-46FB-9A37-33BD97B65025}" dt="2023-03-06T17:40:52.483" v="5367" actId="20577"/>
          <ac:spMkLst>
            <pc:docMk/>
            <pc:sldMk cId="1473069472" sldId="2509"/>
            <ac:spMk id="215" creationId="{00000000-0000-0000-0000-000000000000}"/>
          </ac:spMkLst>
        </pc:spChg>
      </pc:sldChg>
      <pc:sldChg chg="addSp delSp modSp add mod addAnim delAnim modAnim modNotesTx">
        <pc:chgData name="Owais Ahmed" userId="6abc7d4556b3b071" providerId="LiveId" clId="{6864A3F8-DEDE-46FB-9A37-33BD97B65025}" dt="2023-03-06T18:30:50.582" v="6343" actId="114"/>
        <pc:sldMkLst>
          <pc:docMk/>
          <pc:sldMk cId="1492833906" sldId="2510"/>
        </pc:sldMkLst>
        <pc:spChg chg="add del mod">
          <ac:chgData name="Owais Ahmed" userId="6abc7d4556b3b071" providerId="LiveId" clId="{6864A3F8-DEDE-46FB-9A37-33BD97B65025}" dt="2023-03-06T18:30:50.582" v="6343" actId="114"/>
          <ac:spMkLst>
            <pc:docMk/>
            <pc:sldMk cId="1492833906" sldId="2510"/>
            <ac:spMk id="3" creationId="{4A1C0383-58FE-E486-295E-B33B8683B938}"/>
          </ac:spMkLst>
        </pc:spChg>
        <pc:spChg chg="add del">
          <ac:chgData name="Owais Ahmed" userId="6abc7d4556b3b071" providerId="LiveId" clId="{6864A3F8-DEDE-46FB-9A37-33BD97B65025}" dt="2023-03-06T18:25:38.022" v="5983" actId="22"/>
          <ac:spMkLst>
            <pc:docMk/>
            <pc:sldMk cId="1492833906" sldId="2510"/>
            <ac:spMk id="5" creationId="{4F5A8C6C-3B3A-4817-6C01-46AEA1D40008}"/>
          </ac:spMkLst>
        </pc:spChg>
      </pc:sldChg>
      <pc:sldChg chg="modSp add modAnim">
        <pc:chgData name="Owais Ahmed" userId="6abc7d4556b3b071" providerId="LiveId" clId="{6864A3F8-DEDE-46FB-9A37-33BD97B65025}" dt="2023-03-06T18:35:42.131" v="6920" actId="20577"/>
        <pc:sldMkLst>
          <pc:docMk/>
          <pc:sldMk cId="2941033464" sldId="2511"/>
        </pc:sldMkLst>
        <pc:spChg chg="mod">
          <ac:chgData name="Owais Ahmed" userId="6abc7d4556b3b071" providerId="LiveId" clId="{6864A3F8-DEDE-46FB-9A37-33BD97B65025}" dt="2023-03-06T18:35:42.131" v="6920" actId="20577"/>
          <ac:spMkLst>
            <pc:docMk/>
            <pc:sldMk cId="2941033464" sldId="2511"/>
            <ac:spMk id="3" creationId="{4A1C0383-58FE-E486-295E-B33B8683B938}"/>
          </ac:spMkLst>
        </pc:spChg>
      </pc:sldChg>
      <pc:sldChg chg="modSp add del mod">
        <pc:chgData name="Owais Ahmed" userId="6abc7d4556b3b071" providerId="LiveId" clId="{6864A3F8-DEDE-46FB-9A37-33BD97B65025}" dt="2023-03-06T18:37:13.356" v="6932" actId="47"/>
        <pc:sldMkLst>
          <pc:docMk/>
          <pc:sldMk cId="2107783757" sldId="2512"/>
        </pc:sldMkLst>
        <pc:spChg chg="mod">
          <ac:chgData name="Owais Ahmed" userId="6abc7d4556b3b071" providerId="LiveId" clId="{6864A3F8-DEDE-46FB-9A37-33BD97B65025}" dt="2023-03-06T18:37:06.046" v="6931" actId="20577"/>
          <ac:spMkLst>
            <pc:docMk/>
            <pc:sldMk cId="2107783757" sldId="251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36542103-18F1-477E-B1A3-2758C3E1EAA4}"/>
    <pc:docChg chg="undo redo custSel addSld delSld modSld">
      <pc:chgData name="Owais Ahmed" userId="6abc7d4556b3b071" providerId="LiveId" clId="{36542103-18F1-477E-B1A3-2758C3E1EAA4}" dt="2023-03-01T09:12:54.212" v="3802" actId="20577"/>
      <pc:docMkLst>
        <pc:docMk/>
      </pc:docMkLst>
      <pc:sldChg chg="modSp">
        <pc:chgData name="Owais Ahmed" userId="6abc7d4556b3b071" providerId="LiveId" clId="{36542103-18F1-477E-B1A3-2758C3E1EAA4}" dt="2023-03-01T09:06:22.474" v="3412" actId="403"/>
        <pc:sldMkLst>
          <pc:docMk/>
          <pc:sldMk cId="4226644250" sldId="256"/>
        </pc:sldMkLst>
        <pc:spChg chg="mod">
          <ac:chgData name="Owais Ahmed" userId="6abc7d4556b3b071" providerId="LiveId" clId="{36542103-18F1-477E-B1A3-2758C3E1EAA4}" dt="2023-03-01T09:06:22.474" v="3412" actId="403"/>
          <ac:spMkLst>
            <pc:docMk/>
            <pc:sldMk cId="4226644250" sldId="256"/>
            <ac:spMk id="5" creationId="{D6B5DCB6-4358-037D-2AAC-2F1B1119C128}"/>
          </ac:spMkLst>
        </pc:spChg>
      </pc:sldChg>
      <pc:sldChg chg="modSp del mod">
        <pc:chgData name="Owais Ahmed" userId="6abc7d4556b3b071" providerId="LiveId" clId="{36542103-18F1-477E-B1A3-2758C3E1EAA4}" dt="2023-03-01T09:06:41.202" v="3416" actId="47"/>
        <pc:sldMkLst>
          <pc:docMk/>
          <pc:sldMk cId="505738359" sldId="2464"/>
        </pc:sldMkLst>
        <pc:spChg chg="mod">
          <ac:chgData name="Owais Ahmed" userId="6abc7d4556b3b071" providerId="LiveId" clId="{36542103-18F1-477E-B1A3-2758C3E1EAA4}" dt="2023-03-01T09:06:37.784" v="3414" actId="21"/>
          <ac:spMkLst>
            <pc:docMk/>
            <pc:sldMk cId="505738359" sldId="2464"/>
            <ac:spMk id="5" creationId="{D6B5DCB6-4358-037D-2AAC-2F1B1119C128}"/>
          </ac:spMkLst>
        </pc:spChg>
      </pc:sldChg>
      <pc:sldChg chg="modSp modAnim modNotesTx">
        <pc:chgData name="Owais Ahmed" userId="6abc7d4556b3b071" providerId="LiveId" clId="{36542103-18F1-477E-B1A3-2758C3E1EAA4}" dt="2023-03-01T08:18:05.251" v="1705" actId="20577"/>
        <pc:sldMkLst>
          <pc:docMk/>
          <pc:sldMk cId="2797597492" sldId="2465"/>
        </pc:sldMkLst>
        <pc:spChg chg="mod">
          <ac:chgData name="Owais Ahmed" userId="6abc7d4556b3b071" providerId="LiveId" clId="{36542103-18F1-477E-B1A3-2758C3E1EAA4}" dt="2023-03-01T08:18:05.251" v="1705" actId="20577"/>
          <ac:spMkLst>
            <pc:docMk/>
            <pc:sldMk cId="2797597492" sldId="2465"/>
            <ac:spMk id="5" creationId="{D6B5DCB6-4358-037D-2AAC-2F1B1119C128}"/>
          </ac:spMkLst>
        </pc:spChg>
      </pc:sldChg>
      <pc:sldChg chg="delSp modSp mod modAnim modNotesTx">
        <pc:chgData name="Owais Ahmed" userId="6abc7d4556b3b071" providerId="LiveId" clId="{36542103-18F1-477E-B1A3-2758C3E1EAA4}" dt="2023-03-01T08:23:58.781" v="2119" actId="20577"/>
        <pc:sldMkLst>
          <pc:docMk/>
          <pc:sldMk cId="1288171314" sldId="2466"/>
        </pc:sldMkLst>
        <pc:spChg chg="del">
          <ac:chgData name="Owais Ahmed" userId="6abc7d4556b3b071" providerId="LiveId" clId="{36542103-18F1-477E-B1A3-2758C3E1EAA4}" dt="2023-03-01T08:09:03.047" v="811" actId="478"/>
          <ac:spMkLst>
            <pc:docMk/>
            <pc:sldMk cId="1288171314" sldId="2466"/>
            <ac:spMk id="3" creationId="{D176E863-9DE0-14DD-7A0F-7D505E61BFEC}"/>
          </ac:spMkLst>
        </pc:spChg>
        <pc:spChg chg="mod">
          <ac:chgData name="Owais Ahmed" userId="6abc7d4556b3b071" providerId="LiveId" clId="{36542103-18F1-477E-B1A3-2758C3E1EAA4}" dt="2023-03-01T08:23:58.781" v="2119" actId="20577"/>
          <ac:spMkLst>
            <pc:docMk/>
            <pc:sldMk cId="1288171314" sldId="2466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22.561" v="6" actId="20577"/>
          <ac:spMkLst>
            <pc:docMk/>
            <pc:sldMk cId="1288171314" sldId="2466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8:07:43.604" v="809" actId="20577"/>
        <pc:sldMkLst>
          <pc:docMk/>
          <pc:sldMk cId="2835548672" sldId="2467"/>
        </pc:sldMkLst>
        <pc:spChg chg="mod">
          <ac:chgData name="Owais Ahmed" userId="6abc7d4556b3b071" providerId="LiveId" clId="{36542103-18F1-477E-B1A3-2758C3E1EAA4}" dt="2023-03-01T08:07:43.604" v="809" actId="20577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7:48:46.694" v="35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add mod modAnim modNotesTx">
        <pc:chgData name="Owais Ahmed" userId="6abc7d4556b3b071" providerId="LiveId" clId="{36542103-18F1-477E-B1A3-2758C3E1EAA4}" dt="2023-03-01T08:55:14.070" v="2656" actId="1076"/>
        <pc:sldMkLst>
          <pc:docMk/>
          <pc:sldMk cId="2564172473" sldId="2468"/>
        </pc:sldMkLst>
        <pc:spChg chg="del mod">
          <ac:chgData name="Owais Ahmed" userId="6abc7d4556b3b071" providerId="LiveId" clId="{36542103-18F1-477E-B1A3-2758C3E1EAA4}" dt="2023-03-01T08:27:29.732" v="2235"/>
          <ac:spMkLst>
            <pc:docMk/>
            <pc:sldMk cId="2564172473" sldId="2468"/>
            <ac:spMk id="3" creationId="{D176E863-9DE0-14DD-7A0F-7D505E61BFEC}"/>
          </ac:spMkLst>
        </pc:spChg>
        <pc:spChg chg="add del">
          <ac:chgData name="Owais Ahmed" userId="6abc7d4556b3b071" providerId="LiveId" clId="{36542103-18F1-477E-B1A3-2758C3E1EAA4}" dt="2023-03-01T08:31:34.587" v="2302" actId="22"/>
          <ac:spMkLst>
            <pc:docMk/>
            <pc:sldMk cId="2564172473" sldId="2468"/>
            <ac:spMk id="4" creationId="{8A891969-3D80-CC18-9A58-4D1ACB4889A1}"/>
          </ac:spMkLst>
        </pc:spChg>
        <pc:spChg chg="mod">
          <ac:chgData name="Owais Ahmed" userId="6abc7d4556b3b071" providerId="LiveId" clId="{36542103-18F1-477E-B1A3-2758C3E1EAA4}" dt="2023-03-01T08:54:36.206" v="2653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8:24:22.184" v="2156" actId="20577"/>
          <ac:spMkLst>
            <pc:docMk/>
            <pc:sldMk cId="2564172473" sldId="2468"/>
            <ac:spMk id="9" creationId="{27EE95FA-7E6C-9450-66FD-4F118356AE19}"/>
          </ac:spMkLst>
        </pc:spChg>
        <pc:picChg chg="add mod">
          <ac:chgData name="Owais Ahmed" userId="6abc7d4556b3b071" providerId="LiveId" clId="{36542103-18F1-477E-B1A3-2758C3E1EAA4}" dt="2023-03-01T08:28:16.253" v="2240" actId="1076"/>
          <ac:picMkLst>
            <pc:docMk/>
            <pc:sldMk cId="2564172473" sldId="2468"/>
            <ac:picMk id="1026" creationId="{B52B6349-72B8-80CF-DA1C-C5486174747D}"/>
          </ac:picMkLst>
        </pc:picChg>
        <pc:picChg chg="add del mod">
          <ac:chgData name="Owais Ahmed" userId="6abc7d4556b3b071" providerId="LiveId" clId="{36542103-18F1-477E-B1A3-2758C3E1EAA4}" dt="2023-03-01T08:28:17.476" v="2241"/>
          <ac:picMkLst>
            <pc:docMk/>
            <pc:sldMk cId="2564172473" sldId="2468"/>
            <ac:picMk id="1028" creationId="{2A67EFA5-7B75-527F-8245-7A648D1CBD3A}"/>
          </ac:picMkLst>
        </pc:picChg>
        <pc:picChg chg="add mod">
          <ac:chgData name="Owais Ahmed" userId="6abc7d4556b3b071" providerId="LiveId" clId="{36542103-18F1-477E-B1A3-2758C3E1EAA4}" dt="2023-03-01T08:28:28.253" v="2245" actId="1076"/>
          <ac:picMkLst>
            <pc:docMk/>
            <pc:sldMk cId="2564172473" sldId="2468"/>
            <ac:picMk id="1030" creationId="{937909F9-9B17-7819-16D9-0A5467D24F10}"/>
          </ac:picMkLst>
        </pc:picChg>
        <pc:picChg chg="add mod">
          <ac:chgData name="Owais Ahmed" userId="6abc7d4556b3b071" providerId="LiveId" clId="{36542103-18F1-477E-B1A3-2758C3E1EAA4}" dt="2023-03-01T08:29:01.821" v="2248" actId="1076"/>
          <ac:picMkLst>
            <pc:docMk/>
            <pc:sldMk cId="2564172473" sldId="2468"/>
            <ac:picMk id="1032" creationId="{7CBE8AC6-1EBF-7FB2-D6EB-F9BB600F73C3}"/>
          </ac:picMkLst>
        </pc:picChg>
        <pc:picChg chg="add mod">
          <ac:chgData name="Owais Ahmed" userId="6abc7d4556b3b071" providerId="LiveId" clId="{36542103-18F1-477E-B1A3-2758C3E1EAA4}" dt="2023-03-01T08:30:28.741" v="2296" actId="1076"/>
          <ac:picMkLst>
            <pc:docMk/>
            <pc:sldMk cId="2564172473" sldId="2468"/>
            <ac:picMk id="1034" creationId="{C1426860-0002-4F9C-A184-C2CEC2C2EE80}"/>
          </ac:picMkLst>
        </pc:picChg>
        <pc:picChg chg="add mod">
          <ac:chgData name="Owais Ahmed" userId="6abc7d4556b3b071" providerId="LiveId" clId="{36542103-18F1-477E-B1A3-2758C3E1EAA4}" dt="2023-03-01T08:31:47.817" v="2305" actId="1076"/>
          <ac:picMkLst>
            <pc:docMk/>
            <pc:sldMk cId="2564172473" sldId="2468"/>
            <ac:picMk id="1036" creationId="{75D01A3D-4670-7C8F-147C-FB516418D76A}"/>
          </ac:picMkLst>
        </pc:picChg>
        <pc:picChg chg="add mod">
          <ac:chgData name="Owais Ahmed" userId="6abc7d4556b3b071" providerId="LiveId" clId="{36542103-18F1-477E-B1A3-2758C3E1EAA4}" dt="2023-03-01T08:33:03.104" v="2317" actId="1076"/>
          <ac:picMkLst>
            <pc:docMk/>
            <pc:sldMk cId="2564172473" sldId="2468"/>
            <ac:picMk id="1038" creationId="{C88242AB-2EAA-BA69-5988-EDB7E50964EB}"/>
          </ac:picMkLst>
        </pc:picChg>
        <pc:picChg chg="add mod">
          <ac:chgData name="Owais Ahmed" userId="6abc7d4556b3b071" providerId="LiveId" clId="{36542103-18F1-477E-B1A3-2758C3E1EAA4}" dt="2023-03-01T08:34:43.048" v="2333" actId="1076"/>
          <ac:picMkLst>
            <pc:docMk/>
            <pc:sldMk cId="2564172473" sldId="2468"/>
            <ac:picMk id="1040" creationId="{5A8D6D8F-C097-A63B-FC87-5AAA61887AD8}"/>
          </ac:picMkLst>
        </pc:picChg>
        <pc:picChg chg="add mod">
          <ac:chgData name="Owais Ahmed" userId="6abc7d4556b3b071" providerId="LiveId" clId="{36542103-18F1-477E-B1A3-2758C3E1EAA4}" dt="2023-03-01T08:55:14.070" v="2656" actId="1076"/>
          <ac:picMkLst>
            <pc:docMk/>
            <pc:sldMk cId="2564172473" sldId="2468"/>
            <ac:picMk id="1042" creationId="{46AA148E-1148-E8E6-4A54-C7C189AFCED4}"/>
          </ac:picMkLst>
        </pc:picChg>
        <pc:picChg chg="add mod">
          <ac:chgData name="Owais Ahmed" userId="6abc7d4556b3b071" providerId="LiveId" clId="{36542103-18F1-477E-B1A3-2758C3E1EAA4}" dt="2023-03-01T08:37:51.965" v="2364" actId="1076"/>
          <ac:picMkLst>
            <pc:docMk/>
            <pc:sldMk cId="2564172473" sldId="2468"/>
            <ac:picMk id="1044" creationId="{1095811A-A7C8-B8F6-7CF5-11472B45F658}"/>
          </ac:picMkLst>
        </pc:picChg>
        <pc:picChg chg="add mod">
          <ac:chgData name="Owais Ahmed" userId="6abc7d4556b3b071" providerId="LiveId" clId="{36542103-18F1-477E-B1A3-2758C3E1EAA4}" dt="2023-03-01T08:40:09.827" v="2395" actId="1076"/>
          <ac:picMkLst>
            <pc:docMk/>
            <pc:sldMk cId="2564172473" sldId="2468"/>
            <ac:picMk id="1046" creationId="{4D5EC02C-232A-E9E5-EC01-B58D1804CA7D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48" creationId="{D468CF6D-A89A-19B5-3AE9-B6948626587B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0" creationId="{35738118-63CC-CB61-5B20-3C94196E8DF1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2" creationId="{BF7E1FFF-0CFA-27D4-9300-9C801C052FAA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4" creationId="{7FCC54F9-0056-984F-40DE-18E6FCB11BEC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8:51:51.165" v="2629" actId="478"/>
          <ac:picMkLst>
            <pc:docMk/>
            <pc:sldMk cId="2564172473" sldId="2468"/>
            <ac:picMk id="1058" creationId="{1F35332A-00C8-AF0E-F1B6-69B5DE71861E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8:52:59.251" v="2638"/>
          <ac:picMkLst>
            <pc:docMk/>
            <pc:sldMk cId="2564172473" sldId="2468"/>
            <ac:picMk id="1062" creationId="{4149B8C2-8A21-D6DE-97A4-30B459F15977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4" creationId="{0EFF1FD0-A435-B34D-C9E5-2A09341DAA14}"/>
          </ac:picMkLst>
        </pc:picChg>
        <pc:picChg chg="add mod">
          <ac:chgData name="Owais Ahmed" userId="6abc7d4556b3b071" providerId="LiveId" clId="{36542103-18F1-477E-B1A3-2758C3E1EAA4}" dt="2023-03-01T08:54:52.038" v="2654" actId="1076"/>
          <ac:picMkLst>
            <pc:docMk/>
            <pc:sldMk cId="2564172473" sldId="2468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4:33.706" v="2650" actId="478"/>
          <ac:picMkLst>
            <pc:docMk/>
            <pc:sldMk cId="2564172473" sldId="2468"/>
            <ac:picMk id="1068" creationId="{885917AC-0558-2F54-1E23-5FD0C2D83E0E}"/>
          </ac:picMkLst>
        </pc:picChg>
      </pc:sldChg>
      <pc:sldChg chg="addSp delSp modSp add mod modClrScheme modAnim chgLayout">
        <pc:chgData name="Owais Ahmed" userId="6abc7d4556b3b071" providerId="LiveId" clId="{36542103-18F1-477E-B1A3-2758C3E1EAA4}" dt="2023-03-01T09:06:11.459" v="3411" actId="20577"/>
        <pc:sldMkLst>
          <pc:docMk/>
          <pc:sldMk cId="1870517188" sldId="2469"/>
        </pc:sldMkLst>
        <pc:spChg chg="add del mod">
          <ac:chgData name="Owais Ahmed" userId="6abc7d4556b3b071" providerId="LiveId" clId="{36542103-18F1-477E-B1A3-2758C3E1EAA4}" dt="2023-03-01T09:00:26.499" v="2771" actId="478"/>
          <ac:spMkLst>
            <pc:docMk/>
            <pc:sldMk cId="1870517188" sldId="2469"/>
            <ac:spMk id="2" creationId="{CFF223DC-3CA3-FFF1-5576-45716986B769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3" creationId="{CABAE5EC-F67A-5744-393C-1F289C372DD4}"/>
          </ac:spMkLst>
        </pc:spChg>
        <pc:spChg chg="add del mod ord">
          <ac:chgData name="Owais Ahmed" userId="6abc7d4556b3b071" providerId="LiveId" clId="{36542103-18F1-477E-B1A3-2758C3E1EAA4}" dt="2023-03-01T08:56:32.354" v="2729" actId="700"/>
          <ac:spMkLst>
            <pc:docMk/>
            <pc:sldMk cId="1870517188" sldId="2469"/>
            <ac:spMk id="4" creationId="{C5E72A6B-1CB4-081E-4D8D-6B4B558B9790}"/>
          </ac:spMkLst>
        </pc:spChg>
        <pc:spChg chg="mod ord">
          <ac:chgData name="Owais Ahmed" userId="6abc7d4556b3b071" providerId="LiveId" clId="{36542103-18F1-477E-B1A3-2758C3E1EAA4}" dt="2023-03-01T09:05:56.936" v="3399" actId="403"/>
          <ac:spMkLst>
            <pc:docMk/>
            <pc:sldMk cId="1870517188" sldId="2469"/>
            <ac:spMk id="5" creationId="{D6B5DCB6-4358-037D-2AAC-2F1B1119C12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6" creationId="{EE38476D-0BB4-3A9F-DC79-D3570EFF027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7" creationId="{7C450C07-660A-B2BE-8115-42CC21C5CC73}"/>
          </ac:spMkLst>
        </pc:spChg>
        <pc:spChg chg="mod">
          <ac:chgData name="Owais Ahmed" userId="6abc7d4556b3b071" providerId="LiveId" clId="{36542103-18F1-477E-B1A3-2758C3E1EAA4}" dt="2023-03-01T08:56:51.712" v="2733" actId="14100"/>
          <ac:spMkLst>
            <pc:docMk/>
            <pc:sldMk cId="1870517188" sldId="2469"/>
            <ac:spMk id="8" creationId="{FF8DF268-CC40-9C40-2D1C-E83401534CE9}"/>
          </ac:spMkLst>
        </pc:spChg>
        <pc:spChg chg="mod">
          <ac:chgData name="Owais Ahmed" userId="6abc7d4556b3b071" providerId="LiveId" clId="{36542103-18F1-477E-B1A3-2758C3E1EAA4}" dt="2023-03-01T09:06:11.459" v="3411" actId="20577"/>
          <ac:spMkLst>
            <pc:docMk/>
            <pc:sldMk cId="1870517188" sldId="2469"/>
            <ac:spMk id="9" creationId="{27EE95FA-7E6C-9450-66FD-4F118356AE19}"/>
          </ac:spMkLst>
        </pc:spChg>
        <pc:spChg chg="add del">
          <ac:chgData name="Owais Ahmed" userId="6abc7d4556b3b071" providerId="LiveId" clId="{36542103-18F1-477E-B1A3-2758C3E1EAA4}" dt="2023-03-01T09:00:21.672" v="2759" actId="478"/>
          <ac:spMkLst>
            <pc:docMk/>
            <pc:sldMk cId="1870517188" sldId="2469"/>
            <ac:spMk id="11" creationId="{7B1ABC8C-8F12-48B3-9A07-8DF4518AA283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2" creationId="{63842672-E58E-4703-D71C-40B913AB2591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3" creationId="{B380B516-64A4-B580-705A-1823F0486898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4" creationId="{6831A05B-F344-060C-9501-A13DBCD9D296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5" creationId="{022E519C-6F64-34FA-749B-258C28A2A145}"/>
          </ac:spMkLst>
        </pc:spChg>
        <pc:spChg chg="add del mod ord">
          <ac:chgData name="Owais Ahmed" userId="6abc7d4556b3b071" providerId="LiveId" clId="{36542103-18F1-477E-B1A3-2758C3E1EAA4}" dt="2023-03-01T09:00:22.937" v="2766" actId="700"/>
          <ac:spMkLst>
            <pc:docMk/>
            <pc:sldMk cId="1870517188" sldId="2469"/>
            <ac:spMk id="16" creationId="{4FCE375B-3296-F6D2-7C33-C17B227667B4}"/>
          </ac:spMkLst>
        </pc:spChg>
        <pc:spChg chg="add del mod">
          <ac:chgData name="Owais Ahmed" userId="6abc7d4556b3b071" providerId="LiveId" clId="{36542103-18F1-477E-B1A3-2758C3E1EAA4}" dt="2023-03-01T08:59:34.203" v="2749" actId="931"/>
          <ac:spMkLst>
            <pc:docMk/>
            <pc:sldMk cId="1870517188" sldId="2469"/>
            <ac:spMk id="19" creationId="{6ACB0E0D-1937-1BB7-4F07-CDF3D84F6802}"/>
          </ac:spMkLst>
        </pc:spChg>
        <pc:spChg chg="add del mod">
          <ac:chgData name="Owais Ahmed" userId="6abc7d4556b3b071" providerId="LiveId" clId="{36542103-18F1-477E-B1A3-2758C3E1EAA4}" dt="2023-03-01T08:59:33.840" v="2747" actId="931"/>
          <ac:spMkLst>
            <pc:docMk/>
            <pc:sldMk cId="1870517188" sldId="2469"/>
            <ac:spMk id="22" creationId="{F6EEB7DC-73FF-8889-788D-D5B9A985ACB1}"/>
          </ac:spMkLst>
        </pc:spChg>
        <pc:picChg chg="add del mod">
          <ac:chgData name="Owais Ahmed" userId="6abc7d4556b3b071" providerId="LiveId" clId="{36542103-18F1-477E-B1A3-2758C3E1EAA4}" dt="2023-03-01T08:59:34.203" v="2749" actId="931"/>
          <ac:picMkLst>
            <pc:docMk/>
            <pc:sldMk cId="1870517188" sldId="2469"/>
            <ac:picMk id="18" creationId="{65109187-29E0-0B88-4E4C-FA6D382572FE}"/>
          </ac:picMkLst>
        </pc:picChg>
        <pc:picChg chg="add del mod">
          <ac:chgData name="Owais Ahmed" userId="6abc7d4556b3b071" providerId="LiveId" clId="{36542103-18F1-477E-B1A3-2758C3E1EAA4}" dt="2023-03-01T08:59:33.840" v="2747" actId="931"/>
          <ac:picMkLst>
            <pc:docMk/>
            <pc:sldMk cId="1870517188" sldId="2469"/>
            <ac:picMk id="21" creationId="{9538D330-65EF-5591-62B2-C76901DED2B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26" creationId="{B52B6349-72B8-80CF-DA1C-C548617474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0" creationId="{937909F9-9B17-7819-16D9-0A5467D24F1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2" creationId="{7CBE8AC6-1EBF-7FB2-D6EB-F9BB600F73C3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4" creationId="{C1426860-0002-4F9C-A184-C2CEC2C2EE8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6" creationId="{75D01A3D-4670-7C8F-147C-FB516418D76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38" creationId="{C88242AB-2EAA-BA69-5988-EDB7E50964E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0" creationId="{5A8D6D8F-C097-A63B-FC87-5AAA61887AD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2" creationId="{46AA148E-1148-E8E6-4A54-C7C189AFCED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4" creationId="{1095811A-A7C8-B8F6-7CF5-11472B45F658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6" creationId="{4D5EC02C-232A-E9E5-EC01-B58D1804CA7D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48" creationId="{D468CF6D-A89A-19B5-3AE9-B6948626587B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0" creationId="{35738118-63CC-CB61-5B20-3C94196E8DF1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2" creationId="{BF7E1FFF-0CFA-27D4-9300-9C801C052FAA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4" creationId="{7FCC54F9-0056-984F-40DE-18E6FCB11BEC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56" creationId="{ED1C7EDF-74CC-FC33-285C-59A51EC93A90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0" creationId="{1CCE3F63-D372-42A0-B788-182E353BE07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4" creationId="{0EFF1FD0-A435-B34D-C9E5-2A09341DAA14}"/>
          </ac:picMkLst>
        </pc:picChg>
        <pc:picChg chg="add del">
          <ac:chgData name="Owais Ahmed" userId="6abc7d4556b3b071" providerId="LiveId" clId="{36542103-18F1-477E-B1A3-2758C3E1EAA4}" dt="2023-03-01T09:00:26.285" v="2770" actId="478"/>
          <ac:picMkLst>
            <pc:docMk/>
            <pc:sldMk cId="1870517188" sldId="2469"/>
            <ac:picMk id="1066" creationId="{9F58BC05-1927-7EA6-94BF-C04942B2E1B3}"/>
          </ac:picMkLst>
        </pc:picChg>
        <pc:picChg chg="add del mod">
          <ac:chgData name="Owais Ahmed" userId="6abc7d4556b3b071" providerId="LiveId" clId="{36542103-18F1-477E-B1A3-2758C3E1EAA4}" dt="2023-03-01T08:59:54.463" v="2753"/>
          <ac:picMkLst>
            <pc:docMk/>
            <pc:sldMk cId="1870517188" sldId="2469"/>
            <ac:picMk id="2050" creationId="{4AC6709D-0F5B-C721-8AFC-E0D67534FCA7}"/>
          </ac:picMkLst>
        </pc:picChg>
        <pc:picChg chg="add del mod">
          <ac:chgData name="Owais Ahmed" userId="6abc7d4556b3b071" providerId="LiveId" clId="{36542103-18F1-477E-B1A3-2758C3E1EAA4}" dt="2023-03-01T09:00:08.733" v="2755"/>
          <ac:picMkLst>
            <pc:docMk/>
            <pc:sldMk cId="1870517188" sldId="2469"/>
            <ac:picMk id="2052" creationId="{75ADEFA1-127A-A8D5-EDD2-560B13BFAF5E}"/>
          </ac:picMkLst>
        </pc:picChg>
        <pc:picChg chg="add del mod">
          <ac:chgData name="Owais Ahmed" userId="6abc7d4556b3b071" providerId="LiveId" clId="{36542103-18F1-477E-B1A3-2758C3E1EAA4}" dt="2023-03-01T09:00:18.137" v="2757"/>
          <ac:picMkLst>
            <pc:docMk/>
            <pc:sldMk cId="1870517188" sldId="2469"/>
            <ac:picMk id="2054" creationId="{85063C02-B830-F61C-A629-E105AA3CA561}"/>
          </ac:picMkLst>
        </pc:picChg>
      </pc:sldChg>
      <pc:sldChg chg="modSp add modAnim">
        <pc:chgData name="Owais Ahmed" userId="6abc7d4556b3b071" providerId="LiveId" clId="{36542103-18F1-477E-B1A3-2758C3E1EAA4}" dt="2023-03-01T09:06:39.417" v="3415"/>
        <pc:sldMkLst>
          <pc:docMk/>
          <pc:sldMk cId="773770613" sldId="2470"/>
        </pc:sldMkLst>
        <pc:spChg chg="mod">
          <ac:chgData name="Owais Ahmed" userId="6abc7d4556b3b071" providerId="LiveId" clId="{36542103-18F1-477E-B1A3-2758C3E1EAA4}" dt="2023-03-01T09:06:39.417" v="3415"/>
          <ac:spMkLst>
            <pc:docMk/>
            <pc:sldMk cId="773770613" sldId="2470"/>
            <ac:spMk id="5" creationId="{D6B5DCB6-4358-037D-2AAC-2F1B1119C128}"/>
          </ac:spMkLst>
        </pc:spChg>
      </pc:sldChg>
      <pc:sldChg chg="modSp add mod modAnim">
        <pc:chgData name="Owais Ahmed" userId="6abc7d4556b3b071" providerId="LiveId" clId="{36542103-18F1-477E-B1A3-2758C3E1EAA4}" dt="2023-03-01T09:11:37.101" v="3780" actId="20577"/>
        <pc:sldMkLst>
          <pc:docMk/>
          <pc:sldMk cId="246082422" sldId="2471"/>
        </pc:sldMkLst>
        <pc:spChg chg="mod">
          <ac:chgData name="Owais Ahmed" userId="6abc7d4556b3b071" providerId="LiveId" clId="{36542103-18F1-477E-B1A3-2758C3E1EAA4}" dt="2023-03-01T09:11:36.476" v="3779" actId="20577"/>
          <ac:spMkLst>
            <pc:docMk/>
            <pc:sldMk cId="246082422" sldId="2471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08:09.846" v="3439" actId="20577"/>
          <ac:spMkLst>
            <pc:docMk/>
            <pc:sldMk cId="246082422" sldId="2471"/>
            <ac:spMk id="9" creationId="{27EE95FA-7E6C-9450-66FD-4F118356AE19}"/>
          </ac:spMkLst>
        </pc:spChg>
      </pc:sldChg>
      <pc:sldChg chg="modSp add mod modAnim">
        <pc:chgData name="Owais Ahmed" userId="6abc7d4556b3b071" providerId="LiveId" clId="{36542103-18F1-477E-B1A3-2758C3E1EAA4}" dt="2023-03-01T09:12:54.212" v="3802" actId="20577"/>
        <pc:sldMkLst>
          <pc:docMk/>
          <pc:sldMk cId="104746486" sldId="2472"/>
        </pc:sldMkLst>
        <pc:spChg chg="mod">
          <ac:chgData name="Owais Ahmed" userId="6abc7d4556b3b071" providerId="LiveId" clId="{36542103-18F1-477E-B1A3-2758C3E1EAA4}" dt="2023-03-01T09:12:54.212" v="3802" actId="20577"/>
          <ac:spMkLst>
            <pc:docMk/>
            <pc:sldMk cId="104746486" sldId="2472"/>
            <ac:spMk id="5" creationId="{D6B5DCB6-4358-037D-2AAC-2F1B1119C128}"/>
          </ac:spMkLst>
        </pc:spChg>
        <pc:spChg chg="mod">
          <ac:chgData name="Owais Ahmed" userId="6abc7d4556b3b071" providerId="LiveId" clId="{36542103-18F1-477E-B1A3-2758C3E1EAA4}" dt="2023-03-01T09:12:06.290" v="3789" actId="20577"/>
          <ac:spMkLst>
            <pc:docMk/>
            <pc:sldMk cId="104746486" sldId="2472"/>
            <ac:spMk id="9" creationId="{27EE95FA-7E6C-9450-66FD-4F118356AE19}"/>
          </ac:spMkLst>
        </pc:spChg>
      </pc:sldChg>
    </pc:docChg>
  </pc:docChgLst>
  <pc:docChgLst>
    <pc:chgData name="Owais Ahmed" userId="6abc7d4556b3b071" providerId="LiveId" clId="{34695503-CF25-4871-9EA9-61F2B2450D0B}"/>
    <pc:docChg chg="custSel addSld delSld modSld">
      <pc:chgData name="Owais Ahmed" userId="6abc7d4556b3b071" providerId="LiveId" clId="{34695503-CF25-4871-9EA9-61F2B2450D0B}" dt="2023-03-16T07:06:31.052" v="53" actId="47"/>
      <pc:docMkLst>
        <pc:docMk/>
      </pc:docMkLst>
      <pc:sldChg chg="modSp mod">
        <pc:chgData name="Owais Ahmed" userId="6abc7d4556b3b071" providerId="LiveId" clId="{34695503-CF25-4871-9EA9-61F2B2450D0B}" dt="2023-03-15T07:11:38.843" v="2" actId="20577"/>
        <pc:sldMkLst>
          <pc:docMk/>
          <pc:sldMk cId="1020505974" sldId="2503"/>
        </pc:sldMkLst>
        <pc:spChg chg="mod">
          <ac:chgData name="Owais Ahmed" userId="6abc7d4556b3b071" providerId="LiveId" clId="{34695503-CF25-4871-9EA9-61F2B2450D0B}" dt="2023-03-15T07:11:38.843" v="2" actId="20577"/>
          <ac:spMkLst>
            <pc:docMk/>
            <pc:sldMk cId="1020505974" sldId="2503"/>
            <ac:spMk id="215" creationId="{00000000-0000-0000-0000-000000000000}"/>
          </ac:spMkLst>
        </pc:spChg>
      </pc:sldChg>
      <pc:sldChg chg="modSp mod modNotesTx">
        <pc:chgData name="Owais Ahmed" userId="6abc7d4556b3b071" providerId="LiveId" clId="{34695503-CF25-4871-9EA9-61F2B2450D0B}" dt="2023-03-15T07:12:17.527" v="32" actId="20577"/>
        <pc:sldMkLst>
          <pc:docMk/>
          <pc:sldMk cId="3110229929" sldId="2505"/>
        </pc:sldMkLst>
        <pc:spChg chg="mod">
          <ac:chgData name="Owais Ahmed" userId="6abc7d4556b3b071" providerId="LiveId" clId="{34695503-CF25-4871-9EA9-61F2B2450D0B}" dt="2023-03-15T07:12:17.527" v="32" actId="20577"/>
          <ac:spMkLst>
            <pc:docMk/>
            <pc:sldMk cId="3110229929" sldId="2505"/>
            <ac:spMk id="5" creationId="{C7480DFC-04C3-BB80-21C9-D940F6237932}"/>
          </ac:spMkLst>
        </pc:spChg>
      </pc:sldChg>
      <pc:sldChg chg="modNotesTx">
        <pc:chgData name="Owais Ahmed" userId="6abc7d4556b3b071" providerId="LiveId" clId="{34695503-CF25-4871-9EA9-61F2B2450D0B}" dt="2023-03-16T07:05:50.469" v="52" actId="313"/>
        <pc:sldMkLst>
          <pc:docMk/>
          <pc:sldMk cId="3557178733" sldId="2508"/>
        </pc:sldMkLst>
      </pc:sldChg>
      <pc:sldChg chg="add del">
        <pc:chgData name="Owais Ahmed" userId="6abc7d4556b3b071" providerId="LiveId" clId="{34695503-CF25-4871-9EA9-61F2B2450D0B}" dt="2023-03-16T07:06:31.052" v="53" actId="47"/>
        <pc:sldMkLst>
          <pc:docMk/>
          <pc:sldMk cId="3081681808" sldId="2512"/>
        </pc:sldMkLst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57AE1D6D-A5CE-4F6A-9493-265C0424249A}"/>
    <pc:docChg chg="undo custSel addSld delSld modSld sldOrd">
      <pc:chgData name="Owais Ahmed" userId="6abc7d4556b3b071" providerId="LiveId" clId="{57AE1D6D-A5CE-4F6A-9493-265C0424249A}" dt="2023-03-06T10:20:29.035" v="8275" actId="20577"/>
      <pc:docMkLst>
        <pc:docMk/>
      </pc:docMkLst>
      <pc:sldChg chg="del">
        <pc:chgData name="Owais Ahmed" userId="6abc7d4556b3b071" providerId="LiveId" clId="{57AE1D6D-A5CE-4F6A-9493-265C0424249A}" dt="2023-03-06T05:11:24.272" v="23" actId="47"/>
        <pc:sldMkLst>
          <pc:docMk/>
          <pc:sldMk cId="4226644250" sldId="256"/>
        </pc:sldMkLst>
      </pc:sldChg>
      <pc:sldChg chg="modSp mod">
        <pc:chgData name="Owais Ahmed" userId="6abc7d4556b3b071" providerId="LiveId" clId="{57AE1D6D-A5CE-4F6A-9493-265C0424249A}" dt="2023-03-06T10:09:34.467" v="7171" actId="14100"/>
        <pc:sldMkLst>
          <pc:docMk/>
          <pc:sldMk cId="1649098948" sldId="2462"/>
        </pc:sldMkLst>
        <pc:spChg chg="mod">
          <ac:chgData name="Owais Ahmed" userId="6abc7d4556b3b071" providerId="LiveId" clId="{57AE1D6D-A5CE-4F6A-9493-265C0424249A}" dt="2023-03-06T10:09:34.467" v="7171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7AE1D6D-A5CE-4F6A-9493-265C0424249A}" dt="2023-03-06T05:11:24.562" v="24" actId="47"/>
        <pc:sldMkLst>
          <pc:docMk/>
          <pc:sldMk cId="3603977170" sldId="2463"/>
        </pc:sldMkLst>
      </pc:sldChg>
      <pc:sldChg chg="del">
        <pc:chgData name="Owais Ahmed" userId="6abc7d4556b3b071" providerId="LiveId" clId="{57AE1D6D-A5CE-4F6A-9493-265C0424249A}" dt="2023-03-06T05:11:28.254" v="26" actId="47"/>
        <pc:sldMkLst>
          <pc:docMk/>
          <pc:sldMk cId="2797597492" sldId="2465"/>
        </pc:sldMkLst>
      </pc:sldChg>
      <pc:sldChg chg="del">
        <pc:chgData name="Owais Ahmed" userId="6abc7d4556b3b071" providerId="LiveId" clId="{57AE1D6D-A5CE-4F6A-9493-265C0424249A}" dt="2023-03-06T05:11:30.359" v="27" actId="47"/>
        <pc:sldMkLst>
          <pc:docMk/>
          <pc:sldMk cId="1288171314" sldId="2466"/>
        </pc:sldMkLst>
      </pc:sldChg>
      <pc:sldChg chg="modSp mod modAnim">
        <pc:chgData name="Owais Ahmed" userId="6abc7d4556b3b071" providerId="LiveId" clId="{57AE1D6D-A5CE-4F6A-9493-265C0424249A}" dt="2023-03-06T05:19:20.537" v="161" actId="404"/>
        <pc:sldMkLst>
          <pc:docMk/>
          <pc:sldMk cId="2835548672" sldId="2467"/>
        </pc:sldMkLst>
        <pc:spChg chg="mod">
          <ac:chgData name="Owais Ahmed" userId="6abc7d4556b3b071" providerId="LiveId" clId="{57AE1D6D-A5CE-4F6A-9493-265C0424249A}" dt="2023-03-06T05:19:20.537" v="161" actId="404"/>
          <ac:spMkLst>
            <pc:docMk/>
            <pc:sldMk cId="2835548672" sldId="2467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15:03.624" v="62" actId="20577"/>
          <ac:spMkLst>
            <pc:docMk/>
            <pc:sldMk cId="2835548672" sldId="2467"/>
            <ac:spMk id="9" creationId="{27EE95FA-7E6C-9450-66FD-4F118356AE19}"/>
          </ac:spMkLst>
        </pc:spChg>
      </pc:sldChg>
      <pc:sldChg chg="addSp delSp modSp mod ord addAnim delAnim modAnim">
        <pc:chgData name="Owais Ahmed" userId="6abc7d4556b3b071" providerId="LiveId" clId="{57AE1D6D-A5CE-4F6A-9493-265C0424249A}" dt="2023-03-06T06:05:48.465" v="2208" actId="20577"/>
        <pc:sldMkLst>
          <pc:docMk/>
          <pc:sldMk cId="2564172473" sldId="2468"/>
        </pc:sldMkLst>
        <pc:spChg chg="add del mod">
          <ac:chgData name="Owais Ahmed" userId="6abc7d4556b3b071" providerId="LiveId" clId="{57AE1D6D-A5CE-4F6A-9493-265C0424249A}" dt="2023-03-06T05:49:20.706" v="1553" actId="478"/>
          <ac:spMkLst>
            <pc:docMk/>
            <pc:sldMk cId="2564172473" sldId="2468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5:52:36.035" v="1736" actId="20577"/>
          <ac:spMkLst>
            <pc:docMk/>
            <pc:sldMk cId="2564172473" sldId="2468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5:49:00.023" v="1547" actId="20577"/>
          <ac:spMkLst>
            <pc:docMk/>
            <pc:sldMk cId="2564172473" sldId="2468"/>
            <ac:spMk id="9" creationId="{27EE95FA-7E6C-9450-66FD-4F118356AE19}"/>
          </ac:spMkLst>
        </pc:spChg>
        <pc:graphicFrameChg chg="add mod modGraphic">
          <ac:chgData name="Owais Ahmed" userId="6abc7d4556b3b071" providerId="LiveId" clId="{57AE1D6D-A5CE-4F6A-9493-265C0424249A}" dt="2023-03-06T06:05:48.465" v="2208" actId="20577"/>
          <ac:graphicFrameMkLst>
            <pc:docMk/>
            <pc:sldMk cId="2564172473" sldId="2468"/>
            <ac:graphicFrameMk id="3" creationId="{9AEEB574-55E6-EBD0-248C-E37F602D2887}"/>
          </ac:graphicFrameMkLst>
        </pc:graphicFrameChg>
        <pc:picChg chg="del">
          <ac:chgData name="Owais Ahmed" userId="6abc7d4556b3b071" providerId="LiveId" clId="{57AE1D6D-A5CE-4F6A-9493-265C0424249A}" dt="2023-03-06T05:14:20.863" v="48" actId="478"/>
          <ac:picMkLst>
            <pc:docMk/>
            <pc:sldMk cId="2564172473" sldId="2468"/>
            <ac:picMk id="1026" creationId="{B52B6349-72B8-80CF-DA1C-C5486174747D}"/>
          </ac:picMkLst>
        </pc:picChg>
        <pc:picChg chg="del">
          <ac:chgData name="Owais Ahmed" userId="6abc7d4556b3b071" providerId="LiveId" clId="{57AE1D6D-A5CE-4F6A-9493-265C0424249A}" dt="2023-03-06T05:14:20.460" v="47" actId="478"/>
          <ac:picMkLst>
            <pc:docMk/>
            <pc:sldMk cId="2564172473" sldId="2468"/>
            <ac:picMk id="1030" creationId="{937909F9-9B17-7819-16D9-0A5467D24F10}"/>
          </ac:picMkLst>
        </pc:picChg>
        <pc:picChg chg="del">
          <ac:chgData name="Owais Ahmed" userId="6abc7d4556b3b071" providerId="LiveId" clId="{57AE1D6D-A5CE-4F6A-9493-265C0424249A}" dt="2023-03-06T05:14:20.010" v="46" actId="478"/>
          <ac:picMkLst>
            <pc:docMk/>
            <pc:sldMk cId="2564172473" sldId="2468"/>
            <ac:picMk id="1032" creationId="{7CBE8AC6-1EBF-7FB2-D6EB-F9BB600F73C3}"/>
          </ac:picMkLst>
        </pc:picChg>
        <pc:picChg chg="del">
          <ac:chgData name="Owais Ahmed" userId="6abc7d4556b3b071" providerId="LiveId" clId="{57AE1D6D-A5CE-4F6A-9493-265C0424249A}" dt="2023-03-06T05:14:19.618" v="45" actId="478"/>
          <ac:picMkLst>
            <pc:docMk/>
            <pc:sldMk cId="2564172473" sldId="2468"/>
            <ac:picMk id="1034" creationId="{C1426860-0002-4F9C-A184-C2CEC2C2EE80}"/>
          </ac:picMkLst>
        </pc:picChg>
        <pc:picChg chg="del">
          <ac:chgData name="Owais Ahmed" userId="6abc7d4556b3b071" providerId="LiveId" clId="{57AE1D6D-A5CE-4F6A-9493-265C0424249A}" dt="2023-03-06T05:14:19.238" v="44" actId="478"/>
          <ac:picMkLst>
            <pc:docMk/>
            <pc:sldMk cId="2564172473" sldId="2468"/>
            <ac:picMk id="1036" creationId="{75D01A3D-4670-7C8F-147C-FB516418D76A}"/>
          </ac:picMkLst>
        </pc:picChg>
        <pc:picChg chg="del">
          <ac:chgData name="Owais Ahmed" userId="6abc7d4556b3b071" providerId="LiveId" clId="{57AE1D6D-A5CE-4F6A-9493-265C0424249A}" dt="2023-03-06T05:14:18.483" v="43" actId="478"/>
          <ac:picMkLst>
            <pc:docMk/>
            <pc:sldMk cId="2564172473" sldId="2468"/>
            <ac:picMk id="1038" creationId="{C88242AB-2EAA-BA69-5988-EDB7E50964EB}"/>
          </ac:picMkLst>
        </pc:picChg>
        <pc:picChg chg="del">
          <ac:chgData name="Owais Ahmed" userId="6abc7d4556b3b071" providerId="LiveId" clId="{57AE1D6D-A5CE-4F6A-9493-265C0424249A}" dt="2023-03-06T05:14:18.073" v="42" actId="478"/>
          <ac:picMkLst>
            <pc:docMk/>
            <pc:sldMk cId="2564172473" sldId="2468"/>
            <ac:picMk id="1040" creationId="{5A8D6D8F-C097-A63B-FC87-5AAA61887AD8}"/>
          </ac:picMkLst>
        </pc:picChg>
        <pc:picChg chg="del">
          <ac:chgData name="Owais Ahmed" userId="6abc7d4556b3b071" providerId="LiveId" clId="{57AE1D6D-A5CE-4F6A-9493-265C0424249A}" dt="2023-03-06T05:14:17.668" v="41" actId="478"/>
          <ac:picMkLst>
            <pc:docMk/>
            <pc:sldMk cId="2564172473" sldId="2468"/>
            <ac:picMk id="1042" creationId="{46AA148E-1148-E8E6-4A54-C7C189AFCED4}"/>
          </ac:picMkLst>
        </pc:picChg>
        <pc:picChg chg="del">
          <ac:chgData name="Owais Ahmed" userId="6abc7d4556b3b071" providerId="LiveId" clId="{57AE1D6D-A5CE-4F6A-9493-265C0424249A}" dt="2023-03-06T05:14:17.236" v="40" actId="478"/>
          <ac:picMkLst>
            <pc:docMk/>
            <pc:sldMk cId="2564172473" sldId="2468"/>
            <ac:picMk id="1044" creationId="{1095811A-A7C8-B8F6-7CF5-11472B45F658}"/>
          </ac:picMkLst>
        </pc:picChg>
        <pc:picChg chg="del">
          <ac:chgData name="Owais Ahmed" userId="6abc7d4556b3b071" providerId="LiveId" clId="{57AE1D6D-A5CE-4F6A-9493-265C0424249A}" dt="2023-03-06T05:14:16.789" v="39" actId="478"/>
          <ac:picMkLst>
            <pc:docMk/>
            <pc:sldMk cId="2564172473" sldId="2468"/>
            <ac:picMk id="1046" creationId="{4D5EC02C-232A-E9E5-EC01-B58D1804CA7D}"/>
          </ac:picMkLst>
        </pc:picChg>
        <pc:picChg chg="del">
          <ac:chgData name="Owais Ahmed" userId="6abc7d4556b3b071" providerId="LiveId" clId="{57AE1D6D-A5CE-4F6A-9493-265C0424249A}" dt="2023-03-06T05:14:15.207" v="35" actId="478"/>
          <ac:picMkLst>
            <pc:docMk/>
            <pc:sldMk cId="2564172473" sldId="2468"/>
            <ac:picMk id="1048" creationId="{D468CF6D-A89A-19B5-3AE9-B6948626587B}"/>
          </ac:picMkLst>
        </pc:picChg>
        <pc:picChg chg="del">
          <ac:chgData name="Owais Ahmed" userId="6abc7d4556b3b071" providerId="LiveId" clId="{57AE1D6D-A5CE-4F6A-9493-265C0424249A}" dt="2023-03-06T05:14:15.590" v="36" actId="478"/>
          <ac:picMkLst>
            <pc:docMk/>
            <pc:sldMk cId="2564172473" sldId="2468"/>
            <ac:picMk id="1050" creationId="{35738118-63CC-CB61-5B20-3C94196E8DF1}"/>
          </ac:picMkLst>
        </pc:picChg>
        <pc:picChg chg="del">
          <ac:chgData name="Owais Ahmed" userId="6abc7d4556b3b071" providerId="LiveId" clId="{57AE1D6D-A5CE-4F6A-9493-265C0424249A}" dt="2023-03-06T05:14:15.961" v="37" actId="478"/>
          <ac:picMkLst>
            <pc:docMk/>
            <pc:sldMk cId="2564172473" sldId="2468"/>
            <ac:picMk id="1052" creationId="{BF7E1FFF-0CFA-27D4-9300-9C801C052FAA}"/>
          </ac:picMkLst>
        </pc:picChg>
        <pc:picChg chg="del">
          <ac:chgData name="Owais Ahmed" userId="6abc7d4556b3b071" providerId="LiveId" clId="{57AE1D6D-A5CE-4F6A-9493-265C0424249A}" dt="2023-03-06T05:14:16.379" v="38" actId="478"/>
          <ac:picMkLst>
            <pc:docMk/>
            <pc:sldMk cId="2564172473" sldId="2468"/>
            <ac:picMk id="1054" creationId="{7FCC54F9-0056-984F-40DE-18E6FCB11BEC}"/>
          </ac:picMkLst>
        </pc:picChg>
        <pc:picChg chg="del">
          <ac:chgData name="Owais Ahmed" userId="6abc7d4556b3b071" providerId="LiveId" clId="{57AE1D6D-A5CE-4F6A-9493-265C0424249A}" dt="2023-03-06T05:14:14.757" v="34" actId="478"/>
          <ac:picMkLst>
            <pc:docMk/>
            <pc:sldMk cId="2564172473" sldId="2468"/>
            <ac:picMk id="1056" creationId="{ED1C7EDF-74CC-FC33-285C-59A51EC93A90}"/>
          </ac:picMkLst>
        </pc:picChg>
        <pc:picChg chg="del">
          <ac:chgData name="Owais Ahmed" userId="6abc7d4556b3b071" providerId="LiveId" clId="{57AE1D6D-A5CE-4F6A-9493-265C0424249A}" dt="2023-03-06T05:14:14.326" v="33" actId="478"/>
          <ac:picMkLst>
            <pc:docMk/>
            <pc:sldMk cId="2564172473" sldId="2468"/>
            <ac:picMk id="1060" creationId="{1CCE3F63-D372-42A0-B788-182E353BE074}"/>
          </ac:picMkLst>
        </pc:picChg>
        <pc:picChg chg="del">
          <ac:chgData name="Owais Ahmed" userId="6abc7d4556b3b071" providerId="LiveId" clId="{57AE1D6D-A5CE-4F6A-9493-265C0424249A}" dt="2023-03-06T05:14:13.837" v="32" actId="478"/>
          <ac:picMkLst>
            <pc:docMk/>
            <pc:sldMk cId="2564172473" sldId="2468"/>
            <ac:picMk id="1064" creationId="{0EFF1FD0-A435-B34D-C9E5-2A09341DAA14}"/>
          </ac:picMkLst>
        </pc:picChg>
        <pc:picChg chg="del">
          <ac:chgData name="Owais Ahmed" userId="6abc7d4556b3b071" providerId="LiveId" clId="{57AE1D6D-A5CE-4F6A-9493-265C0424249A}" dt="2023-03-06T05:14:13.341" v="31" actId="478"/>
          <ac:picMkLst>
            <pc:docMk/>
            <pc:sldMk cId="2564172473" sldId="2468"/>
            <ac:picMk id="1066" creationId="{9F58BC05-1927-7EA6-94BF-C04942B2E1B3}"/>
          </ac:picMkLst>
        </pc:picChg>
      </pc:sldChg>
      <pc:sldChg chg="add del">
        <pc:chgData name="Owais Ahmed" userId="6abc7d4556b3b071" providerId="LiveId" clId="{57AE1D6D-A5CE-4F6A-9493-265C0424249A}" dt="2023-03-06T05:16:40.316" v="75" actId="2890"/>
        <pc:sldMkLst>
          <pc:docMk/>
          <pc:sldMk cId="167876563" sldId="2469"/>
        </pc:sldMkLst>
      </pc:sldChg>
      <pc:sldChg chg="del">
        <pc:chgData name="Owais Ahmed" userId="6abc7d4556b3b071" providerId="LiveId" clId="{57AE1D6D-A5CE-4F6A-9493-265C0424249A}" dt="2023-03-06T05:14:08.406" v="28" actId="47"/>
        <pc:sldMkLst>
          <pc:docMk/>
          <pc:sldMk cId="1870517188" sldId="2469"/>
        </pc:sldMkLst>
      </pc:sldChg>
      <pc:sldChg chg="add del">
        <pc:chgData name="Owais Ahmed" userId="6abc7d4556b3b071" providerId="LiveId" clId="{57AE1D6D-A5CE-4F6A-9493-265C0424249A}" dt="2023-03-06T05:16:43.431" v="77" actId="2890"/>
        <pc:sldMkLst>
          <pc:docMk/>
          <pc:sldMk cId="2100283133" sldId="2469"/>
        </pc:sldMkLst>
      </pc:sldChg>
      <pc:sldChg chg="del">
        <pc:chgData name="Owais Ahmed" userId="6abc7d4556b3b071" providerId="LiveId" clId="{57AE1D6D-A5CE-4F6A-9493-265C0424249A}" dt="2023-03-06T05:11:24.867" v="25" actId="47"/>
        <pc:sldMkLst>
          <pc:docMk/>
          <pc:sldMk cId="773770613" sldId="2470"/>
        </pc:sldMkLst>
      </pc:sldChg>
      <pc:sldChg chg="del">
        <pc:chgData name="Owais Ahmed" userId="6abc7d4556b3b071" providerId="LiveId" clId="{57AE1D6D-A5CE-4F6A-9493-265C0424249A}" dt="2023-03-06T05:14:09.321" v="30" actId="47"/>
        <pc:sldMkLst>
          <pc:docMk/>
          <pc:sldMk cId="246082422" sldId="2471"/>
        </pc:sldMkLst>
      </pc:sldChg>
      <pc:sldChg chg="del">
        <pc:chgData name="Owais Ahmed" userId="6abc7d4556b3b071" providerId="LiveId" clId="{57AE1D6D-A5CE-4F6A-9493-265C0424249A}" dt="2023-03-06T05:14:08.637" v="29" actId="47"/>
        <pc:sldMkLst>
          <pc:docMk/>
          <pc:sldMk cId="104746486" sldId="2472"/>
        </pc:sldMkLst>
      </pc:sldChg>
      <pc:sldChg chg="modSp add mod modAnim modNotesTx">
        <pc:chgData name="Owais Ahmed" userId="6abc7d4556b3b071" providerId="LiveId" clId="{57AE1D6D-A5CE-4F6A-9493-265C0424249A}" dt="2023-03-06T08:56:55.536" v="5481" actId="20577"/>
        <pc:sldMkLst>
          <pc:docMk/>
          <pc:sldMk cId="1810203590" sldId="2482"/>
        </pc:sldMkLst>
        <pc:spChg chg="mod">
          <ac:chgData name="Owais Ahmed" userId="6abc7d4556b3b071" providerId="LiveId" clId="{57AE1D6D-A5CE-4F6A-9493-265C0424249A}" dt="2023-03-06T08:56:37.220" v="5440" actId="20577"/>
          <ac:spMkLst>
            <pc:docMk/>
            <pc:sldMk cId="1810203590" sldId="248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3:32.212" v="5205" actId="20577"/>
          <ac:spMkLst>
            <pc:docMk/>
            <pc:sldMk cId="1810203590" sldId="2482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57AE1D6D-A5CE-4F6A-9493-265C0424249A}" dt="2023-03-06T05:18:42.810" v="157" actId="20577"/>
        <pc:sldMkLst>
          <pc:docMk/>
          <pc:sldMk cId="2426892836" sldId="2485"/>
        </pc:sldMkLst>
        <pc:spChg chg="mod">
          <ac:chgData name="Owais Ahmed" userId="6abc7d4556b3b071" providerId="LiveId" clId="{57AE1D6D-A5CE-4F6A-9493-265C0424249A}" dt="2023-03-06T05:18:33.993" v="154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17:35.540" v="94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5:24:40.967" v="296" actId="255"/>
        <pc:sldMkLst>
          <pc:docMk/>
          <pc:sldMk cId="2392008630" sldId="2486"/>
        </pc:sldMkLst>
        <pc:spChg chg="mod">
          <ac:chgData name="Owais Ahmed" userId="6abc7d4556b3b071" providerId="LiveId" clId="{57AE1D6D-A5CE-4F6A-9493-265C0424249A}" dt="2023-03-06T05:24:40.967" v="296" actId="255"/>
          <ac:spMkLst>
            <pc:docMk/>
            <pc:sldMk cId="2392008630" sldId="2486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2:31.640" v="175" actId="20577"/>
          <ac:spMkLst>
            <pc:docMk/>
            <pc:sldMk cId="2392008630" sldId="2486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57AE1D6D-A5CE-4F6A-9493-265C0424249A}" dt="2023-03-06T05:47:29.351" v="1507" actId="27636"/>
        <pc:sldMkLst>
          <pc:docMk/>
          <pc:sldMk cId="2180074341" sldId="2487"/>
        </pc:sldMkLst>
        <pc:spChg chg="mod">
          <ac:chgData name="Owais Ahmed" userId="6abc7d4556b3b071" providerId="LiveId" clId="{57AE1D6D-A5CE-4F6A-9493-265C0424249A}" dt="2023-03-06T05:47:29.351" v="1507" actId="27636"/>
          <ac:spMkLst>
            <pc:docMk/>
            <pc:sldMk cId="2180074341" sldId="2487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5:25:03.688" v="297" actId="20577"/>
          <ac:spMkLst>
            <pc:docMk/>
            <pc:sldMk cId="2180074341" sldId="2487"/>
            <ac:spMk id="215" creationId="{00000000-0000-0000-0000-000000000000}"/>
          </ac:spMkLst>
        </pc:spChg>
      </pc:sldChg>
      <pc:sldChg chg="modSp add del mod">
        <pc:chgData name="Owais Ahmed" userId="6abc7d4556b3b071" providerId="LiveId" clId="{57AE1D6D-A5CE-4F6A-9493-265C0424249A}" dt="2023-03-06T05:48:49.281" v="1514" actId="47"/>
        <pc:sldMkLst>
          <pc:docMk/>
          <pc:sldMk cId="4084489540" sldId="2488"/>
        </pc:sldMkLst>
        <pc:spChg chg="mod">
          <ac:chgData name="Owais Ahmed" userId="6abc7d4556b3b071" providerId="LiveId" clId="{57AE1D6D-A5CE-4F6A-9493-265C0424249A}" dt="2023-03-06T05:47:42.452" v="1510" actId="27636"/>
          <ac:spMkLst>
            <pc:docMk/>
            <pc:sldMk cId="4084489540" sldId="2488"/>
            <ac:spMk id="3" creationId="{4A1C0383-58FE-E486-295E-B33B8683B938}"/>
          </ac:spMkLst>
        </pc:spChg>
      </pc:sldChg>
      <pc:sldChg chg="add del">
        <pc:chgData name="Owais Ahmed" userId="6abc7d4556b3b071" providerId="LiveId" clId="{57AE1D6D-A5CE-4F6A-9493-265C0424249A}" dt="2023-03-06T10:07:18.740" v="7130" actId="47"/>
        <pc:sldMkLst>
          <pc:docMk/>
          <pc:sldMk cId="1422298590" sldId="2489"/>
        </pc:sldMkLst>
      </pc:sldChg>
      <pc:sldChg chg="delSp modSp add mod ord delAnim modAnim">
        <pc:chgData name="Owais Ahmed" userId="6abc7d4556b3b071" providerId="LiveId" clId="{57AE1D6D-A5CE-4F6A-9493-265C0424249A}" dt="2023-03-06T10:17:43.074" v="8063" actId="255"/>
        <pc:sldMkLst>
          <pc:docMk/>
          <pc:sldMk cId="692629543" sldId="2490"/>
        </pc:sldMkLst>
        <pc:spChg chg="mod">
          <ac:chgData name="Owais Ahmed" userId="6abc7d4556b3b071" providerId="LiveId" clId="{57AE1D6D-A5CE-4F6A-9493-265C0424249A}" dt="2023-03-06T10:17:43.074" v="8063" actId="255"/>
          <ac:spMkLst>
            <pc:docMk/>
            <pc:sldMk cId="692629543" sldId="249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10.100" v="7149" actId="20577"/>
          <ac:spMkLst>
            <pc:docMk/>
            <pc:sldMk cId="692629543" sldId="2490"/>
            <ac:spMk id="9" creationId="{27EE95FA-7E6C-9450-66FD-4F118356AE19}"/>
          </ac:spMkLst>
        </pc:spChg>
        <pc:graphicFrameChg chg="del modGraphic">
          <ac:chgData name="Owais Ahmed" userId="6abc7d4556b3b071" providerId="LiveId" clId="{57AE1D6D-A5CE-4F6A-9493-265C0424249A}" dt="2023-03-06T06:06:18.246" v="2219" actId="478"/>
          <ac:graphicFrameMkLst>
            <pc:docMk/>
            <pc:sldMk cId="692629543" sldId="2490"/>
            <ac:graphicFrameMk id="3" creationId="{9AEEB574-55E6-EBD0-248C-E37F602D2887}"/>
          </ac:graphicFrameMkLst>
        </pc:graphicFrameChg>
      </pc:sldChg>
      <pc:sldChg chg="delSp modSp add mod delAnim modAnim modNotesTx">
        <pc:chgData name="Owais Ahmed" userId="6abc7d4556b3b071" providerId="LiveId" clId="{57AE1D6D-A5CE-4F6A-9493-265C0424249A}" dt="2023-03-06T06:30:30.857" v="4789" actId="20577"/>
        <pc:sldMkLst>
          <pc:docMk/>
          <pc:sldMk cId="1357650666" sldId="2491"/>
        </pc:sldMkLst>
        <pc:spChg chg="mod">
          <ac:chgData name="Owais Ahmed" userId="6abc7d4556b3b071" providerId="LiveId" clId="{57AE1D6D-A5CE-4F6A-9493-265C0424249A}" dt="2023-03-06T06:30:30.857" v="4789" actId="20577"/>
          <ac:spMkLst>
            <pc:docMk/>
            <pc:sldMk cId="1357650666" sldId="2491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6:25:05.433" v="3968" actId="20577"/>
          <ac:spMkLst>
            <pc:docMk/>
            <pc:sldMk cId="1357650666" sldId="2491"/>
            <ac:spMk id="9" creationId="{27EE95FA-7E6C-9450-66FD-4F118356AE19}"/>
          </ac:spMkLst>
        </pc:spChg>
        <pc:graphicFrameChg chg="del">
          <ac:chgData name="Owais Ahmed" userId="6abc7d4556b3b071" providerId="LiveId" clId="{57AE1D6D-A5CE-4F6A-9493-265C0424249A}" dt="2023-03-06T06:25:08.310" v="3969" actId="478"/>
          <ac:graphicFrameMkLst>
            <pc:docMk/>
            <pc:sldMk cId="1357650666" sldId="2491"/>
            <ac:graphicFrameMk id="3" creationId="{9AEEB574-55E6-EBD0-248C-E37F602D2887}"/>
          </ac:graphicFrameMkLst>
        </pc:graphicFrameChg>
      </pc:sldChg>
      <pc:sldChg chg="modSp add mod modAnim modNotesTx">
        <pc:chgData name="Owais Ahmed" userId="6abc7d4556b3b071" providerId="LiveId" clId="{57AE1D6D-A5CE-4F6A-9493-265C0424249A}" dt="2023-03-06T09:06:05.726" v="6075" actId="20577"/>
        <pc:sldMkLst>
          <pc:docMk/>
          <pc:sldMk cId="332028716" sldId="2492"/>
        </pc:sldMkLst>
        <pc:spChg chg="mod">
          <ac:chgData name="Owais Ahmed" userId="6abc7d4556b3b071" providerId="LiveId" clId="{57AE1D6D-A5CE-4F6A-9493-265C0424249A}" dt="2023-03-06T09:06:05.726" v="6075" actId="20577"/>
          <ac:spMkLst>
            <pc:docMk/>
            <pc:sldMk cId="332028716" sldId="2492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8:58:45.579" v="5486" actId="20577"/>
          <ac:spMkLst>
            <pc:docMk/>
            <pc:sldMk cId="332028716" sldId="2492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7AE1D6D-A5CE-4F6A-9493-265C0424249A}" dt="2023-03-06T09:11:33.018" v="6243" actId="20577"/>
        <pc:sldMkLst>
          <pc:docMk/>
          <pc:sldMk cId="2744016673" sldId="2493"/>
        </pc:sldMkLst>
        <pc:spChg chg="mod">
          <ac:chgData name="Owais Ahmed" userId="6abc7d4556b3b071" providerId="LiveId" clId="{57AE1D6D-A5CE-4F6A-9493-265C0424249A}" dt="2023-03-06T09:11:33.018" v="6243" actId="20577"/>
          <ac:spMkLst>
            <pc:docMk/>
            <pc:sldMk cId="2744016673" sldId="2493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06:39.200" v="6094" actId="20577"/>
          <ac:spMkLst>
            <pc:docMk/>
            <pc:sldMk cId="2744016673" sldId="2493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7AE1D6D-A5CE-4F6A-9493-265C0424249A}" dt="2023-03-06T09:18:13.627" v="6598" actId="14100"/>
        <pc:sldMkLst>
          <pc:docMk/>
          <pc:sldMk cId="910229267" sldId="2494"/>
        </pc:sldMkLst>
        <pc:spChg chg="mod">
          <ac:chgData name="Owais Ahmed" userId="6abc7d4556b3b071" providerId="LiveId" clId="{57AE1D6D-A5CE-4F6A-9493-265C0424249A}" dt="2023-03-06T09:18:13.627" v="6598" actId="14100"/>
          <ac:spMkLst>
            <pc:docMk/>
            <pc:sldMk cId="910229267" sldId="2494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12:15.928" v="6269" actId="20577"/>
          <ac:spMkLst>
            <pc:docMk/>
            <pc:sldMk cId="910229267" sldId="249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57AE1D6D-A5CE-4F6A-9493-265C0424249A}" dt="2023-03-06T09:21:54.547" v="6672" actId="47"/>
        <pc:sldMkLst>
          <pc:docMk/>
          <pc:sldMk cId="313325256" sldId="2495"/>
        </pc:sldMkLst>
        <pc:spChg chg="mod">
          <ac:chgData name="Owais Ahmed" userId="6abc7d4556b3b071" providerId="LiveId" clId="{57AE1D6D-A5CE-4F6A-9493-265C0424249A}" dt="2023-03-06T09:20:06.384" v="6666" actId="20577"/>
          <ac:spMkLst>
            <pc:docMk/>
            <pc:sldMk cId="313325256" sldId="2495"/>
            <ac:spMk id="3" creationId="{4A1C0383-58FE-E486-295E-B33B8683B938}"/>
          </ac:spMkLst>
        </pc:spChg>
      </pc:sldChg>
      <pc:sldChg chg="modSp add">
        <pc:chgData name="Owais Ahmed" userId="6abc7d4556b3b071" providerId="LiveId" clId="{57AE1D6D-A5CE-4F6A-9493-265C0424249A}" dt="2023-03-06T09:21:45.405" v="6670" actId="403"/>
        <pc:sldMkLst>
          <pc:docMk/>
          <pc:sldMk cId="4183735996" sldId="2496"/>
        </pc:sldMkLst>
        <pc:spChg chg="mod">
          <ac:chgData name="Owais Ahmed" userId="6abc7d4556b3b071" providerId="LiveId" clId="{57AE1D6D-A5CE-4F6A-9493-265C0424249A}" dt="2023-03-06T09:21:45.405" v="6670" actId="403"/>
          <ac:spMkLst>
            <pc:docMk/>
            <pc:sldMk cId="4183735996" sldId="2496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7AE1D6D-A5CE-4F6A-9493-265C0424249A}" dt="2023-03-06T09:24:13.222" v="6842" actId="404"/>
        <pc:sldMkLst>
          <pc:docMk/>
          <pc:sldMk cId="2021183974" sldId="2497"/>
        </pc:sldMkLst>
        <pc:spChg chg="mod">
          <ac:chgData name="Owais Ahmed" userId="6abc7d4556b3b071" providerId="LiveId" clId="{57AE1D6D-A5CE-4F6A-9493-265C0424249A}" dt="2023-03-06T09:24:13.222" v="6842" actId="404"/>
          <ac:spMkLst>
            <pc:docMk/>
            <pc:sldMk cId="2021183974" sldId="249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57AE1D6D-A5CE-4F6A-9493-265C0424249A}" dt="2023-03-06T10:06:18.106" v="7129" actId="47"/>
        <pc:sldMkLst>
          <pc:docMk/>
          <pc:sldMk cId="277066834" sldId="2498"/>
        </pc:sldMkLst>
        <pc:spChg chg="mod">
          <ac:chgData name="Owais Ahmed" userId="6abc7d4556b3b071" providerId="LiveId" clId="{57AE1D6D-A5CE-4F6A-9493-265C0424249A}" dt="2023-03-06T09:45:27.069" v="7049" actId="403"/>
          <ac:spMkLst>
            <pc:docMk/>
            <pc:sldMk cId="277066834" sldId="2498"/>
            <ac:spMk id="3" creationId="{4A1C0383-58FE-E486-295E-B33B8683B938}"/>
          </ac:spMkLst>
        </pc:spChg>
        <pc:spChg chg="mod">
          <ac:chgData name="Owais Ahmed" userId="6abc7d4556b3b071" providerId="LiveId" clId="{57AE1D6D-A5CE-4F6A-9493-265C0424249A}" dt="2023-03-06T09:45:15.162" v="7031" actId="20577"/>
          <ac:spMkLst>
            <pc:docMk/>
            <pc:sldMk cId="277066834" sldId="249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7AE1D6D-A5CE-4F6A-9493-265C0424249A}" dt="2023-03-06T09:41:36.429" v="6846" actId="2890"/>
        <pc:sldMkLst>
          <pc:docMk/>
          <pc:sldMk cId="1082873489" sldId="2498"/>
        </pc:sldMkLst>
        <pc:spChg chg="mod">
          <ac:chgData name="Owais Ahmed" userId="6abc7d4556b3b071" providerId="LiveId" clId="{57AE1D6D-A5CE-4F6A-9493-265C0424249A}" dt="2023-03-06T09:41:31.568" v="6844" actId="20577"/>
          <ac:spMkLst>
            <pc:docMk/>
            <pc:sldMk cId="1082873489" sldId="2498"/>
            <ac:spMk id="5" creationId="{D6B5DCB6-4358-037D-2AAC-2F1B1119C128}"/>
          </ac:spMkLst>
        </pc:spChg>
      </pc:sldChg>
      <pc:sldChg chg="addSp delSp modSp add mod modAnim">
        <pc:chgData name="Owais Ahmed" userId="6abc7d4556b3b071" providerId="LiveId" clId="{57AE1D6D-A5CE-4F6A-9493-265C0424249A}" dt="2023-03-06T10:04:15.262" v="7128"/>
        <pc:sldMkLst>
          <pc:docMk/>
          <pc:sldMk cId="2461819977" sldId="2499"/>
        </pc:sldMkLst>
        <pc:spChg chg="del">
          <ac:chgData name="Owais Ahmed" userId="6abc7d4556b3b071" providerId="LiveId" clId="{57AE1D6D-A5CE-4F6A-9493-265C0424249A}" dt="2023-03-06T09:48:21.879" v="7057"/>
          <ac:spMkLst>
            <pc:docMk/>
            <pc:sldMk cId="2461819977" sldId="2499"/>
            <ac:spMk id="2" creationId="{5BD75907-4EF7-3426-B22D-F53125E3D807}"/>
          </ac:spMkLst>
        </pc:spChg>
        <pc:spChg chg="mod">
          <ac:chgData name="Owais Ahmed" userId="6abc7d4556b3b071" providerId="LiveId" clId="{57AE1D6D-A5CE-4F6A-9493-265C0424249A}" dt="2023-03-06T09:46:21.347" v="7056" actId="403"/>
          <ac:spMkLst>
            <pc:docMk/>
            <pc:sldMk cId="2461819977" sldId="2499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09:46:11.927" v="7051"/>
          <ac:spMkLst>
            <pc:docMk/>
            <pc:sldMk cId="2461819977" sldId="2499"/>
            <ac:spMk id="9" creationId="{27EE95FA-7E6C-9450-66FD-4F118356AE19}"/>
          </ac:spMkLst>
        </pc:spChg>
        <pc:picChg chg="add mod">
          <ac:chgData name="Owais Ahmed" userId="6abc7d4556b3b071" providerId="LiveId" clId="{57AE1D6D-A5CE-4F6A-9493-265C0424249A}" dt="2023-03-06T10:02:30.925" v="7123" actId="732"/>
          <ac:picMkLst>
            <pc:docMk/>
            <pc:sldMk cId="2461819977" sldId="2499"/>
            <ac:picMk id="3" creationId="{C7D15564-73D0-93EB-9ECE-ABE1AF60AC39}"/>
          </ac:picMkLst>
        </pc:picChg>
        <pc:picChg chg="add mod">
          <ac:chgData name="Owais Ahmed" userId="6abc7d4556b3b071" providerId="LiveId" clId="{57AE1D6D-A5CE-4F6A-9493-265C0424249A}" dt="2023-03-06T09:48:21.879" v="7057"/>
          <ac:picMkLst>
            <pc:docMk/>
            <pc:sldMk cId="2461819977" sldId="2499"/>
            <ac:picMk id="1026" creationId="{4E9BC237-8DFF-7D68-3479-17D18AE1EDB9}"/>
          </ac:picMkLst>
        </pc:picChg>
        <pc:picChg chg="add mod">
          <ac:chgData name="Owais Ahmed" userId="6abc7d4556b3b071" providerId="LiveId" clId="{57AE1D6D-A5CE-4F6A-9493-265C0424249A}" dt="2023-03-06T09:53:05.214" v="7064" actId="1076"/>
          <ac:picMkLst>
            <pc:docMk/>
            <pc:sldMk cId="2461819977" sldId="2499"/>
            <ac:picMk id="1028" creationId="{1D0FCAD3-8A03-E23C-1D6C-B9F4A1A4C503}"/>
          </ac:picMkLst>
        </pc:picChg>
        <pc:picChg chg="add mod">
          <ac:chgData name="Owais Ahmed" userId="6abc7d4556b3b071" providerId="LiveId" clId="{57AE1D6D-A5CE-4F6A-9493-265C0424249A}" dt="2023-03-06T10:01:24.971" v="7101" actId="1076"/>
          <ac:picMkLst>
            <pc:docMk/>
            <pc:sldMk cId="2461819977" sldId="2499"/>
            <ac:picMk id="1030" creationId="{7295A43C-8BB3-BF50-274C-F773C06F244B}"/>
          </ac:picMkLst>
        </pc:picChg>
        <pc:picChg chg="add mod">
          <ac:chgData name="Owais Ahmed" userId="6abc7d4556b3b071" providerId="LiveId" clId="{57AE1D6D-A5CE-4F6A-9493-265C0424249A}" dt="2023-03-06T10:01:48.755" v="7119" actId="1076"/>
          <ac:picMkLst>
            <pc:docMk/>
            <pc:sldMk cId="2461819977" sldId="2499"/>
            <ac:picMk id="1032" creationId="{58D7C36B-5032-1278-7DB4-7235C150FE0D}"/>
          </ac:picMkLst>
        </pc:picChg>
        <pc:picChg chg="add del mod">
          <ac:chgData name="Owais Ahmed" userId="6abc7d4556b3b071" providerId="LiveId" clId="{57AE1D6D-A5CE-4F6A-9493-265C0424249A}" dt="2023-03-06T10:01:43.013" v="7118" actId="21"/>
          <ac:picMkLst>
            <pc:docMk/>
            <pc:sldMk cId="2461819977" sldId="2499"/>
            <ac:picMk id="1034" creationId="{912C4941-AF8D-8DEE-C8C1-F331B840ED1E}"/>
          </ac:picMkLst>
        </pc:picChg>
        <pc:picChg chg="add mod">
          <ac:chgData name="Owais Ahmed" userId="6abc7d4556b3b071" providerId="LiveId" clId="{57AE1D6D-A5CE-4F6A-9493-265C0424249A}" dt="2023-03-06T10:04:09.787" v="7126" actId="1076"/>
          <ac:picMkLst>
            <pc:docMk/>
            <pc:sldMk cId="2461819977" sldId="2499"/>
            <ac:picMk id="1036" creationId="{0AC7BD4F-2C68-F990-BF52-0723B70406CA}"/>
          </ac:picMkLst>
        </pc:picChg>
      </pc:sldChg>
      <pc:sldChg chg="modSp add mod modAnim">
        <pc:chgData name="Owais Ahmed" userId="6abc7d4556b3b071" providerId="LiveId" clId="{57AE1D6D-A5CE-4F6A-9493-265C0424249A}" dt="2023-03-06T10:20:29.035" v="8275" actId="20577"/>
        <pc:sldMkLst>
          <pc:docMk/>
          <pc:sldMk cId="1735756904" sldId="2500"/>
        </pc:sldMkLst>
        <pc:spChg chg="mod">
          <ac:chgData name="Owais Ahmed" userId="6abc7d4556b3b071" providerId="LiveId" clId="{57AE1D6D-A5CE-4F6A-9493-265C0424249A}" dt="2023-03-06T10:20:29.035" v="8275" actId="20577"/>
          <ac:spMkLst>
            <pc:docMk/>
            <pc:sldMk cId="1735756904" sldId="2500"/>
            <ac:spMk id="5" creationId="{D6B5DCB6-4358-037D-2AAC-2F1B1119C128}"/>
          </ac:spMkLst>
        </pc:spChg>
        <pc:spChg chg="mod">
          <ac:chgData name="Owais Ahmed" userId="6abc7d4556b3b071" providerId="LiveId" clId="{57AE1D6D-A5CE-4F6A-9493-265C0424249A}" dt="2023-03-06T10:09:20.169" v="7161" actId="20577"/>
          <ac:spMkLst>
            <pc:docMk/>
            <pc:sldMk cId="1735756904" sldId="2500"/>
            <ac:spMk id="9" creationId="{27EE95FA-7E6C-9450-66FD-4F118356AE1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Responsiveness: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="viewport"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="width=device-width, initial-scale=1.0"&gt;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0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="text"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=“name"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disabled /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is not allowed;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="text"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="name"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disabled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="disabled"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/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should be used.</a:t>
            </a:r>
          </a:p>
          <a:p>
            <a:pPr marL="228600" indent="-228600">
              <a:buAutoNum type="arabicPeriod"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01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448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97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Responsiveness: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="viewport"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="width=device-width, initial-scale=1.0"&gt;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13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index.html page as example. The students are to replace the divisions with semantic tags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84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Responsiveness: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="viewport"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content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="width=device-width, initial-scale=1.0"&gt;</a:t>
            </a:r>
          </a:p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720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The students are supposed to test them all on 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690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Launch “Lecture 3 - master.html” page</a:t>
            </a:r>
          </a:p>
          <a:p>
            <a:pPr marL="228600" indent="-228600">
              <a:buAutoNum type="arabicPeriod"/>
            </a:pPr>
            <a:r>
              <a:rPr lang="en-US" sz="1200" dirty="0"/>
              <a:t>This design strategy ruled the web and is still used widely. But component-based strategy is now gaining success.</a:t>
            </a:r>
          </a:p>
          <a:p>
            <a:pPr marL="228600" indent="-228600">
              <a:buAutoNum type="arabicPeriod"/>
            </a:pPr>
            <a:r>
              <a:rPr lang="en-US" sz="1200" dirty="0"/>
              <a:t>Components are small and reusable. SPA’s mostly use this design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649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dirty="0"/>
              <a:t>Viewport is the browser window size. 1vw = 1% of viewport width. If the viewport is 50cm wide, 1vw is 0.5cm.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05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495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569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7CFE-323D-F6B5-AFCF-14EA5F2F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E795-7F81-21E8-A19B-B3538BC59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9B049-BD2D-2332-0DE1-946B29807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BAF59-A04C-9AC7-C0B0-CF8B1F98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C60CE-EA75-4883-A795-1AD34334FFB0}" type="datetimeFigureOut">
              <a:rPr lang="en-PK" smtClean="0"/>
              <a:t>21/04/2023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5675-C061-41B3-2132-54BAE856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584B7-71E7-99FE-92EF-4B2A9ECF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0F85B-41B8-426E-9A25-E81C4648110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451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56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2" r:id="rId12"/>
    <p:sldLayoutId id="2147483683" r:id="rId13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What’s new in HTML5?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XHTML</a:t>
            </a:r>
            <a:endParaRPr lang="en-US" sz="1800" b="0" i="0" u="none" strike="noStrike" baseline="0" dirty="0">
              <a:solidFill>
                <a:srgbClr val="404040"/>
              </a:solidFill>
              <a:latin typeface="Trebuchet MS" panose="020B0603020202020204" pitchFamily="34" charset="0"/>
            </a:endParaRPr>
          </a:p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HTML Tags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Layouts and Semantics</a:t>
            </a:r>
          </a:p>
          <a:p>
            <a:r>
              <a:rPr lang="en-US" sz="1800" b="0" i="0" u="none" strike="noStrike" baseline="0" dirty="0">
                <a:solidFill>
                  <a:srgbClr val="404040"/>
                </a:solidFill>
                <a:latin typeface="Trebuchet MS" panose="020B0603020202020204" pitchFamily="34" charset="0"/>
              </a:rPr>
              <a:t>HTML </a:t>
            </a:r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Forms and Input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Master Page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Responsive Design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What’s new in HTML5?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Isolation of Content, Styling, Interaction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HTML contains only the content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CSS is stored separately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General purpose as well as Ad-hoc Scripts are stored separately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Meaningful tags: &lt;article&gt;, &lt;footer&gt;, &lt;section&gt;, &lt;summary&gt;, etc.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Responsiveness: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Viewport is defined in &lt;meta&gt; tag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Dimensions are defined in percentages and pixels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Support for Scalable Vector Graphics and media plug-ins</a:t>
            </a:r>
          </a:p>
        </p:txBody>
      </p:sp>
    </p:spTree>
    <p:extLst>
      <p:ext uri="{BB962C8B-B14F-4D97-AF65-F5344CB8AC3E}">
        <p14:creationId xmlns:p14="http://schemas.microsoft.com/office/powerpoint/2010/main" val="239200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XHTML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 err="1"/>
              <a:t>E</a:t>
            </a:r>
            <a:r>
              <a:rPr lang="en-US" sz="3200" b="1" dirty="0" err="1"/>
              <a:t>X</a:t>
            </a:r>
            <a:r>
              <a:rPr lang="en-US" sz="3200" dirty="0" err="1"/>
              <a:t>tensible</a:t>
            </a:r>
            <a:r>
              <a:rPr lang="en-US" sz="3200" dirty="0"/>
              <a:t> </a:t>
            </a:r>
            <a:r>
              <a:rPr lang="en-US" sz="3200" b="1" dirty="0" err="1"/>
              <a:t>H</a:t>
            </a:r>
            <a:r>
              <a:rPr lang="en-US" sz="3200" dirty="0" err="1"/>
              <a:t>yper</a:t>
            </a:r>
            <a:r>
              <a:rPr lang="en-US" sz="3200" b="1" dirty="0" err="1"/>
              <a:t>T</a:t>
            </a:r>
            <a:r>
              <a:rPr lang="en-US" sz="3200" dirty="0" err="1"/>
              <a:t>ext</a:t>
            </a:r>
            <a:r>
              <a:rPr lang="en-US" sz="3200" dirty="0"/>
              <a:t> </a:t>
            </a:r>
            <a:r>
              <a:rPr lang="en-US" sz="3200" b="1" dirty="0"/>
              <a:t>M</a:t>
            </a:r>
            <a:r>
              <a:rPr lang="en-US" sz="3200" dirty="0"/>
              <a:t>arkup </a:t>
            </a:r>
            <a:r>
              <a:rPr lang="en-US" sz="3200" b="1" dirty="0"/>
              <a:t>L</a:t>
            </a:r>
            <a:r>
              <a:rPr lang="en-US" sz="3200" dirty="0"/>
              <a:t>anguage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Demands a well-formed page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Requires DOCTYPE: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XHTML 1.1//EN"</a:t>
            </a:r>
            <a:b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"http://www.w3.org/TR/xhtml11/DTD/xhtml11.dtd"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800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="http://www.w3.org/1999/xhtml"&gt;</a:t>
            </a:r>
            <a:endParaRPr lang="en-US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All tags must properly open, close, and nested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Only lower-case elements and attributes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&lt;head&gt;, &lt;title&gt;, &lt;body&gt; are all mandatory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Tip! Avoid XHTML unless specifically asked for</a:t>
            </a:r>
          </a:p>
        </p:txBody>
      </p:sp>
    </p:spTree>
    <p:extLst>
      <p:ext uri="{BB962C8B-B14F-4D97-AF65-F5344CB8AC3E}">
        <p14:creationId xmlns:p14="http://schemas.microsoft.com/office/powerpoint/2010/main" val="156934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How many errors do you see in the following XHTML doc?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XHTML 1.1//EN"</a:t>
            </a:r>
            <a:b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"http://www.w3.org/TR/xhtml11/DTD/xhtml11.dtd"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800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XHTML is painful to work with 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 demands precision of a proper programming language unnecessarily with very little performance lift.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 be honest, it’s a laughingstock in front-end community.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=www.handcoding.com/archives/2004/03/22/xhtml-jokes/&gt;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See here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="checkbox"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=“feedback"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value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=“Kill XHTML"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checked /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403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Corrections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XHTML 1.1//EN"</a:t>
            </a:r>
            <a:b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"http://www.w3.org/TR/xhtml11/DTD/xhtml11.dtd"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800" dirty="0"/>
            </a:b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="http://www.w3.org/1999/xhtml"&gt; -- </a:t>
            </a:r>
            <a:r>
              <a:rPr lang="en-US" sz="18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xmlns</a:t>
            </a:r>
            <a:r>
              <a:rPr lang="en-US" sz="1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must be defined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Title of document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/title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-- Title is mandatory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/head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XHTML is painful to work with 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-- Tags should be lowercase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 demands precision of a proper programming language unnecessarily with very little performance lift.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-- Tags should always be closed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 be honest, it’s a laughingstock in front-end community.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-- Closing sequence was wrong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="www.handcoding.com/archives/2004/03/22/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xhtml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-jokes"/&gt;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See here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/a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-- Attributes should be lowercase. Also, the value should be enclosed in quotes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="checkbox"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name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=“feedback"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value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="Kill XHTML"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checked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="checked"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 -- Values must be assigned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/body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/html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6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HTML5 Tags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&lt;html&gt;: Create a web page called home.html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&lt;head&gt;: Define an empty head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&lt;title&gt;: Provide a title for </a:t>
            </a:r>
            <a:r>
              <a:rPr lang="en-US" sz="3200" dirty="0" err="1"/>
              <a:t>Baham</a:t>
            </a:r>
            <a:r>
              <a:rPr lang="en-US" sz="3200" dirty="0"/>
              <a:t> app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&lt;link&gt;: Attach a favicon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&lt;meta&gt;: Define charset as utf-8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&lt;body&gt;: This is where all visible things go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334DDB-72B7-9ADC-892D-EC414FC40353}"/>
              </a:ext>
            </a:extLst>
          </p:cNvPr>
          <p:cNvSpPr txBox="1">
            <a:spLocks/>
          </p:cNvSpPr>
          <p:nvPr/>
        </p:nvSpPr>
        <p:spPr>
          <a:xfrm>
            <a:off x="6086275" y="1547368"/>
            <a:ext cx="58756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Explore/Revise: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Heading tags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Division tag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Paragraph and line break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Unordered list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Ordered list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Definition list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Legend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Table, Table header, Table body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Footer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050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5DCB6-4358-037D-2AAC-2F1B1119C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0384" y="1511408"/>
            <a:ext cx="5875616" cy="496400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Page Heading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Navigation bar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Content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Sections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Articles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Side bar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8DF268-CC40-9C40-2D1C-E8340153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EE95FA-7E6C-9450-66FD-4F118356AE1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Layouts and Semantics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48ACBE-0268-334C-943C-9619AC15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1ABC8C-8F12-48B3-9A07-8DF4518AA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4" name="Picture 2" descr="HTML5 Semantic Elements">
            <a:extLst>
              <a:ext uri="{FF2B5EF4-FFF2-40B4-BE49-F238E27FC236}">
                <a16:creationId xmlns:a16="http://schemas.microsoft.com/office/drawing/2014/main" id="{0CB86E18-AEC0-6872-91F2-3F7C2E372C2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9732" y="2059431"/>
            <a:ext cx="3283268" cy="386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81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HTML Forms and Input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Forms: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Used to send HTTP Request to Server with user input data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Attribute “action” defines which URL to submit form to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Attribute “method” defines the type of Request (Get/Post/Put/Delete)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Input: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Used inside Forms to collect user input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Attribute “type” defines which type of input control to display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Text displays a single-line text input field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Checkbox/Radio for single/multiple choice inputs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Button shows a clickable button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Submit is a special button which submits the HTTP Request to Server</a:t>
            </a:r>
          </a:p>
        </p:txBody>
      </p:sp>
    </p:spTree>
    <p:extLst>
      <p:ext uri="{BB962C8B-B14F-4D97-AF65-F5344CB8AC3E}">
        <p14:creationId xmlns:p14="http://schemas.microsoft.com/office/powerpoint/2010/main" val="352514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HTML5 Input Types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3924947"/>
          </a:xfrm>
          <a:prstGeom prst="rect">
            <a:avLst/>
          </a:prstGeom>
        </p:spPr>
        <p:txBody>
          <a:bodyPr numCol="3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Time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Month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Week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Email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Number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Password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Range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Color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Hidden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Image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Reset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480DFC-04C3-BB80-21C9-D940F6237932}"/>
              </a:ext>
            </a:extLst>
          </p:cNvPr>
          <p:cNvSpPr txBox="1"/>
          <p:nvPr/>
        </p:nvSpPr>
        <p:spPr>
          <a:xfrm>
            <a:off x="224492" y="5528313"/>
            <a:ext cx="117430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Go to www.w3schools.com/html/html_form_input_types.asp and try out these different types. Closely watch their attributes used in examples. </a:t>
            </a:r>
            <a:r>
              <a:rPr lang="en-US" sz="2800"/>
              <a:t>(30mins)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311022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Master Page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Master Page (or template) is the base page inherited by other pages.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Contains Header, Navigation bar, Footer and Side bar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Child pages are extensions of master page, thus requiring minimum duplication and easy management.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Disadvantage: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All child pages are at least as heavy as master page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Unique layouts are difficult to create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Alternative: Component-based design strategy, used in React/Angular/Vue JS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Django, we will use component-based design strategy via {% include %} tag</a:t>
            </a:r>
          </a:p>
        </p:txBody>
      </p:sp>
    </p:spTree>
    <p:extLst>
      <p:ext uri="{BB962C8B-B14F-4D97-AF65-F5344CB8AC3E}">
        <p14:creationId xmlns:p14="http://schemas.microsoft.com/office/powerpoint/2010/main" val="355717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Responsive Design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 the index.html page you were provided; uncomment the blocks starting with </a:t>
            </a:r>
            <a:r>
              <a:rPr lang="en-US" sz="3200" u="sng" dirty="0"/>
              <a:t>@media</a:t>
            </a:r>
            <a:r>
              <a:rPr lang="en-US" sz="3200" dirty="0"/>
              <a:t> query and see how page behaves on resizing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To create a responsive web page, use &lt;meta&gt; tag in header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&lt;meta name="viewport" content="width=device-width, initial-scale=1.0"&gt;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browser will look for the width of device and set the viewport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Media queries can be used to render different styles for different screen sizes</a:t>
            </a:r>
          </a:p>
        </p:txBody>
      </p:sp>
    </p:spTree>
    <p:extLst>
      <p:ext uri="{BB962C8B-B14F-4D97-AF65-F5344CB8AC3E}">
        <p14:creationId xmlns:p14="http://schemas.microsoft.com/office/powerpoint/2010/main" val="147306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Responsive Design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For example, if we have the main section and a side bar. How do we: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Reduce the padding if the screen size shrinks?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Reduce the font size if the screen shrinks even further?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200" dirty="0"/>
              <a:t>Split both the sections into two rows if the screen is shrunk even more?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i="1" dirty="0"/>
              <a:t>Demo: responsive.html</a:t>
            </a:r>
          </a:p>
        </p:txBody>
      </p:sp>
    </p:spTree>
    <p:extLst>
      <p:ext uri="{BB962C8B-B14F-4D97-AF65-F5344CB8AC3E}">
        <p14:creationId xmlns:p14="http://schemas.microsoft.com/office/powerpoint/2010/main" val="149283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Responsive Design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Guiding principles: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Mobile first! If it’s good on a small screen, it will be okay on larger one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Don’t reinvent the wheel! Use Bootstrap or Foundation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Media queries are slightly complicated, but give most flexibility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Be flexible! Avoid fixed grids and tables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Image optimization! Keep multiple copies of images and load the most compatible with the screen size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94103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2174</TotalTime>
  <Words>1377</Words>
  <Application>Microsoft Office PowerPoint</Application>
  <PresentationFormat>Widescreen</PresentationFormat>
  <Paragraphs>163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Trebuchet MS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PowerPoint Presentation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166</cp:revision>
  <dcterms:created xsi:type="dcterms:W3CDTF">2022-11-22T20:08:03Z</dcterms:created>
  <dcterms:modified xsi:type="dcterms:W3CDTF">2023-04-21T12:58:28Z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