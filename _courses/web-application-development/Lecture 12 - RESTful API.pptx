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37"/>
  </p:notesMasterIdLst>
  <p:handoutMasterIdLst>
    <p:handoutMasterId r:id="rId38"/>
  </p:handoutMasterIdLst>
  <p:sldIdLst>
    <p:sldId id="2448" r:id="rId5"/>
    <p:sldId id="2462" r:id="rId6"/>
    <p:sldId id="2515" r:id="rId7"/>
    <p:sldId id="2516" r:id="rId8"/>
    <p:sldId id="2517" r:id="rId9"/>
    <p:sldId id="2518" r:id="rId10"/>
    <p:sldId id="2519" r:id="rId11"/>
    <p:sldId id="2520" r:id="rId12"/>
    <p:sldId id="2521" r:id="rId13"/>
    <p:sldId id="2522" r:id="rId14"/>
    <p:sldId id="2524" r:id="rId15"/>
    <p:sldId id="2526" r:id="rId16"/>
    <p:sldId id="2527" r:id="rId17"/>
    <p:sldId id="2528" r:id="rId18"/>
    <p:sldId id="2529" r:id="rId19"/>
    <p:sldId id="2530" r:id="rId20"/>
    <p:sldId id="2531" r:id="rId21"/>
    <p:sldId id="2532" r:id="rId22"/>
    <p:sldId id="2535" r:id="rId23"/>
    <p:sldId id="2533" r:id="rId24"/>
    <p:sldId id="2534" r:id="rId25"/>
    <p:sldId id="2536" r:id="rId26"/>
    <p:sldId id="2523" r:id="rId27"/>
    <p:sldId id="2537" r:id="rId28"/>
    <p:sldId id="2538" r:id="rId29"/>
    <p:sldId id="2540" r:id="rId30"/>
    <p:sldId id="2542" r:id="rId31"/>
    <p:sldId id="2543" r:id="rId32"/>
    <p:sldId id="2539" r:id="rId33"/>
    <p:sldId id="2541" r:id="rId34"/>
    <p:sldId id="2508" r:id="rId35"/>
    <p:sldId id="2436" r:id="rId3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92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141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FF"/>
    <a:srgbClr val="01023B"/>
    <a:srgbClr val="898989"/>
    <a:srgbClr val="2F3342"/>
    <a:srgbClr val="A53F52"/>
    <a:srgbClr val="2C2153"/>
    <a:srgbClr val="E997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C2C46C7-22A2-4A3D-883F-7F049058F57D}" v="9523" dt="2023-05-24T18:05:41.191"/>
    <p1510:client id="{F2F5802D-354D-407D-8D81-A3C636993E9B}" v="2998" dt="2023-05-25T09:32:15.85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689" autoAdjust="0"/>
    <p:restoredTop sz="91242" autoAdjust="0"/>
  </p:normalViewPr>
  <p:slideViewPr>
    <p:cSldViewPr snapToGrid="0">
      <p:cViewPr varScale="1">
        <p:scale>
          <a:sx n="55" d="100"/>
          <a:sy n="55" d="100"/>
        </p:scale>
        <p:origin x="78" y="1086"/>
      </p:cViewPr>
      <p:guideLst>
        <p:guide orient="horz" pos="1992"/>
        <p:guide pos="3840"/>
        <p:guide orient="horz" pos="1416"/>
      </p:guideLst>
    </p:cSldViewPr>
  </p:slideViewPr>
  <p:outlineViewPr>
    <p:cViewPr>
      <p:scale>
        <a:sx n="33" d="100"/>
        <a:sy n="33" d="100"/>
      </p:scale>
      <p:origin x="0" y="-5189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30" d="100"/>
        <a:sy n="130" d="100"/>
      </p:scale>
      <p:origin x="0" y="-8722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presProps" Target="presProps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notesMaster" Target="notesMasters/notesMaster1.xml"/><Relationship Id="rId40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microsoft.com/office/2016/11/relationships/changesInfo" Target="changesInfos/changesInfo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handoutMaster" Target="handoutMasters/handout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wais Ahmed" userId="6abc7d4556b3b071" providerId="LiveId" clId="{F2F5802D-354D-407D-8D81-A3C636993E9B}"/>
    <pc:docChg chg="undo redo custSel addSld modSld">
      <pc:chgData name="Owais Ahmed" userId="6abc7d4556b3b071" providerId="LiveId" clId="{F2F5802D-354D-407D-8D81-A3C636993E9B}" dt="2023-05-25T09:32:15.877" v="3973" actId="27636"/>
      <pc:docMkLst>
        <pc:docMk/>
      </pc:docMkLst>
      <pc:sldChg chg="modSp mod">
        <pc:chgData name="Owais Ahmed" userId="6abc7d4556b3b071" providerId="LiveId" clId="{F2F5802D-354D-407D-8D81-A3C636993E9B}" dt="2023-05-25T07:17:40.690" v="2369" actId="20577"/>
        <pc:sldMkLst>
          <pc:docMk/>
          <pc:sldMk cId="1649098948" sldId="2462"/>
        </pc:sldMkLst>
        <pc:spChg chg="mod">
          <ac:chgData name="Owais Ahmed" userId="6abc7d4556b3b071" providerId="LiveId" clId="{F2F5802D-354D-407D-8D81-A3C636993E9B}" dt="2023-05-25T07:17:40.690" v="2369" actId="20577"/>
          <ac:spMkLst>
            <pc:docMk/>
            <pc:sldMk cId="1649098948" sldId="2462"/>
            <ac:spMk id="6" creationId="{F3C89A40-EEAA-43AB-9A3A-B2CFDE450F1B}"/>
          </ac:spMkLst>
        </pc:spChg>
      </pc:sldChg>
      <pc:sldChg chg="modSp add mod modAnim">
        <pc:chgData name="Owais Ahmed" userId="6abc7d4556b3b071" providerId="LiveId" clId="{F2F5802D-354D-407D-8D81-A3C636993E9B}" dt="2023-05-25T09:32:15.877" v="3973" actId="27636"/>
        <pc:sldMkLst>
          <pc:docMk/>
          <pc:sldMk cId="2508916948" sldId="2508"/>
        </pc:sldMkLst>
        <pc:spChg chg="mod">
          <ac:chgData name="Owais Ahmed" userId="6abc7d4556b3b071" providerId="LiveId" clId="{F2F5802D-354D-407D-8D81-A3C636993E9B}" dt="2023-05-25T09:32:15.877" v="3973" actId="27636"/>
          <ac:spMkLst>
            <pc:docMk/>
            <pc:sldMk cId="2508916948" sldId="2508"/>
            <ac:spMk id="3" creationId="{4A1C0383-58FE-E486-295E-B33B8683B938}"/>
          </ac:spMkLst>
        </pc:spChg>
      </pc:sldChg>
      <pc:sldChg chg="modAnim">
        <pc:chgData name="Owais Ahmed" userId="6abc7d4556b3b071" providerId="LiveId" clId="{F2F5802D-354D-407D-8D81-A3C636993E9B}" dt="2023-05-25T07:08:41.865" v="2174"/>
        <pc:sldMkLst>
          <pc:docMk/>
          <pc:sldMk cId="1296916818" sldId="2519"/>
        </pc:sldMkLst>
      </pc:sldChg>
      <pc:sldChg chg="modAnim">
        <pc:chgData name="Owais Ahmed" userId="6abc7d4556b3b071" providerId="LiveId" clId="{F2F5802D-354D-407D-8D81-A3C636993E9B}" dt="2023-05-25T07:08:50.635" v="2175"/>
        <pc:sldMkLst>
          <pc:docMk/>
          <pc:sldMk cId="1014548738" sldId="2520"/>
        </pc:sldMkLst>
      </pc:sldChg>
      <pc:sldChg chg="modSp modAnim">
        <pc:chgData name="Owais Ahmed" userId="6abc7d4556b3b071" providerId="LiveId" clId="{F2F5802D-354D-407D-8D81-A3C636993E9B}" dt="2023-05-25T07:09:21.099" v="2177"/>
        <pc:sldMkLst>
          <pc:docMk/>
          <pc:sldMk cId="81605483" sldId="2523"/>
        </pc:sldMkLst>
        <pc:spChg chg="mod">
          <ac:chgData name="Owais Ahmed" userId="6abc7d4556b3b071" providerId="LiveId" clId="{F2F5802D-354D-407D-8D81-A3C636993E9B}" dt="2023-05-22T06:14:30.508" v="356" actId="20577"/>
          <ac:spMkLst>
            <pc:docMk/>
            <pc:sldMk cId="81605483" sldId="2523"/>
            <ac:spMk id="3" creationId="{4A1C0383-58FE-E486-295E-B33B8683B938}"/>
          </ac:spMkLst>
        </pc:spChg>
      </pc:sldChg>
      <pc:sldChg chg="addSp modSp add mod modAnim">
        <pc:chgData name="Owais Ahmed" userId="6abc7d4556b3b071" providerId="LiveId" clId="{F2F5802D-354D-407D-8D81-A3C636993E9B}" dt="2023-05-22T06:32:41.632" v="777" actId="20577"/>
        <pc:sldMkLst>
          <pc:docMk/>
          <pc:sldMk cId="601257443" sldId="2524"/>
        </pc:sldMkLst>
        <pc:spChg chg="mod">
          <ac:chgData name="Owais Ahmed" userId="6abc7d4556b3b071" providerId="LiveId" clId="{F2F5802D-354D-407D-8D81-A3C636993E9B}" dt="2023-05-22T06:32:41.632" v="777" actId="20577"/>
          <ac:spMkLst>
            <pc:docMk/>
            <pc:sldMk cId="601257443" sldId="2524"/>
            <ac:spMk id="3" creationId="{4A1C0383-58FE-E486-295E-B33B8683B938}"/>
          </ac:spMkLst>
        </pc:spChg>
        <pc:spChg chg="add mod">
          <ac:chgData name="Owais Ahmed" userId="6abc7d4556b3b071" providerId="LiveId" clId="{F2F5802D-354D-407D-8D81-A3C636993E9B}" dt="2023-05-22T06:29:29.990" v="569" actId="21"/>
          <ac:spMkLst>
            <pc:docMk/>
            <pc:sldMk cId="601257443" sldId="2524"/>
            <ac:spMk id="5" creationId="{9FA844E9-FC49-56DE-9B36-E953401DB884}"/>
          </ac:spMkLst>
        </pc:spChg>
      </pc:sldChg>
      <pc:sldChg chg="modSp modAnim">
        <pc:chgData name="Owais Ahmed" userId="6abc7d4556b3b071" providerId="LiveId" clId="{F2F5802D-354D-407D-8D81-A3C636993E9B}" dt="2023-05-25T08:37:45.733" v="3059"/>
        <pc:sldMkLst>
          <pc:docMk/>
          <pc:sldMk cId="875869451" sldId="2526"/>
        </pc:sldMkLst>
        <pc:spChg chg="mod">
          <ac:chgData name="Owais Ahmed" userId="6abc7d4556b3b071" providerId="LiveId" clId="{F2F5802D-354D-407D-8D81-A3C636993E9B}" dt="2023-05-25T08:37:45.733" v="3059"/>
          <ac:spMkLst>
            <pc:docMk/>
            <pc:sldMk cId="875869451" sldId="2526"/>
            <ac:spMk id="3" creationId="{4A1C0383-58FE-E486-295E-B33B8683B938}"/>
          </ac:spMkLst>
        </pc:spChg>
      </pc:sldChg>
      <pc:sldChg chg="modAnim">
        <pc:chgData name="Owais Ahmed" userId="6abc7d4556b3b071" providerId="LiveId" clId="{F2F5802D-354D-407D-8D81-A3C636993E9B}" dt="2023-05-25T07:09:30.657" v="2178"/>
        <pc:sldMkLst>
          <pc:docMk/>
          <pc:sldMk cId="4066448691" sldId="2527"/>
        </pc:sldMkLst>
      </pc:sldChg>
      <pc:sldChg chg="modSp mod modAnim">
        <pc:chgData name="Owais Ahmed" userId="6abc7d4556b3b071" providerId="LiveId" clId="{F2F5802D-354D-407D-8D81-A3C636993E9B}" dt="2023-05-25T08:37:38.200" v="3058" actId="27636"/>
        <pc:sldMkLst>
          <pc:docMk/>
          <pc:sldMk cId="2793464527" sldId="2528"/>
        </pc:sldMkLst>
        <pc:spChg chg="mod">
          <ac:chgData name="Owais Ahmed" userId="6abc7d4556b3b071" providerId="LiveId" clId="{F2F5802D-354D-407D-8D81-A3C636993E9B}" dt="2023-05-25T08:37:38.200" v="3058" actId="27636"/>
          <ac:spMkLst>
            <pc:docMk/>
            <pc:sldMk cId="2793464527" sldId="2528"/>
            <ac:spMk id="3" creationId="{4A1C0383-58FE-E486-295E-B33B8683B938}"/>
          </ac:spMkLst>
        </pc:spChg>
      </pc:sldChg>
      <pc:sldChg chg="modAnim">
        <pc:chgData name="Owais Ahmed" userId="6abc7d4556b3b071" providerId="LiveId" clId="{F2F5802D-354D-407D-8D81-A3C636993E9B}" dt="2023-05-25T07:09:37.119" v="2179"/>
        <pc:sldMkLst>
          <pc:docMk/>
          <pc:sldMk cId="1629157134" sldId="2529"/>
        </pc:sldMkLst>
      </pc:sldChg>
      <pc:sldChg chg="modAnim">
        <pc:chgData name="Owais Ahmed" userId="6abc7d4556b3b071" providerId="LiveId" clId="{F2F5802D-354D-407D-8D81-A3C636993E9B}" dt="2023-05-25T07:09:39.447" v="2180"/>
        <pc:sldMkLst>
          <pc:docMk/>
          <pc:sldMk cId="3744298312" sldId="2530"/>
        </pc:sldMkLst>
      </pc:sldChg>
      <pc:sldChg chg="modAnim">
        <pc:chgData name="Owais Ahmed" userId="6abc7d4556b3b071" providerId="LiveId" clId="{F2F5802D-354D-407D-8D81-A3C636993E9B}" dt="2023-05-25T07:09:42.805" v="2181"/>
        <pc:sldMkLst>
          <pc:docMk/>
          <pc:sldMk cId="1019156805" sldId="2531"/>
        </pc:sldMkLst>
      </pc:sldChg>
      <pc:sldChg chg="modAnim">
        <pc:chgData name="Owais Ahmed" userId="6abc7d4556b3b071" providerId="LiveId" clId="{F2F5802D-354D-407D-8D81-A3C636993E9B}" dt="2023-05-25T07:09:47.159" v="2182"/>
        <pc:sldMkLst>
          <pc:docMk/>
          <pc:sldMk cId="1746260340" sldId="2532"/>
        </pc:sldMkLst>
      </pc:sldChg>
      <pc:sldChg chg="modSp mod modAnim">
        <pc:chgData name="Owais Ahmed" userId="6abc7d4556b3b071" providerId="LiveId" clId="{F2F5802D-354D-407D-8D81-A3C636993E9B}" dt="2023-05-25T09:09:16.597" v="3474" actId="20577"/>
        <pc:sldMkLst>
          <pc:docMk/>
          <pc:sldMk cId="1841206640" sldId="2534"/>
        </pc:sldMkLst>
        <pc:spChg chg="mod">
          <ac:chgData name="Owais Ahmed" userId="6abc7d4556b3b071" providerId="LiveId" clId="{F2F5802D-354D-407D-8D81-A3C636993E9B}" dt="2023-05-25T09:09:16.597" v="3474" actId="20577"/>
          <ac:spMkLst>
            <pc:docMk/>
            <pc:sldMk cId="1841206640" sldId="2534"/>
            <ac:spMk id="3" creationId="{4A1C0383-58FE-E486-295E-B33B8683B938}"/>
          </ac:spMkLst>
        </pc:spChg>
      </pc:sldChg>
      <pc:sldChg chg="modSp">
        <pc:chgData name="Owais Ahmed" userId="6abc7d4556b3b071" providerId="LiveId" clId="{F2F5802D-354D-407D-8D81-A3C636993E9B}" dt="2023-05-25T09:06:40.678" v="3089" actId="20577"/>
        <pc:sldMkLst>
          <pc:docMk/>
          <pc:sldMk cId="3044777693" sldId="2536"/>
        </pc:sldMkLst>
        <pc:spChg chg="mod">
          <ac:chgData name="Owais Ahmed" userId="6abc7d4556b3b071" providerId="LiveId" clId="{F2F5802D-354D-407D-8D81-A3C636993E9B}" dt="2023-05-25T09:06:40.678" v="3089" actId="20577"/>
          <ac:spMkLst>
            <pc:docMk/>
            <pc:sldMk cId="3044777693" sldId="2536"/>
            <ac:spMk id="3" creationId="{4A1C0383-58FE-E486-295E-B33B8683B938}"/>
          </ac:spMkLst>
        </pc:spChg>
      </pc:sldChg>
      <pc:sldChg chg="modSp mod modAnim">
        <pc:chgData name="Owais Ahmed" userId="6abc7d4556b3b071" providerId="LiveId" clId="{F2F5802D-354D-407D-8D81-A3C636993E9B}" dt="2023-05-25T06:32:28.055" v="1398" actId="20577"/>
        <pc:sldMkLst>
          <pc:docMk/>
          <pc:sldMk cId="962106567" sldId="2537"/>
        </pc:sldMkLst>
        <pc:spChg chg="mod">
          <ac:chgData name="Owais Ahmed" userId="6abc7d4556b3b071" providerId="LiveId" clId="{F2F5802D-354D-407D-8D81-A3C636993E9B}" dt="2023-05-25T06:32:28.055" v="1398" actId="20577"/>
          <ac:spMkLst>
            <pc:docMk/>
            <pc:sldMk cId="962106567" sldId="2537"/>
            <ac:spMk id="3" creationId="{4A1C0383-58FE-E486-295E-B33B8683B938}"/>
          </ac:spMkLst>
        </pc:spChg>
      </pc:sldChg>
      <pc:sldChg chg="addSp modSp add mod modAnim">
        <pc:chgData name="Owais Ahmed" userId="6abc7d4556b3b071" providerId="LiveId" clId="{F2F5802D-354D-407D-8D81-A3C636993E9B}" dt="2023-05-25T07:12:56.270" v="2351"/>
        <pc:sldMkLst>
          <pc:docMk/>
          <pc:sldMk cId="818698008" sldId="2538"/>
        </pc:sldMkLst>
        <pc:spChg chg="mod">
          <ac:chgData name="Owais Ahmed" userId="6abc7d4556b3b071" providerId="LiveId" clId="{F2F5802D-354D-407D-8D81-A3C636993E9B}" dt="2023-05-25T07:12:51.649" v="2350" actId="27636"/>
          <ac:spMkLst>
            <pc:docMk/>
            <pc:sldMk cId="818698008" sldId="2538"/>
            <ac:spMk id="3" creationId="{4A1C0383-58FE-E486-295E-B33B8683B938}"/>
          </ac:spMkLst>
        </pc:spChg>
        <pc:spChg chg="add mod">
          <ac:chgData name="Owais Ahmed" userId="6abc7d4556b3b071" providerId="LiveId" clId="{F2F5802D-354D-407D-8D81-A3C636993E9B}" dt="2023-05-25T07:12:48.308" v="2348" actId="1076"/>
          <ac:spMkLst>
            <pc:docMk/>
            <pc:sldMk cId="818698008" sldId="2538"/>
            <ac:spMk id="5" creationId="{AF0E53FD-D06B-900F-EE80-3951D3129C9F}"/>
          </ac:spMkLst>
        </pc:spChg>
        <pc:spChg chg="mod">
          <ac:chgData name="Owais Ahmed" userId="6abc7d4556b3b071" providerId="LiveId" clId="{F2F5802D-354D-407D-8D81-A3C636993E9B}" dt="2023-05-25T06:32:43.772" v="1419" actId="20577"/>
          <ac:spMkLst>
            <pc:docMk/>
            <pc:sldMk cId="818698008" sldId="2538"/>
            <ac:spMk id="215" creationId="{00000000-0000-0000-0000-000000000000}"/>
          </ac:spMkLst>
        </pc:spChg>
      </pc:sldChg>
      <pc:sldChg chg="modSp add mod modAnim">
        <pc:chgData name="Owais Ahmed" userId="6abc7d4556b3b071" providerId="LiveId" clId="{F2F5802D-354D-407D-8D81-A3C636993E9B}" dt="2023-05-25T09:05:41.537" v="3084" actId="113"/>
        <pc:sldMkLst>
          <pc:docMk/>
          <pc:sldMk cId="2712496299" sldId="2539"/>
        </pc:sldMkLst>
        <pc:spChg chg="mod">
          <ac:chgData name="Owais Ahmed" userId="6abc7d4556b3b071" providerId="LiveId" clId="{F2F5802D-354D-407D-8D81-A3C636993E9B}" dt="2023-05-25T09:05:41.537" v="3084" actId="113"/>
          <ac:spMkLst>
            <pc:docMk/>
            <pc:sldMk cId="2712496299" sldId="2539"/>
            <ac:spMk id="3" creationId="{4A1C0383-58FE-E486-295E-B33B8683B938}"/>
          </ac:spMkLst>
        </pc:spChg>
        <pc:spChg chg="mod">
          <ac:chgData name="Owais Ahmed" userId="6abc7d4556b3b071" providerId="LiveId" clId="{F2F5802D-354D-407D-8D81-A3C636993E9B}" dt="2023-05-25T07:21:28.892" v="2728" actId="20577"/>
          <ac:spMkLst>
            <pc:docMk/>
            <pc:sldMk cId="2712496299" sldId="2539"/>
            <ac:spMk id="215" creationId="{00000000-0000-0000-0000-000000000000}"/>
          </ac:spMkLst>
        </pc:spChg>
      </pc:sldChg>
      <pc:sldChg chg="addSp delSp modSp add mod modAnim">
        <pc:chgData name="Owais Ahmed" userId="6abc7d4556b3b071" providerId="LiveId" clId="{F2F5802D-354D-407D-8D81-A3C636993E9B}" dt="2023-05-25T07:26:20.508" v="2786" actId="20577"/>
        <pc:sldMkLst>
          <pc:docMk/>
          <pc:sldMk cId="1660717226" sldId="2540"/>
        </pc:sldMkLst>
        <pc:spChg chg="mod">
          <ac:chgData name="Owais Ahmed" userId="6abc7d4556b3b071" providerId="LiveId" clId="{F2F5802D-354D-407D-8D81-A3C636993E9B}" dt="2023-05-25T07:20:04.909" v="2687" actId="20577"/>
          <ac:spMkLst>
            <pc:docMk/>
            <pc:sldMk cId="1660717226" sldId="2540"/>
            <ac:spMk id="3" creationId="{4A1C0383-58FE-E486-295E-B33B8683B938}"/>
          </ac:spMkLst>
        </pc:spChg>
        <pc:spChg chg="mod">
          <ac:chgData name="Owais Ahmed" userId="6abc7d4556b3b071" providerId="LiveId" clId="{F2F5802D-354D-407D-8D81-A3C636993E9B}" dt="2023-05-25T07:20:59.707" v="2711"/>
          <ac:spMkLst>
            <pc:docMk/>
            <pc:sldMk cId="1660717226" sldId="2540"/>
            <ac:spMk id="5" creationId="{AF0E53FD-D06B-900F-EE80-3951D3129C9F}"/>
          </ac:spMkLst>
        </pc:spChg>
        <pc:spChg chg="add del mod">
          <ac:chgData name="Owais Ahmed" userId="6abc7d4556b3b071" providerId="LiveId" clId="{F2F5802D-354D-407D-8D81-A3C636993E9B}" dt="2023-05-25T07:18:45.571" v="2502" actId="478"/>
          <ac:spMkLst>
            <pc:docMk/>
            <pc:sldMk cId="1660717226" sldId="2540"/>
            <ac:spMk id="6" creationId="{A12BB30C-02CA-79C4-86ED-EB93F07CBC59}"/>
          </ac:spMkLst>
        </pc:spChg>
        <pc:spChg chg="add del">
          <ac:chgData name="Owais Ahmed" userId="6abc7d4556b3b071" providerId="LiveId" clId="{F2F5802D-354D-407D-8D81-A3C636993E9B}" dt="2023-05-25T07:21:00.881" v="2712" actId="22"/>
          <ac:spMkLst>
            <pc:docMk/>
            <pc:sldMk cId="1660717226" sldId="2540"/>
            <ac:spMk id="8" creationId="{010214A6-6E21-2474-5131-630026FD85C3}"/>
          </ac:spMkLst>
        </pc:spChg>
        <pc:spChg chg="mod">
          <ac:chgData name="Owais Ahmed" userId="6abc7d4556b3b071" providerId="LiveId" clId="{F2F5802D-354D-407D-8D81-A3C636993E9B}" dt="2023-05-25T07:26:20.508" v="2786" actId="20577"/>
          <ac:spMkLst>
            <pc:docMk/>
            <pc:sldMk cId="1660717226" sldId="2540"/>
            <ac:spMk id="215" creationId="{00000000-0000-0000-0000-000000000000}"/>
          </ac:spMkLst>
        </pc:spChg>
      </pc:sldChg>
      <pc:sldChg chg="add">
        <pc:chgData name="Owais Ahmed" userId="6abc7d4556b3b071" providerId="LiveId" clId="{F2F5802D-354D-407D-8D81-A3C636993E9B}" dt="2023-05-25T07:20:11.163" v="2688" actId="2890"/>
        <pc:sldMkLst>
          <pc:docMk/>
          <pc:sldMk cId="747134569" sldId="2541"/>
        </pc:sldMkLst>
      </pc:sldChg>
      <pc:sldChg chg="addSp delSp modSp add mod modAnim">
        <pc:chgData name="Owais Ahmed" userId="6abc7d4556b3b071" providerId="LiveId" clId="{F2F5802D-354D-407D-8D81-A3C636993E9B}" dt="2023-05-25T07:27:54.469" v="3053" actId="20577"/>
        <pc:sldMkLst>
          <pc:docMk/>
          <pc:sldMk cId="2657552081" sldId="2542"/>
        </pc:sldMkLst>
        <pc:spChg chg="mod">
          <ac:chgData name="Owais Ahmed" userId="6abc7d4556b3b071" providerId="LiveId" clId="{F2F5802D-354D-407D-8D81-A3C636993E9B}" dt="2023-05-25T07:27:54.469" v="3053" actId="20577"/>
          <ac:spMkLst>
            <pc:docMk/>
            <pc:sldMk cId="2657552081" sldId="2542"/>
            <ac:spMk id="3" creationId="{4A1C0383-58FE-E486-295E-B33B8683B938}"/>
          </ac:spMkLst>
        </pc:spChg>
        <pc:spChg chg="mod">
          <ac:chgData name="Owais Ahmed" userId="6abc7d4556b3b071" providerId="LiveId" clId="{F2F5802D-354D-407D-8D81-A3C636993E9B}" dt="2023-05-25T07:27:20.529" v="2910" actId="1076"/>
          <ac:spMkLst>
            <pc:docMk/>
            <pc:sldMk cId="2657552081" sldId="2542"/>
            <ac:spMk id="5" creationId="{AF0E53FD-D06B-900F-EE80-3951D3129C9F}"/>
          </ac:spMkLst>
        </pc:spChg>
        <pc:spChg chg="add del mod">
          <ac:chgData name="Owais Ahmed" userId="6abc7d4556b3b071" providerId="LiveId" clId="{F2F5802D-354D-407D-8D81-A3C636993E9B}" dt="2023-05-25T07:27:16.354" v="2909" actId="478"/>
          <ac:spMkLst>
            <pc:docMk/>
            <pc:sldMk cId="2657552081" sldId="2542"/>
            <ac:spMk id="6" creationId="{C093E565-106C-7086-3378-A1BC4772F49A}"/>
          </ac:spMkLst>
        </pc:spChg>
        <pc:spChg chg="mod">
          <ac:chgData name="Owais Ahmed" userId="6abc7d4556b3b071" providerId="LiveId" clId="{F2F5802D-354D-407D-8D81-A3C636993E9B}" dt="2023-05-25T07:26:28.245" v="2802" actId="20577"/>
          <ac:spMkLst>
            <pc:docMk/>
            <pc:sldMk cId="2657552081" sldId="2542"/>
            <ac:spMk id="215" creationId="{00000000-0000-0000-0000-000000000000}"/>
          </ac:spMkLst>
        </pc:spChg>
      </pc:sldChg>
      <pc:sldChg chg="delSp modSp add mod delAnim modAnim">
        <pc:chgData name="Owais Ahmed" userId="6abc7d4556b3b071" providerId="LiveId" clId="{F2F5802D-354D-407D-8D81-A3C636993E9B}" dt="2023-05-25T09:14:12.838" v="3808" actId="20577"/>
        <pc:sldMkLst>
          <pc:docMk/>
          <pc:sldMk cId="864876933" sldId="2543"/>
        </pc:sldMkLst>
        <pc:spChg chg="mod">
          <ac:chgData name="Owais Ahmed" userId="6abc7d4556b3b071" providerId="LiveId" clId="{F2F5802D-354D-407D-8D81-A3C636993E9B}" dt="2023-05-25T09:14:12.838" v="3808" actId="20577"/>
          <ac:spMkLst>
            <pc:docMk/>
            <pc:sldMk cId="864876933" sldId="2543"/>
            <ac:spMk id="3" creationId="{4A1C0383-58FE-E486-295E-B33B8683B938}"/>
          </ac:spMkLst>
        </pc:spChg>
        <pc:spChg chg="del">
          <ac:chgData name="Owais Ahmed" userId="6abc7d4556b3b071" providerId="LiveId" clId="{F2F5802D-354D-407D-8D81-A3C636993E9B}" dt="2023-05-25T09:10:00.716" v="3478" actId="478"/>
          <ac:spMkLst>
            <pc:docMk/>
            <pc:sldMk cId="864876933" sldId="2543"/>
            <ac:spMk id="5" creationId="{AF0E53FD-D06B-900F-EE80-3951D3129C9F}"/>
          </ac:spMkLst>
        </pc:spChg>
      </pc:sldChg>
    </pc:docChg>
  </pc:docChgLst>
  <pc:docChgLst>
    <pc:chgData name="Owais Ahmed" userId="6abc7d4556b3b071" providerId="LiveId" clId="{DC2C46C7-22A2-4A3D-883F-7F049058F57D}"/>
    <pc:docChg chg="undo redo custSel addSld delSld modSld sldOrd">
      <pc:chgData name="Owais Ahmed" userId="6abc7d4556b3b071" providerId="LiveId" clId="{DC2C46C7-22A2-4A3D-883F-7F049058F57D}" dt="2023-05-25T16:46:17.745" v="11075"/>
      <pc:docMkLst>
        <pc:docMk/>
      </pc:docMkLst>
      <pc:sldChg chg="modSp mod">
        <pc:chgData name="Owais Ahmed" userId="6abc7d4556b3b071" providerId="LiveId" clId="{DC2C46C7-22A2-4A3D-883F-7F049058F57D}" dt="2023-05-24T17:08:26.839" v="9219" actId="20577"/>
        <pc:sldMkLst>
          <pc:docMk/>
          <pc:sldMk cId="1649098948" sldId="2462"/>
        </pc:sldMkLst>
        <pc:spChg chg="mod">
          <ac:chgData name="Owais Ahmed" userId="6abc7d4556b3b071" providerId="LiveId" clId="{DC2C46C7-22A2-4A3D-883F-7F049058F57D}" dt="2023-05-24T17:08:26.839" v="9219" actId="20577"/>
          <ac:spMkLst>
            <pc:docMk/>
            <pc:sldMk cId="1649098948" sldId="2462"/>
            <ac:spMk id="6" creationId="{F3C89A40-EEAA-43AB-9A3A-B2CFDE450F1B}"/>
          </ac:spMkLst>
        </pc:spChg>
      </pc:sldChg>
      <pc:sldChg chg="modSp mod modAnim">
        <pc:chgData name="Owais Ahmed" userId="6abc7d4556b3b071" providerId="LiveId" clId="{DC2C46C7-22A2-4A3D-883F-7F049058F57D}" dt="2023-05-20T19:10:39.335" v="1249" actId="20577"/>
        <pc:sldMkLst>
          <pc:docMk/>
          <pc:sldMk cId="4001030377" sldId="2515"/>
        </pc:sldMkLst>
        <pc:spChg chg="mod">
          <ac:chgData name="Owais Ahmed" userId="6abc7d4556b3b071" providerId="LiveId" clId="{DC2C46C7-22A2-4A3D-883F-7F049058F57D}" dt="2023-05-20T19:10:39.335" v="1249" actId="20577"/>
          <ac:spMkLst>
            <pc:docMk/>
            <pc:sldMk cId="4001030377" sldId="2515"/>
            <ac:spMk id="3" creationId="{4A1C0383-58FE-E486-295E-B33B8683B938}"/>
          </ac:spMkLst>
        </pc:spChg>
        <pc:spChg chg="mod">
          <ac:chgData name="Owais Ahmed" userId="6abc7d4556b3b071" providerId="LiveId" clId="{DC2C46C7-22A2-4A3D-883F-7F049058F57D}" dt="2023-05-20T19:03:04.761" v="122" actId="20577"/>
          <ac:spMkLst>
            <pc:docMk/>
            <pc:sldMk cId="4001030377" sldId="2515"/>
            <ac:spMk id="215" creationId="{00000000-0000-0000-0000-000000000000}"/>
          </ac:spMkLst>
        </pc:spChg>
      </pc:sldChg>
      <pc:sldChg chg="modSp add mod modAnim">
        <pc:chgData name="Owais Ahmed" userId="6abc7d4556b3b071" providerId="LiveId" clId="{DC2C46C7-22A2-4A3D-883F-7F049058F57D}" dt="2023-05-20T19:10:23.998" v="1239" actId="20577"/>
        <pc:sldMkLst>
          <pc:docMk/>
          <pc:sldMk cId="1506516009" sldId="2516"/>
        </pc:sldMkLst>
        <pc:spChg chg="mod">
          <ac:chgData name="Owais Ahmed" userId="6abc7d4556b3b071" providerId="LiveId" clId="{DC2C46C7-22A2-4A3D-883F-7F049058F57D}" dt="2023-05-20T19:10:23.998" v="1239" actId="20577"/>
          <ac:spMkLst>
            <pc:docMk/>
            <pc:sldMk cId="1506516009" sldId="2516"/>
            <ac:spMk id="3" creationId="{4A1C0383-58FE-E486-295E-B33B8683B938}"/>
          </ac:spMkLst>
        </pc:spChg>
        <pc:spChg chg="mod">
          <ac:chgData name="Owais Ahmed" userId="6abc7d4556b3b071" providerId="LiveId" clId="{DC2C46C7-22A2-4A3D-883F-7F049058F57D}" dt="2023-05-20T19:06:53.558" v="780" actId="20577"/>
          <ac:spMkLst>
            <pc:docMk/>
            <pc:sldMk cId="1506516009" sldId="2516"/>
            <ac:spMk id="215" creationId="{00000000-0000-0000-0000-000000000000}"/>
          </ac:spMkLst>
        </pc:spChg>
      </pc:sldChg>
      <pc:sldChg chg="modSp add mod modAnim">
        <pc:chgData name="Owais Ahmed" userId="6abc7d4556b3b071" providerId="LiveId" clId="{DC2C46C7-22A2-4A3D-883F-7F049058F57D}" dt="2023-05-20T19:38:07.749" v="4010" actId="20577"/>
        <pc:sldMkLst>
          <pc:docMk/>
          <pc:sldMk cId="3601543426" sldId="2517"/>
        </pc:sldMkLst>
        <pc:spChg chg="mod">
          <ac:chgData name="Owais Ahmed" userId="6abc7d4556b3b071" providerId="LiveId" clId="{DC2C46C7-22A2-4A3D-883F-7F049058F57D}" dt="2023-05-20T19:38:07.749" v="4010" actId="20577"/>
          <ac:spMkLst>
            <pc:docMk/>
            <pc:sldMk cId="3601543426" sldId="2517"/>
            <ac:spMk id="3" creationId="{4A1C0383-58FE-E486-295E-B33B8683B938}"/>
          </ac:spMkLst>
        </pc:spChg>
        <pc:spChg chg="mod">
          <ac:chgData name="Owais Ahmed" userId="6abc7d4556b3b071" providerId="LiveId" clId="{DC2C46C7-22A2-4A3D-883F-7F049058F57D}" dt="2023-05-20T19:27:36.346" v="3149" actId="6549"/>
          <ac:spMkLst>
            <pc:docMk/>
            <pc:sldMk cId="3601543426" sldId="2517"/>
            <ac:spMk id="215" creationId="{00000000-0000-0000-0000-000000000000}"/>
          </ac:spMkLst>
        </pc:spChg>
      </pc:sldChg>
      <pc:sldChg chg="modSp add mod modAnim">
        <pc:chgData name="Owais Ahmed" userId="6abc7d4556b3b071" providerId="LiveId" clId="{DC2C46C7-22A2-4A3D-883F-7F049058F57D}" dt="2023-05-20T19:38:26.935" v="4012" actId="20577"/>
        <pc:sldMkLst>
          <pc:docMk/>
          <pc:sldMk cId="2871443556" sldId="2518"/>
        </pc:sldMkLst>
        <pc:spChg chg="mod">
          <ac:chgData name="Owais Ahmed" userId="6abc7d4556b3b071" providerId="LiveId" clId="{DC2C46C7-22A2-4A3D-883F-7F049058F57D}" dt="2023-05-20T19:38:26.935" v="4012" actId="20577"/>
          <ac:spMkLst>
            <pc:docMk/>
            <pc:sldMk cId="2871443556" sldId="2518"/>
            <ac:spMk id="3" creationId="{4A1C0383-58FE-E486-295E-B33B8683B938}"/>
          </ac:spMkLst>
        </pc:spChg>
        <pc:spChg chg="mod">
          <ac:chgData name="Owais Ahmed" userId="6abc7d4556b3b071" providerId="LiveId" clId="{DC2C46C7-22A2-4A3D-883F-7F049058F57D}" dt="2023-05-20T19:30:29.044" v="3479" actId="20577"/>
          <ac:spMkLst>
            <pc:docMk/>
            <pc:sldMk cId="2871443556" sldId="2518"/>
            <ac:spMk id="215" creationId="{00000000-0000-0000-0000-000000000000}"/>
          </ac:spMkLst>
        </pc:spChg>
      </pc:sldChg>
      <pc:sldChg chg="modSp add mod modAnim">
        <pc:chgData name="Owais Ahmed" userId="6abc7d4556b3b071" providerId="LiveId" clId="{DC2C46C7-22A2-4A3D-883F-7F049058F57D}" dt="2023-05-20T19:42:41.448" v="4448" actId="20577"/>
        <pc:sldMkLst>
          <pc:docMk/>
          <pc:sldMk cId="1296916818" sldId="2519"/>
        </pc:sldMkLst>
        <pc:spChg chg="mod">
          <ac:chgData name="Owais Ahmed" userId="6abc7d4556b3b071" providerId="LiveId" clId="{DC2C46C7-22A2-4A3D-883F-7F049058F57D}" dt="2023-05-20T19:42:41.448" v="4448" actId="20577"/>
          <ac:spMkLst>
            <pc:docMk/>
            <pc:sldMk cId="1296916818" sldId="2519"/>
            <ac:spMk id="3" creationId="{4A1C0383-58FE-E486-295E-B33B8683B938}"/>
          </ac:spMkLst>
        </pc:spChg>
      </pc:sldChg>
      <pc:sldChg chg="modSp add mod modAnim">
        <pc:chgData name="Owais Ahmed" userId="6abc7d4556b3b071" providerId="LiveId" clId="{DC2C46C7-22A2-4A3D-883F-7F049058F57D}" dt="2023-05-20T20:13:48.997" v="5782" actId="33524"/>
        <pc:sldMkLst>
          <pc:docMk/>
          <pc:sldMk cId="1014548738" sldId="2520"/>
        </pc:sldMkLst>
        <pc:spChg chg="mod">
          <ac:chgData name="Owais Ahmed" userId="6abc7d4556b3b071" providerId="LiveId" clId="{DC2C46C7-22A2-4A3D-883F-7F049058F57D}" dt="2023-05-20T20:13:48.997" v="5782" actId="33524"/>
          <ac:spMkLst>
            <pc:docMk/>
            <pc:sldMk cId="1014548738" sldId="2520"/>
            <ac:spMk id="3" creationId="{4A1C0383-58FE-E486-295E-B33B8683B938}"/>
          </ac:spMkLst>
        </pc:spChg>
        <pc:spChg chg="mod">
          <ac:chgData name="Owais Ahmed" userId="6abc7d4556b3b071" providerId="LiveId" clId="{DC2C46C7-22A2-4A3D-883F-7F049058F57D}" dt="2023-05-20T19:53:01.605" v="5101"/>
          <ac:spMkLst>
            <pc:docMk/>
            <pc:sldMk cId="1014548738" sldId="2520"/>
            <ac:spMk id="215" creationId="{00000000-0000-0000-0000-000000000000}"/>
          </ac:spMkLst>
        </pc:spChg>
      </pc:sldChg>
      <pc:sldChg chg="addSp delSp modSp add mod delAnim modAnim">
        <pc:chgData name="Owais Ahmed" userId="6abc7d4556b3b071" providerId="LiveId" clId="{DC2C46C7-22A2-4A3D-883F-7F049058F57D}" dt="2023-05-20T20:19:04.569" v="5937" actId="1076"/>
        <pc:sldMkLst>
          <pc:docMk/>
          <pc:sldMk cId="2203886764" sldId="2521"/>
        </pc:sldMkLst>
        <pc:spChg chg="del mod">
          <ac:chgData name="Owais Ahmed" userId="6abc7d4556b3b071" providerId="LiveId" clId="{DC2C46C7-22A2-4A3D-883F-7F049058F57D}" dt="2023-05-20T20:15:13.842" v="5786" actId="478"/>
          <ac:spMkLst>
            <pc:docMk/>
            <pc:sldMk cId="2203886764" sldId="2521"/>
            <ac:spMk id="3" creationId="{4A1C0383-58FE-E486-295E-B33B8683B938}"/>
          </ac:spMkLst>
        </pc:spChg>
        <pc:spChg chg="mod">
          <ac:chgData name="Owais Ahmed" userId="6abc7d4556b3b071" providerId="LiveId" clId="{DC2C46C7-22A2-4A3D-883F-7F049058F57D}" dt="2023-05-20T19:57:48.465" v="5556" actId="20577"/>
          <ac:spMkLst>
            <pc:docMk/>
            <pc:sldMk cId="2203886764" sldId="2521"/>
            <ac:spMk id="215" creationId="{00000000-0000-0000-0000-000000000000}"/>
          </ac:spMkLst>
        </pc:spChg>
        <pc:graphicFrameChg chg="add del mod modGraphic">
          <ac:chgData name="Owais Ahmed" userId="6abc7d4556b3b071" providerId="LiveId" clId="{DC2C46C7-22A2-4A3D-883F-7F049058F57D}" dt="2023-05-20T20:14:00.592" v="5783" actId="478"/>
          <ac:graphicFrameMkLst>
            <pc:docMk/>
            <pc:sldMk cId="2203886764" sldId="2521"/>
            <ac:graphicFrameMk id="4" creationId="{212CDD64-700A-8493-850D-74C4ECB1D9A5}"/>
          </ac:graphicFrameMkLst>
        </pc:graphicFrameChg>
        <pc:graphicFrameChg chg="add mod ord modGraphic">
          <ac:chgData name="Owais Ahmed" userId="6abc7d4556b3b071" providerId="LiveId" clId="{DC2C46C7-22A2-4A3D-883F-7F049058F57D}" dt="2023-05-20T20:19:04.569" v="5937" actId="1076"/>
          <ac:graphicFrameMkLst>
            <pc:docMk/>
            <pc:sldMk cId="2203886764" sldId="2521"/>
            <ac:graphicFrameMk id="5" creationId="{10D08672-FFE7-A6C7-D504-A88D452BD615}"/>
          </ac:graphicFrameMkLst>
        </pc:graphicFrameChg>
      </pc:sldChg>
      <pc:sldChg chg="modSp add mod ord modAnim">
        <pc:chgData name="Owais Ahmed" userId="6abc7d4556b3b071" providerId="LiveId" clId="{DC2C46C7-22A2-4A3D-883F-7F049058F57D}" dt="2023-05-20T21:00:56.584" v="6192" actId="20577"/>
        <pc:sldMkLst>
          <pc:docMk/>
          <pc:sldMk cId="2803296191" sldId="2522"/>
        </pc:sldMkLst>
        <pc:spChg chg="mod">
          <ac:chgData name="Owais Ahmed" userId="6abc7d4556b3b071" providerId="LiveId" clId="{DC2C46C7-22A2-4A3D-883F-7F049058F57D}" dt="2023-05-20T21:00:56.584" v="6192" actId="20577"/>
          <ac:spMkLst>
            <pc:docMk/>
            <pc:sldMk cId="2803296191" sldId="2522"/>
            <ac:spMk id="3" creationId="{4A1C0383-58FE-E486-295E-B33B8683B938}"/>
          </ac:spMkLst>
        </pc:spChg>
      </pc:sldChg>
      <pc:sldChg chg="modSp add mod ord modAnim">
        <pc:chgData name="Owais Ahmed" userId="6abc7d4556b3b071" providerId="LiveId" clId="{DC2C46C7-22A2-4A3D-883F-7F049058F57D}" dt="2023-05-25T16:46:17.745" v="11075"/>
        <pc:sldMkLst>
          <pc:docMk/>
          <pc:sldMk cId="81605483" sldId="2523"/>
        </pc:sldMkLst>
        <pc:spChg chg="mod">
          <ac:chgData name="Owais Ahmed" userId="6abc7d4556b3b071" providerId="LiveId" clId="{DC2C46C7-22A2-4A3D-883F-7F049058F57D}" dt="2023-05-21T07:23:17.275" v="6197" actId="20577"/>
          <ac:spMkLst>
            <pc:docMk/>
            <pc:sldMk cId="81605483" sldId="2523"/>
            <ac:spMk id="3" creationId="{4A1C0383-58FE-E486-295E-B33B8683B938}"/>
          </ac:spMkLst>
        </pc:spChg>
        <pc:spChg chg="mod">
          <ac:chgData name="Owais Ahmed" userId="6abc7d4556b3b071" providerId="LiveId" clId="{DC2C46C7-22A2-4A3D-883F-7F049058F57D}" dt="2023-05-21T07:23:13.383" v="6194"/>
          <ac:spMkLst>
            <pc:docMk/>
            <pc:sldMk cId="81605483" sldId="2523"/>
            <ac:spMk id="215" creationId="{00000000-0000-0000-0000-000000000000}"/>
          </ac:spMkLst>
        </pc:spChg>
      </pc:sldChg>
      <pc:sldChg chg="addSp delSp modSp mod modAnim modNotesTx">
        <pc:chgData name="Owais Ahmed" userId="6abc7d4556b3b071" providerId="LiveId" clId="{DC2C46C7-22A2-4A3D-883F-7F049058F57D}" dt="2023-05-24T16:36:30.133" v="7039" actId="20577"/>
        <pc:sldMkLst>
          <pc:docMk/>
          <pc:sldMk cId="601257443" sldId="2524"/>
        </pc:sldMkLst>
        <pc:spChg chg="mod">
          <ac:chgData name="Owais Ahmed" userId="6abc7d4556b3b071" providerId="LiveId" clId="{DC2C46C7-22A2-4A3D-883F-7F049058F57D}" dt="2023-05-24T16:29:32.390" v="6407" actId="20577"/>
          <ac:spMkLst>
            <pc:docMk/>
            <pc:sldMk cId="601257443" sldId="2524"/>
            <ac:spMk id="3" creationId="{4A1C0383-58FE-E486-295E-B33B8683B938}"/>
          </ac:spMkLst>
        </pc:spChg>
        <pc:spChg chg="del mod">
          <ac:chgData name="Owais Ahmed" userId="6abc7d4556b3b071" providerId="LiveId" clId="{DC2C46C7-22A2-4A3D-883F-7F049058F57D}" dt="2023-05-24T16:29:09.792" v="6404" actId="478"/>
          <ac:spMkLst>
            <pc:docMk/>
            <pc:sldMk cId="601257443" sldId="2524"/>
            <ac:spMk id="5" creationId="{9FA844E9-FC49-56DE-9B36-E953401DB884}"/>
          </ac:spMkLst>
        </pc:spChg>
        <pc:spChg chg="add mod">
          <ac:chgData name="Owais Ahmed" userId="6abc7d4556b3b071" providerId="LiveId" clId="{DC2C46C7-22A2-4A3D-883F-7F049058F57D}" dt="2023-05-24T16:35:52.133" v="6860" actId="20577"/>
          <ac:spMkLst>
            <pc:docMk/>
            <pc:sldMk cId="601257443" sldId="2524"/>
            <ac:spMk id="6" creationId="{7F1216D1-AF96-87A8-9DF8-873D5E92B973}"/>
          </ac:spMkLst>
        </pc:spChg>
      </pc:sldChg>
      <pc:sldChg chg="modSp add del mod modAnim">
        <pc:chgData name="Owais Ahmed" userId="6abc7d4556b3b071" providerId="LiveId" clId="{DC2C46C7-22A2-4A3D-883F-7F049058F57D}" dt="2023-05-24T16:26:08.217" v="6383" actId="2696"/>
        <pc:sldMkLst>
          <pc:docMk/>
          <pc:sldMk cId="1844657545" sldId="2525"/>
        </pc:sldMkLst>
        <pc:spChg chg="mod">
          <ac:chgData name="Owais Ahmed" userId="6abc7d4556b3b071" providerId="LiveId" clId="{DC2C46C7-22A2-4A3D-883F-7F049058F57D}" dt="2023-05-24T16:06:06.436" v="6307" actId="20577"/>
          <ac:spMkLst>
            <pc:docMk/>
            <pc:sldMk cId="1844657545" sldId="2525"/>
            <ac:spMk id="3" creationId="{4A1C0383-58FE-E486-295E-B33B8683B938}"/>
          </ac:spMkLst>
        </pc:spChg>
      </pc:sldChg>
      <pc:sldChg chg="new del">
        <pc:chgData name="Owais Ahmed" userId="6abc7d4556b3b071" providerId="LiveId" clId="{DC2C46C7-22A2-4A3D-883F-7F049058F57D}" dt="2023-05-24T16:05:18.175" v="6273" actId="680"/>
        <pc:sldMkLst>
          <pc:docMk/>
          <pc:sldMk cId="444764039" sldId="2526"/>
        </pc:sldMkLst>
      </pc:sldChg>
      <pc:sldChg chg="modSp add mod modAnim">
        <pc:chgData name="Owais Ahmed" userId="6abc7d4556b3b071" providerId="LiveId" clId="{DC2C46C7-22A2-4A3D-883F-7F049058F57D}" dt="2023-05-24T17:51:09.560" v="9629" actId="20577"/>
        <pc:sldMkLst>
          <pc:docMk/>
          <pc:sldMk cId="875869451" sldId="2526"/>
        </pc:sldMkLst>
        <pc:spChg chg="mod">
          <ac:chgData name="Owais Ahmed" userId="6abc7d4556b3b071" providerId="LiveId" clId="{DC2C46C7-22A2-4A3D-883F-7F049058F57D}" dt="2023-05-24T17:51:09.560" v="9629" actId="20577"/>
          <ac:spMkLst>
            <pc:docMk/>
            <pc:sldMk cId="875869451" sldId="2526"/>
            <ac:spMk id="3" creationId="{4A1C0383-58FE-E486-295E-B33B8683B938}"/>
          </ac:spMkLst>
        </pc:spChg>
      </pc:sldChg>
      <pc:sldChg chg="new del">
        <pc:chgData name="Owais Ahmed" userId="6abc7d4556b3b071" providerId="LiveId" clId="{DC2C46C7-22A2-4A3D-883F-7F049058F57D}" dt="2023-05-24T16:05:15.438" v="6271" actId="680"/>
        <pc:sldMkLst>
          <pc:docMk/>
          <pc:sldMk cId="2330573932" sldId="2526"/>
        </pc:sldMkLst>
      </pc:sldChg>
      <pc:sldChg chg="modSp add del ord modAnim">
        <pc:chgData name="Owais Ahmed" userId="6abc7d4556b3b071" providerId="LiveId" clId="{DC2C46C7-22A2-4A3D-883F-7F049058F57D}" dt="2023-05-24T16:05:01.209" v="6269" actId="47"/>
        <pc:sldMkLst>
          <pc:docMk/>
          <pc:sldMk cId="3354252069" sldId="2526"/>
        </pc:sldMkLst>
        <pc:spChg chg="mod">
          <ac:chgData name="Owais Ahmed" userId="6abc7d4556b3b071" providerId="LiveId" clId="{DC2C46C7-22A2-4A3D-883F-7F049058F57D}" dt="2023-05-24T16:04:54.578" v="6268" actId="20577"/>
          <ac:spMkLst>
            <pc:docMk/>
            <pc:sldMk cId="3354252069" sldId="2526"/>
            <ac:spMk id="3" creationId="{4A1C0383-58FE-E486-295E-B33B8683B938}"/>
          </ac:spMkLst>
        </pc:spChg>
      </pc:sldChg>
      <pc:sldChg chg="addSp delSp modSp add mod ord addAnim delAnim modAnim modNotesTx">
        <pc:chgData name="Owais Ahmed" userId="6abc7d4556b3b071" providerId="LiveId" clId="{DC2C46C7-22A2-4A3D-883F-7F049058F57D}" dt="2023-05-24T16:39:16.156" v="7224" actId="404"/>
        <pc:sldMkLst>
          <pc:docMk/>
          <pc:sldMk cId="4066448691" sldId="2527"/>
        </pc:sldMkLst>
        <pc:spChg chg="add del">
          <ac:chgData name="Owais Ahmed" userId="6abc7d4556b3b071" providerId="LiveId" clId="{DC2C46C7-22A2-4A3D-883F-7F049058F57D}" dt="2023-05-24T16:34:23.348" v="6858" actId="478"/>
          <ac:spMkLst>
            <pc:docMk/>
            <pc:sldMk cId="4066448691" sldId="2527"/>
            <ac:spMk id="3" creationId="{4A1C0383-58FE-E486-295E-B33B8683B938}"/>
          </ac:spMkLst>
        </pc:spChg>
        <pc:spChg chg="add mod">
          <ac:chgData name="Owais Ahmed" userId="6abc7d4556b3b071" providerId="LiveId" clId="{DC2C46C7-22A2-4A3D-883F-7F049058F57D}" dt="2023-05-24T16:39:16.156" v="7224" actId="404"/>
          <ac:spMkLst>
            <pc:docMk/>
            <pc:sldMk cId="4066448691" sldId="2527"/>
            <ac:spMk id="5" creationId="{CE8F3F05-E07D-C27A-CA80-3EC783A1F7CF}"/>
          </ac:spMkLst>
        </pc:spChg>
        <pc:spChg chg="del">
          <ac:chgData name="Owais Ahmed" userId="6abc7d4556b3b071" providerId="LiveId" clId="{DC2C46C7-22A2-4A3D-883F-7F049058F57D}" dt="2023-05-24T16:34:30.060" v="6859" actId="478"/>
          <ac:spMkLst>
            <pc:docMk/>
            <pc:sldMk cId="4066448691" sldId="2527"/>
            <ac:spMk id="6" creationId="{7F1216D1-AF96-87A8-9DF8-873D5E92B973}"/>
          </ac:spMkLst>
        </pc:spChg>
        <pc:spChg chg="add del mod">
          <ac:chgData name="Owais Ahmed" userId="6abc7d4556b3b071" providerId="LiveId" clId="{DC2C46C7-22A2-4A3D-883F-7F049058F57D}" dt="2023-05-24T16:39:15.214" v="7222"/>
          <ac:spMkLst>
            <pc:docMk/>
            <pc:sldMk cId="4066448691" sldId="2527"/>
            <ac:spMk id="7" creationId="{E7534808-DC0C-4012-CD9A-83122C72DAA8}"/>
          </ac:spMkLst>
        </pc:spChg>
        <pc:spChg chg="mod">
          <ac:chgData name="Owais Ahmed" userId="6abc7d4556b3b071" providerId="LiveId" clId="{DC2C46C7-22A2-4A3D-883F-7F049058F57D}" dt="2023-05-24T16:34:06.521" v="6855" actId="20577"/>
          <ac:spMkLst>
            <pc:docMk/>
            <pc:sldMk cId="4066448691" sldId="2527"/>
            <ac:spMk id="215" creationId="{00000000-0000-0000-0000-000000000000}"/>
          </ac:spMkLst>
        </pc:spChg>
      </pc:sldChg>
      <pc:sldChg chg="modSp add mod ord modAnim">
        <pc:chgData name="Owais Ahmed" userId="6abc7d4556b3b071" providerId="LiveId" clId="{DC2C46C7-22A2-4A3D-883F-7F049058F57D}" dt="2023-05-24T17:51:20.976" v="9633" actId="20577"/>
        <pc:sldMkLst>
          <pc:docMk/>
          <pc:sldMk cId="2793464527" sldId="2528"/>
        </pc:sldMkLst>
        <pc:spChg chg="mod">
          <ac:chgData name="Owais Ahmed" userId="6abc7d4556b3b071" providerId="LiveId" clId="{DC2C46C7-22A2-4A3D-883F-7F049058F57D}" dt="2023-05-24T17:51:20.976" v="9633" actId="20577"/>
          <ac:spMkLst>
            <pc:docMk/>
            <pc:sldMk cId="2793464527" sldId="2528"/>
            <ac:spMk id="3" creationId="{4A1C0383-58FE-E486-295E-B33B8683B938}"/>
          </ac:spMkLst>
        </pc:spChg>
        <pc:spChg chg="mod">
          <ac:chgData name="Owais Ahmed" userId="6abc7d4556b3b071" providerId="LiveId" clId="{DC2C46C7-22A2-4A3D-883F-7F049058F57D}" dt="2023-05-24T16:39:31.387" v="7229" actId="20577"/>
          <ac:spMkLst>
            <pc:docMk/>
            <pc:sldMk cId="2793464527" sldId="2528"/>
            <ac:spMk id="215" creationId="{00000000-0000-0000-0000-000000000000}"/>
          </ac:spMkLst>
        </pc:spChg>
      </pc:sldChg>
      <pc:sldChg chg="modSp add mod ord modNotesTx">
        <pc:chgData name="Owais Ahmed" userId="6abc7d4556b3b071" providerId="LiveId" clId="{DC2C46C7-22A2-4A3D-883F-7F049058F57D}" dt="2023-05-24T17:56:19.205" v="9900" actId="20577"/>
        <pc:sldMkLst>
          <pc:docMk/>
          <pc:sldMk cId="1629157134" sldId="2529"/>
        </pc:sldMkLst>
        <pc:spChg chg="mod">
          <ac:chgData name="Owais Ahmed" userId="6abc7d4556b3b071" providerId="LiveId" clId="{DC2C46C7-22A2-4A3D-883F-7F049058F57D}" dt="2023-05-24T17:55:26.863" v="9866" actId="9"/>
          <ac:spMkLst>
            <pc:docMk/>
            <pc:sldMk cId="1629157134" sldId="2529"/>
            <ac:spMk id="5" creationId="{CE8F3F05-E07D-C27A-CA80-3EC783A1F7CF}"/>
          </ac:spMkLst>
        </pc:spChg>
        <pc:spChg chg="mod">
          <ac:chgData name="Owais Ahmed" userId="6abc7d4556b3b071" providerId="LiveId" clId="{DC2C46C7-22A2-4A3D-883F-7F049058F57D}" dt="2023-05-24T16:55:53.178" v="7549" actId="20577"/>
          <ac:spMkLst>
            <pc:docMk/>
            <pc:sldMk cId="1629157134" sldId="2529"/>
            <ac:spMk id="215" creationId="{00000000-0000-0000-0000-000000000000}"/>
          </ac:spMkLst>
        </pc:spChg>
      </pc:sldChg>
      <pc:sldChg chg="del">
        <pc:chgData name="Owais Ahmed" userId="6abc7d4556b3b071" providerId="LiveId" clId="{DC2C46C7-22A2-4A3D-883F-7F049058F57D}" dt="2023-05-20T19:01:44.080" v="58" actId="47"/>
        <pc:sldMkLst>
          <pc:docMk/>
          <pc:sldMk cId="2129901203" sldId="2530"/>
        </pc:sldMkLst>
      </pc:sldChg>
      <pc:sldChg chg="modSp add mod">
        <pc:chgData name="Owais Ahmed" userId="6abc7d4556b3b071" providerId="LiveId" clId="{DC2C46C7-22A2-4A3D-883F-7F049058F57D}" dt="2023-05-24T17:53:57.125" v="9861" actId="6549"/>
        <pc:sldMkLst>
          <pc:docMk/>
          <pc:sldMk cId="3744298312" sldId="2530"/>
        </pc:sldMkLst>
        <pc:spChg chg="mod">
          <ac:chgData name="Owais Ahmed" userId="6abc7d4556b3b071" providerId="LiveId" clId="{DC2C46C7-22A2-4A3D-883F-7F049058F57D}" dt="2023-05-24T17:53:57.125" v="9861" actId="6549"/>
          <ac:spMkLst>
            <pc:docMk/>
            <pc:sldMk cId="3744298312" sldId="2530"/>
            <ac:spMk id="5" creationId="{CE8F3F05-E07D-C27A-CA80-3EC783A1F7CF}"/>
          </ac:spMkLst>
        </pc:spChg>
        <pc:spChg chg="mod">
          <ac:chgData name="Owais Ahmed" userId="6abc7d4556b3b071" providerId="LiveId" clId="{DC2C46C7-22A2-4A3D-883F-7F049058F57D}" dt="2023-05-24T16:58:50.896" v="7765" actId="20577"/>
          <ac:spMkLst>
            <pc:docMk/>
            <pc:sldMk cId="3744298312" sldId="2530"/>
            <ac:spMk id="215" creationId="{00000000-0000-0000-0000-000000000000}"/>
          </ac:spMkLst>
        </pc:spChg>
      </pc:sldChg>
      <pc:sldChg chg="modSp add mod modNotesTx">
        <pc:chgData name="Owais Ahmed" userId="6abc7d4556b3b071" providerId="LiveId" clId="{DC2C46C7-22A2-4A3D-883F-7F049058F57D}" dt="2023-05-24T17:54:40.086" v="9863" actId="20577"/>
        <pc:sldMkLst>
          <pc:docMk/>
          <pc:sldMk cId="1019156805" sldId="2531"/>
        </pc:sldMkLst>
        <pc:spChg chg="mod">
          <ac:chgData name="Owais Ahmed" userId="6abc7d4556b3b071" providerId="LiveId" clId="{DC2C46C7-22A2-4A3D-883F-7F049058F57D}" dt="2023-05-24T17:54:00.381" v="9862" actId="6549"/>
          <ac:spMkLst>
            <pc:docMk/>
            <pc:sldMk cId="1019156805" sldId="2531"/>
            <ac:spMk id="5" creationId="{CE8F3F05-E07D-C27A-CA80-3EC783A1F7CF}"/>
          </ac:spMkLst>
        </pc:spChg>
        <pc:spChg chg="mod">
          <ac:chgData name="Owais Ahmed" userId="6abc7d4556b3b071" providerId="LiveId" clId="{DC2C46C7-22A2-4A3D-883F-7F049058F57D}" dt="2023-05-24T16:59:16.203" v="7773" actId="20577"/>
          <ac:spMkLst>
            <pc:docMk/>
            <pc:sldMk cId="1019156805" sldId="2531"/>
            <ac:spMk id="215" creationId="{00000000-0000-0000-0000-000000000000}"/>
          </ac:spMkLst>
        </pc:spChg>
      </pc:sldChg>
      <pc:sldChg chg="del">
        <pc:chgData name="Owais Ahmed" userId="6abc7d4556b3b071" providerId="LiveId" clId="{DC2C46C7-22A2-4A3D-883F-7F049058F57D}" dt="2023-05-20T19:01:43.941" v="57" actId="47"/>
        <pc:sldMkLst>
          <pc:docMk/>
          <pc:sldMk cId="3132135952" sldId="2531"/>
        </pc:sldMkLst>
      </pc:sldChg>
      <pc:sldChg chg="addSp modSp add mod modAnim">
        <pc:chgData name="Owais Ahmed" userId="6abc7d4556b3b071" providerId="LiveId" clId="{DC2C46C7-22A2-4A3D-883F-7F049058F57D}" dt="2023-05-24T17:53:25.273" v="9856" actId="20577"/>
        <pc:sldMkLst>
          <pc:docMk/>
          <pc:sldMk cId="1746260340" sldId="2532"/>
        </pc:sldMkLst>
        <pc:spChg chg="mod">
          <ac:chgData name="Owais Ahmed" userId="6abc7d4556b3b071" providerId="LiveId" clId="{DC2C46C7-22A2-4A3D-883F-7F049058F57D}" dt="2023-05-24T17:53:25.273" v="9856" actId="20577"/>
          <ac:spMkLst>
            <pc:docMk/>
            <pc:sldMk cId="1746260340" sldId="2532"/>
            <ac:spMk id="3" creationId="{4A1C0383-58FE-E486-295E-B33B8683B938}"/>
          </ac:spMkLst>
        </pc:spChg>
        <pc:spChg chg="add mod">
          <ac:chgData name="Owais Ahmed" userId="6abc7d4556b3b071" providerId="LiveId" clId="{DC2C46C7-22A2-4A3D-883F-7F049058F57D}" dt="2023-05-24T17:53:04.159" v="9758" actId="403"/>
          <ac:spMkLst>
            <pc:docMk/>
            <pc:sldMk cId="1746260340" sldId="2532"/>
            <ac:spMk id="5" creationId="{611A9468-5EF1-CE3C-6B89-706C0101C17B}"/>
          </ac:spMkLst>
        </pc:spChg>
        <pc:spChg chg="mod">
          <ac:chgData name="Owais Ahmed" userId="6abc7d4556b3b071" providerId="LiveId" clId="{DC2C46C7-22A2-4A3D-883F-7F049058F57D}" dt="2023-05-24T17:51:55.351" v="9635"/>
          <ac:spMkLst>
            <pc:docMk/>
            <pc:sldMk cId="1746260340" sldId="2532"/>
            <ac:spMk id="215" creationId="{00000000-0000-0000-0000-000000000000}"/>
          </ac:spMkLst>
        </pc:spChg>
      </pc:sldChg>
      <pc:sldChg chg="modSp add del mod ord">
        <pc:chgData name="Owais Ahmed" userId="6abc7d4556b3b071" providerId="LiveId" clId="{DC2C46C7-22A2-4A3D-883F-7F049058F57D}" dt="2023-05-24T16:59:59.561" v="7798" actId="47"/>
        <pc:sldMkLst>
          <pc:docMk/>
          <pc:sldMk cId="2253517571" sldId="2532"/>
        </pc:sldMkLst>
        <pc:spChg chg="mod">
          <ac:chgData name="Owais Ahmed" userId="6abc7d4556b3b071" providerId="LiveId" clId="{DC2C46C7-22A2-4A3D-883F-7F049058F57D}" dt="2023-05-24T16:59:49.883" v="7796" actId="20577"/>
          <ac:spMkLst>
            <pc:docMk/>
            <pc:sldMk cId="2253517571" sldId="2532"/>
            <ac:spMk id="215" creationId="{00000000-0000-0000-0000-000000000000}"/>
          </ac:spMkLst>
        </pc:spChg>
      </pc:sldChg>
      <pc:sldChg chg="del">
        <pc:chgData name="Owais Ahmed" userId="6abc7d4556b3b071" providerId="LiveId" clId="{DC2C46C7-22A2-4A3D-883F-7F049058F57D}" dt="2023-05-20T19:01:44.241" v="59" actId="47"/>
        <pc:sldMkLst>
          <pc:docMk/>
          <pc:sldMk cId="3060833738" sldId="2532"/>
        </pc:sldMkLst>
      </pc:sldChg>
      <pc:sldChg chg="modSp add mod modAnim">
        <pc:chgData name="Owais Ahmed" userId="6abc7d4556b3b071" providerId="LiveId" clId="{DC2C46C7-22A2-4A3D-883F-7F049058F57D}" dt="2023-05-24T17:10:28.082" v="9469" actId="20577"/>
        <pc:sldMkLst>
          <pc:docMk/>
          <pc:sldMk cId="1928162152" sldId="2533"/>
        </pc:sldMkLst>
        <pc:spChg chg="mod">
          <ac:chgData name="Owais Ahmed" userId="6abc7d4556b3b071" providerId="LiveId" clId="{DC2C46C7-22A2-4A3D-883F-7F049058F57D}" dt="2023-05-24T17:10:28.082" v="9469" actId="20577"/>
          <ac:spMkLst>
            <pc:docMk/>
            <pc:sldMk cId="1928162152" sldId="2533"/>
            <ac:spMk id="3" creationId="{4A1C0383-58FE-E486-295E-B33B8683B938}"/>
          </ac:spMkLst>
        </pc:spChg>
        <pc:spChg chg="mod">
          <ac:chgData name="Owais Ahmed" userId="6abc7d4556b3b071" providerId="LiveId" clId="{DC2C46C7-22A2-4A3D-883F-7F049058F57D}" dt="2023-05-24T17:08:33.650" v="9223" actId="20577"/>
          <ac:spMkLst>
            <pc:docMk/>
            <pc:sldMk cId="1928162152" sldId="2533"/>
            <ac:spMk id="215" creationId="{00000000-0000-0000-0000-000000000000}"/>
          </ac:spMkLst>
        </pc:spChg>
      </pc:sldChg>
      <pc:sldChg chg="del">
        <pc:chgData name="Owais Ahmed" userId="6abc7d4556b3b071" providerId="LiveId" clId="{DC2C46C7-22A2-4A3D-883F-7F049058F57D}" dt="2023-05-20T19:01:44.570" v="61" actId="47"/>
        <pc:sldMkLst>
          <pc:docMk/>
          <pc:sldMk cId="2353601686" sldId="2533"/>
        </pc:sldMkLst>
      </pc:sldChg>
      <pc:sldChg chg="modSp add del modAnim">
        <pc:chgData name="Owais Ahmed" userId="6abc7d4556b3b071" providerId="LiveId" clId="{DC2C46C7-22A2-4A3D-883F-7F049058F57D}" dt="2023-05-24T17:00:04.094" v="7800" actId="47"/>
        <pc:sldMkLst>
          <pc:docMk/>
          <pc:sldMk cId="3717021017" sldId="2533"/>
        </pc:sldMkLst>
        <pc:spChg chg="mod">
          <ac:chgData name="Owais Ahmed" userId="6abc7d4556b3b071" providerId="LiveId" clId="{DC2C46C7-22A2-4A3D-883F-7F049058F57D}" dt="2023-05-24T17:00:01.826" v="7799" actId="20577"/>
          <ac:spMkLst>
            <pc:docMk/>
            <pc:sldMk cId="3717021017" sldId="2533"/>
            <ac:spMk id="3" creationId="{4A1C0383-58FE-E486-295E-B33B8683B938}"/>
          </ac:spMkLst>
        </pc:spChg>
      </pc:sldChg>
      <pc:sldChg chg="modSp add mod modAnim">
        <pc:chgData name="Owais Ahmed" userId="6abc7d4556b3b071" providerId="LiveId" clId="{DC2C46C7-22A2-4A3D-883F-7F049058F57D}" dt="2023-05-24T17:59:11.584" v="10312" actId="27636"/>
        <pc:sldMkLst>
          <pc:docMk/>
          <pc:sldMk cId="1841206640" sldId="2534"/>
        </pc:sldMkLst>
        <pc:spChg chg="mod">
          <ac:chgData name="Owais Ahmed" userId="6abc7d4556b3b071" providerId="LiveId" clId="{DC2C46C7-22A2-4A3D-883F-7F049058F57D}" dt="2023-05-24T17:59:11.584" v="10312" actId="27636"/>
          <ac:spMkLst>
            <pc:docMk/>
            <pc:sldMk cId="1841206640" sldId="2534"/>
            <ac:spMk id="3" creationId="{4A1C0383-58FE-E486-295E-B33B8683B938}"/>
          </ac:spMkLst>
        </pc:spChg>
      </pc:sldChg>
      <pc:sldChg chg="del">
        <pc:chgData name="Owais Ahmed" userId="6abc7d4556b3b071" providerId="LiveId" clId="{DC2C46C7-22A2-4A3D-883F-7F049058F57D}" dt="2023-05-20T19:01:44.761" v="62" actId="47"/>
        <pc:sldMkLst>
          <pc:docMk/>
          <pc:sldMk cId="3932395040" sldId="2534"/>
        </pc:sldMkLst>
      </pc:sldChg>
      <pc:sldChg chg="add">
        <pc:chgData name="Owais Ahmed" userId="6abc7d4556b3b071" providerId="LiveId" clId="{DC2C46C7-22A2-4A3D-883F-7F049058F57D}" dt="2023-05-24T17:51:46.901" v="9634" actId="2890"/>
        <pc:sldMkLst>
          <pc:docMk/>
          <pc:sldMk cId="1110748888" sldId="2535"/>
        </pc:sldMkLst>
      </pc:sldChg>
      <pc:sldChg chg="del">
        <pc:chgData name="Owais Ahmed" userId="6abc7d4556b3b071" providerId="LiveId" clId="{DC2C46C7-22A2-4A3D-883F-7F049058F57D}" dt="2023-05-20T19:01:44.925" v="63" actId="47"/>
        <pc:sldMkLst>
          <pc:docMk/>
          <pc:sldMk cId="1150363664" sldId="2536"/>
        </pc:sldMkLst>
      </pc:sldChg>
      <pc:sldChg chg="addSp delSp modSp add mod modAnim">
        <pc:chgData name="Owais Ahmed" userId="6abc7d4556b3b071" providerId="LiveId" clId="{DC2C46C7-22A2-4A3D-883F-7F049058F57D}" dt="2023-05-24T18:03:53.189" v="10733" actId="20577"/>
        <pc:sldMkLst>
          <pc:docMk/>
          <pc:sldMk cId="3044777693" sldId="2536"/>
        </pc:sldMkLst>
        <pc:spChg chg="mod">
          <ac:chgData name="Owais Ahmed" userId="6abc7d4556b3b071" providerId="LiveId" clId="{DC2C46C7-22A2-4A3D-883F-7F049058F57D}" dt="2023-05-24T18:03:53.189" v="10733" actId="20577"/>
          <ac:spMkLst>
            <pc:docMk/>
            <pc:sldMk cId="3044777693" sldId="2536"/>
            <ac:spMk id="3" creationId="{4A1C0383-58FE-E486-295E-B33B8683B938}"/>
          </ac:spMkLst>
        </pc:spChg>
        <pc:spChg chg="add del mod">
          <ac:chgData name="Owais Ahmed" userId="6abc7d4556b3b071" providerId="LiveId" clId="{DC2C46C7-22A2-4A3D-883F-7F049058F57D}" dt="2023-05-24T18:01:29.918" v="10465" actId="478"/>
          <ac:spMkLst>
            <pc:docMk/>
            <pc:sldMk cId="3044777693" sldId="2536"/>
            <ac:spMk id="5" creationId="{FDD7A6B9-C9F0-9FA7-160B-905E929F22EA}"/>
          </ac:spMkLst>
        </pc:spChg>
      </pc:sldChg>
      <pc:sldChg chg="modSp add mod modAnim">
        <pc:chgData name="Owais Ahmed" userId="6abc7d4556b3b071" providerId="LiveId" clId="{DC2C46C7-22A2-4A3D-883F-7F049058F57D}" dt="2023-05-24T18:05:41.191" v="11065" actId="20577"/>
        <pc:sldMkLst>
          <pc:docMk/>
          <pc:sldMk cId="962106567" sldId="2537"/>
        </pc:sldMkLst>
        <pc:spChg chg="mod">
          <ac:chgData name="Owais Ahmed" userId="6abc7d4556b3b071" providerId="LiveId" clId="{DC2C46C7-22A2-4A3D-883F-7F049058F57D}" dt="2023-05-24T18:05:41.191" v="11065" actId="20577"/>
          <ac:spMkLst>
            <pc:docMk/>
            <pc:sldMk cId="962106567" sldId="2537"/>
            <ac:spMk id="3" creationId="{4A1C0383-58FE-E486-295E-B33B8683B938}"/>
          </ac:spMkLst>
        </pc:spChg>
        <pc:spChg chg="mod">
          <ac:chgData name="Owais Ahmed" userId="6abc7d4556b3b071" providerId="LiveId" clId="{DC2C46C7-22A2-4A3D-883F-7F049058F57D}" dt="2023-05-24T18:04:23.458" v="10766" actId="20577"/>
          <ac:spMkLst>
            <pc:docMk/>
            <pc:sldMk cId="962106567" sldId="2537"/>
            <ac:spMk id="215" creationId="{00000000-0000-0000-0000-000000000000}"/>
          </ac:spMkLst>
        </pc:spChg>
      </pc:sldChg>
      <pc:sldChg chg="del">
        <pc:chgData name="Owais Ahmed" userId="6abc7d4556b3b071" providerId="LiveId" clId="{DC2C46C7-22A2-4A3D-883F-7F049058F57D}" dt="2023-05-20T19:01:44.416" v="60" actId="47"/>
        <pc:sldMkLst>
          <pc:docMk/>
          <pc:sldMk cId="1449794329" sldId="2537"/>
        </pc:sldMkLst>
      </pc:sldChg>
      <pc:sldChg chg="del">
        <pc:chgData name="Owais Ahmed" userId="6abc7d4556b3b071" providerId="LiveId" clId="{DC2C46C7-22A2-4A3D-883F-7F049058F57D}" dt="2023-05-20T19:01:45.572" v="64" actId="47"/>
        <pc:sldMkLst>
          <pc:docMk/>
          <pc:sldMk cId="2503695629" sldId="2538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F97DFCF-F890-A143-9133-C8B65C9B01E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E2C281-2434-D94F-B4BD-BA3CD4DB844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6D5B4E-BF3E-3B45-A4BA-D6C3B92870D7}" type="datetimeFigureOut">
              <a:rPr lang="en-US" smtClean="0"/>
              <a:t>5/25/2023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17CBFA-633D-5540-AFAA-BE1F495EC62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6B5631-D714-AD41-853B-A883ADC344D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5AE8BC-2AB3-9E4C-9797-2A6F8A74C74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398705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A8621B-8C8E-49BA-8772-41D0FE75A082}" type="datetimeFigureOut">
              <a:rPr lang="en-US" smtClean="0"/>
              <a:t>5/25/2023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8B34ED-4CDD-41C9-90F7-D768D5559A6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59706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b="0" i="0" dirty="0">
              <a:solidFill>
                <a:srgbClr val="273239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6228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b="0" i="0" dirty="0">
              <a:solidFill>
                <a:srgbClr val="273239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06660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b="0" i="0" dirty="0">
              <a:solidFill>
                <a:srgbClr val="273239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00639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b="0" i="0" dirty="0">
              <a:solidFill>
                <a:srgbClr val="273239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3026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b="0" i="0" dirty="0">
              <a:solidFill>
                <a:srgbClr val="273239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29459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b="0" i="0" dirty="0">
              <a:solidFill>
                <a:srgbClr val="273239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678656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b="0" i="0" dirty="0">
              <a:solidFill>
                <a:srgbClr val="273239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259955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b="0" i="0" dirty="0">
              <a:solidFill>
                <a:srgbClr val="273239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715104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b="0" i="0" dirty="0"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REMEMBER! Keep the API lightweight; since we are returning a long list, therefore we should only keep the fields which are necessary instead of attaching entire objects.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493698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b="0" i="0" dirty="0">
              <a:solidFill>
                <a:srgbClr val="273239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17029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b="0" i="0" dirty="0"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Note that we are now attaching all the fields, since this is only going to return a single object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063199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b="0" i="0" dirty="0">
              <a:solidFill>
                <a:srgbClr val="273239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965415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b="0" i="0" dirty="0">
                <a:solidFill>
                  <a:srgbClr val="273239"/>
                </a:solidFill>
                <a:effectLst/>
                <a:latin typeface="Consolas" panose="020B0609020204030204" pitchFamily="49" charset="0"/>
              </a:rPr>
              <a:t>The @csrf_exempt decorator tells the server that this function is exempted from checking CSRF token. I do not recommend doing this.</a:t>
            </a:r>
          </a:p>
          <a:p>
            <a:pPr marL="228600" indent="-228600">
              <a:buAutoNum type="arabicPeriod"/>
            </a:pPr>
            <a:endParaRPr lang="en-US" b="0" i="0" dirty="0">
              <a:solidFill>
                <a:srgbClr val="273239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072449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b="0" i="0" dirty="0">
              <a:solidFill>
                <a:srgbClr val="273239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385890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b="0" i="0" dirty="0">
              <a:solidFill>
                <a:srgbClr val="273239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782912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b="0" i="0" dirty="0">
              <a:solidFill>
                <a:srgbClr val="273239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30987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b="0" i="0" dirty="0">
              <a:solidFill>
                <a:srgbClr val="273239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877041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b="0" i="0" dirty="0">
              <a:solidFill>
                <a:srgbClr val="273239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137135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b="0" i="0" dirty="0">
              <a:solidFill>
                <a:srgbClr val="273239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868170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b="0" i="0" dirty="0">
              <a:solidFill>
                <a:srgbClr val="273239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772613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b="0" i="0" dirty="0">
              <a:solidFill>
                <a:srgbClr val="273239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052600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b="0" i="0" dirty="0">
              <a:solidFill>
                <a:srgbClr val="273239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767089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b="0" i="0" dirty="0">
              <a:solidFill>
                <a:srgbClr val="273239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278115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b="0" i="0" dirty="0">
              <a:solidFill>
                <a:srgbClr val="273239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270853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b="0" i="0" dirty="0">
              <a:solidFill>
                <a:srgbClr val="273239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16688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b="0" i="0" dirty="0">
              <a:solidFill>
                <a:srgbClr val="273239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704523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b="0" i="0" dirty="0">
              <a:solidFill>
                <a:srgbClr val="273239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166705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b="0" i="0" dirty="0">
              <a:solidFill>
                <a:srgbClr val="273239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633036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11865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635FD8-712D-4EE2-A5B6-3DD8DE9C25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80209DF-C4D9-43B8-AA05-F5361915304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512343" y="5922140"/>
            <a:ext cx="5167313" cy="518795"/>
          </a:xfrm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58235C5-25B1-4243-9762-4AAD3C08E8BE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038600" y="3608511"/>
            <a:ext cx="4114800" cy="518795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>
            <a:noAutofit/>
          </a:bodyPr>
          <a:lstStyle>
            <a:lvl1pPr marL="0" indent="0" algn="ctr">
              <a:buNone/>
              <a:defRPr sz="1800" cap="all" baseline="0"/>
            </a:lvl1pPr>
          </a:lstStyle>
          <a:p>
            <a:r>
              <a:rPr lang="en-US" spc="300" dirty="0"/>
              <a:t>ANNUAL REVIEW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8B2C6E-DB6F-4476-8E95-9F6EC79392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0836" y="2445633"/>
            <a:ext cx="11490325" cy="823913"/>
          </a:xfrm>
        </p:spPr>
        <p:txBody>
          <a:bodyPr>
            <a:noAutofit/>
          </a:bodyPr>
          <a:lstStyle>
            <a:lvl1pPr>
              <a:lnSpc>
                <a:spcPct val="150000"/>
              </a:lnSpc>
              <a:spcBef>
                <a:spcPts val="1000"/>
              </a:spcBef>
              <a:defRPr sz="4000" cap="all" spc="300" baseline="0"/>
            </a:lvl1pPr>
          </a:lstStyle>
          <a:p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823031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912AA41C-A030-4521-8130-6A8E4543F27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58000"/>
          </a:xfrm>
          <a:prstGeom prst="parallelogram">
            <a:avLst/>
          </a:prstGeo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83D428-B974-43F4-9246-0A2EECA11A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68819" y="642927"/>
            <a:ext cx="4846320" cy="1435947"/>
          </a:xfrm>
        </p:spPr>
        <p:txBody>
          <a:bodyPr anchor="t">
            <a:noAutofit/>
          </a:bodyPr>
          <a:lstStyle>
            <a:lvl1pPr algn="l">
              <a:lnSpc>
                <a:spcPct val="150000"/>
              </a:lnSpc>
              <a:spcBef>
                <a:spcPts val="1000"/>
              </a:spcBef>
              <a:defRPr sz="5400" baseline="0"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9732E-D749-40DD-8365-050285187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F55E23-C4CC-4E9B-80F4-C4BEA6E2D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D00A38D-CFE8-4333-B9D2-D3E7EACA4F0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068820" y="2078875"/>
            <a:ext cx="4114800" cy="3798888"/>
          </a:xfrm>
        </p:spPr>
        <p:txBody>
          <a:bodyPr>
            <a:noAutofit/>
          </a:bodyPr>
          <a:lstStyle>
            <a:lvl1pPr marL="0" indent="0">
              <a:buNone/>
              <a:defRPr sz="1800" spc="3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AA8588E-221D-4931-A290-C5C4184435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068820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91152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E5539E44-E270-49B4-8B0A-07870325AA9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25539" y="1546138"/>
            <a:ext cx="4023360" cy="464871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sz="1400" spc="300" baseline="0" dirty="0">
                <a:solidFill>
                  <a:schemeClr val="lt1"/>
                </a:solidFill>
              </a:defRPr>
            </a:lvl1pPr>
          </a:lstStyle>
          <a:p>
            <a:pPr marL="0" lvl="0" algn="ctr"/>
            <a:r>
              <a:rPr lang="en-US" dirty="0"/>
              <a:t>CLICK TO EDIT MASTER TEXT STYLES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86FE9B2-6286-484B-8943-95EE0B6B026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5416550" cy="6846932"/>
          </a:xfr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D4E8708-8565-4A5B-9D9E-1D4F40EAF9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6" name="Content Placeholder 8">
            <a:extLst>
              <a:ext uri="{FF2B5EF4-FFF2-40B4-BE49-F238E27FC236}">
                <a16:creationId xmlns:a16="http://schemas.microsoft.com/office/drawing/2014/main" id="{42436126-0370-4532-A8AD-D20897982AD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0" y="2799617"/>
            <a:ext cx="4646246" cy="2218585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cs typeface="Biome Light" panose="020B0303030204020804" pitchFamily="34" charset="0"/>
              </a:rPr>
              <a:t>Click to edit master text style.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7" name="Slide Number Placeholder 70">
            <a:extLst>
              <a:ext uri="{FF2B5EF4-FFF2-40B4-BE49-F238E27FC236}">
                <a16:creationId xmlns:a16="http://schemas.microsoft.com/office/drawing/2014/main" id="{AEC105AD-E933-4969-B038-0ABD6F013167}"/>
              </a:ext>
            </a:extLst>
          </p:cNvPr>
          <p:cNvSpPr txBox="1">
            <a:spLocks/>
          </p:cNvSpPr>
          <p:nvPr userDrawn="1"/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C2E478F-E849-4A8C-AF1F-CBCC78A7CBF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B0E4A3-5566-43FE-A59F-2C4F4FE7F3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9" y="612037"/>
            <a:ext cx="5897218" cy="884238"/>
          </a:xfrm>
        </p:spPr>
        <p:txBody>
          <a:bodyPr lIns="91440" rIns="91440" anchor="t">
            <a:noAutofit/>
          </a:bodyPr>
          <a:lstStyle>
            <a:lvl1pPr algn="l">
              <a:lnSpc>
                <a:spcPct val="150000"/>
              </a:lnSpc>
              <a:spcBef>
                <a:spcPts val="1000"/>
              </a:spcBef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78327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912AA41C-A030-4521-8130-6A8E4543F27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67922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4242487 w 6096000"/>
              <a:gd name="connsiteY2" fmla="*/ 6833286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67922"/>
              <a:gd name="connsiteX1" fmla="*/ 6096000 w 6096000"/>
              <a:gd name="connsiteY1" fmla="*/ 0 h 6867922"/>
              <a:gd name="connsiteX2" fmla="*/ 4228633 w 6096000"/>
              <a:gd name="connsiteY2" fmla="*/ 6867922 h 6867922"/>
              <a:gd name="connsiteX3" fmla="*/ 0 w 6096000"/>
              <a:gd name="connsiteY3" fmla="*/ 6858000 h 6867922"/>
              <a:gd name="connsiteX4" fmla="*/ 0 w 6096000"/>
              <a:gd name="connsiteY4" fmla="*/ 0 h 6867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96000" h="6867922">
                <a:moveTo>
                  <a:pt x="0" y="0"/>
                </a:moveTo>
                <a:lnTo>
                  <a:pt x="6096000" y="0"/>
                </a:lnTo>
                <a:lnTo>
                  <a:pt x="4228633" y="6867922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ABA725B-4BCB-1D48-9C5D-46706B1871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2262871"/>
            <a:ext cx="5251450" cy="1661297"/>
          </a:xfrm>
        </p:spPr>
        <p:txBody>
          <a:bodyPr anchor="b"/>
          <a:lstStyle>
            <a:lvl1pPr algn="l">
              <a:defRPr sz="6000" spc="300"/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3C356F-E483-4AFD-856C-13BB8E8A560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96000" y="4378134"/>
            <a:ext cx="5251450" cy="365125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cap="all" spc="60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9732E-D749-40DD-8365-050285187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F55E23-C4CC-4E9B-80F4-C4BEA6E2D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8901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4074E6-E39E-4D19-B91F-8E84F37CBF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92279" y="365125"/>
            <a:ext cx="4018722" cy="573989"/>
          </a:xfrm>
        </p:spPr>
        <p:txBody>
          <a:bodyPr lIns="0" rIns="0">
            <a:noAutofit/>
          </a:bodyPr>
          <a:lstStyle>
            <a:lvl1pPr algn="l">
              <a:defRPr sz="3200" spc="300"/>
            </a:lvl1pPr>
          </a:lstStyle>
          <a:p>
            <a:r>
              <a:rPr lang="en-US" dirty="0"/>
              <a:t>SLIDE TITLE HERE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7D1B16-7058-45AD-9B19-E19CAF9668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92279" y="1263841"/>
            <a:ext cx="4018722" cy="4636392"/>
          </a:xfrm>
        </p:spPr>
        <p:txBody>
          <a:bodyPr lIns="0" rIns="0">
            <a:noAutofit/>
          </a:bodyPr>
          <a:lstStyle>
            <a:lvl1pPr>
              <a:lnSpc>
                <a:spcPct val="150000"/>
              </a:lnSpc>
              <a:spcBef>
                <a:spcPts val="500"/>
              </a:spcBef>
              <a:defRPr sz="1600"/>
            </a:lvl1pPr>
            <a:lvl2pPr>
              <a:lnSpc>
                <a:spcPct val="150000"/>
              </a:lnSpc>
              <a:spcBef>
                <a:spcPts val="500"/>
              </a:spcBef>
              <a:defRPr sz="1400"/>
            </a:lvl2pPr>
            <a:lvl3pPr>
              <a:lnSpc>
                <a:spcPct val="150000"/>
              </a:lnSpc>
              <a:spcBef>
                <a:spcPts val="500"/>
              </a:spcBef>
              <a:defRPr sz="1400"/>
            </a:lvl3pPr>
            <a:lvl4pPr>
              <a:lnSpc>
                <a:spcPct val="150000"/>
              </a:lnSpc>
              <a:spcBef>
                <a:spcPts val="500"/>
              </a:spcBef>
              <a:defRPr sz="1200"/>
            </a:lvl4pPr>
            <a:lvl5pPr>
              <a:lnSpc>
                <a:spcPct val="150000"/>
              </a:lnSpc>
              <a:spcBef>
                <a:spcPts val="500"/>
              </a:spcBef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9" name="Slide Number Placeholder 5">
            <a:extLst>
              <a:ext uri="{FF2B5EF4-FFF2-40B4-BE49-F238E27FC236}">
                <a16:creationId xmlns:a16="http://schemas.microsoft.com/office/drawing/2014/main" id="{3DEB48E0-328C-45EE-A8BD-90E6AB2610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7CA175D-816E-4F70-96CC-8A1FD0EB16C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36600" y="3651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323519C8-24DE-471D-85A9-7A8AFACEC45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051300" y="3651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47F0F1E-7AF5-4B76-928C-7B28010C4F93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36600" y="24225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063D0E8E-9491-4AF0-918D-A0B782C5FD68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051300" y="24225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042F54CB-9200-4D74-968A-0A3E5871D9E5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36600" y="44799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1D925119-27E3-496E-86BC-23416F94FB61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051300" y="44799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DF93AF7-D4DC-42B5-8A4F-B5F3ABBB03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781678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39680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45D17-D652-4766-B11C-2E8D8390D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767791"/>
            <a:ext cx="11002962" cy="823913"/>
          </a:xfrm>
        </p:spPr>
        <p:txBody>
          <a:bodyPr>
            <a:noAutofit/>
          </a:bodyPr>
          <a:lstStyle>
            <a:lvl1pPr>
              <a:defRPr sz="4800" spc="3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C7A58C-70BA-43E5-BD90-83ADB63B0C0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8A60B7-2499-42C6-8A74-ACDAE245746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26340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635FD8-712D-4EE2-A5B6-3DD8DE9C25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179BAC-E989-4203-B9B4-6628036548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8600" y="4607137"/>
            <a:ext cx="4114800" cy="421480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>
            <a:noAutofit/>
          </a:bodyPr>
          <a:lstStyle>
            <a:lvl1pPr>
              <a:defRPr sz="1400" spc="300" baseline="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0CCC81E-A013-4315-AD13-97BA3AA955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78756" y="1569719"/>
            <a:ext cx="9234488" cy="2651443"/>
          </a:xfrm>
        </p:spPr>
        <p:txBody>
          <a:bodyPr>
            <a:noAutofit/>
          </a:bodyPr>
          <a:lstStyle>
            <a:lvl1pPr marL="0" indent="0" algn="ctr">
              <a:buNone/>
              <a:defRPr sz="32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95553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2">
            <a:extLst>
              <a:ext uri="{FF2B5EF4-FFF2-40B4-BE49-F238E27FC236}">
                <a16:creationId xmlns:a16="http://schemas.microsoft.com/office/drawing/2014/main" id="{0EF11611-8537-47CC-87AC-2E25428B72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1"/>
            <a:ext cx="11002962" cy="1623218"/>
          </a:xfrm>
        </p:spPr>
        <p:txBody>
          <a:bodyPr anchor="ctr">
            <a:noAutofit/>
          </a:bodyPr>
          <a:lstStyle/>
          <a:p>
            <a:pPr algn="ctr"/>
            <a:r>
              <a:rPr lang="en-US" sz="4800"/>
              <a:t>Click to edit Master title style</a:t>
            </a:r>
            <a:endParaRPr lang="en-US" sz="4800" dirty="0"/>
          </a:p>
        </p:txBody>
      </p:sp>
      <p:sp>
        <p:nvSpPr>
          <p:cNvPr id="19" name="Picture Placeholder 17">
            <a:extLst>
              <a:ext uri="{FF2B5EF4-FFF2-40B4-BE49-F238E27FC236}">
                <a16:creationId xmlns:a16="http://schemas.microsoft.com/office/drawing/2014/main" id="{D1A63A52-1E65-414B-BBC3-D31F515791A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578601" y="1638300"/>
            <a:ext cx="5156200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ED7E0E1A-1E64-4A9A-9C8B-69486BD1123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69900" y="1638300"/>
            <a:ext cx="5156200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1E462965-19D7-4A65-B394-9AE76A5B48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9107" y="3864355"/>
            <a:ext cx="5157787" cy="494506"/>
          </a:xfrm>
        </p:spPr>
        <p:txBody>
          <a:bodyPr>
            <a:noAutofit/>
          </a:bodyPr>
          <a:lstStyle>
            <a:lvl1pPr marL="0" indent="0">
              <a:buNone/>
              <a:defRPr sz="2400"/>
            </a:lvl1pPr>
          </a:lstStyle>
          <a:p>
            <a:pPr lvl="0"/>
            <a:r>
              <a:rPr lang="en-US" spc="30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FAEC14D1-0BEA-4D9A-9D96-A56B6A9B07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9107" y="4531139"/>
            <a:ext cx="5157787" cy="2039144"/>
          </a:xfrm>
        </p:spPr>
        <p:txBody>
          <a:bodyPr>
            <a:noAutofit/>
          </a:bodyPr>
          <a:lstStyle/>
          <a:p>
            <a:pPr lvl="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140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1507BB47-1AB4-42F2-99FF-453A0622B8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65107" y="3864355"/>
            <a:ext cx="5183188" cy="494506"/>
          </a:xfrm>
        </p:spPr>
        <p:txBody>
          <a:bodyPr>
            <a:noAutofit/>
          </a:bodyPr>
          <a:lstStyle>
            <a:lvl1pPr marL="0" indent="0">
              <a:buNone/>
              <a:defRPr sz="2400"/>
            </a:lvl1pPr>
          </a:lstStyle>
          <a:p>
            <a:pPr lvl="0"/>
            <a:r>
              <a:rPr lang="en-US" spc="30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14" name="Content Placeholder 6">
            <a:extLst>
              <a:ext uri="{FF2B5EF4-FFF2-40B4-BE49-F238E27FC236}">
                <a16:creationId xmlns:a16="http://schemas.microsoft.com/office/drawing/2014/main" id="{438D6EEA-A0DB-4B5F-8F41-A9C1F2C094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65107" y="4531139"/>
            <a:ext cx="5183188" cy="2039144"/>
          </a:xfrm>
        </p:spPr>
        <p:txBody>
          <a:bodyPr>
            <a:noAutofit/>
          </a:bodyPr>
          <a:lstStyle/>
          <a:p>
            <a:pPr lvl="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140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A4909F59-7529-454A-A1EF-3CC1EADEF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49269" y="6468303"/>
            <a:ext cx="443948" cy="365125"/>
          </a:xfrm>
        </p:spPr>
        <p:txBody>
          <a:bodyPr>
            <a:noAutofit/>
          </a:bodyPr>
          <a:lstStyle/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08345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">
            <a:extLst>
              <a:ext uri="{FF2B5EF4-FFF2-40B4-BE49-F238E27FC236}">
                <a16:creationId xmlns:a16="http://schemas.microsoft.com/office/drawing/2014/main" id="{6186F91B-547E-43BC-9BCE-04619DAAF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1"/>
            <a:ext cx="11002962" cy="1623218"/>
          </a:xfrm>
        </p:spPr>
        <p:txBody>
          <a:bodyPr anchor="ctr">
            <a:noAutofit/>
          </a:bodyPr>
          <a:lstStyle/>
          <a:p>
            <a:pPr algn="ctr"/>
            <a:r>
              <a:rPr lang="en-US" sz="4800"/>
              <a:t>Click to edit Master title style</a:t>
            </a:r>
            <a:endParaRPr lang="en-US" sz="4800" dirty="0"/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D635DFA1-45D2-4EFE-8BB2-BE966346691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60121" y="3669506"/>
            <a:ext cx="3108326" cy="2566988"/>
          </a:xfrm>
        </p:spPr>
        <p:txBody>
          <a:bodyPr>
            <a:noAutofit/>
          </a:bodyPr>
          <a:lstStyle>
            <a:lvl1pPr marL="0" indent="0">
              <a:buFont typeface="Wingdings" panose="05000000000000000000" pitchFamily="2" charset="2"/>
              <a:buNone/>
              <a:defRPr sz="2400" spc="300"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2F2918FE-A84E-4303-AEF3-4FD66CDD733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60438" y="1624013"/>
            <a:ext cx="3108325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5" name="Picture Placeholder 23">
            <a:extLst>
              <a:ext uri="{FF2B5EF4-FFF2-40B4-BE49-F238E27FC236}">
                <a16:creationId xmlns:a16="http://schemas.microsoft.com/office/drawing/2014/main" id="{E2401025-9BC9-4BDD-97DA-CA763CF846B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542155" y="1623219"/>
            <a:ext cx="3108325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6" name="Picture Placeholder 23">
            <a:extLst>
              <a:ext uri="{FF2B5EF4-FFF2-40B4-BE49-F238E27FC236}">
                <a16:creationId xmlns:a16="http://schemas.microsoft.com/office/drawing/2014/main" id="{B7C4AAB6-897A-4ABD-AD50-2D86B197E91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122920" y="1623219"/>
            <a:ext cx="3108325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790D65EC-6EB4-4594-91E9-5C3DE7C3BA8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41837" y="3681412"/>
            <a:ext cx="3108326" cy="2566988"/>
          </a:xfrm>
        </p:spPr>
        <p:txBody>
          <a:bodyPr>
            <a:noAutofit/>
          </a:bodyPr>
          <a:lstStyle>
            <a:lvl1pPr marL="0" indent="0">
              <a:buFont typeface="Wingdings" panose="05000000000000000000" pitchFamily="2" charset="2"/>
              <a:buNone/>
              <a:defRPr sz="2400" spc="300"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0" name="Text Placeholder 27">
            <a:extLst>
              <a:ext uri="{FF2B5EF4-FFF2-40B4-BE49-F238E27FC236}">
                <a16:creationId xmlns:a16="http://schemas.microsoft.com/office/drawing/2014/main" id="{611CF730-D055-47C2-A626-299F429D41B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122919" y="3681412"/>
            <a:ext cx="3108326" cy="2566988"/>
          </a:xfrm>
        </p:spPr>
        <p:txBody>
          <a:bodyPr>
            <a:noAutofit/>
          </a:bodyPr>
          <a:lstStyle>
            <a:lvl1pPr marL="0" indent="0">
              <a:buFont typeface="Wingdings" panose="05000000000000000000" pitchFamily="2" charset="2"/>
              <a:buNone/>
              <a:defRPr sz="2400" spc="300"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1" name="Slide Number Placeholder 5">
            <a:extLst>
              <a:ext uri="{FF2B5EF4-FFF2-40B4-BE49-F238E27FC236}">
                <a16:creationId xmlns:a16="http://schemas.microsoft.com/office/drawing/2014/main" id="{F09E06A6-BFDD-42BD-BA69-2CD3BEF0F73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549269" y="6468303"/>
            <a:ext cx="443948" cy="365125"/>
          </a:xfrm>
        </p:spPr>
        <p:txBody>
          <a:bodyPr>
            <a:noAutofit/>
          </a:bodyPr>
          <a:lstStyle/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55920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86FE9B2-6286-484B-8943-95EE0B6B026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5416550" cy="6858000"/>
          </a:xfr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D4E8708-8565-4A5B-9D9E-1D4F40EAF9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6" name="Content Placeholder 8">
            <a:extLst>
              <a:ext uri="{FF2B5EF4-FFF2-40B4-BE49-F238E27FC236}">
                <a16:creationId xmlns:a16="http://schemas.microsoft.com/office/drawing/2014/main" id="{42436126-0370-4532-A8AD-D20897982AD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0" y="1661160"/>
            <a:ext cx="4646246" cy="2218585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cs typeface="Biome Light" panose="020B0303030204020804" pitchFamily="34" charset="0"/>
              </a:rPr>
              <a:t>Click to edit master text style.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7" name="Slide Number Placeholder 70">
            <a:extLst>
              <a:ext uri="{FF2B5EF4-FFF2-40B4-BE49-F238E27FC236}">
                <a16:creationId xmlns:a16="http://schemas.microsoft.com/office/drawing/2014/main" id="{AEC105AD-E933-4969-B038-0ABD6F013167}"/>
              </a:ext>
            </a:extLst>
          </p:cNvPr>
          <p:cNvSpPr txBox="1">
            <a:spLocks/>
          </p:cNvSpPr>
          <p:nvPr userDrawn="1"/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C2E478F-E849-4A8C-AF1F-CBCC78A7CBF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6CDEBF2-B5C9-4887-B717-81C3D1A73C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9" y="612037"/>
            <a:ext cx="5897218" cy="884238"/>
          </a:xfrm>
        </p:spPr>
        <p:txBody>
          <a:bodyPr lIns="91440" rIns="91440" anchor="t">
            <a:noAutofit/>
          </a:bodyPr>
          <a:lstStyle>
            <a:lvl1pPr algn="l">
              <a:lnSpc>
                <a:spcPct val="150000"/>
              </a:lnSpc>
              <a:spcBef>
                <a:spcPts val="1000"/>
              </a:spcBef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16A7FA3-8C13-4E5A-88C4-4357C8ACD7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107044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31968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635FD8-712D-4EE2-A5B6-3DD8DE9C25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9074D0F-754F-4F2C-A410-F222D2D2346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02365" y="1660810"/>
            <a:ext cx="10787270" cy="830649"/>
          </a:xfrm>
        </p:spPr>
        <p:txBody>
          <a:bodyPr>
            <a:noAutofit/>
          </a:bodyPr>
          <a:lstStyle/>
          <a:p>
            <a:r>
              <a:rPr lang="en-US" sz="4000" spc="300"/>
              <a:t>Click to edit Master title style</a:t>
            </a:r>
            <a:endParaRPr lang="en-US" sz="4000" spc="300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80209DF-C4D9-43B8-AA05-F5361915304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512343" y="5137992"/>
            <a:ext cx="5167313" cy="518795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1" name="Text Placeholder 13">
            <a:extLst>
              <a:ext uri="{FF2B5EF4-FFF2-40B4-BE49-F238E27FC236}">
                <a16:creationId xmlns:a16="http://schemas.microsoft.com/office/drawing/2014/main" id="{1D89734B-03E0-4ADE-8F62-C819F3E976D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8194" y="3903126"/>
            <a:ext cx="3064668" cy="518795"/>
          </a:xfrm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2" name="Text Placeholder 13">
            <a:extLst>
              <a:ext uri="{FF2B5EF4-FFF2-40B4-BE49-F238E27FC236}">
                <a16:creationId xmlns:a16="http://schemas.microsoft.com/office/drawing/2014/main" id="{85971F4D-8B59-4B3E-9169-64E0EF1BA85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563664" y="3893330"/>
            <a:ext cx="3064668" cy="518795"/>
          </a:xfrm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3" name="Text Placeholder 13">
            <a:extLst>
              <a:ext uri="{FF2B5EF4-FFF2-40B4-BE49-F238E27FC236}">
                <a16:creationId xmlns:a16="http://schemas.microsoft.com/office/drawing/2014/main" id="{90B19777-E2ED-419C-B486-857117FD081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539138" y="3903126"/>
            <a:ext cx="3064668" cy="518795"/>
          </a:xfrm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4" name="Online Image Placeholder 33">
            <a:extLst>
              <a:ext uri="{FF2B5EF4-FFF2-40B4-BE49-F238E27FC236}">
                <a16:creationId xmlns:a16="http://schemas.microsoft.com/office/drawing/2014/main" id="{1A58EB44-F532-4998-B316-61C738C37BF5}"/>
              </a:ext>
            </a:extLst>
          </p:cNvPr>
          <p:cNvSpPr>
            <a:spLocks noGrp="1"/>
          </p:cNvSpPr>
          <p:nvPr>
            <p:ph type="clipArt" sz="quarter" idx="19" hasCustomPrompt="1"/>
          </p:nvPr>
        </p:nvSpPr>
        <p:spPr>
          <a:xfrm>
            <a:off x="1754768" y="3098985"/>
            <a:ext cx="731520" cy="731520"/>
          </a:xfrm>
        </p:spPr>
        <p:txBody>
          <a:bodyPr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35" name="Online Image Placeholder 33">
            <a:extLst>
              <a:ext uri="{FF2B5EF4-FFF2-40B4-BE49-F238E27FC236}">
                <a16:creationId xmlns:a16="http://schemas.microsoft.com/office/drawing/2014/main" id="{33763C3C-3545-40BD-9B2C-DC4C0E4CE819}"/>
              </a:ext>
            </a:extLst>
          </p:cNvPr>
          <p:cNvSpPr>
            <a:spLocks noGrp="1"/>
          </p:cNvSpPr>
          <p:nvPr>
            <p:ph type="clipArt" sz="quarter" idx="20" hasCustomPrompt="1"/>
          </p:nvPr>
        </p:nvSpPr>
        <p:spPr>
          <a:xfrm>
            <a:off x="5730240" y="3098985"/>
            <a:ext cx="731520" cy="731520"/>
          </a:xfrm>
        </p:spPr>
        <p:txBody>
          <a:bodyPr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36" name="Online Image Placeholder 33">
            <a:extLst>
              <a:ext uri="{FF2B5EF4-FFF2-40B4-BE49-F238E27FC236}">
                <a16:creationId xmlns:a16="http://schemas.microsoft.com/office/drawing/2014/main" id="{1C5D3777-17F3-4225-8C52-2EF1DB4FD54A}"/>
              </a:ext>
            </a:extLst>
          </p:cNvPr>
          <p:cNvSpPr>
            <a:spLocks noGrp="1"/>
          </p:cNvSpPr>
          <p:nvPr>
            <p:ph type="clipArt" sz="quarter" idx="21" hasCustomPrompt="1"/>
          </p:nvPr>
        </p:nvSpPr>
        <p:spPr>
          <a:xfrm>
            <a:off x="9705712" y="3098985"/>
            <a:ext cx="731520" cy="731520"/>
          </a:xfrm>
        </p:spPr>
        <p:txBody>
          <a:bodyPr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Icon</a:t>
            </a:r>
          </a:p>
        </p:txBody>
      </p:sp>
    </p:spTree>
    <p:extLst>
      <p:ext uri="{BB962C8B-B14F-4D97-AF65-F5344CB8AC3E}">
        <p14:creationId xmlns:p14="http://schemas.microsoft.com/office/powerpoint/2010/main" val="31737403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33359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05F96C-D634-4A69-95EC-3D002BD687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365125"/>
            <a:ext cx="11002962" cy="8239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757E98-D0FB-43E3-98BC-711F6A2F53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4519" y="1365813"/>
            <a:ext cx="10989920" cy="48111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A65B72-2E86-4BA3-94F2-3ADFA40B7A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C1F3FD-3DB9-46B7-85E1-E8B8878A40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28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1" r:id="rId3"/>
    <p:sldLayoutId id="2147483651" r:id="rId4"/>
    <p:sldLayoutId id="2147483660" r:id="rId5"/>
    <p:sldLayoutId id="2147483677" r:id="rId6"/>
    <p:sldLayoutId id="2147483666" r:id="rId7"/>
    <p:sldLayoutId id="2147483679" r:id="rId8"/>
    <p:sldLayoutId id="2147483653" r:id="rId9"/>
    <p:sldLayoutId id="2147483678" r:id="rId10"/>
    <p:sldLayoutId id="2147483680" r:id="rId11"/>
    <p:sldLayoutId id="2147483681" r:id="rId12"/>
  </p:sldLayoutIdLst>
  <p:hf hdr="0" ftr="0" dt="0"/>
  <p:txStyles>
    <p:titleStyle>
      <a:lvl1pPr algn="ctr" defTabSz="914400" rtl="0" eaLnBrk="1" latinLnBrk="0" hangingPunct="1">
        <a:lnSpc>
          <a:spcPct val="10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50000"/>
        </a:lnSpc>
        <a:spcBef>
          <a:spcPts val="1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://127.0.0.1:8000/api/vehicles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://127.0.0.1:8000/api/get/vehicles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4" Type="http://schemas.openxmlformats.org/officeDocument/2006/relationships/hyperlink" Target="http://127.0.0.1:8000/api/vehicles/85ec2e02-01a3-4b4a-bb21-dbe0f08cab02" TargetMode="Externa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://127.0.0.1:8000/api/create/vehicles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microsoft.com/office/2007/relationships/hdphoto" Target="../media/hdphoto1.wdp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7" descr="abstract image">
            <a:extLst>
              <a:ext uri="{FF2B5EF4-FFF2-40B4-BE49-F238E27FC236}">
                <a16:creationId xmlns:a16="http://schemas.microsoft.com/office/drawing/2014/main" id="{9AB29DBC-55D3-49D9-BB44-4936739C4B57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>
            <a:alphaModFix amt="52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/>
          <a:stretch/>
        </p:blipFill>
        <p:spPr/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79DC1498-E692-42BA-B69F-6D37E6CFAC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837" y="1477926"/>
            <a:ext cx="11525730" cy="2307265"/>
          </a:xfrm>
        </p:spPr>
        <p:txBody>
          <a:bodyPr/>
          <a:lstStyle/>
          <a:p>
            <a:r>
              <a:rPr lang="en-US" sz="5400" b="1" dirty="0"/>
              <a:t>Web APPLICATION Development (111834)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AE828D-1E63-455F-949D-0C5454A7FE8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50837" y="5699050"/>
            <a:ext cx="11525730" cy="1073889"/>
          </a:xfrm>
        </p:spPr>
        <p:txBody>
          <a:bodyPr/>
          <a:lstStyle/>
          <a:p>
            <a:r>
              <a:rPr lang="en-US" sz="2000" dirty="0"/>
              <a:t>Dr. Owais Hussain</a:t>
            </a:r>
          </a:p>
        </p:txBody>
      </p:sp>
    </p:spTree>
    <p:extLst>
      <p:ext uri="{BB962C8B-B14F-4D97-AF65-F5344CB8AC3E}">
        <p14:creationId xmlns:p14="http://schemas.microsoft.com/office/powerpoint/2010/main" val="39278323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3A87B3-0A27-4EE9-979E-B69581E476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pic>
        <p:nvPicPr>
          <p:cNvPr id="8" name="Picture Placeholder 7" descr="group of people at a conference table">
            <a:extLst>
              <a:ext uri="{FF2B5EF4-FFF2-40B4-BE49-F238E27FC236}">
                <a16:creationId xmlns:a16="http://schemas.microsoft.com/office/drawing/2014/main" id="{BB76F5AB-0940-46E1-85F9-6A870D7D04C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20370" r="20370"/>
          <a:stretch/>
        </p:blipFill>
        <p:spPr/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3C89A40-EEAA-43AB-9A3A-B2CFDE450F1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068820" y="2078874"/>
            <a:ext cx="4114800" cy="4220325"/>
          </a:xfrm>
        </p:spPr>
        <p:txBody>
          <a:bodyPr/>
          <a:lstStyle/>
          <a:p>
            <a:r>
              <a:rPr lang="en-US" dirty="0">
                <a:solidFill>
                  <a:srgbClr val="000000"/>
                </a:solidFill>
              </a:rPr>
              <a:t>API</a:t>
            </a:r>
          </a:p>
          <a:p>
            <a:r>
              <a:rPr lang="en-US" dirty="0">
                <a:solidFill>
                  <a:srgbClr val="000000"/>
                </a:solidFill>
              </a:rPr>
              <a:t>RESTful API</a:t>
            </a:r>
          </a:p>
          <a:p>
            <a:r>
              <a:rPr lang="en-US" dirty="0">
                <a:solidFill>
                  <a:srgbClr val="000000"/>
                </a:solidFill>
              </a:rPr>
              <a:t>Conventions</a:t>
            </a:r>
          </a:p>
          <a:p>
            <a:r>
              <a:rPr lang="en-US" dirty="0">
                <a:solidFill>
                  <a:srgbClr val="000000"/>
                </a:solidFill>
              </a:rPr>
              <a:t>Building REST API</a:t>
            </a:r>
          </a:p>
          <a:p>
            <a:r>
              <a:rPr lang="en-US" dirty="0">
                <a:solidFill>
                  <a:srgbClr val="000000"/>
                </a:solidFill>
              </a:rPr>
              <a:t>Consuming the API</a:t>
            </a:r>
          </a:p>
          <a:p>
            <a:r>
              <a:rPr lang="en-US" dirty="0" err="1">
                <a:solidFill>
                  <a:srgbClr val="000000"/>
                </a:solidFill>
              </a:rPr>
              <a:t>cURL</a:t>
            </a:r>
            <a:r>
              <a:rPr lang="en-US" dirty="0">
                <a:solidFill>
                  <a:srgbClr val="000000"/>
                </a:solidFill>
              </a:rPr>
              <a:t>/Postman/Insomnia</a:t>
            </a:r>
          </a:p>
          <a:p>
            <a:r>
              <a:rPr lang="en-US" dirty="0">
                <a:solidFill>
                  <a:srgbClr val="000000"/>
                </a:solidFill>
              </a:rPr>
              <a:t>Automated Testing</a:t>
            </a:r>
          </a:p>
          <a:p>
            <a:r>
              <a:rPr lang="en-US" dirty="0">
                <a:solidFill>
                  <a:srgbClr val="000000"/>
                </a:solidFill>
              </a:rPr>
              <a:t>Test Coverage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9F8048-1E86-48F4-B246-D2F8C54B7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90989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API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839536" cy="4887878"/>
          </a:xfrm>
          <a:prstGeom prst="rect">
            <a:avLst/>
          </a:prstGeom>
        </p:spPr>
        <p:txBody>
          <a:bodyPr numCol="1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API is abbreviation for Application Programming Interface. As the name suggests, it is an interface for programmers to develop applications.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An API is necessary when the front-end and back-end codes are separate.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It is also essential if an application shares data with another application, i.e., for data integration.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API also acts as Abstraction so that the application developers do not know, nor need to know How the back-end services work.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API does not have a UI, however it has certain rules on data exchange.</a:t>
            </a:r>
          </a:p>
        </p:txBody>
      </p:sp>
    </p:spTree>
    <p:extLst>
      <p:ext uri="{BB962C8B-B14F-4D97-AF65-F5344CB8AC3E}">
        <p14:creationId xmlns:p14="http://schemas.microsoft.com/office/powerpoint/2010/main" val="40010303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RESTful API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839536" cy="4887878"/>
          </a:xfrm>
          <a:prstGeom prst="rect">
            <a:avLst/>
          </a:prstGeom>
        </p:spPr>
        <p:txBody>
          <a:bodyPr numCol="1"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REST stands for </a:t>
            </a:r>
            <a:r>
              <a:rPr lang="en-US" sz="3000" dirty="0" err="1"/>
              <a:t>REpresentational</a:t>
            </a:r>
            <a:r>
              <a:rPr lang="en-US" sz="3000" dirty="0"/>
              <a:t> State Transfer. It is a Software Architecture to design an API.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An API is REST-compliant, or RESTful if: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800" dirty="0"/>
              <a:t>It has a Server-Client architecture.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800" dirty="0"/>
              <a:t>It is stateless, meaning it does not preserve history of past data.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800" dirty="0"/>
              <a:t>It supports caching.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800" dirty="0"/>
              <a:t>Optionally, a REST API supports layering and has a unified way to access data resources.</a:t>
            </a:r>
          </a:p>
        </p:txBody>
      </p:sp>
    </p:spTree>
    <p:extLst>
      <p:ext uri="{BB962C8B-B14F-4D97-AF65-F5344CB8AC3E}">
        <p14:creationId xmlns:p14="http://schemas.microsoft.com/office/powerpoint/2010/main" val="15065160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Conventions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839536" cy="4887878"/>
          </a:xfrm>
          <a:prstGeom prst="rect">
            <a:avLst/>
          </a:prstGeom>
        </p:spPr>
        <p:txBody>
          <a:bodyPr numCol="1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Unlike other code, where convention is considered optional, a REST API has strict rules. For example, false naming is considered a “bug”.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800" dirty="0"/>
              <a:t>For example, a REST API endpoint for </a:t>
            </a:r>
            <a:r>
              <a:rPr lang="en-US" sz="2800" dirty="0" err="1"/>
              <a:t>Baham</a:t>
            </a:r>
            <a:r>
              <a:rPr lang="en-US" sz="2800" dirty="0"/>
              <a:t> app which provides a list of vehicles available for sharing can look like: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800" dirty="0">
                <a:solidFill>
                  <a:schemeClr val="accent5">
                    <a:lumMod val="75000"/>
                    <a:lumOff val="25000"/>
                  </a:schemeClr>
                </a:solidFill>
              </a:rPr>
              <a:t>http://baham.dareecha.com/api/</a:t>
            </a:r>
            <a:r>
              <a:rPr lang="en-US" sz="2800" dirty="0">
                <a:solidFill>
                  <a:srgbClr val="00B050"/>
                </a:solidFill>
              </a:rPr>
              <a:t>vehicles</a:t>
            </a:r>
            <a:r>
              <a:rPr lang="en-US" sz="2800" dirty="0"/>
              <a:t>? </a:t>
            </a:r>
            <a:r>
              <a:rPr lang="en-US" sz="2800" dirty="0">
                <a:solidFill>
                  <a:srgbClr val="C00000"/>
                </a:solidFill>
              </a:rPr>
              <a:t>status=</a:t>
            </a:r>
            <a:r>
              <a:rPr lang="en-US" sz="2800" dirty="0" err="1">
                <a:solidFill>
                  <a:srgbClr val="C00000"/>
                </a:solidFill>
              </a:rPr>
              <a:t>available&amp;min_capacity</a:t>
            </a:r>
            <a:r>
              <a:rPr lang="en-US" sz="2800" dirty="0">
                <a:solidFill>
                  <a:srgbClr val="C00000"/>
                </a:solidFill>
              </a:rPr>
              <a:t>=2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800" dirty="0"/>
              <a:t>The above URI is called an end-point. The blue part is the URL, </a:t>
            </a:r>
            <a:r>
              <a:rPr lang="en-US" sz="2800" u="sng" dirty="0"/>
              <a:t>vehicles</a:t>
            </a:r>
            <a:r>
              <a:rPr lang="en-US" sz="2800" dirty="0"/>
              <a:t> is the resource which is to be searched for and the portion after question mark (?) defines the query parameters: </a:t>
            </a:r>
            <a:r>
              <a:rPr lang="en-US" sz="2800" u="sng" dirty="0"/>
              <a:t>status=available</a:t>
            </a:r>
            <a:r>
              <a:rPr lang="en-US" sz="2800" dirty="0"/>
              <a:t> and min-capacity=2 to filter vehicles.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800" dirty="0"/>
              <a:t>When the client hits this URI, the REST API should return an HTTP response with a list of all vehicles with current status as available and have at least 2 seats available.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800" dirty="0"/>
              <a:t>As for naming convention, all characters must be lower case; underscores, camelCase, </a:t>
            </a:r>
            <a:r>
              <a:rPr lang="en-US" sz="2800" dirty="0" err="1"/>
              <a:t>TitleCase</a:t>
            </a:r>
            <a:r>
              <a:rPr lang="en-US" sz="2800" dirty="0"/>
              <a:t> should be avoided.</a:t>
            </a:r>
          </a:p>
        </p:txBody>
      </p:sp>
    </p:spTree>
    <p:extLst>
      <p:ext uri="{BB962C8B-B14F-4D97-AF65-F5344CB8AC3E}">
        <p14:creationId xmlns:p14="http://schemas.microsoft.com/office/powerpoint/2010/main" val="36015434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Conventions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839536" cy="4887878"/>
          </a:xfrm>
          <a:prstGeom prst="rect">
            <a:avLst/>
          </a:prstGeom>
        </p:spPr>
        <p:txBody>
          <a:bodyPr numCol="1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800" dirty="0"/>
              <a:t>For sub-resources, the main resource should be extended. For example: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800" dirty="0"/>
              <a:t>http://baham.dareecha.com/vehicle/2/companions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800" dirty="0"/>
              <a:t>In this case, the API should first search for a vehicle with ID 2, then return the list of companions sharing this vehicle.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800" dirty="0"/>
              <a:t>This is layered approach. First, user will get a list of vehicles: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600" dirty="0"/>
              <a:t>http://baham.dareecha.com/api/vehicles? status=</a:t>
            </a:r>
            <a:r>
              <a:rPr lang="en-US" sz="2600" dirty="0" err="1"/>
              <a:t>available&amp;min_capacity</a:t>
            </a:r>
            <a:r>
              <a:rPr lang="en-US" sz="2600" dirty="0"/>
              <a:t>=2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800" dirty="0"/>
              <a:t>Then for each vehicle in this list, a new API call will be made to get its respective companions one by one.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800" dirty="0"/>
              <a:t>This sounds like more work, but it keeps the API lightweight and less prone to network errors.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8714435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Conventions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839536" cy="4887878"/>
          </a:xfrm>
          <a:prstGeom prst="rect">
            <a:avLst/>
          </a:prstGeom>
        </p:spPr>
        <p:txBody>
          <a:bodyPr numCol="1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800" dirty="0"/>
              <a:t>If you are going to pass a variable as parameter, enclose it in curly brackets: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800" dirty="0"/>
              <a:t>http://baham.dareecha.com/vehicle/{uuid}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800" dirty="0"/>
              <a:t>In this case, the </a:t>
            </a:r>
            <a:r>
              <a:rPr lang="en-US" sz="2800" dirty="0" err="1"/>
              <a:t>uuid</a:t>
            </a:r>
            <a:r>
              <a:rPr lang="en-US" sz="2800" dirty="0"/>
              <a:t> is the variable name in vehicle model to get a vehicle object by its Universally Unique ID.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800" dirty="0"/>
              <a:t>No end-point should return more than a few hundred objects. If the user needs more than 500 records, then make multiple calls.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800" dirty="0"/>
              <a:t>Pagination should be provided for larger data sets. For example,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800" dirty="0"/>
              <a:t>http://baham.dareecha.com/vehicles/?page=1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800" dirty="0"/>
              <a:t>When expecting a single object, write “/vehicle”, but for a set of objects write “/vehicles”.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800" dirty="0"/>
              <a:t>Note that we are using Nouns for resource names, not verbs like /</a:t>
            </a:r>
            <a:r>
              <a:rPr lang="en-US" sz="2800" dirty="0" err="1"/>
              <a:t>getVehicles</a:t>
            </a:r>
            <a:r>
              <a:rPr lang="en-US" sz="2800" dirty="0"/>
              <a:t>. Similarly, “/vehicle/save” or “/vehicle/get” or “/vehicle/{</a:t>
            </a:r>
            <a:r>
              <a:rPr lang="en-US" sz="2800" dirty="0" err="1"/>
              <a:t>uuid</a:t>
            </a:r>
            <a:r>
              <a:rPr lang="en-US" sz="2800" dirty="0"/>
              <a:t>}/delete” are all Wrong.</a:t>
            </a:r>
          </a:p>
        </p:txBody>
      </p:sp>
    </p:spTree>
    <p:extLst>
      <p:ext uri="{BB962C8B-B14F-4D97-AF65-F5344CB8AC3E}">
        <p14:creationId xmlns:p14="http://schemas.microsoft.com/office/powerpoint/2010/main" val="12969168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Conventions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839536" cy="4887878"/>
          </a:xfrm>
          <a:prstGeom prst="rect">
            <a:avLst/>
          </a:prstGeom>
        </p:spPr>
        <p:txBody>
          <a:bodyPr numCol="1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800" dirty="0"/>
              <a:t>The end-point must not contain anything which is passed in the HTTP header.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800" dirty="0"/>
              <a:t>For CRUD operations, the REST end-points should not specify the type of operation. Instead, pass the correct HTTP method (GET/POST/DELETE/PUT).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800" dirty="0"/>
              <a:t>To mention the document format (e.g., JSON or XML) to represent incoming data, use parameters, like “/vehicles/?format=</a:t>
            </a:r>
            <a:r>
              <a:rPr lang="en-US" sz="2800" dirty="0" err="1"/>
              <a:t>json</a:t>
            </a:r>
            <a:r>
              <a:rPr lang="en-US" sz="2800" dirty="0"/>
              <a:t>”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800" dirty="0"/>
              <a:t>API end-point should not have the forward slash ‘/’ at the end of the URI.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800" dirty="0"/>
              <a:t>Set system defaults instead of asking in each API call. For example: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800" dirty="0"/>
              <a:t>http://dareecha.baham.com/vehicle/{uuid}?date-format=yyyy-MM-DD&amp;language=en&amp;format=json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800" dirty="0"/>
              <a:t>This can be avoided by setting default Date format, default Language and default document format.</a:t>
            </a:r>
          </a:p>
        </p:txBody>
      </p:sp>
    </p:spTree>
    <p:extLst>
      <p:ext uri="{BB962C8B-B14F-4D97-AF65-F5344CB8AC3E}">
        <p14:creationId xmlns:p14="http://schemas.microsoft.com/office/powerpoint/2010/main" val="10145487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0D08672-FFE7-A6C7-D504-A88D452BD6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4122017"/>
              </p:ext>
            </p:extLst>
          </p:nvPr>
        </p:nvGraphicFramePr>
        <p:xfrm>
          <a:off x="209905" y="1437780"/>
          <a:ext cx="11752740" cy="51154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14455">
                  <a:extLst>
                    <a:ext uri="{9D8B030D-6E8A-4147-A177-3AD203B41FA5}">
                      <a16:colId xmlns:a16="http://schemas.microsoft.com/office/drawing/2014/main" val="1481327890"/>
                    </a:ext>
                  </a:extLst>
                </a:gridCol>
                <a:gridCol w="3338285">
                  <a:extLst>
                    <a:ext uri="{9D8B030D-6E8A-4147-A177-3AD203B41FA5}">
                      <a16:colId xmlns:a16="http://schemas.microsoft.com/office/drawing/2014/main" val="3483455317"/>
                    </a:ext>
                  </a:extLst>
                </a:gridCol>
              </a:tblGrid>
              <a:tr h="444486">
                <a:tc>
                  <a:txBody>
                    <a:bodyPr/>
                    <a:lstStyle/>
                    <a:p>
                      <a:r>
                        <a:rPr lang="en-US" sz="2000" dirty="0"/>
                        <a:t>URI</a:t>
                      </a:r>
                      <a:endParaRPr lang="en-PK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Good or Bad?</a:t>
                      </a:r>
                      <a:endParaRPr lang="en-PK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3845693"/>
                  </a:ext>
                </a:extLst>
              </a:tr>
              <a:tr h="444486">
                <a:tc>
                  <a:txBody>
                    <a:bodyPr/>
                    <a:lstStyle/>
                    <a:p>
                      <a:pPr algn="l"/>
                      <a:r>
                        <a:rPr lang="en-US" sz="2000" b="1" i="0" dirty="0">
                          <a:effectLst/>
                          <a:latin typeface="Courier"/>
                        </a:rPr>
                        <a:t>/vehicles</a:t>
                      </a:r>
                      <a:endParaRPr lang="en-US" sz="2000" b="0" dirty="0">
                        <a:effectLst/>
                        <a:latin typeface="Source Sans Pro" panose="020B0503030403020204" pitchFamily="34" charset="0"/>
                      </a:endParaRPr>
                    </a:p>
                  </a:txBody>
                  <a:tcPr marL="121920" marR="121920" marT="30480" marB="3048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b="0" dirty="0">
                          <a:effectLst/>
                          <a:latin typeface="Source Sans Pro" panose="020B0503030403020204" pitchFamily="34" charset="0"/>
                        </a:rPr>
                        <a:t>Good</a:t>
                      </a:r>
                    </a:p>
                  </a:txBody>
                  <a:tcPr marL="121920" marR="121920" marT="30480" marB="30480" anchor="ctr"/>
                </a:tc>
                <a:extLst>
                  <a:ext uri="{0D108BD9-81ED-4DB2-BD59-A6C34878D82A}">
                    <a16:rowId xmlns:a16="http://schemas.microsoft.com/office/drawing/2014/main" val="1695977280"/>
                  </a:ext>
                </a:extLst>
              </a:tr>
              <a:tr h="444486">
                <a:tc>
                  <a:txBody>
                    <a:bodyPr/>
                    <a:lstStyle/>
                    <a:p>
                      <a:pPr algn="l" rtl="0"/>
                      <a:r>
                        <a:rPr lang="en-US" sz="2000" b="1" i="0" dirty="0">
                          <a:effectLst/>
                          <a:latin typeface="Courier"/>
                        </a:rPr>
                        <a:t>/vehicles/6/requests</a:t>
                      </a:r>
                      <a:endParaRPr lang="en-US" sz="2000" b="0" dirty="0">
                        <a:effectLst/>
                        <a:latin typeface="Source Sans Pro" panose="020B0503030403020204" pitchFamily="34" charset="0"/>
                      </a:endParaRPr>
                    </a:p>
                  </a:txBody>
                  <a:tcPr marL="121920" marR="121920" marT="30480" marB="3048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b="0" dirty="0">
                          <a:effectLst/>
                          <a:latin typeface="Source Sans Pro" panose="020B0503030403020204" pitchFamily="34" charset="0"/>
                        </a:rPr>
                        <a:t>Good</a:t>
                      </a:r>
                    </a:p>
                  </a:txBody>
                  <a:tcPr marL="121920" marR="121920" marT="30480" marB="30480" anchor="ctr"/>
                </a:tc>
                <a:extLst>
                  <a:ext uri="{0D108BD9-81ED-4DB2-BD59-A6C34878D82A}">
                    <a16:rowId xmlns:a16="http://schemas.microsoft.com/office/drawing/2014/main" val="761770346"/>
                  </a:ext>
                </a:extLst>
              </a:tr>
              <a:tr h="444486">
                <a:tc>
                  <a:txBody>
                    <a:bodyPr/>
                    <a:lstStyle/>
                    <a:p>
                      <a:pPr algn="l"/>
                      <a:r>
                        <a:rPr lang="en-US" sz="2000" b="1" i="0" dirty="0">
                          <a:effectLst/>
                          <a:latin typeface="Courier"/>
                        </a:rPr>
                        <a:t>/vehicles/6/</a:t>
                      </a:r>
                      <a:r>
                        <a:rPr lang="en-US" sz="2000" b="1" i="0" dirty="0" err="1">
                          <a:effectLst/>
                          <a:latin typeface="Courier"/>
                        </a:rPr>
                        <a:t>requests?status</a:t>
                      </a:r>
                      <a:r>
                        <a:rPr lang="en-US" sz="2000" b="1" i="0" dirty="0">
                          <a:effectLst/>
                          <a:latin typeface="Courier"/>
                        </a:rPr>
                        <a:t>=REJECTED</a:t>
                      </a:r>
                      <a:endParaRPr lang="en-US" sz="2000" b="0" dirty="0">
                        <a:effectLst/>
                        <a:latin typeface="Source Sans Pro" panose="020B0503030403020204" pitchFamily="34" charset="0"/>
                      </a:endParaRPr>
                    </a:p>
                  </a:txBody>
                  <a:tcPr marL="121920" marR="121920" marT="30480" marB="3048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b="0" dirty="0">
                          <a:effectLst/>
                          <a:latin typeface="Source Sans Pro" panose="020B0503030403020204" pitchFamily="34" charset="0"/>
                        </a:rPr>
                        <a:t>Good</a:t>
                      </a:r>
                    </a:p>
                  </a:txBody>
                  <a:tcPr marL="121920" marR="121920" marT="30480" marB="30480" anchor="ctr"/>
                </a:tc>
                <a:extLst>
                  <a:ext uri="{0D108BD9-81ED-4DB2-BD59-A6C34878D82A}">
                    <a16:rowId xmlns:a16="http://schemas.microsoft.com/office/drawing/2014/main" val="1704401436"/>
                  </a:ext>
                </a:extLst>
              </a:tr>
              <a:tr h="444486">
                <a:tc>
                  <a:txBody>
                    <a:bodyPr/>
                    <a:lstStyle/>
                    <a:p>
                      <a:pPr algn="l"/>
                      <a:r>
                        <a:rPr lang="en-US" sz="2000" b="1" i="0" dirty="0">
                          <a:effectLst/>
                          <a:latin typeface="Courier"/>
                        </a:rPr>
                        <a:t>/vehicles/{</a:t>
                      </a:r>
                      <a:r>
                        <a:rPr lang="en-US" sz="2000" b="1" i="0" dirty="0" err="1">
                          <a:effectLst/>
                          <a:latin typeface="Courier"/>
                        </a:rPr>
                        <a:t>vehicleId</a:t>
                      </a:r>
                      <a:r>
                        <a:rPr lang="en-US" sz="2000" b="1" i="0" dirty="0">
                          <a:effectLst/>
                          <a:latin typeface="Courier"/>
                        </a:rPr>
                        <a:t>}</a:t>
                      </a:r>
                      <a:endParaRPr lang="en-US" sz="2000" b="0" dirty="0">
                        <a:effectLst/>
                        <a:latin typeface="Source Sans Pro" panose="020B0503030403020204" pitchFamily="34" charset="0"/>
                      </a:endParaRPr>
                    </a:p>
                  </a:txBody>
                  <a:tcPr marL="121920" marR="121920" marT="30480" marB="3048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b="0" dirty="0">
                          <a:effectLst/>
                          <a:latin typeface="Source Sans Pro" panose="020B0503030403020204" pitchFamily="34" charset="0"/>
                        </a:rPr>
                        <a:t>Good</a:t>
                      </a:r>
                    </a:p>
                  </a:txBody>
                  <a:tcPr marL="121920" marR="121920" marT="30480" marB="30480" anchor="ctr"/>
                </a:tc>
                <a:extLst>
                  <a:ext uri="{0D108BD9-81ED-4DB2-BD59-A6C34878D82A}">
                    <a16:rowId xmlns:a16="http://schemas.microsoft.com/office/drawing/2014/main" val="3381050103"/>
                  </a:ext>
                </a:extLst>
              </a:tr>
              <a:tr h="444486">
                <a:tc>
                  <a:txBody>
                    <a:bodyPr/>
                    <a:lstStyle/>
                    <a:p>
                      <a:pPr algn="l"/>
                      <a:r>
                        <a:rPr lang="en-US" sz="2000" b="1" i="0" dirty="0">
                          <a:effectLst/>
                          <a:latin typeface="Courier"/>
                        </a:rPr>
                        <a:t>/Vehicles</a:t>
                      </a:r>
                      <a:endParaRPr lang="en-US" sz="2000" b="0" dirty="0">
                        <a:effectLst/>
                        <a:latin typeface="Source Sans Pro" panose="020B0503030403020204" pitchFamily="34" charset="0"/>
                      </a:endParaRPr>
                    </a:p>
                  </a:txBody>
                  <a:tcPr marL="121920" marR="121920" marT="30480" marB="3048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b="0" dirty="0">
                          <a:effectLst/>
                          <a:latin typeface="Source Sans Pro" panose="020B0503030403020204" pitchFamily="34" charset="0"/>
                        </a:rPr>
                        <a:t>Bad</a:t>
                      </a:r>
                    </a:p>
                  </a:txBody>
                  <a:tcPr marL="121920" marR="121920" marT="30480" marB="30480" anchor="ctr"/>
                </a:tc>
                <a:extLst>
                  <a:ext uri="{0D108BD9-81ED-4DB2-BD59-A6C34878D82A}">
                    <a16:rowId xmlns:a16="http://schemas.microsoft.com/office/drawing/2014/main" val="310675896"/>
                  </a:ext>
                </a:extLst>
              </a:tr>
              <a:tr h="444486">
                <a:tc>
                  <a:txBody>
                    <a:bodyPr/>
                    <a:lstStyle/>
                    <a:p>
                      <a:pPr algn="l"/>
                      <a:r>
                        <a:rPr lang="en-US" sz="2000" b="1" i="0" dirty="0">
                          <a:effectLst/>
                          <a:latin typeface="Courier"/>
                        </a:rPr>
                        <a:t>/get-all-vehicles</a:t>
                      </a:r>
                      <a:endParaRPr lang="en-US" sz="2000" b="0" dirty="0">
                        <a:effectLst/>
                        <a:latin typeface="Source Sans Pro" panose="020B0503030403020204" pitchFamily="34" charset="0"/>
                      </a:endParaRPr>
                    </a:p>
                  </a:txBody>
                  <a:tcPr marL="121920" marR="121920" marT="30480" marB="3048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b="0" dirty="0">
                          <a:effectLst/>
                          <a:latin typeface="Source Sans Pro" panose="020B0503030403020204" pitchFamily="34" charset="0"/>
                        </a:rPr>
                        <a:t>Bad</a:t>
                      </a:r>
                    </a:p>
                  </a:txBody>
                  <a:tcPr marL="121920" marR="121920" marT="30480" marB="30480" anchor="ctr"/>
                </a:tc>
                <a:extLst>
                  <a:ext uri="{0D108BD9-81ED-4DB2-BD59-A6C34878D82A}">
                    <a16:rowId xmlns:a16="http://schemas.microsoft.com/office/drawing/2014/main" val="1342493402"/>
                  </a:ext>
                </a:extLst>
              </a:tr>
              <a:tr h="444486">
                <a:tc>
                  <a:txBody>
                    <a:bodyPr/>
                    <a:lstStyle/>
                    <a:p>
                      <a:pPr algn="l"/>
                      <a:r>
                        <a:rPr lang="en-US" sz="2000" b="1" i="0" dirty="0">
                          <a:effectLst/>
                          <a:latin typeface="Courier"/>
                        </a:rPr>
                        <a:t>/vehicles/?page=1</a:t>
                      </a:r>
                      <a:endParaRPr lang="en-US" sz="2000" b="0" dirty="0">
                        <a:effectLst/>
                        <a:latin typeface="Source Sans Pro" panose="020B0503030403020204" pitchFamily="34" charset="0"/>
                      </a:endParaRPr>
                    </a:p>
                  </a:txBody>
                  <a:tcPr marL="121920" marR="121920" marT="30480" marB="3048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b="0" dirty="0">
                          <a:effectLst/>
                          <a:latin typeface="Source Sans Pro" panose="020B0503030403020204" pitchFamily="34" charset="0"/>
                        </a:rPr>
                        <a:t>Good</a:t>
                      </a:r>
                    </a:p>
                  </a:txBody>
                  <a:tcPr marL="121920" marR="121920" marT="30480" marB="30480" anchor="ctr"/>
                </a:tc>
                <a:extLst>
                  <a:ext uri="{0D108BD9-81ED-4DB2-BD59-A6C34878D82A}">
                    <a16:rowId xmlns:a16="http://schemas.microsoft.com/office/drawing/2014/main" val="1986513560"/>
                  </a:ext>
                </a:extLst>
              </a:tr>
              <a:tr h="444486">
                <a:tc>
                  <a:txBody>
                    <a:bodyPr/>
                    <a:lstStyle/>
                    <a:p>
                      <a:pPr algn="l"/>
                      <a:r>
                        <a:rPr lang="en-US" sz="2000" b="1" i="0" dirty="0">
                          <a:effectLst/>
                          <a:latin typeface="Courier"/>
                        </a:rPr>
                        <a:t>/vehicles/1/void</a:t>
                      </a:r>
                      <a:endParaRPr lang="en-US" sz="2000" b="0" dirty="0">
                        <a:effectLst/>
                        <a:latin typeface="Source Sans Pro" panose="020B0503030403020204" pitchFamily="34" charset="0"/>
                      </a:endParaRPr>
                    </a:p>
                  </a:txBody>
                  <a:tcPr marL="121920" marR="121920" marT="30480" marB="3048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b="0" dirty="0">
                          <a:effectLst/>
                          <a:latin typeface="Source Sans Pro" panose="020B0503030403020204" pitchFamily="34" charset="0"/>
                        </a:rPr>
                        <a:t>Bad</a:t>
                      </a:r>
                    </a:p>
                  </a:txBody>
                  <a:tcPr marL="121920" marR="121920" marT="30480" marB="30480" anchor="ctr"/>
                </a:tc>
                <a:extLst>
                  <a:ext uri="{0D108BD9-81ED-4DB2-BD59-A6C34878D82A}">
                    <a16:rowId xmlns:a16="http://schemas.microsoft.com/office/drawing/2014/main" val="475592992"/>
                  </a:ext>
                </a:extLst>
              </a:tr>
              <a:tr h="444486">
                <a:tc>
                  <a:txBody>
                    <a:bodyPr/>
                    <a:lstStyle/>
                    <a:p>
                      <a:pPr algn="l"/>
                      <a:r>
                        <a:rPr lang="en-US" sz="2000" b="1" i="0" dirty="0">
                          <a:effectLst/>
                          <a:latin typeface="Courier"/>
                        </a:rPr>
                        <a:t>/vehicles/{</a:t>
                      </a:r>
                      <a:r>
                        <a:rPr lang="en-US" sz="2000" b="1" i="0" dirty="0" err="1">
                          <a:effectLst/>
                          <a:latin typeface="Courier"/>
                        </a:rPr>
                        <a:t>uuid</a:t>
                      </a:r>
                      <a:r>
                        <a:rPr lang="en-US" sz="2000" b="1" i="0" dirty="0">
                          <a:effectLst/>
                          <a:latin typeface="Courier"/>
                        </a:rPr>
                        <a:t>}/companions/bio</a:t>
                      </a:r>
                      <a:endParaRPr lang="en-US" sz="2000" b="0" dirty="0">
                        <a:effectLst/>
                        <a:latin typeface="Source Sans Pro" panose="020B0503030403020204" pitchFamily="34" charset="0"/>
                      </a:endParaRPr>
                    </a:p>
                  </a:txBody>
                  <a:tcPr marL="121920" marR="121920" marT="30480" marB="3048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b="0" dirty="0">
                          <a:effectLst/>
                          <a:latin typeface="Source Sans Pro" panose="020B0503030403020204" pitchFamily="34" charset="0"/>
                        </a:rPr>
                        <a:t>Good</a:t>
                      </a:r>
                    </a:p>
                  </a:txBody>
                  <a:tcPr marL="121920" marR="121920" marT="30480" marB="30480" anchor="ctr"/>
                </a:tc>
                <a:extLst>
                  <a:ext uri="{0D108BD9-81ED-4DB2-BD59-A6C34878D82A}">
                    <a16:rowId xmlns:a16="http://schemas.microsoft.com/office/drawing/2014/main" val="170828038"/>
                  </a:ext>
                </a:extLst>
              </a:tr>
              <a:tr h="444486">
                <a:tc>
                  <a:txBody>
                    <a:bodyPr/>
                    <a:lstStyle/>
                    <a:p>
                      <a:pPr algn="l"/>
                      <a:r>
                        <a:rPr lang="en-US" sz="2000" b="1" i="0" dirty="0">
                          <a:effectLst/>
                          <a:latin typeface="Courier"/>
                        </a:rPr>
                        <a:t>/vehicles/?registered-from=2023-04-01&amp;registered-to=2023-05-16</a:t>
                      </a:r>
                      <a:endParaRPr lang="en-US" sz="2000" b="0" dirty="0">
                        <a:effectLst/>
                        <a:latin typeface="Source Sans Pro" panose="020B0503030403020204" pitchFamily="34" charset="0"/>
                      </a:endParaRPr>
                    </a:p>
                  </a:txBody>
                  <a:tcPr marL="121920" marR="121920" marT="30480" marB="3048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b="0" dirty="0">
                          <a:effectLst/>
                          <a:latin typeface="Source Sans Pro" panose="020B0503030403020204" pitchFamily="34" charset="0"/>
                        </a:rPr>
                        <a:t>Good</a:t>
                      </a:r>
                    </a:p>
                  </a:txBody>
                  <a:tcPr marL="121920" marR="121920" marT="30480" marB="30480" anchor="ctr"/>
                </a:tc>
                <a:extLst>
                  <a:ext uri="{0D108BD9-81ED-4DB2-BD59-A6C34878D82A}">
                    <a16:rowId xmlns:a16="http://schemas.microsoft.com/office/drawing/2014/main" val="1416530497"/>
                  </a:ext>
                </a:extLst>
              </a:tr>
            </a:tbl>
          </a:graphicData>
        </a:graphic>
      </p:graphicFrame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Exercise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38867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Conventions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839536" cy="4887878"/>
          </a:xfrm>
          <a:prstGeom prst="rect">
            <a:avLst/>
          </a:prstGeom>
        </p:spPr>
        <p:txBody>
          <a:bodyPr numCol="1"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800" dirty="0"/>
              <a:t>Always return the correct error codes: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600" dirty="0"/>
              <a:t>200: Success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600" dirty="0"/>
              <a:t>201: New </a:t>
            </a:r>
            <a:r>
              <a:rPr lang="en-US" sz="2600"/>
              <a:t>resource created</a:t>
            </a:r>
            <a:endParaRPr lang="en-US" sz="2600" dirty="0"/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600" dirty="0"/>
              <a:t>401: Unauthorized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600" dirty="0"/>
              <a:t>403: Authorized, but has no access to specific resource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600" dirty="0"/>
              <a:t>404: Resource not available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28032961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Building REST API</a:t>
            </a:r>
          </a:p>
          <a:p>
            <a:endParaRPr lang="en-US" sz="3200" dirty="0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839536" cy="983928"/>
          </a:xfrm>
          <a:prstGeom prst="rect">
            <a:avLst/>
          </a:prstGeom>
        </p:spPr>
        <p:txBody>
          <a:bodyPr numCol="1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800" dirty="0"/>
              <a:t>A simple way to build your own REST API is to Add handler methods in views.py module. For example, to provide CRUD methods for </a:t>
            </a:r>
            <a:r>
              <a:rPr lang="en-US" sz="2800" dirty="0" err="1"/>
              <a:t>VehicleModel</a:t>
            </a:r>
            <a:endParaRPr lang="en-US" sz="2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F1216D1-AF96-87A8-9DF8-873D5E92B973}"/>
              </a:ext>
            </a:extLst>
          </p:cNvPr>
          <p:cNvSpPr txBox="1"/>
          <p:nvPr/>
        </p:nvSpPr>
        <p:spPr>
          <a:xfrm>
            <a:off x="220384" y="2516515"/>
            <a:ext cx="11839536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get_all_vehicle_models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request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vehicle_models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VehicleModel</a:t>
            </a:r>
            <a:r>
              <a:rPr lang="en-US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objects</a:t>
            </a:r>
            <a:r>
              <a:rPr lang="en-US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all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[]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model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vehicle_models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append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({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uuid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model</a:t>
            </a:r>
            <a:r>
              <a:rPr lang="en-US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uuid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'vendor'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model</a:t>
            </a:r>
            <a:r>
              <a:rPr lang="en-US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vendor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'model'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model</a:t>
            </a:r>
            <a:r>
              <a:rPr lang="en-US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model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'type'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model</a:t>
            </a:r>
            <a:r>
              <a:rPr lang="en-US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date_created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model</a:t>
            </a:r>
            <a:r>
              <a:rPr lang="en-US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date_created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created_by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model</a:t>
            </a:r>
            <a:r>
              <a:rPr lang="en-US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created_by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})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JsonResponse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({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'results'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})</a:t>
            </a:r>
          </a:p>
        </p:txBody>
      </p:sp>
    </p:spTree>
    <p:extLst>
      <p:ext uri="{BB962C8B-B14F-4D97-AF65-F5344CB8AC3E}">
        <p14:creationId xmlns:p14="http://schemas.microsoft.com/office/powerpoint/2010/main" val="6012574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Building REST API</a:t>
            </a:r>
          </a:p>
          <a:p>
            <a:endParaRPr lang="en-US" sz="3200" dirty="0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839536" cy="4887878"/>
          </a:xfrm>
          <a:prstGeom prst="rect">
            <a:avLst/>
          </a:prstGeom>
        </p:spPr>
        <p:txBody>
          <a:bodyPr numCol="1"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800" dirty="0"/>
              <a:t>Register the path to handle this call in urls.py: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path('</a:t>
            </a:r>
            <a:r>
              <a:rPr lang="en-US" sz="2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api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/get/vehicles', </a:t>
            </a:r>
            <a:r>
              <a:rPr lang="en-US" sz="2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views.get_all_vehicle_models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, name='</a:t>
            </a:r>
            <a:r>
              <a:rPr lang="en-US" sz="2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get_all_vehicles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’)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800" dirty="0"/>
              <a:t>Once this path is registered, you can call the API endpoint by typing the related address in the URL: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800" dirty="0">
                <a:hlinkClick r:id="rId3"/>
              </a:rPr>
              <a:t>http://127.0.0.1:8000/api/vehicles</a:t>
            </a:r>
            <a:endParaRPr lang="en-US" sz="2800" dirty="0"/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800" dirty="0"/>
              <a:t>You should be able to see all objects as raw output.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A844E9-FC49-56DE-9B36-E953401DB884}"/>
              </a:ext>
            </a:extLst>
          </p:cNvPr>
          <p:cNvSpPr txBox="1"/>
          <p:nvPr/>
        </p:nvSpPr>
        <p:spPr>
          <a:xfrm>
            <a:off x="5857240" y="1936458"/>
            <a:ext cx="61061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58694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Building REST API – Get by UUID</a:t>
            </a:r>
          </a:p>
          <a:p>
            <a:endParaRPr lang="en-US" sz="3200" dirty="0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E8F3F05-E07D-C27A-CA80-3EC783A1F7CF}"/>
              </a:ext>
            </a:extLst>
          </p:cNvPr>
          <p:cNvSpPr txBox="1"/>
          <p:nvPr/>
        </p:nvSpPr>
        <p:spPr>
          <a:xfrm>
            <a:off x="220384" y="1423243"/>
            <a:ext cx="11743016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get_vehicle_model_by_uuid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request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uuid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model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VehicleModel</a:t>
            </a:r>
            <a:r>
              <a:rPr lang="en-US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objects</a:t>
            </a:r>
            <a:r>
              <a:rPr lang="en-US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filter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uuid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uuid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first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uuid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model</a:t>
            </a:r>
            <a:r>
              <a:rPr lang="en-US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uuid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'vendor'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model</a:t>
            </a:r>
            <a:r>
              <a:rPr lang="en-US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vendor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'model'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model</a:t>
            </a:r>
            <a:r>
              <a:rPr lang="en-US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model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'type'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model</a:t>
            </a:r>
            <a:r>
              <a:rPr lang="en-US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'capacity'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model</a:t>
            </a:r>
            <a:r>
              <a:rPr lang="en-US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capacity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date_created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model</a:t>
            </a:r>
            <a:r>
              <a:rPr lang="en-US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date_created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created_by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model</a:t>
            </a:r>
            <a:r>
              <a:rPr lang="en-US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created_by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date_updated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model</a:t>
            </a:r>
            <a:r>
              <a:rPr lang="en-US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date_updated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updated_by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model</a:t>
            </a:r>
            <a:r>
              <a:rPr lang="en-US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updated_by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'voided'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model</a:t>
            </a:r>
            <a:r>
              <a:rPr lang="en-US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voided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date_voided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model</a:t>
            </a:r>
            <a:r>
              <a:rPr lang="en-US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date_voided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voided_by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model</a:t>
            </a:r>
            <a:r>
              <a:rPr lang="en-US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voided_by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void_reason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model</a:t>
            </a:r>
            <a:r>
              <a:rPr lang="en-US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void_reason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JsonResponse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({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'results'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})</a:t>
            </a:r>
          </a:p>
        </p:txBody>
      </p:sp>
    </p:spTree>
    <p:extLst>
      <p:ext uri="{BB962C8B-B14F-4D97-AF65-F5344CB8AC3E}">
        <p14:creationId xmlns:p14="http://schemas.microsoft.com/office/powerpoint/2010/main" val="40664486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Building REST API – Get by UUID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839536" cy="4887878"/>
          </a:xfrm>
          <a:prstGeom prst="rect">
            <a:avLst/>
          </a:prstGeom>
        </p:spPr>
        <p:txBody>
          <a:bodyPr numCol="1"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800" dirty="0"/>
              <a:t>Register the path to handle the endpoint in urls.py. We need a </a:t>
            </a:r>
            <a:r>
              <a:rPr lang="en-US" sz="2800" u="sng" dirty="0" err="1"/>
              <a:t>uuid</a:t>
            </a:r>
            <a:r>
              <a:rPr lang="en-US" sz="2800" dirty="0"/>
              <a:t> parameter: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path('</a:t>
            </a:r>
            <a:r>
              <a:rPr lang="en-US" sz="2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api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/get/vehicles/&lt;</a:t>
            </a:r>
            <a:r>
              <a:rPr lang="en-US" sz="2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str:uuid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&gt;', </a:t>
            </a:r>
            <a:r>
              <a:rPr lang="en-US" sz="2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views.get_vehicle_model_by_uuid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, name='</a:t>
            </a:r>
            <a:r>
              <a:rPr lang="en-US" sz="2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get_vehicle_model_by_uuid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')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800" dirty="0"/>
              <a:t>You can first fetch the list of all vehicles: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800" dirty="0">
                <a:hlinkClick r:id="rId3"/>
              </a:rPr>
              <a:t>http://127.0.0.1:8000/api/get/vehicles</a:t>
            </a:r>
            <a:endParaRPr lang="en-US" sz="2800" dirty="0"/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800" dirty="0"/>
              <a:t>Copy a </a:t>
            </a:r>
            <a:r>
              <a:rPr lang="en-US" sz="2800" dirty="0" err="1"/>
              <a:t>uuid</a:t>
            </a:r>
            <a:r>
              <a:rPr lang="en-US" sz="2800" dirty="0"/>
              <a:t> from results returned to fetch complete object by its </a:t>
            </a:r>
            <a:r>
              <a:rPr lang="en-US" sz="2800" u="sng" dirty="0" err="1"/>
              <a:t>uuid</a:t>
            </a:r>
            <a:r>
              <a:rPr lang="en-US" sz="2800" dirty="0"/>
              <a:t>, e.g.: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800" dirty="0">
                <a:hlinkClick r:id="rId4"/>
              </a:rPr>
              <a:t>http://127.0.0.1:8000/api/get/vehicles/85ec2e02-01a3-4b4a-bb21-dbe0f08cab02</a:t>
            </a:r>
            <a:endParaRPr lang="en-US" sz="2800" dirty="0"/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endParaRPr lang="en-US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A844E9-FC49-56DE-9B36-E953401DB884}"/>
              </a:ext>
            </a:extLst>
          </p:cNvPr>
          <p:cNvSpPr txBox="1"/>
          <p:nvPr/>
        </p:nvSpPr>
        <p:spPr>
          <a:xfrm>
            <a:off x="5857240" y="1936458"/>
            <a:ext cx="61061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34645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Building REST API – Create</a:t>
            </a:r>
          </a:p>
          <a:p>
            <a:endParaRPr lang="en-US" sz="3200" dirty="0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E8F3F05-E07D-C27A-CA80-3EC783A1F7CF}"/>
              </a:ext>
            </a:extLst>
          </p:cNvPr>
          <p:cNvSpPr txBox="1"/>
          <p:nvPr/>
        </p:nvSpPr>
        <p:spPr>
          <a:xfrm>
            <a:off x="-11113" y="1423243"/>
            <a:ext cx="12201525" cy="4524315"/>
          </a:xfrm>
          <a:prstGeom prst="rect">
            <a:avLst/>
          </a:prstGeom>
          <a:noFill/>
        </p:spPr>
        <p:txBody>
          <a:bodyPr wrap="square" numCol="1">
            <a:spAutoFit/>
          </a:bodyPr>
          <a:lstStyle/>
          <a:p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create_vehicle_model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request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request</a:t>
            </a:r>
            <a:r>
              <a:rPr lang="en-US" sz="16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.method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'POST'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_vendor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request</a:t>
            </a:r>
            <a:r>
              <a:rPr lang="en-US" sz="16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.POST.get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'vendor'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_model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request</a:t>
            </a:r>
            <a:r>
              <a:rPr lang="en-US" sz="16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.POST.get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'model'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_type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request</a:t>
            </a:r>
            <a:r>
              <a:rPr lang="en-US" sz="16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.POST.get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'type'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_capacity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request</a:t>
            </a:r>
            <a:r>
              <a:rPr lang="en-US" sz="16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.POST.get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'capacity'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_vendor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_model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_type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vehicle_model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VehicleModel</a:t>
            </a:r>
            <a:r>
              <a:rPr lang="en-US" sz="16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objects</a:t>
            </a:r>
            <a:r>
              <a:rPr lang="en-US" sz="16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create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vendor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_vendor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model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_model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_type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capacity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_capacity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response_data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'message'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'Vehicle model created successfully'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uuid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vehicle_model</a:t>
            </a:r>
            <a:r>
              <a:rPr lang="en-US" sz="16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uuid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JsonResponse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response_data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status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201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response_data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'error'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'Invalid request method'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JsonResponse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response_data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status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405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6291571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Building REST API – Update</a:t>
            </a:r>
          </a:p>
          <a:p>
            <a:endParaRPr lang="en-US" sz="3200" dirty="0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E8F3F05-E07D-C27A-CA80-3EC783A1F7CF}"/>
              </a:ext>
            </a:extLst>
          </p:cNvPr>
          <p:cNvSpPr txBox="1"/>
          <p:nvPr/>
        </p:nvSpPr>
        <p:spPr>
          <a:xfrm>
            <a:off x="-11113" y="1423243"/>
            <a:ext cx="12201525" cy="4862870"/>
          </a:xfrm>
          <a:prstGeom prst="rect">
            <a:avLst/>
          </a:prstGeom>
          <a:noFill/>
        </p:spPr>
        <p:txBody>
          <a:bodyPr wrap="square" numCol="2">
            <a:spAutoFit/>
          </a:bodyPr>
          <a:lstStyle/>
          <a:p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update_vehicle_model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request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uuid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request</a:t>
            </a:r>
            <a:r>
              <a:rPr lang="en-US" sz="16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.method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'PUT'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_vendor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request</a:t>
            </a:r>
            <a:r>
              <a:rPr lang="en-US" sz="16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.POST.get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'vendor'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_model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request</a:t>
            </a:r>
            <a:r>
              <a:rPr lang="en-US" sz="16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.POST.get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'model'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_type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request</a:t>
            </a:r>
            <a:r>
              <a:rPr lang="en-US" sz="16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.POST.get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'type'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_capacity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request</a:t>
            </a:r>
            <a:r>
              <a:rPr lang="en-US" sz="16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.POST.get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'capacity'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vehicle_model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VehicleModel</a:t>
            </a:r>
            <a:r>
              <a:rPr lang="en-US" sz="16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objects</a:t>
            </a:r>
            <a:r>
              <a:rPr lang="en-US" sz="16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filter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uuid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uuid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first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not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vehicle_model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response_data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'error'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'Vehicle model not found'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}</a:t>
            </a:r>
          </a:p>
          <a:p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JsonResponse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response_data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status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404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vehicle_model</a:t>
            </a:r>
            <a:r>
              <a:rPr lang="en-US" sz="16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vendor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_vendor</a:t>
            </a:r>
            <a:endParaRPr lang="en-US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vehicle_model</a:t>
            </a:r>
            <a:r>
              <a:rPr lang="en-US" sz="16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model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_model</a:t>
            </a:r>
            <a:endParaRPr lang="en-US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vehicle_model</a:t>
            </a:r>
            <a:r>
              <a:rPr lang="en-US" sz="16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_type</a:t>
            </a:r>
            <a:endParaRPr lang="en-US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vehicle_model</a:t>
            </a:r>
            <a:r>
              <a:rPr lang="en-US" sz="16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capacity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_capacity</a:t>
            </a:r>
            <a:endParaRPr lang="en-US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vehicle_model</a:t>
            </a:r>
            <a:r>
              <a:rPr lang="en-US" sz="16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update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updated_by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request</a:t>
            </a:r>
            <a:r>
              <a:rPr lang="en-US" sz="16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.user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response_data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'message'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'Vehicle model updated successfully'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uuid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vehicle_model</a:t>
            </a:r>
            <a:r>
              <a:rPr lang="en-US" sz="16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uuid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JsonResponse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response_data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response_data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'error'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'Invalid request method'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JsonResponse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response_data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status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405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7442983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Building REST API – Delete</a:t>
            </a:r>
          </a:p>
          <a:p>
            <a:endParaRPr lang="en-US" sz="3200" dirty="0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E8F3F05-E07D-C27A-CA80-3EC783A1F7CF}"/>
              </a:ext>
            </a:extLst>
          </p:cNvPr>
          <p:cNvSpPr txBox="1"/>
          <p:nvPr/>
        </p:nvSpPr>
        <p:spPr>
          <a:xfrm>
            <a:off x="-11113" y="1423243"/>
            <a:ext cx="12201525" cy="4801314"/>
          </a:xfrm>
          <a:prstGeom prst="rect">
            <a:avLst/>
          </a:prstGeom>
          <a:noFill/>
        </p:spPr>
        <p:txBody>
          <a:bodyPr wrap="square" numCol="1">
            <a:spAutoFit/>
          </a:bodyPr>
          <a:lstStyle/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delete_vehicle_model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request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uuid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request</a:t>
            </a:r>
            <a:r>
              <a:rPr lang="en-US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.method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'DELETE'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vehicle_model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VehicleModel</a:t>
            </a:r>
            <a:r>
              <a:rPr lang="en-US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objects</a:t>
            </a:r>
            <a:r>
              <a:rPr lang="en-US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filter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uuid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uuid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first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not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vehicle_model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response_data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'error'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'Vehicle model not found'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}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JsonResponse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response_data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status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404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vehicle_model</a:t>
            </a:r>
            <a:r>
              <a:rPr lang="en-US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delete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voided_by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request</a:t>
            </a:r>
            <a:r>
              <a:rPr lang="en-US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.user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response_data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'message'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'Vehicle model deleted successfully'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JsonResponse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response_data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response_data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'error'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'Invalid request method'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JsonResponse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response_data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status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405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0191568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Building REST API – Delete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839536" cy="4887878"/>
          </a:xfrm>
          <a:prstGeom prst="rect">
            <a:avLst/>
          </a:prstGeom>
        </p:spPr>
        <p:txBody>
          <a:bodyPr numCol="1"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The list of paths you will register in urls.py is going to look something like below. Make sure that whatever naming you use, is standardized for all the models.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11A9468-5EF1-CE3C-6B89-706C0101C17B}"/>
              </a:ext>
            </a:extLst>
          </p:cNvPr>
          <p:cNvSpPr txBox="1"/>
          <p:nvPr/>
        </p:nvSpPr>
        <p:spPr>
          <a:xfrm>
            <a:off x="220384" y="3429000"/>
            <a:ext cx="11839536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path</a:t>
            </a:r>
            <a: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20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api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/get/vehicles'</a:t>
            </a:r>
            <a: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0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views</a:t>
            </a:r>
            <a:r>
              <a:rPr lang="en-US" sz="20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20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get_all_vehicle_models</a:t>
            </a:r>
            <a: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0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20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get_all_vehicles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r>
              <a:rPr lang="en-US" sz="20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path</a:t>
            </a:r>
            <a: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20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api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/get/vehicles/&lt;</a:t>
            </a:r>
            <a:r>
              <a:rPr lang="en-US" sz="20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str:uuid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&gt;'</a:t>
            </a:r>
            <a: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0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views</a:t>
            </a:r>
            <a:r>
              <a:rPr lang="en-US" sz="20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20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get_vehicle_model_by_uuid</a:t>
            </a:r>
            <a: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0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20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get_vehicle_model_by_uuid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r>
              <a:rPr lang="en-US" sz="20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path</a:t>
            </a:r>
            <a: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20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api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/create/vehicles'</a:t>
            </a:r>
            <a: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0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views</a:t>
            </a:r>
            <a:r>
              <a:rPr lang="en-US" sz="20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20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create_vehicle_model</a:t>
            </a:r>
            <a: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0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20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create_vehicle_model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r>
              <a:rPr lang="en-US" sz="20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path</a:t>
            </a:r>
            <a: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20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api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/updated/vehicles/&lt;</a:t>
            </a:r>
            <a:r>
              <a:rPr lang="en-US" sz="20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str:uuid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&gt;'</a:t>
            </a:r>
            <a: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0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views</a:t>
            </a:r>
            <a:r>
              <a:rPr lang="en-US" sz="20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20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update_vehicle_model</a:t>
            </a:r>
            <a: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0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20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update_vehicle_model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r>
              <a:rPr lang="en-US" sz="20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path</a:t>
            </a:r>
            <a: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20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api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/delete/vehicles/&lt;</a:t>
            </a:r>
            <a:r>
              <a:rPr lang="en-US" sz="20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str:uuid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&gt;'</a:t>
            </a:r>
            <a: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0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views</a:t>
            </a:r>
            <a:r>
              <a:rPr lang="en-US" sz="20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20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delete_vehicle_model</a:t>
            </a:r>
            <a: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0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20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delete_vehicle_model</a:t>
            </a:r>
            <a:r>
              <a:rPr lang="en-US" sz="2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),</a:t>
            </a:r>
          </a:p>
        </p:txBody>
      </p:sp>
    </p:spTree>
    <p:extLst>
      <p:ext uri="{BB962C8B-B14F-4D97-AF65-F5344CB8AC3E}">
        <p14:creationId xmlns:p14="http://schemas.microsoft.com/office/powerpoint/2010/main" val="17462603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Consuming the API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839536" cy="4887878"/>
          </a:xfrm>
          <a:prstGeom prst="rect">
            <a:avLst/>
          </a:prstGeom>
        </p:spPr>
        <p:txBody>
          <a:bodyPr numCol="1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By consuming the REST API, we mean how and where to use it. Of course, it is not the end goal to make these calls from a browser.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A REST API is primarily made for the systems built on different frameworks than the API provider. For example, a React Native app may use it to fetch and keep data.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The API consumer only has to comply with a few rules of the web: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800" dirty="0"/>
              <a:t>HTTP protocol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800" dirty="0"/>
              <a:t>Standard format (</a:t>
            </a:r>
            <a:r>
              <a:rPr lang="en-US" sz="2800" dirty="0" err="1"/>
              <a:t>json</a:t>
            </a:r>
            <a:r>
              <a:rPr lang="en-US" sz="2800" dirty="0"/>
              <a:t>/xml/text)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800" dirty="0"/>
              <a:t>Correct request type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800" dirty="0"/>
              <a:t>Message codes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In each call, the API consumer must provide the URL and required parameters.</a:t>
            </a:r>
          </a:p>
        </p:txBody>
      </p:sp>
    </p:spTree>
    <p:extLst>
      <p:ext uri="{BB962C8B-B14F-4D97-AF65-F5344CB8AC3E}">
        <p14:creationId xmlns:p14="http://schemas.microsoft.com/office/powerpoint/2010/main" val="11107488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err="1">
                <a:solidFill>
                  <a:srgbClr val="FFFFFF"/>
                </a:solidFill>
                <a:latin typeface="Arial"/>
                <a:cs typeface="Arial"/>
              </a:rPr>
              <a:t>cURL</a:t>
            </a:r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, Postman, Insomnia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839536" cy="4887878"/>
          </a:xfrm>
          <a:prstGeom prst="rect">
            <a:avLst/>
          </a:prstGeom>
        </p:spPr>
        <p:txBody>
          <a:bodyPr numCol="1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These are simply the tools to test out any REST API.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 err="1"/>
              <a:t>cURL</a:t>
            </a:r>
            <a:r>
              <a:rPr lang="en-US" sz="3000" dirty="0"/>
              <a:t> is the most basic one and works on a terminal. This is recommended only when testing on a server, or for very basic operations.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Postman is among the most popular API testing tools. We will use this to test our examples as well.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Postman is web-based, but can also be installed in your OS.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Insomnia is a feature packed paid tool for professional use. It has hundreds of plugins to integrate with several services. Apart from REST API, this tool can be used to test </a:t>
            </a:r>
            <a:r>
              <a:rPr lang="en-US" sz="3000" dirty="0" err="1"/>
              <a:t>GraphQL</a:t>
            </a:r>
            <a:r>
              <a:rPr lang="en-US" sz="3000" dirty="0"/>
              <a:t> and SOAP APIs as well.</a:t>
            </a:r>
          </a:p>
        </p:txBody>
      </p:sp>
    </p:spTree>
    <p:extLst>
      <p:ext uri="{BB962C8B-B14F-4D97-AF65-F5344CB8AC3E}">
        <p14:creationId xmlns:p14="http://schemas.microsoft.com/office/powerpoint/2010/main" val="19281621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err="1">
                <a:solidFill>
                  <a:srgbClr val="FFFFFF"/>
                </a:solidFill>
                <a:latin typeface="Arial"/>
                <a:cs typeface="Arial"/>
              </a:rPr>
              <a:t>cURL</a:t>
            </a:r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, Postman, Insomnia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839536" cy="4887878"/>
          </a:xfrm>
          <a:prstGeom prst="rect">
            <a:avLst/>
          </a:prstGeom>
        </p:spPr>
        <p:txBody>
          <a:bodyPr numCol="1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In order to make a POST/UPDATE/DELETE call.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In your Postman, create a new POST request.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800" dirty="0"/>
              <a:t>Enter the URL: </a:t>
            </a:r>
            <a:r>
              <a:rPr lang="en-US" sz="2800" dirty="0">
                <a:hlinkClick r:id="rId3"/>
              </a:rPr>
              <a:t>http://127.0.0.1:8000/api/create/vehicles</a:t>
            </a:r>
            <a:endParaRPr lang="en-US" sz="2800" dirty="0"/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800" dirty="0"/>
              <a:t>In the body, add 4 parameters for “vendor”, “model”, “type”, “capacity”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800" dirty="0"/>
              <a:t>It is not uncommon to pass the parameters in query string instead of body. However, it is not a good practice. Why? </a:t>
            </a:r>
            <a:r>
              <a:rPr lang="en-US" sz="2800" i="1" u="sng" dirty="0"/>
              <a:t>This is up to you to explore</a:t>
            </a:r>
            <a:endParaRPr lang="en-US" sz="2800" u="sng" dirty="0"/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800" dirty="0"/>
              <a:t>Click SEND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The call should </a:t>
            </a:r>
            <a:r>
              <a:rPr lang="en-US" sz="3000" u="sng" dirty="0"/>
              <a:t>fail</a:t>
            </a:r>
            <a:r>
              <a:rPr lang="en-US" sz="3000" dirty="0"/>
              <a:t> with a Forbidden 403 error.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This is because we have not provided the CSRF token.</a:t>
            </a:r>
          </a:p>
        </p:txBody>
      </p:sp>
    </p:spTree>
    <p:extLst>
      <p:ext uri="{BB962C8B-B14F-4D97-AF65-F5344CB8AC3E}">
        <p14:creationId xmlns:p14="http://schemas.microsoft.com/office/powerpoint/2010/main" val="18412066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err="1">
                <a:solidFill>
                  <a:srgbClr val="FFFFFF"/>
                </a:solidFill>
                <a:latin typeface="Arial"/>
                <a:cs typeface="Arial"/>
              </a:rPr>
              <a:t>cURL</a:t>
            </a:r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, Postman, Insomnia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839536" cy="4887878"/>
          </a:xfrm>
          <a:prstGeom prst="rect">
            <a:avLst/>
          </a:prstGeom>
        </p:spPr>
        <p:txBody>
          <a:bodyPr numCol="1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Now add another function which will return a token.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AF00DB"/>
                </a:solidFill>
                <a:latin typeface="Consolas" panose="020B0609020204030204" pitchFamily="49" charset="0"/>
              </a:rPr>
              <a:t>from</a:t>
            </a:r>
            <a:r>
              <a:rPr lang="en-US" sz="20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 err="1">
                <a:solidFill>
                  <a:srgbClr val="267F99"/>
                </a:solidFill>
                <a:latin typeface="Consolas" panose="020B0609020204030204" pitchFamily="49" charset="0"/>
              </a:rPr>
              <a:t>django</a:t>
            </a:r>
            <a:r>
              <a:rPr lang="en-US" sz="2000" dirty="0" err="1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en-US" sz="2000" dirty="0" err="1">
                <a:solidFill>
                  <a:srgbClr val="267F99"/>
                </a:solidFill>
                <a:latin typeface="Consolas" panose="020B0609020204030204" pitchFamily="49" charset="0"/>
              </a:rPr>
              <a:t>middleware</a:t>
            </a:r>
            <a:r>
              <a:rPr lang="en-US" sz="20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AF00DB"/>
                </a:solidFill>
                <a:latin typeface="Consolas" panose="020B0609020204030204" pitchFamily="49" charset="0"/>
              </a:rPr>
              <a:t>import</a:t>
            </a:r>
            <a:r>
              <a:rPr lang="en-US" sz="20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 err="1">
                <a:solidFill>
                  <a:srgbClr val="267F99"/>
                </a:solidFill>
                <a:latin typeface="Consolas" panose="020B0609020204030204" pitchFamily="49" charset="0"/>
              </a:rPr>
              <a:t>csrf</a:t>
            </a:r>
            <a:endParaRPr lang="en-US" sz="2000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def</a:t>
            </a:r>
            <a:r>
              <a:rPr lang="en-US" sz="20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 err="1">
                <a:solidFill>
                  <a:srgbClr val="795E26"/>
                </a:solidFill>
                <a:latin typeface="Consolas" panose="020B0609020204030204" pitchFamily="49" charset="0"/>
              </a:rPr>
              <a:t>get_csrf_token</a:t>
            </a:r>
            <a:r>
              <a:rPr lang="en-US" sz="2000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rgbClr val="001080"/>
                </a:solidFill>
                <a:latin typeface="Consolas" panose="020B0609020204030204" pitchFamily="49" charset="0"/>
              </a:rPr>
              <a:t>request</a:t>
            </a:r>
            <a:r>
              <a:rPr lang="en-US" sz="2000" dirty="0">
                <a:solidFill>
                  <a:srgbClr val="3B3B3B"/>
                </a:solidFill>
                <a:latin typeface="Consolas" panose="020B0609020204030204" pitchFamily="49" charset="0"/>
              </a:rPr>
              <a:t>):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en-US" sz="2000" dirty="0" err="1">
                <a:solidFill>
                  <a:srgbClr val="001080"/>
                </a:solidFill>
                <a:latin typeface="Consolas" panose="020B0609020204030204" pitchFamily="49" charset="0"/>
              </a:rPr>
              <a:t>csrf_token</a:t>
            </a:r>
            <a:r>
              <a:rPr lang="en-US" sz="20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20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 err="1">
                <a:solidFill>
                  <a:srgbClr val="267F99"/>
                </a:solidFill>
                <a:latin typeface="Consolas" panose="020B0609020204030204" pitchFamily="49" charset="0"/>
              </a:rPr>
              <a:t>csrf</a:t>
            </a:r>
            <a:r>
              <a:rPr lang="en-US" sz="2000" dirty="0" err="1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en-US" sz="2000" dirty="0" err="1">
                <a:solidFill>
                  <a:srgbClr val="795E26"/>
                </a:solidFill>
                <a:latin typeface="Consolas" panose="020B0609020204030204" pitchFamily="49" charset="0"/>
              </a:rPr>
              <a:t>get_token</a:t>
            </a:r>
            <a:r>
              <a:rPr lang="en-US" sz="2000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rgbClr val="001080"/>
                </a:solidFill>
                <a:latin typeface="Consolas" panose="020B0609020204030204" pitchFamily="49" charset="0"/>
              </a:rPr>
              <a:t>request</a:t>
            </a:r>
            <a:r>
              <a:rPr lang="en-US" sz="2000" dirty="0">
                <a:solidFill>
                  <a:srgbClr val="3B3B3B"/>
                </a:solidFill>
                <a:latin typeface="Consolas" panose="020B0609020204030204" pitchFamily="49" charset="0"/>
              </a:rPr>
              <a:t>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3B3B3B"/>
                </a:solidFill>
                <a:latin typeface="Consolas" panose="020B0609020204030204" pitchFamily="49" charset="0"/>
              </a:rPr>
              <a:t>    </a:t>
            </a:r>
            <a:r>
              <a:rPr lang="en-US" sz="2000" dirty="0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en-US" sz="20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 err="1">
                <a:solidFill>
                  <a:srgbClr val="267F99"/>
                </a:solidFill>
                <a:latin typeface="Consolas" panose="020B0609020204030204" pitchFamily="49" charset="0"/>
              </a:rPr>
              <a:t>JsonResponse</a:t>
            </a:r>
            <a:r>
              <a:rPr lang="en-US" sz="2000" dirty="0">
                <a:solidFill>
                  <a:srgbClr val="3B3B3B"/>
                </a:solidFill>
                <a:latin typeface="Consolas" panose="020B0609020204030204" pitchFamily="49" charset="0"/>
              </a:rPr>
              <a:t>({</a:t>
            </a:r>
            <a:r>
              <a:rPr lang="en-US" sz="2000" dirty="0">
                <a:solidFill>
                  <a:srgbClr val="A31515"/>
                </a:solidFill>
                <a:latin typeface="Consolas" panose="020B0609020204030204" pitchFamily="49" charset="0"/>
              </a:rPr>
              <a:t>'</a:t>
            </a:r>
            <a:r>
              <a:rPr lang="en-US" sz="2000" dirty="0" err="1">
                <a:solidFill>
                  <a:srgbClr val="A31515"/>
                </a:solidFill>
                <a:latin typeface="Consolas" panose="020B0609020204030204" pitchFamily="49" charset="0"/>
              </a:rPr>
              <a:t>csrf_token</a:t>
            </a:r>
            <a:r>
              <a:rPr lang="en-US" sz="2000" dirty="0">
                <a:solidFill>
                  <a:srgbClr val="A31515"/>
                </a:solidFill>
                <a:latin typeface="Consolas" panose="020B0609020204030204" pitchFamily="49" charset="0"/>
              </a:rPr>
              <a:t>'</a:t>
            </a:r>
            <a:r>
              <a:rPr lang="en-US" sz="2000" dirty="0">
                <a:solidFill>
                  <a:srgbClr val="3B3B3B"/>
                </a:solidFill>
                <a:latin typeface="Consolas" panose="020B0609020204030204" pitchFamily="49" charset="0"/>
              </a:rPr>
              <a:t>: </a:t>
            </a:r>
            <a:r>
              <a:rPr lang="en-US" sz="2000" dirty="0" err="1">
                <a:solidFill>
                  <a:srgbClr val="001080"/>
                </a:solidFill>
                <a:latin typeface="Consolas" panose="020B0609020204030204" pitchFamily="49" charset="0"/>
              </a:rPr>
              <a:t>csrf_token</a:t>
            </a:r>
            <a:r>
              <a:rPr lang="en-US" sz="2000" dirty="0">
                <a:solidFill>
                  <a:srgbClr val="3B3B3B"/>
                </a:solidFill>
                <a:latin typeface="Consolas" panose="020B0609020204030204" pitchFamily="49" charset="0"/>
              </a:rPr>
              <a:t>})</a:t>
            </a:r>
            <a:endParaRPr lang="en-US" sz="1800" dirty="0"/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Register a path to urls.py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3000" dirty="0"/>
              <a:t> path('</a:t>
            </a:r>
            <a:r>
              <a:rPr lang="en-US" sz="3000" dirty="0" err="1"/>
              <a:t>api</a:t>
            </a:r>
            <a:r>
              <a:rPr lang="en-US" sz="3000" dirty="0"/>
              <a:t>/</a:t>
            </a:r>
            <a:r>
              <a:rPr lang="en-US" sz="3000" dirty="0" err="1"/>
              <a:t>get_csrf_token</a:t>
            </a:r>
            <a:r>
              <a:rPr lang="en-US" sz="3000" dirty="0"/>
              <a:t>', </a:t>
            </a:r>
            <a:r>
              <a:rPr lang="en-US" sz="3000" dirty="0" err="1"/>
              <a:t>views.get_csrf_token</a:t>
            </a:r>
            <a:r>
              <a:rPr lang="en-US" sz="3000" dirty="0"/>
              <a:t>, name='</a:t>
            </a:r>
            <a:r>
              <a:rPr lang="en-US" sz="3000" dirty="0" err="1"/>
              <a:t>get_csrf_token</a:t>
            </a:r>
            <a:r>
              <a:rPr lang="en-US" sz="3000" dirty="0"/>
              <a:t>'),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In order to make any POST/UPDATE/DELETE call, first get a CSRF token.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Then in the next call, create a new header, </a:t>
            </a:r>
            <a:r>
              <a:rPr lang="en-US" sz="3000" b="1" dirty="0"/>
              <a:t>X-</a:t>
            </a:r>
            <a:r>
              <a:rPr lang="en-US" sz="3000" b="1" dirty="0" err="1"/>
              <a:t>CSRFToken</a:t>
            </a:r>
            <a:r>
              <a:rPr lang="en-US" sz="3000" dirty="0"/>
              <a:t> and set the value to the token value returned in previous call.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Now, you should be able to make all API calls securely.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30447776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Building REST API</a:t>
            </a:r>
          </a:p>
          <a:p>
            <a:endParaRPr lang="en-US" sz="3200" dirty="0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839536" cy="4887878"/>
          </a:xfrm>
          <a:prstGeom prst="rect">
            <a:avLst/>
          </a:prstGeom>
        </p:spPr>
        <p:txBody>
          <a:bodyPr numCol="1"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800" dirty="0"/>
              <a:t>Although your can design the entire REST API in Django, it’s unwise to reinvent the wheel. Django REST Framework is a 3</a:t>
            </a:r>
            <a:r>
              <a:rPr lang="en-US" sz="2800" baseline="30000" dirty="0"/>
              <a:t>rd</a:t>
            </a:r>
            <a:r>
              <a:rPr lang="en-US" sz="2800" dirty="0"/>
              <a:t> party app built on top of Django which provides the API out of the box.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800" dirty="0"/>
              <a:t>Activate your environment and install the following dependencies: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pip install </a:t>
            </a:r>
            <a:r>
              <a:rPr lang="en-US" sz="28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djangorestframework</a:t>
            </a:r>
            <a:endParaRPr lang="en-US" sz="2800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2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pip install markdown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pip install </a:t>
            </a:r>
            <a:r>
              <a:rPr lang="en-US" sz="28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django</a:t>
            </a:r>
            <a:r>
              <a:rPr lang="en-US" sz="2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-filter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800" dirty="0"/>
              <a:t>Install these dependencies</a:t>
            </a:r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816054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Automated Testing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839536" cy="4887878"/>
          </a:xfrm>
          <a:prstGeom prst="rect">
            <a:avLst/>
          </a:prstGeom>
        </p:spPr>
        <p:txBody>
          <a:bodyPr numCol="1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Designing an API is a non-trivial task which involves applying several rules. It is vital to create a testing suite which will ensure that there are no bugs in the existing functionality of the API if and when any changes are made.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Django comes with a good unit testing utility.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When using Django alone with a single app, it’s preferred that you write all test cases in tests.py file inside the app (</a:t>
            </a:r>
            <a:r>
              <a:rPr lang="en-US" sz="3000" dirty="0" err="1"/>
              <a:t>baham</a:t>
            </a:r>
            <a:r>
              <a:rPr lang="en-US" sz="3000" dirty="0"/>
              <a:t>) directory.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If your project contains multiple apps and uses other utilities, then it is recommended to create a complete test suite, which will execute tests from the entire project.</a:t>
            </a:r>
          </a:p>
        </p:txBody>
      </p:sp>
    </p:spTree>
    <p:extLst>
      <p:ext uri="{BB962C8B-B14F-4D97-AF65-F5344CB8AC3E}">
        <p14:creationId xmlns:p14="http://schemas.microsoft.com/office/powerpoint/2010/main" val="9621065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Automated Testing – Exercise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839536" cy="2257948"/>
          </a:xfrm>
          <a:prstGeom prst="rect">
            <a:avLst/>
          </a:prstGeom>
        </p:spPr>
        <p:txBody>
          <a:bodyPr numCol="1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In the tests.py file, import Django Test and create a class which will test </a:t>
            </a:r>
            <a:r>
              <a:rPr lang="en-US" sz="3000" dirty="0" err="1"/>
              <a:t>VehicleModel</a:t>
            </a:r>
            <a:r>
              <a:rPr lang="en-US" sz="3000" dirty="0"/>
              <a:t> by extending </a:t>
            </a:r>
            <a:r>
              <a:rPr lang="en-US" sz="3000" dirty="0" err="1"/>
              <a:t>TestCase</a:t>
            </a:r>
            <a:r>
              <a:rPr lang="en-US" sz="3000" dirty="0"/>
              <a:t> class.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Define a </a:t>
            </a:r>
            <a:r>
              <a:rPr lang="en-US" sz="3000" dirty="0" err="1"/>
              <a:t>setUp</a:t>
            </a:r>
            <a:r>
              <a:rPr lang="en-US" sz="3000" dirty="0"/>
              <a:t> function which will provide all necessary data to execute tests.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0E53FD-D06B-900F-EE80-3951D3129C9F}"/>
              </a:ext>
            </a:extLst>
          </p:cNvPr>
          <p:cNvSpPr txBox="1"/>
          <p:nvPr/>
        </p:nvSpPr>
        <p:spPr>
          <a:xfrm>
            <a:off x="220384" y="3790535"/>
            <a:ext cx="11839536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django</a:t>
            </a:r>
            <a:r>
              <a:rPr lang="en-US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test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TestCase</a:t>
            </a:r>
            <a:endParaRPr 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django</a:t>
            </a:r>
            <a:r>
              <a:rPr lang="en-US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contrib</a:t>
            </a:r>
            <a:r>
              <a:rPr lang="en-US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auth</a:t>
            </a:r>
            <a:r>
              <a:rPr lang="en-US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models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User</a:t>
            </a:r>
            <a:endParaRPr 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VehicleModelTest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TestCase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setUp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superuser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User</a:t>
            </a:r>
            <a:r>
              <a:rPr lang="en-US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objects</a:t>
            </a:r>
            <a:r>
              <a:rPr lang="en-US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create_superuser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username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'admin'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email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'admin@dareecha.com'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password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WeakestPass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super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().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setUp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8186980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Automated Testing – Exercise (first test)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839536" cy="3030108"/>
          </a:xfrm>
          <a:prstGeom prst="rect">
            <a:avLst/>
          </a:prstGeom>
        </p:spPr>
        <p:txBody>
          <a:bodyPr numCol="1"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Write first test, which will pass if the </a:t>
            </a:r>
            <a:r>
              <a:rPr lang="en-US" sz="3000" dirty="0" err="1"/>
              <a:t>date_created</a:t>
            </a:r>
            <a:r>
              <a:rPr lang="en-US" sz="3000" dirty="0"/>
              <a:t> is automatically set if a </a:t>
            </a:r>
            <a:r>
              <a:rPr lang="en-US" sz="3000" dirty="0" err="1"/>
              <a:t>VehicleModel</a:t>
            </a:r>
            <a:r>
              <a:rPr lang="en-US" sz="3000" dirty="0"/>
              <a:t> object is created.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The test name should be explanatory enough to describe what it tests.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 err="1"/>
              <a:t>self.assert</a:t>
            </a:r>
            <a:r>
              <a:rPr lang="en-US" sz="3000" dirty="0"/>
              <a:t>… functions tell the test to ascertain a given condition.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0E53FD-D06B-900F-EE80-3951D3129C9F}"/>
              </a:ext>
            </a:extLst>
          </p:cNvPr>
          <p:cNvSpPr txBox="1"/>
          <p:nvPr/>
        </p:nvSpPr>
        <p:spPr>
          <a:xfrm>
            <a:off x="220384" y="4562695"/>
            <a:ext cx="1183953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def</a:t>
            </a:r>
            <a:r>
              <a:rPr lang="en-US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795E26"/>
                </a:solidFill>
                <a:latin typeface="Consolas" panose="020B0609020204030204" pitchFamily="49" charset="0"/>
              </a:rPr>
              <a:t>test_auto_date_created_on_save</a:t>
            </a:r>
            <a:r>
              <a:rPr lang="en-US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self</a:t>
            </a:r>
            <a:r>
              <a:rPr lang="en-US" dirty="0">
                <a:solidFill>
                  <a:srgbClr val="3B3B3B"/>
                </a:solidFill>
                <a:latin typeface="Consolas" panose="020B0609020204030204" pitchFamily="49" charset="0"/>
              </a:rPr>
              <a:t>):</a:t>
            </a:r>
          </a:p>
          <a:p>
            <a:r>
              <a:rPr lang="en-US" dirty="0">
                <a:solidFill>
                  <a:srgbClr val="3B3B3B"/>
                </a:solidFill>
                <a:latin typeface="Consolas" panose="020B0609020204030204" pitchFamily="49" charset="0"/>
              </a:rPr>
              <a:t>       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# Create a new object</a:t>
            </a:r>
            <a:endParaRPr lang="en-US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3B3B3B"/>
                </a:solidFill>
                <a:latin typeface="Consolas" panose="020B0609020204030204" pitchFamily="49" charset="0"/>
              </a:rPr>
              <a:t>        </a:t>
            </a:r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obj</a:t>
            </a:r>
            <a:r>
              <a:rPr lang="en-US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267F99"/>
                </a:solidFill>
                <a:latin typeface="Consolas" panose="020B0609020204030204" pitchFamily="49" charset="0"/>
              </a:rPr>
              <a:t>VehicleModel</a:t>
            </a:r>
            <a:r>
              <a:rPr lang="en-US" dirty="0" err="1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en-US" dirty="0" err="1">
                <a:solidFill>
                  <a:srgbClr val="001080"/>
                </a:solidFill>
                <a:latin typeface="Consolas" panose="020B0609020204030204" pitchFamily="49" charset="0"/>
              </a:rPr>
              <a:t>objects</a:t>
            </a:r>
            <a:r>
              <a:rPr lang="en-US" dirty="0" err="1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en-US" dirty="0" err="1">
                <a:solidFill>
                  <a:srgbClr val="795E26"/>
                </a:solidFill>
                <a:latin typeface="Consolas" panose="020B0609020204030204" pitchFamily="49" charset="0"/>
              </a:rPr>
              <a:t>create</a:t>
            </a:r>
            <a:r>
              <a:rPr lang="en-US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vendor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'KIET'</a:t>
            </a:r>
            <a:r>
              <a:rPr lang="en-US" dirty="0">
                <a:solidFill>
                  <a:srgbClr val="3B3B3B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model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'Unicorn-1'</a:t>
            </a:r>
            <a:r>
              <a:rPr lang="en-US" dirty="0">
                <a:solidFill>
                  <a:srgbClr val="3B3B3B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type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dirty="0" err="1">
                <a:solidFill>
                  <a:srgbClr val="267F99"/>
                </a:solidFill>
                <a:latin typeface="Consolas" panose="020B0609020204030204" pitchFamily="49" charset="0"/>
              </a:rPr>
              <a:t>VehicleType</a:t>
            </a:r>
            <a:r>
              <a:rPr lang="en-US" dirty="0" err="1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en-US" dirty="0" err="1">
                <a:solidFill>
                  <a:srgbClr val="0070C1"/>
                </a:solidFill>
                <a:latin typeface="Consolas" panose="020B0609020204030204" pitchFamily="49" charset="0"/>
              </a:rPr>
              <a:t>VAN</a:t>
            </a:r>
            <a:r>
              <a:rPr lang="en-US" dirty="0">
                <a:solidFill>
                  <a:srgbClr val="3B3B3B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capacity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dirty="0">
                <a:solidFill>
                  <a:srgbClr val="3B3B3B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dirty="0">
                <a:solidFill>
                  <a:srgbClr val="3B3B3B"/>
                </a:solidFill>
                <a:latin typeface="Consolas" panose="020B0609020204030204" pitchFamily="49" charset="0"/>
              </a:rPr>
              <a:t>       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# See if the </a:t>
            </a:r>
            <a:r>
              <a:rPr lang="en-US" dirty="0" err="1">
                <a:solidFill>
                  <a:srgbClr val="008000"/>
                </a:solidFill>
                <a:latin typeface="Consolas" panose="020B0609020204030204" pitchFamily="49" charset="0"/>
              </a:rPr>
              <a:t>date_created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 is automatically set</a:t>
            </a:r>
            <a:endParaRPr lang="en-US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3B3B3B"/>
                </a:solidFill>
                <a:latin typeface="Consolas" panose="020B0609020204030204" pitchFamily="49" charset="0"/>
              </a:rPr>
              <a:t>        </a:t>
            </a:r>
            <a:r>
              <a:rPr lang="en-US" dirty="0" err="1">
                <a:solidFill>
                  <a:srgbClr val="001080"/>
                </a:solidFill>
                <a:latin typeface="Consolas" panose="020B0609020204030204" pitchFamily="49" charset="0"/>
              </a:rPr>
              <a:t>self</a:t>
            </a:r>
            <a:r>
              <a:rPr lang="en-US" dirty="0" err="1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en-US" dirty="0" err="1">
                <a:solidFill>
                  <a:srgbClr val="795E26"/>
                </a:solidFill>
                <a:latin typeface="Consolas" panose="020B0609020204030204" pitchFamily="49" charset="0"/>
              </a:rPr>
              <a:t>assertIsNotNone</a:t>
            </a:r>
            <a:r>
              <a:rPr lang="en-US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en-US" dirty="0" err="1">
                <a:solidFill>
                  <a:srgbClr val="001080"/>
                </a:solidFill>
                <a:latin typeface="Consolas" panose="020B0609020204030204" pitchFamily="49" charset="0"/>
              </a:rPr>
              <a:t>obj</a:t>
            </a:r>
            <a:r>
              <a:rPr lang="en-US" dirty="0" err="1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en-US" dirty="0" err="1">
                <a:solidFill>
                  <a:srgbClr val="001080"/>
                </a:solidFill>
                <a:latin typeface="Consolas" panose="020B0609020204030204" pitchFamily="49" charset="0"/>
              </a:rPr>
              <a:t>date_created</a:t>
            </a:r>
            <a:r>
              <a:rPr lang="en-US" dirty="0">
                <a:solidFill>
                  <a:srgbClr val="3B3B3B"/>
                </a:solidFill>
                <a:latin typeface="Consolas" panose="020B060902020403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6607172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Automated Testing – Exercise (real test)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839536" cy="1896413"/>
          </a:xfrm>
          <a:prstGeom prst="rect">
            <a:avLst/>
          </a:prstGeom>
        </p:spPr>
        <p:txBody>
          <a:bodyPr numCol="1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Write another test, which will fail if the user is trying to create two </a:t>
            </a:r>
            <a:r>
              <a:rPr lang="en-US" sz="3000" dirty="0" err="1"/>
              <a:t>VehicleModel</a:t>
            </a:r>
            <a:r>
              <a:rPr lang="en-US" sz="3000" dirty="0"/>
              <a:t> objects with same vendor and model name.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The test will PASS only if an exception is thrown. In other words, </a:t>
            </a:r>
            <a:r>
              <a:rPr lang="en-US" sz="3000"/>
              <a:t>it should pass if it fails.</a:t>
            </a:r>
            <a:endParaRPr lang="en-US" sz="3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0E53FD-D06B-900F-EE80-3951D3129C9F}"/>
              </a:ext>
            </a:extLst>
          </p:cNvPr>
          <p:cNvSpPr txBox="1"/>
          <p:nvPr/>
        </p:nvSpPr>
        <p:spPr>
          <a:xfrm>
            <a:off x="220384" y="3429000"/>
            <a:ext cx="11839536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def</a:t>
            </a:r>
            <a:r>
              <a:rPr lang="en-US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795E26"/>
                </a:solidFill>
                <a:latin typeface="Consolas" panose="020B0609020204030204" pitchFamily="49" charset="0"/>
              </a:rPr>
              <a:t>test_create_with_same_vendor_and_model</a:t>
            </a:r>
            <a:r>
              <a:rPr lang="en-US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self</a:t>
            </a:r>
            <a:r>
              <a:rPr lang="en-US" dirty="0">
                <a:solidFill>
                  <a:srgbClr val="3B3B3B"/>
                </a:solidFill>
                <a:latin typeface="Consolas" panose="020B0609020204030204" pitchFamily="49" charset="0"/>
              </a:rPr>
              <a:t>):</a:t>
            </a:r>
          </a:p>
          <a:p>
            <a:r>
              <a:rPr lang="en-US" dirty="0">
                <a:solidFill>
                  <a:srgbClr val="3B3B3B"/>
                </a:solidFill>
                <a:latin typeface="Consolas" panose="020B0609020204030204" pitchFamily="49" charset="0"/>
              </a:rPr>
              <a:t>       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# Create a new object</a:t>
            </a:r>
            <a:endParaRPr lang="en-US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3B3B3B"/>
                </a:solidFill>
                <a:latin typeface="Consolas" panose="020B0609020204030204" pitchFamily="49" charset="0"/>
              </a:rPr>
              <a:t>        </a:t>
            </a:r>
            <a:r>
              <a:rPr lang="en-US" dirty="0" err="1">
                <a:solidFill>
                  <a:srgbClr val="267F99"/>
                </a:solidFill>
                <a:latin typeface="Consolas" panose="020B0609020204030204" pitchFamily="49" charset="0"/>
              </a:rPr>
              <a:t>VehicleModel</a:t>
            </a:r>
            <a:r>
              <a:rPr lang="en-US" dirty="0" err="1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en-US" dirty="0" err="1">
                <a:solidFill>
                  <a:srgbClr val="001080"/>
                </a:solidFill>
                <a:latin typeface="Consolas" panose="020B0609020204030204" pitchFamily="49" charset="0"/>
              </a:rPr>
              <a:t>objects</a:t>
            </a:r>
            <a:r>
              <a:rPr lang="en-US" dirty="0" err="1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en-US" dirty="0" err="1">
                <a:solidFill>
                  <a:srgbClr val="795E26"/>
                </a:solidFill>
                <a:latin typeface="Consolas" panose="020B0609020204030204" pitchFamily="49" charset="0"/>
              </a:rPr>
              <a:t>create</a:t>
            </a:r>
            <a:r>
              <a:rPr lang="en-US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vendor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'KIET'</a:t>
            </a:r>
            <a:r>
              <a:rPr lang="en-US" dirty="0">
                <a:solidFill>
                  <a:srgbClr val="3B3B3B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model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'Unicorn-1'</a:t>
            </a:r>
            <a:r>
              <a:rPr lang="en-US" dirty="0">
                <a:solidFill>
                  <a:srgbClr val="3B3B3B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type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dirty="0" err="1">
                <a:solidFill>
                  <a:srgbClr val="267F99"/>
                </a:solidFill>
                <a:latin typeface="Consolas" panose="020B0609020204030204" pitchFamily="49" charset="0"/>
              </a:rPr>
              <a:t>VehicleType</a:t>
            </a:r>
            <a:r>
              <a:rPr lang="en-US" dirty="0" err="1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en-US" dirty="0" err="1">
                <a:solidFill>
                  <a:srgbClr val="0070C1"/>
                </a:solidFill>
                <a:latin typeface="Consolas" panose="020B0609020204030204" pitchFamily="49" charset="0"/>
              </a:rPr>
              <a:t>VAN</a:t>
            </a:r>
            <a:r>
              <a:rPr lang="en-US" dirty="0">
                <a:solidFill>
                  <a:srgbClr val="3B3B3B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capacity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dirty="0">
                <a:solidFill>
                  <a:srgbClr val="3B3B3B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dirty="0">
                <a:solidFill>
                  <a:srgbClr val="3B3B3B"/>
                </a:solidFill>
                <a:latin typeface="Consolas" panose="020B0609020204030204" pitchFamily="49" charset="0"/>
              </a:rPr>
              <a:t>       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# An error must be thrown</a:t>
            </a:r>
            <a:endParaRPr lang="en-US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3B3B3B"/>
                </a:solidFill>
                <a:latin typeface="Consolas" panose="020B0609020204030204" pitchFamily="49" charset="0"/>
              </a:rPr>
              <a:t>        </a:t>
            </a:r>
            <a:r>
              <a:rPr lang="en-US" dirty="0">
                <a:solidFill>
                  <a:srgbClr val="AF00DB"/>
                </a:solidFill>
                <a:latin typeface="Consolas" panose="020B0609020204030204" pitchFamily="49" charset="0"/>
              </a:rPr>
              <a:t>with</a:t>
            </a:r>
            <a:r>
              <a:rPr lang="en-US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1080"/>
                </a:solidFill>
                <a:latin typeface="Consolas" panose="020B0609020204030204" pitchFamily="49" charset="0"/>
              </a:rPr>
              <a:t>self</a:t>
            </a:r>
            <a:r>
              <a:rPr lang="en-US" dirty="0" err="1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en-US" dirty="0" err="1">
                <a:solidFill>
                  <a:srgbClr val="795E26"/>
                </a:solidFill>
                <a:latin typeface="Consolas" panose="020B0609020204030204" pitchFamily="49" charset="0"/>
              </a:rPr>
              <a:t>assertRaises</a:t>
            </a:r>
            <a:r>
              <a:rPr lang="en-US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267F99"/>
                </a:solidFill>
                <a:latin typeface="Consolas" panose="020B0609020204030204" pitchFamily="49" charset="0"/>
              </a:rPr>
              <a:t>Exception</a:t>
            </a:r>
            <a:r>
              <a:rPr lang="en-US" dirty="0">
                <a:solidFill>
                  <a:srgbClr val="3B3B3B"/>
                </a:solidFill>
                <a:latin typeface="Consolas" panose="020B0609020204030204" pitchFamily="49" charset="0"/>
              </a:rPr>
              <a:t>):</a:t>
            </a:r>
          </a:p>
          <a:p>
            <a:r>
              <a:rPr lang="en-US" dirty="0">
                <a:solidFill>
                  <a:srgbClr val="3B3B3B"/>
                </a:solidFill>
                <a:latin typeface="Consolas" panose="020B0609020204030204" pitchFamily="49" charset="0"/>
              </a:rPr>
              <a:t>            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# Create a new object with same vendor and model</a:t>
            </a:r>
            <a:endParaRPr lang="en-US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3B3B3B"/>
                </a:solidFill>
                <a:latin typeface="Consolas" panose="020B0609020204030204" pitchFamily="49" charset="0"/>
              </a:rPr>
              <a:t>            </a:t>
            </a:r>
            <a:r>
              <a:rPr lang="en-US" dirty="0" err="1">
                <a:solidFill>
                  <a:srgbClr val="267F99"/>
                </a:solidFill>
                <a:latin typeface="Consolas" panose="020B0609020204030204" pitchFamily="49" charset="0"/>
              </a:rPr>
              <a:t>VehicleModel</a:t>
            </a:r>
            <a:r>
              <a:rPr lang="en-US" dirty="0" err="1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en-US" dirty="0" err="1">
                <a:solidFill>
                  <a:srgbClr val="001080"/>
                </a:solidFill>
                <a:latin typeface="Consolas" panose="020B0609020204030204" pitchFamily="49" charset="0"/>
              </a:rPr>
              <a:t>objects</a:t>
            </a:r>
            <a:r>
              <a:rPr lang="en-US" dirty="0" err="1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en-US" dirty="0" err="1">
                <a:solidFill>
                  <a:srgbClr val="795E26"/>
                </a:solidFill>
                <a:latin typeface="Consolas" panose="020B0609020204030204" pitchFamily="49" charset="0"/>
              </a:rPr>
              <a:t>create</a:t>
            </a:r>
            <a:r>
              <a:rPr lang="en-US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vendor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'KIET'</a:t>
            </a:r>
            <a:r>
              <a:rPr lang="en-US" dirty="0">
                <a:solidFill>
                  <a:srgbClr val="3B3B3B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model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'Unicorn-1'</a:t>
            </a:r>
            <a:r>
              <a:rPr lang="en-US" dirty="0">
                <a:solidFill>
                  <a:srgbClr val="3B3B3B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type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dirty="0" err="1">
                <a:solidFill>
                  <a:srgbClr val="267F99"/>
                </a:solidFill>
                <a:latin typeface="Consolas" panose="020B0609020204030204" pitchFamily="49" charset="0"/>
              </a:rPr>
              <a:t>VehicleType</a:t>
            </a:r>
            <a:r>
              <a:rPr lang="en-US" dirty="0" err="1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en-US" dirty="0" err="1">
                <a:solidFill>
                  <a:srgbClr val="0070C1"/>
                </a:solidFill>
                <a:latin typeface="Consolas" panose="020B0609020204030204" pitchFamily="49" charset="0"/>
              </a:rPr>
              <a:t>AUTO_RICKSHAW</a:t>
            </a:r>
            <a:r>
              <a:rPr lang="en-US" dirty="0">
                <a:solidFill>
                  <a:srgbClr val="3B3B3B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001080"/>
                </a:solidFill>
                <a:latin typeface="Consolas" panose="020B0609020204030204" pitchFamily="49" charset="0"/>
              </a:rPr>
              <a:t>capacity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4</a:t>
            </a:r>
            <a:r>
              <a:rPr lang="en-US" dirty="0">
                <a:solidFill>
                  <a:srgbClr val="3B3B3B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dirty="0">
                <a:solidFill>
                  <a:srgbClr val="3B3B3B"/>
                </a:solidFill>
                <a:latin typeface="Consolas" panose="020B0609020204030204" pitchFamily="49" charset="0"/>
              </a:rPr>
              <a:t>        </a:t>
            </a:r>
            <a:r>
              <a:rPr lang="en-US" dirty="0" err="1">
                <a:solidFill>
                  <a:srgbClr val="001080"/>
                </a:solidFill>
                <a:latin typeface="Consolas" panose="020B0609020204030204" pitchFamily="49" charset="0"/>
              </a:rPr>
              <a:t>self</a:t>
            </a:r>
            <a:r>
              <a:rPr lang="en-US" dirty="0" err="1">
                <a:solidFill>
                  <a:srgbClr val="3B3B3B"/>
                </a:solidFill>
                <a:latin typeface="Consolas" panose="020B0609020204030204" pitchFamily="49" charset="0"/>
              </a:rPr>
              <a:t>.asert</a:t>
            </a:r>
            <a:endParaRPr lang="en-US" dirty="0">
              <a:solidFill>
                <a:srgbClr val="3B3B3B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75520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Automated Testing – Exercise (real test)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839536" cy="4944413"/>
          </a:xfrm>
          <a:prstGeom prst="rect">
            <a:avLst/>
          </a:prstGeom>
        </p:spPr>
        <p:txBody>
          <a:bodyPr numCol="1"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Now that we have a failing test. Let’s have a </a:t>
            </a:r>
            <a:r>
              <a:rPr lang="en-US" sz="3000" dirty="0" err="1"/>
              <a:t>flavour</a:t>
            </a:r>
            <a:r>
              <a:rPr lang="en-US" sz="3000" dirty="0"/>
              <a:t> of what’s commonly called TDD (Test-Driven Development).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We will write code to pass our test.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Modify the </a:t>
            </a:r>
            <a:r>
              <a:rPr lang="en-US" sz="3000" dirty="0" err="1"/>
              <a:t>VehicleModel</a:t>
            </a:r>
            <a:r>
              <a:rPr lang="en-US" sz="3000" dirty="0"/>
              <a:t> class (save </a:t>
            </a:r>
            <a:r>
              <a:rPr lang="en-US" sz="3000"/>
              <a:t>and update methods) </a:t>
            </a:r>
            <a:r>
              <a:rPr lang="en-US" sz="3000" dirty="0"/>
              <a:t>in models.py to make sure that no two objects have the same vendor and model.</a:t>
            </a:r>
          </a:p>
        </p:txBody>
      </p:sp>
    </p:spTree>
    <p:extLst>
      <p:ext uri="{BB962C8B-B14F-4D97-AF65-F5344CB8AC3E}">
        <p14:creationId xmlns:p14="http://schemas.microsoft.com/office/powerpoint/2010/main" val="8648769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Assert Functions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839536" cy="4887878"/>
          </a:xfrm>
          <a:prstGeom prst="rect">
            <a:avLst/>
          </a:prstGeom>
        </p:spPr>
        <p:txBody>
          <a:bodyPr numCol="2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b="1" dirty="0" err="1"/>
              <a:t>self.assertTrue</a:t>
            </a:r>
            <a:r>
              <a:rPr lang="en-US" sz="3000" b="1" dirty="0"/>
              <a:t>(expr), </a:t>
            </a:r>
            <a:r>
              <a:rPr lang="en-US" sz="3000" b="1" dirty="0" err="1"/>
              <a:t>self.assertFalse</a:t>
            </a:r>
            <a:r>
              <a:rPr lang="en-US" sz="3000" b="1" dirty="0"/>
              <a:t>(expr)</a:t>
            </a:r>
            <a:r>
              <a:rPr lang="en-US" sz="3000" dirty="0"/>
              <a:t> - Checks if a condition is true or false.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b="1" dirty="0" err="1"/>
              <a:t>self.assertEqual</a:t>
            </a:r>
            <a:r>
              <a:rPr lang="en-US" sz="3000" b="1" dirty="0"/>
              <a:t>(first, second)</a:t>
            </a:r>
            <a:r>
              <a:rPr lang="en-US" sz="3000" dirty="0"/>
              <a:t> - Checks if two values are equal.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b="1" dirty="0" err="1"/>
              <a:t>self.assertNotEqual</a:t>
            </a:r>
            <a:r>
              <a:rPr lang="en-US" sz="3000" b="1" dirty="0"/>
              <a:t>(first, second) </a:t>
            </a:r>
            <a:r>
              <a:rPr lang="en-US" sz="3000" dirty="0"/>
              <a:t>- Checks if two values are not equal.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b="1" dirty="0" err="1"/>
              <a:t>self.assertIsNone</a:t>
            </a:r>
            <a:r>
              <a:rPr lang="en-US" sz="3000" b="1" dirty="0"/>
              <a:t>(expr) </a:t>
            </a:r>
            <a:r>
              <a:rPr lang="en-US" sz="3000" dirty="0"/>
              <a:t>and </a:t>
            </a:r>
            <a:r>
              <a:rPr lang="en-US" sz="3000" b="1" dirty="0" err="1"/>
              <a:t>self.assertIsNotNone</a:t>
            </a:r>
            <a:r>
              <a:rPr lang="en-US" sz="3000" b="1" dirty="0"/>
              <a:t>(expr) </a:t>
            </a:r>
            <a:r>
              <a:rPr lang="en-US" sz="3000" dirty="0"/>
              <a:t>- Checks if a value (expr) is / is not None.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b="1" dirty="0" err="1"/>
              <a:t>self.assertIn</a:t>
            </a:r>
            <a:r>
              <a:rPr lang="en-US" sz="3000" b="1" dirty="0"/>
              <a:t>(item, container) </a:t>
            </a:r>
            <a:r>
              <a:rPr lang="en-US" sz="3000" dirty="0"/>
              <a:t>- Checks if an item is present in a container.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b="1" dirty="0" err="1"/>
              <a:t>self.assertRaises</a:t>
            </a:r>
            <a:r>
              <a:rPr lang="en-US" sz="3000" b="1" dirty="0"/>
              <a:t>(exception, callable, *</a:t>
            </a:r>
            <a:r>
              <a:rPr lang="en-US" sz="3000" b="1" dirty="0" err="1"/>
              <a:t>args</a:t>
            </a:r>
            <a:r>
              <a:rPr lang="en-US" sz="3000" b="1" dirty="0"/>
              <a:t>, **</a:t>
            </a:r>
            <a:r>
              <a:rPr lang="en-US" sz="3000" b="1" dirty="0" err="1"/>
              <a:t>kwargs</a:t>
            </a:r>
            <a:r>
              <a:rPr lang="en-US" sz="3000" b="1" dirty="0"/>
              <a:t>) </a:t>
            </a:r>
            <a:r>
              <a:rPr lang="en-US" sz="3000" dirty="0"/>
              <a:t>- Checks if calling a function (callable) with certain arguments raises a specific exception (exception).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b="1" dirty="0" err="1"/>
              <a:t>self.assertRegex</a:t>
            </a:r>
            <a:r>
              <a:rPr lang="en-US" sz="3000" b="1" dirty="0"/>
              <a:t>(text, regex) </a:t>
            </a:r>
            <a:r>
              <a:rPr lang="en-US" sz="3000" dirty="0"/>
              <a:t>- Checks if a regular expression (regex) matches a given text.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b="1" dirty="0" err="1"/>
              <a:t>self.assertCountEqual</a:t>
            </a:r>
            <a:r>
              <a:rPr lang="en-US" sz="3000" b="1" dirty="0"/>
              <a:t>(first, second) </a:t>
            </a:r>
            <a:r>
              <a:rPr lang="en-US" sz="3000" dirty="0"/>
              <a:t>- Checks if two sequences (first and second) have the same elements, regardless of the order.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b="1" dirty="0" err="1"/>
              <a:t>self.assertGreater</a:t>
            </a:r>
            <a:r>
              <a:rPr lang="en-US" sz="3000" b="1" dirty="0"/>
              <a:t>(first, second), </a:t>
            </a:r>
            <a:r>
              <a:rPr lang="en-US" sz="3000" b="1" dirty="0" err="1"/>
              <a:t>self.assertLess</a:t>
            </a:r>
            <a:r>
              <a:rPr lang="en-US" sz="3000" b="1" dirty="0"/>
              <a:t>(first, second) </a:t>
            </a:r>
            <a:r>
              <a:rPr lang="en-US" sz="3000" dirty="0"/>
              <a:t>- Checks if the value of first is greater than the value of second.</a:t>
            </a:r>
          </a:p>
        </p:txBody>
      </p:sp>
    </p:spTree>
    <p:extLst>
      <p:ext uri="{BB962C8B-B14F-4D97-AF65-F5344CB8AC3E}">
        <p14:creationId xmlns:p14="http://schemas.microsoft.com/office/powerpoint/2010/main" val="27124962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Test Coverage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839536" cy="4887878"/>
          </a:xfrm>
          <a:prstGeom prst="rect">
            <a:avLst/>
          </a:prstGeom>
        </p:spPr>
        <p:txBody>
          <a:bodyPr numCol="1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Test coverage tells us how much code is tested.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In a fully-featured product, the test coverage should be at least 60% and at most 80%. Below 60% is sign of low quality; above 80% is unnecessary.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000" dirty="0"/>
              <a:t>In Django, you can install a package called “coverage” to check how much of your code is covered. The following commands will generate a complete report of test coverage in HTML file form: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6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$pip install coverage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6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$coverage run manage.py test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6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$coverage report</a:t>
            </a:r>
          </a:p>
        </p:txBody>
      </p:sp>
    </p:spTree>
    <p:extLst>
      <p:ext uri="{BB962C8B-B14F-4D97-AF65-F5344CB8AC3E}">
        <p14:creationId xmlns:p14="http://schemas.microsoft.com/office/powerpoint/2010/main" val="7471345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Assignment 4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 numCol="1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800" dirty="0"/>
              <a:t>This is a group project. Each member will submit the same copy of code. If you run into problems doing this assignment, contact other classmates.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800" dirty="0"/>
              <a:t>Add REST API endpoints to the </a:t>
            </a:r>
            <a:r>
              <a:rPr lang="en-US" sz="3800" dirty="0" err="1"/>
              <a:t>baham</a:t>
            </a:r>
            <a:r>
              <a:rPr lang="en-US" sz="3800" dirty="0"/>
              <a:t>-web app forked from original repository on </a:t>
            </a:r>
            <a:r>
              <a:rPr lang="en-US" sz="3800" dirty="0" err="1"/>
              <a:t>Github</a:t>
            </a:r>
            <a:r>
              <a:rPr lang="en-US" sz="3800" dirty="0"/>
              <a:t> for </a:t>
            </a:r>
            <a:r>
              <a:rPr lang="en-US" sz="3800" dirty="0" err="1"/>
              <a:t>UserProfile</a:t>
            </a:r>
            <a:r>
              <a:rPr lang="en-US" sz="3800" dirty="0"/>
              <a:t> model class.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800" dirty="0"/>
              <a:t>Write unit tests to test the </a:t>
            </a:r>
            <a:r>
              <a:rPr lang="en-US" sz="3800" dirty="0" err="1"/>
              <a:t>Baham</a:t>
            </a:r>
            <a:r>
              <a:rPr lang="en-US" sz="3800" dirty="0"/>
              <a:t> constraints: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 dirty="0"/>
              <a:t>One vehicle per Owner.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 dirty="0"/>
              <a:t>No more passengers than the vehicle’s sitting capacity. </a:t>
            </a:r>
            <a:br>
              <a:rPr lang="en-US" sz="3600" dirty="0"/>
            </a:br>
            <a:r>
              <a:rPr lang="en-US" sz="3600" dirty="0"/>
              <a:t>Total share cannot exceed 100.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600" dirty="0"/>
              <a:t>Companions cannot have multiple active contracts simultaneously. </a:t>
            </a:r>
          </a:p>
          <a:p>
            <a:pPr marL="457200" lvl="1" indent="0">
              <a:lnSpc>
                <a:spcPct val="120000"/>
              </a:lnSpc>
              <a:buNone/>
            </a:pPr>
            <a:r>
              <a:rPr lang="en-US" sz="3600" u="sng" dirty="0"/>
              <a:t>No help will be provided from your instructor in this assignment.</a:t>
            </a:r>
            <a:endParaRPr lang="en-US" sz="3400" u="sng" dirty="0"/>
          </a:p>
        </p:txBody>
      </p:sp>
    </p:spTree>
    <p:extLst>
      <p:ext uri="{BB962C8B-B14F-4D97-AF65-F5344CB8AC3E}">
        <p14:creationId xmlns:p14="http://schemas.microsoft.com/office/powerpoint/2010/main" val="25089169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Placeholder 7" descr="abstract image">
            <a:extLst>
              <a:ext uri="{FF2B5EF4-FFF2-40B4-BE49-F238E27FC236}">
                <a16:creationId xmlns:a16="http://schemas.microsoft.com/office/drawing/2014/main" id="{D5C5EA1B-F06D-4AD1-B526-89C2DF77223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2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22717" r="45642"/>
          <a:stretch/>
        </p:blipFill>
        <p:spPr>
          <a:xfrm rot="16200000">
            <a:off x="2667001" y="-2666999"/>
            <a:ext cx="6858000" cy="12192000"/>
          </a:xfrm>
          <a:prstGeom prst="rect">
            <a:avLst/>
          </a:prstGeom>
          <a:noFill/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4F7706BE-EF2E-459C-8778-01DDD354C63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02365" y="1660810"/>
            <a:ext cx="10787270" cy="830649"/>
          </a:xfrm>
        </p:spPr>
        <p:txBody>
          <a:bodyPr>
            <a:normAutofit/>
          </a:bodyPr>
          <a:lstStyle/>
          <a:p>
            <a:r>
              <a:rPr lang="en-US" sz="4000" spc="300" dirty="0"/>
              <a:t>THANK YOU</a:t>
            </a:r>
          </a:p>
        </p:txBody>
      </p:sp>
      <p:pic>
        <p:nvPicPr>
          <p:cNvPr id="24" name="Online Image Placeholder 23" descr="User">
            <a:extLst>
              <a:ext uri="{FF2B5EF4-FFF2-40B4-BE49-F238E27FC236}">
                <a16:creationId xmlns:a16="http://schemas.microsoft.com/office/drawing/2014/main" id="{E896B487-8C07-495F-95BF-B8F4960E1E8D}"/>
              </a:ext>
            </a:extLst>
          </p:cNvPr>
          <p:cNvPicPr>
            <a:picLocks noGrp="1" noChangeAspect="1"/>
          </p:cNvPicPr>
          <p:nvPr>
            <p:ph type="clipArt" sz="quarter" idx="19"/>
          </p:nvPr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/>
      </p:pic>
      <p:pic>
        <p:nvPicPr>
          <p:cNvPr id="12" name="Online Image Placeholder 11" descr="Smart Phone">
            <a:extLst>
              <a:ext uri="{FF2B5EF4-FFF2-40B4-BE49-F238E27FC236}">
                <a16:creationId xmlns:a16="http://schemas.microsoft.com/office/drawing/2014/main" id="{4E709B75-16EA-4581-AED9-567DEF45A6B2}"/>
              </a:ext>
            </a:extLst>
          </p:cNvPr>
          <p:cNvPicPr>
            <a:picLocks noGrp="1" noChangeAspect="1"/>
          </p:cNvPicPr>
          <p:nvPr>
            <p:ph type="clipArt" sz="quarter" idx="20"/>
          </p:nvPr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730873" y="3118670"/>
            <a:ext cx="730250" cy="730250"/>
          </a:xfrm>
        </p:spPr>
      </p:pic>
      <p:pic>
        <p:nvPicPr>
          <p:cNvPr id="28" name="Online Image Placeholder 27" descr="Envelope">
            <a:extLst>
              <a:ext uri="{FF2B5EF4-FFF2-40B4-BE49-F238E27FC236}">
                <a16:creationId xmlns:a16="http://schemas.microsoft.com/office/drawing/2014/main" id="{D4D09222-33EB-4F99-9A89-51E2E1E97584}"/>
              </a:ext>
            </a:extLst>
          </p:cNvPr>
          <p:cNvPicPr>
            <a:picLocks noGrp="1" noChangeAspect="1"/>
          </p:cNvPicPr>
          <p:nvPr>
            <p:ph type="clipArt" sz="quarter" idx="21"/>
          </p:nvPr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/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B070B25-2BBC-49AC-9CFA-1CD7195DF2D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Owais Hussain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E2524A0-105C-4170-BB48-CD0756FB3DF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dirty="0"/>
              <a:t>+92 345-3174270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E57A531-5B0F-485D-A015-BC78AD089BA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216525" y="3903126"/>
            <a:ext cx="3572351" cy="518795"/>
          </a:xfrm>
        </p:spPr>
        <p:txBody>
          <a:bodyPr>
            <a:normAutofit fontScale="92500"/>
          </a:bodyPr>
          <a:lstStyle/>
          <a:p>
            <a:r>
              <a:rPr lang="en-US" dirty="0"/>
              <a:t>owais.hussain@kiet.edu.pk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47C414-85D9-40D6-9BB3-5AF68A84F41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486288" y="5137992"/>
            <a:ext cx="7219423" cy="518795"/>
          </a:xfrm>
        </p:spPr>
        <p:txBody>
          <a:bodyPr/>
          <a:lstStyle/>
          <a:p>
            <a:r>
              <a:rPr lang="en-US" sz="1700" dirty="0"/>
              <a:t>https://www.researchgate.net/profile/Owais-Hussain-3</a:t>
            </a:r>
          </a:p>
        </p:txBody>
      </p:sp>
    </p:spTree>
    <p:extLst>
      <p:ext uri="{BB962C8B-B14F-4D97-AF65-F5344CB8AC3E}">
        <p14:creationId xmlns:p14="http://schemas.microsoft.com/office/powerpoint/2010/main" val="9277275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5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A53F52"/>
      </a:accent1>
      <a:accent2>
        <a:srgbClr val="E99757"/>
      </a:accent2>
      <a:accent3>
        <a:srgbClr val="2F3342"/>
      </a:accent3>
      <a:accent4>
        <a:srgbClr val="2C2153"/>
      </a:accent4>
      <a:accent5>
        <a:srgbClr val="01023B"/>
      </a:accent5>
      <a:accent6>
        <a:srgbClr val="7F7F7F"/>
      </a:accent6>
      <a:hlink>
        <a:srgbClr val="3A3838"/>
      </a:hlink>
      <a:folHlink>
        <a:srgbClr val="D0CECE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ch presentation_Win32_LW_v2.potx" id="{3AEEB70B-72AA-432B-B699-7833EBF4B1FE}" vid="{14A49A59-25D4-4203-BE02-DE6939C7C5F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B7E2D32-4FDD-4266-880C-17595B80143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3D9F223-918A-45AF-9B53-56AB9E5E2182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55BB9993-D5F9-46FA-B2E5-80E3632E982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Tech presentation</Template>
  <TotalTime>4073</TotalTime>
  <Words>3893</Words>
  <Application>Microsoft Office PowerPoint</Application>
  <PresentationFormat>Widescreen</PresentationFormat>
  <Paragraphs>376</Paragraphs>
  <Slides>32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41" baseType="lpstr">
      <vt:lpstr>Arial</vt:lpstr>
      <vt:lpstr>Calibri</vt:lpstr>
      <vt:lpstr>Calibri Light</vt:lpstr>
      <vt:lpstr>Cascadia Code</vt:lpstr>
      <vt:lpstr>Consolas</vt:lpstr>
      <vt:lpstr>Courier</vt:lpstr>
      <vt:lpstr>Source Sans Pro</vt:lpstr>
      <vt:lpstr>Wingdings</vt:lpstr>
      <vt:lpstr>Office Theme</vt:lpstr>
      <vt:lpstr>Web APPLICATION Development (111834)</vt:lpstr>
      <vt:lpstr>Agenda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INFLUENCE MINING IN COMPLEX NETWORKS</dc:title>
  <dc:creator>Owais Ahmed</dc:creator>
  <cp:lastModifiedBy>Owais Ahmed</cp:lastModifiedBy>
  <cp:revision>361</cp:revision>
  <dcterms:created xsi:type="dcterms:W3CDTF">2022-11-22T20:08:03Z</dcterms:created>
  <dcterms:modified xsi:type="dcterms:W3CDTF">2023-05-25T16:46:25Z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